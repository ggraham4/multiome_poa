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omments/modernComment_104_FE98E192.xml" ContentType="application/vnd.ms-powerpoint.comments+xml"/>
  <Override PartName="/ppt/notesSlides/notesSlide4.xml" ContentType="application/vnd.openxmlformats-officedocument.presentationml.notesSlide+xml"/>
  <Override PartName="/ppt/comments/modernComment_105_6968A20A.xml" ContentType="application/vnd.ms-powerpoint.comment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omments/modernComment_10D_4D3FD15E.xml" ContentType="application/vnd.ms-powerpoint.comments+xml"/>
  <Override PartName="/ppt/notesSlides/notesSlide8.xml" ContentType="application/vnd.openxmlformats-officedocument.presentationml.notesSlide+xml"/>
  <Override PartName="/ppt/comments/modernComment_10E_C55FE691.xml" ContentType="application/vnd.ms-powerpoint.comment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omments/modernComment_10C_E248D16.xml" ContentType="application/vnd.ms-powerpoint.comments+xml"/>
  <Override PartName="/ppt/notesSlides/notesSlide12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</p:sldMasterIdLst>
  <p:notesMasterIdLst>
    <p:notesMasterId r:id="rId15"/>
  </p:notesMasterIdLst>
  <p:sldIdLst>
    <p:sldId id="257" r:id="rId2"/>
    <p:sldId id="258" r:id="rId3"/>
    <p:sldId id="259" r:id="rId4"/>
    <p:sldId id="260" r:id="rId5"/>
    <p:sldId id="261" r:id="rId6"/>
    <p:sldId id="262" r:id="rId7"/>
    <p:sldId id="271" r:id="rId8"/>
    <p:sldId id="269" r:id="rId9"/>
    <p:sldId id="270" r:id="rId10"/>
    <p:sldId id="266" r:id="rId11"/>
    <p:sldId id="265" r:id="rId12"/>
    <p:sldId id="268" r:id="rId13"/>
    <p:sldId id="267" r:id="rId14"/>
  </p:sldIdLst>
  <p:sldSz cx="6858000" cy="7680325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6F7EBBDC-18B4-F32A-DDB3-1223FA31AA26}" name="Graham, Gabriel J." initials="GGJ" userId="S::gjg2134@cumc.columbia.edu::d04249e3-dddd-46f1-a69e-ff52b6530909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82D72"/>
    <a:srgbClr val="D1070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1391003-C107-4D5C-95DB-96222F3FD5AF}" v="1596" dt="2026-05-21T03:23:39.826"/>
    <p1510:client id="{E4E61B3F-FAFC-7948-A12C-89E4F3781274}" v="4875" dt="2026-05-21T03:51:25.23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936"/>
    <p:restoredTop sz="96711"/>
  </p:normalViewPr>
  <p:slideViewPr>
    <p:cSldViewPr snapToGrid="0">
      <p:cViewPr>
        <p:scale>
          <a:sx n="263" d="100"/>
          <a:sy n="263" d="100"/>
        </p:scale>
        <p:origin x="-784" y="-64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microsoft.com/office/2018/10/relationships/authors" Target="author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20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omments/modernComment_10C_E248D16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D9A8BD4-1229-584E-B73A-21CCF90CE599}" authorId="{6F7EBBDC-18B4-F32A-DDB3-1223FA31AA26}" created="2026-05-12T19:28:21.859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237276438" sldId="268"/>
      <ac:grpSpMk id="1311" creationId="{FA33E999-5BA7-4C90-A2EC-44B916A56D06}"/>
    </ac:deMkLst>
    <p188:txBody>
      <a:bodyPr/>
      <a:lstStyle/>
      <a:p>
        <a:r>
          <a:rPr lang="en-US"/>
          <a:t>not sure weather to include this plot because it doesnt follow from the line of reasoning laid out in the manuscript but it might suggest some gnrh1 neurogenesis happens</a:t>
        </a:r>
      </a:p>
    </p188:txBody>
  </p188:cm>
</p188:cmLst>
</file>

<file path=ppt/comments/modernComment_10D_4D3FD15E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BE1D48D-FBFB-4579-804E-DC27B5ADA3EB}" authorId="{6F7EBBDC-18B4-F32A-DDB3-1223FA31AA26}" created="2026-05-20T14:08:35.578">
    <pc:sldMkLst xmlns:pc="http://schemas.microsoft.com/office/powerpoint/2013/main/command">
      <pc:docMk/>
      <pc:sldMk cId="1296027998" sldId="269"/>
    </pc:sldMkLst>
    <p188:txBody>
      <a:bodyPr/>
      <a:lstStyle/>
      <a:p>
        <a:r>
          <a:rPr lang="en-US"/>
          <a:t>Fix
</a:t>
        </a:r>
      </a:p>
    </p188:txBody>
  </p188:cm>
</p188:cmLst>
</file>

<file path=ppt/comments/modernComment_10E_C55FE69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B081ABA-929D-4434-A40F-2B68B4926515}" authorId="{6F7EBBDC-18B4-F32A-DDB3-1223FA31AA26}" created="2026-05-20T14:08:25.999">
    <pc:sldMkLst xmlns:pc="http://schemas.microsoft.com/office/powerpoint/2013/main/command">
      <pc:docMk/>
      <pc:sldMk cId="3311396497" sldId="270"/>
    </pc:sldMkLst>
    <p188:txBody>
      <a:bodyPr/>
      <a:lstStyle/>
      <a:p>
        <a:r>
          <a:rPr lang="en-US"/>
          <a:t>Fix
</a:t>
        </a:r>
      </a:p>
    </p188:txBody>
  </p188:cm>
</p188:cmLst>
</file>

<file path=ppt/comments/modernComment_104_FE98E192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A1103E3-E1F9-A044-9C81-D92E38109AF5}" authorId="{6F7EBBDC-18B4-F32A-DDB3-1223FA31AA26}" created="2026-05-11T18:37:26.381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4271432082" sldId="260"/>
      <ac:grpSpMk id="5150" creationId="{1FFB831B-4DDB-3A17-225A-5593C01EC1F1}"/>
    </ac:deMkLst>
    <p188:txBody>
      <a:bodyPr/>
      <a:lstStyle/>
      <a:p>
        <a:r>
          <a:rPr lang="en-US"/>
          <a:t>Making beautiful figures is my passion. Also I really wanted to add # for synapse associated DEGs but its already crowded enough</a:t>
        </a:r>
      </a:p>
    </p188:txBody>
  </p188:cm>
  <p188:cm id="{AD48E04C-4298-4164-984B-30868AC3DBE2}" authorId="{6F7EBBDC-18B4-F32A-DDB3-1223FA31AA26}" created="2026-05-21T02:08:04.314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4271432082" sldId="260"/>
      <ac:spMk id="5870" creationId="{B02AB86E-2CDB-2572-A9B4-D73D65C9DBCE}"/>
    </ac:deMkLst>
    <p188:txBody>
      <a:bodyPr/>
      <a:lstStyle/>
      <a:p>
        <a:r>
          <a:rPr lang="en-US"/>
          <a:t>I suppose one could argue there is space here for subclustering</a:t>
        </a:r>
      </a:p>
    </p188:txBody>
  </p188:cm>
</p188:cmLst>
</file>

<file path=ppt/comments/modernComment_105_6968A20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9E10D417-F1FC-654C-A7F0-6F8F4B77CAA2}" authorId="{6F7EBBDC-18B4-F32A-DDB3-1223FA31AA26}" created="2026-05-02T17:13:52.105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768464906" sldId="261"/>
      <ac:grpSpMk id="1463" creationId="{DC76EA77-692B-7A90-D1D4-7E82851F38DF}"/>
    </ac:deMkLst>
    <p188:txBody>
      <a:bodyPr/>
      <a:lstStyle/>
      <a:p>
        <a:r>
          <a:rPr lang="en-US"/>
          <a:t>pairwise comparisons show an increase between male and female, does this change the interpretation of the results</a:t>
        </a:r>
      </a:p>
    </p188:txBody>
  </p188:cm>
  <p188:cm id="{226F2BD8-5ACE-C740-8569-0EE74E5D8989}" authorId="{6F7EBBDC-18B4-F32A-DDB3-1223FA31AA26}" created="2026-05-14T16:50:41.012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768464906" sldId="261"/>
      <ac:grpSpMk id="782" creationId="{578B4BE9-6200-C5F5-38C1-83745595DF74}"/>
    </ac:deMkLst>
    <p188:txBody>
      <a:bodyPr/>
      <a:lstStyle/>
      <a:p>
        <a:r>
          <a:rPr lang="en-US"/>
          <a:t>The gene-wise interpretation of the cytotrace analysis needs to be different to the ecm wise analysis because in that analysis, I am saying ECM+ cells are new, here I am saying tacr3a or whatever + cells are new-er in a given phase, so the negatives dont matter in this case I think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8F2D50A-EDBB-6042-A5F1-B11CE8363EA7}" type="datetimeFigureOut">
              <a:rPr lang="en-US" smtClean="0"/>
              <a:t>5/19/26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51050" y="1143000"/>
            <a:ext cx="27559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E56EF0-491D-284F-AC71-E93908F2F2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35803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00988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257419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263118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977344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Supplementary physiology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05337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Supplemental cell populations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75267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Supplemental correlations with </a:t>
            </a:r>
            <a:r>
              <a:rPr lang="en-US" err="1"/>
              <a:t>visium</a:t>
            </a:r>
            <a:r>
              <a:rPr lang="en-US"/>
              <a:t> clusters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676283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Supplemental parker -&gt;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4753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 RGC </a:t>
            </a:r>
            <a:r>
              <a:rPr lang="en-US" err="1"/>
              <a:t>Txn</a:t>
            </a:r>
            <a:r>
              <a:rPr lang="en-US"/>
              <a:t>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726284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 RGC GO of marker genes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806465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Supplemental gene expression and population of 6 </a:t>
            </a:r>
            <a:r>
              <a:rPr lang="en-US" err="1"/>
              <a:t>degs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00443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Supplemental drawings I will make better and then add H&amp;E and cell projections at some point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BE56EF0-491D-284F-AC71-E93908F2F275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41000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14350" y="1256943"/>
            <a:ext cx="5829300" cy="2673891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50" y="4033949"/>
            <a:ext cx="5143500" cy="1854300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95616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17632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7916" y="1914750"/>
            <a:ext cx="5915025" cy="3194801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67916" y="5139775"/>
            <a:ext cx="5915025" cy="1680071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82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82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432747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488" y="2044531"/>
            <a:ext cx="2914650" cy="487309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471863" y="2044531"/>
            <a:ext cx="2914650" cy="487309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016483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408908"/>
            <a:ext cx="5915025" cy="148450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2381" y="1882747"/>
            <a:ext cx="2901255" cy="92270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381" y="2805452"/>
            <a:ext cx="2901255" cy="412639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471863" y="1882747"/>
            <a:ext cx="2915543" cy="92270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471863" y="2805452"/>
            <a:ext cx="2915543" cy="412639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64265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463058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26636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512022"/>
            <a:ext cx="2211884" cy="1792076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15543" y="1105826"/>
            <a:ext cx="3471863" cy="545800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304097"/>
            <a:ext cx="2211884" cy="4268626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53159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512022"/>
            <a:ext cx="2211884" cy="1792076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915543" y="1105826"/>
            <a:ext cx="3471863" cy="545800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304097"/>
            <a:ext cx="2211884" cy="4268626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18615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0693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907757" y="408906"/>
            <a:ext cx="1478756" cy="650872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71488" y="408906"/>
            <a:ext cx="4350544" cy="650872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69842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71488" y="408908"/>
            <a:ext cx="5915025" cy="14845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1488" y="2044531"/>
            <a:ext cx="5915025" cy="48730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71487" y="7118525"/>
            <a:ext cx="1543050" cy="40890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DD9DD4B-6F0E-E948-B39C-00D8A06B8991}" type="datetimeFigureOut">
              <a:rPr lang="en-US" smtClean="0"/>
              <a:t>5/19/26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71713" y="7118525"/>
            <a:ext cx="2314575" cy="40890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43463" y="7118525"/>
            <a:ext cx="1543050" cy="40890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363932D-54D9-D64F-AF77-D354526F57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97091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svg"/><Relationship Id="rId7" Type="http://schemas.openxmlformats.org/officeDocument/2006/relationships/image" Target="../media/image5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jpeg"/><Relationship Id="rId9" Type="http://schemas.openxmlformats.org/officeDocument/2006/relationships/image" Target="../media/image7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tif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tiff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png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4_FE98E19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image" Target="../media/image13.svg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5_6968A20A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D_4D3FD15E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E_C55FE691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C_E248D16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3" name="Graphic 52">
            <a:extLst>
              <a:ext uri="{FF2B5EF4-FFF2-40B4-BE49-F238E27FC236}">
                <a16:creationId xmlns:a16="http://schemas.microsoft.com/office/drawing/2014/main" id="{98875170-FDFC-7352-4670-FFC0A9E39C03}"/>
              </a:ext>
            </a:extLst>
          </p:cNvPr>
          <p:cNvGrpSpPr/>
          <p:nvPr/>
        </p:nvGrpSpPr>
        <p:grpSpPr>
          <a:xfrm>
            <a:off x="50184" y="3008831"/>
            <a:ext cx="2676267" cy="1814742"/>
            <a:chOff x="50184" y="3008831"/>
            <a:chExt cx="2676267" cy="1814742"/>
          </a:xfrm>
        </p:grpSpPr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789C5BBF-D8EC-3911-E680-4D45E960A9D2}"/>
                </a:ext>
              </a:extLst>
            </p:cNvPr>
            <p:cNvSpPr/>
            <p:nvPr/>
          </p:nvSpPr>
          <p:spPr>
            <a:xfrm>
              <a:off x="50184" y="3008831"/>
              <a:ext cx="2673296" cy="1814742"/>
            </a:xfrm>
            <a:custGeom>
              <a:avLst/>
              <a:gdLst>
                <a:gd name="csX0" fmla="*/ 0 w 2673296"/>
                <a:gd name="csY0" fmla="*/ 0 h 1814742"/>
                <a:gd name="csX1" fmla="*/ 2673296 w 2673296"/>
                <a:gd name="csY1" fmla="*/ 0 h 1814742"/>
                <a:gd name="csX2" fmla="*/ 2673296 w 2673296"/>
                <a:gd name="csY2" fmla="*/ 1814742 h 1814742"/>
                <a:gd name="csX3" fmla="*/ 0 w 2673296"/>
                <a:gd name="csY3" fmla="*/ 1814742 h 1814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3296" h="1814742">
                  <a:moveTo>
                    <a:pt x="0" y="0"/>
                  </a:moveTo>
                  <a:lnTo>
                    <a:pt x="2673296" y="0"/>
                  </a:lnTo>
                  <a:lnTo>
                    <a:pt x="2673296" y="1814742"/>
                  </a:lnTo>
                  <a:lnTo>
                    <a:pt x="0" y="1814742"/>
                  </a:lnTo>
                  <a:close/>
                </a:path>
              </a:pathLst>
            </a:custGeom>
            <a:solidFill>
              <a:srgbClr val="FFFFFF"/>
            </a:solidFill>
            <a:ln w="12347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43C801AD-34A5-3CA1-C278-9E098DCC8CBC}"/>
                </a:ext>
              </a:extLst>
            </p:cNvPr>
            <p:cNvSpPr/>
            <p:nvPr/>
          </p:nvSpPr>
          <p:spPr>
            <a:xfrm>
              <a:off x="50184" y="3008831"/>
              <a:ext cx="2673296" cy="1814742"/>
            </a:xfrm>
            <a:custGeom>
              <a:avLst/>
              <a:gdLst>
                <a:gd name="csX0" fmla="*/ 0 w 2673296"/>
                <a:gd name="csY0" fmla="*/ 0 h 1814742"/>
                <a:gd name="csX1" fmla="*/ 2673296 w 2673296"/>
                <a:gd name="csY1" fmla="*/ 0 h 1814742"/>
                <a:gd name="csX2" fmla="*/ 2673296 w 2673296"/>
                <a:gd name="csY2" fmla="*/ 1814742 h 1814742"/>
                <a:gd name="csX3" fmla="*/ 0 w 2673296"/>
                <a:gd name="csY3" fmla="*/ 1814742 h 1814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3296" h="1814742">
                  <a:moveTo>
                    <a:pt x="0" y="0"/>
                  </a:moveTo>
                  <a:lnTo>
                    <a:pt x="2673296" y="0"/>
                  </a:lnTo>
                  <a:lnTo>
                    <a:pt x="2673296" y="1814742"/>
                  </a:lnTo>
                  <a:lnTo>
                    <a:pt x="0" y="1814742"/>
                  </a:lnTo>
                  <a:close/>
                </a:path>
              </a:pathLst>
            </a:custGeom>
            <a:solidFill>
              <a:srgbClr val="FFFFFF"/>
            </a:solidFill>
            <a:ln w="13212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grpSp>
          <p:nvGrpSpPr>
            <p:cNvPr id="2446" name="Graphic 52">
              <a:extLst>
                <a:ext uri="{FF2B5EF4-FFF2-40B4-BE49-F238E27FC236}">
                  <a16:creationId xmlns:a16="http://schemas.microsoft.com/office/drawing/2014/main" id="{1FD83820-194C-8C10-0F2A-288272210998}"/>
                </a:ext>
              </a:extLst>
            </p:cNvPr>
            <p:cNvGrpSpPr/>
            <p:nvPr/>
          </p:nvGrpSpPr>
          <p:grpSpPr>
            <a:xfrm>
              <a:off x="498028" y="3034553"/>
              <a:ext cx="2228423" cy="1392045"/>
              <a:chOff x="498028" y="3034553"/>
              <a:chExt cx="2228423" cy="1392045"/>
            </a:xfrm>
          </p:grpSpPr>
          <p:sp>
            <p:nvSpPr>
              <p:cNvPr id="2447" name="Freeform 2446">
                <a:extLst>
                  <a:ext uri="{FF2B5EF4-FFF2-40B4-BE49-F238E27FC236}">
                    <a16:creationId xmlns:a16="http://schemas.microsoft.com/office/drawing/2014/main" id="{37A5FA61-3F65-DD49-BA1D-FCCBFCF42C2A}"/>
                  </a:ext>
                </a:extLst>
              </p:cNvPr>
              <p:cNvSpPr/>
              <p:nvPr/>
            </p:nvSpPr>
            <p:spPr>
              <a:xfrm>
                <a:off x="520733" y="3077892"/>
                <a:ext cx="2134923" cy="1348706"/>
              </a:xfrm>
              <a:custGeom>
                <a:avLst/>
                <a:gdLst>
                  <a:gd name="csX0" fmla="*/ 0 w 2134923"/>
                  <a:gd name="csY0" fmla="*/ 0 h 1348706"/>
                  <a:gd name="csX1" fmla="*/ 2134924 w 2134923"/>
                  <a:gd name="csY1" fmla="*/ 0 h 1348706"/>
                  <a:gd name="csX2" fmla="*/ 2134924 w 2134923"/>
                  <a:gd name="csY2" fmla="*/ 1348706 h 1348706"/>
                  <a:gd name="csX3" fmla="*/ 0 w 2134923"/>
                  <a:gd name="csY3" fmla="*/ 1348706 h 1348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34923" h="1348706">
                    <a:moveTo>
                      <a:pt x="0" y="0"/>
                    </a:moveTo>
                    <a:lnTo>
                      <a:pt x="2134924" y="0"/>
                    </a:lnTo>
                    <a:lnTo>
                      <a:pt x="2134924" y="1348706"/>
                    </a:lnTo>
                    <a:lnTo>
                      <a:pt x="0" y="1348706"/>
                    </a:lnTo>
                    <a:close/>
                  </a:path>
                </a:pathLst>
              </a:custGeom>
              <a:solidFill>
                <a:srgbClr val="FFFFFF"/>
              </a:solidFill>
              <a:ln w="2630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48" name="Freeform 2447">
                <a:extLst>
                  <a:ext uri="{FF2B5EF4-FFF2-40B4-BE49-F238E27FC236}">
                    <a16:creationId xmlns:a16="http://schemas.microsoft.com/office/drawing/2014/main" id="{2E7687EA-6C99-EBE5-221E-1EC4E33471B6}"/>
                  </a:ext>
                </a:extLst>
              </p:cNvPr>
              <p:cNvSpPr/>
              <p:nvPr/>
            </p:nvSpPr>
            <p:spPr>
              <a:xfrm>
                <a:off x="559719" y="4115823"/>
                <a:ext cx="234408" cy="12602"/>
              </a:xfrm>
              <a:custGeom>
                <a:avLst/>
                <a:gdLst>
                  <a:gd name="csX0" fmla="*/ 0 w 234408"/>
                  <a:gd name="csY0" fmla="*/ 0 h 12602"/>
                  <a:gd name="csX1" fmla="*/ 234408 w 234408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408" h="12602">
                    <a:moveTo>
                      <a:pt x="0" y="0"/>
                    </a:moveTo>
                    <a:lnTo>
                      <a:pt x="234408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49" name="Freeform 2448">
                <a:extLst>
                  <a:ext uri="{FF2B5EF4-FFF2-40B4-BE49-F238E27FC236}">
                    <a16:creationId xmlns:a16="http://schemas.microsoft.com/office/drawing/2014/main" id="{DF221E9D-5CFA-C7F8-7B23-483E0449FE33}"/>
                  </a:ext>
                </a:extLst>
              </p:cNvPr>
              <p:cNvSpPr/>
              <p:nvPr/>
            </p:nvSpPr>
            <p:spPr>
              <a:xfrm>
                <a:off x="820118" y="3812988"/>
                <a:ext cx="234284" cy="12602"/>
              </a:xfrm>
              <a:custGeom>
                <a:avLst/>
                <a:gdLst>
                  <a:gd name="csX0" fmla="*/ 0 w 234284"/>
                  <a:gd name="csY0" fmla="*/ 0 h 12602"/>
                  <a:gd name="csX1" fmla="*/ 234285 w 234284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602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0" name="Freeform 2449">
                <a:extLst>
                  <a:ext uri="{FF2B5EF4-FFF2-40B4-BE49-F238E27FC236}">
                    <a16:creationId xmlns:a16="http://schemas.microsoft.com/office/drawing/2014/main" id="{3E08F77A-D801-60AE-F8B0-12FDADB63516}"/>
                  </a:ext>
                </a:extLst>
              </p:cNvPr>
              <p:cNvSpPr/>
              <p:nvPr/>
            </p:nvSpPr>
            <p:spPr>
              <a:xfrm>
                <a:off x="1080516" y="3791564"/>
                <a:ext cx="234284" cy="12602"/>
              </a:xfrm>
              <a:custGeom>
                <a:avLst/>
                <a:gdLst>
                  <a:gd name="csX0" fmla="*/ 0 w 234284"/>
                  <a:gd name="csY0" fmla="*/ 0 h 12602"/>
                  <a:gd name="csX1" fmla="*/ 234285 w 234284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602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1" name="Freeform 2450">
                <a:extLst>
                  <a:ext uri="{FF2B5EF4-FFF2-40B4-BE49-F238E27FC236}">
                    <a16:creationId xmlns:a16="http://schemas.microsoft.com/office/drawing/2014/main" id="{7905DDB6-F96E-CE1A-518F-625338B84182}"/>
                  </a:ext>
                </a:extLst>
              </p:cNvPr>
              <p:cNvSpPr/>
              <p:nvPr/>
            </p:nvSpPr>
            <p:spPr>
              <a:xfrm>
                <a:off x="1340791" y="4217398"/>
                <a:ext cx="234408" cy="12602"/>
              </a:xfrm>
              <a:custGeom>
                <a:avLst/>
                <a:gdLst>
                  <a:gd name="csX0" fmla="*/ 0 w 234408"/>
                  <a:gd name="csY0" fmla="*/ 0 h 12602"/>
                  <a:gd name="csX1" fmla="*/ 234408 w 234408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408" h="12602">
                    <a:moveTo>
                      <a:pt x="0" y="0"/>
                    </a:moveTo>
                    <a:lnTo>
                      <a:pt x="234408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2" name="Freeform 2451">
                <a:extLst>
                  <a:ext uri="{FF2B5EF4-FFF2-40B4-BE49-F238E27FC236}">
                    <a16:creationId xmlns:a16="http://schemas.microsoft.com/office/drawing/2014/main" id="{F53B9604-B5F2-F558-9F3D-D8CB0CEDB5BE}"/>
                  </a:ext>
                </a:extLst>
              </p:cNvPr>
              <p:cNvSpPr/>
              <p:nvPr/>
            </p:nvSpPr>
            <p:spPr>
              <a:xfrm>
                <a:off x="1601190" y="4259238"/>
                <a:ext cx="234284" cy="12602"/>
              </a:xfrm>
              <a:custGeom>
                <a:avLst/>
                <a:gdLst>
                  <a:gd name="csX0" fmla="*/ 0 w 234284"/>
                  <a:gd name="csY0" fmla="*/ 0 h 12602"/>
                  <a:gd name="csX1" fmla="*/ 234285 w 234284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602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3" name="Freeform 2452">
                <a:extLst>
                  <a:ext uri="{FF2B5EF4-FFF2-40B4-BE49-F238E27FC236}">
                    <a16:creationId xmlns:a16="http://schemas.microsoft.com/office/drawing/2014/main" id="{69200490-2544-CA13-EAA9-E6DE9A84CADD}"/>
                  </a:ext>
                </a:extLst>
              </p:cNvPr>
              <p:cNvSpPr/>
              <p:nvPr/>
            </p:nvSpPr>
            <p:spPr>
              <a:xfrm>
                <a:off x="1861589" y="3554765"/>
                <a:ext cx="234284" cy="12602"/>
              </a:xfrm>
              <a:custGeom>
                <a:avLst/>
                <a:gdLst>
                  <a:gd name="csX0" fmla="*/ 0 w 234284"/>
                  <a:gd name="csY0" fmla="*/ 0 h 12602"/>
                  <a:gd name="csX1" fmla="*/ 234285 w 234284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602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4" name="Freeform 2453">
                <a:extLst>
                  <a:ext uri="{FF2B5EF4-FFF2-40B4-BE49-F238E27FC236}">
                    <a16:creationId xmlns:a16="http://schemas.microsoft.com/office/drawing/2014/main" id="{D8F3B824-2E2E-5FB0-52D2-3754529A6260}"/>
                  </a:ext>
                </a:extLst>
              </p:cNvPr>
              <p:cNvSpPr/>
              <p:nvPr/>
            </p:nvSpPr>
            <p:spPr>
              <a:xfrm>
                <a:off x="624818" y="4003032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5" name="Freeform 2454">
                <a:extLst>
                  <a:ext uri="{FF2B5EF4-FFF2-40B4-BE49-F238E27FC236}">
                    <a16:creationId xmlns:a16="http://schemas.microsoft.com/office/drawing/2014/main" id="{3490DEC1-AA7E-5466-851D-3618CF770821}"/>
                  </a:ext>
                </a:extLst>
              </p:cNvPr>
              <p:cNvSpPr/>
              <p:nvPr/>
            </p:nvSpPr>
            <p:spPr>
              <a:xfrm>
                <a:off x="676923" y="4003032"/>
                <a:ext cx="12376" cy="225582"/>
              </a:xfrm>
              <a:custGeom>
                <a:avLst/>
                <a:gdLst>
                  <a:gd name="csX0" fmla="*/ 0 w 12376"/>
                  <a:gd name="csY0" fmla="*/ 0 h 225582"/>
                  <a:gd name="csX1" fmla="*/ 0 w 12376"/>
                  <a:gd name="csY1" fmla="*/ 225583 h 2255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225582">
                    <a:moveTo>
                      <a:pt x="0" y="0"/>
                    </a:moveTo>
                    <a:lnTo>
                      <a:pt x="0" y="225583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6" name="Freeform 2455">
                <a:extLst>
                  <a:ext uri="{FF2B5EF4-FFF2-40B4-BE49-F238E27FC236}">
                    <a16:creationId xmlns:a16="http://schemas.microsoft.com/office/drawing/2014/main" id="{B484254F-CA24-80F7-67B6-8197F71C0B8A}"/>
                  </a:ext>
                </a:extLst>
              </p:cNvPr>
              <p:cNvSpPr/>
              <p:nvPr/>
            </p:nvSpPr>
            <p:spPr>
              <a:xfrm>
                <a:off x="624818" y="4228614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7" name="Freeform 2456">
                <a:extLst>
                  <a:ext uri="{FF2B5EF4-FFF2-40B4-BE49-F238E27FC236}">
                    <a16:creationId xmlns:a16="http://schemas.microsoft.com/office/drawing/2014/main" id="{7696D125-614A-1AFE-0B60-F81FC6257DF1}"/>
                  </a:ext>
                </a:extLst>
              </p:cNvPr>
              <p:cNvSpPr/>
              <p:nvPr/>
            </p:nvSpPr>
            <p:spPr>
              <a:xfrm>
                <a:off x="885217" y="3691627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8" name="Freeform 2457">
                <a:extLst>
                  <a:ext uri="{FF2B5EF4-FFF2-40B4-BE49-F238E27FC236}">
                    <a16:creationId xmlns:a16="http://schemas.microsoft.com/office/drawing/2014/main" id="{80156DCB-322C-3E2B-6929-5DA1931CAA96}"/>
                  </a:ext>
                </a:extLst>
              </p:cNvPr>
              <p:cNvSpPr/>
              <p:nvPr/>
            </p:nvSpPr>
            <p:spPr>
              <a:xfrm>
                <a:off x="937322" y="3691627"/>
                <a:ext cx="12376" cy="242721"/>
              </a:xfrm>
              <a:custGeom>
                <a:avLst/>
                <a:gdLst>
                  <a:gd name="csX0" fmla="*/ 0 w 12376"/>
                  <a:gd name="csY0" fmla="*/ 0 h 242721"/>
                  <a:gd name="csX1" fmla="*/ 0 w 12376"/>
                  <a:gd name="csY1" fmla="*/ 242722 h 2427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242721">
                    <a:moveTo>
                      <a:pt x="0" y="0"/>
                    </a:moveTo>
                    <a:lnTo>
                      <a:pt x="0" y="242722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9" name="Freeform 2458">
                <a:extLst>
                  <a:ext uri="{FF2B5EF4-FFF2-40B4-BE49-F238E27FC236}">
                    <a16:creationId xmlns:a16="http://schemas.microsoft.com/office/drawing/2014/main" id="{F89EA9CF-17B2-682B-E012-F4F3A7A9AFF7}"/>
                  </a:ext>
                </a:extLst>
              </p:cNvPr>
              <p:cNvSpPr/>
              <p:nvPr/>
            </p:nvSpPr>
            <p:spPr>
              <a:xfrm>
                <a:off x="885217" y="3934349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0" name="Freeform 2459">
                <a:extLst>
                  <a:ext uri="{FF2B5EF4-FFF2-40B4-BE49-F238E27FC236}">
                    <a16:creationId xmlns:a16="http://schemas.microsoft.com/office/drawing/2014/main" id="{FCEEE09F-239A-9603-4C2F-EB4D2AA01EE0}"/>
                  </a:ext>
                </a:extLst>
              </p:cNvPr>
              <p:cNvSpPr/>
              <p:nvPr/>
            </p:nvSpPr>
            <p:spPr>
              <a:xfrm>
                <a:off x="1145616" y="3654702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1" name="Freeform 2460">
                <a:extLst>
                  <a:ext uri="{FF2B5EF4-FFF2-40B4-BE49-F238E27FC236}">
                    <a16:creationId xmlns:a16="http://schemas.microsoft.com/office/drawing/2014/main" id="{24503DB3-E486-C794-2831-2D51EE4BCAF0}"/>
                  </a:ext>
                </a:extLst>
              </p:cNvPr>
              <p:cNvSpPr/>
              <p:nvPr/>
            </p:nvSpPr>
            <p:spPr>
              <a:xfrm>
                <a:off x="1197597" y="3654702"/>
                <a:ext cx="12376" cy="273723"/>
              </a:xfrm>
              <a:custGeom>
                <a:avLst/>
                <a:gdLst>
                  <a:gd name="csX0" fmla="*/ 0 w 12376"/>
                  <a:gd name="csY0" fmla="*/ 0 h 273723"/>
                  <a:gd name="csX1" fmla="*/ 0 w 12376"/>
                  <a:gd name="csY1" fmla="*/ 273724 h 2737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273723">
                    <a:moveTo>
                      <a:pt x="0" y="0"/>
                    </a:moveTo>
                    <a:lnTo>
                      <a:pt x="0" y="273724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2" name="Freeform 2461">
                <a:extLst>
                  <a:ext uri="{FF2B5EF4-FFF2-40B4-BE49-F238E27FC236}">
                    <a16:creationId xmlns:a16="http://schemas.microsoft.com/office/drawing/2014/main" id="{F35D8B96-3C2D-C02D-7BC8-0C62BDB133CB}"/>
                  </a:ext>
                </a:extLst>
              </p:cNvPr>
              <p:cNvSpPr/>
              <p:nvPr/>
            </p:nvSpPr>
            <p:spPr>
              <a:xfrm>
                <a:off x="1145616" y="3928426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3" name="Freeform 2462">
                <a:extLst>
                  <a:ext uri="{FF2B5EF4-FFF2-40B4-BE49-F238E27FC236}">
                    <a16:creationId xmlns:a16="http://schemas.microsoft.com/office/drawing/2014/main" id="{1B9D62B9-8F40-AA2A-5B03-D2A75670D7E3}"/>
                  </a:ext>
                </a:extLst>
              </p:cNvPr>
              <p:cNvSpPr/>
              <p:nvPr/>
            </p:nvSpPr>
            <p:spPr>
              <a:xfrm>
                <a:off x="1405891" y="4103347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4" name="Freeform 2463">
                <a:extLst>
                  <a:ext uri="{FF2B5EF4-FFF2-40B4-BE49-F238E27FC236}">
                    <a16:creationId xmlns:a16="http://schemas.microsoft.com/office/drawing/2014/main" id="{EAD0D083-4D48-17B9-5FED-F70AC7AF3377}"/>
                  </a:ext>
                </a:extLst>
              </p:cNvPr>
              <p:cNvSpPr/>
              <p:nvPr/>
            </p:nvSpPr>
            <p:spPr>
              <a:xfrm>
                <a:off x="1457996" y="4103347"/>
                <a:ext cx="12376" cy="228229"/>
              </a:xfrm>
              <a:custGeom>
                <a:avLst/>
                <a:gdLst>
                  <a:gd name="csX0" fmla="*/ 0 w 12376"/>
                  <a:gd name="csY0" fmla="*/ 0 h 228229"/>
                  <a:gd name="csX1" fmla="*/ 0 w 12376"/>
                  <a:gd name="csY1" fmla="*/ 228229 h 2282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228229">
                    <a:moveTo>
                      <a:pt x="0" y="0"/>
                    </a:moveTo>
                    <a:lnTo>
                      <a:pt x="0" y="228229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5" name="Freeform 2464">
                <a:extLst>
                  <a:ext uri="{FF2B5EF4-FFF2-40B4-BE49-F238E27FC236}">
                    <a16:creationId xmlns:a16="http://schemas.microsoft.com/office/drawing/2014/main" id="{325A4435-675F-0408-3BCC-2EB1C888DA11}"/>
                  </a:ext>
                </a:extLst>
              </p:cNvPr>
              <p:cNvSpPr/>
              <p:nvPr/>
            </p:nvSpPr>
            <p:spPr>
              <a:xfrm>
                <a:off x="1405891" y="4331576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6" name="Freeform 2465">
                <a:extLst>
                  <a:ext uri="{FF2B5EF4-FFF2-40B4-BE49-F238E27FC236}">
                    <a16:creationId xmlns:a16="http://schemas.microsoft.com/office/drawing/2014/main" id="{69969F95-312B-BC61-506F-565EC4CBC724}"/>
                  </a:ext>
                </a:extLst>
              </p:cNvPr>
              <p:cNvSpPr/>
              <p:nvPr/>
            </p:nvSpPr>
            <p:spPr>
              <a:xfrm>
                <a:off x="1666290" y="4254827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7" name="Freeform 2466">
                <a:extLst>
                  <a:ext uri="{FF2B5EF4-FFF2-40B4-BE49-F238E27FC236}">
                    <a16:creationId xmlns:a16="http://schemas.microsoft.com/office/drawing/2014/main" id="{0C0BA53E-C667-595E-243C-E76BC0835B60}"/>
                  </a:ext>
                </a:extLst>
              </p:cNvPr>
              <p:cNvSpPr/>
              <p:nvPr/>
            </p:nvSpPr>
            <p:spPr>
              <a:xfrm>
                <a:off x="1718394" y="4254827"/>
                <a:ext cx="12376" cy="8947"/>
              </a:xfrm>
              <a:custGeom>
                <a:avLst/>
                <a:gdLst>
                  <a:gd name="csX0" fmla="*/ 0 w 12376"/>
                  <a:gd name="csY0" fmla="*/ 0 h 8947"/>
                  <a:gd name="csX1" fmla="*/ 0 w 12376"/>
                  <a:gd name="csY1" fmla="*/ 8948 h 894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8947">
                    <a:moveTo>
                      <a:pt x="0" y="0"/>
                    </a:moveTo>
                    <a:lnTo>
                      <a:pt x="0" y="8948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8" name="Freeform 2467">
                <a:extLst>
                  <a:ext uri="{FF2B5EF4-FFF2-40B4-BE49-F238E27FC236}">
                    <a16:creationId xmlns:a16="http://schemas.microsoft.com/office/drawing/2014/main" id="{4C870ABB-2588-3247-7F95-3BAB0249A18E}"/>
                  </a:ext>
                </a:extLst>
              </p:cNvPr>
              <p:cNvSpPr/>
              <p:nvPr/>
            </p:nvSpPr>
            <p:spPr>
              <a:xfrm>
                <a:off x="1666290" y="4263775"/>
                <a:ext cx="104209" cy="12602"/>
              </a:xfrm>
              <a:custGeom>
                <a:avLst/>
                <a:gdLst>
                  <a:gd name="csX0" fmla="*/ 0 w 104209"/>
                  <a:gd name="csY0" fmla="*/ 0 h 12602"/>
                  <a:gd name="csX1" fmla="*/ 104209 w 104209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602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9" name="Freeform 2468">
                <a:extLst>
                  <a:ext uri="{FF2B5EF4-FFF2-40B4-BE49-F238E27FC236}">
                    <a16:creationId xmlns:a16="http://schemas.microsoft.com/office/drawing/2014/main" id="{DCB642AC-10D1-1834-B28E-223A52866ADF}"/>
                  </a:ext>
                </a:extLst>
              </p:cNvPr>
              <p:cNvSpPr/>
              <p:nvPr/>
            </p:nvSpPr>
            <p:spPr>
              <a:xfrm>
                <a:off x="1926689" y="3549472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0" name="Freeform 2469">
                <a:extLst>
                  <a:ext uri="{FF2B5EF4-FFF2-40B4-BE49-F238E27FC236}">
                    <a16:creationId xmlns:a16="http://schemas.microsoft.com/office/drawing/2014/main" id="{6B876FE1-6FC7-DCBF-3468-28019DBB79FF}"/>
                  </a:ext>
                </a:extLst>
              </p:cNvPr>
              <p:cNvSpPr/>
              <p:nvPr/>
            </p:nvSpPr>
            <p:spPr>
              <a:xfrm>
                <a:off x="1978670" y="3549472"/>
                <a:ext cx="12376" cy="10459"/>
              </a:xfrm>
              <a:custGeom>
                <a:avLst/>
                <a:gdLst>
                  <a:gd name="csX0" fmla="*/ 0 w 12376"/>
                  <a:gd name="csY0" fmla="*/ 0 h 10459"/>
                  <a:gd name="csX1" fmla="*/ 0 w 12376"/>
                  <a:gd name="csY1" fmla="*/ 10460 h 104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0459">
                    <a:moveTo>
                      <a:pt x="0" y="0"/>
                    </a:moveTo>
                    <a:lnTo>
                      <a:pt x="0" y="1046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1" name="Freeform 2470">
                <a:extLst>
                  <a:ext uri="{FF2B5EF4-FFF2-40B4-BE49-F238E27FC236}">
                    <a16:creationId xmlns:a16="http://schemas.microsoft.com/office/drawing/2014/main" id="{4A0A3F30-3244-9C8B-9529-B406402FDF9E}"/>
                  </a:ext>
                </a:extLst>
              </p:cNvPr>
              <p:cNvSpPr/>
              <p:nvPr/>
            </p:nvSpPr>
            <p:spPr>
              <a:xfrm>
                <a:off x="1926689" y="3559932"/>
                <a:ext cx="104085" cy="12602"/>
              </a:xfrm>
              <a:custGeom>
                <a:avLst/>
                <a:gdLst>
                  <a:gd name="csX0" fmla="*/ 0 w 104085"/>
                  <a:gd name="csY0" fmla="*/ 0 h 12602"/>
                  <a:gd name="csX1" fmla="*/ 104085 w 104085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602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2" name="Freeform 2471">
                <a:extLst>
                  <a:ext uri="{FF2B5EF4-FFF2-40B4-BE49-F238E27FC236}">
                    <a16:creationId xmlns:a16="http://schemas.microsoft.com/office/drawing/2014/main" id="{DE3CCAD2-0615-08D6-CA75-B56F7BDD10E6}"/>
                  </a:ext>
                </a:extLst>
              </p:cNvPr>
              <p:cNvSpPr/>
              <p:nvPr/>
            </p:nvSpPr>
            <p:spPr>
              <a:xfrm>
                <a:off x="1067521" y="3077892"/>
                <a:ext cx="12376" cy="1348706"/>
              </a:xfrm>
              <a:custGeom>
                <a:avLst/>
                <a:gdLst>
                  <a:gd name="csX0" fmla="*/ 0 w 12376"/>
                  <a:gd name="csY0" fmla="*/ 1348706 h 1348706"/>
                  <a:gd name="csX1" fmla="*/ 0 w 12376"/>
                  <a:gd name="csY1" fmla="*/ 0 h 1348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8706">
                    <a:moveTo>
                      <a:pt x="0" y="1348706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3" name="Freeform 2472">
                <a:extLst>
                  <a:ext uri="{FF2B5EF4-FFF2-40B4-BE49-F238E27FC236}">
                    <a16:creationId xmlns:a16="http://schemas.microsoft.com/office/drawing/2014/main" id="{A2EEC523-3A69-7762-BD48-213F7A62A9E4}"/>
                  </a:ext>
                </a:extLst>
              </p:cNvPr>
              <p:cNvSpPr/>
              <p:nvPr/>
            </p:nvSpPr>
            <p:spPr>
              <a:xfrm>
                <a:off x="1588195" y="3077892"/>
                <a:ext cx="12376" cy="1348706"/>
              </a:xfrm>
              <a:custGeom>
                <a:avLst/>
                <a:gdLst>
                  <a:gd name="csX0" fmla="*/ 0 w 12376"/>
                  <a:gd name="csY0" fmla="*/ 1348706 h 1348706"/>
                  <a:gd name="csX1" fmla="*/ 0 w 12376"/>
                  <a:gd name="csY1" fmla="*/ 0 h 1348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8706">
                    <a:moveTo>
                      <a:pt x="0" y="1348706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4" name="Freeform 2473">
                <a:extLst>
                  <a:ext uri="{FF2B5EF4-FFF2-40B4-BE49-F238E27FC236}">
                    <a16:creationId xmlns:a16="http://schemas.microsoft.com/office/drawing/2014/main" id="{651A0C36-C101-52D2-A344-D37F2266B81A}"/>
                  </a:ext>
                </a:extLst>
              </p:cNvPr>
              <p:cNvSpPr/>
              <p:nvPr/>
            </p:nvSpPr>
            <p:spPr>
              <a:xfrm>
                <a:off x="2108869" y="3077892"/>
                <a:ext cx="12376" cy="1348706"/>
              </a:xfrm>
              <a:custGeom>
                <a:avLst/>
                <a:gdLst>
                  <a:gd name="csX0" fmla="*/ 0 w 12376"/>
                  <a:gd name="csY0" fmla="*/ 1348706 h 1348706"/>
                  <a:gd name="csX1" fmla="*/ 0 w 12376"/>
                  <a:gd name="csY1" fmla="*/ 0 h 1348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8706">
                    <a:moveTo>
                      <a:pt x="0" y="1348706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5" name="Freeform 2474">
                <a:extLst>
                  <a:ext uri="{FF2B5EF4-FFF2-40B4-BE49-F238E27FC236}">
                    <a16:creationId xmlns:a16="http://schemas.microsoft.com/office/drawing/2014/main" id="{C2720C70-2E6E-F0B0-82E8-AD79062B2B62}"/>
                  </a:ext>
                </a:extLst>
              </p:cNvPr>
              <p:cNvSpPr/>
              <p:nvPr/>
            </p:nvSpPr>
            <p:spPr>
              <a:xfrm>
                <a:off x="807122" y="3812988"/>
                <a:ext cx="12376" cy="302835"/>
              </a:xfrm>
              <a:custGeom>
                <a:avLst/>
                <a:gdLst>
                  <a:gd name="csX0" fmla="*/ 0 w 12376"/>
                  <a:gd name="csY0" fmla="*/ 302835 h 302835"/>
                  <a:gd name="csX1" fmla="*/ 0 w 12376"/>
                  <a:gd name="csY1" fmla="*/ 0 h 3028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02835">
                    <a:moveTo>
                      <a:pt x="0" y="302835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6" name="Freeform 2475">
                <a:extLst>
                  <a:ext uri="{FF2B5EF4-FFF2-40B4-BE49-F238E27FC236}">
                    <a16:creationId xmlns:a16="http://schemas.microsoft.com/office/drawing/2014/main" id="{B493AF16-EECC-30D4-B591-E624777E17FC}"/>
                  </a:ext>
                </a:extLst>
              </p:cNvPr>
              <p:cNvSpPr/>
              <p:nvPr/>
            </p:nvSpPr>
            <p:spPr>
              <a:xfrm>
                <a:off x="771973" y="4053945"/>
                <a:ext cx="70174" cy="61877"/>
              </a:xfrm>
              <a:custGeom>
                <a:avLst/>
                <a:gdLst>
                  <a:gd name="csX0" fmla="*/ 0 w 70174"/>
                  <a:gd name="csY0" fmla="*/ 0 h 61877"/>
                  <a:gd name="csX1" fmla="*/ 35149 w 70174"/>
                  <a:gd name="csY1" fmla="*/ 61878 h 61877"/>
                  <a:gd name="csX2" fmla="*/ 70174 w 70174"/>
                  <a:gd name="csY2" fmla="*/ 0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4" h="61877">
                    <a:moveTo>
                      <a:pt x="0" y="0"/>
                    </a:moveTo>
                    <a:lnTo>
                      <a:pt x="35149" y="61878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7" name="Freeform 2476">
                <a:extLst>
                  <a:ext uri="{FF2B5EF4-FFF2-40B4-BE49-F238E27FC236}">
                    <a16:creationId xmlns:a16="http://schemas.microsoft.com/office/drawing/2014/main" id="{533123E6-EC0E-0AB8-C417-E4C57F983762}"/>
                  </a:ext>
                </a:extLst>
              </p:cNvPr>
              <p:cNvSpPr/>
              <p:nvPr/>
            </p:nvSpPr>
            <p:spPr>
              <a:xfrm>
                <a:off x="771973" y="3812988"/>
                <a:ext cx="70174" cy="61877"/>
              </a:xfrm>
              <a:custGeom>
                <a:avLst/>
                <a:gdLst>
                  <a:gd name="csX0" fmla="*/ 70174 w 70174"/>
                  <a:gd name="csY0" fmla="*/ 61878 h 61877"/>
                  <a:gd name="csX1" fmla="*/ 35149 w 70174"/>
                  <a:gd name="csY1" fmla="*/ 0 h 61877"/>
                  <a:gd name="csX2" fmla="*/ 0 w 70174"/>
                  <a:gd name="csY2" fmla="*/ 61878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4" h="61877">
                    <a:moveTo>
                      <a:pt x="70174" y="61878"/>
                    </a:moveTo>
                    <a:lnTo>
                      <a:pt x="35149" y="0"/>
                    </a:lnTo>
                    <a:lnTo>
                      <a:pt x="0" y="61878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8" name="TextBox 2477">
                <a:extLst>
                  <a:ext uri="{FF2B5EF4-FFF2-40B4-BE49-F238E27FC236}">
                    <a16:creationId xmlns:a16="http://schemas.microsoft.com/office/drawing/2014/main" id="{F7B9B0A3-2556-CBBF-64F7-43E14F79A399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79" name="TextBox 2478">
                <a:extLst>
                  <a:ext uri="{FF2B5EF4-FFF2-40B4-BE49-F238E27FC236}">
                    <a16:creationId xmlns:a16="http://schemas.microsoft.com/office/drawing/2014/main" id="{204A4D0A-66AF-DF14-5351-805AC0C59316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0" name="TextBox 2479">
                <a:extLst>
                  <a:ext uri="{FF2B5EF4-FFF2-40B4-BE49-F238E27FC236}">
                    <a16:creationId xmlns:a16="http://schemas.microsoft.com/office/drawing/2014/main" id="{95CAC053-DDBA-7982-AD75-D4AF4AB9D8CA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1" name="TextBox 2480">
                <a:extLst>
                  <a:ext uri="{FF2B5EF4-FFF2-40B4-BE49-F238E27FC236}">
                    <a16:creationId xmlns:a16="http://schemas.microsoft.com/office/drawing/2014/main" id="{7A47E1D2-C517-CC7F-B38D-10137791D3FC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2" name="TextBox 2481">
                <a:extLst>
                  <a:ext uri="{FF2B5EF4-FFF2-40B4-BE49-F238E27FC236}">
                    <a16:creationId xmlns:a16="http://schemas.microsoft.com/office/drawing/2014/main" id="{C02FB000-3BC1-612A-3D28-527A790CBB0B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3" name="TextBox 2482">
                <a:extLst>
                  <a:ext uri="{FF2B5EF4-FFF2-40B4-BE49-F238E27FC236}">
                    <a16:creationId xmlns:a16="http://schemas.microsoft.com/office/drawing/2014/main" id="{926BA4B7-855B-5182-C200-D9A7C90F6706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4" name="TextBox 2483">
                <a:extLst>
                  <a:ext uri="{FF2B5EF4-FFF2-40B4-BE49-F238E27FC236}">
                    <a16:creationId xmlns:a16="http://schemas.microsoft.com/office/drawing/2014/main" id="{51097E44-F592-BEFF-41E6-8EC328ED5343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5" name="TextBox 2484">
                <a:extLst>
                  <a:ext uri="{FF2B5EF4-FFF2-40B4-BE49-F238E27FC236}">
                    <a16:creationId xmlns:a16="http://schemas.microsoft.com/office/drawing/2014/main" id="{71D852A7-C706-7F0B-B531-E1C8921CAE5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6" name="TextBox 2485">
                <a:extLst>
                  <a:ext uri="{FF2B5EF4-FFF2-40B4-BE49-F238E27FC236}">
                    <a16:creationId xmlns:a16="http://schemas.microsoft.com/office/drawing/2014/main" id="{856B683C-2193-8C81-3524-4005768226A9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7" name="TextBox 2486">
                <a:extLst>
                  <a:ext uri="{FF2B5EF4-FFF2-40B4-BE49-F238E27FC236}">
                    <a16:creationId xmlns:a16="http://schemas.microsoft.com/office/drawing/2014/main" id="{86CA39C0-57CD-CA89-9E54-6461C4EAAA39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8" name="TextBox 2487">
                <a:extLst>
                  <a:ext uri="{FF2B5EF4-FFF2-40B4-BE49-F238E27FC236}">
                    <a16:creationId xmlns:a16="http://schemas.microsoft.com/office/drawing/2014/main" id="{8A6020E8-BBCD-73E9-8863-6471397F91C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89" name="TextBox 2488">
                <a:extLst>
                  <a:ext uri="{FF2B5EF4-FFF2-40B4-BE49-F238E27FC236}">
                    <a16:creationId xmlns:a16="http://schemas.microsoft.com/office/drawing/2014/main" id="{353DEEF9-0779-0FCA-8D25-E4646D6424D4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0" name="TextBox 2489">
                <a:extLst>
                  <a:ext uri="{FF2B5EF4-FFF2-40B4-BE49-F238E27FC236}">
                    <a16:creationId xmlns:a16="http://schemas.microsoft.com/office/drawing/2014/main" id="{E7838C6C-13DC-9571-DCDD-A72065D856B1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1" name="TextBox 2490">
                <a:extLst>
                  <a:ext uri="{FF2B5EF4-FFF2-40B4-BE49-F238E27FC236}">
                    <a16:creationId xmlns:a16="http://schemas.microsoft.com/office/drawing/2014/main" id="{58C3013C-0791-BDA8-413A-AD6022AA38BF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2" name="TextBox 2491">
                <a:extLst>
                  <a:ext uri="{FF2B5EF4-FFF2-40B4-BE49-F238E27FC236}">
                    <a16:creationId xmlns:a16="http://schemas.microsoft.com/office/drawing/2014/main" id="{04E3A557-3C0F-6820-EAA3-1FD97F247F4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3" name="TextBox 2492">
                <a:extLst>
                  <a:ext uri="{FF2B5EF4-FFF2-40B4-BE49-F238E27FC236}">
                    <a16:creationId xmlns:a16="http://schemas.microsoft.com/office/drawing/2014/main" id="{2B0C1712-3997-8CC8-B3C7-1D5CC84D9977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4" name="TextBox 2493">
                <a:extLst>
                  <a:ext uri="{FF2B5EF4-FFF2-40B4-BE49-F238E27FC236}">
                    <a16:creationId xmlns:a16="http://schemas.microsoft.com/office/drawing/2014/main" id="{6ABE309B-C028-CC3B-4636-D7F354ECBC32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5" name="TextBox 2494">
                <a:extLst>
                  <a:ext uri="{FF2B5EF4-FFF2-40B4-BE49-F238E27FC236}">
                    <a16:creationId xmlns:a16="http://schemas.microsoft.com/office/drawing/2014/main" id="{2682930A-ED83-58B7-621A-242B730E0C5D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6" name="TextBox 2495">
                <a:extLst>
                  <a:ext uri="{FF2B5EF4-FFF2-40B4-BE49-F238E27FC236}">
                    <a16:creationId xmlns:a16="http://schemas.microsoft.com/office/drawing/2014/main" id="{B839BC49-6E8F-D81E-CA16-FB7A54400ABF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7" name="TextBox 2496">
                <a:extLst>
                  <a:ext uri="{FF2B5EF4-FFF2-40B4-BE49-F238E27FC236}">
                    <a16:creationId xmlns:a16="http://schemas.microsoft.com/office/drawing/2014/main" id="{EDD1EF6A-534B-BAF5-A50E-2B98FBEE713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8" name="TextBox 2497">
                <a:extLst>
                  <a:ext uri="{FF2B5EF4-FFF2-40B4-BE49-F238E27FC236}">
                    <a16:creationId xmlns:a16="http://schemas.microsoft.com/office/drawing/2014/main" id="{225A357B-568E-66C1-ECB1-7AC39F77897F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499" name="TextBox 2498">
                <a:extLst>
                  <a:ext uri="{FF2B5EF4-FFF2-40B4-BE49-F238E27FC236}">
                    <a16:creationId xmlns:a16="http://schemas.microsoft.com/office/drawing/2014/main" id="{DC5AA121-A85B-288E-D27B-AC3E3B66238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0" name="TextBox 2499">
                <a:extLst>
                  <a:ext uri="{FF2B5EF4-FFF2-40B4-BE49-F238E27FC236}">
                    <a16:creationId xmlns:a16="http://schemas.microsoft.com/office/drawing/2014/main" id="{DAB9862E-76BD-4558-4EA0-988CE5D74B98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1" name="TextBox 2500">
                <a:extLst>
                  <a:ext uri="{FF2B5EF4-FFF2-40B4-BE49-F238E27FC236}">
                    <a16:creationId xmlns:a16="http://schemas.microsoft.com/office/drawing/2014/main" id="{342CEBDD-3FE8-FC53-CD37-F41BDB778ADD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2" name="TextBox 2501">
                <a:extLst>
                  <a:ext uri="{FF2B5EF4-FFF2-40B4-BE49-F238E27FC236}">
                    <a16:creationId xmlns:a16="http://schemas.microsoft.com/office/drawing/2014/main" id="{CBDDF6A2-1284-BB72-8903-9CEB0C06609D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3" name="TextBox 2502">
                <a:extLst>
                  <a:ext uri="{FF2B5EF4-FFF2-40B4-BE49-F238E27FC236}">
                    <a16:creationId xmlns:a16="http://schemas.microsoft.com/office/drawing/2014/main" id="{276A9132-FD42-3977-6A33-533EBC2B8036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4" name="TextBox 2503">
                <a:extLst>
                  <a:ext uri="{FF2B5EF4-FFF2-40B4-BE49-F238E27FC236}">
                    <a16:creationId xmlns:a16="http://schemas.microsoft.com/office/drawing/2014/main" id="{95CDCECE-2FAB-AACF-C97A-E8142800458D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5" name="TextBox 2504">
                <a:extLst>
                  <a:ext uri="{FF2B5EF4-FFF2-40B4-BE49-F238E27FC236}">
                    <a16:creationId xmlns:a16="http://schemas.microsoft.com/office/drawing/2014/main" id="{D8850EAD-A165-BAAD-110E-E1CFA8B65D88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6" name="TextBox 2505">
                <a:extLst>
                  <a:ext uri="{FF2B5EF4-FFF2-40B4-BE49-F238E27FC236}">
                    <a16:creationId xmlns:a16="http://schemas.microsoft.com/office/drawing/2014/main" id="{D73E67E9-7169-530B-DFA9-D79E733C576D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7" name="TextBox 2506">
                <a:extLst>
                  <a:ext uri="{FF2B5EF4-FFF2-40B4-BE49-F238E27FC236}">
                    <a16:creationId xmlns:a16="http://schemas.microsoft.com/office/drawing/2014/main" id="{59E06CBD-9449-092A-F3AA-1CDA817D0099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8" name="TextBox 2507">
                <a:extLst>
                  <a:ext uri="{FF2B5EF4-FFF2-40B4-BE49-F238E27FC236}">
                    <a16:creationId xmlns:a16="http://schemas.microsoft.com/office/drawing/2014/main" id="{F7365037-8071-C5C0-B729-E37D26085CB5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09" name="TextBox 2508">
                <a:extLst>
                  <a:ext uri="{FF2B5EF4-FFF2-40B4-BE49-F238E27FC236}">
                    <a16:creationId xmlns:a16="http://schemas.microsoft.com/office/drawing/2014/main" id="{BA0D6605-D528-2AB1-282C-36A54432ED99}"/>
                  </a:ext>
                </a:extLst>
              </p:cNvPr>
              <p:cNvSpPr txBox="1"/>
              <p:nvPr/>
            </p:nvSpPr>
            <p:spPr>
              <a:xfrm>
                <a:off x="735184" y="389951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2.21x</a:t>
                </a:r>
              </a:p>
            </p:txBody>
          </p:sp>
          <p:sp>
            <p:nvSpPr>
              <p:cNvPr id="2510" name="Freeform 2509">
                <a:extLst>
                  <a:ext uri="{FF2B5EF4-FFF2-40B4-BE49-F238E27FC236}">
                    <a16:creationId xmlns:a16="http://schemas.microsoft.com/office/drawing/2014/main" id="{F53A2DAB-F739-E80A-9749-7F4F21333D93}"/>
                  </a:ext>
                </a:extLst>
              </p:cNvPr>
              <p:cNvSpPr/>
              <p:nvPr/>
            </p:nvSpPr>
            <p:spPr>
              <a:xfrm>
                <a:off x="1327796" y="3791564"/>
                <a:ext cx="12376" cy="425834"/>
              </a:xfrm>
              <a:custGeom>
                <a:avLst/>
                <a:gdLst>
                  <a:gd name="csX0" fmla="*/ 0 w 12376"/>
                  <a:gd name="csY0" fmla="*/ 0 h 425834"/>
                  <a:gd name="csX1" fmla="*/ 0 w 12376"/>
                  <a:gd name="csY1" fmla="*/ 425834 h 4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425834">
                    <a:moveTo>
                      <a:pt x="0" y="0"/>
                    </a:moveTo>
                    <a:lnTo>
                      <a:pt x="0" y="425834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11" name="Freeform 2510">
                <a:extLst>
                  <a:ext uri="{FF2B5EF4-FFF2-40B4-BE49-F238E27FC236}">
                    <a16:creationId xmlns:a16="http://schemas.microsoft.com/office/drawing/2014/main" id="{F8BFE60E-C168-57FC-7DCE-AE5F02DC3752}"/>
                  </a:ext>
                </a:extLst>
              </p:cNvPr>
              <p:cNvSpPr/>
              <p:nvPr/>
            </p:nvSpPr>
            <p:spPr>
              <a:xfrm>
                <a:off x="1292771" y="3791564"/>
                <a:ext cx="70173" cy="61877"/>
              </a:xfrm>
              <a:custGeom>
                <a:avLst/>
                <a:gdLst>
                  <a:gd name="csX0" fmla="*/ 70174 w 70173"/>
                  <a:gd name="csY0" fmla="*/ 61878 h 61877"/>
                  <a:gd name="csX1" fmla="*/ 35025 w 70173"/>
                  <a:gd name="csY1" fmla="*/ 0 h 61877"/>
                  <a:gd name="csX2" fmla="*/ 0 w 70173"/>
                  <a:gd name="csY2" fmla="*/ 61878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877">
                    <a:moveTo>
                      <a:pt x="70174" y="61878"/>
                    </a:moveTo>
                    <a:lnTo>
                      <a:pt x="35025" y="0"/>
                    </a:lnTo>
                    <a:lnTo>
                      <a:pt x="0" y="61878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12" name="Freeform 2511">
                <a:extLst>
                  <a:ext uri="{FF2B5EF4-FFF2-40B4-BE49-F238E27FC236}">
                    <a16:creationId xmlns:a16="http://schemas.microsoft.com/office/drawing/2014/main" id="{8DC2914B-30B8-3EC0-BB58-6BD729F7CC84}"/>
                  </a:ext>
                </a:extLst>
              </p:cNvPr>
              <p:cNvSpPr/>
              <p:nvPr/>
            </p:nvSpPr>
            <p:spPr>
              <a:xfrm>
                <a:off x="1292771" y="4155521"/>
                <a:ext cx="70173" cy="61877"/>
              </a:xfrm>
              <a:custGeom>
                <a:avLst/>
                <a:gdLst>
                  <a:gd name="csX0" fmla="*/ 0 w 70173"/>
                  <a:gd name="csY0" fmla="*/ 0 h 61877"/>
                  <a:gd name="csX1" fmla="*/ 35025 w 70173"/>
                  <a:gd name="csY1" fmla="*/ 61878 h 61877"/>
                  <a:gd name="csX2" fmla="*/ 70174 w 70173"/>
                  <a:gd name="csY2" fmla="*/ 0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877">
                    <a:moveTo>
                      <a:pt x="0" y="0"/>
                    </a:moveTo>
                    <a:lnTo>
                      <a:pt x="35025" y="61878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13" name="TextBox 2512">
                <a:extLst>
                  <a:ext uri="{FF2B5EF4-FFF2-40B4-BE49-F238E27FC236}">
                    <a16:creationId xmlns:a16="http://schemas.microsoft.com/office/drawing/2014/main" id="{2BA89307-564C-6DFB-4970-47D3833580B5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4" name="TextBox 2513">
                <a:extLst>
                  <a:ext uri="{FF2B5EF4-FFF2-40B4-BE49-F238E27FC236}">
                    <a16:creationId xmlns:a16="http://schemas.microsoft.com/office/drawing/2014/main" id="{2F682FFE-0F2A-A2C3-1F63-76EEB1693750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5" name="TextBox 2514">
                <a:extLst>
                  <a:ext uri="{FF2B5EF4-FFF2-40B4-BE49-F238E27FC236}">
                    <a16:creationId xmlns:a16="http://schemas.microsoft.com/office/drawing/2014/main" id="{7C334D23-E357-D616-736B-A853A4416357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6" name="TextBox 2515">
                <a:extLst>
                  <a:ext uri="{FF2B5EF4-FFF2-40B4-BE49-F238E27FC236}">
                    <a16:creationId xmlns:a16="http://schemas.microsoft.com/office/drawing/2014/main" id="{DFA67F1E-02B8-EE79-0743-1ACA5F70FDA5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7" name="TextBox 2516">
                <a:extLst>
                  <a:ext uri="{FF2B5EF4-FFF2-40B4-BE49-F238E27FC236}">
                    <a16:creationId xmlns:a16="http://schemas.microsoft.com/office/drawing/2014/main" id="{0EC80099-C3BB-8DA9-75A4-675DAC2328AB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8" name="TextBox 2517">
                <a:extLst>
                  <a:ext uri="{FF2B5EF4-FFF2-40B4-BE49-F238E27FC236}">
                    <a16:creationId xmlns:a16="http://schemas.microsoft.com/office/drawing/2014/main" id="{C9117C31-2CF2-2457-AA5B-4961348F14AF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19" name="TextBox 2518">
                <a:extLst>
                  <a:ext uri="{FF2B5EF4-FFF2-40B4-BE49-F238E27FC236}">
                    <a16:creationId xmlns:a16="http://schemas.microsoft.com/office/drawing/2014/main" id="{E7A4E3D8-5365-5428-D994-46EAFF69A771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87849212-224E-9F3F-CA84-2FC17EF66D3D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AEF27504-A610-84AA-D9DB-EBDDEA18722D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2" name="TextBox 2521">
                <a:extLst>
                  <a:ext uri="{FF2B5EF4-FFF2-40B4-BE49-F238E27FC236}">
                    <a16:creationId xmlns:a16="http://schemas.microsoft.com/office/drawing/2014/main" id="{3AEA3D5E-D77D-1C55-69DE-29E9D64BBC3E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3" name="TextBox 2522">
                <a:extLst>
                  <a:ext uri="{FF2B5EF4-FFF2-40B4-BE49-F238E27FC236}">
                    <a16:creationId xmlns:a16="http://schemas.microsoft.com/office/drawing/2014/main" id="{AB099460-9FAF-BCF1-0761-4700ADDAB4B0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4" name="TextBox 2523">
                <a:extLst>
                  <a:ext uri="{FF2B5EF4-FFF2-40B4-BE49-F238E27FC236}">
                    <a16:creationId xmlns:a16="http://schemas.microsoft.com/office/drawing/2014/main" id="{3A4AD50E-FC7D-D0FA-0CA2-9086347A2A45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5" name="TextBox 2524">
                <a:extLst>
                  <a:ext uri="{FF2B5EF4-FFF2-40B4-BE49-F238E27FC236}">
                    <a16:creationId xmlns:a16="http://schemas.microsoft.com/office/drawing/2014/main" id="{AEE9A396-D1C1-31DB-B8D2-A8AE7A77ED8B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6" name="TextBox 2525">
                <a:extLst>
                  <a:ext uri="{FF2B5EF4-FFF2-40B4-BE49-F238E27FC236}">
                    <a16:creationId xmlns:a16="http://schemas.microsoft.com/office/drawing/2014/main" id="{5C0F885E-9C35-07FA-1D73-B50CC3EC2F0D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7" name="TextBox 2526">
                <a:extLst>
                  <a:ext uri="{FF2B5EF4-FFF2-40B4-BE49-F238E27FC236}">
                    <a16:creationId xmlns:a16="http://schemas.microsoft.com/office/drawing/2014/main" id="{7B9A4CDB-AC21-FD5E-C2BC-A3A72088D6DB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8" name="TextBox 2527">
                <a:extLst>
                  <a:ext uri="{FF2B5EF4-FFF2-40B4-BE49-F238E27FC236}">
                    <a16:creationId xmlns:a16="http://schemas.microsoft.com/office/drawing/2014/main" id="{020BFE02-8126-A47C-D7B0-16481BB6D8CC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29" name="TextBox 2528">
                <a:extLst>
                  <a:ext uri="{FF2B5EF4-FFF2-40B4-BE49-F238E27FC236}">
                    <a16:creationId xmlns:a16="http://schemas.microsoft.com/office/drawing/2014/main" id="{C2F2A06A-40D6-C905-DB98-A3D6ACE6FC08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0" name="TextBox 2529">
                <a:extLst>
                  <a:ext uri="{FF2B5EF4-FFF2-40B4-BE49-F238E27FC236}">
                    <a16:creationId xmlns:a16="http://schemas.microsoft.com/office/drawing/2014/main" id="{CFACC3AB-52F2-9104-376D-AEB95E3DF306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1" name="TextBox 2530">
                <a:extLst>
                  <a:ext uri="{FF2B5EF4-FFF2-40B4-BE49-F238E27FC236}">
                    <a16:creationId xmlns:a16="http://schemas.microsoft.com/office/drawing/2014/main" id="{92BF7BCA-61A7-B4DC-7186-557582B397D5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B5289B81-B04C-DC02-7505-7914EB252C51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F95B2A4C-6900-267E-D1FE-09503B0ADEAA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4" name="TextBox 2533">
                <a:extLst>
                  <a:ext uri="{FF2B5EF4-FFF2-40B4-BE49-F238E27FC236}">
                    <a16:creationId xmlns:a16="http://schemas.microsoft.com/office/drawing/2014/main" id="{1979F6EE-F0AC-A9EB-95DF-D5EAE72824C5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5" name="TextBox 2534">
                <a:extLst>
                  <a:ext uri="{FF2B5EF4-FFF2-40B4-BE49-F238E27FC236}">
                    <a16:creationId xmlns:a16="http://schemas.microsoft.com/office/drawing/2014/main" id="{A54C24FC-1EA0-513B-0552-1FF6BFFA8B7D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6" name="TextBox 2535">
                <a:extLst>
                  <a:ext uri="{FF2B5EF4-FFF2-40B4-BE49-F238E27FC236}">
                    <a16:creationId xmlns:a16="http://schemas.microsoft.com/office/drawing/2014/main" id="{7A4AD5C3-1E47-6D90-72A9-8C344959F794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7" name="TextBox 2536">
                <a:extLst>
                  <a:ext uri="{FF2B5EF4-FFF2-40B4-BE49-F238E27FC236}">
                    <a16:creationId xmlns:a16="http://schemas.microsoft.com/office/drawing/2014/main" id="{8F49EFC7-D1D7-1992-7B3D-452A0EEEFAFB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8" name="TextBox 2537">
                <a:extLst>
                  <a:ext uri="{FF2B5EF4-FFF2-40B4-BE49-F238E27FC236}">
                    <a16:creationId xmlns:a16="http://schemas.microsoft.com/office/drawing/2014/main" id="{31EF2BAD-6068-4A8E-32EF-C6F8833ADE2F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39" name="TextBox 2538">
                <a:extLst>
                  <a:ext uri="{FF2B5EF4-FFF2-40B4-BE49-F238E27FC236}">
                    <a16:creationId xmlns:a16="http://schemas.microsoft.com/office/drawing/2014/main" id="{AF4FB2CB-ADA5-9D3E-5E66-0DEDA86F95C2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0" name="TextBox 2539">
                <a:extLst>
                  <a:ext uri="{FF2B5EF4-FFF2-40B4-BE49-F238E27FC236}">
                    <a16:creationId xmlns:a16="http://schemas.microsoft.com/office/drawing/2014/main" id="{F1961900-7A5B-F834-CDE1-B94290BE7F49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1" name="TextBox 2540">
                <a:extLst>
                  <a:ext uri="{FF2B5EF4-FFF2-40B4-BE49-F238E27FC236}">
                    <a16:creationId xmlns:a16="http://schemas.microsoft.com/office/drawing/2014/main" id="{B68A8907-F745-F762-BE2C-CC9E70F593EC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2" name="TextBox 2541">
                <a:extLst>
                  <a:ext uri="{FF2B5EF4-FFF2-40B4-BE49-F238E27FC236}">
                    <a16:creationId xmlns:a16="http://schemas.microsoft.com/office/drawing/2014/main" id="{9172E210-664F-1CBF-3EA2-E51027077B46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3" name="TextBox 2542">
                <a:extLst>
                  <a:ext uri="{FF2B5EF4-FFF2-40B4-BE49-F238E27FC236}">
                    <a16:creationId xmlns:a16="http://schemas.microsoft.com/office/drawing/2014/main" id="{8F2B9F06-6F7E-E219-BEFB-1A256C263ADC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4" name="TextBox 2543">
                <a:extLst>
                  <a:ext uri="{FF2B5EF4-FFF2-40B4-BE49-F238E27FC236}">
                    <a16:creationId xmlns:a16="http://schemas.microsoft.com/office/drawing/2014/main" id="{3F410AF2-C64F-A74D-43A4-1836A8BF8DC2}"/>
                  </a:ext>
                </a:extLst>
              </p:cNvPr>
              <p:cNvSpPr txBox="1"/>
              <p:nvPr/>
            </p:nvSpPr>
            <p:spPr>
              <a:xfrm>
                <a:off x="1255858" y="3909719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3.88x</a:t>
                </a:r>
              </a:p>
            </p:txBody>
          </p:sp>
          <p:sp>
            <p:nvSpPr>
              <p:cNvPr id="2545" name="Freeform 2544">
                <a:extLst>
                  <a:ext uri="{FF2B5EF4-FFF2-40B4-BE49-F238E27FC236}">
                    <a16:creationId xmlns:a16="http://schemas.microsoft.com/office/drawing/2014/main" id="{91347E7B-3364-3338-CF5D-CE7C7314D0E8}"/>
                  </a:ext>
                </a:extLst>
              </p:cNvPr>
              <p:cNvSpPr/>
              <p:nvPr/>
            </p:nvSpPr>
            <p:spPr>
              <a:xfrm>
                <a:off x="1848594" y="3554765"/>
                <a:ext cx="12376" cy="704472"/>
              </a:xfrm>
              <a:custGeom>
                <a:avLst/>
                <a:gdLst>
                  <a:gd name="csX0" fmla="*/ 0 w 12376"/>
                  <a:gd name="csY0" fmla="*/ 704473 h 704472"/>
                  <a:gd name="csX1" fmla="*/ 0 w 12376"/>
                  <a:gd name="csY1" fmla="*/ 0 h 7044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704472">
                    <a:moveTo>
                      <a:pt x="0" y="704473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46" name="Freeform 2545">
                <a:extLst>
                  <a:ext uri="{FF2B5EF4-FFF2-40B4-BE49-F238E27FC236}">
                    <a16:creationId xmlns:a16="http://schemas.microsoft.com/office/drawing/2014/main" id="{602BA32E-395F-9C2B-53C9-EF47142E1EFF}"/>
                  </a:ext>
                </a:extLst>
              </p:cNvPr>
              <p:cNvSpPr/>
              <p:nvPr/>
            </p:nvSpPr>
            <p:spPr>
              <a:xfrm>
                <a:off x="1813445" y="4197360"/>
                <a:ext cx="70173" cy="61877"/>
              </a:xfrm>
              <a:custGeom>
                <a:avLst/>
                <a:gdLst>
                  <a:gd name="csX0" fmla="*/ 0 w 70173"/>
                  <a:gd name="csY0" fmla="*/ 0 h 61877"/>
                  <a:gd name="csX1" fmla="*/ 35149 w 70173"/>
                  <a:gd name="csY1" fmla="*/ 61878 h 61877"/>
                  <a:gd name="csX2" fmla="*/ 70174 w 70173"/>
                  <a:gd name="csY2" fmla="*/ 0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877">
                    <a:moveTo>
                      <a:pt x="0" y="0"/>
                    </a:moveTo>
                    <a:lnTo>
                      <a:pt x="35149" y="61878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47" name="Freeform 2546">
                <a:extLst>
                  <a:ext uri="{FF2B5EF4-FFF2-40B4-BE49-F238E27FC236}">
                    <a16:creationId xmlns:a16="http://schemas.microsoft.com/office/drawing/2014/main" id="{DBBA8334-F6B9-8D72-641A-7A8FD0F06C3A}"/>
                  </a:ext>
                </a:extLst>
              </p:cNvPr>
              <p:cNvSpPr/>
              <p:nvPr/>
            </p:nvSpPr>
            <p:spPr>
              <a:xfrm>
                <a:off x="1813445" y="3554765"/>
                <a:ext cx="70173" cy="61877"/>
              </a:xfrm>
              <a:custGeom>
                <a:avLst/>
                <a:gdLst>
                  <a:gd name="csX0" fmla="*/ 70174 w 70173"/>
                  <a:gd name="csY0" fmla="*/ 61878 h 61877"/>
                  <a:gd name="csX1" fmla="*/ 35149 w 70173"/>
                  <a:gd name="csY1" fmla="*/ 0 h 61877"/>
                  <a:gd name="csX2" fmla="*/ 0 w 70173"/>
                  <a:gd name="csY2" fmla="*/ 61878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877">
                    <a:moveTo>
                      <a:pt x="70174" y="61878"/>
                    </a:moveTo>
                    <a:lnTo>
                      <a:pt x="35149" y="0"/>
                    </a:lnTo>
                    <a:lnTo>
                      <a:pt x="0" y="61878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48" name="TextBox 2547">
                <a:extLst>
                  <a:ext uri="{FF2B5EF4-FFF2-40B4-BE49-F238E27FC236}">
                    <a16:creationId xmlns:a16="http://schemas.microsoft.com/office/drawing/2014/main" id="{D4ADA72F-D223-3BFB-9032-1F46FC961516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49" name="TextBox 2548">
                <a:extLst>
                  <a:ext uri="{FF2B5EF4-FFF2-40B4-BE49-F238E27FC236}">
                    <a16:creationId xmlns:a16="http://schemas.microsoft.com/office/drawing/2014/main" id="{E5AA12D7-5878-BF2A-E1FA-472B507A1E57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0" name="TextBox 2549">
                <a:extLst>
                  <a:ext uri="{FF2B5EF4-FFF2-40B4-BE49-F238E27FC236}">
                    <a16:creationId xmlns:a16="http://schemas.microsoft.com/office/drawing/2014/main" id="{8185573E-B20D-0C36-5DE0-420D9473CA2E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1" name="TextBox 2550">
                <a:extLst>
                  <a:ext uri="{FF2B5EF4-FFF2-40B4-BE49-F238E27FC236}">
                    <a16:creationId xmlns:a16="http://schemas.microsoft.com/office/drawing/2014/main" id="{E0D5A6DC-55A3-AD5D-C00D-500B13A2E378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2" name="TextBox 2551">
                <a:extLst>
                  <a:ext uri="{FF2B5EF4-FFF2-40B4-BE49-F238E27FC236}">
                    <a16:creationId xmlns:a16="http://schemas.microsoft.com/office/drawing/2014/main" id="{1AAD8553-BF59-A2A5-639E-351FB5572E7E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3" name="TextBox 2552">
                <a:extLst>
                  <a:ext uri="{FF2B5EF4-FFF2-40B4-BE49-F238E27FC236}">
                    <a16:creationId xmlns:a16="http://schemas.microsoft.com/office/drawing/2014/main" id="{88330092-62F9-259E-5BA5-CFC21F3F6064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4" name="TextBox 2553">
                <a:extLst>
                  <a:ext uri="{FF2B5EF4-FFF2-40B4-BE49-F238E27FC236}">
                    <a16:creationId xmlns:a16="http://schemas.microsoft.com/office/drawing/2014/main" id="{2DBFE15F-2BCE-2841-3E22-9EEE09459083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5" name="TextBox 2554">
                <a:extLst>
                  <a:ext uri="{FF2B5EF4-FFF2-40B4-BE49-F238E27FC236}">
                    <a16:creationId xmlns:a16="http://schemas.microsoft.com/office/drawing/2014/main" id="{D93784A0-ACE9-5945-19DF-66829FBEF2E7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6" name="TextBox 2555">
                <a:extLst>
                  <a:ext uri="{FF2B5EF4-FFF2-40B4-BE49-F238E27FC236}">
                    <a16:creationId xmlns:a16="http://schemas.microsoft.com/office/drawing/2014/main" id="{010F669C-9BB8-CA6A-1A0D-D795F724807F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7" name="TextBox 2556">
                <a:extLst>
                  <a:ext uri="{FF2B5EF4-FFF2-40B4-BE49-F238E27FC236}">
                    <a16:creationId xmlns:a16="http://schemas.microsoft.com/office/drawing/2014/main" id="{98AB5DA8-87A2-CA98-FA69-7EC572C4C65B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8" name="TextBox 2557">
                <a:extLst>
                  <a:ext uri="{FF2B5EF4-FFF2-40B4-BE49-F238E27FC236}">
                    <a16:creationId xmlns:a16="http://schemas.microsoft.com/office/drawing/2014/main" id="{CA7D7DC3-54C1-5D57-F5E2-9C876B96AA1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59" name="TextBox 2558">
                <a:extLst>
                  <a:ext uri="{FF2B5EF4-FFF2-40B4-BE49-F238E27FC236}">
                    <a16:creationId xmlns:a16="http://schemas.microsoft.com/office/drawing/2014/main" id="{3CCD2E5A-4C88-5D2B-ACB4-5B19E9CE3617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0" name="TextBox 2559">
                <a:extLst>
                  <a:ext uri="{FF2B5EF4-FFF2-40B4-BE49-F238E27FC236}">
                    <a16:creationId xmlns:a16="http://schemas.microsoft.com/office/drawing/2014/main" id="{D298FDCD-98EE-96F5-BA42-E84BCC89265B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1" name="TextBox 2560">
                <a:extLst>
                  <a:ext uri="{FF2B5EF4-FFF2-40B4-BE49-F238E27FC236}">
                    <a16:creationId xmlns:a16="http://schemas.microsoft.com/office/drawing/2014/main" id="{CBFDDA66-335A-C8EA-985F-9D77C6E6621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2" name="TextBox 2561">
                <a:extLst>
                  <a:ext uri="{FF2B5EF4-FFF2-40B4-BE49-F238E27FC236}">
                    <a16:creationId xmlns:a16="http://schemas.microsoft.com/office/drawing/2014/main" id="{3045F32D-CBE5-B280-D0B9-C341DA926E03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3" name="TextBox 2562">
                <a:extLst>
                  <a:ext uri="{FF2B5EF4-FFF2-40B4-BE49-F238E27FC236}">
                    <a16:creationId xmlns:a16="http://schemas.microsoft.com/office/drawing/2014/main" id="{905877C3-FBD5-D742-A4EA-B065D0C31DAC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4" name="TextBox 2563">
                <a:extLst>
                  <a:ext uri="{FF2B5EF4-FFF2-40B4-BE49-F238E27FC236}">
                    <a16:creationId xmlns:a16="http://schemas.microsoft.com/office/drawing/2014/main" id="{F5D9F993-5AF2-C228-845E-94131F886EDA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5" name="TextBox 2564">
                <a:extLst>
                  <a:ext uri="{FF2B5EF4-FFF2-40B4-BE49-F238E27FC236}">
                    <a16:creationId xmlns:a16="http://schemas.microsoft.com/office/drawing/2014/main" id="{8B124E21-6456-3E8E-379F-7506B8215059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6" name="TextBox 2565">
                <a:extLst>
                  <a:ext uri="{FF2B5EF4-FFF2-40B4-BE49-F238E27FC236}">
                    <a16:creationId xmlns:a16="http://schemas.microsoft.com/office/drawing/2014/main" id="{012CCC70-04D7-66FD-72E9-302CEC42B7A9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7" name="TextBox 2566">
                <a:extLst>
                  <a:ext uri="{FF2B5EF4-FFF2-40B4-BE49-F238E27FC236}">
                    <a16:creationId xmlns:a16="http://schemas.microsoft.com/office/drawing/2014/main" id="{39C6AD08-A8D6-1DD3-2941-A6D1B691EE0A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8" name="TextBox 2567">
                <a:extLst>
                  <a:ext uri="{FF2B5EF4-FFF2-40B4-BE49-F238E27FC236}">
                    <a16:creationId xmlns:a16="http://schemas.microsoft.com/office/drawing/2014/main" id="{E7852A2C-3206-B005-F7D8-859466364932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69" name="TextBox 2568">
                <a:extLst>
                  <a:ext uri="{FF2B5EF4-FFF2-40B4-BE49-F238E27FC236}">
                    <a16:creationId xmlns:a16="http://schemas.microsoft.com/office/drawing/2014/main" id="{D480F143-83F6-3161-4831-9F25F568012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0" name="TextBox 2569">
                <a:extLst>
                  <a:ext uri="{FF2B5EF4-FFF2-40B4-BE49-F238E27FC236}">
                    <a16:creationId xmlns:a16="http://schemas.microsoft.com/office/drawing/2014/main" id="{39D7E82F-7B4D-B61E-314E-13FA2AA72D3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1" name="TextBox 2570">
                <a:extLst>
                  <a:ext uri="{FF2B5EF4-FFF2-40B4-BE49-F238E27FC236}">
                    <a16:creationId xmlns:a16="http://schemas.microsoft.com/office/drawing/2014/main" id="{937D73E8-6FA8-CCD5-8794-50E54B02AC84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2" name="TextBox 2571">
                <a:extLst>
                  <a:ext uri="{FF2B5EF4-FFF2-40B4-BE49-F238E27FC236}">
                    <a16:creationId xmlns:a16="http://schemas.microsoft.com/office/drawing/2014/main" id="{8700DF27-1EEA-6E44-413E-B90E3DE5B28C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3" name="TextBox 2572">
                <a:extLst>
                  <a:ext uri="{FF2B5EF4-FFF2-40B4-BE49-F238E27FC236}">
                    <a16:creationId xmlns:a16="http://schemas.microsoft.com/office/drawing/2014/main" id="{74D5A724-9DE8-80D7-1A78-4FF71F5C1C67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4" name="TextBox 2573">
                <a:extLst>
                  <a:ext uri="{FF2B5EF4-FFF2-40B4-BE49-F238E27FC236}">
                    <a16:creationId xmlns:a16="http://schemas.microsoft.com/office/drawing/2014/main" id="{9EAE7110-C1D3-B8FD-6236-28CB856EF417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5" name="TextBox 2574">
                <a:extLst>
                  <a:ext uri="{FF2B5EF4-FFF2-40B4-BE49-F238E27FC236}">
                    <a16:creationId xmlns:a16="http://schemas.microsoft.com/office/drawing/2014/main" id="{6B47990B-814C-E60D-C95F-54A46229B66C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6" name="TextBox 2575">
                <a:extLst>
                  <a:ext uri="{FF2B5EF4-FFF2-40B4-BE49-F238E27FC236}">
                    <a16:creationId xmlns:a16="http://schemas.microsoft.com/office/drawing/2014/main" id="{EF7415C1-AB47-3825-DED6-8312F556E78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7" name="TextBox 2576">
                <a:extLst>
                  <a:ext uri="{FF2B5EF4-FFF2-40B4-BE49-F238E27FC236}">
                    <a16:creationId xmlns:a16="http://schemas.microsoft.com/office/drawing/2014/main" id="{1D5C93C1-F643-CFEB-7DE5-D3D713AC82AD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8" name="TextBox 2577">
                <a:extLst>
                  <a:ext uri="{FF2B5EF4-FFF2-40B4-BE49-F238E27FC236}">
                    <a16:creationId xmlns:a16="http://schemas.microsoft.com/office/drawing/2014/main" id="{67737EF2-0FFD-FC70-E4D3-45AB5D56CA91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79" name="TextBox 2578">
                <a:extLst>
                  <a:ext uri="{FF2B5EF4-FFF2-40B4-BE49-F238E27FC236}">
                    <a16:creationId xmlns:a16="http://schemas.microsoft.com/office/drawing/2014/main" id="{EDEF7D40-0618-AB92-75E4-A9404661C173}"/>
                  </a:ext>
                </a:extLst>
              </p:cNvPr>
              <p:cNvSpPr txBox="1"/>
              <p:nvPr/>
            </p:nvSpPr>
            <p:spPr>
              <a:xfrm>
                <a:off x="1776532" y="3812177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7.64x</a:t>
                </a:r>
              </a:p>
            </p:txBody>
          </p:sp>
          <p:sp>
            <p:nvSpPr>
              <p:cNvPr id="2580" name="Freeform 2579">
                <a:extLst>
                  <a:ext uri="{FF2B5EF4-FFF2-40B4-BE49-F238E27FC236}">
                    <a16:creationId xmlns:a16="http://schemas.microsoft.com/office/drawing/2014/main" id="{84AE43AD-90D7-1B91-C433-9CD88DBE2F8A}"/>
                  </a:ext>
                </a:extLst>
              </p:cNvPr>
              <p:cNvSpPr/>
              <p:nvPr/>
            </p:nvSpPr>
            <p:spPr>
              <a:xfrm>
                <a:off x="2369268" y="3967871"/>
                <a:ext cx="12376" cy="361562"/>
              </a:xfrm>
              <a:custGeom>
                <a:avLst/>
                <a:gdLst>
                  <a:gd name="csX0" fmla="*/ 0 w 12376"/>
                  <a:gd name="csY0" fmla="*/ 361562 h 361562"/>
                  <a:gd name="csX1" fmla="*/ 0 w 12376"/>
                  <a:gd name="csY1" fmla="*/ 0 h 3615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61562">
                    <a:moveTo>
                      <a:pt x="0" y="361562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81" name="Freeform 2580">
                <a:extLst>
                  <a:ext uri="{FF2B5EF4-FFF2-40B4-BE49-F238E27FC236}">
                    <a16:creationId xmlns:a16="http://schemas.microsoft.com/office/drawing/2014/main" id="{94BABFCE-8224-C30A-B269-ABDF8674BFDA}"/>
                  </a:ext>
                </a:extLst>
              </p:cNvPr>
              <p:cNvSpPr/>
              <p:nvPr/>
            </p:nvSpPr>
            <p:spPr>
              <a:xfrm>
                <a:off x="2334243" y="4267556"/>
                <a:ext cx="70050" cy="61877"/>
              </a:xfrm>
              <a:custGeom>
                <a:avLst/>
                <a:gdLst>
                  <a:gd name="csX0" fmla="*/ 0 w 70050"/>
                  <a:gd name="csY0" fmla="*/ 0 h 61877"/>
                  <a:gd name="csX1" fmla="*/ 35025 w 70050"/>
                  <a:gd name="csY1" fmla="*/ 61878 h 61877"/>
                  <a:gd name="csX2" fmla="*/ 70050 w 70050"/>
                  <a:gd name="csY2" fmla="*/ 0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050" h="61877">
                    <a:moveTo>
                      <a:pt x="0" y="0"/>
                    </a:moveTo>
                    <a:lnTo>
                      <a:pt x="35025" y="61878"/>
                    </a:lnTo>
                    <a:lnTo>
                      <a:pt x="70050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82" name="Freeform 2581">
                <a:extLst>
                  <a:ext uri="{FF2B5EF4-FFF2-40B4-BE49-F238E27FC236}">
                    <a16:creationId xmlns:a16="http://schemas.microsoft.com/office/drawing/2014/main" id="{CCAD0344-25C6-441A-2509-E6A75DA343F7}"/>
                  </a:ext>
                </a:extLst>
              </p:cNvPr>
              <p:cNvSpPr/>
              <p:nvPr/>
            </p:nvSpPr>
            <p:spPr>
              <a:xfrm>
                <a:off x="2334243" y="3967871"/>
                <a:ext cx="70050" cy="61877"/>
              </a:xfrm>
              <a:custGeom>
                <a:avLst/>
                <a:gdLst>
                  <a:gd name="csX0" fmla="*/ 70050 w 70050"/>
                  <a:gd name="csY0" fmla="*/ 61878 h 61877"/>
                  <a:gd name="csX1" fmla="*/ 35025 w 70050"/>
                  <a:gd name="csY1" fmla="*/ 0 h 61877"/>
                  <a:gd name="csX2" fmla="*/ 0 w 70050"/>
                  <a:gd name="csY2" fmla="*/ 61878 h 6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050" h="61877">
                    <a:moveTo>
                      <a:pt x="70050" y="61878"/>
                    </a:moveTo>
                    <a:lnTo>
                      <a:pt x="35025" y="0"/>
                    </a:lnTo>
                    <a:lnTo>
                      <a:pt x="0" y="61878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583" name="TextBox 2582">
                <a:extLst>
                  <a:ext uri="{FF2B5EF4-FFF2-40B4-BE49-F238E27FC236}">
                    <a16:creationId xmlns:a16="http://schemas.microsoft.com/office/drawing/2014/main" id="{AB3E0283-BC50-713F-91CF-4D2F6CF41A28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4" name="TextBox 2583">
                <a:extLst>
                  <a:ext uri="{FF2B5EF4-FFF2-40B4-BE49-F238E27FC236}">
                    <a16:creationId xmlns:a16="http://schemas.microsoft.com/office/drawing/2014/main" id="{CD36E58D-6541-6B01-BEE8-5F8047F31F91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5" name="TextBox 2584">
                <a:extLst>
                  <a:ext uri="{FF2B5EF4-FFF2-40B4-BE49-F238E27FC236}">
                    <a16:creationId xmlns:a16="http://schemas.microsoft.com/office/drawing/2014/main" id="{6BC7D685-E0D8-2010-4021-A1FFBB7E52CB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6" name="TextBox 2585">
                <a:extLst>
                  <a:ext uri="{FF2B5EF4-FFF2-40B4-BE49-F238E27FC236}">
                    <a16:creationId xmlns:a16="http://schemas.microsoft.com/office/drawing/2014/main" id="{2199E118-6994-E720-BBC6-3B840AA9F8BC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7" name="TextBox 2586">
                <a:extLst>
                  <a:ext uri="{FF2B5EF4-FFF2-40B4-BE49-F238E27FC236}">
                    <a16:creationId xmlns:a16="http://schemas.microsoft.com/office/drawing/2014/main" id="{A4A931C5-6A50-2CEE-D4B1-A61A946401AD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8" name="TextBox 2587">
                <a:extLst>
                  <a:ext uri="{FF2B5EF4-FFF2-40B4-BE49-F238E27FC236}">
                    <a16:creationId xmlns:a16="http://schemas.microsoft.com/office/drawing/2014/main" id="{3640A490-1222-BF4E-740F-96B06D650BE8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89" name="TextBox 2588">
                <a:extLst>
                  <a:ext uri="{FF2B5EF4-FFF2-40B4-BE49-F238E27FC236}">
                    <a16:creationId xmlns:a16="http://schemas.microsoft.com/office/drawing/2014/main" id="{95EFD109-EB60-85D5-A039-0E8A3E530B56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0" name="TextBox 2589">
                <a:extLst>
                  <a:ext uri="{FF2B5EF4-FFF2-40B4-BE49-F238E27FC236}">
                    <a16:creationId xmlns:a16="http://schemas.microsoft.com/office/drawing/2014/main" id="{030B5D7F-0B06-37F8-33D1-59F187E23802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1" name="TextBox 2590">
                <a:extLst>
                  <a:ext uri="{FF2B5EF4-FFF2-40B4-BE49-F238E27FC236}">
                    <a16:creationId xmlns:a16="http://schemas.microsoft.com/office/drawing/2014/main" id="{9E9B6BDA-CA06-B960-32AF-3E35C7CBCF0D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2" name="TextBox 2591">
                <a:extLst>
                  <a:ext uri="{FF2B5EF4-FFF2-40B4-BE49-F238E27FC236}">
                    <a16:creationId xmlns:a16="http://schemas.microsoft.com/office/drawing/2014/main" id="{35E189AE-F603-036F-2807-615DEDDF82D3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3" name="TextBox 2592">
                <a:extLst>
                  <a:ext uri="{FF2B5EF4-FFF2-40B4-BE49-F238E27FC236}">
                    <a16:creationId xmlns:a16="http://schemas.microsoft.com/office/drawing/2014/main" id="{0BF20799-5A55-0C45-CF20-BD463199A5B7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4" name="TextBox 2593">
                <a:extLst>
                  <a:ext uri="{FF2B5EF4-FFF2-40B4-BE49-F238E27FC236}">
                    <a16:creationId xmlns:a16="http://schemas.microsoft.com/office/drawing/2014/main" id="{3E84493F-0B77-5D2D-4FB6-F35DF7F760E5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5" name="TextBox 2594">
                <a:extLst>
                  <a:ext uri="{FF2B5EF4-FFF2-40B4-BE49-F238E27FC236}">
                    <a16:creationId xmlns:a16="http://schemas.microsoft.com/office/drawing/2014/main" id="{231F0211-A6EC-466A-0A45-9DE534BFAAD4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6" name="TextBox 2595">
                <a:extLst>
                  <a:ext uri="{FF2B5EF4-FFF2-40B4-BE49-F238E27FC236}">
                    <a16:creationId xmlns:a16="http://schemas.microsoft.com/office/drawing/2014/main" id="{B21ED654-B177-C6C5-CF34-C43966FE527E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7" name="TextBox 2596">
                <a:extLst>
                  <a:ext uri="{FF2B5EF4-FFF2-40B4-BE49-F238E27FC236}">
                    <a16:creationId xmlns:a16="http://schemas.microsoft.com/office/drawing/2014/main" id="{5786C6E0-DB73-48B4-A83A-3EA5FC75504E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8" name="TextBox 2597">
                <a:extLst>
                  <a:ext uri="{FF2B5EF4-FFF2-40B4-BE49-F238E27FC236}">
                    <a16:creationId xmlns:a16="http://schemas.microsoft.com/office/drawing/2014/main" id="{CE37FCD4-EF31-F30B-3187-51DEA4BE51A4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599" name="TextBox 2598">
                <a:extLst>
                  <a:ext uri="{FF2B5EF4-FFF2-40B4-BE49-F238E27FC236}">
                    <a16:creationId xmlns:a16="http://schemas.microsoft.com/office/drawing/2014/main" id="{77AEC8E4-7EF0-59C6-9170-801AB3ACD8AE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0" name="TextBox 2599">
                <a:extLst>
                  <a:ext uri="{FF2B5EF4-FFF2-40B4-BE49-F238E27FC236}">
                    <a16:creationId xmlns:a16="http://schemas.microsoft.com/office/drawing/2014/main" id="{5FFA8065-44D3-ECB3-D74E-FB38DB6E2062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1" name="TextBox 2600">
                <a:extLst>
                  <a:ext uri="{FF2B5EF4-FFF2-40B4-BE49-F238E27FC236}">
                    <a16:creationId xmlns:a16="http://schemas.microsoft.com/office/drawing/2014/main" id="{7C9D805D-C753-0012-DAC2-60D5ED0E2EAA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2" name="TextBox 2601">
                <a:extLst>
                  <a:ext uri="{FF2B5EF4-FFF2-40B4-BE49-F238E27FC236}">
                    <a16:creationId xmlns:a16="http://schemas.microsoft.com/office/drawing/2014/main" id="{49BB6AAB-750D-5A58-DA8E-4A5B9C776C15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3" name="TextBox 2602">
                <a:extLst>
                  <a:ext uri="{FF2B5EF4-FFF2-40B4-BE49-F238E27FC236}">
                    <a16:creationId xmlns:a16="http://schemas.microsoft.com/office/drawing/2014/main" id="{9F6ADC03-323D-97A3-A80E-A8361E06DB31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4" name="TextBox 2603">
                <a:extLst>
                  <a:ext uri="{FF2B5EF4-FFF2-40B4-BE49-F238E27FC236}">
                    <a16:creationId xmlns:a16="http://schemas.microsoft.com/office/drawing/2014/main" id="{3B0A9E26-9043-FE2F-A783-CE1D58A05CDE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5" name="TextBox 2604">
                <a:extLst>
                  <a:ext uri="{FF2B5EF4-FFF2-40B4-BE49-F238E27FC236}">
                    <a16:creationId xmlns:a16="http://schemas.microsoft.com/office/drawing/2014/main" id="{25CD0EC3-659C-A924-C810-A86841804072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6" name="TextBox 2605">
                <a:extLst>
                  <a:ext uri="{FF2B5EF4-FFF2-40B4-BE49-F238E27FC236}">
                    <a16:creationId xmlns:a16="http://schemas.microsoft.com/office/drawing/2014/main" id="{9FD9F46C-B254-FE53-0D5A-E701416CCC85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7" name="TextBox 2606">
                <a:extLst>
                  <a:ext uri="{FF2B5EF4-FFF2-40B4-BE49-F238E27FC236}">
                    <a16:creationId xmlns:a16="http://schemas.microsoft.com/office/drawing/2014/main" id="{845279C7-2A6D-943D-2C7A-F56F5AA8B32D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8" name="TextBox 2607">
                <a:extLst>
                  <a:ext uri="{FF2B5EF4-FFF2-40B4-BE49-F238E27FC236}">
                    <a16:creationId xmlns:a16="http://schemas.microsoft.com/office/drawing/2014/main" id="{D1BCF830-95A4-7DE2-5718-C5DB450FB679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09" name="TextBox 2608">
                <a:extLst>
                  <a:ext uri="{FF2B5EF4-FFF2-40B4-BE49-F238E27FC236}">
                    <a16:creationId xmlns:a16="http://schemas.microsoft.com/office/drawing/2014/main" id="{591854CE-0410-7772-1B17-DE745B9A2790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0" name="TextBox 2609">
                <a:extLst>
                  <a:ext uri="{FF2B5EF4-FFF2-40B4-BE49-F238E27FC236}">
                    <a16:creationId xmlns:a16="http://schemas.microsoft.com/office/drawing/2014/main" id="{AC15D82C-EBEE-9E53-E7AC-38ABAB0578B1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1" name="TextBox 2610">
                <a:extLst>
                  <a:ext uri="{FF2B5EF4-FFF2-40B4-BE49-F238E27FC236}">
                    <a16:creationId xmlns:a16="http://schemas.microsoft.com/office/drawing/2014/main" id="{30BE0B65-8BED-ADF6-4FA2-7942AA24F146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2" name="TextBox 2611">
                <a:extLst>
                  <a:ext uri="{FF2B5EF4-FFF2-40B4-BE49-F238E27FC236}">
                    <a16:creationId xmlns:a16="http://schemas.microsoft.com/office/drawing/2014/main" id="{C4AD7A1D-649E-2623-0B89-9F77E1824F0E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3" name="TextBox 2612">
                <a:extLst>
                  <a:ext uri="{FF2B5EF4-FFF2-40B4-BE49-F238E27FC236}">
                    <a16:creationId xmlns:a16="http://schemas.microsoft.com/office/drawing/2014/main" id="{B99963AC-4C0F-ECD7-9791-D312F3F27EB6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4" name="TextBox 2613">
                <a:extLst>
                  <a:ext uri="{FF2B5EF4-FFF2-40B4-BE49-F238E27FC236}">
                    <a16:creationId xmlns:a16="http://schemas.microsoft.com/office/drawing/2014/main" id="{7C221C7F-56EE-E383-6008-C0847B1B3A06}"/>
                  </a:ext>
                </a:extLst>
              </p:cNvPr>
              <p:cNvSpPr txBox="1"/>
              <p:nvPr/>
            </p:nvSpPr>
            <p:spPr>
              <a:xfrm>
                <a:off x="2272481" y="4053890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11.08x</a:t>
                </a:r>
              </a:p>
            </p:txBody>
          </p:sp>
          <p:sp>
            <p:nvSpPr>
              <p:cNvPr id="2615" name="Freeform 2614">
                <a:extLst>
                  <a:ext uri="{FF2B5EF4-FFF2-40B4-BE49-F238E27FC236}">
                    <a16:creationId xmlns:a16="http://schemas.microsoft.com/office/drawing/2014/main" id="{98F94910-6535-6BA1-2E78-F26CB57ADDCB}"/>
                  </a:ext>
                </a:extLst>
              </p:cNvPr>
              <p:cNvSpPr/>
              <p:nvPr/>
            </p:nvSpPr>
            <p:spPr>
              <a:xfrm>
                <a:off x="1680399" y="4232395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16" name="Freeform 2615">
                <a:extLst>
                  <a:ext uri="{FF2B5EF4-FFF2-40B4-BE49-F238E27FC236}">
                    <a16:creationId xmlns:a16="http://schemas.microsoft.com/office/drawing/2014/main" id="{B4570936-A3CE-1F0B-F0A9-48F2C18F7547}"/>
                  </a:ext>
                </a:extLst>
              </p:cNvPr>
              <p:cNvSpPr/>
              <p:nvPr/>
            </p:nvSpPr>
            <p:spPr>
              <a:xfrm>
                <a:off x="1935971" y="3500701"/>
                <a:ext cx="83045" cy="73219"/>
              </a:xfrm>
              <a:custGeom>
                <a:avLst/>
                <a:gdLst>
                  <a:gd name="csX0" fmla="*/ 41585 w 83045"/>
                  <a:gd name="csY0" fmla="*/ 0 h 73219"/>
                  <a:gd name="csX1" fmla="*/ 83046 w 83045"/>
                  <a:gd name="csY1" fmla="*/ 73220 h 73219"/>
                  <a:gd name="csX2" fmla="*/ 0 w 83045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3219">
                    <a:moveTo>
                      <a:pt x="41585" y="0"/>
                    </a:moveTo>
                    <a:lnTo>
                      <a:pt x="83046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17" name="Freeform 2616">
                <a:extLst>
                  <a:ext uri="{FF2B5EF4-FFF2-40B4-BE49-F238E27FC236}">
                    <a16:creationId xmlns:a16="http://schemas.microsoft.com/office/drawing/2014/main" id="{77EBBF80-43D9-DBE9-5E34-51ED5B3F8C60}"/>
                  </a:ext>
                </a:extLst>
              </p:cNvPr>
              <p:cNvSpPr/>
              <p:nvPr/>
            </p:nvSpPr>
            <p:spPr>
              <a:xfrm>
                <a:off x="1178290" y="3219290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18" name="Freeform 2617">
                <a:extLst>
                  <a:ext uri="{FF2B5EF4-FFF2-40B4-BE49-F238E27FC236}">
                    <a16:creationId xmlns:a16="http://schemas.microsoft.com/office/drawing/2014/main" id="{88BDA42D-9A8C-B43E-D723-4E0147D24A78}"/>
                  </a:ext>
                </a:extLst>
              </p:cNvPr>
              <p:cNvSpPr/>
              <p:nvPr/>
            </p:nvSpPr>
            <p:spPr>
              <a:xfrm>
                <a:off x="1416411" y="4313554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19" name="Freeform 2618">
                <a:extLst>
                  <a:ext uri="{FF2B5EF4-FFF2-40B4-BE49-F238E27FC236}">
                    <a16:creationId xmlns:a16="http://schemas.microsoft.com/office/drawing/2014/main" id="{AA904F3B-0427-256E-A343-D554B6FE2F8B}"/>
                  </a:ext>
                </a:extLst>
              </p:cNvPr>
              <p:cNvSpPr/>
              <p:nvPr/>
            </p:nvSpPr>
            <p:spPr>
              <a:xfrm>
                <a:off x="1184478" y="3522629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0" name="Freeform 2619">
                <a:extLst>
                  <a:ext uri="{FF2B5EF4-FFF2-40B4-BE49-F238E27FC236}">
                    <a16:creationId xmlns:a16="http://schemas.microsoft.com/office/drawing/2014/main" id="{2572BDE0-DAAE-EC7F-A4A3-930E12422D83}"/>
                  </a:ext>
                </a:extLst>
              </p:cNvPr>
              <p:cNvSpPr/>
              <p:nvPr/>
            </p:nvSpPr>
            <p:spPr>
              <a:xfrm>
                <a:off x="1428540" y="4316579"/>
                <a:ext cx="82921" cy="73093"/>
              </a:xfrm>
              <a:custGeom>
                <a:avLst/>
                <a:gdLst>
                  <a:gd name="csX0" fmla="*/ 41461 w 82921"/>
                  <a:gd name="csY0" fmla="*/ 0 h 73093"/>
                  <a:gd name="csX1" fmla="*/ 82922 w 82921"/>
                  <a:gd name="csY1" fmla="*/ 73094 h 73093"/>
                  <a:gd name="csX2" fmla="*/ 0 w 82921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93">
                    <a:moveTo>
                      <a:pt x="41461" y="0"/>
                    </a:moveTo>
                    <a:lnTo>
                      <a:pt x="82922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1" name="Freeform 2620">
                <a:extLst>
                  <a:ext uri="{FF2B5EF4-FFF2-40B4-BE49-F238E27FC236}">
                    <a16:creationId xmlns:a16="http://schemas.microsoft.com/office/drawing/2014/main" id="{88FE8511-D127-4088-F7B6-AE3E60819643}"/>
                  </a:ext>
                </a:extLst>
              </p:cNvPr>
              <p:cNvSpPr/>
              <p:nvPr/>
            </p:nvSpPr>
            <p:spPr>
              <a:xfrm>
                <a:off x="665042" y="4154638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2" name="Freeform 2621">
                <a:extLst>
                  <a:ext uri="{FF2B5EF4-FFF2-40B4-BE49-F238E27FC236}">
                    <a16:creationId xmlns:a16="http://schemas.microsoft.com/office/drawing/2014/main" id="{E3145636-64CE-0899-19F8-26FA539DC944}"/>
                  </a:ext>
                </a:extLst>
              </p:cNvPr>
              <p:cNvSpPr/>
              <p:nvPr/>
            </p:nvSpPr>
            <p:spPr>
              <a:xfrm>
                <a:off x="914425" y="3420046"/>
                <a:ext cx="82921" cy="73093"/>
              </a:xfrm>
              <a:custGeom>
                <a:avLst/>
                <a:gdLst>
                  <a:gd name="csX0" fmla="*/ 41461 w 82921"/>
                  <a:gd name="csY0" fmla="*/ 0 h 73093"/>
                  <a:gd name="csX1" fmla="*/ 82922 w 82921"/>
                  <a:gd name="csY1" fmla="*/ 73094 h 73093"/>
                  <a:gd name="csX2" fmla="*/ 0 w 82921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93">
                    <a:moveTo>
                      <a:pt x="41461" y="0"/>
                    </a:moveTo>
                    <a:lnTo>
                      <a:pt x="82922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3" name="Freeform 2622">
                <a:extLst>
                  <a:ext uri="{FF2B5EF4-FFF2-40B4-BE49-F238E27FC236}">
                    <a16:creationId xmlns:a16="http://schemas.microsoft.com/office/drawing/2014/main" id="{F7832CBE-22F9-708B-930E-223F833E9D7F}"/>
                  </a:ext>
                </a:extLst>
              </p:cNvPr>
              <p:cNvSpPr/>
              <p:nvPr/>
            </p:nvSpPr>
            <p:spPr>
              <a:xfrm>
                <a:off x="648333" y="4154638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4" name="Freeform 2623">
                <a:extLst>
                  <a:ext uri="{FF2B5EF4-FFF2-40B4-BE49-F238E27FC236}">
                    <a16:creationId xmlns:a16="http://schemas.microsoft.com/office/drawing/2014/main" id="{058DCF42-B9FC-25E2-FDC1-DEE529B918C0}"/>
                  </a:ext>
                </a:extLst>
              </p:cNvPr>
              <p:cNvSpPr/>
              <p:nvPr/>
            </p:nvSpPr>
            <p:spPr>
              <a:xfrm>
                <a:off x="880267" y="3877260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5" name="Freeform 2624">
                <a:extLst>
                  <a:ext uri="{FF2B5EF4-FFF2-40B4-BE49-F238E27FC236}">
                    <a16:creationId xmlns:a16="http://schemas.microsoft.com/office/drawing/2014/main" id="{164DD38D-AB0F-67B5-743E-039B9C7FC034}"/>
                  </a:ext>
                </a:extLst>
              </p:cNvPr>
              <p:cNvSpPr/>
              <p:nvPr/>
            </p:nvSpPr>
            <p:spPr>
              <a:xfrm>
                <a:off x="649324" y="4227858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6" name="Freeform 2625">
                <a:extLst>
                  <a:ext uri="{FF2B5EF4-FFF2-40B4-BE49-F238E27FC236}">
                    <a16:creationId xmlns:a16="http://schemas.microsoft.com/office/drawing/2014/main" id="{FC587914-D813-EE3A-1CF0-B78AD77B1580}"/>
                  </a:ext>
                </a:extLst>
              </p:cNvPr>
              <p:cNvSpPr/>
              <p:nvPr/>
            </p:nvSpPr>
            <p:spPr>
              <a:xfrm>
                <a:off x="878534" y="3418534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7" name="Freeform 2626">
                <a:extLst>
                  <a:ext uri="{FF2B5EF4-FFF2-40B4-BE49-F238E27FC236}">
                    <a16:creationId xmlns:a16="http://schemas.microsoft.com/office/drawing/2014/main" id="{3F3F4690-EA9F-2AF4-FE03-7BC9826EF185}"/>
                  </a:ext>
                </a:extLst>
              </p:cNvPr>
              <p:cNvSpPr/>
              <p:nvPr/>
            </p:nvSpPr>
            <p:spPr>
              <a:xfrm>
                <a:off x="650437" y="4201015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0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8" name="Freeform 2627">
                <a:extLst>
                  <a:ext uri="{FF2B5EF4-FFF2-40B4-BE49-F238E27FC236}">
                    <a16:creationId xmlns:a16="http://schemas.microsoft.com/office/drawing/2014/main" id="{0711F19C-C662-CE96-B763-765EB78BAD8D}"/>
                  </a:ext>
                </a:extLst>
              </p:cNvPr>
              <p:cNvSpPr/>
              <p:nvPr/>
            </p:nvSpPr>
            <p:spPr>
              <a:xfrm>
                <a:off x="905143" y="3833908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29" name="Freeform 2628">
                <a:extLst>
                  <a:ext uri="{FF2B5EF4-FFF2-40B4-BE49-F238E27FC236}">
                    <a16:creationId xmlns:a16="http://schemas.microsoft.com/office/drawing/2014/main" id="{9BADA001-C4A0-B06B-67E5-DB5C44D309F4}"/>
                  </a:ext>
                </a:extLst>
              </p:cNvPr>
              <p:cNvSpPr/>
              <p:nvPr/>
            </p:nvSpPr>
            <p:spPr>
              <a:xfrm>
                <a:off x="652789" y="4242855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0" name="Freeform 2629">
                <a:extLst>
                  <a:ext uri="{FF2B5EF4-FFF2-40B4-BE49-F238E27FC236}">
                    <a16:creationId xmlns:a16="http://schemas.microsoft.com/office/drawing/2014/main" id="{9C489C19-AABF-69B6-47E0-867251BC3284}"/>
                  </a:ext>
                </a:extLst>
              </p:cNvPr>
              <p:cNvSpPr/>
              <p:nvPr/>
            </p:nvSpPr>
            <p:spPr>
              <a:xfrm>
                <a:off x="881381" y="3847393"/>
                <a:ext cx="82921" cy="73093"/>
              </a:xfrm>
              <a:custGeom>
                <a:avLst/>
                <a:gdLst>
                  <a:gd name="csX0" fmla="*/ 41461 w 82921"/>
                  <a:gd name="csY0" fmla="*/ 0 h 73093"/>
                  <a:gd name="csX1" fmla="*/ 82922 w 82921"/>
                  <a:gd name="csY1" fmla="*/ 73094 h 73093"/>
                  <a:gd name="csX2" fmla="*/ 0 w 82921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93">
                    <a:moveTo>
                      <a:pt x="41461" y="0"/>
                    </a:moveTo>
                    <a:lnTo>
                      <a:pt x="82922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1" name="Freeform 2630">
                <a:extLst>
                  <a:ext uri="{FF2B5EF4-FFF2-40B4-BE49-F238E27FC236}">
                    <a16:creationId xmlns:a16="http://schemas.microsoft.com/office/drawing/2014/main" id="{70AC7B40-C478-6AE6-54EA-AA128A2E44E6}"/>
                  </a:ext>
                </a:extLst>
              </p:cNvPr>
              <p:cNvSpPr/>
              <p:nvPr/>
            </p:nvSpPr>
            <p:spPr>
              <a:xfrm>
                <a:off x="1150938" y="3939516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0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2" name="Freeform 2631">
                <a:extLst>
                  <a:ext uri="{FF2B5EF4-FFF2-40B4-BE49-F238E27FC236}">
                    <a16:creationId xmlns:a16="http://schemas.microsoft.com/office/drawing/2014/main" id="{05D1CC61-900B-5A65-BC26-D03562FC58C2}"/>
                  </a:ext>
                </a:extLst>
              </p:cNvPr>
              <p:cNvSpPr/>
              <p:nvPr/>
            </p:nvSpPr>
            <p:spPr>
              <a:xfrm>
                <a:off x="1400074" y="4316579"/>
                <a:ext cx="83045" cy="73093"/>
              </a:xfrm>
              <a:custGeom>
                <a:avLst/>
                <a:gdLst>
                  <a:gd name="csX0" fmla="*/ 41585 w 83045"/>
                  <a:gd name="csY0" fmla="*/ 0 h 73093"/>
                  <a:gd name="csX1" fmla="*/ 83045 w 83045"/>
                  <a:gd name="csY1" fmla="*/ 73094 h 73093"/>
                  <a:gd name="csX2" fmla="*/ 0 w 83045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3093">
                    <a:moveTo>
                      <a:pt x="41585" y="0"/>
                    </a:moveTo>
                    <a:lnTo>
                      <a:pt x="83045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3" name="Freeform 2632">
                <a:extLst>
                  <a:ext uri="{FF2B5EF4-FFF2-40B4-BE49-F238E27FC236}">
                    <a16:creationId xmlns:a16="http://schemas.microsoft.com/office/drawing/2014/main" id="{7932C28F-B8EA-9B40-C172-9310C59048D1}"/>
                  </a:ext>
                </a:extLst>
              </p:cNvPr>
              <p:cNvSpPr/>
              <p:nvPr/>
            </p:nvSpPr>
            <p:spPr>
              <a:xfrm>
                <a:off x="637690" y="3525654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4" name="Freeform 2633">
                <a:extLst>
                  <a:ext uri="{FF2B5EF4-FFF2-40B4-BE49-F238E27FC236}">
                    <a16:creationId xmlns:a16="http://schemas.microsoft.com/office/drawing/2014/main" id="{D0C9B62A-2B7B-FF39-2448-A9D9DAC85DFB}"/>
                  </a:ext>
                </a:extLst>
              </p:cNvPr>
              <p:cNvSpPr/>
              <p:nvPr/>
            </p:nvSpPr>
            <p:spPr>
              <a:xfrm>
                <a:off x="891777" y="4188035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5" name="Freeform 2634">
                <a:extLst>
                  <a:ext uri="{FF2B5EF4-FFF2-40B4-BE49-F238E27FC236}">
                    <a16:creationId xmlns:a16="http://schemas.microsoft.com/office/drawing/2014/main" id="{0B6DF671-7EF2-F57A-A689-F6C0FB0C5F94}"/>
                  </a:ext>
                </a:extLst>
              </p:cNvPr>
              <p:cNvSpPr/>
              <p:nvPr/>
            </p:nvSpPr>
            <p:spPr>
              <a:xfrm>
                <a:off x="1672478" y="4223447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6" name="Freeform 2635">
                <a:extLst>
                  <a:ext uri="{FF2B5EF4-FFF2-40B4-BE49-F238E27FC236}">
                    <a16:creationId xmlns:a16="http://schemas.microsoft.com/office/drawing/2014/main" id="{0AFEE7CD-2E18-1C60-B49E-0B8C8A7C6BBF}"/>
                  </a:ext>
                </a:extLst>
              </p:cNvPr>
              <p:cNvSpPr/>
              <p:nvPr/>
            </p:nvSpPr>
            <p:spPr>
              <a:xfrm>
                <a:off x="1918644" y="3511161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7" name="Freeform 2636">
                <a:extLst>
                  <a:ext uri="{FF2B5EF4-FFF2-40B4-BE49-F238E27FC236}">
                    <a16:creationId xmlns:a16="http://schemas.microsoft.com/office/drawing/2014/main" id="{5062B060-F40E-9BAA-EC4C-6798B4FE1E98}"/>
                  </a:ext>
                </a:extLst>
              </p:cNvPr>
              <p:cNvSpPr/>
              <p:nvPr/>
            </p:nvSpPr>
            <p:spPr>
              <a:xfrm>
                <a:off x="1180394" y="3819919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0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8" name="Freeform 2637">
                <a:extLst>
                  <a:ext uri="{FF2B5EF4-FFF2-40B4-BE49-F238E27FC236}">
                    <a16:creationId xmlns:a16="http://schemas.microsoft.com/office/drawing/2014/main" id="{997A87E3-F0C0-7A5A-88A6-A012A9813C72}"/>
                  </a:ext>
                </a:extLst>
              </p:cNvPr>
              <p:cNvSpPr/>
              <p:nvPr/>
            </p:nvSpPr>
            <p:spPr>
              <a:xfrm>
                <a:off x="1408243" y="3511161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39" name="Freeform 2638">
                <a:extLst>
                  <a:ext uri="{FF2B5EF4-FFF2-40B4-BE49-F238E27FC236}">
                    <a16:creationId xmlns:a16="http://schemas.microsoft.com/office/drawing/2014/main" id="{4841D87B-FD7E-0021-90A3-F2797729FF70}"/>
                  </a:ext>
                </a:extLst>
              </p:cNvPr>
              <p:cNvSpPr/>
              <p:nvPr/>
            </p:nvSpPr>
            <p:spPr>
              <a:xfrm>
                <a:off x="1175814" y="4182994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0" name="Freeform 2639">
                <a:extLst>
                  <a:ext uri="{FF2B5EF4-FFF2-40B4-BE49-F238E27FC236}">
                    <a16:creationId xmlns:a16="http://schemas.microsoft.com/office/drawing/2014/main" id="{6B80B630-8739-914B-9DC2-B41687C182ED}"/>
                  </a:ext>
                </a:extLst>
              </p:cNvPr>
              <p:cNvSpPr/>
              <p:nvPr/>
            </p:nvSpPr>
            <p:spPr>
              <a:xfrm>
                <a:off x="1438070" y="4316579"/>
                <a:ext cx="82921" cy="73093"/>
              </a:xfrm>
              <a:custGeom>
                <a:avLst/>
                <a:gdLst>
                  <a:gd name="csX0" fmla="*/ 41461 w 82921"/>
                  <a:gd name="csY0" fmla="*/ 0 h 73093"/>
                  <a:gd name="csX1" fmla="*/ 82922 w 82921"/>
                  <a:gd name="csY1" fmla="*/ 73094 h 73093"/>
                  <a:gd name="csX2" fmla="*/ 0 w 82921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93">
                    <a:moveTo>
                      <a:pt x="41461" y="0"/>
                    </a:moveTo>
                    <a:lnTo>
                      <a:pt x="82922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1" name="Freeform 2640">
                <a:extLst>
                  <a:ext uri="{FF2B5EF4-FFF2-40B4-BE49-F238E27FC236}">
                    <a16:creationId xmlns:a16="http://schemas.microsoft.com/office/drawing/2014/main" id="{D24D6A3E-D81F-21C6-141E-C0BEAC017FFD}"/>
                  </a:ext>
                </a:extLst>
              </p:cNvPr>
              <p:cNvSpPr/>
              <p:nvPr/>
            </p:nvSpPr>
            <p:spPr>
              <a:xfrm>
                <a:off x="2223722" y="4298053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2" name="Freeform 2641">
                <a:extLst>
                  <a:ext uri="{FF2B5EF4-FFF2-40B4-BE49-F238E27FC236}">
                    <a16:creationId xmlns:a16="http://schemas.microsoft.com/office/drawing/2014/main" id="{54F90873-3166-06E0-BE8C-A50D3D0B4A0A}"/>
                  </a:ext>
                </a:extLst>
              </p:cNvPr>
              <p:cNvSpPr/>
              <p:nvPr/>
            </p:nvSpPr>
            <p:spPr>
              <a:xfrm>
                <a:off x="2461224" y="3919100"/>
                <a:ext cx="82921" cy="73219"/>
              </a:xfrm>
              <a:custGeom>
                <a:avLst/>
                <a:gdLst>
                  <a:gd name="csX0" fmla="*/ 41461 w 82921"/>
                  <a:gd name="csY0" fmla="*/ 0 h 73219"/>
                  <a:gd name="csX1" fmla="*/ 82922 w 82921"/>
                  <a:gd name="csY1" fmla="*/ 73220 h 73219"/>
                  <a:gd name="csX2" fmla="*/ 0 w 82921"/>
                  <a:gd name="csY2" fmla="*/ 73220 h 732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219">
                    <a:moveTo>
                      <a:pt x="41461" y="0"/>
                    </a:moveTo>
                    <a:lnTo>
                      <a:pt x="82922" y="73220"/>
                    </a:lnTo>
                    <a:lnTo>
                      <a:pt x="0" y="73220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3" name="Freeform 2642">
                <a:extLst>
                  <a:ext uri="{FF2B5EF4-FFF2-40B4-BE49-F238E27FC236}">
                    <a16:creationId xmlns:a16="http://schemas.microsoft.com/office/drawing/2014/main" id="{FC64BC34-F5DB-FA20-D11F-9A08D8907640}"/>
                  </a:ext>
                </a:extLst>
              </p:cNvPr>
              <p:cNvSpPr/>
              <p:nvPr/>
            </p:nvSpPr>
            <p:spPr>
              <a:xfrm>
                <a:off x="1159849" y="3489737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1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4" name="Freeform 2643">
                <a:extLst>
                  <a:ext uri="{FF2B5EF4-FFF2-40B4-BE49-F238E27FC236}">
                    <a16:creationId xmlns:a16="http://schemas.microsoft.com/office/drawing/2014/main" id="{1A7C712E-6AD6-BBE1-6324-759BD8FADD0D}"/>
                  </a:ext>
                </a:extLst>
              </p:cNvPr>
              <p:cNvSpPr/>
              <p:nvPr/>
            </p:nvSpPr>
            <p:spPr>
              <a:xfrm>
                <a:off x="1401188" y="4316579"/>
                <a:ext cx="82921" cy="73093"/>
              </a:xfrm>
              <a:custGeom>
                <a:avLst/>
                <a:gdLst>
                  <a:gd name="csX0" fmla="*/ 41461 w 82921"/>
                  <a:gd name="csY0" fmla="*/ 0 h 73093"/>
                  <a:gd name="csX1" fmla="*/ 82922 w 82921"/>
                  <a:gd name="csY1" fmla="*/ 73094 h 73093"/>
                  <a:gd name="csX2" fmla="*/ 0 w 82921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93">
                    <a:moveTo>
                      <a:pt x="41461" y="0"/>
                    </a:moveTo>
                    <a:lnTo>
                      <a:pt x="82922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5" name="Freeform 2644">
                <a:extLst>
                  <a:ext uri="{FF2B5EF4-FFF2-40B4-BE49-F238E27FC236}">
                    <a16:creationId xmlns:a16="http://schemas.microsoft.com/office/drawing/2014/main" id="{23519DBA-C646-2AB4-8201-3763D1E362B0}"/>
                  </a:ext>
                </a:extLst>
              </p:cNvPr>
              <p:cNvSpPr/>
              <p:nvPr/>
            </p:nvSpPr>
            <p:spPr>
              <a:xfrm>
                <a:off x="1152052" y="4147203"/>
                <a:ext cx="61634" cy="62759"/>
              </a:xfrm>
              <a:custGeom>
                <a:avLst/>
                <a:gdLst>
                  <a:gd name="csX0" fmla="*/ 61634 w 61634"/>
                  <a:gd name="csY0" fmla="*/ 31380 h 62759"/>
                  <a:gd name="csX1" fmla="*/ 30817 w 61634"/>
                  <a:gd name="csY1" fmla="*/ 62760 h 62759"/>
                  <a:gd name="csX2" fmla="*/ 0 w 61634"/>
                  <a:gd name="csY2" fmla="*/ 31380 h 62759"/>
                  <a:gd name="csX3" fmla="*/ 30817 w 61634"/>
                  <a:gd name="csY3" fmla="*/ 0 h 62759"/>
                  <a:gd name="csX4" fmla="*/ 61634 w 61634"/>
                  <a:gd name="csY4" fmla="*/ 31380 h 627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759">
                    <a:moveTo>
                      <a:pt x="61634" y="31380"/>
                    </a:moveTo>
                    <a:cubicBezTo>
                      <a:pt x="61634" y="48711"/>
                      <a:pt x="47837" y="62760"/>
                      <a:pt x="30817" y="62760"/>
                    </a:cubicBezTo>
                    <a:cubicBezTo>
                      <a:pt x="13797" y="62760"/>
                      <a:pt x="0" y="48710"/>
                      <a:pt x="0" y="31380"/>
                    </a:cubicBezTo>
                    <a:cubicBezTo>
                      <a:pt x="0" y="14049"/>
                      <a:pt x="13797" y="0"/>
                      <a:pt x="30817" y="0"/>
                    </a:cubicBezTo>
                    <a:cubicBezTo>
                      <a:pt x="47837" y="0"/>
                      <a:pt x="61634" y="14049"/>
                      <a:pt x="61634" y="31380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6" name="Freeform 2645">
                <a:extLst>
                  <a:ext uri="{FF2B5EF4-FFF2-40B4-BE49-F238E27FC236}">
                    <a16:creationId xmlns:a16="http://schemas.microsoft.com/office/drawing/2014/main" id="{9B249D4E-13E3-B7D2-A667-8B187270BA08}"/>
                  </a:ext>
                </a:extLst>
              </p:cNvPr>
              <p:cNvSpPr/>
              <p:nvPr/>
            </p:nvSpPr>
            <p:spPr>
              <a:xfrm>
                <a:off x="1417525" y="4089484"/>
                <a:ext cx="83045" cy="73093"/>
              </a:xfrm>
              <a:custGeom>
                <a:avLst/>
                <a:gdLst>
                  <a:gd name="csX0" fmla="*/ 41585 w 83045"/>
                  <a:gd name="csY0" fmla="*/ 0 h 73093"/>
                  <a:gd name="csX1" fmla="*/ 83045 w 83045"/>
                  <a:gd name="csY1" fmla="*/ 73094 h 73093"/>
                  <a:gd name="csX2" fmla="*/ 0 w 83045"/>
                  <a:gd name="csY2" fmla="*/ 73094 h 730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3093">
                    <a:moveTo>
                      <a:pt x="41585" y="0"/>
                    </a:moveTo>
                    <a:lnTo>
                      <a:pt x="83045" y="73094"/>
                    </a:lnTo>
                    <a:lnTo>
                      <a:pt x="0" y="73094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7" name="TextBox 2646">
                <a:extLst>
                  <a:ext uri="{FF2B5EF4-FFF2-40B4-BE49-F238E27FC236}">
                    <a16:creationId xmlns:a16="http://schemas.microsoft.com/office/drawing/2014/main" id="{845E7BBC-E750-BB02-17DC-E1A187B92634}"/>
                  </a:ext>
                </a:extLst>
              </p:cNvPr>
              <p:cNvSpPr txBox="1"/>
              <p:nvPr/>
            </p:nvSpPr>
            <p:spPr>
              <a:xfrm>
                <a:off x="2060173" y="3034553"/>
                <a:ext cx="35779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</a:t>
                </a:r>
              </a:p>
            </p:txBody>
          </p:sp>
          <p:sp>
            <p:nvSpPr>
              <p:cNvPr id="2648" name="TextBox 2647">
                <a:extLst>
                  <a:ext uri="{FF2B5EF4-FFF2-40B4-BE49-F238E27FC236}">
                    <a16:creationId xmlns:a16="http://schemas.microsoft.com/office/drawing/2014/main" id="{53A4A3BD-6F98-CA62-C10D-F2B95694C831}"/>
                  </a:ext>
                </a:extLst>
              </p:cNvPr>
              <p:cNvSpPr txBox="1"/>
              <p:nvPr/>
            </p:nvSpPr>
            <p:spPr>
              <a:xfrm>
                <a:off x="1539499" y="3034553"/>
                <a:ext cx="35779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</a:t>
                </a:r>
              </a:p>
            </p:txBody>
          </p:sp>
          <p:sp>
            <p:nvSpPr>
              <p:cNvPr id="2649" name="TextBox 2648">
                <a:extLst>
                  <a:ext uri="{FF2B5EF4-FFF2-40B4-BE49-F238E27FC236}">
                    <a16:creationId xmlns:a16="http://schemas.microsoft.com/office/drawing/2014/main" id="{48600294-024C-83E2-2E19-065193D38E36}"/>
                  </a:ext>
                </a:extLst>
              </p:cNvPr>
              <p:cNvSpPr txBox="1"/>
              <p:nvPr/>
            </p:nvSpPr>
            <p:spPr>
              <a:xfrm>
                <a:off x="1293528" y="3034553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  </a:t>
                </a:r>
              </a:p>
            </p:txBody>
          </p:sp>
          <p:sp>
            <p:nvSpPr>
              <p:cNvPr id="2650" name="TextBox 2649">
                <a:extLst>
                  <a:ext uri="{FF2B5EF4-FFF2-40B4-BE49-F238E27FC236}">
                    <a16:creationId xmlns:a16="http://schemas.microsoft.com/office/drawing/2014/main" id="{2533470A-3523-46E3-B429-191F0861CF25}"/>
                  </a:ext>
                </a:extLst>
              </p:cNvPr>
              <p:cNvSpPr txBox="1"/>
              <p:nvPr/>
            </p:nvSpPr>
            <p:spPr>
              <a:xfrm>
                <a:off x="498028" y="3034553"/>
                <a:ext cx="35779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</a:t>
                </a:r>
              </a:p>
            </p:txBody>
          </p:sp>
          <p:sp>
            <p:nvSpPr>
              <p:cNvPr id="2651" name="TextBox 2650">
                <a:extLst>
                  <a:ext uri="{FF2B5EF4-FFF2-40B4-BE49-F238E27FC236}">
                    <a16:creationId xmlns:a16="http://schemas.microsoft.com/office/drawing/2014/main" id="{88F5349A-604C-E42A-F73C-35A20A662758}"/>
                  </a:ext>
                </a:extLst>
              </p:cNvPr>
              <p:cNvSpPr txBox="1"/>
              <p:nvPr/>
            </p:nvSpPr>
            <p:spPr>
              <a:xfrm>
                <a:off x="2309352" y="3034553"/>
                <a:ext cx="3802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abc</a:t>
                </a:r>
              </a:p>
            </p:txBody>
          </p:sp>
          <p:sp>
            <p:nvSpPr>
              <p:cNvPr id="2652" name="TextBox 2651">
                <a:extLst>
                  <a:ext uri="{FF2B5EF4-FFF2-40B4-BE49-F238E27FC236}">
                    <a16:creationId xmlns:a16="http://schemas.microsoft.com/office/drawing/2014/main" id="{FD42DA7C-EE6E-9305-BBA8-89FDACBAE1A4}"/>
                  </a:ext>
                </a:extLst>
              </p:cNvPr>
              <p:cNvSpPr txBox="1"/>
              <p:nvPr/>
            </p:nvSpPr>
            <p:spPr>
              <a:xfrm>
                <a:off x="761632" y="3034553"/>
                <a:ext cx="35137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bc</a:t>
                </a:r>
              </a:p>
            </p:txBody>
          </p:sp>
          <p:sp>
            <p:nvSpPr>
              <p:cNvPr id="2653" name="TextBox 2652">
                <a:extLst>
                  <a:ext uri="{FF2B5EF4-FFF2-40B4-BE49-F238E27FC236}">
                    <a16:creationId xmlns:a16="http://schemas.microsoft.com/office/drawing/2014/main" id="{2217EB21-F37A-1C6D-EE76-8066C91EBEF2}"/>
                  </a:ext>
                </a:extLst>
              </p:cNvPr>
              <p:cNvSpPr txBox="1"/>
              <p:nvPr/>
            </p:nvSpPr>
            <p:spPr>
              <a:xfrm>
                <a:off x="1021907" y="3034553"/>
                <a:ext cx="35137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</a:t>
                </a:r>
                <a:r>
                  <a:rPr lang="en-US" sz="800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bc</a:t>
                </a:r>
                <a:endPara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2654" name="TextBox 2653">
                <a:extLst>
                  <a:ext uri="{FF2B5EF4-FFF2-40B4-BE49-F238E27FC236}">
                    <a16:creationId xmlns:a16="http://schemas.microsoft.com/office/drawing/2014/main" id="{C6968801-DA46-8DFE-39AF-2D5626CF0BB6}"/>
                  </a:ext>
                </a:extLst>
              </p:cNvPr>
              <p:cNvSpPr txBox="1"/>
              <p:nvPr/>
            </p:nvSpPr>
            <p:spPr>
              <a:xfrm>
                <a:off x="1817408" y="3034553"/>
                <a:ext cx="32252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</a:t>
                </a:r>
              </a:p>
            </p:txBody>
          </p:sp>
          <p:sp>
            <p:nvSpPr>
              <p:cNvPr id="2655" name="Freeform 2654">
                <a:extLst>
                  <a:ext uri="{FF2B5EF4-FFF2-40B4-BE49-F238E27FC236}">
                    <a16:creationId xmlns:a16="http://schemas.microsoft.com/office/drawing/2014/main" id="{2B42C8F1-6B09-1283-B613-9E143A3495CD}"/>
                  </a:ext>
                </a:extLst>
              </p:cNvPr>
              <p:cNvSpPr/>
              <p:nvPr/>
            </p:nvSpPr>
            <p:spPr>
              <a:xfrm>
                <a:off x="520733" y="3077892"/>
                <a:ext cx="2134923" cy="1348706"/>
              </a:xfrm>
              <a:custGeom>
                <a:avLst/>
                <a:gdLst>
                  <a:gd name="csX0" fmla="*/ 0 w 2134923"/>
                  <a:gd name="csY0" fmla="*/ 0 h 1348706"/>
                  <a:gd name="csX1" fmla="*/ 2134924 w 2134923"/>
                  <a:gd name="csY1" fmla="*/ 0 h 1348706"/>
                  <a:gd name="csX2" fmla="*/ 2134924 w 2134923"/>
                  <a:gd name="csY2" fmla="*/ 1348706 h 1348706"/>
                  <a:gd name="csX3" fmla="*/ 0 w 2134923"/>
                  <a:gd name="csY3" fmla="*/ 1348706 h 1348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34923" h="1348706">
                    <a:moveTo>
                      <a:pt x="0" y="0"/>
                    </a:moveTo>
                    <a:lnTo>
                      <a:pt x="2134924" y="0"/>
                    </a:lnTo>
                    <a:lnTo>
                      <a:pt x="2134924" y="1348706"/>
                    </a:lnTo>
                    <a:lnTo>
                      <a:pt x="0" y="1348706"/>
                    </a:lnTo>
                    <a:close/>
                  </a:path>
                </a:pathLst>
              </a:custGeom>
              <a:noFill/>
              <a:ln w="13212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</p:grpSp>
        <p:grpSp>
          <p:nvGrpSpPr>
            <p:cNvPr id="2656" name="Graphic 52">
              <a:extLst>
                <a:ext uri="{FF2B5EF4-FFF2-40B4-BE49-F238E27FC236}">
                  <a16:creationId xmlns:a16="http://schemas.microsoft.com/office/drawing/2014/main" id="{7349E3B1-E47E-8AD2-A2CA-D16E4B99792C}"/>
                </a:ext>
              </a:extLst>
            </p:cNvPr>
            <p:cNvGrpSpPr/>
            <p:nvPr/>
          </p:nvGrpSpPr>
          <p:grpSpPr>
            <a:xfrm>
              <a:off x="180347" y="3063597"/>
              <a:ext cx="2501221" cy="1736683"/>
              <a:chOff x="180347" y="3063597"/>
              <a:chExt cx="2501221" cy="1736683"/>
            </a:xfrm>
          </p:grpSpPr>
          <p:sp>
            <p:nvSpPr>
              <p:cNvPr id="2657" name="TextBox 2656">
                <a:extLst>
                  <a:ext uri="{FF2B5EF4-FFF2-40B4-BE49-F238E27FC236}">
                    <a16:creationId xmlns:a16="http://schemas.microsoft.com/office/drawing/2014/main" id="{02932E02-B0A3-EE6D-9AB2-20FA4C410B89}"/>
                  </a:ext>
                </a:extLst>
              </p:cNvPr>
              <p:cNvSpPr txBox="1"/>
              <p:nvPr/>
            </p:nvSpPr>
            <p:spPr>
              <a:xfrm>
                <a:off x="305038" y="4258932"/>
                <a:ext cx="24878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2658" name="TextBox 2657">
                <a:extLst>
                  <a:ext uri="{FF2B5EF4-FFF2-40B4-BE49-F238E27FC236}">
                    <a16:creationId xmlns:a16="http://schemas.microsoft.com/office/drawing/2014/main" id="{EDF9B2D7-89F5-EBB5-03E7-1AF62F699B2D}"/>
                  </a:ext>
                </a:extLst>
              </p:cNvPr>
              <p:cNvSpPr txBox="1"/>
              <p:nvPr/>
            </p:nvSpPr>
            <p:spPr>
              <a:xfrm>
                <a:off x="180347" y="3960130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200</a:t>
                </a:r>
              </a:p>
            </p:txBody>
          </p:sp>
          <p:sp>
            <p:nvSpPr>
              <p:cNvPr id="2659" name="TextBox 2658">
                <a:extLst>
                  <a:ext uri="{FF2B5EF4-FFF2-40B4-BE49-F238E27FC236}">
                    <a16:creationId xmlns:a16="http://schemas.microsoft.com/office/drawing/2014/main" id="{9FD762FD-F37C-C441-CAA8-762B115E7769}"/>
                  </a:ext>
                </a:extLst>
              </p:cNvPr>
              <p:cNvSpPr txBox="1"/>
              <p:nvPr/>
            </p:nvSpPr>
            <p:spPr>
              <a:xfrm>
                <a:off x="180347" y="3661201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400</a:t>
                </a:r>
              </a:p>
            </p:txBody>
          </p:sp>
          <p:sp>
            <p:nvSpPr>
              <p:cNvPr id="2660" name="TextBox 2659">
                <a:extLst>
                  <a:ext uri="{FF2B5EF4-FFF2-40B4-BE49-F238E27FC236}">
                    <a16:creationId xmlns:a16="http://schemas.microsoft.com/office/drawing/2014/main" id="{E921BB03-B892-CA1D-A9C3-7751524DB5C7}"/>
                  </a:ext>
                </a:extLst>
              </p:cNvPr>
              <p:cNvSpPr txBox="1"/>
              <p:nvPr/>
            </p:nvSpPr>
            <p:spPr>
              <a:xfrm>
                <a:off x="180347" y="3362399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600</a:t>
                </a:r>
              </a:p>
            </p:txBody>
          </p:sp>
          <p:sp>
            <p:nvSpPr>
              <p:cNvPr id="2661" name="TextBox 2660">
                <a:extLst>
                  <a:ext uri="{FF2B5EF4-FFF2-40B4-BE49-F238E27FC236}">
                    <a16:creationId xmlns:a16="http://schemas.microsoft.com/office/drawing/2014/main" id="{421B9ED5-9DC4-CC39-E243-8F2DCA0FD62A}"/>
                  </a:ext>
                </a:extLst>
              </p:cNvPr>
              <p:cNvSpPr txBox="1"/>
              <p:nvPr/>
            </p:nvSpPr>
            <p:spPr>
              <a:xfrm>
                <a:off x="180347" y="3063597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800</a:t>
                </a:r>
              </a:p>
            </p:txBody>
          </p:sp>
          <p:sp>
            <p:nvSpPr>
              <p:cNvPr id="2662" name="Freeform 2661">
                <a:extLst>
                  <a:ext uri="{FF2B5EF4-FFF2-40B4-BE49-F238E27FC236}">
                    <a16:creationId xmlns:a16="http://schemas.microsoft.com/office/drawing/2014/main" id="{F661A5F5-6948-2CBE-5250-E4A41D4439BF}"/>
                  </a:ext>
                </a:extLst>
              </p:cNvPr>
              <p:cNvSpPr/>
              <p:nvPr/>
            </p:nvSpPr>
            <p:spPr>
              <a:xfrm>
                <a:off x="486822" y="4365350"/>
                <a:ext cx="33911" cy="12602"/>
              </a:xfrm>
              <a:custGeom>
                <a:avLst/>
                <a:gdLst>
                  <a:gd name="csX0" fmla="*/ 0 w 33911"/>
                  <a:gd name="csY0" fmla="*/ 0 h 12602"/>
                  <a:gd name="csX1" fmla="*/ 33911 w 33911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602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3" name="Freeform 2662">
                <a:extLst>
                  <a:ext uri="{FF2B5EF4-FFF2-40B4-BE49-F238E27FC236}">
                    <a16:creationId xmlns:a16="http://schemas.microsoft.com/office/drawing/2014/main" id="{4D58990F-1573-0659-0277-81A78C993832}"/>
                  </a:ext>
                </a:extLst>
              </p:cNvPr>
              <p:cNvSpPr/>
              <p:nvPr/>
            </p:nvSpPr>
            <p:spPr>
              <a:xfrm>
                <a:off x="486822" y="4066548"/>
                <a:ext cx="33911" cy="12602"/>
              </a:xfrm>
              <a:custGeom>
                <a:avLst/>
                <a:gdLst>
                  <a:gd name="csX0" fmla="*/ 0 w 33911"/>
                  <a:gd name="csY0" fmla="*/ 0 h 12602"/>
                  <a:gd name="csX1" fmla="*/ 33911 w 33911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602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4" name="Freeform 2663">
                <a:extLst>
                  <a:ext uri="{FF2B5EF4-FFF2-40B4-BE49-F238E27FC236}">
                    <a16:creationId xmlns:a16="http://schemas.microsoft.com/office/drawing/2014/main" id="{653CD650-6B3C-6DDA-862B-E636D78FD5F4}"/>
                  </a:ext>
                </a:extLst>
              </p:cNvPr>
              <p:cNvSpPr/>
              <p:nvPr/>
            </p:nvSpPr>
            <p:spPr>
              <a:xfrm>
                <a:off x="486822" y="3767619"/>
                <a:ext cx="33911" cy="12602"/>
              </a:xfrm>
              <a:custGeom>
                <a:avLst/>
                <a:gdLst>
                  <a:gd name="csX0" fmla="*/ 0 w 33911"/>
                  <a:gd name="csY0" fmla="*/ 0 h 12602"/>
                  <a:gd name="csX1" fmla="*/ 33911 w 33911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602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5" name="Freeform 2664">
                <a:extLst>
                  <a:ext uri="{FF2B5EF4-FFF2-40B4-BE49-F238E27FC236}">
                    <a16:creationId xmlns:a16="http://schemas.microsoft.com/office/drawing/2014/main" id="{BB0C7BF1-BF07-7643-88B8-3B7256B64984}"/>
                  </a:ext>
                </a:extLst>
              </p:cNvPr>
              <p:cNvSpPr/>
              <p:nvPr/>
            </p:nvSpPr>
            <p:spPr>
              <a:xfrm>
                <a:off x="486822" y="3468817"/>
                <a:ext cx="33911" cy="12602"/>
              </a:xfrm>
              <a:custGeom>
                <a:avLst/>
                <a:gdLst>
                  <a:gd name="csX0" fmla="*/ 0 w 33911"/>
                  <a:gd name="csY0" fmla="*/ 0 h 12602"/>
                  <a:gd name="csX1" fmla="*/ 33911 w 33911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602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6" name="Freeform 2665">
                <a:extLst>
                  <a:ext uri="{FF2B5EF4-FFF2-40B4-BE49-F238E27FC236}">
                    <a16:creationId xmlns:a16="http://schemas.microsoft.com/office/drawing/2014/main" id="{642A78E4-A6B2-B892-40D6-1435BCBC828F}"/>
                  </a:ext>
                </a:extLst>
              </p:cNvPr>
              <p:cNvSpPr/>
              <p:nvPr/>
            </p:nvSpPr>
            <p:spPr>
              <a:xfrm>
                <a:off x="486822" y="3170015"/>
                <a:ext cx="33911" cy="12602"/>
              </a:xfrm>
              <a:custGeom>
                <a:avLst/>
                <a:gdLst>
                  <a:gd name="csX0" fmla="*/ 0 w 33911"/>
                  <a:gd name="csY0" fmla="*/ 0 h 12602"/>
                  <a:gd name="csX1" fmla="*/ 33911 w 33911"/>
                  <a:gd name="csY1" fmla="*/ 0 h 126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602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7" name="Freeform 2666">
                <a:extLst>
                  <a:ext uri="{FF2B5EF4-FFF2-40B4-BE49-F238E27FC236}">
                    <a16:creationId xmlns:a16="http://schemas.microsoft.com/office/drawing/2014/main" id="{25B354F0-0C41-EB6D-24E9-222B187A6368}"/>
                  </a:ext>
                </a:extLst>
              </p:cNvPr>
              <p:cNvSpPr/>
              <p:nvPr/>
            </p:nvSpPr>
            <p:spPr>
              <a:xfrm>
                <a:off x="676923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8" name="Freeform 2667">
                <a:extLst>
                  <a:ext uri="{FF2B5EF4-FFF2-40B4-BE49-F238E27FC236}">
                    <a16:creationId xmlns:a16="http://schemas.microsoft.com/office/drawing/2014/main" id="{D9ABA0DC-ECA0-9036-DF01-EF018AB0F49C}"/>
                  </a:ext>
                </a:extLst>
              </p:cNvPr>
              <p:cNvSpPr/>
              <p:nvPr/>
            </p:nvSpPr>
            <p:spPr>
              <a:xfrm>
                <a:off x="937322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9" name="Freeform 2668">
                <a:extLst>
                  <a:ext uri="{FF2B5EF4-FFF2-40B4-BE49-F238E27FC236}">
                    <a16:creationId xmlns:a16="http://schemas.microsoft.com/office/drawing/2014/main" id="{0671C713-C1C4-66C6-7991-D6ECC10E8626}"/>
                  </a:ext>
                </a:extLst>
              </p:cNvPr>
              <p:cNvSpPr/>
              <p:nvPr/>
            </p:nvSpPr>
            <p:spPr>
              <a:xfrm>
                <a:off x="1197597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0" name="Freeform 2669">
                <a:extLst>
                  <a:ext uri="{FF2B5EF4-FFF2-40B4-BE49-F238E27FC236}">
                    <a16:creationId xmlns:a16="http://schemas.microsoft.com/office/drawing/2014/main" id="{2FB0A94C-7705-A641-7CDD-8369FB4BFC1A}"/>
                  </a:ext>
                </a:extLst>
              </p:cNvPr>
              <p:cNvSpPr/>
              <p:nvPr/>
            </p:nvSpPr>
            <p:spPr>
              <a:xfrm>
                <a:off x="1457996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1" name="Freeform 2670">
                <a:extLst>
                  <a:ext uri="{FF2B5EF4-FFF2-40B4-BE49-F238E27FC236}">
                    <a16:creationId xmlns:a16="http://schemas.microsoft.com/office/drawing/2014/main" id="{1DBC92F0-38A8-DBD4-8387-BE3B0F20915C}"/>
                  </a:ext>
                </a:extLst>
              </p:cNvPr>
              <p:cNvSpPr/>
              <p:nvPr/>
            </p:nvSpPr>
            <p:spPr>
              <a:xfrm>
                <a:off x="1718394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2" name="Freeform 2671">
                <a:extLst>
                  <a:ext uri="{FF2B5EF4-FFF2-40B4-BE49-F238E27FC236}">
                    <a16:creationId xmlns:a16="http://schemas.microsoft.com/office/drawing/2014/main" id="{5D1124EC-B673-B90A-8E53-922B421620CF}"/>
                  </a:ext>
                </a:extLst>
              </p:cNvPr>
              <p:cNvSpPr/>
              <p:nvPr/>
            </p:nvSpPr>
            <p:spPr>
              <a:xfrm>
                <a:off x="1978670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3" name="Freeform 2672">
                <a:extLst>
                  <a:ext uri="{FF2B5EF4-FFF2-40B4-BE49-F238E27FC236}">
                    <a16:creationId xmlns:a16="http://schemas.microsoft.com/office/drawing/2014/main" id="{1B7909FD-A373-70A7-6317-745F76F17B0A}"/>
                  </a:ext>
                </a:extLst>
              </p:cNvPr>
              <p:cNvSpPr/>
              <p:nvPr/>
            </p:nvSpPr>
            <p:spPr>
              <a:xfrm>
                <a:off x="2239068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4" name="Freeform 2673">
                <a:extLst>
                  <a:ext uri="{FF2B5EF4-FFF2-40B4-BE49-F238E27FC236}">
                    <a16:creationId xmlns:a16="http://schemas.microsoft.com/office/drawing/2014/main" id="{14103321-B095-D87E-4763-16AD7396A516}"/>
                  </a:ext>
                </a:extLst>
              </p:cNvPr>
              <p:cNvSpPr/>
              <p:nvPr/>
            </p:nvSpPr>
            <p:spPr>
              <a:xfrm>
                <a:off x="2499467" y="4426598"/>
                <a:ext cx="12376" cy="34530"/>
              </a:xfrm>
              <a:custGeom>
                <a:avLst/>
                <a:gdLst>
                  <a:gd name="csX0" fmla="*/ 0 w 12376"/>
                  <a:gd name="csY0" fmla="*/ 34530 h 34530"/>
                  <a:gd name="csX1" fmla="*/ 0 w 12376"/>
                  <a:gd name="csY1" fmla="*/ 0 h 345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530">
                    <a:moveTo>
                      <a:pt x="0" y="34530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5" name="TextBox 2674">
                <a:extLst>
                  <a:ext uri="{FF2B5EF4-FFF2-40B4-BE49-F238E27FC236}">
                    <a16:creationId xmlns:a16="http://schemas.microsoft.com/office/drawing/2014/main" id="{DD4A17F3-CAC2-8B42-64BC-E806119E78D4}"/>
                  </a:ext>
                </a:extLst>
              </p:cNvPr>
              <p:cNvSpPr txBox="1"/>
              <p:nvPr/>
            </p:nvSpPr>
            <p:spPr>
              <a:xfrm>
                <a:off x="549323" y="4422133"/>
                <a:ext cx="25519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2676" name="TextBox 2675">
                <a:extLst>
                  <a:ext uri="{FF2B5EF4-FFF2-40B4-BE49-F238E27FC236}">
                    <a16:creationId xmlns:a16="http://schemas.microsoft.com/office/drawing/2014/main" id="{7D5BD189-3862-AC13-B76F-A6ACF422BCB2}"/>
                  </a:ext>
                </a:extLst>
              </p:cNvPr>
              <p:cNvSpPr txBox="1"/>
              <p:nvPr/>
            </p:nvSpPr>
            <p:spPr>
              <a:xfrm>
                <a:off x="796899" y="4422133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2677" name="TextBox 2676">
                <a:extLst>
                  <a:ext uri="{FF2B5EF4-FFF2-40B4-BE49-F238E27FC236}">
                    <a16:creationId xmlns:a16="http://schemas.microsoft.com/office/drawing/2014/main" id="{888C357B-92D4-AC53-C342-FE470E48812D}"/>
                  </a:ext>
                </a:extLst>
              </p:cNvPr>
              <p:cNvSpPr txBox="1"/>
              <p:nvPr/>
            </p:nvSpPr>
            <p:spPr>
              <a:xfrm>
                <a:off x="1089234" y="4422133"/>
                <a:ext cx="2167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2678" name="TextBox 2677">
                <a:extLst>
                  <a:ext uri="{FF2B5EF4-FFF2-40B4-BE49-F238E27FC236}">
                    <a16:creationId xmlns:a16="http://schemas.microsoft.com/office/drawing/2014/main" id="{DD1EB0D7-3543-DBB6-B64A-F81737849217}"/>
                  </a:ext>
                </a:extLst>
              </p:cNvPr>
              <p:cNvSpPr txBox="1"/>
              <p:nvPr/>
            </p:nvSpPr>
            <p:spPr>
              <a:xfrm>
                <a:off x="1311161" y="4422133"/>
                <a:ext cx="29367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IP</a:t>
                </a:r>
              </a:p>
            </p:txBody>
          </p:sp>
          <p:sp>
            <p:nvSpPr>
              <p:cNvPr id="2679" name="TextBox 2678">
                <a:extLst>
                  <a:ext uri="{FF2B5EF4-FFF2-40B4-BE49-F238E27FC236}">
                    <a16:creationId xmlns:a16="http://schemas.microsoft.com/office/drawing/2014/main" id="{2B006CCE-49C7-E690-B006-F784B274A6D4}"/>
                  </a:ext>
                </a:extLst>
              </p:cNvPr>
              <p:cNvSpPr txBox="1"/>
              <p:nvPr/>
            </p:nvSpPr>
            <p:spPr>
              <a:xfrm>
                <a:off x="1577971" y="4422133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2680" name="TextBox 2679">
                <a:extLst>
                  <a:ext uri="{FF2B5EF4-FFF2-40B4-BE49-F238E27FC236}">
                    <a16:creationId xmlns:a16="http://schemas.microsoft.com/office/drawing/2014/main" id="{AB45519D-1AF0-DCA7-A8E7-BA15106FDEC1}"/>
                  </a:ext>
                </a:extLst>
              </p:cNvPr>
              <p:cNvSpPr txBox="1"/>
              <p:nvPr/>
            </p:nvSpPr>
            <p:spPr>
              <a:xfrm>
                <a:off x="1799774" y="4422133"/>
                <a:ext cx="35779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LIP</a:t>
                </a:r>
              </a:p>
            </p:txBody>
          </p:sp>
          <p:sp>
            <p:nvSpPr>
              <p:cNvPr id="2681" name="TextBox 2680">
                <a:extLst>
                  <a:ext uri="{FF2B5EF4-FFF2-40B4-BE49-F238E27FC236}">
                    <a16:creationId xmlns:a16="http://schemas.microsoft.com/office/drawing/2014/main" id="{3F566040-5831-C6F1-875E-941F4221CE52}"/>
                  </a:ext>
                </a:extLst>
              </p:cNvPr>
              <p:cNvSpPr txBox="1"/>
              <p:nvPr/>
            </p:nvSpPr>
            <p:spPr>
              <a:xfrm>
                <a:off x="2069792" y="4422133"/>
                <a:ext cx="338554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2682" name="TextBox 2681">
                <a:extLst>
                  <a:ext uri="{FF2B5EF4-FFF2-40B4-BE49-F238E27FC236}">
                    <a16:creationId xmlns:a16="http://schemas.microsoft.com/office/drawing/2014/main" id="{46EB8EB8-46F1-D792-BEF7-0653E1D49CA6}"/>
                  </a:ext>
                </a:extLst>
              </p:cNvPr>
              <p:cNvSpPr txBox="1"/>
              <p:nvPr/>
            </p:nvSpPr>
            <p:spPr>
              <a:xfrm>
                <a:off x="2317366" y="4422133"/>
                <a:ext cx="364202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NM</a:t>
                </a:r>
              </a:p>
            </p:txBody>
          </p:sp>
          <p:sp>
            <p:nvSpPr>
              <p:cNvPr id="2683" name="TextBox 2682">
                <a:extLst>
                  <a:ext uri="{FF2B5EF4-FFF2-40B4-BE49-F238E27FC236}">
                    <a16:creationId xmlns:a16="http://schemas.microsoft.com/office/drawing/2014/main" id="{02D3F3A6-1821-DE4B-0C4C-7ACDBE5B56A9}"/>
                  </a:ext>
                </a:extLst>
              </p:cNvPr>
              <p:cNvSpPr txBox="1"/>
              <p:nvPr/>
            </p:nvSpPr>
            <p:spPr>
              <a:xfrm>
                <a:off x="1315524" y="4554059"/>
                <a:ext cx="54534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</p:grpSp>
      </p:grpSp>
      <p:grpSp>
        <p:nvGrpSpPr>
          <p:cNvPr id="2685" name="Graphic 53">
            <a:extLst>
              <a:ext uri="{FF2B5EF4-FFF2-40B4-BE49-F238E27FC236}">
                <a16:creationId xmlns:a16="http://schemas.microsoft.com/office/drawing/2014/main" id="{E9E61E75-4920-78B4-C13F-07A26CFBD123}"/>
              </a:ext>
            </a:extLst>
          </p:cNvPr>
          <p:cNvGrpSpPr/>
          <p:nvPr/>
        </p:nvGrpSpPr>
        <p:grpSpPr>
          <a:xfrm>
            <a:off x="50184" y="4434051"/>
            <a:ext cx="2676268" cy="1809908"/>
            <a:chOff x="50184" y="4434051"/>
            <a:chExt cx="2676268" cy="1809908"/>
          </a:xfrm>
        </p:grpSpPr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FD8882CF-A318-EC65-1A90-4D236236C940}"/>
                </a:ext>
              </a:extLst>
            </p:cNvPr>
            <p:cNvSpPr/>
            <p:nvPr/>
          </p:nvSpPr>
          <p:spPr>
            <a:xfrm>
              <a:off x="50184" y="4434051"/>
              <a:ext cx="2673296" cy="1809908"/>
            </a:xfrm>
            <a:custGeom>
              <a:avLst/>
              <a:gdLst>
                <a:gd name="csX0" fmla="*/ 0 w 2673296"/>
                <a:gd name="csY0" fmla="*/ 0 h 1809908"/>
                <a:gd name="csX1" fmla="*/ 2673296 w 2673296"/>
                <a:gd name="csY1" fmla="*/ 0 h 1809908"/>
                <a:gd name="csX2" fmla="*/ 2673296 w 2673296"/>
                <a:gd name="csY2" fmla="*/ 1809908 h 1809908"/>
                <a:gd name="csX3" fmla="*/ 0 w 2673296"/>
                <a:gd name="csY3" fmla="*/ 1809908 h 1809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3296" h="1809908">
                  <a:moveTo>
                    <a:pt x="0" y="0"/>
                  </a:moveTo>
                  <a:lnTo>
                    <a:pt x="2673296" y="0"/>
                  </a:lnTo>
                  <a:lnTo>
                    <a:pt x="2673296" y="1809908"/>
                  </a:lnTo>
                  <a:lnTo>
                    <a:pt x="0" y="1809908"/>
                  </a:lnTo>
                  <a:close/>
                </a:path>
              </a:pathLst>
            </a:custGeom>
            <a:solidFill>
              <a:srgbClr val="FFFFFF"/>
            </a:solidFill>
            <a:ln w="12347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CBAC3FFE-3ACB-B399-B9AA-41D85DF1ABD3}"/>
                </a:ext>
              </a:extLst>
            </p:cNvPr>
            <p:cNvSpPr/>
            <p:nvPr/>
          </p:nvSpPr>
          <p:spPr>
            <a:xfrm>
              <a:off x="50184" y="4434051"/>
              <a:ext cx="2673296" cy="1809908"/>
            </a:xfrm>
            <a:custGeom>
              <a:avLst/>
              <a:gdLst>
                <a:gd name="csX0" fmla="*/ 0 w 2673296"/>
                <a:gd name="csY0" fmla="*/ 0 h 1809908"/>
                <a:gd name="csX1" fmla="*/ 2673296 w 2673296"/>
                <a:gd name="csY1" fmla="*/ 0 h 1809908"/>
                <a:gd name="csX2" fmla="*/ 2673296 w 2673296"/>
                <a:gd name="csY2" fmla="*/ 1809908 h 1809908"/>
                <a:gd name="csX3" fmla="*/ 0 w 2673296"/>
                <a:gd name="csY3" fmla="*/ 1809908 h 1809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3296" h="1809908">
                  <a:moveTo>
                    <a:pt x="0" y="0"/>
                  </a:moveTo>
                  <a:lnTo>
                    <a:pt x="2673296" y="0"/>
                  </a:lnTo>
                  <a:lnTo>
                    <a:pt x="2673296" y="1809908"/>
                  </a:lnTo>
                  <a:lnTo>
                    <a:pt x="0" y="1809908"/>
                  </a:lnTo>
                  <a:close/>
                </a:path>
              </a:pathLst>
            </a:custGeom>
            <a:solidFill>
              <a:srgbClr val="FFFFFF"/>
            </a:solidFill>
            <a:ln w="13212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grpSp>
          <p:nvGrpSpPr>
            <p:cNvPr id="2688" name="Graphic 53">
              <a:extLst>
                <a:ext uri="{FF2B5EF4-FFF2-40B4-BE49-F238E27FC236}">
                  <a16:creationId xmlns:a16="http://schemas.microsoft.com/office/drawing/2014/main" id="{EEE6901F-D445-B60D-5ADE-0B2A9961B999}"/>
                </a:ext>
              </a:extLst>
            </p:cNvPr>
            <p:cNvGrpSpPr/>
            <p:nvPr/>
          </p:nvGrpSpPr>
          <p:grpSpPr>
            <a:xfrm>
              <a:off x="498028" y="4459583"/>
              <a:ext cx="2228424" cy="1388458"/>
              <a:chOff x="498028" y="4459583"/>
              <a:chExt cx="2228424" cy="1388458"/>
            </a:xfrm>
          </p:grpSpPr>
          <p:sp>
            <p:nvSpPr>
              <p:cNvPr id="2689" name="Freeform 2688">
                <a:extLst>
                  <a:ext uri="{FF2B5EF4-FFF2-40B4-BE49-F238E27FC236}">
                    <a16:creationId xmlns:a16="http://schemas.microsoft.com/office/drawing/2014/main" id="{9AC0F4A5-2737-7C90-9F20-1E77DB2D7581}"/>
                  </a:ext>
                </a:extLst>
              </p:cNvPr>
              <p:cNvSpPr/>
              <p:nvPr/>
            </p:nvSpPr>
            <p:spPr>
              <a:xfrm>
                <a:off x="520733" y="4502928"/>
                <a:ext cx="2134923" cy="1345113"/>
              </a:xfrm>
              <a:custGeom>
                <a:avLst/>
                <a:gdLst>
                  <a:gd name="csX0" fmla="*/ 0 w 2134923"/>
                  <a:gd name="csY0" fmla="*/ 0 h 1345113"/>
                  <a:gd name="csX1" fmla="*/ 2134924 w 2134923"/>
                  <a:gd name="csY1" fmla="*/ 0 h 1345113"/>
                  <a:gd name="csX2" fmla="*/ 2134924 w 2134923"/>
                  <a:gd name="csY2" fmla="*/ 1345114 h 1345113"/>
                  <a:gd name="csX3" fmla="*/ 0 w 2134923"/>
                  <a:gd name="csY3" fmla="*/ 1345114 h 13451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34923" h="1345113">
                    <a:moveTo>
                      <a:pt x="0" y="0"/>
                    </a:moveTo>
                    <a:lnTo>
                      <a:pt x="2134924" y="0"/>
                    </a:lnTo>
                    <a:lnTo>
                      <a:pt x="2134924" y="1345114"/>
                    </a:lnTo>
                    <a:lnTo>
                      <a:pt x="0" y="1345114"/>
                    </a:lnTo>
                    <a:close/>
                  </a:path>
                </a:pathLst>
              </a:custGeom>
              <a:solidFill>
                <a:srgbClr val="FFFFFF"/>
              </a:solidFill>
              <a:ln w="2630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0" name="Freeform 2689">
                <a:extLst>
                  <a:ext uri="{FF2B5EF4-FFF2-40B4-BE49-F238E27FC236}">
                    <a16:creationId xmlns:a16="http://schemas.microsoft.com/office/drawing/2014/main" id="{6FE493D3-ECC4-0E52-4769-0ED0ECCB3E79}"/>
                  </a:ext>
                </a:extLst>
              </p:cNvPr>
              <p:cNvSpPr/>
              <p:nvPr/>
            </p:nvSpPr>
            <p:spPr>
              <a:xfrm>
                <a:off x="559719" y="5222492"/>
                <a:ext cx="234408" cy="12568"/>
              </a:xfrm>
              <a:custGeom>
                <a:avLst/>
                <a:gdLst>
                  <a:gd name="csX0" fmla="*/ 0 w 234408"/>
                  <a:gd name="csY0" fmla="*/ 0 h 12568"/>
                  <a:gd name="csX1" fmla="*/ 234408 w 234408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408" h="12568">
                    <a:moveTo>
                      <a:pt x="0" y="0"/>
                    </a:moveTo>
                    <a:lnTo>
                      <a:pt x="234408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1" name="Freeform 2690">
                <a:extLst>
                  <a:ext uri="{FF2B5EF4-FFF2-40B4-BE49-F238E27FC236}">
                    <a16:creationId xmlns:a16="http://schemas.microsoft.com/office/drawing/2014/main" id="{617D19B4-7CC8-57AF-C774-6302363BE61D}"/>
                  </a:ext>
                </a:extLst>
              </p:cNvPr>
              <p:cNvSpPr/>
              <p:nvPr/>
            </p:nvSpPr>
            <p:spPr>
              <a:xfrm>
                <a:off x="820118" y="4834618"/>
                <a:ext cx="234284" cy="12568"/>
              </a:xfrm>
              <a:custGeom>
                <a:avLst/>
                <a:gdLst>
                  <a:gd name="csX0" fmla="*/ 0 w 234284"/>
                  <a:gd name="csY0" fmla="*/ 0 h 12568"/>
                  <a:gd name="csX1" fmla="*/ 234285 w 234284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568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2" name="Freeform 2691">
                <a:extLst>
                  <a:ext uri="{FF2B5EF4-FFF2-40B4-BE49-F238E27FC236}">
                    <a16:creationId xmlns:a16="http://schemas.microsoft.com/office/drawing/2014/main" id="{CFCCF3C2-6067-B24C-77E1-90E2EAE66366}"/>
                  </a:ext>
                </a:extLst>
              </p:cNvPr>
              <p:cNvSpPr/>
              <p:nvPr/>
            </p:nvSpPr>
            <p:spPr>
              <a:xfrm>
                <a:off x="1080516" y="4901610"/>
                <a:ext cx="234284" cy="12568"/>
              </a:xfrm>
              <a:custGeom>
                <a:avLst/>
                <a:gdLst>
                  <a:gd name="csX0" fmla="*/ 0 w 234284"/>
                  <a:gd name="csY0" fmla="*/ 0 h 12568"/>
                  <a:gd name="csX1" fmla="*/ 234285 w 234284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568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3" name="Freeform 2692">
                <a:extLst>
                  <a:ext uri="{FF2B5EF4-FFF2-40B4-BE49-F238E27FC236}">
                    <a16:creationId xmlns:a16="http://schemas.microsoft.com/office/drawing/2014/main" id="{6EA45941-503C-A746-827F-3C775E6AB699}"/>
                  </a:ext>
                </a:extLst>
              </p:cNvPr>
              <p:cNvSpPr/>
              <p:nvPr/>
            </p:nvSpPr>
            <p:spPr>
              <a:xfrm>
                <a:off x="1340791" y="5374574"/>
                <a:ext cx="234408" cy="12568"/>
              </a:xfrm>
              <a:custGeom>
                <a:avLst/>
                <a:gdLst>
                  <a:gd name="csX0" fmla="*/ 0 w 234408"/>
                  <a:gd name="csY0" fmla="*/ 0 h 12568"/>
                  <a:gd name="csX1" fmla="*/ 234408 w 234408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408" h="12568">
                    <a:moveTo>
                      <a:pt x="0" y="0"/>
                    </a:moveTo>
                    <a:lnTo>
                      <a:pt x="234408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4" name="Freeform 2693">
                <a:extLst>
                  <a:ext uri="{FF2B5EF4-FFF2-40B4-BE49-F238E27FC236}">
                    <a16:creationId xmlns:a16="http://schemas.microsoft.com/office/drawing/2014/main" id="{967B82ED-8A85-F63D-36B2-376E929AEF23}"/>
                  </a:ext>
                </a:extLst>
              </p:cNvPr>
              <p:cNvSpPr/>
              <p:nvPr/>
            </p:nvSpPr>
            <p:spPr>
              <a:xfrm>
                <a:off x="1601190" y="5238454"/>
                <a:ext cx="234284" cy="12568"/>
              </a:xfrm>
              <a:custGeom>
                <a:avLst/>
                <a:gdLst>
                  <a:gd name="csX0" fmla="*/ 0 w 234284"/>
                  <a:gd name="csY0" fmla="*/ 0 h 12568"/>
                  <a:gd name="csX1" fmla="*/ 234285 w 234284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568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5" name="Freeform 2694">
                <a:extLst>
                  <a:ext uri="{FF2B5EF4-FFF2-40B4-BE49-F238E27FC236}">
                    <a16:creationId xmlns:a16="http://schemas.microsoft.com/office/drawing/2014/main" id="{59B935C6-6A0D-C7EA-DC38-A82139514314}"/>
                  </a:ext>
                </a:extLst>
              </p:cNvPr>
              <p:cNvSpPr/>
              <p:nvPr/>
            </p:nvSpPr>
            <p:spPr>
              <a:xfrm>
                <a:off x="1861589" y="4778939"/>
                <a:ext cx="234284" cy="12568"/>
              </a:xfrm>
              <a:custGeom>
                <a:avLst/>
                <a:gdLst>
                  <a:gd name="csX0" fmla="*/ 0 w 234284"/>
                  <a:gd name="csY0" fmla="*/ 0 h 12568"/>
                  <a:gd name="csX1" fmla="*/ 234285 w 234284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34284" h="12568">
                    <a:moveTo>
                      <a:pt x="0" y="0"/>
                    </a:moveTo>
                    <a:lnTo>
                      <a:pt x="234285" y="0"/>
                    </a:lnTo>
                  </a:path>
                </a:pathLst>
              </a:custGeom>
              <a:ln w="32967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6" name="Freeform 2695">
                <a:extLst>
                  <a:ext uri="{FF2B5EF4-FFF2-40B4-BE49-F238E27FC236}">
                    <a16:creationId xmlns:a16="http://schemas.microsoft.com/office/drawing/2014/main" id="{82C130B6-B0E5-95E0-031F-6A2E21666F29}"/>
                  </a:ext>
                </a:extLst>
              </p:cNvPr>
              <p:cNvSpPr/>
              <p:nvPr/>
            </p:nvSpPr>
            <p:spPr>
              <a:xfrm>
                <a:off x="624818" y="5101705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7" name="Freeform 2696">
                <a:extLst>
                  <a:ext uri="{FF2B5EF4-FFF2-40B4-BE49-F238E27FC236}">
                    <a16:creationId xmlns:a16="http://schemas.microsoft.com/office/drawing/2014/main" id="{4038846E-1931-F696-408A-8FFCE2BC3A96}"/>
                  </a:ext>
                </a:extLst>
              </p:cNvPr>
              <p:cNvSpPr/>
              <p:nvPr/>
            </p:nvSpPr>
            <p:spPr>
              <a:xfrm>
                <a:off x="676923" y="5101705"/>
                <a:ext cx="12376" cy="241446"/>
              </a:xfrm>
              <a:custGeom>
                <a:avLst/>
                <a:gdLst>
                  <a:gd name="csX0" fmla="*/ 0 w 12376"/>
                  <a:gd name="csY0" fmla="*/ 0 h 241446"/>
                  <a:gd name="csX1" fmla="*/ 0 w 12376"/>
                  <a:gd name="csY1" fmla="*/ 241447 h 2414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241446">
                    <a:moveTo>
                      <a:pt x="0" y="0"/>
                    </a:moveTo>
                    <a:lnTo>
                      <a:pt x="0" y="241447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8" name="Freeform 2697">
                <a:extLst>
                  <a:ext uri="{FF2B5EF4-FFF2-40B4-BE49-F238E27FC236}">
                    <a16:creationId xmlns:a16="http://schemas.microsoft.com/office/drawing/2014/main" id="{55071167-7192-96D9-6FD3-1A6972804378}"/>
                  </a:ext>
                </a:extLst>
              </p:cNvPr>
              <p:cNvSpPr/>
              <p:nvPr/>
            </p:nvSpPr>
            <p:spPr>
              <a:xfrm>
                <a:off x="624818" y="5343152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9" name="Freeform 2698">
                <a:extLst>
                  <a:ext uri="{FF2B5EF4-FFF2-40B4-BE49-F238E27FC236}">
                    <a16:creationId xmlns:a16="http://schemas.microsoft.com/office/drawing/2014/main" id="{14E2E408-A2A3-27E8-6296-01C88EA6D723}"/>
                  </a:ext>
                </a:extLst>
              </p:cNvPr>
              <p:cNvSpPr/>
              <p:nvPr/>
            </p:nvSpPr>
            <p:spPr>
              <a:xfrm>
                <a:off x="885217" y="4753675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0" name="Freeform 2699">
                <a:extLst>
                  <a:ext uri="{FF2B5EF4-FFF2-40B4-BE49-F238E27FC236}">
                    <a16:creationId xmlns:a16="http://schemas.microsoft.com/office/drawing/2014/main" id="{B9AD3056-8B77-F4AA-8B1E-C8F5ACB3184C}"/>
                  </a:ext>
                </a:extLst>
              </p:cNvPr>
              <p:cNvSpPr/>
              <p:nvPr/>
            </p:nvSpPr>
            <p:spPr>
              <a:xfrm>
                <a:off x="937322" y="4753675"/>
                <a:ext cx="12376" cy="161760"/>
              </a:xfrm>
              <a:custGeom>
                <a:avLst/>
                <a:gdLst>
                  <a:gd name="csX0" fmla="*/ 0 w 12376"/>
                  <a:gd name="csY0" fmla="*/ 0 h 161760"/>
                  <a:gd name="csX1" fmla="*/ 0 w 12376"/>
                  <a:gd name="csY1" fmla="*/ 161761 h 1617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61760">
                    <a:moveTo>
                      <a:pt x="0" y="0"/>
                    </a:moveTo>
                    <a:lnTo>
                      <a:pt x="0" y="161761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1" name="Freeform 2700">
                <a:extLst>
                  <a:ext uri="{FF2B5EF4-FFF2-40B4-BE49-F238E27FC236}">
                    <a16:creationId xmlns:a16="http://schemas.microsoft.com/office/drawing/2014/main" id="{8E851FA0-067F-B73F-AD8C-C46DA1B54BF9}"/>
                  </a:ext>
                </a:extLst>
              </p:cNvPr>
              <p:cNvSpPr/>
              <p:nvPr/>
            </p:nvSpPr>
            <p:spPr>
              <a:xfrm>
                <a:off x="885217" y="4915436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2" name="Freeform 2701">
                <a:extLst>
                  <a:ext uri="{FF2B5EF4-FFF2-40B4-BE49-F238E27FC236}">
                    <a16:creationId xmlns:a16="http://schemas.microsoft.com/office/drawing/2014/main" id="{70A5660D-BA78-627C-6042-C011F38216B0}"/>
                  </a:ext>
                </a:extLst>
              </p:cNvPr>
              <p:cNvSpPr/>
              <p:nvPr/>
            </p:nvSpPr>
            <p:spPr>
              <a:xfrm>
                <a:off x="1145616" y="4820667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3" name="Freeform 2702">
                <a:extLst>
                  <a:ext uri="{FF2B5EF4-FFF2-40B4-BE49-F238E27FC236}">
                    <a16:creationId xmlns:a16="http://schemas.microsoft.com/office/drawing/2014/main" id="{646EA0CB-9081-EBFD-3957-5400E4444017}"/>
                  </a:ext>
                </a:extLst>
              </p:cNvPr>
              <p:cNvSpPr/>
              <p:nvPr/>
            </p:nvSpPr>
            <p:spPr>
              <a:xfrm>
                <a:off x="1197597" y="4820667"/>
                <a:ext cx="12376" cy="161760"/>
              </a:xfrm>
              <a:custGeom>
                <a:avLst/>
                <a:gdLst>
                  <a:gd name="csX0" fmla="*/ 0 w 12376"/>
                  <a:gd name="csY0" fmla="*/ 0 h 161760"/>
                  <a:gd name="csX1" fmla="*/ 0 w 12376"/>
                  <a:gd name="csY1" fmla="*/ 161761 h 1617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61760">
                    <a:moveTo>
                      <a:pt x="0" y="0"/>
                    </a:moveTo>
                    <a:lnTo>
                      <a:pt x="0" y="161761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4" name="Freeform 2703">
                <a:extLst>
                  <a:ext uri="{FF2B5EF4-FFF2-40B4-BE49-F238E27FC236}">
                    <a16:creationId xmlns:a16="http://schemas.microsoft.com/office/drawing/2014/main" id="{6D4132EB-B97D-548B-F27C-EDBEE3F8F3D8}"/>
                  </a:ext>
                </a:extLst>
              </p:cNvPr>
              <p:cNvSpPr/>
              <p:nvPr/>
            </p:nvSpPr>
            <p:spPr>
              <a:xfrm>
                <a:off x="1145616" y="4982427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5" name="Freeform 2704">
                <a:extLst>
                  <a:ext uri="{FF2B5EF4-FFF2-40B4-BE49-F238E27FC236}">
                    <a16:creationId xmlns:a16="http://schemas.microsoft.com/office/drawing/2014/main" id="{FA36818D-FF45-822D-BFA8-81C6AEF4EF01}"/>
                  </a:ext>
                </a:extLst>
              </p:cNvPr>
              <p:cNvSpPr/>
              <p:nvPr/>
            </p:nvSpPr>
            <p:spPr>
              <a:xfrm>
                <a:off x="1405891" y="5202759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6" name="Freeform 2705">
                <a:extLst>
                  <a:ext uri="{FF2B5EF4-FFF2-40B4-BE49-F238E27FC236}">
                    <a16:creationId xmlns:a16="http://schemas.microsoft.com/office/drawing/2014/main" id="{383232BD-8B15-1AC8-AFC5-C82A99C020BE}"/>
                  </a:ext>
                </a:extLst>
              </p:cNvPr>
              <p:cNvSpPr/>
              <p:nvPr/>
            </p:nvSpPr>
            <p:spPr>
              <a:xfrm>
                <a:off x="1457996" y="5202759"/>
                <a:ext cx="12376" cy="343631"/>
              </a:xfrm>
              <a:custGeom>
                <a:avLst/>
                <a:gdLst>
                  <a:gd name="csX0" fmla="*/ 0 w 12376"/>
                  <a:gd name="csY0" fmla="*/ 0 h 343631"/>
                  <a:gd name="csX1" fmla="*/ 0 w 12376"/>
                  <a:gd name="csY1" fmla="*/ 343631 h 34363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3631">
                    <a:moveTo>
                      <a:pt x="0" y="0"/>
                    </a:moveTo>
                    <a:lnTo>
                      <a:pt x="0" y="343631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7" name="Freeform 2706">
                <a:extLst>
                  <a:ext uri="{FF2B5EF4-FFF2-40B4-BE49-F238E27FC236}">
                    <a16:creationId xmlns:a16="http://schemas.microsoft.com/office/drawing/2014/main" id="{108C7030-ADAE-1121-66EF-93DA9CC6213C}"/>
                  </a:ext>
                </a:extLst>
              </p:cNvPr>
              <p:cNvSpPr/>
              <p:nvPr/>
            </p:nvSpPr>
            <p:spPr>
              <a:xfrm>
                <a:off x="1405891" y="5546390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8" name="Freeform 2707">
                <a:extLst>
                  <a:ext uri="{FF2B5EF4-FFF2-40B4-BE49-F238E27FC236}">
                    <a16:creationId xmlns:a16="http://schemas.microsoft.com/office/drawing/2014/main" id="{AEAF7FA5-AB60-2075-5C86-5B08475BF57C}"/>
                  </a:ext>
                </a:extLst>
              </p:cNvPr>
              <p:cNvSpPr/>
              <p:nvPr/>
            </p:nvSpPr>
            <p:spPr>
              <a:xfrm>
                <a:off x="1666290" y="5197731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9" name="Freeform 2708">
                <a:extLst>
                  <a:ext uri="{FF2B5EF4-FFF2-40B4-BE49-F238E27FC236}">
                    <a16:creationId xmlns:a16="http://schemas.microsoft.com/office/drawing/2014/main" id="{32DDCBEC-9721-B449-C64D-F32B6A75F274}"/>
                  </a:ext>
                </a:extLst>
              </p:cNvPr>
              <p:cNvSpPr/>
              <p:nvPr/>
            </p:nvSpPr>
            <p:spPr>
              <a:xfrm>
                <a:off x="1718394" y="5197731"/>
                <a:ext cx="12376" cy="81571"/>
              </a:xfrm>
              <a:custGeom>
                <a:avLst/>
                <a:gdLst>
                  <a:gd name="csX0" fmla="*/ 0 w 12376"/>
                  <a:gd name="csY0" fmla="*/ 0 h 81571"/>
                  <a:gd name="csX1" fmla="*/ 0 w 12376"/>
                  <a:gd name="csY1" fmla="*/ 81572 h 815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81571">
                    <a:moveTo>
                      <a:pt x="0" y="0"/>
                    </a:moveTo>
                    <a:lnTo>
                      <a:pt x="0" y="81572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0" name="Freeform 2709">
                <a:extLst>
                  <a:ext uri="{FF2B5EF4-FFF2-40B4-BE49-F238E27FC236}">
                    <a16:creationId xmlns:a16="http://schemas.microsoft.com/office/drawing/2014/main" id="{2FBAE9EC-1F23-362C-522D-2FB98F7D1B15}"/>
                  </a:ext>
                </a:extLst>
              </p:cNvPr>
              <p:cNvSpPr/>
              <p:nvPr/>
            </p:nvSpPr>
            <p:spPr>
              <a:xfrm>
                <a:off x="1666290" y="5279303"/>
                <a:ext cx="104209" cy="12568"/>
              </a:xfrm>
              <a:custGeom>
                <a:avLst/>
                <a:gdLst>
                  <a:gd name="csX0" fmla="*/ 0 w 104209"/>
                  <a:gd name="csY0" fmla="*/ 0 h 12568"/>
                  <a:gd name="csX1" fmla="*/ 104209 w 104209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209" h="12568">
                    <a:moveTo>
                      <a:pt x="0" y="0"/>
                    </a:moveTo>
                    <a:lnTo>
                      <a:pt x="104209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1" name="Freeform 2710">
                <a:extLst>
                  <a:ext uri="{FF2B5EF4-FFF2-40B4-BE49-F238E27FC236}">
                    <a16:creationId xmlns:a16="http://schemas.microsoft.com/office/drawing/2014/main" id="{5FF3B38B-56B3-DB37-CE90-850D8CEC6343}"/>
                  </a:ext>
                </a:extLst>
              </p:cNvPr>
              <p:cNvSpPr/>
              <p:nvPr/>
            </p:nvSpPr>
            <p:spPr>
              <a:xfrm>
                <a:off x="1926689" y="4754932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2" name="Freeform 2711">
                <a:extLst>
                  <a:ext uri="{FF2B5EF4-FFF2-40B4-BE49-F238E27FC236}">
                    <a16:creationId xmlns:a16="http://schemas.microsoft.com/office/drawing/2014/main" id="{6D711062-F022-9036-B2CC-7A6E811F7FBD}"/>
                  </a:ext>
                </a:extLst>
              </p:cNvPr>
              <p:cNvSpPr/>
              <p:nvPr/>
            </p:nvSpPr>
            <p:spPr>
              <a:xfrm>
                <a:off x="1978670" y="4754932"/>
                <a:ext cx="12376" cy="48138"/>
              </a:xfrm>
              <a:custGeom>
                <a:avLst/>
                <a:gdLst>
                  <a:gd name="csX0" fmla="*/ 0 w 12376"/>
                  <a:gd name="csY0" fmla="*/ 0 h 48138"/>
                  <a:gd name="csX1" fmla="*/ 0 w 12376"/>
                  <a:gd name="csY1" fmla="*/ 48139 h 481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48138">
                    <a:moveTo>
                      <a:pt x="0" y="0"/>
                    </a:moveTo>
                    <a:lnTo>
                      <a:pt x="0" y="48139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3" name="Freeform 2712">
                <a:extLst>
                  <a:ext uri="{FF2B5EF4-FFF2-40B4-BE49-F238E27FC236}">
                    <a16:creationId xmlns:a16="http://schemas.microsoft.com/office/drawing/2014/main" id="{9CAF1BD5-2551-A3D8-6A64-F23CC18158CA}"/>
                  </a:ext>
                </a:extLst>
              </p:cNvPr>
              <p:cNvSpPr/>
              <p:nvPr/>
            </p:nvSpPr>
            <p:spPr>
              <a:xfrm>
                <a:off x="1926689" y="4803071"/>
                <a:ext cx="104085" cy="12568"/>
              </a:xfrm>
              <a:custGeom>
                <a:avLst/>
                <a:gdLst>
                  <a:gd name="csX0" fmla="*/ 0 w 104085"/>
                  <a:gd name="csY0" fmla="*/ 0 h 12568"/>
                  <a:gd name="csX1" fmla="*/ 104085 w 104085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4085" h="12568">
                    <a:moveTo>
                      <a:pt x="0" y="0"/>
                    </a:moveTo>
                    <a:lnTo>
                      <a:pt x="104085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4" name="Freeform 2713">
                <a:extLst>
                  <a:ext uri="{FF2B5EF4-FFF2-40B4-BE49-F238E27FC236}">
                    <a16:creationId xmlns:a16="http://schemas.microsoft.com/office/drawing/2014/main" id="{4DA9BC15-6175-1E99-E05F-D7A6D4F496DF}"/>
                  </a:ext>
                </a:extLst>
              </p:cNvPr>
              <p:cNvSpPr/>
              <p:nvPr/>
            </p:nvSpPr>
            <p:spPr>
              <a:xfrm>
                <a:off x="1067521" y="4502928"/>
                <a:ext cx="12376" cy="1345113"/>
              </a:xfrm>
              <a:custGeom>
                <a:avLst/>
                <a:gdLst>
                  <a:gd name="csX0" fmla="*/ 0 w 12376"/>
                  <a:gd name="csY0" fmla="*/ 1345114 h 1345113"/>
                  <a:gd name="csX1" fmla="*/ 0 w 12376"/>
                  <a:gd name="csY1" fmla="*/ 0 h 13451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5113">
                    <a:moveTo>
                      <a:pt x="0" y="1345114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5" name="Freeform 2714">
                <a:extLst>
                  <a:ext uri="{FF2B5EF4-FFF2-40B4-BE49-F238E27FC236}">
                    <a16:creationId xmlns:a16="http://schemas.microsoft.com/office/drawing/2014/main" id="{38F620DE-5A9F-AA7A-C606-0A8A00A9CD72}"/>
                  </a:ext>
                </a:extLst>
              </p:cNvPr>
              <p:cNvSpPr/>
              <p:nvPr/>
            </p:nvSpPr>
            <p:spPr>
              <a:xfrm>
                <a:off x="1588195" y="4502928"/>
                <a:ext cx="12376" cy="1345113"/>
              </a:xfrm>
              <a:custGeom>
                <a:avLst/>
                <a:gdLst>
                  <a:gd name="csX0" fmla="*/ 0 w 12376"/>
                  <a:gd name="csY0" fmla="*/ 1345114 h 1345113"/>
                  <a:gd name="csX1" fmla="*/ 0 w 12376"/>
                  <a:gd name="csY1" fmla="*/ 0 h 13451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5113">
                    <a:moveTo>
                      <a:pt x="0" y="1345114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6" name="Freeform 2715">
                <a:extLst>
                  <a:ext uri="{FF2B5EF4-FFF2-40B4-BE49-F238E27FC236}">
                    <a16:creationId xmlns:a16="http://schemas.microsoft.com/office/drawing/2014/main" id="{9EBAED2D-2278-9647-B052-5FAC6B9EB8A3}"/>
                  </a:ext>
                </a:extLst>
              </p:cNvPr>
              <p:cNvSpPr/>
              <p:nvPr/>
            </p:nvSpPr>
            <p:spPr>
              <a:xfrm>
                <a:off x="2108869" y="4502928"/>
                <a:ext cx="12376" cy="1345113"/>
              </a:xfrm>
              <a:custGeom>
                <a:avLst/>
                <a:gdLst>
                  <a:gd name="csX0" fmla="*/ 0 w 12376"/>
                  <a:gd name="csY0" fmla="*/ 1345114 h 1345113"/>
                  <a:gd name="csX1" fmla="*/ 0 w 12376"/>
                  <a:gd name="csY1" fmla="*/ 0 h 13451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1345113">
                    <a:moveTo>
                      <a:pt x="0" y="1345114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7" name="Freeform 2716">
                <a:extLst>
                  <a:ext uri="{FF2B5EF4-FFF2-40B4-BE49-F238E27FC236}">
                    <a16:creationId xmlns:a16="http://schemas.microsoft.com/office/drawing/2014/main" id="{0EB0D263-1896-67F6-0B6E-D4A0FE82C7CD}"/>
                  </a:ext>
                </a:extLst>
              </p:cNvPr>
              <p:cNvSpPr/>
              <p:nvPr/>
            </p:nvSpPr>
            <p:spPr>
              <a:xfrm>
                <a:off x="807122" y="4834618"/>
                <a:ext cx="12376" cy="387873"/>
              </a:xfrm>
              <a:custGeom>
                <a:avLst/>
                <a:gdLst>
                  <a:gd name="csX0" fmla="*/ 0 w 12376"/>
                  <a:gd name="csY0" fmla="*/ 387873 h 387873"/>
                  <a:gd name="csX1" fmla="*/ 0 w 12376"/>
                  <a:gd name="csY1" fmla="*/ 0 h 3878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87873">
                    <a:moveTo>
                      <a:pt x="0" y="387873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8" name="Freeform 2717">
                <a:extLst>
                  <a:ext uri="{FF2B5EF4-FFF2-40B4-BE49-F238E27FC236}">
                    <a16:creationId xmlns:a16="http://schemas.microsoft.com/office/drawing/2014/main" id="{1BB18D78-9445-A5FC-2475-ABAD3736F27F}"/>
                  </a:ext>
                </a:extLst>
              </p:cNvPr>
              <p:cNvSpPr/>
              <p:nvPr/>
            </p:nvSpPr>
            <p:spPr>
              <a:xfrm>
                <a:off x="771973" y="5160779"/>
                <a:ext cx="70174" cy="61712"/>
              </a:xfrm>
              <a:custGeom>
                <a:avLst/>
                <a:gdLst>
                  <a:gd name="csX0" fmla="*/ 0 w 70174"/>
                  <a:gd name="csY0" fmla="*/ 0 h 61712"/>
                  <a:gd name="csX1" fmla="*/ 35149 w 70174"/>
                  <a:gd name="csY1" fmla="*/ 61713 h 61712"/>
                  <a:gd name="csX2" fmla="*/ 70174 w 70174"/>
                  <a:gd name="csY2" fmla="*/ 0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4" h="61712">
                    <a:moveTo>
                      <a:pt x="0" y="0"/>
                    </a:moveTo>
                    <a:lnTo>
                      <a:pt x="35149" y="61713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9" name="Freeform 2718">
                <a:extLst>
                  <a:ext uri="{FF2B5EF4-FFF2-40B4-BE49-F238E27FC236}">
                    <a16:creationId xmlns:a16="http://schemas.microsoft.com/office/drawing/2014/main" id="{572BAEC9-1F30-D742-0F89-79C0BCA644B7}"/>
                  </a:ext>
                </a:extLst>
              </p:cNvPr>
              <p:cNvSpPr/>
              <p:nvPr/>
            </p:nvSpPr>
            <p:spPr>
              <a:xfrm>
                <a:off x="771973" y="4834618"/>
                <a:ext cx="70174" cy="61712"/>
              </a:xfrm>
              <a:custGeom>
                <a:avLst/>
                <a:gdLst>
                  <a:gd name="csX0" fmla="*/ 70174 w 70174"/>
                  <a:gd name="csY0" fmla="*/ 61713 h 61712"/>
                  <a:gd name="csX1" fmla="*/ 35149 w 70174"/>
                  <a:gd name="csY1" fmla="*/ 0 h 61712"/>
                  <a:gd name="csX2" fmla="*/ 0 w 70174"/>
                  <a:gd name="csY2" fmla="*/ 61713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4" h="61712">
                    <a:moveTo>
                      <a:pt x="70174" y="61713"/>
                    </a:moveTo>
                    <a:lnTo>
                      <a:pt x="35149" y="0"/>
                    </a:lnTo>
                    <a:lnTo>
                      <a:pt x="0" y="61713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20" name="TextBox 2719">
                <a:extLst>
                  <a:ext uri="{FF2B5EF4-FFF2-40B4-BE49-F238E27FC236}">
                    <a16:creationId xmlns:a16="http://schemas.microsoft.com/office/drawing/2014/main" id="{67962DD1-A7F8-A32E-2102-5F45D66ADE1A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1" name="TextBox 2720">
                <a:extLst>
                  <a:ext uri="{FF2B5EF4-FFF2-40B4-BE49-F238E27FC236}">
                    <a16:creationId xmlns:a16="http://schemas.microsoft.com/office/drawing/2014/main" id="{650D7223-0D44-4503-077C-EBD5087D395F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2" name="TextBox 2721">
                <a:extLst>
                  <a:ext uri="{FF2B5EF4-FFF2-40B4-BE49-F238E27FC236}">
                    <a16:creationId xmlns:a16="http://schemas.microsoft.com/office/drawing/2014/main" id="{C3FD9C51-B18E-F983-371D-C361829AE1D7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3" name="TextBox 2722">
                <a:extLst>
                  <a:ext uri="{FF2B5EF4-FFF2-40B4-BE49-F238E27FC236}">
                    <a16:creationId xmlns:a16="http://schemas.microsoft.com/office/drawing/2014/main" id="{C7A7DC98-5AAC-00DE-7F52-DC2F257F185E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4" name="TextBox 2723">
                <a:extLst>
                  <a:ext uri="{FF2B5EF4-FFF2-40B4-BE49-F238E27FC236}">
                    <a16:creationId xmlns:a16="http://schemas.microsoft.com/office/drawing/2014/main" id="{6FDE5A49-1984-FEC1-E154-507DD3B5D410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5" name="TextBox 2724">
                <a:extLst>
                  <a:ext uri="{FF2B5EF4-FFF2-40B4-BE49-F238E27FC236}">
                    <a16:creationId xmlns:a16="http://schemas.microsoft.com/office/drawing/2014/main" id="{CA777569-5D49-A726-1060-7952777A0097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6" name="TextBox 2725">
                <a:extLst>
                  <a:ext uri="{FF2B5EF4-FFF2-40B4-BE49-F238E27FC236}">
                    <a16:creationId xmlns:a16="http://schemas.microsoft.com/office/drawing/2014/main" id="{88D25435-D571-49BF-5224-14ACF3CAC0F8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7" name="TextBox 2726">
                <a:extLst>
                  <a:ext uri="{FF2B5EF4-FFF2-40B4-BE49-F238E27FC236}">
                    <a16:creationId xmlns:a16="http://schemas.microsoft.com/office/drawing/2014/main" id="{013E0426-AC07-493C-6954-8C8A9DE0548F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8" name="TextBox 2727">
                <a:extLst>
                  <a:ext uri="{FF2B5EF4-FFF2-40B4-BE49-F238E27FC236}">
                    <a16:creationId xmlns:a16="http://schemas.microsoft.com/office/drawing/2014/main" id="{977760AA-46F4-FDE1-9847-DCD6DEF6ED89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29" name="TextBox 2728">
                <a:extLst>
                  <a:ext uri="{FF2B5EF4-FFF2-40B4-BE49-F238E27FC236}">
                    <a16:creationId xmlns:a16="http://schemas.microsoft.com/office/drawing/2014/main" id="{49299007-3A9C-9639-8A13-DD841A076224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0" name="TextBox 2729">
                <a:extLst>
                  <a:ext uri="{FF2B5EF4-FFF2-40B4-BE49-F238E27FC236}">
                    <a16:creationId xmlns:a16="http://schemas.microsoft.com/office/drawing/2014/main" id="{91FB4200-7AAD-1DEB-5273-76B9A0096320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1" name="TextBox 2730">
                <a:extLst>
                  <a:ext uri="{FF2B5EF4-FFF2-40B4-BE49-F238E27FC236}">
                    <a16:creationId xmlns:a16="http://schemas.microsoft.com/office/drawing/2014/main" id="{973003FC-A36A-7643-0550-EAB55A7FB2CE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2" name="TextBox 2731">
                <a:extLst>
                  <a:ext uri="{FF2B5EF4-FFF2-40B4-BE49-F238E27FC236}">
                    <a16:creationId xmlns:a16="http://schemas.microsoft.com/office/drawing/2014/main" id="{3C612151-B943-06EF-CFBD-0640A28C9E41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3" name="TextBox 2732">
                <a:extLst>
                  <a:ext uri="{FF2B5EF4-FFF2-40B4-BE49-F238E27FC236}">
                    <a16:creationId xmlns:a16="http://schemas.microsoft.com/office/drawing/2014/main" id="{556C38D9-9AC1-1C43-D0A9-D51839612E46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4" name="TextBox 2733">
                <a:extLst>
                  <a:ext uri="{FF2B5EF4-FFF2-40B4-BE49-F238E27FC236}">
                    <a16:creationId xmlns:a16="http://schemas.microsoft.com/office/drawing/2014/main" id="{0238016D-950C-1931-CF71-C9D2571242D8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5" name="TextBox 2734">
                <a:extLst>
                  <a:ext uri="{FF2B5EF4-FFF2-40B4-BE49-F238E27FC236}">
                    <a16:creationId xmlns:a16="http://schemas.microsoft.com/office/drawing/2014/main" id="{2B32B177-21E4-0BEA-B98F-565CCE247239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6" name="TextBox 2735">
                <a:extLst>
                  <a:ext uri="{FF2B5EF4-FFF2-40B4-BE49-F238E27FC236}">
                    <a16:creationId xmlns:a16="http://schemas.microsoft.com/office/drawing/2014/main" id="{D1FF6040-1EBF-1B6E-0A5A-D7DD9690C655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7" name="TextBox 2736">
                <a:extLst>
                  <a:ext uri="{FF2B5EF4-FFF2-40B4-BE49-F238E27FC236}">
                    <a16:creationId xmlns:a16="http://schemas.microsoft.com/office/drawing/2014/main" id="{C00F0B90-8A28-E4A9-DC6B-DFFBAB1C8483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8" name="TextBox 2737">
                <a:extLst>
                  <a:ext uri="{FF2B5EF4-FFF2-40B4-BE49-F238E27FC236}">
                    <a16:creationId xmlns:a16="http://schemas.microsoft.com/office/drawing/2014/main" id="{F392A04D-5F01-5453-1351-23196FD71F06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39" name="TextBox 2738">
                <a:extLst>
                  <a:ext uri="{FF2B5EF4-FFF2-40B4-BE49-F238E27FC236}">
                    <a16:creationId xmlns:a16="http://schemas.microsoft.com/office/drawing/2014/main" id="{3F93AC27-BF0A-27D5-63CE-24CDC045539A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0" name="TextBox 2739">
                <a:extLst>
                  <a:ext uri="{FF2B5EF4-FFF2-40B4-BE49-F238E27FC236}">
                    <a16:creationId xmlns:a16="http://schemas.microsoft.com/office/drawing/2014/main" id="{CED877D2-C3E9-E8D7-BC1B-21936022DEBB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1" name="TextBox 2740">
                <a:extLst>
                  <a:ext uri="{FF2B5EF4-FFF2-40B4-BE49-F238E27FC236}">
                    <a16:creationId xmlns:a16="http://schemas.microsoft.com/office/drawing/2014/main" id="{08BEFA13-873F-02C8-C78B-3FE310DDFCE0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2" name="TextBox 2741">
                <a:extLst>
                  <a:ext uri="{FF2B5EF4-FFF2-40B4-BE49-F238E27FC236}">
                    <a16:creationId xmlns:a16="http://schemas.microsoft.com/office/drawing/2014/main" id="{C687BF1B-5F78-3680-D04B-2F1DAC33F907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3" name="TextBox 2742">
                <a:extLst>
                  <a:ext uri="{FF2B5EF4-FFF2-40B4-BE49-F238E27FC236}">
                    <a16:creationId xmlns:a16="http://schemas.microsoft.com/office/drawing/2014/main" id="{B050BA2B-BCCE-76C5-E262-F9497D130413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4" name="TextBox 2743">
                <a:extLst>
                  <a:ext uri="{FF2B5EF4-FFF2-40B4-BE49-F238E27FC236}">
                    <a16:creationId xmlns:a16="http://schemas.microsoft.com/office/drawing/2014/main" id="{B34A18BD-75B7-927F-392F-9085811E4B45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5" name="TextBox 2744">
                <a:extLst>
                  <a:ext uri="{FF2B5EF4-FFF2-40B4-BE49-F238E27FC236}">
                    <a16:creationId xmlns:a16="http://schemas.microsoft.com/office/drawing/2014/main" id="{C54584CD-E049-4FC0-D3CC-55B6D28B6988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6" name="TextBox 2745">
                <a:extLst>
                  <a:ext uri="{FF2B5EF4-FFF2-40B4-BE49-F238E27FC236}">
                    <a16:creationId xmlns:a16="http://schemas.microsoft.com/office/drawing/2014/main" id="{32C3F1E0-C59D-59C4-99EA-3812CA9AEBF9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7" name="TextBox 2746">
                <a:extLst>
                  <a:ext uri="{FF2B5EF4-FFF2-40B4-BE49-F238E27FC236}">
                    <a16:creationId xmlns:a16="http://schemas.microsoft.com/office/drawing/2014/main" id="{01BD3639-35F2-3442-E93F-FFC0E272C97F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8" name="TextBox 2747">
                <a:extLst>
                  <a:ext uri="{FF2B5EF4-FFF2-40B4-BE49-F238E27FC236}">
                    <a16:creationId xmlns:a16="http://schemas.microsoft.com/office/drawing/2014/main" id="{1C33041C-8A07-84EB-A0B7-36B0A01A61F4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49" name="TextBox 2748">
                <a:extLst>
                  <a:ext uri="{FF2B5EF4-FFF2-40B4-BE49-F238E27FC236}">
                    <a16:creationId xmlns:a16="http://schemas.microsoft.com/office/drawing/2014/main" id="{0E175444-CDB7-5CF0-CF9B-5C96E627D478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50" name="TextBox 2749">
                <a:extLst>
                  <a:ext uri="{FF2B5EF4-FFF2-40B4-BE49-F238E27FC236}">
                    <a16:creationId xmlns:a16="http://schemas.microsoft.com/office/drawing/2014/main" id="{1D3F4D4B-C29B-4677-F4DD-71E5FDE4FC98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51" name="TextBox 2750">
                <a:extLst>
                  <a:ext uri="{FF2B5EF4-FFF2-40B4-BE49-F238E27FC236}">
                    <a16:creationId xmlns:a16="http://schemas.microsoft.com/office/drawing/2014/main" id="{27FECDFC-0BA5-3655-5928-90B3D2D1E36D}"/>
                  </a:ext>
                </a:extLst>
              </p:cNvPr>
              <p:cNvSpPr txBox="1"/>
              <p:nvPr/>
            </p:nvSpPr>
            <p:spPr>
              <a:xfrm>
                <a:off x="735184" y="49338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1.69x</a:t>
                </a:r>
              </a:p>
            </p:txBody>
          </p:sp>
          <p:sp>
            <p:nvSpPr>
              <p:cNvPr id="2752" name="Freeform 2751">
                <a:extLst>
                  <a:ext uri="{FF2B5EF4-FFF2-40B4-BE49-F238E27FC236}">
                    <a16:creationId xmlns:a16="http://schemas.microsoft.com/office/drawing/2014/main" id="{CC850CD5-35DD-1370-ACB4-069CC79DECD5}"/>
                  </a:ext>
                </a:extLst>
              </p:cNvPr>
              <p:cNvSpPr/>
              <p:nvPr/>
            </p:nvSpPr>
            <p:spPr>
              <a:xfrm>
                <a:off x="1327796" y="4901610"/>
                <a:ext cx="12376" cy="472964"/>
              </a:xfrm>
              <a:custGeom>
                <a:avLst/>
                <a:gdLst>
                  <a:gd name="csX0" fmla="*/ 0 w 12376"/>
                  <a:gd name="csY0" fmla="*/ 0 h 472964"/>
                  <a:gd name="csX1" fmla="*/ 0 w 12376"/>
                  <a:gd name="csY1" fmla="*/ 472964 h 4729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472964">
                    <a:moveTo>
                      <a:pt x="0" y="0"/>
                    </a:moveTo>
                    <a:lnTo>
                      <a:pt x="0" y="472964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53" name="Freeform 2752">
                <a:extLst>
                  <a:ext uri="{FF2B5EF4-FFF2-40B4-BE49-F238E27FC236}">
                    <a16:creationId xmlns:a16="http://schemas.microsoft.com/office/drawing/2014/main" id="{DB4BA71D-7173-EC1B-9447-93B0D029C15A}"/>
                  </a:ext>
                </a:extLst>
              </p:cNvPr>
              <p:cNvSpPr/>
              <p:nvPr/>
            </p:nvSpPr>
            <p:spPr>
              <a:xfrm>
                <a:off x="1292771" y="4901610"/>
                <a:ext cx="70173" cy="61587"/>
              </a:xfrm>
              <a:custGeom>
                <a:avLst/>
                <a:gdLst>
                  <a:gd name="csX0" fmla="*/ 70174 w 70173"/>
                  <a:gd name="csY0" fmla="*/ 61587 h 61587"/>
                  <a:gd name="csX1" fmla="*/ 35025 w 70173"/>
                  <a:gd name="csY1" fmla="*/ 0 h 61587"/>
                  <a:gd name="csX2" fmla="*/ 0 w 70173"/>
                  <a:gd name="csY2" fmla="*/ 61587 h 615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587">
                    <a:moveTo>
                      <a:pt x="70174" y="61587"/>
                    </a:moveTo>
                    <a:lnTo>
                      <a:pt x="35025" y="0"/>
                    </a:lnTo>
                    <a:lnTo>
                      <a:pt x="0" y="61587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54" name="Freeform 2753">
                <a:extLst>
                  <a:ext uri="{FF2B5EF4-FFF2-40B4-BE49-F238E27FC236}">
                    <a16:creationId xmlns:a16="http://schemas.microsoft.com/office/drawing/2014/main" id="{7BA7DC07-1505-592C-79F7-14BE376536CC}"/>
                  </a:ext>
                </a:extLst>
              </p:cNvPr>
              <p:cNvSpPr/>
              <p:nvPr/>
            </p:nvSpPr>
            <p:spPr>
              <a:xfrm>
                <a:off x="1292771" y="5312861"/>
                <a:ext cx="70173" cy="61712"/>
              </a:xfrm>
              <a:custGeom>
                <a:avLst/>
                <a:gdLst>
                  <a:gd name="csX0" fmla="*/ 0 w 70173"/>
                  <a:gd name="csY0" fmla="*/ 0 h 61712"/>
                  <a:gd name="csX1" fmla="*/ 35025 w 70173"/>
                  <a:gd name="csY1" fmla="*/ 61713 h 61712"/>
                  <a:gd name="csX2" fmla="*/ 70174 w 70173"/>
                  <a:gd name="csY2" fmla="*/ 0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712">
                    <a:moveTo>
                      <a:pt x="0" y="0"/>
                    </a:moveTo>
                    <a:lnTo>
                      <a:pt x="35025" y="61713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55" name="TextBox 2754">
                <a:extLst>
                  <a:ext uri="{FF2B5EF4-FFF2-40B4-BE49-F238E27FC236}">
                    <a16:creationId xmlns:a16="http://schemas.microsoft.com/office/drawing/2014/main" id="{0C54FEE8-DB41-9544-4A0A-6C33ED9348C4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56" name="TextBox 2755">
                <a:extLst>
                  <a:ext uri="{FF2B5EF4-FFF2-40B4-BE49-F238E27FC236}">
                    <a16:creationId xmlns:a16="http://schemas.microsoft.com/office/drawing/2014/main" id="{E2EC95F7-8A7D-6DF1-FD6D-EEBAFDF10324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57" name="TextBox 2756">
                <a:extLst>
                  <a:ext uri="{FF2B5EF4-FFF2-40B4-BE49-F238E27FC236}">
                    <a16:creationId xmlns:a16="http://schemas.microsoft.com/office/drawing/2014/main" id="{BF92ADDA-7DC3-C720-E7D1-DEB082FB02E1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58" name="TextBox 2757">
                <a:extLst>
                  <a:ext uri="{FF2B5EF4-FFF2-40B4-BE49-F238E27FC236}">
                    <a16:creationId xmlns:a16="http://schemas.microsoft.com/office/drawing/2014/main" id="{1CA9A145-9781-0DAB-F297-8C47311F297E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59" name="TextBox 2758">
                <a:extLst>
                  <a:ext uri="{FF2B5EF4-FFF2-40B4-BE49-F238E27FC236}">
                    <a16:creationId xmlns:a16="http://schemas.microsoft.com/office/drawing/2014/main" id="{26DB0605-7CC3-235F-48CC-C1BBF21F6A79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0" name="TextBox 2759">
                <a:extLst>
                  <a:ext uri="{FF2B5EF4-FFF2-40B4-BE49-F238E27FC236}">
                    <a16:creationId xmlns:a16="http://schemas.microsoft.com/office/drawing/2014/main" id="{F766667C-EAB2-05B4-3E7C-9C7F229AAC09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1" name="TextBox 2760">
                <a:extLst>
                  <a:ext uri="{FF2B5EF4-FFF2-40B4-BE49-F238E27FC236}">
                    <a16:creationId xmlns:a16="http://schemas.microsoft.com/office/drawing/2014/main" id="{7A3FCD51-B9D1-1F02-0ED7-866B402979DB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2" name="TextBox 2761">
                <a:extLst>
                  <a:ext uri="{FF2B5EF4-FFF2-40B4-BE49-F238E27FC236}">
                    <a16:creationId xmlns:a16="http://schemas.microsoft.com/office/drawing/2014/main" id="{F16F6C9D-113D-FC7A-7E1F-EC8C8F274A77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3" name="TextBox 2762">
                <a:extLst>
                  <a:ext uri="{FF2B5EF4-FFF2-40B4-BE49-F238E27FC236}">
                    <a16:creationId xmlns:a16="http://schemas.microsoft.com/office/drawing/2014/main" id="{4EE8ED99-E8DD-DA93-99A9-582B47776D0B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4" name="TextBox 2763">
                <a:extLst>
                  <a:ext uri="{FF2B5EF4-FFF2-40B4-BE49-F238E27FC236}">
                    <a16:creationId xmlns:a16="http://schemas.microsoft.com/office/drawing/2014/main" id="{A6D1707F-5CDB-D468-F890-A4CE13390413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5" name="TextBox 2764">
                <a:extLst>
                  <a:ext uri="{FF2B5EF4-FFF2-40B4-BE49-F238E27FC236}">
                    <a16:creationId xmlns:a16="http://schemas.microsoft.com/office/drawing/2014/main" id="{9016C5AC-1FC6-FDC0-1865-BD0C7C409630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6" name="TextBox 2765">
                <a:extLst>
                  <a:ext uri="{FF2B5EF4-FFF2-40B4-BE49-F238E27FC236}">
                    <a16:creationId xmlns:a16="http://schemas.microsoft.com/office/drawing/2014/main" id="{9109BE65-A223-3BCD-90CF-E83226091801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7" name="TextBox 2766">
                <a:extLst>
                  <a:ext uri="{FF2B5EF4-FFF2-40B4-BE49-F238E27FC236}">
                    <a16:creationId xmlns:a16="http://schemas.microsoft.com/office/drawing/2014/main" id="{CAA7EEFF-E931-F3F6-97B0-8CB159BEDBAB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8" name="TextBox 2767">
                <a:extLst>
                  <a:ext uri="{FF2B5EF4-FFF2-40B4-BE49-F238E27FC236}">
                    <a16:creationId xmlns:a16="http://schemas.microsoft.com/office/drawing/2014/main" id="{90645CC2-692C-57A0-A948-EC350029C2F0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69" name="TextBox 2768">
                <a:extLst>
                  <a:ext uri="{FF2B5EF4-FFF2-40B4-BE49-F238E27FC236}">
                    <a16:creationId xmlns:a16="http://schemas.microsoft.com/office/drawing/2014/main" id="{945044DD-DC0E-91FA-F14D-0279D95F1C36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0" name="TextBox 2769">
                <a:extLst>
                  <a:ext uri="{FF2B5EF4-FFF2-40B4-BE49-F238E27FC236}">
                    <a16:creationId xmlns:a16="http://schemas.microsoft.com/office/drawing/2014/main" id="{F440F53D-6502-05B7-A4D9-5150ADA6274B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1" name="TextBox 2770">
                <a:extLst>
                  <a:ext uri="{FF2B5EF4-FFF2-40B4-BE49-F238E27FC236}">
                    <a16:creationId xmlns:a16="http://schemas.microsoft.com/office/drawing/2014/main" id="{5A9F4D73-E9C0-BB28-11F6-117D3E684B4E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2" name="TextBox 2771">
                <a:extLst>
                  <a:ext uri="{FF2B5EF4-FFF2-40B4-BE49-F238E27FC236}">
                    <a16:creationId xmlns:a16="http://schemas.microsoft.com/office/drawing/2014/main" id="{A8CA261D-34B0-C8FC-62C0-9625E345D697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3" name="TextBox 2772">
                <a:extLst>
                  <a:ext uri="{FF2B5EF4-FFF2-40B4-BE49-F238E27FC236}">
                    <a16:creationId xmlns:a16="http://schemas.microsoft.com/office/drawing/2014/main" id="{96BFCE82-3F93-DAC8-22D4-5EBB970F8AF4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4" name="TextBox 2773">
                <a:extLst>
                  <a:ext uri="{FF2B5EF4-FFF2-40B4-BE49-F238E27FC236}">
                    <a16:creationId xmlns:a16="http://schemas.microsoft.com/office/drawing/2014/main" id="{F971AE94-8501-E26F-4D2F-60CFC8267BF8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5" name="TextBox 2774">
                <a:extLst>
                  <a:ext uri="{FF2B5EF4-FFF2-40B4-BE49-F238E27FC236}">
                    <a16:creationId xmlns:a16="http://schemas.microsoft.com/office/drawing/2014/main" id="{838C23C9-6F1F-D501-39B0-2B5D53F2FA45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6" name="TextBox 2775">
                <a:extLst>
                  <a:ext uri="{FF2B5EF4-FFF2-40B4-BE49-F238E27FC236}">
                    <a16:creationId xmlns:a16="http://schemas.microsoft.com/office/drawing/2014/main" id="{99D86FA3-D539-05F1-911F-5AFDB08D4EBD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7" name="TextBox 2776">
                <a:extLst>
                  <a:ext uri="{FF2B5EF4-FFF2-40B4-BE49-F238E27FC236}">
                    <a16:creationId xmlns:a16="http://schemas.microsoft.com/office/drawing/2014/main" id="{8BBD743E-12D8-3EE0-D5CA-3FDF7EE1ABE5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8" name="TextBox 2777">
                <a:extLst>
                  <a:ext uri="{FF2B5EF4-FFF2-40B4-BE49-F238E27FC236}">
                    <a16:creationId xmlns:a16="http://schemas.microsoft.com/office/drawing/2014/main" id="{4822F64C-76BB-C10A-917C-52AF5057D711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8AD583D5-AB1B-DC31-37C7-F8FB6588053B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BDE62F60-E74B-17D2-7393-CCBD33563B3E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1" name="TextBox 2780">
                <a:extLst>
                  <a:ext uri="{FF2B5EF4-FFF2-40B4-BE49-F238E27FC236}">
                    <a16:creationId xmlns:a16="http://schemas.microsoft.com/office/drawing/2014/main" id="{C0C7390E-7927-F985-5B7B-2E4875EEF7C0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2" name="TextBox 2781">
                <a:extLst>
                  <a:ext uri="{FF2B5EF4-FFF2-40B4-BE49-F238E27FC236}">
                    <a16:creationId xmlns:a16="http://schemas.microsoft.com/office/drawing/2014/main" id="{C953D2C8-85DC-35EF-34B8-4B23FC45A114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3" name="TextBox 2782">
                <a:extLst>
                  <a:ext uri="{FF2B5EF4-FFF2-40B4-BE49-F238E27FC236}">
                    <a16:creationId xmlns:a16="http://schemas.microsoft.com/office/drawing/2014/main" id="{E12AE39C-BEE1-0FBA-6886-A46333FDA2E1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4" name="TextBox 2783">
                <a:extLst>
                  <a:ext uri="{FF2B5EF4-FFF2-40B4-BE49-F238E27FC236}">
                    <a16:creationId xmlns:a16="http://schemas.microsoft.com/office/drawing/2014/main" id="{D5AEC51F-45CA-E52C-7D51-DC2C95861672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5" name="TextBox 2784">
                <a:extLst>
                  <a:ext uri="{FF2B5EF4-FFF2-40B4-BE49-F238E27FC236}">
                    <a16:creationId xmlns:a16="http://schemas.microsoft.com/office/drawing/2014/main" id="{E55A8248-CFC9-436C-5025-B4FD39BC42CE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6" name="TextBox 2785">
                <a:extLst>
                  <a:ext uri="{FF2B5EF4-FFF2-40B4-BE49-F238E27FC236}">
                    <a16:creationId xmlns:a16="http://schemas.microsoft.com/office/drawing/2014/main" id="{670A5722-C12E-67E4-C130-4BB9ABDCCAE6}"/>
                  </a:ext>
                </a:extLst>
              </p:cNvPr>
              <p:cNvSpPr txBox="1"/>
              <p:nvPr/>
            </p:nvSpPr>
            <p:spPr>
              <a:xfrm>
                <a:off x="1255858" y="5043461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2.14x</a:t>
                </a:r>
              </a:p>
            </p:txBody>
          </p:sp>
          <p:sp>
            <p:nvSpPr>
              <p:cNvPr id="2787" name="Freeform 2786">
                <a:extLst>
                  <a:ext uri="{FF2B5EF4-FFF2-40B4-BE49-F238E27FC236}">
                    <a16:creationId xmlns:a16="http://schemas.microsoft.com/office/drawing/2014/main" id="{59DC0ABB-A118-6D5B-DD8F-700C295D8708}"/>
                  </a:ext>
                </a:extLst>
              </p:cNvPr>
              <p:cNvSpPr/>
              <p:nvPr/>
            </p:nvSpPr>
            <p:spPr>
              <a:xfrm>
                <a:off x="1848594" y="4778939"/>
                <a:ext cx="12376" cy="459515"/>
              </a:xfrm>
              <a:custGeom>
                <a:avLst/>
                <a:gdLst>
                  <a:gd name="csX0" fmla="*/ 0 w 12376"/>
                  <a:gd name="csY0" fmla="*/ 459516 h 459515"/>
                  <a:gd name="csX1" fmla="*/ 0 w 12376"/>
                  <a:gd name="csY1" fmla="*/ 0 h 45951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459515">
                    <a:moveTo>
                      <a:pt x="0" y="459516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88" name="Freeform 2787">
                <a:extLst>
                  <a:ext uri="{FF2B5EF4-FFF2-40B4-BE49-F238E27FC236}">
                    <a16:creationId xmlns:a16="http://schemas.microsoft.com/office/drawing/2014/main" id="{745EFCB8-D089-DF17-7B79-72E787CFFA98}"/>
                  </a:ext>
                </a:extLst>
              </p:cNvPr>
              <p:cNvSpPr/>
              <p:nvPr/>
            </p:nvSpPr>
            <p:spPr>
              <a:xfrm>
                <a:off x="1813445" y="5176741"/>
                <a:ext cx="70173" cy="61712"/>
              </a:xfrm>
              <a:custGeom>
                <a:avLst/>
                <a:gdLst>
                  <a:gd name="csX0" fmla="*/ 0 w 70173"/>
                  <a:gd name="csY0" fmla="*/ 0 h 61712"/>
                  <a:gd name="csX1" fmla="*/ 35149 w 70173"/>
                  <a:gd name="csY1" fmla="*/ 61713 h 61712"/>
                  <a:gd name="csX2" fmla="*/ 70174 w 70173"/>
                  <a:gd name="csY2" fmla="*/ 0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712">
                    <a:moveTo>
                      <a:pt x="0" y="0"/>
                    </a:moveTo>
                    <a:lnTo>
                      <a:pt x="35149" y="61713"/>
                    </a:lnTo>
                    <a:lnTo>
                      <a:pt x="70174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89" name="Freeform 2788">
                <a:extLst>
                  <a:ext uri="{FF2B5EF4-FFF2-40B4-BE49-F238E27FC236}">
                    <a16:creationId xmlns:a16="http://schemas.microsoft.com/office/drawing/2014/main" id="{DD92C674-93A2-540F-1F4E-6C128947FFC0}"/>
                  </a:ext>
                </a:extLst>
              </p:cNvPr>
              <p:cNvSpPr/>
              <p:nvPr/>
            </p:nvSpPr>
            <p:spPr>
              <a:xfrm>
                <a:off x="1813445" y="4778939"/>
                <a:ext cx="70173" cy="61712"/>
              </a:xfrm>
              <a:custGeom>
                <a:avLst/>
                <a:gdLst>
                  <a:gd name="csX0" fmla="*/ 70174 w 70173"/>
                  <a:gd name="csY0" fmla="*/ 61713 h 61712"/>
                  <a:gd name="csX1" fmla="*/ 35149 w 70173"/>
                  <a:gd name="csY1" fmla="*/ 0 h 61712"/>
                  <a:gd name="csX2" fmla="*/ 0 w 70173"/>
                  <a:gd name="csY2" fmla="*/ 61713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173" h="61712">
                    <a:moveTo>
                      <a:pt x="70174" y="61713"/>
                    </a:moveTo>
                    <a:lnTo>
                      <a:pt x="35149" y="0"/>
                    </a:lnTo>
                    <a:lnTo>
                      <a:pt x="0" y="61713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90" name="TextBox 2789">
                <a:extLst>
                  <a:ext uri="{FF2B5EF4-FFF2-40B4-BE49-F238E27FC236}">
                    <a16:creationId xmlns:a16="http://schemas.microsoft.com/office/drawing/2014/main" id="{FF2FD99D-C388-1848-1CAA-7C9C0941F0A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1" name="TextBox 2790">
                <a:extLst>
                  <a:ext uri="{FF2B5EF4-FFF2-40B4-BE49-F238E27FC236}">
                    <a16:creationId xmlns:a16="http://schemas.microsoft.com/office/drawing/2014/main" id="{44806039-9556-9AB4-4B4F-0D544887CFD2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2" name="TextBox 2791">
                <a:extLst>
                  <a:ext uri="{FF2B5EF4-FFF2-40B4-BE49-F238E27FC236}">
                    <a16:creationId xmlns:a16="http://schemas.microsoft.com/office/drawing/2014/main" id="{4BCF45A5-32D7-3D2E-D2D0-927D26AAC575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3" name="TextBox 2792">
                <a:extLst>
                  <a:ext uri="{FF2B5EF4-FFF2-40B4-BE49-F238E27FC236}">
                    <a16:creationId xmlns:a16="http://schemas.microsoft.com/office/drawing/2014/main" id="{18C8D82D-C65B-F5D9-BD81-54CFAD0959EA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4" name="TextBox 2793">
                <a:extLst>
                  <a:ext uri="{FF2B5EF4-FFF2-40B4-BE49-F238E27FC236}">
                    <a16:creationId xmlns:a16="http://schemas.microsoft.com/office/drawing/2014/main" id="{45A45495-02ED-41E3-76CF-B516BBF64A98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5" name="TextBox 2794">
                <a:extLst>
                  <a:ext uri="{FF2B5EF4-FFF2-40B4-BE49-F238E27FC236}">
                    <a16:creationId xmlns:a16="http://schemas.microsoft.com/office/drawing/2014/main" id="{A9FFBA08-2A76-5B5C-8F4D-CC3B0201909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6" name="TextBox 2795">
                <a:extLst>
                  <a:ext uri="{FF2B5EF4-FFF2-40B4-BE49-F238E27FC236}">
                    <a16:creationId xmlns:a16="http://schemas.microsoft.com/office/drawing/2014/main" id="{4EE686C6-1EE6-8EF3-71AE-967AF2DE9326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7" name="TextBox 2796">
                <a:extLst>
                  <a:ext uri="{FF2B5EF4-FFF2-40B4-BE49-F238E27FC236}">
                    <a16:creationId xmlns:a16="http://schemas.microsoft.com/office/drawing/2014/main" id="{E3FEEDCD-F9B0-7E41-BEA3-DE8C18C825E1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8" name="TextBox 2797">
                <a:extLst>
                  <a:ext uri="{FF2B5EF4-FFF2-40B4-BE49-F238E27FC236}">
                    <a16:creationId xmlns:a16="http://schemas.microsoft.com/office/drawing/2014/main" id="{F2394FDF-79DF-75B1-FB38-3200871A033A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799" name="TextBox 2798">
                <a:extLst>
                  <a:ext uri="{FF2B5EF4-FFF2-40B4-BE49-F238E27FC236}">
                    <a16:creationId xmlns:a16="http://schemas.microsoft.com/office/drawing/2014/main" id="{DC4DD195-5695-580D-5C69-254E03DC2187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0" name="TextBox 2799">
                <a:extLst>
                  <a:ext uri="{FF2B5EF4-FFF2-40B4-BE49-F238E27FC236}">
                    <a16:creationId xmlns:a16="http://schemas.microsoft.com/office/drawing/2014/main" id="{7E080192-10FA-044D-ACF7-FB78D5E09975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1" name="TextBox 2800">
                <a:extLst>
                  <a:ext uri="{FF2B5EF4-FFF2-40B4-BE49-F238E27FC236}">
                    <a16:creationId xmlns:a16="http://schemas.microsoft.com/office/drawing/2014/main" id="{84A97348-A2B3-4698-11FF-EE1719612357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2" name="TextBox 2801">
                <a:extLst>
                  <a:ext uri="{FF2B5EF4-FFF2-40B4-BE49-F238E27FC236}">
                    <a16:creationId xmlns:a16="http://schemas.microsoft.com/office/drawing/2014/main" id="{8B57235B-5768-5B7F-FF96-689CF611576C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3" name="TextBox 2802">
                <a:extLst>
                  <a:ext uri="{FF2B5EF4-FFF2-40B4-BE49-F238E27FC236}">
                    <a16:creationId xmlns:a16="http://schemas.microsoft.com/office/drawing/2014/main" id="{3547576F-32ED-B254-5A91-C8D4BEDF5A38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4" name="TextBox 2803">
                <a:extLst>
                  <a:ext uri="{FF2B5EF4-FFF2-40B4-BE49-F238E27FC236}">
                    <a16:creationId xmlns:a16="http://schemas.microsoft.com/office/drawing/2014/main" id="{E4EFB64E-135D-469B-73FC-7BD092B2C6C6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5" name="TextBox 2804">
                <a:extLst>
                  <a:ext uri="{FF2B5EF4-FFF2-40B4-BE49-F238E27FC236}">
                    <a16:creationId xmlns:a16="http://schemas.microsoft.com/office/drawing/2014/main" id="{E49AD7CB-FA82-E506-296D-4797A6D4550E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6" name="TextBox 2805">
                <a:extLst>
                  <a:ext uri="{FF2B5EF4-FFF2-40B4-BE49-F238E27FC236}">
                    <a16:creationId xmlns:a16="http://schemas.microsoft.com/office/drawing/2014/main" id="{6AFF2294-223B-CBD3-F326-5A771B42830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7" name="TextBox 2806">
                <a:extLst>
                  <a:ext uri="{FF2B5EF4-FFF2-40B4-BE49-F238E27FC236}">
                    <a16:creationId xmlns:a16="http://schemas.microsoft.com/office/drawing/2014/main" id="{8EBA2DFD-A8C2-C436-1C6C-D51E34FD2CF3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8" name="TextBox 2807">
                <a:extLst>
                  <a:ext uri="{FF2B5EF4-FFF2-40B4-BE49-F238E27FC236}">
                    <a16:creationId xmlns:a16="http://schemas.microsoft.com/office/drawing/2014/main" id="{89F132AB-1BDB-42AB-5FA4-5D3C07867656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09" name="TextBox 2808">
                <a:extLst>
                  <a:ext uri="{FF2B5EF4-FFF2-40B4-BE49-F238E27FC236}">
                    <a16:creationId xmlns:a16="http://schemas.microsoft.com/office/drawing/2014/main" id="{06AEA320-C3F0-E8F1-2F95-AC8E9C849C0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0" name="TextBox 2809">
                <a:extLst>
                  <a:ext uri="{FF2B5EF4-FFF2-40B4-BE49-F238E27FC236}">
                    <a16:creationId xmlns:a16="http://schemas.microsoft.com/office/drawing/2014/main" id="{75E73C13-E87A-B0A7-20EB-71C540982FD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1" name="TextBox 2810">
                <a:extLst>
                  <a:ext uri="{FF2B5EF4-FFF2-40B4-BE49-F238E27FC236}">
                    <a16:creationId xmlns:a16="http://schemas.microsoft.com/office/drawing/2014/main" id="{1BB2D16D-D8A8-BAB1-D73A-1949A8C5AA24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2" name="TextBox 2811">
                <a:extLst>
                  <a:ext uri="{FF2B5EF4-FFF2-40B4-BE49-F238E27FC236}">
                    <a16:creationId xmlns:a16="http://schemas.microsoft.com/office/drawing/2014/main" id="{DEE4F0EE-B0E2-F870-BF2E-2423C7264110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3" name="TextBox 2812">
                <a:extLst>
                  <a:ext uri="{FF2B5EF4-FFF2-40B4-BE49-F238E27FC236}">
                    <a16:creationId xmlns:a16="http://schemas.microsoft.com/office/drawing/2014/main" id="{44DC1959-94FC-D4B3-193E-59B1DAC20207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4" name="TextBox 2813">
                <a:extLst>
                  <a:ext uri="{FF2B5EF4-FFF2-40B4-BE49-F238E27FC236}">
                    <a16:creationId xmlns:a16="http://schemas.microsoft.com/office/drawing/2014/main" id="{6705885F-5FEA-F2AF-8DBE-C53430266306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5" name="TextBox 2814">
                <a:extLst>
                  <a:ext uri="{FF2B5EF4-FFF2-40B4-BE49-F238E27FC236}">
                    <a16:creationId xmlns:a16="http://schemas.microsoft.com/office/drawing/2014/main" id="{866ECE8E-CF73-9A81-F4E1-505192F93E73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6" name="TextBox 2815">
                <a:extLst>
                  <a:ext uri="{FF2B5EF4-FFF2-40B4-BE49-F238E27FC236}">
                    <a16:creationId xmlns:a16="http://schemas.microsoft.com/office/drawing/2014/main" id="{F60480CA-7141-4012-1BA2-C5B61BD43E57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7" name="TextBox 2816">
                <a:extLst>
                  <a:ext uri="{FF2B5EF4-FFF2-40B4-BE49-F238E27FC236}">
                    <a16:creationId xmlns:a16="http://schemas.microsoft.com/office/drawing/2014/main" id="{A20268C5-840D-68BA-7FB5-B9A33CD4D05F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8" name="TextBox 2817">
                <a:extLst>
                  <a:ext uri="{FF2B5EF4-FFF2-40B4-BE49-F238E27FC236}">
                    <a16:creationId xmlns:a16="http://schemas.microsoft.com/office/drawing/2014/main" id="{11EC212D-18D1-63DD-2589-13CD411D0AF2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19" name="TextBox 2818">
                <a:extLst>
                  <a:ext uri="{FF2B5EF4-FFF2-40B4-BE49-F238E27FC236}">
                    <a16:creationId xmlns:a16="http://schemas.microsoft.com/office/drawing/2014/main" id="{F5E0E233-9C38-1F62-58F2-6E51AB5A0086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20" name="TextBox 2819">
                <a:extLst>
                  <a:ext uri="{FF2B5EF4-FFF2-40B4-BE49-F238E27FC236}">
                    <a16:creationId xmlns:a16="http://schemas.microsoft.com/office/drawing/2014/main" id="{0FB2F05E-69E8-ACF2-F5B5-6459A78E3CCC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21" name="TextBox 2820">
                <a:extLst>
                  <a:ext uri="{FF2B5EF4-FFF2-40B4-BE49-F238E27FC236}">
                    <a16:creationId xmlns:a16="http://schemas.microsoft.com/office/drawing/2014/main" id="{BDE87D48-686A-6995-F39E-758439B16ECE}"/>
                  </a:ext>
                </a:extLst>
              </p:cNvPr>
              <p:cNvSpPr txBox="1"/>
              <p:nvPr/>
            </p:nvSpPr>
            <p:spPr>
              <a:xfrm>
                <a:off x="1776532" y="4914128"/>
                <a:ext cx="40427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1.84x</a:t>
                </a:r>
              </a:p>
            </p:txBody>
          </p:sp>
          <p:sp>
            <p:nvSpPr>
              <p:cNvPr id="2822" name="Freeform 2821">
                <a:extLst>
                  <a:ext uri="{FF2B5EF4-FFF2-40B4-BE49-F238E27FC236}">
                    <a16:creationId xmlns:a16="http://schemas.microsoft.com/office/drawing/2014/main" id="{010D2807-D6BD-32E9-AA92-BFB6A9BB805C}"/>
                  </a:ext>
                </a:extLst>
              </p:cNvPr>
              <p:cNvSpPr/>
              <p:nvPr/>
            </p:nvSpPr>
            <p:spPr>
              <a:xfrm>
                <a:off x="2369268" y="4897588"/>
                <a:ext cx="12376" cy="806037"/>
              </a:xfrm>
              <a:custGeom>
                <a:avLst/>
                <a:gdLst>
                  <a:gd name="csX0" fmla="*/ 0 w 12376"/>
                  <a:gd name="csY0" fmla="*/ 806038 h 806037"/>
                  <a:gd name="csX1" fmla="*/ 0 w 12376"/>
                  <a:gd name="csY1" fmla="*/ 0 h 8060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806037">
                    <a:moveTo>
                      <a:pt x="0" y="806038"/>
                    </a:moveTo>
                    <a:lnTo>
                      <a:pt x="0" y="0"/>
                    </a:lnTo>
                  </a:path>
                </a:pathLst>
              </a:custGeom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23" name="Freeform 2822">
                <a:extLst>
                  <a:ext uri="{FF2B5EF4-FFF2-40B4-BE49-F238E27FC236}">
                    <a16:creationId xmlns:a16="http://schemas.microsoft.com/office/drawing/2014/main" id="{BF647EEB-78E8-708E-60EF-47E66090AA24}"/>
                  </a:ext>
                </a:extLst>
              </p:cNvPr>
              <p:cNvSpPr/>
              <p:nvPr/>
            </p:nvSpPr>
            <p:spPr>
              <a:xfrm>
                <a:off x="2334243" y="5641913"/>
                <a:ext cx="70050" cy="61712"/>
              </a:xfrm>
              <a:custGeom>
                <a:avLst/>
                <a:gdLst>
                  <a:gd name="csX0" fmla="*/ 0 w 70050"/>
                  <a:gd name="csY0" fmla="*/ 0 h 61712"/>
                  <a:gd name="csX1" fmla="*/ 35025 w 70050"/>
                  <a:gd name="csY1" fmla="*/ 61713 h 61712"/>
                  <a:gd name="csX2" fmla="*/ 70050 w 70050"/>
                  <a:gd name="csY2" fmla="*/ 0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050" h="61712">
                    <a:moveTo>
                      <a:pt x="0" y="0"/>
                    </a:moveTo>
                    <a:lnTo>
                      <a:pt x="35025" y="61713"/>
                    </a:lnTo>
                    <a:lnTo>
                      <a:pt x="70050" y="0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24" name="Freeform 2823">
                <a:extLst>
                  <a:ext uri="{FF2B5EF4-FFF2-40B4-BE49-F238E27FC236}">
                    <a16:creationId xmlns:a16="http://schemas.microsoft.com/office/drawing/2014/main" id="{8846BE4B-DE5E-8865-808C-D47180B23732}"/>
                  </a:ext>
                </a:extLst>
              </p:cNvPr>
              <p:cNvSpPr/>
              <p:nvPr/>
            </p:nvSpPr>
            <p:spPr>
              <a:xfrm>
                <a:off x="2334243" y="4897588"/>
                <a:ext cx="70050" cy="61712"/>
              </a:xfrm>
              <a:custGeom>
                <a:avLst/>
                <a:gdLst>
                  <a:gd name="csX0" fmla="*/ 70050 w 70050"/>
                  <a:gd name="csY0" fmla="*/ 61713 h 61712"/>
                  <a:gd name="csX1" fmla="*/ 35025 w 70050"/>
                  <a:gd name="csY1" fmla="*/ 0 h 61712"/>
                  <a:gd name="csX2" fmla="*/ 0 w 70050"/>
                  <a:gd name="csY2" fmla="*/ 61713 h 617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0050" h="61712">
                    <a:moveTo>
                      <a:pt x="70050" y="61713"/>
                    </a:moveTo>
                    <a:lnTo>
                      <a:pt x="35025" y="0"/>
                    </a:lnTo>
                    <a:lnTo>
                      <a:pt x="0" y="61713"/>
                    </a:lnTo>
                  </a:path>
                </a:pathLst>
              </a:custGeom>
              <a:noFill/>
              <a:ln w="1321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25" name="TextBox 2824">
                <a:extLst>
                  <a:ext uri="{FF2B5EF4-FFF2-40B4-BE49-F238E27FC236}">
                    <a16:creationId xmlns:a16="http://schemas.microsoft.com/office/drawing/2014/main" id="{F3A0228B-15D5-FA7D-3394-39480277ABAA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26" name="TextBox 2825">
                <a:extLst>
                  <a:ext uri="{FF2B5EF4-FFF2-40B4-BE49-F238E27FC236}">
                    <a16:creationId xmlns:a16="http://schemas.microsoft.com/office/drawing/2014/main" id="{50E89A55-5A66-C3E3-83B2-B265B5463E6B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27" name="TextBox 2826">
                <a:extLst>
                  <a:ext uri="{FF2B5EF4-FFF2-40B4-BE49-F238E27FC236}">
                    <a16:creationId xmlns:a16="http://schemas.microsoft.com/office/drawing/2014/main" id="{1F353C47-D608-CFCF-2D30-52E260AD3B56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28" name="TextBox 2827">
                <a:extLst>
                  <a:ext uri="{FF2B5EF4-FFF2-40B4-BE49-F238E27FC236}">
                    <a16:creationId xmlns:a16="http://schemas.microsoft.com/office/drawing/2014/main" id="{09126891-CF36-19EA-3C70-541FC5A2B52E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29" name="TextBox 2828">
                <a:extLst>
                  <a:ext uri="{FF2B5EF4-FFF2-40B4-BE49-F238E27FC236}">
                    <a16:creationId xmlns:a16="http://schemas.microsoft.com/office/drawing/2014/main" id="{EE081CA9-056B-6E2D-BABF-365BDCCB9B52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0" name="TextBox 2829">
                <a:extLst>
                  <a:ext uri="{FF2B5EF4-FFF2-40B4-BE49-F238E27FC236}">
                    <a16:creationId xmlns:a16="http://schemas.microsoft.com/office/drawing/2014/main" id="{D8345C64-4561-9F1D-63FC-A6C212916DF0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1" name="TextBox 2830">
                <a:extLst>
                  <a:ext uri="{FF2B5EF4-FFF2-40B4-BE49-F238E27FC236}">
                    <a16:creationId xmlns:a16="http://schemas.microsoft.com/office/drawing/2014/main" id="{17E19253-79E4-E834-EFFA-D50AFAF369AF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2" name="TextBox 2831">
                <a:extLst>
                  <a:ext uri="{FF2B5EF4-FFF2-40B4-BE49-F238E27FC236}">
                    <a16:creationId xmlns:a16="http://schemas.microsoft.com/office/drawing/2014/main" id="{EDF8E43E-3B29-1170-21E7-F9058AAFEC9C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3" name="TextBox 2832">
                <a:extLst>
                  <a:ext uri="{FF2B5EF4-FFF2-40B4-BE49-F238E27FC236}">
                    <a16:creationId xmlns:a16="http://schemas.microsoft.com/office/drawing/2014/main" id="{166CCDCB-3970-B3D9-9142-20C60216DA57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4" name="TextBox 2833">
                <a:extLst>
                  <a:ext uri="{FF2B5EF4-FFF2-40B4-BE49-F238E27FC236}">
                    <a16:creationId xmlns:a16="http://schemas.microsoft.com/office/drawing/2014/main" id="{32A03D48-5390-8732-63E2-E2997D16B4EE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5" name="TextBox 2834">
                <a:extLst>
                  <a:ext uri="{FF2B5EF4-FFF2-40B4-BE49-F238E27FC236}">
                    <a16:creationId xmlns:a16="http://schemas.microsoft.com/office/drawing/2014/main" id="{CDFE7CB5-B464-E554-58B5-4CF8A22C343B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6" name="TextBox 2835">
                <a:extLst>
                  <a:ext uri="{FF2B5EF4-FFF2-40B4-BE49-F238E27FC236}">
                    <a16:creationId xmlns:a16="http://schemas.microsoft.com/office/drawing/2014/main" id="{1B9C39E7-DA5F-DF64-10E2-2ED37D3E7E18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7" name="TextBox 2836">
                <a:extLst>
                  <a:ext uri="{FF2B5EF4-FFF2-40B4-BE49-F238E27FC236}">
                    <a16:creationId xmlns:a16="http://schemas.microsoft.com/office/drawing/2014/main" id="{DF9FB13E-25F7-D970-4AF2-697F5D13259C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8" name="TextBox 2837">
                <a:extLst>
                  <a:ext uri="{FF2B5EF4-FFF2-40B4-BE49-F238E27FC236}">
                    <a16:creationId xmlns:a16="http://schemas.microsoft.com/office/drawing/2014/main" id="{F50EAAA6-360D-8738-2971-12003725AD91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39" name="TextBox 2838">
                <a:extLst>
                  <a:ext uri="{FF2B5EF4-FFF2-40B4-BE49-F238E27FC236}">
                    <a16:creationId xmlns:a16="http://schemas.microsoft.com/office/drawing/2014/main" id="{BB611783-0E88-E7AA-E266-557C9E5CC5FE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0" name="TextBox 2839">
                <a:extLst>
                  <a:ext uri="{FF2B5EF4-FFF2-40B4-BE49-F238E27FC236}">
                    <a16:creationId xmlns:a16="http://schemas.microsoft.com/office/drawing/2014/main" id="{15702194-A111-A400-1AB1-C10F60EAF79F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1" name="TextBox 2840">
                <a:extLst>
                  <a:ext uri="{FF2B5EF4-FFF2-40B4-BE49-F238E27FC236}">
                    <a16:creationId xmlns:a16="http://schemas.microsoft.com/office/drawing/2014/main" id="{CC67E7FB-8F34-595E-BC62-91E99E24A5B8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2" name="TextBox 2841">
                <a:extLst>
                  <a:ext uri="{FF2B5EF4-FFF2-40B4-BE49-F238E27FC236}">
                    <a16:creationId xmlns:a16="http://schemas.microsoft.com/office/drawing/2014/main" id="{353B24C6-1FC6-3D40-DDDE-23F82C85D79F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3" name="TextBox 2842">
                <a:extLst>
                  <a:ext uri="{FF2B5EF4-FFF2-40B4-BE49-F238E27FC236}">
                    <a16:creationId xmlns:a16="http://schemas.microsoft.com/office/drawing/2014/main" id="{51B885B1-DA33-7579-9490-B356E47C3D3A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4" name="TextBox 2843">
                <a:extLst>
                  <a:ext uri="{FF2B5EF4-FFF2-40B4-BE49-F238E27FC236}">
                    <a16:creationId xmlns:a16="http://schemas.microsoft.com/office/drawing/2014/main" id="{B221B468-5F74-F310-022C-C7FF972F5B7F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5" name="TextBox 2844">
                <a:extLst>
                  <a:ext uri="{FF2B5EF4-FFF2-40B4-BE49-F238E27FC236}">
                    <a16:creationId xmlns:a16="http://schemas.microsoft.com/office/drawing/2014/main" id="{F2F11843-1B14-984A-556B-B7FB047FA123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6" name="TextBox 2845">
                <a:extLst>
                  <a:ext uri="{FF2B5EF4-FFF2-40B4-BE49-F238E27FC236}">
                    <a16:creationId xmlns:a16="http://schemas.microsoft.com/office/drawing/2014/main" id="{41294A01-A04E-B10F-5DA5-FD9C13EB993A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7" name="TextBox 2846">
                <a:extLst>
                  <a:ext uri="{FF2B5EF4-FFF2-40B4-BE49-F238E27FC236}">
                    <a16:creationId xmlns:a16="http://schemas.microsoft.com/office/drawing/2014/main" id="{383D64A4-E452-644B-AD11-A3CFA4C63EA5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8" name="TextBox 2847">
                <a:extLst>
                  <a:ext uri="{FF2B5EF4-FFF2-40B4-BE49-F238E27FC236}">
                    <a16:creationId xmlns:a16="http://schemas.microsoft.com/office/drawing/2014/main" id="{DDD0DCA1-31F5-206B-4360-CBD2D68CB74B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49" name="TextBox 2848">
                <a:extLst>
                  <a:ext uri="{FF2B5EF4-FFF2-40B4-BE49-F238E27FC236}">
                    <a16:creationId xmlns:a16="http://schemas.microsoft.com/office/drawing/2014/main" id="{CD400097-3781-D54E-9634-25EA29FFDA51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0" name="TextBox 2849">
                <a:extLst>
                  <a:ext uri="{FF2B5EF4-FFF2-40B4-BE49-F238E27FC236}">
                    <a16:creationId xmlns:a16="http://schemas.microsoft.com/office/drawing/2014/main" id="{6F31FD9E-816D-AE9B-E435-AE29B28D4A26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1" name="TextBox 2850">
                <a:extLst>
                  <a:ext uri="{FF2B5EF4-FFF2-40B4-BE49-F238E27FC236}">
                    <a16:creationId xmlns:a16="http://schemas.microsoft.com/office/drawing/2014/main" id="{BC4D2FC9-FED3-7F81-948D-9F3D84801739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2" name="TextBox 2851">
                <a:extLst>
                  <a:ext uri="{FF2B5EF4-FFF2-40B4-BE49-F238E27FC236}">
                    <a16:creationId xmlns:a16="http://schemas.microsoft.com/office/drawing/2014/main" id="{7D56AB00-C9F3-DE6C-C2F3-041B5CD4731E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3" name="TextBox 2852">
                <a:extLst>
                  <a:ext uri="{FF2B5EF4-FFF2-40B4-BE49-F238E27FC236}">
                    <a16:creationId xmlns:a16="http://schemas.microsoft.com/office/drawing/2014/main" id="{1B0A74E3-AD25-A1B9-515E-EE1FC045CC36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4" name="TextBox 2853">
                <a:extLst>
                  <a:ext uri="{FF2B5EF4-FFF2-40B4-BE49-F238E27FC236}">
                    <a16:creationId xmlns:a16="http://schemas.microsoft.com/office/drawing/2014/main" id="{78BD0C08-AEF3-F3C6-A37D-D580CF97A584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5" name="TextBox 2854">
                <a:extLst>
                  <a:ext uri="{FF2B5EF4-FFF2-40B4-BE49-F238E27FC236}">
                    <a16:creationId xmlns:a16="http://schemas.microsoft.com/office/drawing/2014/main" id="{93A26F5E-52BF-A9B8-EA24-715A2106F7A9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6" name="TextBox 2855">
                <a:extLst>
                  <a:ext uri="{FF2B5EF4-FFF2-40B4-BE49-F238E27FC236}">
                    <a16:creationId xmlns:a16="http://schemas.microsoft.com/office/drawing/2014/main" id="{1468D5F4-5573-EB30-75D6-E14103AFBCF7}"/>
                  </a:ext>
                </a:extLst>
              </p:cNvPr>
              <p:cNvSpPr txBox="1"/>
              <p:nvPr/>
            </p:nvSpPr>
            <p:spPr>
              <a:xfrm>
                <a:off x="2272482" y="5205975"/>
                <a:ext cx="45397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10.67x</a:t>
                </a:r>
              </a:p>
            </p:txBody>
          </p:sp>
          <p:sp>
            <p:nvSpPr>
              <p:cNvPr id="2857" name="Freeform 2856">
                <a:extLst>
                  <a:ext uri="{FF2B5EF4-FFF2-40B4-BE49-F238E27FC236}">
                    <a16:creationId xmlns:a16="http://schemas.microsoft.com/office/drawing/2014/main" id="{2B2CB989-02B0-8F53-F3BA-D5A62E8826B3}"/>
                  </a:ext>
                </a:extLst>
              </p:cNvPr>
              <p:cNvSpPr/>
              <p:nvPr/>
            </p:nvSpPr>
            <p:spPr>
              <a:xfrm>
                <a:off x="1681142" y="5248006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58" name="Freeform 2857">
                <a:extLst>
                  <a:ext uri="{FF2B5EF4-FFF2-40B4-BE49-F238E27FC236}">
                    <a16:creationId xmlns:a16="http://schemas.microsoft.com/office/drawing/2014/main" id="{15C778BD-4436-21D7-DCFF-1E850F460215}"/>
                  </a:ext>
                </a:extLst>
              </p:cNvPr>
              <p:cNvSpPr/>
              <p:nvPr/>
            </p:nvSpPr>
            <p:spPr>
              <a:xfrm>
                <a:off x="1930897" y="4706291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59" name="Freeform 2858">
                <a:extLst>
                  <a:ext uri="{FF2B5EF4-FFF2-40B4-BE49-F238E27FC236}">
                    <a16:creationId xmlns:a16="http://schemas.microsoft.com/office/drawing/2014/main" id="{1FCF2540-CE4E-5C39-7A48-15B65D7F3652}"/>
                  </a:ext>
                </a:extLst>
              </p:cNvPr>
              <p:cNvSpPr/>
              <p:nvPr/>
            </p:nvSpPr>
            <p:spPr>
              <a:xfrm>
                <a:off x="1182621" y="5248006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0" name="Freeform 2859">
                <a:extLst>
                  <a:ext uri="{FF2B5EF4-FFF2-40B4-BE49-F238E27FC236}">
                    <a16:creationId xmlns:a16="http://schemas.microsoft.com/office/drawing/2014/main" id="{7FFBA27E-75F1-F756-FC91-81CFF8CBDAD7}"/>
                  </a:ext>
                </a:extLst>
              </p:cNvPr>
              <p:cNvSpPr/>
              <p:nvPr/>
            </p:nvSpPr>
            <p:spPr>
              <a:xfrm>
                <a:off x="1408614" y="5693822"/>
                <a:ext cx="83045" cy="73024"/>
              </a:xfrm>
              <a:custGeom>
                <a:avLst/>
                <a:gdLst>
                  <a:gd name="csX0" fmla="*/ 41585 w 83045"/>
                  <a:gd name="csY0" fmla="*/ 0 h 73024"/>
                  <a:gd name="csX1" fmla="*/ 83045 w 83045"/>
                  <a:gd name="csY1" fmla="*/ 73025 h 73024"/>
                  <a:gd name="csX2" fmla="*/ 0 w 83045"/>
                  <a:gd name="csY2" fmla="*/ 73025 h 7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3024">
                    <a:moveTo>
                      <a:pt x="41585" y="0"/>
                    </a:moveTo>
                    <a:lnTo>
                      <a:pt x="83045" y="73025"/>
                    </a:lnTo>
                    <a:lnTo>
                      <a:pt x="0" y="73025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1" name="Freeform 2860">
                <a:extLst>
                  <a:ext uri="{FF2B5EF4-FFF2-40B4-BE49-F238E27FC236}">
                    <a16:creationId xmlns:a16="http://schemas.microsoft.com/office/drawing/2014/main" id="{33904BE2-E1A4-C53E-EA4A-A38DCA5CC773}"/>
                  </a:ext>
                </a:extLst>
              </p:cNvPr>
              <p:cNvSpPr/>
              <p:nvPr/>
            </p:nvSpPr>
            <p:spPr>
              <a:xfrm>
                <a:off x="1179899" y="4697618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2" name="Freeform 2861">
                <a:extLst>
                  <a:ext uri="{FF2B5EF4-FFF2-40B4-BE49-F238E27FC236}">
                    <a16:creationId xmlns:a16="http://schemas.microsoft.com/office/drawing/2014/main" id="{B9BF1B88-EBDA-4C8B-748C-BC5CCDF388F4}"/>
                  </a:ext>
                </a:extLst>
              </p:cNvPr>
              <p:cNvSpPr/>
              <p:nvPr/>
            </p:nvSpPr>
            <p:spPr>
              <a:xfrm>
                <a:off x="1428787" y="5438172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3" name="Freeform 2862">
                <a:extLst>
                  <a:ext uri="{FF2B5EF4-FFF2-40B4-BE49-F238E27FC236}">
                    <a16:creationId xmlns:a16="http://schemas.microsoft.com/office/drawing/2014/main" id="{F38D3D33-1DB9-E6A6-BA6A-989A5827ECCC}"/>
                  </a:ext>
                </a:extLst>
              </p:cNvPr>
              <p:cNvSpPr/>
              <p:nvPr/>
            </p:nvSpPr>
            <p:spPr>
              <a:xfrm>
                <a:off x="630759" y="4923731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4" name="Freeform 2863">
                <a:extLst>
                  <a:ext uri="{FF2B5EF4-FFF2-40B4-BE49-F238E27FC236}">
                    <a16:creationId xmlns:a16="http://schemas.microsoft.com/office/drawing/2014/main" id="{35A6ED89-1ADB-CEBE-FA15-3E7FAF547C12}"/>
                  </a:ext>
                </a:extLst>
              </p:cNvPr>
              <p:cNvSpPr/>
              <p:nvPr/>
            </p:nvSpPr>
            <p:spPr>
              <a:xfrm>
                <a:off x="898212" y="4626605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5" name="Freeform 2864">
                <a:extLst>
                  <a:ext uri="{FF2B5EF4-FFF2-40B4-BE49-F238E27FC236}">
                    <a16:creationId xmlns:a16="http://schemas.microsoft.com/office/drawing/2014/main" id="{88ADED40-7960-B4D1-CC24-3DF0234DD49C}"/>
                  </a:ext>
                </a:extLst>
              </p:cNvPr>
              <p:cNvSpPr/>
              <p:nvPr/>
            </p:nvSpPr>
            <p:spPr>
              <a:xfrm>
                <a:off x="650437" y="5118296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6" name="Freeform 2865">
                <a:extLst>
                  <a:ext uri="{FF2B5EF4-FFF2-40B4-BE49-F238E27FC236}">
                    <a16:creationId xmlns:a16="http://schemas.microsoft.com/office/drawing/2014/main" id="{313F20A1-FDB3-C228-39DA-6BC30FF0EADD}"/>
                  </a:ext>
                </a:extLst>
              </p:cNvPr>
              <p:cNvSpPr/>
              <p:nvPr/>
            </p:nvSpPr>
            <p:spPr>
              <a:xfrm>
                <a:off x="890291" y="4830471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7" name="Freeform 2866">
                <a:extLst>
                  <a:ext uri="{FF2B5EF4-FFF2-40B4-BE49-F238E27FC236}">
                    <a16:creationId xmlns:a16="http://schemas.microsoft.com/office/drawing/2014/main" id="{81B00817-692D-CF7E-79F2-9D8E032C2CA4}"/>
                  </a:ext>
                </a:extLst>
              </p:cNvPr>
              <p:cNvSpPr/>
              <p:nvPr/>
            </p:nvSpPr>
            <p:spPr>
              <a:xfrm>
                <a:off x="654150" y="5277669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8" name="Freeform 2867">
                <a:extLst>
                  <a:ext uri="{FF2B5EF4-FFF2-40B4-BE49-F238E27FC236}">
                    <a16:creationId xmlns:a16="http://schemas.microsoft.com/office/drawing/2014/main" id="{DC2B166E-F250-2D98-6308-3E38DD813AA7}"/>
                  </a:ext>
                </a:extLst>
              </p:cNvPr>
              <p:cNvSpPr/>
              <p:nvPr/>
            </p:nvSpPr>
            <p:spPr>
              <a:xfrm>
                <a:off x="896851" y="4634020"/>
                <a:ext cx="83045" cy="72899"/>
              </a:xfrm>
              <a:custGeom>
                <a:avLst/>
                <a:gdLst>
                  <a:gd name="csX0" fmla="*/ 41461 w 83045"/>
                  <a:gd name="csY0" fmla="*/ 0 h 72899"/>
                  <a:gd name="csX1" fmla="*/ 83045 w 83045"/>
                  <a:gd name="csY1" fmla="*/ 72899 h 72899"/>
                  <a:gd name="csX2" fmla="*/ 0 w 83045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2899">
                    <a:moveTo>
                      <a:pt x="41461" y="0"/>
                    </a:moveTo>
                    <a:lnTo>
                      <a:pt x="83045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9" name="Freeform 2868">
                <a:extLst>
                  <a:ext uri="{FF2B5EF4-FFF2-40B4-BE49-F238E27FC236}">
                    <a16:creationId xmlns:a16="http://schemas.microsoft.com/office/drawing/2014/main" id="{23A1ADA6-18E0-64FB-FBF5-3BAA49010C7B}"/>
                  </a:ext>
                </a:extLst>
              </p:cNvPr>
              <p:cNvSpPr/>
              <p:nvPr/>
            </p:nvSpPr>
            <p:spPr>
              <a:xfrm>
                <a:off x="662071" y="5462933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0" name="Freeform 2869">
                <a:extLst>
                  <a:ext uri="{FF2B5EF4-FFF2-40B4-BE49-F238E27FC236}">
                    <a16:creationId xmlns:a16="http://schemas.microsoft.com/office/drawing/2014/main" id="{F36A73E9-94A9-618E-9CC3-8B283B5A9669}"/>
                  </a:ext>
                </a:extLst>
              </p:cNvPr>
              <p:cNvSpPr/>
              <p:nvPr/>
            </p:nvSpPr>
            <p:spPr>
              <a:xfrm>
                <a:off x="887692" y="5150975"/>
                <a:ext cx="83045" cy="72899"/>
              </a:xfrm>
              <a:custGeom>
                <a:avLst/>
                <a:gdLst>
                  <a:gd name="csX0" fmla="*/ 41461 w 83045"/>
                  <a:gd name="csY0" fmla="*/ 0 h 72899"/>
                  <a:gd name="csX1" fmla="*/ 83045 w 83045"/>
                  <a:gd name="csY1" fmla="*/ 72899 h 72899"/>
                  <a:gd name="csX2" fmla="*/ 0 w 83045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2899">
                    <a:moveTo>
                      <a:pt x="41461" y="0"/>
                    </a:moveTo>
                    <a:lnTo>
                      <a:pt x="83045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1" name="Freeform 2870">
                <a:extLst>
                  <a:ext uri="{FF2B5EF4-FFF2-40B4-BE49-F238E27FC236}">
                    <a16:creationId xmlns:a16="http://schemas.microsoft.com/office/drawing/2014/main" id="{767E3D3D-BC72-8F81-CFFC-E9C8F1B32F8E}"/>
                  </a:ext>
                </a:extLst>
              </p:cNvPr>
              <p:cNvSpPr/>
              <p:nvPr/>
            </p:nvSpPr>
            <p:spPr>
              <a:xfrm>
                <a:off x="646106" y="5555565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2" name="Freeform 2871">
                <a:extLst>
                  <a:ext uri="{FF2B5EF4-FFF2-40B4-BE49-F238E27FC236}">
                    <a16:creationId xmlns:a16="http://schemas.microsoft.com/office/drawing/2014/main" id="{9FA8D0EB-470B-957A-65A0-776314A8D513}"/>
                  </a:ext>
                </a:extLst>
              </p:cNvPr>
              <p:cNvSpPr/>
              <p:nvPr/>
            </p:nvSpPr>
            <p:spPr>
              <a:xfrm>
                <a:off x="880019" y="4798923"/>
                <a:ext cx="83045" cy="72899"/>
              </a:xfrm>
              <a:custGeom>
                <a:avLst/>
                <a:gdLst>
                  <a:gd name="csX0" fmla="*/ 41585 w 83045"/>
                  <a:gd name="csY0" fmla="*/ 0 h 72899"/>
                  <a:gd name="csX1" fmla="*/ 83045 w 83045"/>
                  <a:gd name="csY1" fmla="*/ 72899 h 72899"/>
                  <a:gd name="csX2" fmla="*/ 0 w 83045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2899">
                    <a:moveTo>
                      <a:pt x="41585" y="0"/>
                    </a:moveTo>
                    <a:lnTo>
                      <a:pt x="83045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3" name="Freeform 2872">
                <a:extLst>
                  <a:ext uri="{FF2B5EF4-FFF2-40B4-BE49-F238E27FC236}">
                    <a16:creationId xmlns:a16="http://schemas.microsoft.com/office/drawing/2014/main" id="{5DDDAC18-F381-ACB0-B036-82C6D8984FEB}"/>
                  </a:ext>
                </a:extLst>
              </p:cNvPr>
              <p:cNvSpPr/>
              <p:nvPr/>
            </p:nvSpPr>
            <p:spPr>
              <a:xfrm>
                <a:off x="1184478" y="4836629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4" name="Freeform 2873">
                <a:extLst>
                  <a:ext uri="{FF2B5EF4-FFF2-40B4-BE49-F238E27FC236}">
                    <a16:creationId xmlns:a16="http://schemas.microsoft.com/office/drawing/2014/main" id="{AD10FBA0-A901-7D99-7947-58733FFA14F1}"/>
                  </a:ext>
                </a:extLst>
              </p:cNvPr>
              <p:cNvSpPr/>
              <p:nvPr/>
            </p:nvSpPr>
            <p:spPr>
              <a:xfrm>
                <a:off x="1417896" y="5738315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5" name="Freeform 2874">
                <a:extLst>
                  <a:ext uri="{FF2B5EF4-FFF2-40B4-BE49-F238E27FC236}">
                    <a16:creationId xmlns:a16="http://schemas.microsoft.com/office/drawing/2014/main" id="{5ADD5D87-BDA9-ABB9-086E-A8C96ED79C95}"/>
                  </a:ext>
                </a:extLst>
              </p:cNvPr>
              <p:cNvSpPr/>
              <p:nvPr/>
            </p:nvSpPr>
            <p:spPr>
              <a:xfrm>
                <a:off x="666651" y="4808852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6" name="Freeform 2875">
                <a:extLst>
                  <a:ext uri="{FF2B5EF4-FFF2-40B4-BE49-F238E27FC236}">
                    <a16:creationId xmlns:a16="http://schemas.microsoft.com/office/drawing/2014/main" id="{EA530D24-5711-FA01-AC8F-512F1BC2AEA6}"/>
                  </a:ext>
                </a:extLst>
              </p:cNvPr>
              <p:cNvSpPr/>
              <p:nvPr/>
            </p:nvSpPr>
            <p:spPr>
              <a:xfrm>
                <a:off x="904648" y="4674743"/>
                <a:ext cx="82921" cy="73024"/>
              </a:xfrm>
              <a:custGeom>
                <a:avLst/>
                <a:gdLst>
                  <a:gd name="csX0" fmla="*/ 41461 w 82921"/>
                  <a:gd name="csY0" fmla="*/ 0 h 73024"/>
                  <a:gd name="csX1" fmla="*/ 82922 w 82921"/>
                  <a:gd name="csY1" fmla="*/ 73025 h 73024"/>
                  <a:gd name="csX2" fmla="*/ 0 w 82921"/>
                  <a:gd name="csY2" fmla="*/ 73025 h 7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24">
                    <a:moveTo>
                      <a:pt x="41461" y="0"/>
                    </a:moveTo>
                    <a:lnTo>
                      <a:pt x="82922" y="73025"/>
                    </a:lnTo>
                    <a:lnTo>
                      <a:pt x="0" y="73025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7" name="Freeform 2876">
                <a:extLst>
                  <a:ext uri="{FF2B5EF4-FFF2-40B4-BE49-F238E27FC236}">
                    <a16:creationId xmlns:a16="http://schemas.microsoft.com/office/drawing/2014/main" id="{0355018E-ED07-1000-2C49-0ADFF0294FEE}"/>
                  </a:ext>
                </a:extLst>
              </p:cNvPr>
              <p:cNvSpPr/>
              <p:nvPr/>
            </p:nvSpPr>
            <p:spPr>
              <a:xfrm>
                <a:off x="1689929" y="5166435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8" name="Freeform 2877">
                <a:extLst>
                  <a:ext uri="{FF2B5EF4-FFF2-40B4-BE49-F238E27FC236}">
                    <a16:creationId xmlns:a16="http://schemas.microsoft.com/office/drawing/2014/main" id="{582433FC-3E43-325D-102A-B1652B147BF8}"/>
                  </a:ext>
                </a:extLst>
              </p:cNvPr>
              <p:cNvSpPr/>
              <p:nvPr/>
            </p:nvSpPr>
            <p:spPr>
              <a:xfrm>
                <a:off x="1927926" y="4754429"/>
                <a:ext cx="83045" cy="73024"/>
              </a:xfrm>
              <a:custGeom>
                <a:avLst/>
                <a:gdLst>
                  <a:gd name="csX0" fmla="*/ 41585 w 83045"/>
                  <a:gd name="csY0" fmla="*/ 0 h 73024"/>
                  <a:gd name="csX1" fmla="*/ 83045 w 83045"/>
                  <a:gd name="csY1" fmla="*/ 73025 h 73024"/>
                  <a:gd name="csX2" fmla="*/ 0 w 83045"/>
                  <a:gd name="csY2" fmla="*/ 73025 h 7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3045" h="73024">
                    <a:moveTo>
                      <a:pt x="41585" y="0"/>
                    </a:moveTo>
                    <a:lnTo>
                      <a:pt x="83045" y="73025"/>
                    </a:lnTo>
                    <a:lnTo>
                      <a:pt x="0" y="73025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9" name="Freeform 2878">
                <a:extLst>
                  <a:ext uri="{FF2B5EF4-FFF2-40B4-BE49-F238E27FC236}">
                    <a16:creationId xmlns:a16="http://schemas.microsoft.com/office/drawing/2014/main" id="{A7950A7C-F324-7CE5-84EF-9DA4614E539B}"/>
                  </a:ext>
                </a:extLst>
              </p:cNvPr>
              <p:cNvSpPr/>
              <p:nvPr/>
            </p:nvSpPr>
            <p:spPr>
              <a:xfrm>
                <a:off x="1148339" y="4693973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0" name="Freeform 2879">
                <a:extLst>
                  <a:ext uri="{FF2B5EF4-FFF2-40B4-BE49-F238E27FC236}">
                    <a16:creationId xmlns:a16="http://schemas.microsoft.com/office/drawing/2014/main" id="{E7238387-DC8F-5CFB-2CEB-D3A06CB7D199}"/>
                  </a:ext>
                </a:extLst>
              </p:cNvPr>
              <p:cNvSpPr/>
              <p:nvPr/>
            </p:nvSpPr>
            <p:spPr>
              <a:xfrm>
                <a:off x="1407500" y="4797038"/>
                <a:ext cx="82921" cy="73024"/>
              </a:xfrm>
              <a:custGeom>
                <a:avLst/>
                <a:gdLst>
                  <a:gd name="csX0" fmla="*/ 41461 w 82921"/>
                  <a:gd name="csY0" fmla="*/ 0 h 73024"/>
                  <a:gd name="csX1" fmla="*/ 82922 w 82921"/>
                  <a:gd name="csY1" fmla="*/ 73025 h 73024"/>
                  <a:gd name="csX2" fmla="*/ 0 w 82921"/>
                  <a:gd name="csY2" fmla="*/ 73025 h 7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24">
                    <a:moveTo>
                      <a:pt x="41461" y="0"/>
                    </a:moveTo>
                    <a:lnTo>
                      <a:pt x="82922" y="73025"/>
                    </a:lnTo>
                    <a:lnTo>
                      <a:pt x="0" y="73025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1" name="Freeform 2880">
                <a:extLst>
                  <a:ext uri="{FF2B5EF4-FFF2-40B4-BE49-F238E27FC236}">
                    <a16:creationId xmlns:a16="http://schemas.microsoft.com/office/drawing/2014/main" id="{B6366271-F4E3-BDD6-0D07-392BD088BD30}"/>
                  </a:ext>
                </a:extLst>
              </p:cNvPr>
              <p:cNvSpPr/>
              <p:nvPr/>
            </p:nvSpPr>
            <p:spPr>
              <a:xfrm>
                <a:off x="1150567" y="5049671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2" name="Freeform 2881">
                <a:extLst>
                  <a:ext uri="{FF2B5EF4-FFF2-40B4-BE49-F238E27FC236}">
                    <a16:creationId xmlns:a16="http://schemas.microsoft.com/office/drawing/2014/main" id="{9CB872C5-C77D-1C1D-0446-F6073C003840}"/>
                  </a:ext>
                </a:extLst>
              </p:cNvPr>
              <p:cNvSpPr/>
              <p:nvPr/>
            </p:nvSpPr>
            <p:spPr>
              <a:xfrm>
                <a:off x="1403416" y="5738315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3" name="Freeform 2882">
                <a:extLst>
                  <a:ext uri="{FF2B5EF4-FFF2-40B4-BE49-F238E27FC236}">
                    <a16:creationId xmlns:a16="http://schemas.microsoft.com/office/drawing/2014/main" id="{CB22E512-80A8-E4BF-6C29-79CA46470611}"/>
                  </a:ext>
                </a:extLst>
              </p:cNvPr>
              <p:cNvSpPr/>
              <p:nvPr/>
            </p:nvSpPr>
            <p:spPr>
              <a:xfrm>
                <a:off x="2215182" y="5672329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4" name="Freeform 2883">
                <a:extLst>
                  <a:ext uri="{FF2B5EF4-FFF2-40B4-BE49-F238E27FC236}">
                    <a16:creationId xmlns:a16="http://schemas.microsoft.com/office/drawing/2014/main" id="{6CFEE757-95F3-BD4C-E59F-87EF9ECD0492}"/>
                  </a:ext>
                </a:extLst>
              </p:cNvPr>
              <p:cNvSpPr/>
              <p:nvPr/>
            </p:nvSpPr>
            <p:spPr>
              <a:xfrm>
                <a:off x="2454417" y="4848947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5" name="Freeform 2884">
                <a:extLst>
                  <a:ext uri="{FF2B5EF4-FFF2-40B4-BE49-F238E27FC236}">
                    <a16:creationId xmlns:a16="http://schemas.microsoft.com/office/drawing/2014/main" id="{413B5B51-42FA-E0A4-6B97-235AA2A1DD05}"/>
                  </a:ext>
                </a:extLst>
              </p:cNvPr>
              <p:cNvSpPr/>
              <p:nvPr/>
            </p:nvSpPr>
            <p:spPr>
              <a:xfrm>
                <a:off x="1176804" y="4888539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6" name="Freeform 2885">
                <a:extLst>
                  <a:ext uri="{FF2B5EF4-FFF2-40B4-BE49-F238E27FC236}">
                    <a16:creationId xmlns:a16="http://schemas.microsoft.com/office/drawing/2014/main" id="{E088B68D-1238-EF8A-D2C2-6D11B24263BE}"/>
                  </a:ext>
                </a:extLst>
              </p:cNvPr>
              <p:cNvSpPr/>
              <p:nvPr/>
            </p:nvSpPr>
            <p:spPr>
              <a:xfrm>
                <a:off x="1434481" y="5230661"/>
                <a:ext cx="82921" cy="72899"/>
              </a:xfrm>
              <a:custGeom>
                <a:avLst/>
                <a:gdLst>
                  <a:gd name="csX0" fmla="*/ 41461 w 82921"/>
                  <a:gd name="csY0" fmla="*/ 0 h 72899"/>
                  <a:gd name="csX1" fmla="*/ 82922 w 82921"/>
                  <a:gd name="csY1" fmla="*/ 72899 h 72899"/>
                  <a:gd name="csX2" fmla="*/ 0 w 82921"/>
                  <a:gd name="csY2" fmla="*/ 72899 h 72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2899">
                    <a:moveTo>
                      <a:pt x="41461" y="0"/>
                    </a:moveTo>
                    <a:lnTo>
                      <a:pt x="82922" y="72899"/>
                    </a:lnTo>
                    <a:lnTo>
                      <a:pt x="0" y="72899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7" name="Freeform 2886">
                <a:extLst>
                  <a:ext uri="{FF2B5EF4-FFF2-40B4-BE49-F238E27FC236}">
                    <a16:creationId xmlns:a16="http://schemas.microsoft.com/office/drawing/2014/main" id="{6719D2EF-2EEF-80E6-BC74-FA608B66FD3E}"/>
                  </a:ext>
                </a:extLst>
              </p:cNvPr>
              <p:cNvSpPr/>
              <p:nvPr/>
            </p:nvSpPr>
            <p:spPr>
              <a:xfrm>
                <a:off x="1158859" y="4677257"/>
                <a:ext cx="61634" cy="62592"/>
              </a:xfrm>
              <a:custGeom>
                <a:avLst/>
                <a:gdLst>
                  <a:gd name="csX0" fmla="*/ 61634 w 61634"/>
                  <a:gd name="csY0" fmla="*/ 31296 h 62592"/>
                  <a:gd name="csX1" fmla="*/ 30817 w 61634"/>
                  <a:gd name="csY1" fmla="*/ 62593 h 62592"/>
                  <a:gd name="csX2" fmla="*/ 0 w 61634"/>
                  <a:gd name="csY2" fmla="*/ 31296 h 62592"/>
                  <a:gd name="csX3" fmla="*/ 30817 w 61634"/>
                  <a:gd name="csY3" fmla="*/ 0 h 62592"/>
                  <a:gd name="csX4" fmla="*/ 61634 w 61634"/>
                  <a:gd name="csY4" fmla="*/ 31296 h 62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1634" h="62592">
                    <a:moveTo>
                      <a:pt x="61634" y="31296"/>
                    </a:moveTo>
                    <a:cubicBezTo>
                      <a:pt x="61634" y="48581"/>
                      <a:pt x="47837" y="62593"/>
                      <a:pt x="30817" y="62593"/>
                    </a:cubicBezTo>
                    <a:cubicBezTo>
                      <a:pt x="13797" y="62593"/>
                      <a:pt x="0" y="48581"/>
                      <a:pt x="0" y="31296"/>
                    </a:cubicBezTo>
                    <a:cubicBezTo>
                      <a:pt x="0" y="14012"/>
                      <a:pt x="13797" y="0"/>
                      <a:pt x="30817" y="0"/>
                    </a:cubicBezTo>
                    <a:cubicBezTo>
                      <a:pt x="47837" y="0"/>
                      <a:pt x="61634" y="14012"/>
                      <a:pt x="61634" y="31296"/>
                    </a:cubicBezTo>
                    <a:close/>
                  </a:path>
                </a:pathLst>
              </a:custGeom>
              <a:solidFill>
                <a:srgbClr val="F8766D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8" name="Freeform 2887">
                <a:extLst>
                  <a:ext uri="{FF2B5EF4-FFF2-40B4-BE49-F238E27FC236}">
                    <a16:creationId xmlns:a16="http://schemas.microsoft.com/office/drawing/2014/main" id="{2F654BF3-9F7C-3181-2039-F5FA813FB971}"/>
                  </a:ext>
                </a:extLst>
              </p:cNvPr>
              <p:cNvSpPr/>
              <p:nvPr/>
            </p:nvSpPr>
            <p:spPr>
              <a:xfrm>
                <a:off x="1398589" y="4645081"/>
                <a:ext cx="82921" cy="73024"/>
              </a:xfrm>
              <a:custGeom>
                <a:avLst/>
                <a:gdLst>
                  <a:gd name="csX0" fmla="*/ 41461 w 82921"/>
                  <a:gd name="csY0" fmla="*/ 0 h 73024"/>
                  <a:gd name="csX1" fmla="*/ 82922 w 82921"/>
                  <a:gd name="csY1" fmla="*/ 73025 h 73024"/>
                  <a:gd name="csX2" fmla="*/ 0 w 82921"/>
                  <a:gd name="csY2" fmla="*/ 73025 h 7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2921" h="73024">
                    <a:moveTo>
                      <a:pt x="41461" y="0"/>
                    </a:moveTo>
                    <a:lnTo>
                      <a:pt x="82922" y="73025"/>
                    </a:lnTo>
                    <a:lnTo>
                      <a:pt x="0" y="73025"/>
                    </a:lnTo>
                    <a:close/>
                  </a:path>
                </a:pathLst>
              </a:custGeom>
              <a:solidFill>
                <a:srgbClr val="00BFC4"/>
              </a:solidFill>
              <a:ln w="8767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9" name="TextBox 2888">
                <a:extLst>
                  <a:ext uri="{FF2B5EF4-FFF2-40B4-BE49-F238E27FC236}">
                    <a16:creationId xmlns:a16="http://schemas.microsoft.com/office/drawing/2014/main" id="{04E3D2EB-D723-7CAF-044F-B74449374314}"/>
                  </a:ext>
                </a:extLst>
              </p:cNvPr>
              <p:cNvSpPr txBox="1"/>
              <p:nvPr/>
            </p:nvSpPr>
            <p:spPr>
              <a:xfrm>
                <a:off x="2074601" y="4459583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  </a:t>
                </a:r>
              </a:p>
            </p:txBody>
          </p:sp>
          <p:sp>
            <p:nvSpPr>
              <p:cNvPr id="2890" name="TextBox 2889">
                <a:extLst>
                  <a:ext uri="{FF2B5EF4-FFF2-40B4-BE49-F238E27FC236}">
                    <a16:creationId xmlns:a16="http://schemas.microsoft.com/office/drawing/2014/main" id="{4A6C7EC7-3748-08D2-B7BF-4330B42A3111}"/>
                  </a:ext>
                </a:extLst>
              </p:cNvPr>
              <p:cNvSpPr txBox="1"/>
              <p:nvPr/>
            </p:nvSpPr>
            <p:spPr>
              <a:xfrm>
                <a:off x="1293528" y="4459583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  </a:t>
                </a:r>
              </a:p>
            </p:txBody>
          </p:sp>
          <p:sp>
            <p:nvSpPr>
              <p:cNvPr id="2891" name="TextBox 2890">
                <a:extLst>
                  <a:ext uri="{FF2B5EF4-FFF2-40B4-BE49-F238E27FC236}">
                    <a16:creationId xmlns:a16="http://schemas.microsoft.com/office/drawing/2014/main" id="{C56B7407-1A2E-6AFD-CF15-8B603192997F}"/>
                  </a:ext>
                </a:extLst>
              </p:cNvPr>
              <p:cNvSpPr txBox="1"/>
              <p:nvPr/>
            </p:nvSpPr>
            <p:spPr>
              <a:xfrm>
                <a:off x="1528279" y="4459583"/>
                <a:ext cx="3802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abc</a:t>
                </a:r>
              </a:p>
            </p:txBody>
          </p:sp>
          <p:sp>
            <p:nvSpPr>
              <p:cNvPr id="2892" name="TextBox 2891">
                <a:extLst>
                  <a:ext uri="{FF2B5EF4-FFF2-40B4-BE49-F238E27FC236}">
                    <a16:creationId xmlns:a16="http://schemas.microsoft.com/office/drawing/2014/main" id="{19B74178-C0CF-6A63-4B39-7D5CA8A6B989}"/>
                  </a:ext>
                </a:extLst>
              </p:cNvPr>
              <p:cNvSpPr txBox="1"/>
              <p:nvPr/>
            </p:nvSpPr>
            <p:spPr>
              <a:xfrm>
                <a:off x="498028" y="4459583"/>
                <a:ext cx="35779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</a:t>
                </a:r>
              </a:p>
            </p:txBody>
          </p:sp>
          <p:sp>
            <p:nvSpPr>
              <p:cNvPr id="2893" name="TextBox 2892">
                <a:extLst>
                  <a:ext uri="{FF2B5EF4-FFF2-40B4-BE49-F238E27FC236}">
                    <a16:creationId xmlns:a16="http://schemas.microsoft.com/office/drawing/2014/main" id="{E3790D5A-3588-6849-DCF0-657834A16E58}"/>
                  </a:ext>
                </a:extLst>
              </p:cNvPr>
              <p:cNvSpPr txBox="1"/>
              <p:nvPr/>
            </p:nvSpPr>
            <p:spPr>
              <a:xfrm>
                <a:off x="1021907" y="4459583"/>
                <a:ext cx="35137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</a:t>
                </a:r>
                <a:r>
                  <a:rPr lang="en-US" sz="800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bc</a:t>
                </a:r>
                <a:endPara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2894" name="TextBox 2893">
                <a:extLst>
                  <a:ext uri="{FF2B5EF4-FFF2-40B4-BE49-F238E27FC236}">
                    <a16:creationId xmlns:a16="http://schemas.microsoft.com/office/drawing/2014/main" id="{4B062D8E-364E-A577-838B-A17A5C3DC8F7}"/>
                  </a:ext>
                </a:extLst>
              </p:cNvPr>
              <p:cNvSpPr txBox="1"/>
              <p:nvPr/>
            </p:nvSpPr>
            <p:spPr>
              <a:xfrm>
                <a:off x="2309352" y="4459583"/>
                <a:ext cx="3802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abc</a:t>
                </a:r>
              </a:p>
            </p:txBody>
          </p:sp>
          <p:sp>
            <p:nvSpPr>
              <p:cNvPr id="2895" name="TextBox 2894">
                <a:extLst>
                  <a:ext uri="{FF2B5EF4-FFF2-40B4-BE49-F238E27FC236}">
                    <a16:creationId xmlns:a16="http://schemas.microsoft.com/office/drawing/2014/main" id="{6F9FCACB-DFFD-2846-7613-46A4C2125229}"/>
                  </a:ext>
                </a:extLst>
              </p:cNvPr>
              <p:cNvSpPr txBox="1"/>
              <p:nvPr/>
            </p:nvSpPr>
            <p:spPr>
              <a:xfrm>
                <a:off x="776060" y="4459583"/>
                <a:ext cx="32252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</a:t>
                </a:r>
              </a:p>
            </p:txBody>
          </p:sp>
          <p:sp>
            <p:nvSpPr>
              <p:cNvPr id="2896" name="TextBox 2895">
                <a:extLst>
                  <a:ext uri="{FF2B5EF4-FFF2-40B4-BE49-F238E27FC236}">
                    <a16:creationId xmlns:a16="http://schemas.microsoft.com/office/drawing/2014/main" id="{933BEB18-01C3-FC54-EABC-85758E4035AB}"/>
                  </a:ext>
                </a:extLst>
              </p:cNvPr>
              <p:cNvSpPr txBox="1"/>
              <p:nvPr/>
            </p:nvSpPr>
            <p:spPr>
              <a:xfrm>
                <a:off x="1802980" y="4459583"/>
                <a:ext cx="35137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bc</a:t>
                </a:r>
              </a:p>
            </p:txBody>
          </p:sp>
          <p:sp>
            <p:nvSpPr>
              <p:cNvPr id="2897" name="Freeform 2896">
                <a:extLst>
                  <a:ext uri="{FF2B5EF4-FFF2-40B4-BE49-F238E27FC236}">
                    <a16:creationId xmlns:a16="http://schemas.microsoft.com/office/drawing/2014/main" id="{ADDC030B-C6CC-A8F2-4D34-18BCF095A4BD}"/>
                  </a:ext>
                </a:extLst>
              </p:cNvPr>
              <p:cNvSpPr/>
              <p:nvPr/>
            </p:nvSpPr>
            <p:spPr>
              <a:xfrm>
                <a:off x="520733" y="4502928"/>
                <a:ext cx="2134923" cy="1345113"/>
              </a:xfrm>
              <a:custGeom>
                <a:avLst/>
                <a:gdLst>
                  <a:gd name="csX0" fmla="*/ 0 w 2134923"/>
                  <a:gd name="csY0" fmla="*/ 0 h 1345113"/>
                  <a:gd name="csX1" fmla="*/ 2134924 w 2134923"/>
                  <a:gd name="csY1" fmla="*/ 0 h 1345113"/>
                  <a:gd name="csX2" fmla="*/ 2134924 w 2134923"/>
                  <a:gd name="csY2" fmla="*/ 1345114 h 1345113"/>
                  <a:gd name="csX3" fmla="*/ 0 w 2134923"/>
                  <a:gd name="csY3" fmla="*/ 1345114 h 13451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34923" h="1345113">
                    <a:moveTo>
                      <a:pt x="0" y="0"/>
                    </a:moveTo>
                    <a:lnTo>
                      <a:pt x="2134924" y="0"/>
                    </a:lnTo>
                    <a:lnTo>
                      <a:pt x="2134924" y="1345114"/>
                    </a:lnTo>
                    <a:lnTo>
                      <a:pt x="0" y="1345114"/>
                    </a:lnTo>
                    <a:close/>
                  </a:path>
                </a:pathLst>
              </a:custGeom>
              <a:noFill/>
              <a:ln w="13212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</p:grpSp>
        <p:grpSp>
          <p:nvGrpSpPr>
            <p:cNvPr id="2898" name="Graphic 53">
              <a:extLst>
                <a:ext uri="{FF2B5EF4-FFF2-40B4-BE49-F238E27FC236}">
                  <a16:creationId xmlns:a16="http://schemas.microsoft.com/office/drawing/2014/main" id="{09E2EE83-7603-27D2-7AD4-BE958511C633}"/>
                </a:ext>
              </a:extLst>
            </p:cNvPr>
            <p:cNvGrpSpPr/>
            <p:nvPr/>
          </p:nvGrpSpPr>
          <p:grpSpPr>
            <a:xfrm>
              <a:off x="180348" y="4568989"/>
              <a:ext cx="2501220" cy="1652274"/>
              <a:chOff x="180348" y="4568989"/>
              <a:chExt cx="2501220" cy="1652274"/>
            </a:xfrm>
          </p:grpSpPr>
          <p:sp>
            <p:nvSpPr>
              <p:cNvPr id="2899" name="TextBox 2898">
                <a:extLst>
                  <a:ext uri="{FF2B5EF4-FFF2-40B4-BE49-F238E27FC236}">
                    <a16:creationId xmlns:a16="http://schemas.microsoft.com/office/drawing/2014/main" id="{3F0A100B-CD40-A1E0-911B-51C9CEF4A934}"/>
                  </a:ext>
                </a:extLst>
              </p:cNvPr>
              <p:cNvSpPr txBox="1"/>
              <p:nvPr/>
            </p:nvSpPr>
            <p:spPr>
              <a:xfrm>
                <a:off x="305039" y="5680700"/>
                <a:ext cx="24878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2900" name="TextBox 2899">
                <a:extLst>
                  <a:ext uri="{FF2B5EF4-FFF2-40B4-BE49-F238E27FC236}">
                    <a16:creationId xmlns:a16="http://schemas.microsoft.com/office/drawing/2014/main" id="{D31DE12D-E65C-016F-E9DA-E53704B63E99}"/>
                  </a:ext>
                </a:extLst>
              </p:cNvPr>
              <p:cNvSpPr txBox="1"/>
              <p:nvPr/>
            </p:nvSpPr>
            <p:spPr>
              <a:xfrm>
                <a:off x="180348" y="5310172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200</a:t>
                </a:r>
              </a:p>
            </p:txBody>
          </p:sp>
          <p:sp>
            <p:nvSpPr>
              <p:cNvPr id="2901" name="TextBox 2900">
                <a:extLst>
                  <a:ext uri="{FF2B5EF4-FFF2-40B4-BE49-F238E27FC236}">
                    <a16:creationId xmlns:a16="http://schemas.microsoft.com/office/drawing/2014/main" id="{F43379E0-4542-9D07-292F-C8AD8C366918}"/>
                  </a:ext>
                </a:extLst>
              </p:cNvPr>
              <p:cNvSpPr txBox="1"/>
              <p:nvPr/>
            </p:nvSpPr>
            <p:spPr>
              <a:xfrm>
                <a:off x="180348" y="4939518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400</a:t>
                </a:r>
              </a:p>
            </p:txBody>
          </p:sp>
          <p:sp>
            <p:nvSpPr>
              <p:cNvPr id="2902" name="TextBox 2901">
                <a:extLst>
                  <a:ext uri="{FF2B5EF4-FFF2-40B4-BE49-F238E27FC236}">
                    <a16:creationId xmlns:a16="http://schemas.microsoft.com/office/drawing/2014/main" id="{7B89D6DF-8794-F41C-6674-E1577DB3C503}"/>
                  </a:ext>
                </a:extLst>
              </p:cNvPr>
              <p:cNvSpPr txBox="1"/>
              <p:nvPr/>
            </p:nvSpPr>
            <p:spPr>
              <a:xfrm>
                <a:off x="180348" y="4568989"/>
                <a:ext cx="3770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600</a:t>
                </a:r>
              </a:p>
            </p:txBody>
          </p:sp>
          <p:sp>
            <p:nvSpPr>
              <p:cNvPr id="2903" name="Freeform 2902">
                <a:extLst>
                  <a:ext uri="{FF2B5EF4-FFF2-40B4-BE49-F238E27FC236}">
                    <a16:creationId xmlns:a16="http://schemas.microsoft.com/office/drawing/2014/main" id="{B096FD74-5CAA-23DE-2971-0EB7A4E1D892}"/>
                  </a:ext>
                </a:extLst>
              </p:cNvPr>
              <p:cNvSpPr/>
              <p:nvPr/>
            </p:nvSpPr>
            <p:spPr>
              <a:xfrm>
                <a:off x="486822" y="5786957"/>
                <a:ext cx="33911" cy="12568"/>
              </a:xfrm>
              <a:custGeom>
                <a:avLst/>
                <a:gdLst>
                  <a:gd name="csX0" fmla="*/ 0 w 33911"/>
                  <a:gd name="csY0" fmla="*/ 0 h 12568"/>
                  <a:gd name="csX1" fmla="*/ 33911 w 33911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568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4" name="Freeform 2903">
                <a:extLst>
                  <a:ext uri="{FF2B5EF4-FFF2-40B4-BE49-F238E27FC236}">
                    <a16:creationId xmlns:a16="http://schemas.microsoft.com/office/drawing/2014/main" id="{BFCF3D6E-EE5F-740F-CD6E-07D3DB97F073}"/>
                  </a:ext>
                </a:extLst>
              </p:cNvPr>
              <p:cNvSpPr/>
              <p:nvPr/>
            </p:nvSpPr>
            <p:spPr>
              <a:xfrm>
                <a:off x="486822" y="5416428"/>
                <a:ext cx="33911" cy="12568"/>
              </a:xfrm>
              <a:custGeom>
                <a:avLst/>
                <a:gdLst>
                  <a:gd name="csX0" fmla="*/ 0 w 33911"/>
                  <a:gd name="csY0" fmla="*/ 0 h 12568"/>
                  <a:gd name="csX1" fmla="*/ 33911 w 33911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568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5" name="Freeform 2904">
                <a:extLst>
                  <a:ext uri="{FF2B5EF4-FFF2-40B4-BE49-F238E27FC236}">
                    <a16:creationId xmlns:a16="http://schemas.microsoft.com/office/drawing/2014/main" id="{FDC1D3A1-B23C-88A3-8F3D-E892D3CC67AB}"/>
                  </a:ext>
                </a:extLst>
              </p:cNvPr>
              <p:cNvSpPr/>
              <p:nvPr/>
            </p:nvSpPr>
            <p:spPr>
              <a:xfrm>
                <a:off x="486822" y="5045774"/>
                <a:ext cx="33911" cy="12568"/>
              </a:xfrm>
              <a:custGeom>
                <a:avLst/>
                <a:gdLst>
                  <a:gd name="csX0" fmla="*/ 0 w 33911"/>
                  <a:gd name="csY0" fmla="*/ 0 h 12568"/>
                  <a:gd name="csX1" fmla="*/ 33911 w 33911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568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6" name="Freeform 2905">
                <a:extLst>
                  <a:ext uri="{FF2B5EF4-FFF2-40B4-BE49-F238E27FC236}">
                    <a16:creationId xmlns:a16="http://schemas.microsoft.com/office/drawing/2014/main" id="{12F7A887-F58E-26F6-CED4-2987F02D1A99}"/>
                  </a:ext>
                </a:extLst>
              </p:cNvPr>
              <p:cNvSpPr/>
              <p:nvPr/>
            </p:nvSpPr>
            <p:spPr>
              <a:xfrm>
                <a:off x="486822" y="4675246"/>
                <a:ext cx="33911" cy="12568"/>
              </a:xfrm>
              <a:custGeom>
                <a:avLst/>
                <a:gdLst>
                  <a:gd name="csX0" fmla="*/ 0 w 33911"/>
                  <a:gd name="csY0" fmla="*/ 0 h 12568"/>
                  <a:gd name="csX1" fmla="*/ 33911 w 33911"/>
                  <a:gd name="csY1" fmla="*/ 0 h 12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3911" h="12568">
                    <a:moveTo>
                      <a:pt x="0" y="0"/>
                    </a:moveTo>
                    <a:lnTo>
                      <a:pt x="33911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7" name="Freeform 2906">
                <a:extLst>
                  <a:ext uri="{FF2B5EF4-FFF2-40B4-BE49-F238E27FC236}">
                    <a16:creationId xmlns:a16="http://schemas.microsoft.com/office/drawing/2014/main" id="{07FDB9E0-816C-8456-FFAF-FDDCC8D20DED}"/>
                  </a:ext>
                </a:extLst>
              </p:cNvPr>
              <p:cNvSpPr/>
              <p:nvPr/>
            </p:nvSpPr>
            <p:spPr>
              <a:xfrm>
                <a:off x="676923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8" name="Freeform 2907">
                <a:extLst>
                  <a:ext uri="{FF2B5EF4-FFF2-40B4-BE49-F238E27FC236}">
                    <a16:creationId xmlns:a16="http://schemas.microsoft.com/office/drawing/2014/main" id="{86033FA2-C7B3-72C0-62CF-4CF498B643D2}"/>
                  </a:ext>
                </a:extLst>
              </p:cNvPr>
              <p:cNvSpPr/>
              <p:nvPr/>
            </p:nvSpPr>
            <p:spPr>
              <a:xfrm>
                <a:off x="937322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9" name="Freeform 2908">
                <a:extLst>
                  <a:ext uri="{FF2B5EF4-FFF2-40B4-BE49-F238E27FC236}">
                    <a16:creationId xmlns:a16="http://schemas.microsoft.com/office/drawing/2014/main" id="{E470E035-6135-B59E-E69B-449738FEB1C8}"/>
                  </a:ext>
                </a:extLst>
              </p:cNvPr>
              <p:cNvSpPr/>
              <p:nvPr/>
            </p:nvSpPr>
            <p:spPr>
              <a:xfrm>
                <a:off x="1197597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0" name="Freeform 2909">
                <a:extLst>
                  <a:ext uri="{FF2B5EF4-FFF2-40B4-BE49-F238E27FC236}">
                    <a16:creationId xmlns:a16="http://schemas.microsoft.com/office/drawing/2014/main" id="{2B22BE2F-2595-2B8D-2B58-E6AC48541E65}"/>
                  </a:ext>
                </a:extLst>
              </p:cNvPr>
              <p:cNvSpPr/>
              <p:nvPr/>
            </p:nvSpPr>
            <p:spPr>
              <a:xfrm>
                <a:off x="1457996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1" name="Freeform 2910">
                <a:extLst>
                  <a:ext uri="{FF2B5EF4-FFF2-40B4-BE49-F238E27FC236}">
                    <a16:creationId xmlns:a16="http://schemas.microsoft.com/office/drawing/2014/main" id="{C0ABD4F2-62FD-1C04-5F0E-7D8E5A0D7874}"/>
                  </a:ext>
                </a:extLst>
              </p:cNvPr>
              <p:cNvSpPr/>
              <p:nvPr/>
            </p:nvSpPr>
            <p:spPr>
              <a:xfrm>
                <a:off x="1718394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2" name="Freeform 2911">
                <a:extLst>
                  <a:ext uri="{FF2B5EF4-FFF2-40B4-BE49-F238E27FC236}">
                    <a16:creationId xmlns:a16="http://schemas.microsoft.com/office/drawing/2014/main" id="{DF851978-1D85-7DEB-B163-3DBE94107602}"/>
                  </a:ext>
                </a:extLst>
              </p:cNvPr>
              <p:cNvSpPr/>
              <p:nvPr/>
            </p:nvSpPr>
            <p:spPr>
              <a:xfrm>
                <a:off x="1978670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3" name="Freeform 2912">
                <a:extLst>
                  <a:ext uri="{FF2B5EF4-FFF2-40B4-BE49-F238E27FC236}">
                    <a16:creationId xmlns:a16="http://schemas.microsoft.com/office/drawing/2014/main" id="{ACFFADE9-0C02-8B50-D241-CE8C38F67CE8}"/>
                  </a:ext>
                </a:extLst>
              </p:cNvPr>
              <p:cNvSpPr/>
              <p:nvPr/>
            </p:nvSpPr>
            <p:spPr>
              <a:xfrm>
                <a:off x="2239068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4" name="Freeform 2913">
                <a:extLst>
                  <a:ext uri="{FF2B5EF4-FFF2-40B4-BE49-F238E27FC236}">
                    <a16:creationId xmlns:a16="http://schemas.microsoft.com/office/drawing/2014/main" id="{5F539D03-7EFC-E1E0-BE16-8BFEB93B539E}"/>
                  </a:ext>
                </a:extLst>
              </p:cNvPr>
              <p:cNvSpPr/>
              <p:nvPr/>
            </p:nvSpPr>
            <p:spPr>
              <a:xfrm>
                <a:off x="2499467" y="5848041"/>
                <a:ext cx="12376" cy="34438"/>
              </a:xfrm>
              <a:custGeom>
                <a:avLst/>
                <a:gdLst>
                  <a:gd name="csX0" fmla="*/ 0 w 12376"/>
                  <a:gd name="csY0" fmla="*/ 34439 h 34438"/>
                  <a:gd name="csX1" fmla="*/ 0 w 12376"/>
                  <a:gd name="csY1" fmla="*/ 0 h 344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76" h="34438">
                    <a:moveTo>
                      <a:pt x="0" y="34439"/>
                    </a:moveTo>
                    <a:lnTo>
                      <a:pt x="0" y="0"/>
                    </a:lnTo>
                  </a:path>
                </a:pathLst>
              </a:custGeom>
              <a:noFill/>
              <a:ln w="1321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5" name="TextBox 2914">
                <a:extLst>
                  <a:ext uri="{FF2B5EF4-FFF2-40B4-BE49-F238E27FC236}">
                    <a16:creationId xmlns:a16="http://schemas.microsoft.com/office/drawing/2014/main" id="{479F413F-88BF-1E30-01B5-B24E0CCEBD10}"/>
                  </a:ext>
                </a:extLst>
              </p:cNvPr>
              <p:cNvSpPr txBox="1"/>
              <p:nvPr/>
            </p:nvSpPr>
            <p:spPr>
              <a:xfrm>
                <a:off x="549323" y="5843466"/>
                <a:ext cx="25519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2916" name="TextBox 2915">
                <a:extLst>
                  <a:ext uri="{FF2B5EF4-FFF2-40B4-BE49-F238E27FC236}">
                    <a16:creationId xmlns:a16="http://schemas.microsoft.com/office/drawing/2014/main" id="{AD26BC2B-4303-5B04-E70C-34F364E60C0B}"/>
                  </a:ext>
                </a:extLst>
              </p:cNvPr>
              <p:cNvSpPr txBox="1"/>
              <p:nvPr/>
            </p:nvSpPr>
            <p:spPr>
              <a:xfrm>
                <a:off x="796899" y="5843466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2917" name="TextBox 2916">
                <a:extLst>
                  <a:ext uri="{FF2B5EF4-FFF2-40B4-BE49-F238E27FC236}">
                    <a16:creationId xmlns:a16="http://schemas.microsoft.com/office/drawing/2014/main" id="{2C32F4FC-A9E9-2108-9E8C-900F0F639FB3}"/>
                  </a:ext>
                </a:extLst>
              </p:cNvPr>
              <p:cNvSpPr txBox="1"/>
              <p:nvPr/>
            </p:nvSpPr>
            <p:spPr>
              <a:xfrm>
                <a:off x="1089234" y="5843466"/>
                <a:ext cx="2167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2918" name="TextBox 2917">
                <a:extLst>
                  <a:ext uri="{FF2B5EF4-FFF2-40B4-BE49-F238E27FC236}">
                    <a16:creationId xmlns:a16="http://schemas.microsoft.com/office/drawing/2014/main" id="{79C2F5D3-E340-4286-33FE-7B82E5397E71}"/>
                  </a:ext>
                </a:extLst>
              </p:cNvPr>
              <p:cNvSpPr txBox="1"/>
              <p:nvPr/>
            </p:nvSpPr>
            <p:spPr>
              <a:xfrm>
                <a:off x="1311161" y="5843466"/>
                <a:ext cx="29367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IP</a:t>
                </a:r>
              </a:p>
            </p:txBody>
          </p:sp>
          <p:sp>
            <p:nvSpPr>
              <p:cNvPr id="2919" name="TextBox 2918">
                <a:extLst>
                  <a:ext uri="{FF2B5EF4-FFF2-40B4-BE49-F238E27FC236}">
                    <a16:creationId xmlns:a16="http://schemas.microsoft.com/office/drawing/2014/main" id="{1FBD8C34-23B1-08EC-4291-DA34C7066B2A}"/>
                  </a:ext>
                </a:extLst>
              </p:cNvPr>
              <p:cNvSpPr txBox="1"/>
              <p:nvPr/>
            </p:nvSpPr>
            <p:spPr>
              <a:xfrm>
                <a:off x="1577971" y="5843466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2920" name="TextBox 2919">
                <a:extLst>
                  <a:ext uri="{FF2B5EF4-FFF2-40B4-BE49-F238E27FC236}">
                    <a16:creationId xmlns:a16="http://schemas.microsoft.com/office/drawing/2014/main" id="{2686D6F3-1870-0FB3-5A65-6A0229EA257F}"/>
                  </a:ext>
                </a:extLst>
              </p:cNvPr>
              <p:cNvSpPr txBox="1"/>
              <p:nvPr/>
            </p:nvSpPr>
            <p:spPr>
              <a:xfrm>
                <a:off x="1799774" y="5843466"/>
                <a:ext cx="35779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LIP</a:t>
                </a:r>
              </a:p>
            </p:txBody>
          </p:sp>
          <p:sp>
            <p:nvSpPr>
              <p:cNvPr id="2921" name="TextBox 2920">
                <a:extLst>
                  <a:ext uri="{FF2B5EF4-FFF2-40B4-BE49-F238E27FC236}">
                    <a16:creationId xmlns:a16="http://schemas.microsoft.com/office/drawing/2014/main" id="{B262B082-8C4B-1D3F-15C9-B6E5E4ED640F}"/>
                  </a:ext>
                </a:extLst>
              </p:cNvPr>
              <p:cNvSpPr txBox="1"/>
              <p:nvPr/>
            </p:nvSpPr>
            <p:spPr>
              <a:xfrm>
                <a:off x="2069792" y="5843466"/>
                <a:ext cx="338554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2922" name="TextBox 2921">
                <a:extLst>
                  <a:ext uri="{FF2B5EF4-FFF2-40B4-BE49-F238E27FC236}">
                    <a16:creationId xmlns:a16="http://schemas.microsoft.com/office/drawing/2014/main" id="{3A078C94-560A-06CF-AB45-50DEBDF0C1AA}"/>
                  </a:ext>
                </a:extLst>
              </p:cNvPr>
              <p:cNvSpPr txBox="1"/>
              <p:nvPr/>
            </p:nvSpPr>
            <p:spPr>
              <a:xfrm>
                <a:off x="2317366" y="5843466"/>
                <a:ext cx="364202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NM</a:t>
                </a:r>
              </a:p>
            </p:txBody>
          </p:sp>
          <p:sp>
            <p:nvSpPr>
              <p:cNvPr id="2923" name="TextBox 2922">
                <a:extLst>
                  <a:ext uri="{FF2B5EF4-FFF2-40B4-BE49-F238E27FC236}">
                    <a16:creationId xmlns:a16="http://schemas.microsoft.com/office/drawing/2014/main" id="{51809183-43A7-101D-1C33-27298FA1C2AC}"/>
                  </a:ext>
                </a:extLst>
              </p:cNvPr>
              <p:cNvSpPr txBox="1"/>
              <p:nvPr/>
            </p:nvSpPr>
            <p:spPr>
              <a:xfrm>
                <a:off x="1315524" y="5975042"/>
                <a:ext cx="54534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</p:grpSp>
      </p:grpSp>
      <p:pic>
        <p:nvPicPr>
          <p:cNvPr id="56" name="Graphic 55">
            <a:extLst>
              <a:ext uri="{FF2B5EF4-FFF2-40B4-BE49-F238E27FC236}">
                <a16:creationId xmlns:a16="http://schemas.microsoft.com/office/drawing/2014/main" id="{48F1C2E9-112E-E5DA-F108-20803CE98F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64053" t="21771" r="6855" b="67280"/>
          <a:stretch>
            <a:fillRect/>
          </a:stretch>
        </p:blipFill>
        <p:spPr>
          <a:xfrm>
            <a:off x="957867" y="2568367"/>
            <a:ext cx="1097140" cy="239597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6DB3A5E4-509C-F202-DB95-4AC774CFEF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67855" t="34725" b="54938"/>
          <a:stretch>
            <a:fillRect/>
          </a:stretch>
        </p:blipFill>
        <p:spPr>
          <a:xfrm>
            <a:off x="526125" y="2782480"/>
            <a:ext cx="1212248" cy="226230"/>
          </a:xfrm>
          <a:prstGeom prst="rect">
            <a:avLst/>
          </a:prstGeom>
        </p:spPr>
      </p:pic>
      <p:pic>
        <p:nvPicPr>
          <p:cNvPr id="58" name="Graphic 57">
            <a:extLst>
              <a:ext uri="{FF2B5EF4-FFF2-40B4-BE49-F238E27FC236}">
                <a16:creationId xmlns:a16="http://schemas.microsoft.com/office/drawing/2014/main" id="{79A565D6-151E-0B24-3492-9EB46CE60FF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67553" t="47870" r="3489" b="43886"/>
          <a:stretch>
            <a:fillRect/>
          </a:stretch>
        </p:blipFill>
        <p:spPr>
          <a:xfrm>
            <a:off x="1573103" y="2807964"/>
            <a:ext cx="1092069" cy="180429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:a16="http://schemas.microsoft.com/office/drawing/2014/main" id="{727971EC-CD4E-C6D1-670F-FCF827668ED4}"/>
              </a:ext>
            </a:extLst>
          </p:cNvPr>
          <p:cNvSpPr txBox="1"/>
          <p:nvPr/>
        </p:nvSpPr>
        <p:spPr>
          <a:xfrm>
            <a:off x="4983611" y="2584124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d</a:t>
            </a:r>
            <a:endParaRPr lang="en-US" sz="4800" b="1">
              <a:latin typeface="Helvetica" pitchFamily="2" charset="0"/>
            </a:endParaRP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A0655493-4CA9-A5F2-C819-2949224A6B4F}"/>
              </a:ext>
            </a:extLst>
          </p:cNvPr>
          <p:cNvGrpSpPr/>
          <p:nvPr/>
        </p:nvGrpSpPr>
        <p:grpSpPr>
          <a:xfrm>
            <a:off x="5184036" y="2580152"/>
            <a:ext cx="1588097" cy="4973293"/>
            <a:chOff x="5262093" y="2702813"/>
            <a:chExt cx="1588097" cy="4973293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CDA74729-6677-10DE-DF88-AA9B766B1EC1}"/>
                </a:ext>
              </a:extLst>
            </p:cNvPr>
            <p:cNvGrpSpPr/>
            <p:nvPr/>
          </p:nvGrpSpPr>
          <p:grpSpPr>
            <a:xfrm>
              <a:off x="5262093" y="2702813"/>
              <a:ext cx="1588097" cy="1326498"/>
              <a:chOff x="5706446" y="1998743"/>
              <a:chExt cx="1870275" cy="1562189"/>
            </a:xfrm>
          </p:grpSpPr>
          <p:pic>
            <p:nvPicPr>
              <p:cNvPr id="66" name="Picture 65" descr="A close-up of a purple cell&#10;&#10;AI-generated content may be incorrect.">
                <a:extLst>
                  <a:ext uri="{FF2B5EF4-FFF2-40B4-BE49-F238E27FC236}">
                    <a16:creationId xmlns:a16="http://schemas.microsoft.com/office/drawing/2014/main" id="{686448C9-15AC-FD39-23AD-5F419E59E4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0800000" flipH="1">
                <a:off x="5817612" y="2244596"/>
                <a:ext cx="1759109" cy="1316336"/>
              </a:xfrm>
              <a:prstGeom prst="rect">
                <a:avLst/>
              </a:prstGeom>
            </p:spPr>
          </p:pic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2EC3CDAF-D3E3-8277-FA8A-565936D8CE17}"/>
                  </a:ext>
                </a:extLst>
              </p:cNvPr>
              <p:cNvSpPr txBox="1"/>
              <p:nvPr/>
            </p:nvSpPr>
            <p:spPr>
              <a:xfrm>
                <a:off x="5706446" y="1998743"/>
                <a:ext cx="619586" cy="32659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2" b="1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Male</a:t>
                </a: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FCB0B7FD-D530-7DDF-530E-0C008C319EBD}"/>
                </a:ext>
              </a:extLst>
            </p:cNvPr>
            <p:cNvGrpSpPr/>
            <p:nvPr/>
          </p:nvGrpSpPr>
          <p:grpSpPr>
            <a:xfrm>
              <a:off x="5262093" y="3957861"/>
              <a:ext cx="1588097" cy="1303646"/>
              <a:chOff x="5255415" y="3721402"/>
              <a:chExt cx="1588097" cy="1303646"/>
            </a:xfrm>
          </p:grpSpPr>
          <p:pic>
            <p:nvPicPr>
              <p:cNvPr id="69" name="Picture 68" descr="A close-up of a microscope&#10;&#10;AI-generated content may be incorrect.">
                <a:extLst>
                  <a:ext uri="{FF2B5EF4-FFF2-40B4-BE49-F238E27FC236}">
                    <a16:creationId xmlns:a16="http://schemas.microsoft.com/office/drawing/2014/main" id="{EF92DDC0-61B6-9483-B5F3-1BF86BFCA885}"/>
                  </a:ext>
                </a:extLst>
              </p:cNvPr>
              <p:cNvPicPr>
                <a:picLocks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rot="10800000">
                <a:off x="5336953" y="3919247"/>
                <a:ext cx="1506559" cy="1105801"/>
              </a:xfrm>
              <a:prstGeom prst="rect">
                <a:avLst/>
              </a:prstGeom>
            </p:spPr>
          </p:pic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C61E6A82-BCAC-6180-CEBE-251564395C1E}"/>
                  </a:ext>
                </a:extLst>
              </p:cNvPr>
              <p:cNvSpPr txBox="1"/>
              <p:nvPr/>
            </p:nvSpPr>
            <p:spPr>
              <a:xfrm>
                <a:off x="5255415" y="3721402"/>
                <a:ext cx="1099981" cy="2773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2" b="1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Intermediate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5453A0E5-129E-E4DC-5DE2-108B37A85CED}"/>
                </a:ext>
              </a:extLst>
            </p:cNvPr>
            <p:cNvGrpSpPr/>
            <p:nvPr/>
          </p:nvGrpSpPr>
          <p:grpSpPr>
            <a:xfrm>
              <a:off x="5262093" y="5190071"/>
              <a:ext cx="1588097" cy="1272700"/>
              <a:chOff x="5254639" y="5083241"/>
              <a:chExt cx="1588097" cy="1272700"/>
            </a:xfrm>
          </p:grpSpPr>
          <p:pic>
            <p:nvPicPr>
              <p:cNvPr id="71" name="Picture 46" descr="A picture containing purple&#10;&#10;Description automatically generated">
                <a:extLst>
                  <a:ext uri="{FF2B5EF4-FFF2-40B4-BE49-F238E27FC236}">
                    <a16:creationId xmlns:a16="http://schemas.microsoft.com/office/drawing/2014/main" id="{BD4FF7D6-69A6-48A8-CA55-3C86E8C80826}"/>
                  </a:ext>
                </a:extLst>
              </p:cNvPr>
              <p:cNvPicPr>
                <a:picLocks noChangeArrowheads="1"/>
              </p:cNvPicPr>
              <p:nvPr/>
            </p:nvPicPr>
            <p:blipFill rotWithShape="1"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2883" r="772"/>
              <a:stretch/>
            </p:blipFill>
            <p:spPr bwMode="auto">
              <a:xfrm>
                <a:off x="5369423" y="5282505"/>
                <a:ext cx="1473313" cy="1073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60D1C48D-1362-B366-85ED-BDC407BDB03D}"/>
                  </a:ext>
                </a:extLst>
              </p:cNvPr>
              <p:cNvSpPr txBox="1"/>
              <p:nvPr/>
            </p:nvSpPr>
            <p:spPr>
              <a:xfrm>
                <a:off x="5254639" y="5083241"/>
                <a:ext cx="1459054" cy="2773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2" b="1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Late Intermediate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E79EDFD4-2AB3-8749-453D-78C2DAFA0D19}"/>
                </a:ext>
              </a:extLst>
            </p:cNvPr>
            <p:cNvGrpSpPr/>
            <p:nvPr/>
          </p:nvGrpSpPr>
          <p:grpSpPr>
            <a:xfrm>
              <a:off x="5262093" y="6391334"/>
              <a:ext cx="1588097" cy="1284772"/>
              <a:chOff x="5262093" y="6391334"/>
              <a:chExt cx="1588097" cy="1284772"/>
            </a:xfrm>
          </p:grpSpPr>
          <p:pic>
            <p:nvPicPr>
              <p:cNvPr id="73" name="Google Shape;143;p21" descr="A picture containing purple, plant, close&#10;&#10;Description automatically generated">
                <a:extLst>
                  <a:ext uri="{FF2B5EF4-FFF2-40B4-BE49-F238E27FC236}">
                    <a16:creationId xmlns:a16="http://schemas.microsoft.com/office/drawing/2014/main" id="{02F187F0-7EE9-6607-7AD2-8155762CDA80}"/>
                  </a:ext>
                </a:extLst>
              </p:cNvPr>
              <p:cNvPicPr preferRelativeResize="0">
                <a:picLocks/>
              </p:cNvPicPr>
              <p:nvPr/>
            </p:nvPicPr>
            <p:blipFill rotWithShape="1">
              <a:blip r:embed="rId7">
                <a:alphaModFix/>
              </a:blip>
              <a:srcRect l="-791" r="109"/>
              <a:stretch/>
            </p:blipFill>
            <p:spPr>
              <a:xfrm>
                <a:off x="5414852" y="6591433"/>
                <a:ext cx="1435338" cy="10846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A62801E3-9F93-DE10-9704-0D788EAC47E6}"/>
                  </a:ext>
                </a:extLst>
              </p:cNvPr>
              <p:cNvSpPr txBox="1"/>
              <p:nvPr/>
            </p:nvSpPr>
            <p:spPr>
              <a:xfrm>
                <a:off x="5262093" y="6391334"/>
                <a:ext cx="715260" cy="2773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2" b="1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Female</a:t>
                </a:r>
              </a:p>
            </p:txBody>
          </p:sp>
        </p:grpSp>
      </p:grpSp>
      <p:sp>
        <p:nvSpPr>
          <p:cNvPr id="117" name="TextBox 116">
            <a:extLst>
              <a:ext uri="{FF2B5EF4-FFF2-40B4-BE49-F238E27FC236}">
                <a16:creationId xmlns:a16="http://schemas.microsoft.com/office/drawing/2014/main" id="{866112DC-5FBC-DDED-C701-B93826E6B4F6}"/>
              </a:ext>
            </a:extLst>
          </p:cNvPr>
          <p:cNvSpPr txBox="1"/>
          <p:nvPr/>
        </p:nvSpPr>
        <p:spPr>
          <a:xfrm>
            <a:off x="2085204" y="2109559"/>
            <a:ext cx="183600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Sex Change Progression</a:t>
            </a: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F1A6914F-1061-3EA1-2A16-522395A11A51}"/>
              </a:ext>
            </a:extLst>
          </p:cNvPr>
          <p:cNvGrpSpPr/>
          <p:nvPr/>
        </p:nvGrpSpPr>
        <p:grpSpPr>
          <a:xfrm>
            <a:off x="434842" y="-10995"/>
            <a:ext cx="6340906" cy="2364646"/>
            <a:chOff x="434842" y="-10995"/>
            <a:chExt cx="6340906" cy="2364646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35B598A-90A1-6660-6108-264E35E6F11D}"/>
                </a:ext>
              </a:extLst>
            </p:cNvPr>
            <p:cNvSpPr/>
            <p:nvPr/>
          </p:nvSpPr>
          <p:spPr>
            <a:xfrm>
              <a:off x="1016466" y="252560"/>
              <a:ext cx="3873119" cy="1120394"/>
            </a:xfrm>
            <a:custGeom>
              <a:avLst/>
              <a:gdLst>
                <a:gd name="csX0" fmla="*/ 0 w 3873119"/>
                <a:gd name="csY0" fmla="*/ 1120394 h 1120394"/>
                <a:gd name="csX1" fmla="*/ 38735 w 3873119"/>
                <a:gd name="csY1" fmla="*/ 1109218 h 1120394"/>
                <a:gd name="csX2" fmla="*/ 77470 w 3873119"/>
                <a:gd name="csY2" fmla="*/ 1098042 h 1120394"/>
                <a:gd name="csX3" fmla="*/ 116205 w 3873119"/>
                <a:gd name="csY3" fmla="*/ 1086739 h 1120394"/>
                <a:gd name="csX4" fmla="*/ 154940 w 3873119"/>
                <a:gd name="csY4" fmla="*/ 1075563 h 1120394"/>
                <a:gd name="csX5" fmla="*/ 193675 w 3873119"/>
                <a:gd name="csY5" fmla="*/ 1064387 h 1120394"/>
                <a:gd name="csX6" fmla="*/ 232410 w 3873119"/>
                <a:gd name="csY6" fmla="*/ 1053211 h 1120394"/>
                <a:gd name="csX7" fmla="*/ 271145 w 3873119"/>
                <a:gd name="csY7" fmla="*/ 1041908 h 1120394"/>
                <a:gd name="csX8" fmla="*/ 309880 w 3873119"/>
                <a:gd name="csY8" fmla="*/ 1030732 h 1120394"/>
                <a:gd name="csX9" fmla="*/ 348615 w 3873119"/>
                <a:gd name="csY9" fmla="*/ 1019556 h 1120394"/>
                <a:gd name="csX10" fmla="*/ 387350 w 3873119"/>
                <a:gd name="csY10" fmla="*/ 1008380 h 1120394"/>
                <a:gd name="csX11" fmla="*/ 426085 w 3873119"/>
                <a:gd name="csY11" fmla="*/ 997204 h 1120394"/>
                <a:gd name="csX12" fmla="*/ 464820 w 3873119"/>
                <a:gd name="csY12" fmla="*/ 985901 h 1120394"/>
                <a:gd name="csX13" fmla="*/ 503555 w 3873119"/>
                <a:gd name="csY13" fmla="*/ 974725 h 1120394"/>
                <a:gd name="csX14" fmla="*/ 542290 w 3873119"/>
                <a:gd name="csY14" fmla="*/ 963549 h 1120394"/>
                <a:gd name="csX15" fmla="*/ 581025 w 3873119"/>
                <a:gd name="csY15" fmla="*/ 952373 h 1120394"/>
                <a:gd name="csX16" fmla="*/ 619760 w 3873119"/>
                <a:gd name="csY16" fmla="*/ 941070 h 1120394"/>
                <a:gd name="csX17" fmla="*/ 658495 w 3873119"/>
                <a:gd name="csY17" fmla="*/ 929894 h 1120394"/>
                <a:gd name="csX18" fmla="*/ 697230 w 3873119"/>
                <a:gd name="csY18" fmla="*/ 918718 h 1120394"/>
                <a:gd name="csX19" fmla="*/ 735965 w 3873119"/>
                <a:gd name="csY19" fmla="*/ 907542 h 1120394"/>
                <a:gd name="csX20" fmla="*/ 774700 w 3873119"/>
                <a:gd name="csY20" fmla="*/ 896366 h 1120394"/>
                <a:gd name="csX21" fmla="*/ 813435 w 3873119"/>
                <a:gd name="csY21" fmla="*/ 885063 h 1120394"/>
                <a:gd name="csX22" fmla="*/ 852170 w 3873119"/>
                <a:gd name="csY22" fmla="*/ 873887 h 1120394"/>
                <a:gd name="csX23" fmla="*/ 890905 w 3873119"/>
                <a:gd name="csY23" fmla="*/ 862711 h 1120394"/>
                <a:gd name="csX24" fmla="*/ 929513 w 3873119"/>
                <a:gd name="csY24" fmla="*/ 851535 h 1120394"/>
                <a:gd name="csX25" fmla="*/ 968248 w 3873119"/>
                <a:gd name="csY25" fmla="*/ 840232 h 1120394"/>
                <a:gd name="csX26" fmla="*/ 1006983 w 3873119"/>
                <a:gd name="csY26" fmla="*/ 829056 h 1120394"/>
                <a:gd name="csX27" fmla="*/ 1045718 w 3873119"/>
                <a:gd name="csY27" fmla="*/ 817880 h 1120394"/>
                <a:gd name="csX28" fmla="*/ 1084453 w 3873119"/>
                <a:gd name="csY28" fmla="*/ 806704 h 1120394"/>
                <a:gd name="csX29" fmla="*/ 1123188 w 3873119"/>
                <a:gd name="csY29" fmla="*/ 795528 h 1120394"/>
                <a:gd name="csX30" fmla="*/ 1161923 w 3873119"/>
                <a:gd name="csY30" fmla="*/ 784225 h 1120394"/>
                <a:gd name="csX31" fmla="*/ 1200658 w 3873119"/>
                <a:gd name="csY31" fmla="*/ 773049 h 1120394"/>
                <a:gd name="csX32" fmla="*/ 1239393 w 3873119"/>
                <a:gd name="csY32" fmla="*/ 761873 h 1120394"/>
                <a:gd name="csX33" fmla="*/ 1278128 w 3873119"/>
                <a:gd name="csY33" fmla="*/ 750697 h 1120394"/>
                <a:gd name="csX34" fmla="*/ 1316863 w 3873119"/>
                <a:gd name="csY34" fmla="*/ 739521 h 1120394"/>
                <a:gd name="csX35" fmla="*/ 1355598 w 3873119"/>
                <a:gd name="csY35" fmla="*/ 728218 h 1120394"/>
                <a:gd name="csX36" fmla="*/ 1394333 w 3873119"/>
                <a:gd name="csY36" fmla="*/ 717042 h 1120394"/>
                <a:gd name="csX37" fmla="*/ 1433068 w 3873119"/>
                <a:gd name="csY37" fmla="*/ 705866 h 1120394"/>
                <a:gd name="csX38" fmla="*/ 1471803 w 3873119"/>
                <a:gd name="csY38" fmla="*/ 694690 h 1120394"/>
                <a:gd name="csX39" fmla="*/ 1510538 w 3873119"/>
                <a:gd name="csY39" fmla="*/ 683387 h 1120394"/>
                <a:gd name="csX40" fmla="*/ 1549273 w 3873119"/>
                <a:gd name="csY40" fmla="*/ 672211 h 1120394"/>
                <a:gd name="csX41" fmla="*/ 1588008 w 3873119"/>
                <a:gd name="csY41" fmla="*/ 661035 h 1120394"/>
                <a:gd name="csX42" fmla="*/ 1626743 w 3873119"/>
                <a:gd name="csY42" fmla="*/ 649859 h 1120394"/>
                <a:gd name="csX43" fmla="*/ 1665478 w 3873119"/>
                <a:gd name="csY43" fmla="*/ 638683 h 1120394"/>
                <a:gd name="csX44" fmla="*/ 1704213 w 3873119"/>
                <a:gd name="csY44" fmla="*/ 627380 h 1120394"/>
                <a:gd name="csX45" fmla="*/ 1742948 w 3873119"/>
                <a:gd name="csY45" fmla="*/ 616204 h 1120394"/>
                <a:gd name="csX46" fmla="*/ 1781683 w 3873119"/>
                <a:gd name="csY46" fmla="*/ 605028 h 1120394"/>
                <a:gd name="csX47" fmla="*/ 1820418 w 3873119"/>
                <a:gd name="csY47" fmla="*/ 593852 h 1120394"/>
                <a:gd name="csX48" fmla="*/ 1859153 w 3873119"/>
                <a:gd name="csY48" fmla="*/ 582549 h 1120394"/>
                <a:gd name="csX49" fmla="*/ 1897888 w 3873119"/>
                <a:gd name="csY49" fmla="*/ 571373 h 1120394"/>
                <a:gd name="csX50" fmla="*/ 1936496 w 3873119"/>
                <a:gd name="csY50" fmla="*/ 560197 h 1120394"/>
                <a:gd name="csX51" fmla="*/ 1975231 w 3873119"/>
                <a:gd name="csY51" fmla="*/ 549021 h 1120394"/>
                <a:gd name="csX52" fmla="*/ 2013966 w 3873119"/>
                <a:gd name="csY52" fmla="*/ 537845 h 1120394"/>
                <a:gd name="csX53" fmla="*/ 2052701 w 3873119"/>
                <a:gd name="csY53" fmla="*/ 526542 h 1120394"/>
                <a:gd name="csX54" fmla="*/ 2091436 w 3873119"/>
                <a:gd name="csY54" fmla="*/ 515366 h 1120394"/>
                <a:gd name="csX55" fmla="*/ 2130171 w 3873119"/>
                <a:gd name="csY55" fmla="*/ 504190 h 1120394"/>
                <a:gd name="csX56" fmla="*/ 2168906 w 3873119"/>
                <a:gd name="csY56" fmla="*/ 493014 h 1120394"/>
                <a:gd name="csX57" fmla="*/ 2207641 w 3873119"/>
                <a:gd name="csY57" fmla="*/ 481711 h 1120394"/>
                <a:gd name="csX58" fmla="*/ 2246376 w 3873119"/>
                <a:gd name="csY58" fmla="*/ 470535 h 1120394"/>
                <a:gd name="csX59" fmla="*/ 2285111 w 3873119"/>
                <a:gd name="csY59" fmla="*/ 459359 h 1120394"/>
                <a:gd name="csX60" fmla="*/ 2323846 w 3873119"/>
                <a:gd name="csY60" fmla="*/ 448183 h 1120394"/>
                <a:gd name="csX61" fmla="*/ 2362581 w 3873119"/>
                <a:gd name="csY61" fmla="*/ 437007 h 1120394"/>
                <a:gd name="csX62" fmla="*/ 2401316 w 3873119"/>
                <a:gd name="csY62" fmla="*/ 425704 h 1120394"/>
                <a:gd name="csX63" fmla="*/ 2440051 w 3873119"/>
                <a:gd name="csY63" fmla="*/ 414528 h 1120394"/>
                <a:gd name="csX64" fmla="*/ 2478786 w 3873119"/>
                <a:gd name="csY64" fmla="*/ 403352 h 1120394"/>
                <a:gd name="csX65" fmla="*/ 2517521 w 3873119"/>
                <a:gd name="csY65" fmla="*/ 392176 h 1120394"/>
                <a:gd name="csX66" fmla="*/ 2556256 w 3873119"/>
                <a:gd name="csY66" fmla="*/ 380873 h 1120394"/>
                <a:gd name="csX67" fmla="*/ 2594991 w 3873119"/>
                <a:gd name="csY67" fmla="*/ 369697 h 1120394"/>
                <a:gd name="csX68" fmla="*/ 2633726 w 3873119"/>
                <a:gd name="csY68" fmla="*/ 358521 h 1120394"/>
                <a:gd name="csX69" fmla="*/ 2672461 w 3873119"/>
                <a:gd name="csY69" fmla="*/ 347345 h 1120394"/>
                <a:gd name="csX70" fmla="*/ 2711196 w 3873119"/>
                <a:gd name="csY70" fmla="*/ 336169 h 1120394"/>
                <a:gd name="csX71" fmla="*/ 2749931 w 3873119"/>
                <a:gd name="csY71" fmla="*/ 324866 h 1120394"/>
                <a:gd name="csX72" fmla="*/ 2788666 w 3873119"/>
                <a:gd name="csY72" fmla="*/ 313690 h 1120394"/>
                <a:gd name="csX73" fmla="*/ 2827401 w 3873119"/>
                <a:gd name="csY73" fmla="*/ 302514 h 1120394"/>
                <a:gd name="csX74" fmla="*/ 2866136 w 3873119"/>
                <a:gd name="csY74" fmla="*/ 291338 h 1120394"/>
                <a:gd name="csX75" fmla="*/ 2904744 w 3873119"/>
                <a:gd name="csY75" fmla="*/ 280162 h 1120394"/>
                <a:gd name="csX76" fmla="*/ 2943479 w 3873119"/>
                <a:gd name="csY76" fmla="*/ 268859 h 1120394"/>
                <a:gd name="csX77" fmla="*/ 2982214 w 3873119"/>
                <a:gd name="csY77" fmla="*/ 257683 h 1120394"/>
                <a:gd name="csX78" fmla="*/ 3020949 w 3873119"/>
                <a:gd name="csY78" fmla="*/ 246507 h 1120394"/>
                <a:gd name="csX79" fmla="*/ 3059684 w 3873119"/>
                <a:gd name="csY79" fmla="*/ 235331 h 1120394"/>
                <a:gd name="csX80" fmla="*/ 3098419 w 3873119"/>
                <a:gd name="csY80" fmla="*/ 224028 h 1120394"/>
                <a:gd name="csX81" fmla="*/ 3137154 w 3873119"/>
                <a:gd name="csY81" fmla="*/ 212852 h 1120394"/>
                <a:gd name="csX82" fmla="*/ 3175889 w 3873119"/>
                <a:gd name="csY82" fmla="*/ 201676 h 1120394"/>
                <a:gd name="csX83" fmla="*/ 3214624 w 3873119"/>
                <a:gd name="csY83" fmla="*/ 190500 h 1120394"/>
                <a:gd name="csX84" fmla="*/ 3253359 w 3873119"/>
                <a:gd name="csY84" fmla="*/ 179324 h 1120394"/>
                <a:gd name="csX85" fmla="*/ 3292094 w 3873119"/>
                <a:gd name="csY85" fmla="*/ 168021 h 1120394"/>
                <a:gd name="csX86" fmla="*/ 3330829 w 3873119"/>
                <a:gd name="csY86" fmla="*/ 156845 h 1120394"/>
                <a:gd name="csX87" fmla="*/ 3369564 w 3873119"/>
                <a:gd name="csY87" fmla="*/ 145669 h 1120394"/>
                <a:gd name="csX88" fmla="*/ 3408299 w 3873119"/>
                <a:gd name="csY88" fmla="*/ 134493 h 1120394"/>
                <a:gd name="csX89" fmla="*/ 3447034 w 3873119"/>
                <a:gd name="csY89" fmla="*/ 123190 h 1120394"/>
                <a:gd name="csX90" fmla="*/ 3485769 w 3873119"/>
                <a:gd name="csY90" fmla="*/ 112014 h 1120394"/>
                <a:gd name="csX91" fmla="*/ 3524504 w 3873119"/>
                <a:gd name="csY91" fmla="*/ 100838 h 1120394"/>
                <a:gd name="csX92" fmla="*/ 3563239 w 3873119"/>
                <a:gd name="csY92" fmla="*/ 89662 h 1120394"/>
                <a:gd name="csX93" fmla="*/ 3601974 w 3873119"/>
                <a:gd name="csY93" fmla="*/ 78486 h 1120394"/>
                <a:gd name="csX94" fmla="*/ 3640709 w 3873119"/>
                <a:gd name="csY94" fmla="*/ 67183 h 1120394"/>
                <a:gd name="csX95" fmla="*/ 3679444 w 3873119"/>
                <a:gd name="csY95" fmla="*/ 56007 h 1120394"/>
                <a:gd name="csX96" fmla="*/ 3718179 w 3873119"/>
                <a:gd name="csY96" fmla="*/ 44831 h 1120394"/>
                <a:gd name="csX97" fmla="*/ 3756914 w 3873119"/>
                <a:gd name="csY97" fmla="*/ 33655 h 1120394"/>
                <a:gd name="csX98" fmla="*/ 3795649 w 3873119"/>
                <a:gd name="csY98" fmla="*/ 22352 h 1120394"/>
                <a:gd name="csX99" fmla="*/ 3834384 w 3873119"/>
                <a:gd name="csY99" fmla="*/ 11176 h 1120394"/>
                <a:gd name="csX100" fmla="*/ 3873119 w 3873119"/>
                <a:gd name="csY100" fmla="*/ 0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20394">
                  <a:moveTo>
                    <a:pt x="0" y="1120394"/>
                  </a:moveTo>
                  <a:lnTo>
                    <a:pt x="38735" y="1109218"/>
                  </a:lnTo>
                  <a:lnTo>
                    <a:pt x="77470" y="1098042"/>
                  </a:lnTo>
                  <a:lnTo>
                    <a:pt x="116205" y="1086739"/>
                  </a:lnTo>
                  <a:lnTo>
                    <a:pt x="154940" y="1075563"/>
                  </a:lnTo>
                  <a:lnTo>
                    <a:pt x="193675" y="1064387"/>
                  </a:lnTo>
                  <a:lnTo>
                    <a:pt x="232410" y="1053211"/>
                  </a:lnTo>
                  <a:lnTo>
                    <a:pt x="271145" y="1041908"/>
                  </a:lnTo>
                  <a:lnTo>
                    <a:pt x="309880" y="1030732"/>
                  </a:lnTo>
                  <a:lnTo>
                    <a:pt x="348615" y="1019556"/>
                  </a:lnTo>
                  <a:lnTo>
                    <a:pt x="387350" y="1008380"/>
                  </a:lnTo>
                  <a:lnTo>
                    <a:pt x="426085" y="997204"/>
                  </a:lnTo>
                  <a:lnTo>
                    <a:pt x="464820" y="985901"/>
                  </a:lnTo>
                  <a:lnTo>
                    <a:pt x="503555" y="974725"/>
                  </a:lnTo>
                  <a:lnTo>
                    <a:pt x="542290" y="963549"/>
                  </a:lnTo>
                  <a:lnTo>
                    <a:pt x="581025" y="952373"/>
                  </a:lnTo>
                  <a:lnTo>
                    <a:pt x="619760" y="941070"/>
                  </a:lnTo>
                  <a:lnTo>
                    <a:pt x="658495" y="929894"/>
                  </a:lnTo>
                  <a:lnTo>
                    <a:pt x="697230" y="918718"/>
                  </a:lnTo>
                  <a:lnTo>
                    <a:pt x="735965" y="907542"/>
                  </a:lnTo>
                  <a:lnTo>
                    <a:pt x="774700" y="896366"/>
                  </a:lnTo>
                  <a:lnTo>
                    <a:pt x="813435" y="885063"/>
                  </a:lnTo>
                  <a:lnTo>
                    <a:pt x="852170" y="873887"/>
                  </a:lnTo>
                  <a:lnTo>
                    <a:pt x="890905" y="862711"/>
                  </a:lnTo>
                  <a:lnTo>
                    <a:pt x="929513" y="851535"/>
                  </a:lnTo>
                  <a:lnTo>
                    <a:pt x="968248" y="840232"/>
                  </a:lnTo>
                  <a:lnTo>
                    <a:pt x="1006983" y="829056"/>
                  </a:lnTo>
                  <a:lnTo>
                    <a:pt x="1045718" y="817880"/>
                  </a:lnTo>
                  <a:lnTo>
                    <a:pt x="1084453" y="806704"/>
                  </a:lnTo>
                  <a:lnTo>
                    <a:pt x="1123188" y="795528"/>
                  </a:lnTo>
                  <a:lnTo>
                    <a:pt x="1161923" y="784225"/>
                  </a:lnTo>
                  <a:lnTo>
                    <a:pt x="1200658" y="773049"/>
                  </a:lnTo>
                  <a:lnTo>
                    <a:pt x="1239393" y="761873"/>
                  </a:lnTo>
                  <a:lnTo>
                    <a:pt x="1278128" y="750697"/>
                  </a:lnTo>
                  <a:lnTo>
                    <a:pt x="1316863" y="739521"/>
                  </a:lnTo>
                  <a:lnTo>
                    <a:pt x="1355598" y="728218"/>
                  </a:lnTo>
                  <a:lnTo>
                    <a:pt x="1394333" y="717042"/>
                  </a:lnTo>
                  <a:lnTo>
                    <a:pt x="1433068" y="705866"/>
                  </a:lnTo>
                  <a:lnTo>
                    <a:pt x="1471803" y="694690"/>
                  </a:lnTo>
                  <a:lnTo>
                    <a:pt x="1510538" y="683387"/>
                  </a:lnTo>
                  <a:lnTo>
                    <a:pt x="1549273" y="672211"/>
                  </a:lnTo>
                  <a:lnTo>
                    <a:pt x="1588008" y="661035"/>
                  </a:lnTo>
                  <a:lnTo>
                    <a:pt x="1626743" y="649859"/>
                  </a:lnTo>
                  <a:lnTo>
                    <a:pt x="1665478" y="638683"/>
                  </a:lnTo>
                  <a:lnTo>
                    <a:pt x="1704213" y="627380"/>
                  </a:lnTo>
                  <a:lnTo>
                    <a:pt x="1742948" y="616204"/>
                  </a:lnTo>
                  <a:lnTo>
                    <a:pt x="1781683" y="605028"/>
                  </a:lnTo>
                  <a:lnTo>
                    <a:pt x="1820418" y="593852"/>
                  </a:lnTo>
                  <a:lnTo>
                    <a:pt x="1859153" y="582549"/>
                  </a:lnTo>
                  <a:lnTo>
                    <a:pt x="1897888" y="571373"/>
                  </a:lnTo>
                  <a:lnTo>
                    <a:pt x="1936496" y="560197"/>
                  </a:lnTo>
                  <a:lnTo>
                    <a:pt x="1975231" y="549021"/>
                  </a:lnTo>
                  <a:lnTo>
                    <a:pt x="2013966" y="537845"/>
                  </a:lnTo>
                  <a:lnTo>
                    <a:pt x="2052701" y="526542"/>
                  </a:lnTo>
                  <a:lnTo>
                    <a:pt x="2091436" y="515366"/>
                  </a:lnTo>
                  <a:lnTo>
                    <a:pt x="2130171" y="504190"/>
                  </a:lnTo>
                  <a:lnTo>
                    <a:pt x="2168906" y="493014"/>
                  </a:lnTo>
                  <a:lnTo>
                    <a:pt x="2207641" y="481711"/>
                  </a:lnTo>
                  <a:lnTo>
                    <a:pt x="2246376" y="470535"/>
                  </a:lnTo>
                  <a:lnTo>
                    <a:pt x="2285111" y="459359"/>
                  </a:lnTo>
                  <a:lnTo>
                    <a:pt x="2323846" y="448183"/>
                  </a:lnTo>
                  <a:lnTo>
                    <a:pt x="2362581" y="437007"/>
                  </a:lnTo>
                  <a:lnTo>
                    <a:pt x="2401316" y="425704"/>
                  </a:lnTo>
                  <a:lnTo>
                    <a:pt x="2440051" y="414528"/>
                  </a:lnTo>
                  <a:lnTo>
                    <a:pt x="2478786" y="403352"/>
                  </a:lnTo>
                  <a:lnTo>
                    <a:pt x="2517521" y="392176"/>
                  </a:lnTo>
                  <a:lnTo>
                    <a:pt x="2556256" y="380873"/>
                  </a:lnTo>
                  <a:lnTo>
                    <a:pt x="2594991" y="369697"/>
                  </a:lnTo>
                  <a:lnTo>
                    <a:pt x="2633726" y="358521"/>
                  </a:lnTo>
                  <a:lnTo>
                    <a:pt x="2672461" y="347345"/>
                  </a:lnTo>
                  <a:lnTo>
                    <a:pt x="2711196" y="336169"/>
                  </a:lnTo>
                  <a:lnTo>
                    <a:pt x="2749931" y="324866"/>
                  </a:lnTo>
                  <a:lnTo>
                    <a:pt x="2788666" y="313690"/>
                  </a:lnTo>
                  <a:lnTo>
                    <a:pt x="2827401" y="302514"/>
                  </a:lnTo>
                  <a:lnTo>
                    <a:pt x="2866136" y="291338"/>
                  </a:lnTo>
                  <a:lnTo>
                    <a:pt x="2904744" y="280162"/>
                  </a:lnTo>
                  <a:lnTo>
                    <a:pt x="2943479" y="268859"/>
                  </a:lnTo>
                  <a:lnTo>
                    <a:pt x="2982214" y="257683"/>
                  </a:lnTo>
                  <a:lnTo>
                    <a:pt x="3020949" y="246507"/>
                  </a:lnTo>
                  <a:lnTo>
                    <a:pt x="3059684" y="235331"/>
                  </a:lnTo>
                  <a:lnTo>
                    <a:pt x="3098419" y="224028"/>
                  </a:lnTo>
                  <a:lnTo>
                    <a:pt x="3137154" y="212852"/>
                  </a:lnTo>
                  <a:lnTo>
                    <a:pt x="3175889" y="201676"/>
                  </a:lnTo>
                  <a:lnTo>
                    <a:pt x="3214624" y="190500"/>
                  </a:lnTo>
                  <a:lnTo>
                    <a:pt x="3253359" y="179324"/>
                  </a:lnTo>
                  <a:lnTo>
                    <a:pt x="3292094" y="168021"/>
                  </a:lnTo>
                  <a:lnTo>
                    <a:pt x="3330829" y="156845"/>
                  </a:lnTo>
                  <a:lnTo>
                    <a:pt x="3369564" y="145669"/>
                  </a:lnTo>
                  <a:lnTo>
                    <a:pt x="3408299" y="134493"/>
                  </a:lnTo>
                  <a:lnTo>
                    <a:pt x="3447034" y="123190"/>
                  </a:lnTo>
                  <a:lnTo>
                    <a:pt x="3485769" y="112014"/>
                  </a:lnTo>
                  <a:lnTo>
                    <a:pt x="3524504" y="100838"/>
                  </a:lnTo>
                  <a:lnTo>
                    <a:pt x="3563239" y="89662"/>
                  </a:lnTo>
                  <a:lnTo>
                    <a:pt x="3601974" y="78486"/>
                  </a:lnTo>
                  <a:lnTo>
                    <a:pt x="3640709" y="67183"/>
                  </a:lnTo>
                  <a:lnTo>
                    <a:pt x="3679444" y="56007"/>
                  </a:lnTo>
                  <a:lnTo>
                    <a:pt x="3718179" y="44831"/>
                  </a:lnTo>
                  <a:lnTo>
                    <a:pt x="3756914" y="33655"/>
                  </a:lnTo>
                  <a:lnTo>
                    <a:pt x="3795649" y="22352"/>
                  </a:lnTo>
                  <a:lnTo>
                    <a:pt x="3834384" y="11176"/>
                  </a:lnTo>
                  <a:lnTo>
                    <a:pt x="3873119" y="0"/>
                  </a:lnTo>
                </a:path>
              </a:pathLst>
            </a:custGeom>
            <a:noFill/>
            <a:ln w="54173" cap="flat">
              <a:solidFill>
                <a:srgbClr val="7BAFDE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7598706F-A1F4-BD7D-A2FC-5CBB265B6A83}"/>
                </a:ext>
              </a:extLst>
            </p:cNvPr>
            <p:cNvSpPr/>
            <p:nvPr/>
          </p:nvSpPr>
          <p:spPr>
            <a:xfrm>
              <a:off x="1016466" y="252560"/>
              <a:ext cx="3873119" cy="1120394"/>
            </a:xfrm>
            <a:custGeom>
              <a:avLst/>
              <a:gdLst>
                <a:gd name="csX0" fmla="*/ 0 w 3873119"/>
                <a:gd name="csY0" fmla="*/ 0 h 1120394"/>
                <a:gd name="csX1" fmla="*/ 38735 w 3873119"/>
                <a:gd name="csY1" fmla="*/ 51689 h 1120394"/>
                <a:gd name="csX2" fmla="*/ 77470 w 3873119"/>
                <a:gd name="csY2" fmla="*/ 98552 h 1120394"/>
                <a:gd name="csX3" fmla="*/ 116205 w 3873119"/>
                <a:gd name="csY3" fmla="*/ 141605 h 1120394"/>
                <a:gd name="csX4" fmla="*/ 154940 w 3873119"/>
                <a:gd name="csY4" fmla="*/ 181229 h 1120394"/>
                <a:gd name="csX5" fmla="*/ 193675 w 3873119"/>
                <a:gd name="csY5" fmla="*/ 217932 h 1120394"/>
                <a:gd name="csX6" fmla="*/ 232410 w 3873119"/>
                <a:gd name="csY6" fmla="*/ 252222 h 1120394"/>
                <a:gd name="csX7" fmla="*/ 271145 w 3873119"/>
                <a:gd name="csY7" fmla="*/ 284353 h 1120394"/>
                <a:gd name="csX8" fmla="*/ 309880 w 3873119"/>
                <a:gd name="csY8" fmla="*/ 314579 h 1120394"/>
                <a:gd name="csX9" fmla="*/ 348615 w 3873119"/>
                <a:gd name="csY9" fmla="*/ 343154 h 1120394"/>
                <a:gd name="csX10" fmla="*/ 387350 w 3873119"/>
                <a:gd name="csY10" fmla="*/ 370205 h 1120394"/>
                <a:gd name="csX11" fmla="*/ 426085 w 3873119"/>
                <a:gd name="csY11" fmla="*/ 395859 h 1120394"/>
                <a:gd name="csX12" fmla="*/ 464820 w 3873119"/>
                <a:gd name="csY12" fmla="*/ 420243 h 1120394"/>
                <a:gd name="csX13" fmla="*/ 503555 w 3873119"/>
                <a:gd name="csY13" fmla="*/ 443611 h 1120394"/>
                <a:gd name="csX14" fmla="*/ 542290 w 3873119"/>
                <a:gd name="csY14" fmla="*/ 465836 h 1120394"/>
                <a:gd name="csX15" fmla="*/ 581025 w 3873119"/>
                <a:gd name="csY15" fmla="*/ 487172 h 1120394"/>
                <a:gd name="csX16" fmla="*/ 619760 w 3873119"/>
                <a:gd name="csY16" fmla="*/ 507746 h 1120394"/>
                <a:gd name="csX17" fmla="*/ 658495 w 3873119"/>
                <a:gd name="csY17" fmla="*/ 527431 h 1120394"/>
                <a:gd name="csX18" fmla="*/ 697230 w 3873119"/>
                <a:gd name="csY18" fmla="*/ 546354 h 1120394"/>
                <a:gd name="csX19" fmla="*/ 735965 w 3873119"/>
                <a:gd name="csY19" fmla="*/ 564769 h 1120394"/>
                <a:gd name="csX20" fmla="*/ 774700 w 3873119"/>
                <a:gd name="csY20" fmla="*/ 582422 h 1120394"/>
                <a:gd name="csX21" fmla="*/ 813435 w 3873119"/>
                <a:gd name="csY21" fmla="*/ 599440 h 1120394"/>
                <a:gd name="csX22" fmla="*/ 852170 w 3873119"/>
                <a:gd name="csY22" fmla="*/ 615950 h 1120394"/>
                <a:gd name="csX23" fmla="*/ 890905 w 3873119"/>
                <a:gd name="csY23" fmla="*/ 631952 h 1120394"/>
                <a:gd name="csX24" fmla="*/ 929513 w 3873119"/>
                <a:gd name="csY24" fmla="*/ 647446 h 1120394"/>
                <a:gd name="csX25" fmla="*/ 968248 w 3873119"/>
                <a:gd name="csY25" fmla="*/ 662559 h 1120394"/>
                <a:gd name="csX26" fmla="*/ 1006983 w 3873119"/>
                <a:gd name="csY26" fmla="*/ 677164 h 1120394"/>
                <a:gd name="csX27" fmla="*/ 1045718 w 3873119"/>
                <a:gd name="csY27" fmla="*/ 691388 h 1120394"/>
                <a:gd name="csX28" fmla="*/ 1084453 w 3873119"/>
                <a:gd name="csY28" fmla="*/ 705231 h 1120394"/>
                <a:gd name="csX29" fmla="*/ 1123188 w 3873119"/>
                <a:gd name="csY29" fmla="*/ 718693 h 1120394"/>
                <a:gd name="csX30" fmla="*/ 1161923 w 3873119"/>
                <a:gd name="csY30" fmla="*/ 731774 h 1120394"/>
                <a:gd name="csX31" fmla="*/ 1200658 w 3873119"/>
                <a:gd name="csY31" fmla="*/ 744601 h 1120394"/>
                <a:gd name="csX32" fmla="*/ 1239393 w 3873119"/>
                <a:gd name="csY32" fmla="*/ 757047 h 1120394"/>
                <a:gd name="csX33" fmla="*/ 1278128 w 3873119"/>
                <a:gd name="csY33" fmla="*/ 769239 h 1120394"/>
                <a:gd name="csX34" fmla="*/ 1316863 w 3873119"/>
                <a:gd name="csY34" fmla="*/ 781050 h 1120394"/>
                <a:gd name="csX35" fmla="*/ 1355598 w 3873119"/>
                <a:gd name="csY35" fmla="*/ 792734 h 1120394"/>
                <a:gd name="csX36" fmla="*/ 1394333 w 3873119"/>
                <a:gd name="csY36" fmla="*/ 804037 h 1120394"/>
                <a:gd name="csX37" fmla="*/ 1433068 w 3873119"/>
                <a:gd name="csY37" fmla="*/ 815213 h 1120394"/>
                <a:gd name="csX38" fmla="*/ 1471803 w 3873119"/>
                <a:gd name="csY38" fmla="*/ 826135 h 1120394"/>
                <a:gd name="csX39" fmla="*/ 1510538 w 3873119"/>
                <a:gd name="csY39" fmla="*/ 836676 h 1120394"/>
                <a:gd name="csX40" fmla="*/ 1549273 w 3873119"/>
                <a:gd name="csY40" fmla="*/ 847217 h 1120394"/>
                <a:gd name="csX41" fmla="*/ 1588008 w 3873119"/>
                <a:gd name="csY41" fmla="*/ 857377 h 1120394"/>
                <a:gd name="csX42" fmla="*/ 1626743 w 3873119"/>
                <a:gd name="csY42" fmla="*/ 867410 h 1120394"/>
                <a:gd name="csX43" fmla="*/ 1665478 w 3873119"/>
                <a:gd name="csY43" fmla="*/ 877189 h 1120394"/>
                <a:gd name="csX44" fmla="*/ 1704213 w 3873119"/>
                <a:gd name="csY44" fmla="*/ 886841 h 1120394"/>
                <a:gd name="csX45" fmla="*/ 1742948 w 3873119"/>
                <a:gd name="csY45" fmla="*/ 896366 h 1120394"/>
                <a:gd name="csX46" fmla="*/ 1781683 w 3873119"/>
                <a:gd name="csY46" fmla="*/ 905637 h 1120394"/>
                <a:gd name="csX47" fmla="*/ 1820418 w 3873119"/>
                <a:gd name="csY47" fmla="*/ 914781 h 1120394"/>
                <a:gd name="csX48" fmla="*/ 1859153 w 3873119"/>
                <a:gd name="csY48" fmla="*/ 923798 h 1120394"/>
                <a:gd name="csX49" fmla="*/ 1897888 w 3873119"/>
                <a:gd name="csY49" fmla="*/ 932561 h 1120394"/>
                <a:gd name="csX50" fmla="*/ 1936496 w 3873119"/>
                <a:gd name="csY50" fmla="*/ 941197 h 1120394"/>
                <a:gd name="csX51" fmla="*/ 1975231 w 3873119"/>
                <a:gd name="csY51" fmla="*/ 949706 h 1120394"/>
                <a:gd name="csX52" fmla="*/ 2013966 w 3873119"/>
                <a:gd name="csY52" fmla="*/ 958088 h 1120394"/>
                <a:gd name="csX53" fmla="*/ 2052701 w 3873119"/>
                <a:gd name="csY53" fmla="*/ 966343 h 1120394"/>
                <a:gd name="csX54" fmla="*/ 2091436 w 3873119"/>
                <a:gd name="csY54" fmla="*/ 974471 h 1120394"/>
                <a:gd name="csX55" fmla="*/ 2130171 w 3873119"/>
                <a:gd name="csY55" fmla="*/ 982472 h 1120394"/>
                <a:gd name="csX56" fmla="*/ 2168906 w 3873119"/>
                <a:gd name="csY56" fmla="*/ 990346 h 1120394"/>
                <a:gd name="csX57" fmla="*/ 2207641 w 3873119"/>
                <a:gd name="csY57" fmla="*/ 998093 h 1120394"/>
                <a:gd name="csX58" fmla="*/ 2246376 w 3873119"/>
                <a:gd name="csY58" fmla="*/ 1005713 h 1120394"/>
                <a:gd name="csX59" fmla="*/ 2285111 w 3873119"/>
                <a:gd name="csY59" fmla="*/ 1013206 h 1120394"/>
                <a:gd name="csX60" fmla="*/ 2323846 w 3873119"/>
                <a:gd name="csY60" fmla="*/ 1020572 h 1120394"/>
                <a:gd name="csX61" fmla="*/ 2362581 w 3873119"/>
                <a:gd name="csY61" fmla="*/ 1027938 h 1120394"/>
                <a:gd name="csX62" fmla="*/ 2401316 w 3873119"/>
                <a:gd name="csY62" fmla="*/ 1035050 h 1120394"/>
                <a:gd name="csX63" fmla="*/ 2440051 w 3873119"/>
                <a:gd name="csY63" fmla="*/ 1042162 h 1120394"/>
                <a:gd name="csX64" fmla="*/ 2478786 w 3873119"/>
                <a:gd name="csY64" fmla="*/ 1049147 h 1120394"/>
                <a:gd name="csX65" fmla="*/ 2517521 w 3873119"/>
                <a:gd name="csY65" fmla="*/ 1056005 h 1120394"/>
                <a:gd name="csX66" fmla="*/ 2556256 w 3873119"/>
                <a:gd name="csY66" fmla="*/ 1062863 h 1120394"/>
                <a:gd name="csX67" fmla="*/ 2594991 w 3873119"/>
                <a:gd name="csY67" fmla="*/ 1069594 h 1120394"/>
                <a:gd name="csX68" fmla="*/ 2633726 w 3873119"/>
                <a:gd name="csY68" fmla="*/ 1076198 h 1120394"/>
                <a:gd name="csX69" fmla="*/ 2672461 w 3873119"/>
                <a:gd name="csY69" fmla="*/ 1082802 h 1120394"/>
                <a:gd name="csX70" fmla="*/ 2711196 w 3873119"/>
                <a:gd name="csY70" fmla="*/ 1089279 h 1120394"/>
                <a:gd name="csX71" fmla="*/ 2749931 w 3873119"/>
                <a:gd name="csY71" fmla="*/ 1095629 h 1120394"/>
                <a:gd name="csX72" fmla="*/ 2788666 w 3873119"/>
                <a:gd name="csY72" fmla="*/ 1101979 h 1120394"/>
                <a:gd name="csX73" fmla="*/ 2827401 w 3873119"/>
                <a:gd name="csY73" fmla="*/ 1108202 h 1120394"/>
                <a:gd name="csX74" fmla="*/ 2866136 w 3873119"/>
                <a:gd name="csY74" fmla="*/ 1114298 h 1120394"/>
                <a:gd name="csX75" fmla="*/ 2904744 w 3873119"/>
                <a:gd name="csY75" fmla="*/ 1120394 h 1120394"/>
                <a:gd name="csX76" fmla="*/ 2943479 w 3873119"/>
                <a:gd name="csY76" fmla="*/ 1120394 h 1120394"/>
                <a:gd name="csX77" fmla="*/ 2982214 w 3873119"/>
                <a:gd name="csY77" fmla="*/ 1120394 h 1120394"/>
                <a:gd name="csX78" fmla="*/ 3020949 w 3873119"/>
                <a:gd name="csY78" fmla="*/ 1120394 h 1120394"/>
                <a:gd name="csX79" fmla="*/ 3059684 w 3873119"/>
                <a:gd name="csY79" fmla="*/ 1120394 h 1120394"/>
                <a:gd name="csX80" fmla="*/ 3098419 w 3873119"/>
                <a:gd name="csY80" fmla="*/ 1120394 h 1120394"/>
                <a:gd name="csX81" fmla="*/ 3137154 w 3873119"/>
                <a:gd name="csY81" fmla="*/ 1120394 h 1120394"/>
                <a:gd name="csX82" fmla="*/ 3175889 w 3873119"/>
                <a:gd name="csY82" fmla="*/ 1120394 h 1120394"/>
                <a:gd name="csX83" fmla="*/ 3214624 w 3873119"/>
                <a:gd name="csY83" fmla="*/ 1120394 h 1120394"/>
                <a:gd name="csX84" fmla="*/ 3253359 w 3873119"/>
                <a:gd name="csY84" fmla="*/ 1120394 h 1120394"/>
                <a:gd name="csX85" fmla="*/ 3292094 w 3873119"/>
                <a:gd name="csY85" fmla="*/ 1120394 h 1120394"/>
                <a:gd name="csX86" fmla="*/ 3330829 w 3873119"/>
                <a:gd name="csY86" fmla="*/ 1120394 h 1120394"/>
                <a:gd name="csX87" fmla="*/ 3369564 w 3873119"/>
                <a:gd name="csY87" fmla="*/ 1120394 h 1120394"/>
                <a:gd name="csX88" fmla="*/ 3408299 w 3873119"/>
                <a:gd name="csY88" fmla="*/ 1120394 h 1120394"/>
                <a:gd name="csX89" fmla="*/ 3447034 w 3873119"/>
                <a:gd name="csY89" fmla="*/ 1120394 h 1120394"/>
                <a:gd name="csX90" fmla="*/ 3485769 w 3873119"/>
                <a:gd name="csY90" fmla="*/ 1120394 h 1120394"/>
                <a:gd name="csX91" fmla="*/ 3524504 w 3873119"/>
                <a:gd name="csY91" fmla="*/ 1120394 h 1120394"/>
                <a:gd name="csX92" fmla="*/ 3563239 w 3873119"/>
                <a:gd name="csY92" fmla="*/ 1120394 h 1120394"/>
                <a:gd name="csX93" fmla="*/ 3601974 w 3873119"/>
                <a:gd name="csY93" fmla="*/ 1120394 h 1120394"/>
                <a:gd name="csX94" fmla="*/ 3640709 w 3873119"/>
                <a:gd name="csY94" fmla="*/ 1120394 h 1120394"/>
                <a:gd name="csX95" fmla="*/ 3679444 w 3873119"/>
                <a:gd name="csY95" fmla="*/ 1120394 h 1120394"/>
                <a:gd name="csX96" fmla="*/ 3718179 w 3873119"/>
                <a:gd name="csY96" fmla="*/ 1120394 h 1120394"/>
                <a:gd name="csX97" fmla="*/ 3756914 w 3873119"/>
                <a:gd name="csY97" fmla="*/ 1120394 h 1120394"/>
                <a:gd name="csX98" fmla="*/ 3795649 w 3873119"/>
                <a:gd name="csY98" fmla="*/ 1120394 h 1120394"/>
                <a:gd name="csX99" fmla="*/ 3834384 w 3873119"/>
                <a:gd name="csY99" fmla="*/ 1120394 h 1120394"/>
                <a:gd name="csX100" fmla="*/ 3873119 w 3873119"/>
                <a:gd name="csY100" fmla="*/ 1120394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20394">
                  <a:moveTo>
                    <a:pt x="0" y="0"/>
                  </a:moveTo>
                  <a:lnTo>
                    <a:pt x="38735" y="51689"/>
                  </a:lnTo>
                  <a:lnTo>
                    <a:pt x="77470" y="98552"/>
                  </a:lnTo>
                  <a:lnTo>
                    <a:pt x="116205" y="141605"/>
                  </a:lnTo>
                  <a:lnTo>
                    <a:pt x="154940" y="181229"/>
                  </a:lnTo>
                  <a:lnTo>
                    <a:pt x="193675" y="217932"/>
                  </a:lnTo>
                  <a:lnTo>
                    <a:pt x="232410" y="252222"/>
                  </a:lnTo>
                  <a:lnTo>
                    <a:pt x="271145" y="284353"/>
                  </a:lnTo>
                  <a:lnTo>
                    <a:pt x="309880" y="314579"/>
                  </a:lnTo>
                  <a:lnTo>
                    <a:pt x="348615" y="343154"/>
                  </a:lnTo>
                  <a:lnTo>
                    <a:pt x="387350" y="370205"/>
                  </a:lnTo>
                  <a:lnTo>
                    <a:pt x="426085" y="395859"/>
                  </a:lnTo>
                  <a:lnTo>
                    <a:pt x="464820" y="420243"/>
                  </a:lnTo>
                  <a:lnTo>
                    <a:pt x="503555" y="443611"/>
                  </a:lnTo>
                  <a:lnTo>
                    <a:pt x="542290" y="465836"/>
                  </a:lnTo>
                  <a:lnTo>
                    <a:pt x="581025" y="487172"/>
                  </a:lnTo>
                  <a:lnTo>
                    <a:pt x="619760" y="507746"/>
                  </a:lnTo>
                  <a:lnTo>
                    <a:pt x="658495" y="527431"/>
                  </a:lnTo>
                  <a:lnTo>
                    <a:pt x="697230" y="546354"/>
                  </a:lnTo>
                  <a:lnTo>
                    <a:pt x="735965" y="564769"/>
                  </a:lnTo>
                  <a:lnTo>
                    <a:pt x="774700" y="582422"/>
                  </a:lnTo>
                  <a:lnTo>
                    <a:pt x="813435" y="599440"/>
                  </a:lnTo>
                  <a:lnTo>
                    <a:pt x="852170" y="615950"/>
                  </a:lnTo>
                  <a:lnTo>
                    <a:pt x="890905" y="631952"/>
                  </a:lnTo>
                  <a:lnTo>
                    <a:pt x="929513" y="647446"/>
                  </a:lnTo>
                  <a:lnTo>
                    <a:pt x="968248" y="662559"/>
                  </a:lnTo>
                  <a:lnTo>
                    <a:pt x="1006983" y="677164"/>
                  </a:lnTo>
                  <a:lnTo>
                    <a:pt x="1045718" y="691388"/>
                  </a:lnTo>
                  <a:lnTo>
                    <a:pt x="1084453" y="705231"/>
                  </a:lnTo>
                  <a:lnTo>
                    <a:pt x="1123188" y="718693"/>
                  </a:lnTo>
                  <a:lnTo>
                    <a:pt x="1161923" y="731774"/>
                  </a:lnTo>
                  <a:lnTo>
                    <a:pt x="1200658" y="744601"/>
                  </a:lnTo>
                  <a:lnTo>
                    <a:pt x="1239393" y="757047"/>
                  </a:lnTo>
                  <a:lnTo>
                    <a:pt x="1278128" y="769239"/>
                  </a:lnTo>
                  <a:lnTo>
                    <a:pt x="1316863" y="781050"/>
                  </a:lnTo>
                  <a:lnTo>
                    <a:pt x="1355598" y="792734"/>
                  </a:lnTo>
                  <a:lnTo>
                    <a:pt x="1394333" y="804037"/>
                  </a:lnTo>
                  <a:lnTo>
                    <a:pt x="1433068" y="815213"/>
                  </a:lnTo>
                  <a:lnTo>
                    <a:pt x="1471803" y="826135"/>
                  </a:lnTo>
                  <a:lnTo>
                    <a:pt x="1510538" y="836676"/>
                  </a:lnTo>
                  <a:lnTo>
                    <a:pt x="1549273" y="847217"/>
                  </a:lnTo>
                  <a:lnTo>
                    <a:pt x="1588008" y="857377"/>
                  </a:lnTo>
                  <a:lnTo>
                    <a:pt x="1626743" y="867410"/>
                  </a:lnTo>
                  <a:lnTo>
                    <a:pt x="1665478" y="877189"/>
                  </a:lnTo>
                  <a:lnTo>
                    <a:pt x="1704213" y="886841"/>
                  </a:lnTo>
                  <a:lnTo>
                    <a:pt x="1742948" y="896366"/>
                  </a:lnTo>
                  <a:lnTo>
                    <a:pt x="1781683" y="905637"/>
                  </a:lnTo>
                  <a:lnTo>
                    <a:pt x="1820418" y="914781"/>
                  </a:lnTo>
                  <a:lnTo>
                    <a:pt x="1859153" y="923798"/>
                  </a:lnTo>
                  <a:lnTo>
                    <a:pt x="1897888" y="932561"/>
                  </a:lnTo>
                  <a:lnTo>
                    <a:pt x="1936496" y="941197"/>
                  </a:lnTo>
                  <a:lnTo>
                    <a:pt x="1975231" y="949706"/>
                  </a:lnTo>
                  <a:lnTo>
                    <a:pt x="2013966" y="958088"/>
                  </a:lnTo>
                  <a:lnTo>
                    <a:pt x="2052701" y="966343"/>
                  </a:lnTo>
                  <a:lnTo>
                    <a:pt x="2091436" y="974471"/>
                  </a:lnTo>
                  <a:lnTo>
                    <a:pt x="2130171" y="982472"/>
                  </a:lnTo>
                  <a:lnTo>
                    <a:pt x="2168906" y="990346"/>
                  </a:lnTo>
                  <a:lnTo>
                    <a:pt x="2207641" y="998093"/>
                  </a:lnTo>
                  <a:lnTo>
                    <a:pt x="2246376" y="1005713"/>
                  </a:lnTo>
                  <a:lnTo>
                    <a:pt x="2285111" y="1013206"/>
                  </a:lnTo>
                  <a:lnTo>
                    <a:pt x="2323846" y="1020572"/>
                  </a:lnTo>
                  <a:lnTo>
                    <a:pt x="2362581" y="1027938"/>
                  </a:lnTo>
                  <a:lnTo>
                    <a:pt x="2401316" y="1035050"/>
                  </a:lnTo>
                  <a:lnTo>
                    <a:pt x="2440051" y="1042162"/>
                  </a:lnTo>
                  <a:lnTo>
                    <a:pt x="2478786" y="1049147"/>
                  </a:lnTo>
                  <a:lnTo>
                    <a:pt x="2517521" y="1056005"/>
                  </a:lnTo>
                  <a:lnTo>
                    <a:pt x="2556256" y="1062863"/>
                  </a:lnTo>
                  <a:lnTo>
                    <a:pt x="2594991" y="1069594"/>
                  </a:lnTo>
                  <a:lnTo>
                    <a:pt x="2633726" y="1076198"/>
                  </a:lnTo>
                  <a:lnTo>
                    <a:pt x="2672461" y="1082802"/>
                  </a:lnTo>
                  <a:lnTo>
                    <a:pt x="2711196" y="1089279"/>
                  </a:lnTo>
                  <a:lnTo>
                    <a:pt x="2749931" y="1095629"/>
                  </a:lnTo>
                  <a:lnTo>
                    <a:pt x="2788666" y="1101979"/>
                  </a:lnTo>
                  <a:lnTo>
                    <a:pt x="2827401" y="1108202"/>
                  </a:lnTo>
                  <a:lnTo>
                    <a:pt x="2866136" y="1114298"/>
                  </a:lnTo>
                  <a:lnTo>
                    <a:pt x="2904744" y="1120394"/>
                  </a:lnTo>
                  <a:lnTo>
                    <a:pt x="2943479" y="1120394"/>
                  </a:lnTo>
                  <a:lnTo>
                    <a:pt x="2982214" y="1120394"/>
                  </a:lnTo>
                  <a:lnTo>
                    <a:pt x="3020949" y="1120394"/>
                  </a:lnTo>
                  <a:lnTo>
                    <a:pt x="3059684" y="1120394"/>
                  </a:lnTo>
                  <a:lnTo>
                    <a:pt x="3098419" y="1120394"/>
                  </a:lnTo>
                  <a:lnTo>
                    <a:pt x="3137154" y="1120394"/>
                  </a:lnTo>
                  <a:lnTo>
                    <a:pt x="3175889" y="1120394"/>
                  </a:lnTo>
                  <a:lnTo>
                    <a:pt x="3214624" y="1120394"/>
                  </a:lnTo>
                  <a:lnTo>
                    <a:pt x="3253359" y="1120394"/>
                  </a:lnTo>
                  <a:lnTo>
                    <a:pt x="3292094" y="1120394"/>
                  </a:lnTo>
                  <a:lnTo>
                    <a:pt x="3330829" y="1120394"/>
                  </a:lnTo>
                  <a:lnTo>
                    <a:pt x="3369564" y="1120394"/>
                  </a:lnTo>
                  <a:lnTo>
                    <a:pt x="3408299" y="1120394"/>
                  </a:lnTo>
                  <a:lnTo>
                    <a:pt x="3447034" y="1120394"/>
                  </a:lnTo>
                  <a:lnTo>
                    <a:pt x="3485769" y="1120394"/>
                  </a:lnTo>
                  <a:lnTo>
                    <a:pt x="3524504" y="1120394"/>
                  </a:lnTo>
                  <a:lnTo>
                    <a:pt x="3563239" y="1120394"/>
                  </a:lnTo>
                  <a:lnTo>
                    <a:pt x="3601974" y="1120394"/>
                  </a:lnTo>
                  <a:lnTo>
                    <a:pt x="3640709" y="1120394"/>
                  </a:lnTo>
                  <a:lnTo>
                    <a:pt x="3679444" y="1120394"/>
                  </a:lnTo>
                  <a:lnTo>
                    <a:pt x="3718179" y="1120394"/>
                  </a:lnTo>
                  <a:lnTo>
                    <a:pt x="3756914" y="1120394"/>
                  </a:lnTo>
                  <a:lnTo>
                    <a:pt x="3795649" y="1120394"/>
                  </a:lnTo>
                  <a:lnTo>
                    <a:pt x="3834384" y="1120394"/>
                  </a:lnTo>
                  <a:lnTo>
                    <a:pt x="3873119" y="1120394"/>
                  </a:lnTo>
                </a:path>
              </a:pathLst>
            </a:custGeom>
            <a:noFill/>
            <a:ln w="54173" cap="flat">
              <a:solidFill>
                <a:srgbClr val="EE802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2049DEA-27FB-C853-CB23-5FC684806C05}"/>
                </a:ext>
              </a:extLst>
            </p:cNvPr>
            <p:cNvSpPr/>
            <p:nvPr/>
          </p:nvSpPr>
          <p:spPr>
            <a:xfrm>
              <a:off x="1016466" y="252560"/>
              <a:ext cx="3873119" cy="1120394"/>
            </a:xfrm>
            <a:custGeom>
              <a:avLst/>
              <a:gdLst>
                <a:gd name="csX0" fmla="*/ 0 w 3873119"/>
                <a:gd name="csY0" fmla="*/ 1120394 h 1120394"/>
                <a:gd name="csX1" fmla="*/ 38735 w 3873119"/>
                <a:gd name="csY1" fmla="*/ 572516 h 1120394"/>
                <a:gd name="csX2" fmla="*/ 77470 w 3873119"/>
                <a:gd name="csY2" fmla="*/ 486918 h 1120394"/>
                <a:gd name="csX3" fmla="*/ 116205 w 3873119"/>
                <a:gd name="csY3" fmla="*/ 436626 h 1120394"/>
                <a:gd name="csX4" fmla="*/ 154940 w 3873119"/>
                <a:gd name="csY4" fmla="*/ 400939 h 1120394"/>
                <a:gd name="csX5" fmla="*/ 193675 w 3873119"/>
                <a:gd name="csY5" fmla="*/ 373126 h 1120394"/>
                <a:gd name="csX6" fmla="*/ 232410 w 3873119"/>
                <a:gd name="csY6" fmla="*/ 350520 h 1120394"/>
                <a:gd name="csX7" fmla="*/ 271145 w 3873119"/>
                <a:gd name="csY7" fmla="*/ 331343 h 1120394"/>
                <a:gd name="csX8" fmla="*/ 309880 w 3873119"/>
                <a:gd name="csY8" fmla="*/ 314706 h 1120394"/>
                <a:gd name="csX9" fmla="*/ 348615 w 3873119"/>
                <a:gd name="csY9" fmla="*/ 299974 h 1120394"/>
                <a:gd name="csX10" fmla="*/ 387350 w 3873119"/>
                <a:gd name="csY10" fmla="*/ 286893 h 1120394"/>
                <a:gd name="csX11" fmla="*/ 426085 w 3873119"/>
                <a:gd name="csY11" fmla="*/ 275082 h 1120394"/>
                <a:gd name="csX12" fmla="*/ 464820 w 3873119"/>
                <a:gd name="csY12" fmla="*/ 264160 h 1120394"/>
                <a:gd name="csX13" fmla="*/ 503555 w 3873119"/>
                <a:gd name="csY13" fmla="*/ 254254 h 1120394"/>
                <a:gd name="csX14" fmla="*/ 542290 w 3873119"/>
                <a:gd name="csY14" fmla="*/ 244983 h 1120394"/>
                <a:gd name="csX15" fmla="*/ 581025 w 3873119"/>
                <a:gd name="csY15" fmla="*/ 236474 h 1120394"/>
                <a:gd name="csX16" fmla="*/ 619760 w 3873119"/>
                <a:gd name="csY16" fmla="*/ 228346 h 1120394"/>
                <a:gd name="csX17" fmla="*/ 658495 w 3873119"/>
                <a:gd name="csY17" fmla="*/ 220853 h 1120394"/>
                <a:gd name="csX18" fmla="*/ 697230 w 3873119"/>
                <a:gd name="csY18" fmla="*/ 213741 h 1120394"/>
                <a:gd name="csX19" fmla="*/ 735965 w 3873119"/>
                <a:gd name="csY19" fmla="*/ 207010 h 1120394"/>
                <a:gd name="csX20" fmla="*/ 774700 w 3873119"/>
                <a:gd name="csY20" fmla="*/ 200533 h 1120394"/>
                <a:gd name="csX21" fmla="*/ 813435 w 3873119"/>
                <a:gd name="csY21" fmla="*/ 194564 h 1120394"/>
                <a:gd name="csX22" fmla="*/ 852170 w 3873119"/>
                <a:gd name="csY22" fmla="*/ 188722 h 1120394"/>
                <a:gd name="csX23" fmla="*/ 890905 w 3873119"/>
                <a:gd name="csY23" fmla="*/ 183134 h 1120394"/>
                <a:gd name="csX24" fmla="*/ 929513 w 3873119"/>
                <a:gd name="csY24" fmla="*/ 177927 h 1120394"/>
                <a:gd name="csX25" fmla="*/ 968248 w 3873119"/>
                <a:gd name="csY25" fmla="*/ 172720 h 1120394"/>
                <a:gd name="csX26" fmla="*/ 1006983 w 3873119"/>
                <a:gd name="csY26" fmla="*/ 167894 h 1120394"/>
                <a:gd name="csX27" fmla="*/ 1045718 w 3873119"/>
                <a:gd name="csY27" fmla="*/ 163195 h 1120394"/>
                <a:gd name="csX28" fmla="*/ 1084453 w 3873119"/>
                <a:gd name="csY28" fmla="*/ 158623 h 1120394"/>
                <a:gd name="csX29" fmla="*/ 1123188 w 3873119"/>
                <a:gd name="csY29" fmla="*/ 154305 h 1120394"/>
                <a:gd name="csX30" fmla="*/ 1161923 w 3873119"/>
                <a:gd name="csY30" fmla="*/ 150114 h 1120394"/>
                <a:gd name="csX31" fmla="*/ 1200658 w 3873119"/>
                <a:gd name="csY31" fmla="*/ 145923 h 1120394"/>
                <a:gd name="csX32" fmla="*/ 1239393 w 3873119"/>
                <a:gd name="csY32" fmla="*/ 141986 h 1120394"/>
                <a:gd name="csX33" fmla="*/ 1278128 w 3873119"/>
                <a:gd name="csY33" fmla="*/ 138176 h 1120394"/>
                <a:gd name="csX34" fmla="*/ 1316863 w 3873119"/>
                <a:gd name="csY34" fmla="*/ 134493 h 1120394"/>
                <a:gd name="csX35" fmla="*/ 1355598 w 3873119"/>
                <a:gd name="csY35" fmla="*/ 130810 h 1120394"/>
                <a:gd name="csX36" fmla="*/ 1394333 w 3873119"/>
                <a:gd name="csY36" fmla="*/ 127381 h 1120394"/>
                <a:gd name="csX37" fmla="*/ 1433068 w 3873119"/>
                <a:gd name="csY37" fmla="*/ 123952 h 1120394"/>
                <a:gd name="csX38" fmla="*/ 1471803 w 3873119"/>
                <a:gd name="csY38" fmla="*/ 120650 h 1120394"/>
                <a:gd name="csX39" fmla="*/ 1510538 w 3873119"/>
                <a:gd name="csY39" fmla="*/ 117348 h 1120394"/>
                <a:gd name="csX40" fmla="*/ 1549273 w 3873119"/>
                <a:gd name="csY40" fmla="*/ 114173 h 1120394"/>
                <a:gd name="csX41" fmla="*/ 1588008 w 3873119"/>
                <a:gd name="csY41" fmla="*/ 111125 h 1120394"/>
                <a:gd name="csX42" fmla="*/ 1626743 w 3873119"/>
                <a:gd name="csY42" fmla="*/ 108077 h 1120394"/>
                <a:gd name="csX43" fmla="*/ 1665478 w 3873119"/>
                <a:gd name="csY43" fmla="*/ 105156 h 1120394"/>
                <a:gd name="csX44" fmla="*/ 1704213 w 3873119"/>
                <a:gd name="csY44" fmla="*/ 102362 h 1120394"/>
                <a:gd name="csX45" fmla="*/ 1742948 w 3873119"/>
                <a:gd name="csY45" fmla="*/ 99568 h 1120394"/>
                <a:gd name="csX46" fmla="*/ 1781683 w 3873119"/>
                <a:gd name="csY46" fmla="*/ 96774 h 1120394"/>
                <a:gd name="csX47" fmla="*/ 1820418 w 3873119"/>
                <a:gd name="csY47" fmla="*/ 94107 h 1120394"/>
                <a:gd name="csX48" fmla="*/ 1859153 w 3873119"/>
                <a:gd name="csY48" fmla="*/ 91440 h 1120394"/>
                <a:gd name="csX49" fmla="*/ 1897888 w 3873119"/>
                <a:gd name="csY49" fmla="*/ 88900 h 1120394"/>
                <a:gd name="csX50" fmla="*/ 1936496 w 3873119"/>
                <a:gd name="csY50" fmla="*/ 86360 h 1120394"/>
                <a:gd name="csX51" fmla="*/ 1975231 w 3873119"/>
                <a:gd name="csY51" fmla="*/ 83947 h 1120394"/>
                <a:gd name="csX52" fmla="*/ 2013966 w 3873119"/>
                <a:gd name="csY52" fmla="*/ 81534 h 1120394"/>
                <a:gd name="csX53" fmla="*/ 2052701 w 3873119"/>
                <a:gd name="csY53" fmla="*/ 79121 h 1120394"/>
                <a:gd name="csX54" fmla="*/ 2091436 w 3873119"/>
                <a:gd name="csY54" fmla="*/ 76835 h 1120394"/>
                <a:gd name="csX55" fmla="*/ 2130171 w 3873119"/>
                <a:gd name="csY55" fmla="*/ 74549 h 1120394"/>
                <a:gd name="csX56" fmla="*/ 2168906 w 3873119"/>
                <a:gd name="csY56" fmla="*/ 72263 h 1120394"/>
                <a:gd name="csX57" fmla="*/ 2207641 w 3873119"/>
                <a:gd name="csY57" fmla="*/ 70104 h 1120394"/>
                <a:gd name="csX58" fmla="*/ 2246376 w 3873119"/>
                <a:gd name="csY58" fmla="*/ 67945 h 1120394"/>
                <a:gd name="csX59" fmla="*/ 2285111 w 3873119"/>
                <a:gd name="csY59" fmla="*/ 65786 h 1120394"/>
                <a:gd name="csX60" fmla="*/ 2323846 w 3873119"/>
                <a:gd name="csY60" fmla="*/ 63627 h 1120394"/>
                <a:gd name="csX61" fmla="*/ 2362581 w 3873119"/>
                <a:gd name="csY61" fmla="*/ 61595 h 1120394"/>
                <a:gd name="csX62" fmla="*/ 2401316 w 3873119"/>
                <a:gd name="csY62" fmla="*/ 59563 h 1120394"/>
                <a:gd name="csX63" fmla="*/ 2440051 w 3873119"/>
                <a:gd name="csY63" fmla="*/ 57658 h 1120394"/>
                <a:gd name="csX64" fmla="*/ 2478786 w 3873119"/>
                <a:gd name="csY64" fmla="*/ 55626 h 1120394"/>
                <a:gd name="csX65" fmla="*/ 2517521 w 3873119"/>
                <a:gd name="csY65" fmla="*/ 53721 h 1120394"/>
                <a:gd name="csX66" fmla="*/ 2556256 w 3873119"/>
                <a:gd name="csY66" fmla="*/ 51816 h 1120394"/>
                <a:gd name="csX67" fmla="*/ 2594991 w 3873119"/>
                <a:gd name="csY67" fmla="*/ 49911 h 1120394"/>
                <a:gd name="csX68" fmla="*/ 2633726 w 3873119"/>
                <a:gd name="csY68" fmla="*/ 48133 h 1120394"/>
                <a:gd name="csX69" fmla="*/ 2672461 w 3873119"/>
                <a:gd name="csY69" fmla="*/ 46228 h 1120394"/>
                <a:gd name="csX70" fmla="*/ 2711196 w 3873119"/>
                <a:gd name="csY70" fmla="*/ 44450 h 1120394"/>
                <a:gd name="csX71" fmla="*/ 2749931 w 3873119"/>
                <a:gd name="csY71" fmla="*/ 42672 h 1120394"/>
                <a:gd name="csX72" fmla="*/ 2788666 w 3873119"/>
                <a:gd name="csY72" fmla="*/ 40894 h 1120394"/>
                <a:gd name="csX73" fmla="*/ 2827401 w 3873119"/>
                <a:gd name="csY73" fmla="*/ 39243 h 1120394"/>
                <a:gd name="csX74" fmla="*/ 2866136 w 3873119"/>
                <a:gd name="csY74" fmla="*/ 37592 h 1120394"/>
                <a:gd name="csX75" fmla="*/ 2904744 w 3873119"/>
                <a:gd name="csY75" fmla="*/ 35814 h 1120394"/>
                <a:gd name="csX76" fmla="*/ 2943479 w 3873119"/>
                <a:gd name="csY76" fmla="*/ 34163 h 1120394"/>
                <a:gd name="csX77" fmla="*/ 2982214 w 3873119"/>
                <a:gd name="csY77" fmla="*/ 32639 h 1120394"/>
                <a:gd name="csX78" fmla="*/ 3020949 w 3873119"/>
                <a:gd name="csY78" fmla="*/ 30988 h 1120394"/>
                <a:gd name="csX79" fmla="*/ 3059684 w 3873119"/>
                <a:gd name="csY79" fmla="*/ 29337 h 1120394"/>
                <a:gd name="csX80" fmla="*/ 3098419 w 3873119"/>
                <a:gd name="csY80" fmla="*/ 27813 h 1120394"/>
                <a:gd name="csX81" fmla="*/ 3137154 w 3873119"/>
                <a:gd name="csY81" fmla="*/ 26289 h 1120394"/>
                <a:gd name="csX82" fmla="*/ 3175889 w 3873119"/>
                <a:gd name="csY82" fmla="*/ 24765 h 1120394"/>
                <a:gd name="csX83" fmla="*/ 3214624 w 3873119"/>
                <a:gd name="csY83" fmla="*/ 23241 h 1120394"/>
                <a:gd name="csX84" fmla="*/ 3253359 w 3873119"/>
                <a:gd name="csY84" fmla="*/ 21717 h 1120394"/>
                <a:gd name="csX85" fmla="*/ 3292094 w 3873119"/>
                <a:gd name="csY85" fmla="*/ 20320 h 1120394"/>
                <a:gd name="csX86" fmla="*/ 3330829 w 3873119"/>
                <a:gd name="csY86" fmla="*/ 18796 h 1120394"/>
                <a:gd name="csX87" fmla="*/ 3369564 w 3873119"/>
                <a:gd name="csY87" fmla="*/ 17399 h 1120394"/>
                <a:gd name="csX88" fmla="*/ 3408299 w 3873119"/>
                <a:gd name="csY88" fmla="*/ 16002 h 1120394"/>
                <a:gd name="csX89" fmla="*/ 3447034 w 3873119"/>
                <a:gd name="csY89" fmla="*/ 14478 h 1120394"/>
                <a:gd name="csX90" fmla="*/ 3485769 w 3873119"/>
                <a:gd name="csY90" fmla="*/ 13081 h 1120394"/>
                <a:gd name="csX91" fmla="*/ 3524504 w 3873119"/>
                <a:gd name="csY91" fmla="*/ 11811 h 1120394"/>
                <a:gd name="csX92" fmla="*/ 3563239 w 3873119"/>
                <a:gd name="csY92" fmla="*/ 10414 h 1120394"/>
                <a:gd name="csX93" fmla="*/ 3601974 w 3873119"/>
                <a:gd name="csY93" fmla="*/ 9017 h 1120394"/>
                <a:gd name="csX94" fmla="*/ 3640709 w 3873119"/>
                <a:gd name="csY94" fmla="*/ 7747 h 1120394"/>
                <a:gd name="csX95" fmla="*/ 3679444 w 3873119"/>
                <a:gd name="csY95" fmla="*/ 6350 h 1120394"/>
                <a:gd name="csX96" fmla="*/ 3718179 w 3873119"/>
                <a:gd name="csY96" fmla="*/ 5080 h 1120394"/>
                <a:gd name="csX97" fmla="*/ 3756914 w 3873119"/>
                <a:gd name="csY97" fmla="*/ 3810 h 1120394"/>
                <a:gd name="csX98" fmla="*/ 3795649 w 3873119"/>
                <a:gd name="csY98" fmla="*/ 2540 h 1120394"/>
                <a:gd name="csX99" fmla="*/ 3834384 w 3873119"/>
                <a:gd name="csY99" fmla="*/ 1270 h 1120394"/>
                <a:gd name="csX100" fmla="*/ 3873119 w 3873119"/>
                <a:gd name="csY100" fmla="*/ 0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20394">
                  <a:moveTo>
                    <a:pt x="0" y="1120394"/>
                  </a:moveTo>
                  <a:lnTo>
                    <a:pt x="38735" y="572516"/>
                  </a:lnTo>
                  <a:lnTo>
                    <a:pt x="77470" y="486918"/>
                  </a:lnTo>
                  <a:lnTo>
                    <a:pt x="116205" y="436626"/>
                  </a:lnTo>
                  <a:lnTo>
                    <a:pt x="154940" y="400939"/>
                  </a:lnTo>
                  <a:lnTo>
                    <a:pt x="193675" y="373126"/>
                  </a:lnTo>
                  <a:lnTo>
                    <a:pt x="232410" y="350520"/>
                  </a:lnTo>
                  <a:lnTo>
                    <a:pt x="271145" y="331343"/>
                  </a:lnTo>
                  <a:lnTo>
                    <a:pt x="309880" y="314706"/>
                  </a:lnTo>
                  <a:lnTo>
                    <a:pt x="348615" y="299974"/>
                  </a:lnTo>
                  <a:lnTo>
                    <a:pt x="387350" y="286893"/>
                  </a:lnTo>
                  <a:lnTo>
                    <a:pt x="426085" y="275082"/>
                  </a:lnTo>
                  <a:lnTo>
                    <a:pt x="464820" y="264160"/>
                  </a:lnTo>
                  <a:lnTo>
                    <a:pt x="503555" y="254254"/>
                  </a:lnTo>
                  <a:lnTo>
                    <a:pt x="542290" y="244983"/>
                  </a:lnTo>
                  <a:lnTo>
                    <a:pt x="581025" y="236474"/>
                  </a:lnTo>
                  <a:lnTo>
                    <a:pt x="619760" y="228346"/>
                  </a:lnTo>
                  <a:lnTo>
                    <a:pt x="658495" y="220853"/>
                  </a:lnTo>
                  <a:lnTo>
                    <a:pt x="697230" y="213741"/>
                  </a:lnTo>
                  <a:lnTo>
                    <a:pt x="735965" y="207010"/>
                  </a:lnTo>
                  <a:lnTo>
                    <a:pt x="774700" y="200533"/>
                  </a:lnTo>
                  <a:lnTo>
                    <a:pt x="813435" y="194564"/>
                  </a:lnTo>
                  <a:lnTo>
                    <a:pt x="852170" y="188722"/>
                  </a:lnTo>
                  <a:lnTo>
                    <a:pt x="890905" y="183134"/>
                  </a:lnTo>
                  <a:lnTo>
                    <a:pt x="929513" y="177927"/>
                  </a:lnTo>
                  <a:lnTo>
                    <a:pt x="968248" y="172720"/>
                  </a:lnTo>
                  <a:lnTo>
                    <a:pt x="1006983" y="167894"/>
                  </a:lnTo>
                  <a:lnTo>
                    <a:pt x="1045718" y="163195"/>
                  </a:lnTo>
                  <a:lnTo>
                    <a:pt x="1084453" y="158623"/>
                  </a:lnTo>
                  <a:lnTo>
                    <a:pt x="1123188" y="154305"/>
                  </a:lnTo>
                  <a:lnTo>
                    <a:pt x="1161923" y="150114"/>
                  </a:lnTo>
                  <a:lnTo>
                    <a:pt x="1200658" y="145923"/>
                  </a:lnTo>
                  <a:lnTo>
                    <a:pt x="1239393" y="141986"/>
                  </a:lnTo>
                  <a:lnTo>
                    <a:pt x="1278128" y="138176"/>
                  </a:lnTo>
                  <a:lnTo>
                    <a:pt x="1316863" y="134493"/>
                  </a:lnTo>
                  <a:lnTo>
                    <a:pt x="1355598" y="130810"/>
                  </a:lnTo>
                  <a:lnTo>
                    <a:pt x="1394333" y="127381"/>
                  </a:lnTo>
                  <a:lnTo>
                    <a:pt x="1433068" y="123952"/>
                  </a:lnTo>
                  <a:lnTo>
                    <a:pt x="1471803" y="120650"/>
                  </a:lnTo>
                  <a:lnTo>
                    <a:pt x="1510538" y="117348"/>
                  </a:lnTo>
                  <a:lnTo>
                    <a:pt x="1549273" y="114173"/>
                  </a:lnTo>
                  <a:lnTo>
                    <a:pt x="1588008" y="111125"/>
                  </a:lnTo>
                  <a:lnTo>
                    <a:pt x="1626743" y="108077"/>
                  </a:lnTo>
                  <a:lnTo>
                    <a:pt x="1665478" y="105156"/>
                  </a:lnTo>
                  <a:lnTo>
                    <a:pt x="1704213" y="102362"/>
                  </a:lnTo>
                  <a:lnTo>
                    <a:pt x="1742948" y="99568"/>
                  </a:lnTo>
                  <a:lnTo>
                    <a:pt x="1781683" y="96774"/>
                  </a:lnTo>
                  <a:lnTo>
                    <a:pt x="1820418" y="94107"/>
                  </a:lnTo>
                  <a:lnTo>
                    <a:pt x="1859153" y="91440"/>
                  </a:lnTo>
                  <a:lnTo>
                    <a:pt x="1897888" y="88900"/>
                  </a:lnTo>
                  <a:lnTo>
                    <a:pt x="1936496" y="86360"/>
                  </a:lnTo>
                  <a:lnTo>
                    <a:pt x="1975231" y="83947"/>
                  </a:lnTo>
                  <a:lnTo>
                    <a:pt x="2013966" y="81534"/>
                  </a:lnTo>
                  <a:lnTo>
                    <a:pt x="2052701" y="79121"/>
                  </a:lnTo>
                  <a:lnTo>
                    <a:pt x="2091436" y="76835"/>
                  </a:lnTo>
                  <a:lnTo>
                    <a:pt x="2130171" y="74549"/>
                  </a:lnTo>
                  <a:lnTo>
                    <a:pt x="2168906" y="72263"/>
                  </a:lnTo>
                  <a:lnTo>
                    <a:pt x="2207641" y="70104"/>
                  </a:lnTo>
                  <a:lnTo>
                    <a:pt x="2246376" y="67945"/>
                  </a:lnTo>
                  <a:lnTo>
                    <a:pt x="2285111" y="65786"/>
                  </a:lnTo>
                  <a:lnTo>
                    <a:pt x="2323846" y="63627"/>
                  </a:lnTo>
                  <a:lnTo>
                    <a:pt x="2362581" y="61595"/>
                  </a:lnTo>
                  <a:lnTo>
                    <a:pt x="2401316" y="59563"/>
                  </a:lnTo>
                  <a:lnTo>
                    <a:pt x="2440051" y="57658"/>
                  </a:lnTo>
                  <a:lnTo>
                    <a:pt x="2478786" y="55626"/>
                  </a:lnTo>
                  <a:lnTo>
                    <a:pt x="2517521" y="53721"/>
                  </a:lnTo>
                  <a:lnTo>
                    <a:pt x="2556256" y="51816"/>
                  </a:lnTo>
                  <a:lnTo>
                    <a:pt x="2594991" y="49911"/>
                  </a:lnTo>
                  <a:lnTo>
                    <a:pt x="2633726" y="48133"/>
                  </a:lnTo>
                  <a:lnTo>
                    <a:pt x="2672461" y="46228"/>
                  </a:lnTo>
                  <a:lnTo>
                    <a:pt x="2711196" y="44450"/>
                  </a:lnTo>
                  <a:lnTo>
                    <a:pt x="2749931" y="42672"/>
                  </a:lnTo>
                  <a:lnTo>
                    <a:pt x="2788666" y="40894"/>
                  </a:lnTo>
                  <a:lnTo>
                    <a:pt x="2827401" y="39243"/>
                  </a:lnTo>
                  <a:lnTo>
                    <a:pt x="2866136" y="37592"/>
                  </a:lnTo>
                  <a:lnTo>
                    <a:pt x="2904744" y="35814"/>
                  </a:lnTo>
                  <a:lnTo>
                    <a:pt x="2943479" y="34163"/>
                  </a:lnTo>
                  <a:lnTo>
                    <a:pt x="2982214" y="32639"/>
                  </a:lnTo>
                  <a:lnTo>
                    <a:pt x="3020949" y="30988"/>
                  </a:lnTo>
                  <a:lnTo>
                    <a:pt x="3059684" y="29337"/>
                  </a:lnTo>
                  <a:lnTo>
                    <a:pt x="3098419" y="27813"/>
                  </a:lnTo>
                  <a:lnTo>
                    <a:pt x="3137154" y="26289"/>
                  </a:lnTo>
                  <a:lnTo>
                    <a:pt x="3175889" y="24765"/>
                  </a:lnTo>
                  <a:lnTo>
                    <a:pt x="3214624" y="23241"/>
                  </a:lnTo>
                  <a:lnTo>
                    <a:pt x="3253359" y="21717"/>
                  </a:lnTo>
                  <a:lnTo>
                    <a:pt x="3292094" y="20320"/>
                  </a:lnTo>
                  <a:lnTo>
                    <a:pt x="3330829" y="18796"/>
                  </a:lnTo>
                  <a:lnTo>
                    <a:pt x="3369564" y="17399"/>
                  </a:lnTo>
                  <a:lnTo>
                    <a:pt x="3408299" y="16002"/>
                  </a:lnTo>
                  <a:lnTo>
                    <a:pt x="3447034" y="14478"/>
                  </a:lnTo>
                  <a:lnTo>
                    <a:pt x="3485769" y="13081"/>
                  </a:lnTo>
                  <a:lnTo>
                    <a:pt x="3524504" y="11811"/>
                  </a:lnTo>
                  <a:lnTo>
                    <a:pt x="3563239" y="10414"/>
                  </a:lnTo>
                  <a:lnTo>
                    <a:pt x="3601974" y="9017"/>
                  </a:lnTo>
                  <a:lnTo>
                    <a:pt x="3640709" y="7747"/>
                  </a:lnTo>
                  <a:lnTo>
                    <a:pt x="3679444" y="6350"/>
                  </a:lnTo>
                  <a:lnTo>
                    <a:pt x="3718179" y="5080"/>
                  </a:lnTo>
                  <a:lnTo>
                    <a:pt x="3756914" y="3810"/>
                  </a:lnTo>
                  <a:lnTo>
                    <a:pt x="3795649" y="2540"/>
                  </a:lnTo>
                  <a:lnTo>
                    <a:pt x="3834384" y="1270"/>
                  </a:lnTo>
                  <a:lnTo>
                    <a:pt x="3873119" y="0"/>
                  </a:lnTo>
                </a:path>
              </a:pathLst>
            </a:custGeom>
            <a:noFill/>
            <a:ln w="54173" cap="flat">
              <a:solidFill>
                <a:srgbClr val="1965B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26831B42-4AB3-01E0-E625-A316F53E5ABB}"/>
                </a:ext>
              </a:extLst>
            </p:cNvPr>
            <p:cNvSpPr/>
            <p:nvPr/>
          </p:nvSpPr>
          <p:spPr>
            <a:xfrm>
              <a:off x="1016466" y="252560"/>
              <a:ext cx="3873119" cy="1120394"/>
            </a:xfrm>
            <a:custGeom>
              <a:avLst/>
              <a:gdLst>
                <a:gd name="csX0" fmla="*/ 0 w 3873119"/>
                <a:gd name="csY0" fmla="*/ 0 h 1120394"/>
                <a:gd name="csX1" fmla="*/ 38735 w 3873119"/>
                <a:gd name="csY1" fmla="*/ 0 h 1120394"/>
                <a:gd name="csX2" fmla="*/ 77470 w 3873119"/>
                <a:gd name="csY2" fmla="*/ 0 h 1120394"/>
                <a:gd name="csX3" fmla="*/ 116205 w 3873119"/>
                <a:gd name="csY3" fmla="*/ 0 h 1120394"/>
                <a:gd name="csX4" fmla="*/ 154940 w 3873119"/>
                <a:gd name="csY4" fmla="*/ 0 h 1120394"/>
                <a:gd name="csX5" fmla="*/ 193675 w 3873119"/>
                <a:gd name="csY5" fmla="*/ 0 h 1120394"/>
                <a:gd name="csX6" fmla="*/ 232410 w 3873119"/>
                <a:gd name="csY6" fmla="*/ 0 h 1120394"/>
                <a:gd name="csX7" fmla="*/ 271145 w 3873119"/>
                <a:gd name="csY7" fmla="*/ 0 h 1120394"/>
                <a:gd name="csX8" fmla="*/ 309880 w 3873119"/>
                <a:gd name="csY8" fmla="*/ 0 h 1120394"/>
                <a:gd name="csX9" fmla="*/ 348615 w 3873119"/>
                <a:gd name="csY9" fmla="*/ 0 h 1120394"/>
                <a:gd name="csX10" fmla="*/ 387350 w 3873119"/>
                <a:gd name="csY10" fmla="*/ 0 h 1120394"/>
                <a:gd name="csX11" fmla="*/ 426085 w 3873119"/>
                <a:gd name="csY11" fmla="*/ 0 h 1120394"/>
                <a:gd name="csX12" fmla="*/ 464820 w 3873119"/>
                <a:gd name="csY12" fmla="*/ 0 h 1120394"/>
                <a:gd name="csX13" fmla="*/ 503555 w 3873119"/>
                <a:gd name="csY13" fmla="*/ 0 h 1120394"/>
                <a:gd name="csX14" fmla="*/ 542290 w 3873119"/>
                <a:gd name="csY14" fmla="*/ 0 h 1120394"/>
                <a:gd name="csX15" fmla="*/ 581025 w 3873119"/>
                <a:gd name="csY15" fmla="*/ 0 h 1120394"/>
                <a:gd name="csX16" fmla="*/ 619760 w 3873119"/>
                <a:gd name="csY16" fmla="*/ 0 h 1120394"/>
                <a:gd name="csX17" fmla="*/ 658495 w 3873119"/>
                <a:gd name="csY17" fmla="*/ 0 h 1120394"/>
                <a:gd name="csX18" fmla="*/ 697230 w 3873119"/>
                <a:gd name="csY18" fmla="*/ 0 h 1120394"/>
                <a:gd name="csX19" fmla="*/ 735965 w 3873119"/>
                <a:gd name="csY19" fmla="*/ 0 h 1120394"/>
                <a:gd name="csX20" fmla="*/ 774700 w 3873119"/>
                <a:gd name="csY20" fmla="*/ 0 h 1120394"/>
                <a:gd name="csX21" fmla="*/ 813435 w 3873119"/>
                <a:gd name="csY21" fmla="*/ 0 h 1120394"/>
                <a:gd name="csX22" fmla="*/ 852170 w 3873119"/>
                <a:gd name="csY22" fmla="*/ 0 h 1120394"/>
                <a:gd name="csX23" fmla="*/ 890905 w 3873119"/>
                <a:gd name="csY23" fmla="*/ 0 h 1120394"/>
                <a:gd name="csX24" fmla="*/ 929513 w 3873119"/>
                <a:gd name="csY24" fmla="*/ 0 h 1120394"/>
                <a:gd name="csX25" fmla="*/ 968248 w 3873119"/>
                <a:gd name="csY25" fmla="*/ 0 h 1120394"/>
                <a:gd name="csX26" fmla="*/ 1006983 w 3873119"/>
                <a:gd name="csY26" fmla="*/ 0 h 1120394"/>
                <a:gd name="csX27" fmla="*/ 1045718 w 3873119"/>
                <a:gd name="csY27" fmla="*/ 0 h 1120394"/>
                <a:gd name="csX28" fmla="*/ 1084453 w 3873119"/>
                <a:gd name="csY28" fmla="*/ 0 h 1120394"/>
                <a:gd name="csX29" fmla="*/ 1123188 w 3873119"/>
                <a:gd name="csY29" fmla="*/ 0 h 1120394"/>
                <a:gd name="csX30" fmla="*/ 1161923 w 3873119"/>
                <a:gd name="csY30" fmla="*/ 0 h 1120394"/>
                <a:gd name="csX31" fmla="*/ 1200658 w 3873119"/>
                <a:gd name="csY31" fmla="*/ 0 h 1120394"/>
                <a:gd name="csX32" fmla="*/ 1239393 w 3873119"/>
                <a:gd name="csY32" fmla="*/ 0 h 1120394"/>
                <a:gd name="csX33" fmla="*/ 1278128 w 3873119"/>
                <a:gd name="csY33" fmla="*/ 127 h 1120394"/>
                <a:gd name="csX34" fmla="*/ 1316863 w 3873119"/>
                <a:gd name="csY34" fmla="*/ 127 h 1120394"/>
                <a:gd name="csX35" fmla="*/ 1355598 w 3873119"/>
                <a:gd name="csY35" fmla="*/ 127 h 1120394"/>
                <a:gd name="csX36" fmla="*/ 1394333 w 3873119"/>
                <a:gd name="csY36" fmla="*/ 254 h 1120394"/>
                <a:gd name="csX37" fmla="*/ 1433068 w 3873119"/>
                <a:gd name="csY37" fmla="*/ 254 h 1120394"/>
                <a:gd name="csX38" fmla="*/ 1471803 w 3873119"/>
                <a:gd name="csY38" fmla="*/ 381 h 1120394"/>
                <a:gd name="csX39" fmla="*/ 1510538 w 3873119"/>
                <a:gd name="csY39" fmla="*/ 508 h 1120394"/>
                <a:gd name="csX40" fmla="*/ 1549273 w 3873119"/>
                <a:gd name="csY40" fmla="*/ 635 h 1120394"/>
                <a:gd name="csX41" fmla="*/ 1588008 w 3873119"/>
                <a:gd name="csY41" fmla="*/ 889 h 1120394"/>
                <a:gd name="csX42" fmla="*/ 1626743 w 3873119"/>
                <a:gd name="csY42" fmla="*/ 1143 h 1120394"/>
                <a:gd name="csX43" fmla="*/ 1665478 w 3873119"/>
                <a:gd name="csY43" fmla="*/ 1524 h 1120394"/>
                <a:gd name="csX44" fmla="*/ 1704213 w 3873119"/>
                <a:gd name="csY44" fmla="*/ 2032 h 1120394"/>
                <a:gd name="csX45" fmla="*/ 1742948 w 3873119"/>
                <a:gd name="csY45" fmla="*/ 2794 h 1120394"/>
                <a:gd name="csX46" fmla="*/ 1781683 w 3873119"/>
                <a:gd name="csY46" fmla="*/ 3683 h 1120394"/>
                <a:gd name="csX47" fmla="*/ 1820418 w 3873119"/>
                <a:gd name="csY47" fmla="*/ 5080 h 1120394"/>
                <a:gd name="csX48" fmla="*/ 1859153 w 3873119"/>
                <a:gd name="csY48" fmla="*/ 6858 h 1120394"/>
                <a:gd name="csX49" fmla="*/ 1897888 w 3873119"/>
                <a:gd name="csY49" fmla="*/ 9144 h 1120394"/>
                <a:gd name="csX50" fmla="*/ 1936496 w 3873119"/>
                <a:gd name="csY50" fmla="*/ 12319 h 1120394"/>
                <a:gd name="csX51" fmla="*/ 1975231 w 3873119"/>
                <a:gd name="csY51" fmla="*/ 16510 h 1120394"/>
                <a:gd name="csX52" fmla="*/ 2013966 w 3873119"/>
                <a:gd name="csY52" fmla="*/ 22225 h 1120394"/>
                <a:gd name="csX53" fmla="*/ 2052701 w 3873119"/>
                <a:gd name="csY53" fmla="*/ 29845 h 1120394"/>
                <a:gd name="csX54" fmla="*/ 2091436 w 3873119"/>
                <a:gd name="csY54" fmla="*/ 39878 h 1120394"/>
                <a:gd name="csX55" fmla="*/ 2130171 w 3873119"/>
                <a:gd name="csY55" fmla="*/ 53086 h 1120394"/>
                <a:gd name="csX56" fmla="*/ 2168906 w 3873119"/>
                <a:gd name="csY56" fmla="*/ 70612 h 1120394"/>
                <a:gd name="csX57" fmla="*/ 2207641 w 3873119"/>
                <a:gd name="csY57" fmla="*/ 93218 h 1120394"/>
                <a:gd name="csX58" fmla="*/ 2246376 w 3873119"/>
                <a:gd name="csY58" fmla="*/ 122174 h 1120394"/>
                <a:gd name="csX59" fmla="*/ 2285111 w 3873119"/>
                <a:gd name="csY59" fmla="*/ 158877 h 1120394"/>
                <a:gd name="csX60" fmla="*/ 2323846 w 3873119"/>
                <a:gd name="csY60" fmla="*/ 204343 h 1120394"/>
                <a:gd name="csX61" fmla="*/ 2362581 w 3873119"/>
                <a:gd name="csY61" fmla="*/ 259334 h 1120394"/>
                <a:gd name="csX62" fmla="*/ 2401316 w 3873119"/>
                <a:gd name="csY62" fmla="*/ 323850 h 1120394"/>
                <a:gd name="csX63" fmla="*/ 2440051 w 3873119"/>
                <a:gd name="csY63" fmla="*/ 397002 h 1120394"/>
                <a:gd name="csX64" fmla="*/ 2478786 w 3873119"/>
                <a:gd name="csY64" fmla="*/ 476758 h 1120394"/>
                <a:gd name="csX65" fmla="*/ 2517521 w 3873119"/>
                <a:gd name="csY65" fmla="*/ 560197 h 1120394"/>
                <a:gd name="csX66" fmla="*/ 2556256 w 3873119"/>
                <a:gd name="csY66" fmla="*/ 643636 h 1120394"/>
                <a:gd name="csX67" fmla="*/ 2594991 w 3873119"/>
                <a:gd name="csY67" fmla="*/ 723392 h 1120394"/>
                <a:gd name="csX68" fmla="*/ 2633726 w 3873119"/>
                <a:gd name="csY68" fmla="*/ 796544 h 1120394"/>
                <a:gd name="csX69" fmla="*/ 2672461 w 3873119"/>
                <a:gd name="csY69" fmla="*/ 861060 h 1120394"/>
                <a:gd name="csX70" fmla="*/ 2711196 w 3873119"/>
                <a:gd name="csY70" fmla="*/ 916051 h 1120394"/>
                <a:gd name="csX71" fmla="*/ 2749931 w 3873119"/>
                <a:gd name="csY71" fmla="*/ 961517 h 1120394"/>
                <a:gd name="csX72" fmla="*/ 2788666 w 3873119"/>
                <a:gd name="csY72" fmla="*/ 998220 h 1120394"/>
                <a:gd name="csX73" fmla="*/ 2827401 w 3873119"/>
                <a:gd name="csY73" fmla="*/ 1027176 h 1120394"/>
                <a:gd name="csX74" fmla="*/ 2866136 w 3873119"/>
                <a:gd name="csY74" fmla="*/ 1049782 h 1120394"/>
                <a:gd name="csX75" fmla="*/ 2904744 w 3873119"/>
                <a:gd name="csY75" fmla="*/ 1067308 h 1120394"/>
                <a:gd name="csX76" fmla="*/ 2943479 w 3873119"/>
                <a:gd name="csY76" fmla="*/ 1080516 h 1120394"/>
                <a:gd name="csX77" fmla="*/ 2982214 w 3873119"/>
                <a:gd name="csY77" fmla="*/ 1090549 h 1120394"/>
                <a:gd name="csX78" fmla="*/ 3020949 w 3873119"/>
                <a:gd name="csY78" fmla="*/ 1098169 h 1120394"/>
                <a:gd name="csX79" fmla="*/ 3059684 w 3873119"/>
                <a:gd name="csY79" fmla="*/ 1103884 h 1120394"/>
                <a:gd name="csX80" fmla="*/ 3098419 w 3873119"/>
                <a:gd name="csY80" fmla="*/ 1108075 h 1120394"/>
                <a:gd name="csX81" fmla="*/ 3137154 w 3873119"/>
                <a:gd name="csY81" fmla="*/ 1111250 h 1120394"/>
                <a:gd name="csX82" fmla="*/ 3175889 w 3873119"/>
                <a:gd name="csY82" fmla="*/ 1113536 h 1120394"/>
                <a:gd name="csX83" fmla="*/ 3214624 w 3873119"/>
                <a:gd name="csY83" fmla="*/ 1115314 h 1120394"/>
                <a:gd name="csX84" fmla="*/ 3253359 w 3873119"/>
                <a:gd name="csY84" fmla="*/ 1116711 h 1120394"/>
                <a:gd name="csX85" fmla="*/ 3292094 w 3873119"/>
                <a:gd name="csY85" fmla="*/ 1117600 h 1120394"/>
                <a:gd name="csX86" fmla="*/ 3330829 w 3873119"/>
                <a:gd name="csY86" fmla="*/ 1118362 h 1120394"/>
                <a:gd name="csX87" fmla="*/ 3369564 w 3873119"/>
                <a:gd name="csY87" fmla="*/ 1118870 h 1120394"/>
                <a:gd name="csX88" fmla="*/ 3408299 w 3873119"/>
                <a:gd name="csY88" fmla="*/ 1119251 h 1120394"/>
                <a:gd name="csX89" fmla="*/ 3447034 w 3873119"/>
                <a:gd name="csY89" fmla="*/ 1119505 h 1120394"/>
                <a:gd name="csX90" fmla="*/ 3485769 w 3873119"/>
                <a:gd name="csY90" fmla="*/ 1119759 h 1120394"/>
                <a:gd name="csX91" fmla="*/ 3524504 w 3873119"/>
                <a:gd name="csY91" fmla="*/ 1119886 h 1120394"/>
                <a:gd name="csX92" fmla="*/ 3563239 w 3873119"/>
                <a:gd name="csY92" fmla="*/ 1120013 h 1120394"/>
                <a:gd name="csX93" fmla="*/ 3601974 w 3873119"/>
                <a:gd name="csY93" fmla="*/ 1120140 h 1120394"/>
                <a:gd name="csX94" fmla="*/ 3640709 w 3873119"/>
                <a:gd name="csY94" fmla="*/ 1120140 h 1120394"/>
                <a:gd name="csX95" fmla="*/ 3679444 w 3873119"/>
                <a:gd name="csY95" fmla="*/ 1120267 h 1120394"/>
                <a:gd name="csX96" fmla="*/ 3718179 w 3873119"/>
                <a:gd name="csY96" fmla="*/ 1120267 h 1120394"/>
                <a:gd name="csX97" fmla="*/ 3756914 w 3873119"/>
                <a:gd name="csY97" fmla="*/ 1120267 h 1120394"/>
                <a:gd name="csX98" fmla="*/ 3795649 w 3873119"/>
                <a:gd name="csY98" fmla="*/ 1120394 h 1120394"/>
                <a:gd name="csX99" fmla="*/ 3834384 w 3873119"/>
                <a:gd name="csY99" fmla="*/ 1120394 h 1120394"/>
                <a:gd name="csX100" fmla="*/ 3873119 w 3873119"/>
                <a:gd name="csY100" fmla="*/ 1120394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20394">
                  <a:moveTo>
                    <a:pt x="0" y="0"/>
                  </a:moveTo>
                  <a:lnTo>
                    <a:pt x="38735" y="0"/>
                  </a:lnTo>
                  <a:lnTo>
                    <a:pt x="77470" y="0"/>
                  </a:lnTo>
                  <a:lnTo>
                    <a:pt x="116205" y="0"/>
                  </a:lnTo>
                  <a:lnTo>
                    <a:pt x="154940" y="0"/>
                  </a:lnTo>
                  <a:lnTo>
                    <a:pt x="193675" y="0"/>
                  </a:lnTo>
                  <a:lnTo>
                    <a:pt x="232410" y="0"/>
                  </a:lnTo>
                  <a:lnTo>
                    <a:pt x="271145" y="0"/>
                  </a:lnTo>
                  <a:lnTo>
                    <a:pt x="309880" y="0"/>
                  </a:lnTo>
                  <a:lnTo>
                    <a:pt x="348615" y="0"/>
                  </a:lnTo>
                  <a:lnTo>
                    <a:pt x="387350" y="0"/>
                  </a:lnTo>
                  <a:lnTo>
                    <a:pt x="426085" y="0"/>
                  </a:lnTo>
                  <a:lnTo>
                    <a:pt x="464820" y="0"/>
                  </a:lnTo>
                  <a:lnTo>
                    <a:pt x="503555" y="0"/>
                  </a:lnTo>
                  <a:lnTo>
                    <a:pt x="542290" y="0"/>
                  </a:lnTo>
                  <a:lnTo>
                    <a:pt x="581025" y="0"/>
                  </a:lnTo>
                  <a:lnTo>
                    <a:pt x="619760" y="0"/>
                  </a:lnTo>
                  <a:lnTo>
                    <a:pt x="658495" y="0"/>
                  </a:lnTo>
                  <a:lnTo>
                    <a:pt x="697230" y="0"/>
                  </a:lnTo>
                  <a:lnTo>
                    <a:pt x="735965" y="0"/>
                  </a:lnTo>
                  <a:lnTo>
                    <a:pt x="774700" y="0"/>
                  </a:lnTo>
                  <a:lnTo>
                    <a:pt x="813435" y="0"/>
                  </a:lnTo>
                  <a:lnTo>
                    <a:pt x="852170" y="0"/>
                  </a:lnTo>
                  <a:lnTo>
                    <a:pt x="890905" y="0"/>
                  </a:lnTo>
                  <a:lnTo>
                    <a:pt x="929513" y="0"/>
                  </a:lnTo>
                  <a:lnTo>
                    <a:pt x="968248" y="0"/>
                  </a:lnTo>
                  <a:lnTo>
                    <a:pt x="1006983" y="0"/>
                  </a:lnTo>
                  <a:lnTo>
                    <a:pt x="1045718" y="0"/>
                  </a:lnTo>
                  <a:lnTo>
                    <a:pt x="1084453" y="0"/>
                  </a:lnTo>
                  <a:lnTo>
                    <a:pt x="1123188" y="0"/>
                  </a:lnTo>
                  <a:lnTo>
                    <a:pt x="1161923" y="0"/>
                  </a:lnTo>
                  <a:lnTo>
                    <a:pt x="1200658" y="0"/>
                  </a:lnTo>
                  <a:lnTo>
                    <a:pt x="1239393" y="0"/>
                  </a:lnTo>
                  <a:lnTo>
                    <a:pt x="1278128" y="127"/>
                  </a:lnTo>
                  <a:lnTo>
                    <a:pt x="1316863" y="127"/>
                  </a:lnTo>
                  <a:lnTo>
                    <a:pt x="1355598" y="127"/>
                  </a:lnTo>
                  <a:lnTo>
                    <a:pt x="1394333" y="254"/>
                  </a:lnTo>
                  <a:lnTo>
                    <a:pt x="1433068" y="254"/>
                  </a:lnTo>
                  <a:lnTo>
                    <a:pt x="1471803" y="381"/>
                  </a:lnTo>
                  <a:lnTo>
                    <a:pt x="1510538" y="508"/>
                  </a:lnTo>
                  <a:lnTo>
                    <a:pt x="1549273" y="635"/>
                  </a:lnTo>
                  <a:lnTo>
                    <a:pt x="1588008" y="889"/>
                  </a:lnTo>
                  <a:lnTo>
                    <a:pt x="1626743" y="1143"/>
                  </a:lnTo>
                  <a:lnTo>
                    <a:pt x="1665478" y="1524"/>
                  </a:lnTo>
                  <a:lnTo>
                    <a:pt x="1704213" y="2032"/>
                  </a:lnTo>
                  <a:lnTo>
                    <a:pt x="1742948" y="2794"/>
                  </a:lnTo>
                  <a:lnTo>
                    <a:pt x="1781683" y="3683"/>
                  </a:lnTo>
                  <a:lnTo>
                    <a:pt x="1820418" y="5080"/>
                  </a:lnTo>
                  <a:lnTo>
                    <a:pt x="1859153" y="6858"/>
                  </a:lnTo>
                  <a:lnTo>
                    <a:pt x="1897888" y="9144"/>
                  </a:lnTo>
                  <a:lnTo>
                    <a:pt x="1936496" y="12319"/>
                  </a:lnTo>
                  <a:lnTo>
                    <a:pt x="1975231" y="16510"/>
                  </a:lnTo>
                  <a:lnTo>
                    <a:pt x="2013966" y="22225"/>
                  </a:lnTo>
                  <a:lnTo>
                    <a:pt x="2052701" y="29845"/>
                  </a:lnTo>
                  <a:lnTo>
                    <a:pt x="2091436" y="39878"/>
                  </a:lnTo>
                  <a:lnTo>
                    <a:pt x="2130171" y="53086"/>
                  </a:lnTo>
                  <a:lnTo>
                    <a:pt x="2168906" y="70612"/>
                  </a:lnTo>
                  <a:lnTo>
                    <a:pt x="2207641" y="93218"/>
                  </a:lnTo>
                  <a:lnTo>
                    <a:pt x="2246376" y="122174"/>
                  </a:lnTo>
                  <a:lnTo>
                    <a:pt x="2285111" y="158877"/>
                  </a:lnTo>
                  <a:lnTo>
                    <a:pt x="2323846" y="204343"/>
                  </a:lnTo>
                  <a:lnTo>
                    <a:pt x="2362581" y="259334"/>
                  </a:lnTo>
                  <a:lnTo>
                    <a:pt x="2401316" y="323850"/>
                  </a:lnTo>
                  <a:lnTo>
                    <a:pt x="2440051" y="397002"/>
                  </a:lnTo>
                  <a:lnTo>
                    <a:pt x="2478786" y="476758"/>
                  </a:lnTo>
                  <a:lnTo>
                    <a:pt x="2517521" y="560197"/>
                  </a:lnTo>
                  <a:lnTo>
                    <a:pt x="2556256" y="643636"/>
                  </a:lnTo>
                  <a:lnTo>
                    <a:pt x="2594991" y="723392"/>
                  </a:lnTo>
                  <a:lnTo>
                    <a:pt x="2633726" y="796544"/>
                  </a:lnTo>
                  <a:lnTo>
                    <a:pt x="2672461" y="861060"/>
                  </a:lnTo>
                  <a:lnTo>
                    <a:pt x="2711196" y="916051"/>
                  </a:lnTo>
                  <a:lnTo>
                    <a:pt x="2749931" y="961517"/>
                  </a:lnTo>
                  <a:lnTo>
                    <a:pt x="2788666" y="998220"/>
                  </a:lnTo>
                  <a:lnTo>
                    <a:pt x="2827401" y="1027176"/>
                  </a:lnTo>
                  <a:lnTo>
                    <a:pt x="2866136" y="1049782"/>
                  </a:lnTo>
                  <a:lnTo>
                    <a:pt x="2904744" y="1067308"/>
                  </a:lnTo>
                  <a:lnTo>
                    <a:pt x="2943479" y="1080516"/>
                  </a:lnTo>
                  <a:lnTo>
                    <a:pt x="2982214" y="1090549"/>
                  </a:lnTo>
                  <a:lnTo>
                    <a:pt x="3020949" y="1098169"/>
                  </a:lnTo>
                  <a:lnTo>
                    <a:pt x="3059684" y="1103884"/>
                  </a:lnTo>
                  <a:lnTo>
                    <a:pt x="3098419" y="1108075"/>
                  </a:lnTo>
                  <a:lnTo>
                    <a:pt x="3137154" y="1111250"/>
                  </a:lnTo>
                  <a:lnTo>
                    <a:pt x="3175889" y="1113536"/>
                  </a:lnTo>
                  <a:lnTo>
                    <a:pt x="3214624" y="1115314"/>
                  </a:lnTo>
                  <a:lnTo>
                    <a:pt x="3253359" y="1116711"/>
                  </a:lnTo>
                  <a:lnTo>
                    <a:pt x="3292094" y="1117600"/>
                  </a:lnTo>
                  <a:lnTo>
                    <a:pt x="3330829" y="1118362"/>
                  </a:lnTo>
                  <a:lnTo>
                    <a:pt x="3369564" y="1118870"/>
                  </a:lnTo>
                  <a:lnTo>
                    <a:pt x="3408299" y="1119251"/>
                  </a:lnTo>
                  <a:lnTo>
                    <a:pt x="3447034" y="1119505"/>
                  </a:lnTo>
                  <a:lnTo>
                    <a:pt x="3485769" y="1119759"/>
                  </a:lnTo>
                  <a:lnTo>
                    <a:pt x="3524504" y="1119886"/>
                  </a:lnTo>
                  <a:lnTo>
                    <a:pt x="3563239" y="1120013"/>
                  </a:lnTo>
                  <a:lnTo>
                    <a:pt x="3601974" y="1120140"/>
                  </a:lnTo>
                  <a:lnTo>
                    <a:pt x="3640709" y="1120140"/>
                  </a:lnTo>
                  <a:lnTo>
                    <a:pt x="3679444" y="1120267"/>
                  </a:lnTo>
                  <a:lnTo>
                    <a:pt x="3718179" y="1120267"/>
                  </a:lnTo>
                  <a:lnTo>
                    <a:pt x="3756914" y="1120267"/>
                  </a:lnTo>
                  <a:lnTo>
                    <a:pt x="3795649" y="1120394"/>
                  </a:lnTo>
                  <a:lnTo>
                    <a:pt x="3834384" y="1120394"/>
                  </a:lnTo>
                  <a:lnTo>
                    <a:pt x="3873119" y="1120394"/>
                  </a:lnTo>
                </a:path>
              </a:pathLst>
            </a:custGeom>
            <a:noFill/>
            <a:ln w="54173" cap="flat">
              <a:solidFill>
                <a:srgbClr val="F7F05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F0259E3-82CA-CFE8-0B5D-18FF3E08395D}"/>
                </a:ext>
              </a:extLst>
            </p:cNvPr>
            <p:cNvSpPr/>
            <p:nvPr/>
          </p:nvSpPr>
          <p:spPr>
            <a:xfrm>
              <a:off x="1016466" y="252560"/>
              <a:ext cx="3873119" cy="1120394"/>
            </a:xfrm>
            <a:custGeom>
              <a:avLst/>
              <a:gdLst>
                <a:gd name="csX0" fmla="*/ 0 w 3873119"/>
                <a:gd name="csY0" fmla="*/ 0 h 1120394"/>
                <a:gd name="csX1" fmla="*/ 38735 w 3873119"/>
                <a:gd name="csY1" fmla="*/ 0 h 1120394"/>
                <a:gd name="csX2" fmla="*/ 77470 w 3873119"/>
                <a:gd name="csY2" fmla="*/ 0 h 1120394"/>
                <a:gd name="csX3" fmla="*/ 116205 w 3873119"/>
                <a:gd name="csY3" fmla="*/ 0 h 1120394"/>
                <a:gd name="csX4" fmla="*/ 154940 w 3873119"/>
                <a:gd name="csY4" fmla="*/ 0 h 1120394"/>
                <a:gd name="csX5" fmla="*/ 193675 w 3873119"/>
                <a:gd name="csY5" fmla="*/ 0 h 1120394"/>
                <a:gd name="csX6" fmla="*/ 232410 w 3873119"/>
                <a:gd name="csY6" fmla="*/ 0 h 1120394"/>
                <a:gd name="csX7" fmla="*/ 271145 w 3873119"/>
                <a:gd name="csY7" fmla="*/ 0 h 1120394"/>
                <a:gd name="csX8" fmla="*/ 309880 w 3873119"/>
                <a:gd name="csY8" fmla="*/ 0 h 1120394"/>
                <a:gd name="csX9" fmla="*/ 348615 w 3873119"/>
                <a:gd name="csY9" fmla="*/ 0 h 1120394"/>
                <a:gd name="csX10" fmla="*/ 387350 w 3873119"/>
                <a:gd name="csY10" fmla="*/ 0 h 1120394"/>
                <a:gd name="csX11" fmla="*/ 426085 w 3873119"/>
                <a:gd name="csY11" fmla="*/ 0 h 1120394"/>
                <a:gd name="csX12" fmla="*/ 464820 w 3873119"/>
                <a:gd name="csY12" fmla="*/ 0 h 1120394"/>
                <a:gd name="csX13" fmla="*/ 503555 w 3873119"/>
                <a:gd name="csY13" fmla="*/ 0 h 1120394"/>
                <a:gd name="csX14" fmla="*/ 542290 w 3873119"/>
                <a:gd name="csY14" fmla="*/ 0 h 1120394"/>
                <a:gd name="csX15" fmla="*/ 581025 w 3873119"/>
                <a:gd name="csY15" fmla="*/ 0 h 1120394"/>
                <a:gd name="csX16" fmla="*/ 619760 w 3873119"/>
                <a:gd name="csY16" fmla="*/ 0 h 1120394"/>
                <a:gd name="csX17" fmla="*/ 658495 w 3873119"/>
                <a:gd name="csY17" fmla="*/ 0 h 1120394"/>
                <a:gd name="csX18" fmla="*/ 697230 w 3873119"/>
                <a:gd name="csY18" fmla="*/ 0 h 1120394"/>
                <a:gd name="csX19" fmla="*/ 735965 w 3873119"/>
                <a:gd name="csY19" fmla="*/ 0 h 1120394"/>
                <a:gd name="csX20" fmla="*/ 774700 w 3873119"/>
                <a:gd name="csY20" fmla="*/ 0 h 1120394"/>
                <a:gd name="csX21" fmla="*/ 813435 w 3873119"/>
                <a:gd name="csY21" fmla="*/ 0 h 1120394"/>
                <a:gd name="csX22" fmla="*/ 852170 w 3873119"/>
                <a:gd name="csY22" fmla="*/ 0 h 1120394"/>
                <a:gd name="csX23" fmla="*/ 890905 w 3873119"/>
                <a:gd name="csY23" fmla="*/ 0 h 1120394"/>
                <a:gd name="csX24" fmla="*/ 929513 w 3873119"/>
                <a:gd name="csY24" fmla="*/ 0 h 1120394"/>
                <a:gd name="csX25" fmla="*/ 968248 w 3873119"/>
                <a:gd name="csY25" fmla="*/ 0 h 1120394"/>
                <a:gd name="csX26" fmla="*/ 1006983 w 3873119"/>
                <a:gd name="csY26" fmla="*/ 0 h 1120394"/>
                <a:gd name="csX27" fmla="*/ 1045718 w 3873119"/>
                <a:gd name="csY27" fmla="*/ 0 h 1120394"/>
                <a:gd name="csX28" fmla="*/ 1084453 w 3873119"/>
                <a:gd name="csY28" fmla="*/ 0 h 1120394"/>
                <a:gd name="csX29" fmla="*/ 1123188 w 3873119"/>
                <a:gd name="csY29" fmla="*/ 0 h 1120394"/>
                <a:gd name="csX30" fmla="*/ 1161923 w 3873119"/>
                <a:gd name="csY30" fmla="*/ 0 h 1120394"/>
                <a:gd name="csX31" fmla="*/ 1200658 w 3873119"/>
                <a:gd name="csY31" fmla="*/ 0 h 1120394"/>
                <a:gd name="csX32" fmla="*/ 1239393 w 3873119"/>
                <a:gd name="csY32" fmla="*/ 0 h 1120394"/>
                <a:gd name="csX33" fmla="*/ 1278128 w 3873119"/>
                <a:gd name="csY33" fmla="*/ 127 h 1120394"/>
                <a:gd name="csX34" fmla="*/ 1316863 w 3873119"/>
                <a:gd name="csY34" fmla="*/ 127 h 1120394"/>
                <a:gd name="csX35" fmla="*/ 1355598 w 3873119"/>
                <a:gd name="csY35" fmla="*/ 127 h 1120394"/>
                <a:gd name="csX36" fmla="*/ 1394333 w 3873119"/>
                <a:gd name="csY36" fmla="*/ 254 h 1120394"/>
                <a:gd name="csX37" fmla="*/ 1433068 w 3873119"/>
                <a:gd name="csY37" fmla="*/ 254 h 1120394"/>
                <a:gd name="csX38" fmla="*/ 1471803 w 3873119"/>
                <a:gd name="csY38" fmla="*/ 381 h 1120394"/>
                <a:gd name="csX39" fmla="*/ 1510538 w 3873119"/>
                <a:gd name="csY39" fmla="*/ 508 h 1120394"/>
                <a:gd name="csX40" fmla="*/ 1549273 w 3873119"/>
                <a:gd name="csY40" fmla="*/ 635 h 1120394"/>
                <a:gd name="csX41" fmla="*/ 1588008 w 3873119"/>
                <a:gd name="csY41" fmla="*/ 889 h 1120394"/>
                <a:gd name="csX42" fmla="*/ 1626743 w 3873119"/>
                <a:gd name="csY42" fmla="*/ 1143 h 1120394"/>
                <a:gd name="csX43" fmla="*/ 1665478 w 3873119"/>
                <a:gd name="csY43" fmla="*/ 1524 h 1120394"/>
                <a:gd name="csX44" fmla="*/ 1704213 w 3873119"/>
                <a:gd name="csY44" fmla="*/ 2032 h 1120394"/>
                <a:gd name="csX45" fmla="*/ 1742948 w 3873119"/>
                <a:gd name="csY45" fmla="*/ 2794 h 1120394"/>
                <a:gd name="csX46" fmla="*/ 1781683 w 3873119"/>
                <a:gd name="csY46" fmla="*/ 3683 h 1120394"/>
                <a:gd name="csX47" fmla="*/ 1820418 w 3873119"/>
                <a:gd name="csY47" fmla="*/ 5080 h 1120394"/>
                <a:gd name="csX48" fmla="*/ 1859153 w 3873119"/>
                <a:gd name="csY48" fmla="*/ 6858 h 1120394"/>
                <a:gd name="csX49" fmla="*/ 1897888 w 3873119"/>
                <a:gd name="csY49" fmla="*/ 9144 h 1120394"/>
                <a:gd name="csX50" fmla="*/ 1936496 w 3873119"/>
                <a:gd name="csY50" fmla="*/ 12319 h 1120394"/>
                <a:gd name="csX51" fmla="*/ 1975231 w 3873119"/>
                <a:gd name="csY51" fmla="*/ 16510 h 1120394"/>
                <a:gd name="csX52" fmla="*/ 2013966 w 3873119"/>
                <a:gd name="csY52" fmla="*/ 22225 h 1120394"/>
                <a:gd name="csX53" fmla="*/ 2052701 w 3873119"/>
                <a:gd name="csY53" fmla="*/ 29845 h 1120394"/>
                <a:gd name="csX54" fmla="*/ 2091436 w 3873119"/>
                <a:gd name="csY54" fmla="*/ 39878 h 1120394"/>
                <a:gd name="csX55" fmla="*/ 2130171 w 3873119"/>
                <a:gd name="csY55" fmla="*/ 53086 h 1120394"/>
                <a:gd name="csX56" fmla="*/ 2168906 w 3873119"/>
                <a:gd name="csY56" fmla="*/ 70612 h 1120394"/>
                <a:gd name="csX57" fmla="*/ 2207641 w 3873119"/>
                <a:gd name="csY57" fmla="*/ 93218 h 1120394"/>
                <a:gd name="csX58" fmla="*/ 2246376 w 3873119"/>
                <a:gd name="csY58" fmla="*/ 122174 h 1120394"/>
                <a:gd name="csX59" fmla="*/ 2285111 w 3873119"/>
                <a:gd name="csY59" fmla="*/ 158877 h 1120394"/>
                <a:gd name="csX60" fmla="*/ 2323846 w 3873119"/>
                <a:gd name="csY60" fmla="*/ 204343 h 1120394"/>
                <a:gd name="csX61" fmla="*/ 2362581 w 3873119"/>
                <a:gd name="csY61" fmla="*/ 259334 h 1120394"/>
                <a:gd name="csX62" fmla="*/ 2401316 w 3873119"/>
                <a:gd name="csY62" fmla="*/ 323850 h 1120394"/>
                <a:gd name="csX63" fmla="*/ 2440051 w 3873119"/>
                <a:gd name="csY63" fmla="*/ 397002 h 1120394"/>
                <a:gd name="csX64" fmla="*/ 2478786 w 3873119"/>
                <a:gd name="csY64" fmla="*/ 476758 h 1120394"/>
                <a:gd name="csX65" fmla="*/ 2517521 w 3873119"/>
                <a:gd name="csY65" fmla="*/ 560197 h 1120394"/>
                <a:gd name="csX66" fmla="*/ 2556256 w 3873119"/>
                <a:gd name="csY66" fmla="*/ 643636 h 1120394"/>
                <a:gd name="csX67" fmla="*/ 2594991 w 3873119"/>
                <a:gd name="csY67" fmla="*/ 723392 h 1120394"/>
                <a:gd name="csX68" fmla="*/ 2633726 w 3873119"/>
                <a:gd name="csY68" fmla="*/ 796544 h 1120394"/>
                <a:gd name="csX69" fmla="*/ 2672461 w 3873119"/>
                <a:gd name="csY69" fmla="*/ 861060 h 1120394"/>
                <a:gd name="csX70" fmla="*/ 2711196 w 3873119"/>
                <a:gd name="csY70" fmla="*/ 916051 h 1120394"/>
                <a:gd name="csX71" fmla="*/ 2749931 w 3873119"/>
                <a:gd name="csY71" fmla="*/ 961517 h 1120394"/>
                <a:gd name="csX72" fmla="*/ 2788666 w 3873119"/>
                <a:gd name="csY72" fmla="*/ 998220 h 1120394"/>
                <a:gd name="csX73" fmla="*/ 2827401 w 3873119"/>
                <a:gd name="csY73" fmla="*/ 1027176 h 1120394"/>
                <a:gd name="csX74" fmla="*/ 2866136 w 3873119"/>
                <a:gd name="csY74" fmla="*/ 1049782 h 1120394"/>
                <a:gd name="csX75" fmla="*/ 2904744 w 3873119"/>
                <a:gd name="csY75" fmla="*/ 1067308 h 1120394"/>
                <a:gd name="csX76" fmla="*/ 2943479 w 3873119"/>
                <a:gd name="csY76" fmla="*/ 1080516 h 1120394"/>
                <a:gd name="csX77" fmla="*/ 2982214 w 3873119"/>
                <a:gd name="csY77" fmla="*/ 1090549 h 1120394"/>
                <a:gd name="csX78" fmla="*/ 3020949 w 3873119"/>
                <a:gd name="csY78" fmla="*/ 1098169 h 1120394"/>
                <a:gd name="csX79" fmla="*/ 3059684 w 3873119"/>
                <a:gd name="csY79" fmla="*/ 1103884 h 1120394"/>
                <a:gd name="csX80" fmla="*/ 3098419 w 3873119"/>
                <a:gd name="csY80" fmla="*/ 1108075 h 1120394"/>
                <a:gd name="csX81" fmla="*/ 3137154 w 3873119"/>
                <a:gd name="csY81" fmla="*/ 1111250 h 1120394"/>
                <a:gd name="csX82" fmla="*/ 3175889 w 3873119"/>
                <a:gd name="csY82" fmla="*/ 1113536 h 1120394"/>
                <a:gd name="csX83" fmla="*/ 3214624 w 3873119"/>
                <a:gd name="csY83" fmla="*/ 1115314 h 1120394"/>
                <a:gd name="csX84" fmla="*/ 3253359 w 3873119"/>
                <a:gd name="csY84" fmla="*/ 1116711 h 1120394"/>
                <a:gd name="csX85" fmla="*/ 3292094 w 3873119"/>
                <a:gd name="csY85" fmla="*/ 1117600 h 1120394"/>
                <a:gd name="csX86" fmla="*/ 3330829 w 3873119"/>
                <a:gd name="csY86" fmla="*/ 1118362 h 1120394"/>
                <a:gd name="csX87" fmla="*/ 3369564 w 3873119"/>
                <a:gd name="csY87" fmla="*/ 1118870 h 1120394"/>
                <a:gd name="csX88" fmla="*/ 3408299 w 3873119"/>
                <a:gd name="csY88" fmla="*/ 1119251 h 1120394"/>
                <a:gd name="csX89" fmla="*/ 3447034 w 3873119"/>
                <a:gd name="csY89" fmla="*/ 1119505 h 1120394"/>
                <a:gd name="csX90" fmla="*/ 3485769 w 3873119"/>
                <a:gd name="csY90" fmla="*/ 1119759 h 1120394"/>
                <a:gd name="csX91" fmla="*/ 3524504 w 3873119"/>
                <a:gd name="csY91" fmla="*/ 1119886 h 1120394"/>
                <a:gd name="csX92" fmla="*/ 3563239 w 3873119"/>
                <a:gd name="csY92" fmla="*/ 1120013 h 1120394"/>
                <a:gd name="csX93" fmla="*/ 3601974 w 3873119"/>
                <a:gd name="csY93" fmla="*/ 1120140 h 1120394"/>
                <a:gd name="csX94" fmla="*/ 3640709 w 3873119"/>
                <a:gd name="csY94" fmla="*/ 1120140 h 1120394"/>
                <a:gd name="csX95" fmla="*/ 3679444 w 3873119"/>
                <a:gd name="csY95" fmla="*/ 1120267 h 1120394"/>
                <a:gd name="csX96" fmla="*/ 3718179 w 3873119"/>
                <a:gd name="csY96" fmla="*/ 1120267 h 1120394"/>
                <a:gd name="csX97" fmla="*/ 3756914 w 3873119"/>
                <a:gd name="csY97" fmla="*/ 1120267 h 1120394"/>
                <a:gd name="csX98" fmla="*/ 3795649 w 3873119"/>
                <a:gd name="csY98" fmla="*/ 1120394 h 1120394"/>
                <a:gd name="csX99" fmla="*/ 3834384 w 3873119"/>
                <a:gd name="csY99" fmla="*/ 1120394 h 1120394"/>
                <a:gd name="csX100" fmla="*/ 3873119 w 3873119"/>
                <a:gd name="csY100" fmla="*/ 1120394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20394">
                  <a:moveTo>
                    <a:pt x="0" y="0"/>
                  </a:moveTo>
                  <a:lnTo>
                    <a:pt x="38735" y="0"/>
                  </a:lnTo>
                  <a:lnTo>
                    <a:pt x="77470" y="0"/>
                  </a:lnTo>
                  <a:lnTo>
                    <a:pt x="116205" y="0"/>
                  </a:lnTo>
                  <a:lnTo>
                    <a:pt x="154940" y="0"/>
                  </a:lnTo>
                  <a:lnTo>
                    <a:pt x="193675" y="0"/>
                  </a:lnTo>
                  <a:lnTo>
                    <a:pt x="232410" y="0"/>
                  </a:lnTo>
                  <a:lnTo>
                    <a:pt x="271145" y="0"/>
                  </a:lnTo>
                  <a:lnTo>
                    <a:pt x="309880" y="0"/>
                  </a:lnTo>
                  <a:lnTo>
                    <a:pt x="348615" y="0"/>
                  </a:lnTo>
                  <a:lnTo>
                    <a:pt x="387350" y="0"/>
                  </a:lnTo>
                  <a:lnTo>
                    <a:pt x="426085" y="0"/>
                  </a:lnTo>
                  <a:lnTo>
                    <a:pt x="464820" y="0"/>
                  </a:lnTo>
                  <a:lnTo>
                    <a:pt x="503555" y="0"/>
                  </a:lnTo>
                  <a:lnTo>
                    <a:pt x="542290" y="0"/>
                  </a:lnTo>
                  <a:lnTo>
                    <a:pt x="581025" y="0"/>
                  </a:lnTo>
                  <a:lnTo>
                    <a:pt x="619760" y="0"/>
                  </a:lnTo>
                  <a:lnTo>
                    <a:pt x="658495" y="0"/>
                  </a:lnTo>
                  <a:lnTo>
                    <a:pt x="697230" y="0"/>
                  </a:lnTo>
                  <a:lnTo>
                    <a:pt x="735965" y="0"/>
                  </a:lnTo>
                  <a:lnTo>
                    <a:pt x="774700" y="0"/>
                  </a:lnTo>
                  <a:lnTo>
                    <a:pt x="813435" y="0"/>
                  </a:lnTo>
                  <a:lnTo>
                    <a:pt x="852170" y="0"/>
                  </a:lnTo>
                  <a:lnTo>
                    <a:pt x="890905" y="0"/>
                  </a:lnTo>
                  <a:lnTo>
                    <a:pt x="929513" y="0"/>
                  </a:lnTo>
                  <a:lnTo>
                    <a:pt x="968248" y="0"/>
                  </a:lnTo>
                  <a:lnTo>
                    <a:pt x="1006983" y="0"/>
                  </a:lnTo>
                  <a:lnTo>
                    <a:pt x="1045718" y="0"/>
                  </a:lnTo>
                  <a:lnTo>
                    <a:pt x="1084453" y="0"/>
                  </a:lnTo>
                  <a:lnTo>
                    <a:pt x="1123188" y="0"/>
                  </a:lnTo>
                  <a:lnTo>
                    <a:pt x="1161923" y="0"/>
                  </a:lnTo>
                  <a:lnTo>
                    <a:pt x="1200658" y="0"/>
                  </a:lnTo>
                  <a:lnTo>
                    <a:pt x="1239393" y="0"/>
                  </a:lnTo>
                  <a:lnTo>
                    <a:pt x="1278128" y="127"/>
                  </a:lnTo>
                  <a:lnTo>
                    <a:pt x="1316863" y="127"/>
                  </a:lnTo>
                  <a:lnTo>
                    <a:pt x="1355598" y="127"/>
                  </a:lnTo>
                  <a:lnTo>
                    <a:pt x="1394333" y="254"/>
                  </a:lnTo>
                  <a:lnTo>
                    <a:pt x="1433068" y="254"/>
                  </a:lnTo>
                  <a:lnTo>
                    <a:pt x="1471803" y="381"/>
                  </a:lnTo>
                  <a:lnTo>
                    <a:pt x="1510538" y="508"/>
                  </a:lnTo>
                  <a:lnTo>
                    <a:pt x="1549273" y="635"/>
                  </a:lnTo>
                  <a:lnTo>
                    <a:pt x="1588008" y="889"/>
                  </a:lnTo>
                  <a:lnTo>
                    <a:pt x="1626743" y="1143"/>
                  </a:lnTo>
                  <a:lnTo>
                    <a:pt x="1665478" y="1524"/>
                  </a:lnTo>
                  <a:lnTo>
                    <a:pt x="1704213" y="2032"/>
                  </a:lnTo>
                  <a:lnTo>
                    <a:pt x="1742948" y="2794"/>
                  </a:lnTo>
                  <a:lnTo>
                    <a:pt x="1781683" y="3683"/>
                  </a:lnTo>
                  <a:lnTo>
                    <a:pt x="1820418" y="5080"/>
                  </a:lnTo>
                  <a:lnTo>
                    <a:pt x="1859153" y="6858"/>
                  </a:lnTo>
                  <a:lnTo>
                    <a:pt x="1897888" y="9144"/>
                  </a:lnTo>
                  <a:lnTo>
                    <a:pt x="1936496" y="12319"/>
                  </a:lnTo>
                  <a:lnTo>
                    <a:pt x="1975231" y="16510"/>
                  </a:lnTo>
                  <a:lnTo>
                    <a:pt x="2013966" y="22225"/>
                  </a:lnTo>
                  <a:lnTo>
                    <a:pt x="2052701" y="29845"/>
                  </a:lnTo>
                  <a:lnTo>
                    <a:pt x="2091436" y="39878"/>
                  </a:lnTo>
                  <a:lnTo>
                    <a:pt x="2130171" y="53086"/>
                  </a:lnTo>
                  <a:lnTo>
                    <a:pt x="2168906" y="70612"/>
                  </a:lnTo>
                  <a:lnTo>
                    <a:pt x="2207641" y="93218"/>
                  </a:lnTo>
                  <a:lnTo>
                    <a:pt x="2246376" y="122174"/>
                  </a:lnTo>
                  <a:lnTo>
                    <a:pt x="2285111" y="158877"/>
                  </a:lnTo>
                  <a:lnTo>
                    <a:pt x="2323846" y="204343"/>
                  </a:lnTo>
                  <a:lnTo>
                    <a:pt x="2362581" y="259334"/>
                  </a:lnTo>
                  <a:lnTo>
                    <a:pt x="2401316" y="323850"/>
                  </a:lnTo>
                  <a:lnTo>
                    <a:pt x="2440051" y="397002"/>
                  </a:lnTo>
                  <a:lnTo>
                    <a:pt x="2478786" y="476758"/>
                  </a:lnTo>
                  <a:lnTo>
                    <a:pt x="2517521" y="560197"/>
                  </a:lnTo>
                  <a:lnTo>
                    <a:pt x="2556256" y="643636"/>
                  </a:lnTo>
                  <a:lnTo>
                    <a:pt x="2594991" y="723392"/>
                  </a:lnTo>
                  <a:lnTo>
                    <a:pt x="2633726" y="796544"/>
                  </a:lnTo>
                  <a:lnTo>
                    <a:pt x="2672461" y="861060"/>
                  </a:lnTo>
                  <a:lnTo>
                    <a:pt x="2711196" y="916051"/>
                  </a:lnTo>
                  <a:lnTo>
                    <a:pt x="2749931" y="961517"/>
                  </a:lnTo>
                  <a:lnTo>
                    <a:pt x="2788666" y="998220"/>
                  </a:lnTo>
                  <a:lnTo>
                    <a:pt x="2827401" y="1027176"/>
                  </a:lnTo>
                  <a:lnTo>
                    <a:pt x="2866136" y="1049782"/>
                  </a:lnTo>
                  <a:lnTo>
                    <a:pt x="2904744" y="1067308"/>
                  </a:lnTo>
                  <a:lnTo>
                    <a:pt x="2943479" y="1080516"/>
                  </a:lnTo>
                  <a:lnTo>
                    <a:pt x="2982214" y="1090549"/>
                  </a:lnTo>
                  <a:lnTo>
                    <a:pt x="3020949" y="1098169"/>
                  </a:lnTo>
                  <a:lnTo>
                    <a:pt x="3059684" y="1103884"/>
                  </a:lnTo>
                  <a:lnTo>
                    <a:pt x="3098419" y="1108075"/>
                  </a:lnTo>
                  <a:lnTo>
                    <a:pt x="3137154" y="1111250"/>
                  </a:lnTo>
                  <a:lnTo>
                    <a:pt x="3175889" y="1113536"/>
                  </a:lnTo>
                  <a:lnTo>
                    <a:pt x="3214624" y="1115314"/>
                  </a:lnTo>
                  <a:lnTo>
                    <a:pt x="3253359" y="1116711"/>
                  </a:lnTo>
                  <a:lnTo>
                    <a:pt x="3292094" y="1117600"/>
                  </a:lnTo>
                  <a:lnTo>
                    <a:pt x="3330829" y="1118362"/>
                  </a:lnTo>
                  <a:lnTo>
                    <a:pt x="3369564" y="1118870"/>
                  </a:lnTo>
                  <a:lnTo>
                    <a:pt x="3408299" y="1119251"/>
                  </a:lnTo>
                  <a:lnTo>
                    <a:pt x="3447034" y="1119505"/>
                  </a:lnTo>
                  <a:lnTo>
                    <a:pt x="3485769" y="1119759"/>
                  </a:lnTo>
                  <a:lnTo>
                    <a:pt x="3524504" y="1119886"/>
                  </a:lnTo>
                  <a:lnTo>
                    <a:pt x="3563239" y="1120013"/>
                  </a:lnTo>
                  <a:lnTo>
                    <a:pt x="3601974" y="1120140"/>
                  </a:lnTo>
                  <a:lnTo>
                    <a:pt x="3640709" y="1120140"/>
                  </a:lnTo>
                  <a:lnTo>
                    <a:pt x="3679444" y="1120267"/>
                  </a:lnTo>
                  <a:lnTo>
                    <a:pt x="3718179" y="1120267"/>
                  </a:lnTo>
                  <a:lnTo>
                    <a:pt x="3756914" y="1120267"/>
                  </a:lnTo>
                  <a:lnTo>
                    <a:pt x="3795649" y="1120394"/>
                  </a:lnTo>
                  <a:lnTo>
                    <a:pt x="3834384" y="1120394"/>
                  </a:lnTo>
                  <a:lnTo>
                    <a:pt x="3873119" y="1120394"/>
                  </a:lnTo>
                </a:path>
              </a:pathLst>
            </a:custGeom>
            <a:noFill/>
            <a:ln w="54173" cap="flat">
              <a:solidFill>
                <a:srgbClr val="882E72"/>
              </a:solidFill>
              <a:custDash>
                <a:ds d="1707000" sp="1707000"/>
              </a:custDash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25803A8F-6DEB-133C-972B-B652A685ACA4}"/>
                </a:ext>
              </a:extLst>
            </p:cNvPr>
            <p:cNvSpPr/>
            <p:nvPr/>
          </p:nvSpPr>
          <p:spPr>
            <a:xfrm>
              <a:off x="1016466" y="280500"/>
              <a:ext cx="3873119" cy="1092454"/>
            </a:xfrm>
            <a:custGeom>
              <a:avLst/>
              <a:gdLst>
                <a:gd name="csX0" fmla="*/ 0 w 3873119"/>
                <a:gd name="csY0" fmla="*/ 1092454 h 1092454"/>
                <a:gd name="csX1" fmla="*/ 38735 w 3873119"/>
                <a:gd name="csY1" fmla="*/ 1092327 h 1092454"/>
                <a:gd name="csX2" fmla="*/ 77470 w 3873119"/>
                <a:gd name="csY2" fmla="*/ 1092073 h 1092454"/>
                <a:gd name="csX3" fmla="*/ 116205 w 3873119"/>
                <a:gd name="csY3" fmla="*/ 1091565 h 1092454"/>
                <a:gd name="csX4" fmla="*/ 154940 w 3873119"/>
                <a:gd name="csY4" fmla="*/ 1090803 h 1092454"/>
                <a:gd name="csX5" fmla="*/ 193675 w 3873119"/>
                <a:gd name="csY5" fmla="*/ 1089914 h 1092454"/>
                <a:gd name="csX6" fmla="*/ 232410 w 3873119"/>
                <a:gd name="csY6" fmla="*/ 1088898 h 1092454"/>
                <a:gd name="csX7" fmla="*/ 271145 w 3873119"/>
                <a:gd name="csY7" fmla="*/ 1087628 h 1092454"/>
                <a:gd name="csX8" fmla="*/ 309880 w 3873119"/>
                <a:gd name="csY8" fmla="*/ 1086104 h 1092454"/>
                <a:gd name="csX9" fmla="*/ 348615 w 3873119"/>
                <a:gd name="csY9" fmla="*/ 1084326 h 1092454"/>
                <a:gd name="csX10" fmla="*/ 387350 w 3873119"/>
                <a:gd name="csY10" fmla="*/ 1082548 h 1092454"/>
                <a:gd name="csX11" fmla="*/ 426085 w 3873119"/>
                <a:gd name="csY11" fmla="*/ 1080389 h 1092454"/>
                <a:gd name="csX12" fmla="*/ 464820 w 3873119"/>
                <a:gd name="csY12" fmla="*/ 1078103 h 1092454"/>
                <a:gd name="csX13" fmla="*/ 503555 w 3873119"/>
                <a:gd name="csY13" fmla="*/ 1075563 h 1092454"/>
                <a:gd name="csX14" fmla="*/ 542290 w 3873119"/>
                <a:gd name="csY14" fmla="*/ 1072896 h 1092454"/>
                <a:gd name="csX15" fmla="*/ 581025 w 3873119"/>
                <a:gd name="csY15" fmla="*/ 1070102 h 1092454"/>
                <a:gd name="csX16" fmla="*/ 619760 w 3873119"/>
                <a:gd name="csY16" fmla="*/ 1066927 h 1092454"/>
                <a:gd name="csX17" fmla="*/ 658495 w 3873119"/>
                <a:gd name="csY17" fmla="*/ 1063625 h 1092454"/>
                <a:gd name="csX18" fmla="*/ 697230 w 3873119"/>
                <a:gd name="csY18" fmla="*/ 1060196 h 1092454"/>
                <a:gd name="csX19" fmla="*/ 735965 w 3873119"/>
                <a:gd name="csY19" fmla="*/ 1056513 h 1092454"/>
                <a:gd name="csX20" fmla="*/ 774700 w 3873119"/>
                <a:gd name="csY20" fmla="*/ 1052576 h 1092454"/>
                <a:gd name="csX21" fmla="*/ 813435 w 3873119"/>
                <a:gd name="csY21" fmla="*/ 1048512 h 1092454"/>
                <a:gd name="csX22" fmla="*/ 852170 w 3873119"/>
                <a:gd name="csY22" fmla="*/ 1044194 h 1092454"/>
                <a:gd name="csX23" fmla="*/ 890905 w 3873119"/>
                <a:gd name="csY23" fmla="*/ 1039749 h 1092454"/>
                <a:gd name="csX24" fmla="*/ 929513 w 3873119"/>
                <a:gd name="csY24" fmla="*/ 1035050 h 1092454"/>
                <a:gd name="csX25" fmla="*/ 968248 w 3873119"/>
                <a:gd name="csY25" fmla="*/ 1030224 h 1092454"/>
                <a:gd name="csX26" fmla="*/ 1006983 w 3873119"/>
                <a:gd name="csY26" fmla="*/ 1025144 h 1092454"/>
                <a:gd name="csX27" fmla="*/ 1045718 w 3873119"/>
                <a:gd name="csY27" fmla="*/ 1019810 h 1092454"/>
                <a:gd name="csX28" fmla="*/ 1084453 w 3873119"/>
                <a:gd name="csY28" fmla="*/ 1014349 h 1092454"/>
                <a:gd name="csX29" fmla="*/ 1123188 w 3873119"/>
                <a:gd name="csY29" fmla="*/ 1008634 h 1092454"/>
                <a:gd name="csX30" fmla="*/ 1161923 w 3873119"/>
                <a:gd name="csY30" fmla="*/ 1002792 h 1092454"/>
                <a:gd name="csX31" fmla="*/ 1200658 w 3873119"/>
                <a:gd name="csY31" fmla="*/ 996696 h 1092454"/>
                <a:gd name="csX32" fmla="*/ 1239393 w 3873119"/>
                <a:gd name="csY32" fmla="*/ 990473 h 1092454"/>
                <a:gd name="csX33" fmla="*/ 1278128 w 3873119"/>
                <a:gd name="csY33" fmla="*/ 983996 h 1092454"/>
                <a:gd name="csX34" fmla="*/ 1316863 w 3873119"/>
                <a:gd name="csY34" fmla="*/ 977265 h 1092454"/>
                <a:gd name="csX35" fmla="*/ 1355598 w 3873119"/>
                <a:gd name="csY35" fmla="*/ 970407 h 1092454"/>
                <a:gd name="csX36" fmla="*/ 1394333 w 3873119"/>
                <a:gd name="csY36" fmla="*/ 963422 h 1092454"/>
                <a:gd name="csX37" fmla="*/ 1433068 w 3873119"/>
                <a:gd name="csY37" fmla="*/ 956056 h 1092454"/>
                <a:gd name="csX38" fmla="*/ 1471803 w 3873119"/>
                <a:gd name="csY38" fmla="*/ 948690 h 1092454"/>
                <a:gd name="csX39" fmla="*/ 1510538 w 3873119"/>
                <a:gd name="csY39" fmla="*/ 940943 h 1092454"/>
                <a:gd name="csX40" fmla="*/ 1549273 w 3873119"/>
                <a:gd name="csY40" fmla="*/ 933069 h 1092454"/>
                <a:gd name="csX41" fmla="*/ 1588008 w 3873119"/>
                <a:gd name="csY41" fmla="*/ 925068 h 1092454"/>
                <a:gd name="csX42" fmla="*/ 1626743 w 3873119"/>
                <a:gd name="csY42" fmla="*/ 916813 h 1092454"/>
                <a:gd name="csX43" fmla="*/ 1665478 w 3873119"/>
                <a:gd name="csY43" fmla="*/ 908304 h 1092454"/>
                <a:gd name="csX44" fmla="*/ 1704213 w 3873119"/>
                <a:gd name="csY44" fmla="*/ 899668 h 1092454"/>
                <a:gd name="csX45" fmla="*/ 1742948 w 3873119"/>
                <a:gd name="csY45" fmla="*/ 890778 h 1092454"/>
                <a:gd name="csX46" fmla="*/ 1781683 w 3873119"/>
                <a:gd name="csY46" fmla="*/ 881761 h 1092454"/>
                <a:gd name="csX47" fmla="*/ 1820418 w 3873119"/>
                <a:gd name="csY47" fmla="*/ 872490 h 1092454"/>
                <a:gd name="csX48" fmla="*/ 1859153 w 3873119"/>
                <a:gd name="csY48" fmla="*/ 862965 h 1092454"/>
                <a:gd name="csX49" fmla="*/ 1897888 w 3873119"/>
                <a:gd name="csY49" fmla="*/ 853313 h 1092454"/>
                <a:gd name="csX50" fmla="*/ 1936496 w 3873119"/>
                <a:gd name="csY50" fmla="*/ 843534 h 1092454"/>
                <a:gd name="csX51" fmla="*/ 1975231 w 3873119"/>
                <a:gd name="csY51" fmla="*/ 833374 h 1092454"/>
                <a:gd name="csX52" fmla="*/ 2013966 w 3873119"/>
                <a:gd name="csY52" fmla="*/ 823214 h 1092454"/>
                <a:gd name="csX53" fmla="*/ 2052701 w 3873119"/>
                <a:gd name="csY53" fmla="*/ 812673 h 1092454"/>
                <a:gd name="csX54" fmla="*/ 2091436 w 3873119"/>
                <a:gd name="csY54" fmla="*/ 802005 h 1092454"/>
                <a:gd name="csX55" fmla="*/ 2130171 w 3873119"/>
                <a:gd name="csY55" fmla="*/ 791210 h 1092454"/>
                <a:gd name="csX56" fmla="*/ 2168906 w 3873119"/>
                <a:gd name="csY56" fmla="*/ 780161 h 1092454"/>
                <a:gd name="csX57" fmla="*/ 2207641 w 3873119"/>
                <a:gd name="csY57" fmla="*/ 768858 h 1092454"/>
                <a:gd name="csX58" fmla="*/ 2246376 w 3873119"/>
                <a:gd name="csY58" fmla="*/ 757428 h 1092454"/>
                <a:gd name="csX59" fmla="*/ 2285111 w 3873119"/>
                <a:gd name="csY59" fmla="*/ 745744 h 1092454"/>
                <a:gd name="csX60" fmla="*/ 2323846 w 3873119"/>
                <a:gd name="csY60" fmla="*/ 733933 h 1092454"/>
                <a:gd name="csX61" fmla="*/ 2362581 w 3873119"/>
                <a:gd name="csY61" fmla="*/ 721868 h 1092454"/>
                <a:gd name="csX62" fmla="*/ 2401316 w 3873119"/>
                <a:gd name="csY62" fmla="*/ 709676 h 1092454"/>
                <a:gd name="csX63" fmla="*/ 2440051 w 3873119"/>
                <a:gd name="csY63" fmla="*/ 697230 h 1092454"/>
                <a:gd name="csX64" fmla="*/ 2478786 w 3873119"/>
                <a:gd name="csY64" fmla="*/ 684530 h 1092454"/>
                <a:gd name="csX65" fmla="*/ 2517521 w 3873119"/>
                <a:gd name="csY65" fmla="*/ 671703 h 1092454"/>
                <a:gd name="csX66" fmla="*/ 2556256 w 3873119"/>
                <a:gd name="csY66" fmla="*/ 658622 h 1092454"/>
                <a:gd name="csX67" fmla="*/ 2594991 w 3873119"/>
                <a:gd name="csY67" fmla="*/ 645414 h 1092454"/>
                <a:gd name="csX68" fmla="*/ 2633726 w 3873119"/>
                <a:gd name="csY68" fmla="*/ 631952 h 1092454"/>
                <a:gd name="csX69" fmla="*/ 2672461 w 3873119"/>
                <a:gd name="csY69" fmla="*/ 618363 h 1092454"/>
                <a:gd name="csX70" fmla="*/ 2711196 w 3873119"/>
                <a:gd name="csY70" fmla="*/ 604520 h 1092454"/>
                <a:gd name="csX71" fmla="*/ 2749931 w 3873119"/>
                <a:gd name="csY71" fmla="*/ 590423 h 1092454"/>
                <a:gd name="csX72" fmla="*/ 2788666 w 3873119"/>
                <a:gd name="csY72" fmla="*/ 576199 h 1092454"/>
                <a:gd name="csX73" fmla="*/ 2827401 w 3873119"/>
                <a:gd name="csY73" fmla="*/ 561721 h 1092454"/>
                <a:gd name="csX74" fmla="*/ 2866136 w 3873119"/>
                <a:gd name="csY74" fmla="*/ 547116 h 1092454"/>
                <a:gd name="csX75" fmla="*/ 2904744 w 3873119"/>
                <a:gd name="csY75" fmla="*/ 532257 h 1092454"/>
                <a:gd name="csX76" fmla="*/ 2943479 w 3873119"/>
                <a:gd name="csY76" fmla="*/ 468884 h 1092454"/>
                <a:gd name="csX77" fmla="*/ 2982214 w 3873119"/>
                <a:gd name="csY77" fmla="*/ 412750 h 1092454"/>
                <a:gd name="csX78" fmla="*/ 3020949 w 3873119"/>
                <a:gd name="csY78" fmla="*/ 362839 h 1092454"/>
                <a:gd name="csX79" fmla="*/ 3059684 w 3873119"/>
                <a:gd name="csY79" fmla="*/ 318643 h 1092454"/>
                <a:gd name="csX80" fmla="*/ 3098419 w 3873119"/>
                <a:gd name="csY80" fmla="*/ 279527 h 1092454"/>
                <a:gd name="csX81" fmla="*/ 3137154 w 3873119"/>
                <a:gd name="csY81" fmla="*/ 244729 h 1092454"/>
                <a:gd name="csX82" fmla="*/ 3175889 w 3873119"/>
                <a:gd name="csY82" fmla="*/ 213868 h 1092454"/>
                <a:gd name="csX83" fmla="*/ 3214624 w 3873119"/>
                <a:gd name="csY83" fmla="*/ 186563 h 1092454"/>
                <a:gd name="csX84" fmla="*/ 3253359 w 3873119"/>
                <a:gd name="csY84" fmla="*/ 162306 h 1092454"/>
                <a:gd name="csX85" fmla="*/ 3292094 w 3873119"/>
                <a:gd name="csY85" fmla="*/ 140843 h 1092454"/>
                <a:gd name="csX86" fmla="*/ 3330829 w 3873119"/>
                <a:gd name="csY86" fmla="*/ 121666 h 1092454"/>
                <a:gd name="csX87" fmla="*/ 3369564 w 3873119"/>
                <a:gd name="csY87" fmla="*/ 104775 h 1092454"/>
                <a:gd name="csX88" fmla="*/ 3408299 w 3873119"/>
                <a:gd name="csY88" fmla="*/ 89789 h 1092454"/>
                <a:gd name="csX89" fmla="*/ 3447034 w 3873119"/>
                <a:gd name="csY89" fmla="*/ 76454 h 1092454"/>
                <a:gd name="csX90" fmla="*/ 3485769 w 3873119"/>
                <a:gd name="csY90" fmla="*/ 64643 h 1092454"/>
                <a:gd name="csX91" fmla="*/ 3524504 w 3873119"/>
                <a:gd name="csY91" fmla="*/ 54229 h 1092454"/>
                <a:gd name="csX92" fmla="*/ 3563239 w 3873119"/>
                <a:gd name="csY92" fmla="*/ 44958 h 1092454"/>
                <a:gd name="csX93" fmla="*/ 3601974 w 3873119"/>
                <a:gd name="csY93" fmla="*/ 36703 h 1092454"/>
                <a:gd name="csX94" fmla="*/ 3640709 w 3873119"/>
                <a:gd name="csY94" fmla="*/ 29337 h 1092454"/>
                <a:gd name="csX95" fmla="*/ 3679444 w 3873119"/>
                <a:gd name="csY95" fmla="*/ 22860 h 1092454"/>
                <a:gd name="csX96" fmla="*/ 3718179 w 3873119"/>
                <a:gd name="csY96" fmla="*/ 17145 h 1092454"/>
                <a:gd name="csX97" fmla="*/ 3756914 w 3873119"/>
                <a:gd name="csY97" fmla="*/ 12065 h 1092454"/>
                <a:gd name="csX98" fmla="*/ 3795649 w 3873119"/>
                <a:gd name="csY98" fmla="*/ 7493 h 1092454"/>
                <a:gd name="csX99" fmla="*/ 3834384 w 3873119"/>
                <a:gd name="csY99" fmla="*/ 3556 h 1092454"/>
                <a:gd name="csX100" fmla="*/ 3873119 w 3873119"/>
                <a:gd name="csY100" fmla="*/ 0 h 1092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092454">
                  <a:moveTo>
                    <a:pt x="0" y="1092454"/>
                  </a:moveTo>
                  <a:lnTo>
                    <a:pt x="38735" y="1092327"/>
                  </a:lnTo>
                  <a:lnTo>
                    <a:pt x="77470" y="1092073"/>
                  </a:lnTo>
                  <a:lnTo>
                    <a:pt x="116205" y="1091565"/>
                  </a:lnTo>
                  <a:lnTo>
                    <a:pt x="154940" y="1090803"/>
                  </a:lnTo>
                  <a:lnTo>
                    <a:pt x="193675" y="1089914"/>
                  </a:lnTo>
                  <a:lnTo>
                    <a:pt x="232410" y="1088898"/>
                  </a:lnTo>
                  <a:lnTo>
                    <a:pt x="271145" y="1087628"/>
                  </a:lnTo>
                  <a:lnTo>
                    <a:pt x="309880" y="1086104"/>
                  </a:lnTo>
                  <a:lnTo>
                    <a:pt x="348615" y="1084326"/>
                  </a:lnTo>
                  <a:lnTo>
                    <a:pt x="387350" y="1082548"/>
                  </a:lnTo>
                  <a:lnTo>
                    <a:pt x="426085" y="1080389"/>
                  </a:lnTo>
                  <a:lnTo>
                    <a:pt x="464820" y="1078103"/>
                  </a:lnTo>
                  <a:lnTo>
                    <a:pt x="503555" y="1075563"/>
                  </a:lnTo>
                  <a:lnTo>
                    <a:pt x="542290" y="1072896"/>
                  </a:lnTo>
                  <a:lnTo>
                    <a:pt x="581025" y="1070102"/>
                  </a:lnTo>
                  <a:lnTo>
                    <a:pt x="619760" y="1066927"/>
                  </a:lnTo>
                  <a:lnTo>
                    <a:pt x="658495" y="1063625"/>
                  </a:lnTo>
                  <a:lnTo>
                    <a:pt x="697230" y="1060196"/>
                  </a:lnTo>
                  <a:lnTo>
                    <a:pt x="735965" y="1056513"/>
                  </a:lnTo>
                  <a:lnTo>
                    <a:pt x="774700" y="1052576"/>
                  </a:lnTo>
                  <a:lnTo>
                    <a:pt x="813435" y="1048512"/>
                  </a:lnTo>
                  <a:lnTo>
                    <a:pt x="852170" y="1044194"/>
                  </a:lnTo>
                  <a:lnTo>
                    <a:pt x="890905" y="1039749"/>
                  </a:lnTo>
                  <a:lnTo>
                    <a:pt x="929513" y="1035050"/>
                  </a:lnTo>
                  <a:lnTo>
                    <a:pt x="968248" y="1030224"/>
                  </a:lnTo>
                  <a:lnTo>
                    <a:pt x="1006983" y="1025144"/>
                  </a:lnTo>
                  <a:lnTo>
                    <a:pt x="1045718" y="1019810"/>
                  </a:lnTo>
                  <a:lnTo>
                    <a:pt x="1084453" y="1014349"/>
                  </a:lnTo>
                  <a:lnTo>
                    <a:pt x="1123188" y="1008634"/>
                  </a:lnTo>
                  <a:lnTo>
                    <a:pt x="1161923" y="1002792"/>
                  </a:lnTo>
                  <a:lnTo>
                    <a:pt x="1200658" y="996696"/>
                  </a:lnTo>
                  <a:lnTo>
                    <a:pt x="1239393" y="990473"/>
                  </a:lnTo>
                  <a:lnTo>
                    <a:pt x="1278128" y="983996"/>
                  </a:lnTo>
                  <a:lnTo>
                    <a:pt x="1316863" y="977265"/>
                  </a:lnTo>
                  <a:lnTo>
                    <a:pt x="1355598" y="970407"/>
                  </a:lnTo>
                  <a:lnTo>
                    <a:pt x="1394333" y="963422"/>
                  </a:lnTo>
                  <a:lnTo>
                    <a:pt x="1433068" y="956056"/>
                  </a:lnTo>
                  <a:lnTo>
                    <a:pt x="1471803" y="948690"/>
                  </a:lnTo>
                  <a:lnTo>
                    <a:pt x="1510538" y="940943"/>
                  </a:lnTo>
                  <a:lnTo>
                    <a:pt x="1549273" y="933069"/>
                  </a:lnTo>
                  <a:lnTo>
                    <a:pt x="1588008" y="925068"/>
                  </a:lnTo>
                  <a:lnTo>
                    <a:pt x="1626743" y="916813"/>
                  </a:lnTo>
                  <a:lnTo>
                    <a:pt x="1665478" y="908304"/>
                  </a:lnTo>
                  <a:lnTo>
                    <a:pt x="1704213" y="899668"/>
                  </a:lnTo>
                  <a:lnTo>
                    <a:pt x="1742948" y="890778"/>
                  </a:lnTo>
                  <a:lnTo>
                    <a:pt x="1781683" y="881761"/>
                  </a:lnTo>
                  <a:lnTo>
                    <a:pt x="1820418" y="872490"/>
                  </a:lnTo>
                  <a:lnTo>
                    <a:pt x="1859153" y="862965"/>
                  </a:lnTo>
                  <a:lnTo>
                    <a:pt x="1897888" y="853313"/>
                  </a:lnTo>
                  <a:lnTo>
                    <a:pt x="1936496" y="843534"/>
                  </a:lnTo>
                  <a:lnTo>
                    <a:pt x="1975231" y="833374"/>
                  </a:lnTo>
                  <a:lnTo>
                    <a:pt x="2013966" y="823214"/>
                  </a:lnTo>
                  <a:lnTo>
                    <a:pt x="2052701" y="812673"/>
                  </a:lnTo>
                  <a:lnTo>
                    <a:pt x="2091436" y="802005"/>
                  </a:lnTo>
                  <a:lnTo>
                    <a:pt x="2130171" y="791210"/>
                  </a:lnTo>
                  <a:lnTo>
                    <a:pt x="2168906" y="780161"/>
                  </a:lnTo>
                  <a:lnTo>
                    <a:pt x="2207641" y="768858"/>
                  </a:lnTo>
                  <a:lnTo>
                    <a:pt x="2246376" y="757428"/>
                  </a:lnTo>
                  <a:lnTo>
                    <a:pt x="2285111" y="745744"/>
                  </a:lnTo>
                  <a:lnTo>
                    <a:pt x="2323846" y="733933"/>
                  </a:lnTo>
                  <a:lnTo>
                    <a:pt x="2362581" y="721868"/>
                  </a:lnTo>
                  <a:lnTo>
                    <a:pt x="2401316" y="709676"/>
                  </a:lnTo>
                  <a:lnTo>
                    <a:pt x="2440051" y="697230"/>
                  </a:lnTo>
                  <a:lnTo>
                    <a:pt x="2478786" y="684530"/>
                  </a:lnTo>
                  <a:lnTo>
                    <a:pt x="2517521" y="671703"/>
                  </a:lnTo>
                  <a:lnTo>
                    <a:pt x="2556256" y="658622"/>
                  </a:lnTo>
                  <a:lnTo>
                    <a:pt x="2594991" y="645414"/>
                  </a:lnTo>
                  <a:lnTo>
                    <a:pt x="2633726" y="631952"/>
                  </a:lnTo>
                  <a:lnTo>
                    <a:pt x="2672461" y="618363"/>
                  </a:lnTo>
                  <a:lnTo>
                    <a:pt x="2711196" y="604520"/>
                  </a:lnTo>
                  <a:lnTo>
                    <a:pt x="2749931" y="590423"/>
                  </a:lnTo>
                  <a:lnTo>
                    <a:pt x="2788666" y="576199"/>
                  </a:lnTo>
                  <a:lnTo>
                    <a:pt x="2827401" y="561721"/>
                  </a:lnTo>
                  <a:lnTo>
                    <a:pt x="2866136" y="547116"/>
                  </a:lnTo>
                  <a:lnTo>
                    <a:pt x="2904744" y="532257"/>
                  </a:lnTo>
                  <a:lnTo>
                    <a:pt x="2943479" y="468884"/>
                  </a:lnTo>
                  <a:lnTo>
                    <a:pt x="2982214" y="412750"/>
                  </a:lnTo>
                  <a:lnTo>
                    <a:pt x="3020949" y="362839"/>
                  </a:lnTo>
                  <a:lnTo>
                    <a:pt x="3059684" y="318643"/>
                  </a:lnTo>
                  <a:lnTo>
                    <a:pt x="3098419" y="279527"/>
                  </a:lnTo>
                  <a:lnTo>
                    <a:pt x="3137154" y="244729"/>
                  </a:lnTo>
                  <a:lnTo>
                    <a:pt x="3175889" y="213868"/>
                  </a:lnTo>
                  <a:lnTo>
                    <a:pt x="3214624" y="186563"/>
                  </a:lnTo>
                  <a:lnTo>
                    <a:pt x="3253359" y="162306"/>
                  </a:lnTo>
                  <a:lnTo>
                    <a:pt x="3292094" y="140843"/>
                  </a:lnTo>
                  <a:lnTo>
                    <a:pt x="3330829" y="121666"/>
                  </a:lnTo>
                  <a:lnTo>
                    <a:pt x="3369564" y="104775"/>
                  </a:lnTo>
                  <a:lnTo>
                    <a:pt x="3408299" y="89789"/>
                  </a:lnTo>
                  <a:lnTo>
                    <a:pt x="3447034" y="76454"/>
                  </a:lnTo>
                  <a:lnTo>
                    <a:pt x="3485769" y="64643"/>
                  </a:lnTo>
                  <a:lnTo>
                    <a:pt x="3524504" y="54229"/>
                  </a:lnTo>
                  <a:lnTo>
                    <a:pt x="3563239" y="44958"/>
                  </a:lnTo>
                  <a:lnTo>
                    <a:pt x="3601974" y="36703"/>
                  </a:lnTo>
                  <a:lnTo>
                    <a:pt x="3640709" y="29337"/>
                  </a:lnTo>
                  <a:lnTo>
                    <a:pt x="3679444" y="22860"/>
                  </a:lnTo>
                  <a:lnTo>
                    <a:pt x="3718179" y="17145"/>
                  </a:lnTo>
                  <a:lnTo>
                    <a:pt x="3756914" y="12065"/>
                  </a:lnTo>
                  <a:lnTo>
                    <a:pt x="3795649" y="7493"/>
                  </a:lnTo>
                  <a:lnTo>
                    <a:pt x="3834384" y="3556"/>
                  </a:lnTo>
                  <a:lnTo>
                    <a:pt x="3873119" y="0"/>
                  </a:lnTo>
                </a:path>
              </a:pathLst>
            </a:custGeom>
            <a:noFill/>
            <a:ln w="54173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17D1911-A54B-6E29-3142-AA58A6246840}"/>
                </a:ext>
              </a:extLst>
            </p:cNvPr>
            <p:cNvSpPr/>
            <p:nvPr/>
          </p:nvSpPr>
          <p:spPr>
            <a:xfrm>
              <a:off x="1016466" y="253194"/>
              <a:ext cx="3873119" cy="1119759"/>
            </a:xfrm>
            <a:custGeom>
              <a:avLst/>
              <a:gdLst>
                <a:gd name="csX0" fmla="*/ 0 w 3873119"/>
                <a:gd name="csY0" fmla="*/ 1119759 h 1119759"/>
                <a:gd name="csX1" fmla="*/ 38735 w 3873119"/>
                <a:gd name="csY1" fmla="*/ 1119759 h 1119759"/>
                <a:gd name="csX2" fmla="*/ 77470 w 3873119"/>
                <a:gd name="csY2" fmla="*/ 1119759 h 1119759"/>
                <a:gd name="csX3" fmla="*/ 116205 w 3873119"/>
                <a:gd name="csY3" fmla="*/ 1119759 h 1119759"/>
                <a:gd name="csX4" fmla="*/ 154940 w 3873119"/>
                <a:gd name="csY4" fmla="*/ 1119759 h 1119759"/>
                <a:gd name="csX5" fmla="*/ 193675 w 3873119"/>
                <a:gd name="csY5" fmla="*/ 1119759 h 1119759"/>
                <a:gd name="csX6" fmla="*/ 232410 w 3873119"/>
                <a:gd name="csY6" fmla="*/ 1119759 h 1119759"/>
                <a:gd name="csX7" fmla="*/ 271145 w 3873119"/>
                <a:gd name="csY7" fmla="*/ 1119759 h 1119759"/>
                <a:gd name="csX8" fmla="*/ 309880 w 3873119"/>
                <a:gd name="csY8" fmla="*/ 1119759 h 1119759"/>
                <a:gd name="csX9" fmla="*/ 348615 w 3873119"/>
                <a:gd name="csY9" fmla="*/ 1119759 h 1119759"/>
                <a:gd name="csX10" fmla="*/ 387350 w 3873119"/>
                <a:gd name="csY10" fmla="*/ 1119759 h 1119759"/>
                <a:gd name="csX11" fmla="*/ 426085 w 3873119"/>
                <a:gd name="csY11" fmla="*/ 1119759 h 1119759"/>
                <a:gd name="csX12" fmla="*/ 464820 w 3873119"/>
                <a:gd name="csY12" fmla="*/ 1119759 h 1119759"/>
                <a:gd name="csX13" fmla="*/ 503555 w 3873119"/>
                <a:gd name="csY13" fmla="*/ 1119759 h 1119759"/>
                <a:gd name="csX14" fmla="*/ 542290 w 3873119"/>
                <a:gd name="csY14" fmla="*/ 1119759 h 1119759"/>
                <a:gd name="csX15" fmla="*/ 581025 w 3873119"/>
                <a:gd name="csY15" fmla="*/ 1119759 h 1119759"/>
                <a:gd name="csX16" fmla="*/ 619760 w 3873119"/>
                <a:gd name="csY16" fmla="*/ 1119759 h 1119759"/>
                <a:gd name="csX17" fmla="*/ 658495 w 3873119"/>
                <a:gd name="csY17" fmla="*/ 1119759 h 1119759"/>
                <a:gd name="csX18" fmla="*/ 697230 w 3873119"/>
                <a:gd name="csY18" fmla="*/ 1119759 h 1119759"/>
                <a:gd name="csX19" fmla="*/ 735965 w 3873119"/>
                <a:gd name="csY19" fmla="*/ 1119759 h 1119759"/>
                <a:gd name="csX20" fmla="*/ 774700 w 3873119"/>
                <a:gd name="csY20" fmla="*/ 1119759 h 1119759"/>
                <a:gd name="csX21" fmla="*/ 813435 w 3873119"/>
                <a:gd name="csY21" fmla="*/ 1119759 h 1119759"/>
                <a:gd name="csX22" fmla="*/ 852170 w 3873119"/>
                <a:gd name="csY22" fmla="*/ 1119759 h 1119759"/>
                <a:gd name="csX23" fmla="*/ 890905 w 3873119"/>
                <a:gd name="csY23" fmla="*/ 1119759 h 1119759"/>
                <a:gd name="csX24" fmla="*/ 929513 w 3873119"/>
                <a:gd name="csY24" fmla="*/ 1119759 h 1119759"/>
                <a:gd name="csX25" fmla="*/ 968248 w 3873119"/>
                <a:gd name="csY25" fmla="*/ 1119759 h 1119759"/>
                <a:gd name="csX26" fmla="*/ 1006983 w 3873119"/>
                <a:gd name="csY26" fmla="*/ 1119759 h 1119759"/>
                <a:gd name="csX27" fmla="*/ 1045718 w 3873119"/>
                <a:gd name="csY27" fmla="*/ 1119759 h 1119759"/>
                <a:gd name="csX28" fmla="*/ 1084453 w 3873119"/>
                <a:gd name="csY28" fmla="*/ 1119759 h 1119759"/>
                <a:gd name="csX29" fmla="*/ 1123188 w 3873119"/>
                <a:gd name="csY29" fmla="*/ 1119759 h 1119759"/>
                <a:gd name="csX30" fmla="*/ 1161923 w 3873119"/>
                <a:gd name="csY30" fmla="*/ 1119759 h 1119759"/>
                <a:gd name="csX31" fmla="*/ 1200658 w 3873119"/>
                <a:gd name="csY31" fmla="*/ 1119759 h 1119759"/>
                <a:gd name="csX32" fmla="*/ 1239393 w 3873119"/>
                <a:gd name="csY32" fmla="*/ 1119759 h 1119759"/>
                <a:gd name="csX33" fmla="*/ 1278128 w 3873119"/>
                <a:gd name="csY33" fmla="*/ 1119759 h 1119759"/>
                <a:gd name="csX34" fmla="*/ 1316863 w 3873119"/>
                <a:gd name="csY34" fmla="*/ 1119759 h 1119759"/>
                <a:gd name="csX35" fmla="*/ 1355598 w 3873119"/>
                <a:gd name="csY35" fmla="*/ 1119759 h 1119759"/>
                <a:gd name="csX36" fmla="*/ 1394333 w 3873119"/>
                <a:gd name="csY36" fmla="*/ 1119759 h 1119759"/>
                <a:gd name="csX37" fmla="*/ 1433068 w 3873119"/>
                <a:gd name="csY37" fmla="*/ 1119759 h 1119759"/>
                <a:gd name="csX38" fmla="*/ 1471803 w 3873119"/>
                <a:gd name="csY38" fmla="*/ 1119759 h 1119759"/>
                <a:gd name="csX39" fmla="*/ 1510538 w 3873119"/>
                <a:gd name="csY39" fmla="*/ 1119759 h 1119759"/>
                <a:gd name="csX40" fmla="*/ 1549273 w 3873119"/>
                <a:gd name="csY40" fmla="*/ 1119759 h 1119759"/>
                <a:gd name="csX41" fmla="*/ 1588008 w 3873119"/>
                <a:gd name="csY41" fmla="*/ 1119759 h 1119759"/>
                <a:gd name="csX42" fmla="*/ 1626743 w 3873119"/>
                <a:gd name="csY42" fmla="*/ 1119759 h 1119759"/>
                <a:gd name="csX43" fmla="*/ 1665478 w 3873119"/>
                <a:gd name="csY43" fmla="*/ 1119632 h 1119759"/>
                <a:gd name="csX44" fmla="*/ 1704213 w 3873119"/>
                <a:gd name="csY44" fmla="*/ 1119632 h 1119759"/>
                <a:gd name="csX45" fmla="*/ 1742948 w 3873119"/>
                <a:gd name="csY45" fmla="*/ 1119632 h 1119759"/>
                <a:gd name="csX46" fmla="*/ 1781683 w 3873119"/>
                <a:gd name="csY46" fmla="*/ 1119505 h 1119759"/>
                <a:gd name="csX47" fmla="*/ 1820418 w 3873119"/>
                <a:gd name="csY47" fmla="*/ 1119505 h 1119759"/>
                <a:gd name="csX48" fmla="*/ 1859153 w 3873119"/>
                <a:gd name="csY48" fmla="*/ 1119378 h 1119759"/>
                <a:gd name="csX49" fmla="*/ 1897888 w 3873119"/>
                <a:gd name="csY49" fmla="*/ 1119251 h 1119759"/>
                <a:gd name="csX50" fmla="*/ 1936496 w 3873119"/>
                <a:gd name="csY50" fmla="*/ 1119124 h 1119759"/>
                <a:gd name="csX51" fmla="*/ 1975231 w 3873119"/>
                <a:gd name="csY51" fmla="*/ 1118870 h 1119759"/>
                <a:gd name="csX52" fmla="*/ 2013966 w 3873119"/>
                <a:gd name="csY52" fmla="*/ 1118616 h 1119759"/>
                <a:gd name="csX53" fmla="*/ 2052701 w 3873119"/>
                <a:gd name="csY53" fmla="*/ 1118235 h 1119759"/>
                <a:gd name="csX54" fmla="*/ 2091436 w 3873119"/>
                <a:gd name="csY54" fmla="*/ 1117727 h 1119759"/>
                <a:gd name="csX55" fmla="*/ 2130171 w 3873119"/>
                <a:gd name="csY55" fmla="*/ 1116965 h 1119759"/>
                <a:gd name="csX56" fmla="*/ 2168906 w 3873119"/>
                <a:gd name="csY56" fmla="*/ 1116076 h 1119759"/>
                <a:gd name="csX57" fmla="*/ 2207641 w 3873119"/>
                <a:gd name="csY57" fmla="*/ 1114679 h 1119759"/>
                <a:gd name="csX58" fmla="*/ 2246376 w 3873119"/>
                <a:gd name="csY58" fmla="*/ 1112901 h 1119759"/>
                <a:gd name="csX59" fmla="*/ 2285111 w 3873119"/>
                <a:gd name="csY59" fmla="*/ 1110615 h 1119759"/>
                <a:gd name="csX60" fmla="*/ 2323846 w 3873119"/>
                <a:gd name="csY60" fmla="*/ 1107440 h 1119759"/>
                <a:gd name="csX61" fmla="*/ 2362581 w 3873119"/>
                <a:gd name="csY61" fmla="*/ 1103249 h 1119759"/>
                <a:gd name="csX62" fmla="*/ 2401316 w 3873119"/>
                <a:gd name="csY62" fmla="*/ 1097534 h 1119759"/>
                <a:gd name="csX63" fmla="*/ 2440051 w 3873119"/>
                <a:gd name="csY63" fmla="*/ 1089914 h 1119759"/>
                <a:gd name="csX64" fmla="*/ 2478786 w 3873119"/>
                <a:gd name="csY64" fmla="*/ 1079881 h 1119759"/>
                <a:gd name="csX65" fmla="*/ 2517521 w 3873119"/>
                <a:gd name="csY65" fmla="*/ 1066673 h 1119759"/>
                <a:gd name="csX66" fmla="*/ 2556256 w 3873119"/>
                <a:gd name="csY66" fmla="*/ 1049147 h 1119759"/>
                <a:gd name="csX67" fmla="*/ 2594991 w 3873119"/>
                <a:gd name="csY67" fmla="*/ 1026541 h 1119759"/>
                <a:gd name="csX68" fmla="*/ 2633726 w 3873119"/>
                <a:gd name="csY68" fmla="*/ 997585 h 1119759"/>
                <a:gd name="csX69" fmla="*/ 2672461 w 3873119"/>
                <a:gd name="csY69" fmla="*/ 960882 h 1119759"/>
                <a:gd name="csX70" fmla="*/ 2711196 w 3873119"/>
                <a:gd name="csY70" fmla="*/ 915416 h 1119759"/>
                <a:gd name="csX71" fmla="*/ 2749931 w 3873119"/>
                <a:gd name="csY71" fmla="*/ 860425 h 1119759"/>
                <a:gd name="csX72" fmla="*/ 2788666 w 3873119"/>
                <a:gd name="csY72" fmla="*/ 795909 h 1119759"/>
                <a:gd name="csX73" fmla="*/ 2827401 w 3873119"/>
                <a:gd name="csY73" fmla="*/ 722757 h 1119759"/>
                <a:gd name="csX74" fmla="*/ 2866136 w 3873119"/>
                <a:gd name="csY74" fmla="*/ 643001 h 1119759"/>
                <a:gd name="csX75" fmla="*/ 2904744 w 3873119"/>
                <a:gd name="csY75" fmla="*/ 559562 h 1119759"/>
                <a:gd name="csX76" fmla="*/ 2943479 w 3873119"/>
                <a:gd name="csY76" fmla="*/ 476123 h 1119759"/>
                <a:gd name="csX77" fmla="*/ 2982214 w 3873119"/>
                <a:gd name="csY77" fmla="*/ 396367 h 1119759"/>
                <a:gd name="csX78" fmla="*/ 3020949 w 3873119"/>
                <a:gd name="csY78" fmla="*/ 323215 h 1119759"/>
                <a:gd name="csX79" fmla="*/ 3059684 w 3873119"/>
                <a:gd name="csY79" fmla="*/ 258699 h 1119759"/>
                <a:gd name="csX80" fmla="*/ 3098419 w 3873119"/>
                <a:gd name="csY80" fmla="*/ 203708 h 1119759"/>
                <a:gd name="csX81" fmla="*/ 3137154 w 3873119"/>
                <a:gd name="csY81" fmla="*/ 158242 h 1119759"/>
                <a:gd name="csX82" fmla="*/ 3175889 w 3873119"/>
                <a:gd name="csY82" fmla="*/ 121539 h 1119759"/>
                <a:gd name="csX83" fmla="*/ 3214624 w 3873119"/>
                <a:gd name="csY83" fmla="*/ 92583 h 1119759"/>
                <a:gd name="csX84" fmla="*/ 3253359 w 3873119"/>
                <a:gd name="csY84" fmla="*/ 69977 h 1119759"/>
                <a:gd name="csX85" fmla="*/ 3292094 w 3873119"/>
                <a:gd name="csY85" fmla="*/ 52451 h 1119759"/>
                <a:gd name="csX86" fmla="*/ 3330829 w 3873119"/>
                <a:gd name="csY86" fmla="*/ 39243 h 1119759"/>
                <a:gd name="csX87" fmla="*/ 3369564 w 3873119"/>
                <a:gd name="csY87" fmla="*/ 29210 h 1119759"/>
                <a:gd name="csX88" fmla="*/ 3408299 w 3873119"/>
                <a:gd name="csY88" fmla="*/ 21590 h 1119759"/>
                <a:gd name="csX89" fmla="*/ 3447034 w 3873119"/>
                <a:gd name="csY89" fmla="*/ 15875 h 1119759"/>
                <a:gd name="csX90" fmla="*/ 3485769 w 3873119"/>
                <a:gd name="csY90" fmla="*/ 11684 h 1119759"/>
                <a:gd name="csX91" fmla="*/ 3524504 w 3873119"/>
                <a:gd name="csY91" fmla="*/ 8509 h 1119759"/>
                <a:gd name="csX92" fmla="*/ 3563239 w 3873119"/>
                <a:gd name="csY92" fmla="*/ 6223 h 1119759"/>
                <a:gd name="csX93" fmla="*/ 3601974 w 3873119"/>
                <a:gd name="csY93" fmla="*/ 4445 h 1119759"/>
                <a:gd name="csX94" fmla="*/ 3640709 w 3873119"/>
                <a:gd name="csY94" fmla="*/ 3048 h 1119759"/>
                <a:gd name="csX95" fmla="*/ 3679444 w 3873119"/>
                <a:gd name="csY95" fmla="*/ 2159 h 1119759"/>
                <a:gd name="csX96" fmla="*/ 3718179 w 3873119"/>
                <a:gd name="csY96" fmla="*/ 1397 h 1119759"/>
                <a:gd name="csX97" fmla="*/ 3756914 w 3873119"/>
                <a:gd name="csY97" fmla="*/ 889 h 1119759"/>
                <a:gd name="csX98" fmla="*/ 3795649 w 3873119"/>
                <a:gd name="csY98" fmla="*/ 508 h 1119759"/>
                <a:gd name="csX99" fmla="*/ 3834384 w 3873119"/>
                <a:gd name="csY99" fmla="*/ 254 h 1119759"/>
                <a:gd name="csX100" fmla="*/ 3873119 w 3873119"/>
                <a:gd name="csY100" fmla="*/ 0 h 1119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3873119" h="1119759">
                  <a:moveTo>
                    <a:pt x="0" y="1119759"/>
                  </a:moveTo>
                  <a:lnTo>
                    <a:pt x="38735" y="1119759"/>
                  </a:lnTo>
                  <a:lnTo>
                    <a:pt x="77470" y="1119759"/>
                  </a:lnTo>
                  <a:lnTo>
                    <a:pt x="116205" y="1119759"/>
                  </a:lnTo>
                  <a:lnTo>
                    <a:pt x="154940" y="1119759"/>
                  </a:lnTo>
                  <a:lnTo>
                    <a:pt x="193675" y="1119759"/>
                  </a:lnTo>
                  <a:lnTo>
                    <a:pt x="232410" y="1119759"/>
                  </a:lnTo>
                  <a:lnTo>
                    <a:pt x="271145" y="1119759"/>
                  </a:lnTo>
                  <a:lnTo>
                    <a:pt x="309880" y="1119759"/>
                  </a:lnTo>
                  <a:lnTo>
                    <a:pt x="348615" y="1119759"/>
                  </a:lnTo>
                  <a:lnTo>
                    <a:pt x="387350" y="1119759"/>
                  </a:lnTo>
                  <a:lnTo>
                    <a:pt x="426085" y="1119759"/>
                  </a:lnTo>
                  <a:lnTo>
                    <a:pt x="464820" y="1119759"/>
                  </a:lnTo>
                  <a:lnTo>
                    <a:pt x="503555" y="1119759"/>
                  </a:lnTo>
                  <a:lnTo>
                    <a:pt x="542290" y="1119759"/>
                  </a:lnTo>
                  <a:lnTo>
                    <a:pt x="581025" y="1119759"/>
                  </a:lnTo>
                  <a:lnTo>
                    <a:pt x="619760" y="1119759"/>
                  </a:lnTo>
                  <a:lnTo>
                    <a:pt x="658495" y="1119759"/>
                  </a:lnTo>
                  <a:lnTo>
                    <a:pt x="697230" y="1119759"/>
                  </a:lnTo>
                  <a:lnTo>
                    <a:pt x="735965" y="1119759"/>
                  </a:lnTo>
                  <a:lnTo>
                    <a:pt x="774700" y="1119759"/>
                  </a:lnTo>
                  <a:lnTo>
                    <a:pt x="813435" y="1119759"/>
                  </a:lnTo>
                  <a:lnTo>
                    <a:pt x="852170" y="1119759"/>
                  </a:lnTo>
                  <a:lnTo>
                    <a:pt x="890905" y="1119759"/>
                  </a:lnTo>
                  <a:lnTo>
                    <a:pt x="929513" y="1119759"/>
                  </a:lnTo>
                  <a:lnTo>
                    <a:pt x="968248" y="1119759"/>
                  </a:lnTo>
                  <a:lnTo>
                    <a:pt x="1006983" y="1119759"/>
                  </a:lnTo>
                  <a:lnTo>
                    <a:pt x="1045718" y="1119759"/>
                  </a:lnTo>
                  <a:lnTo>
                    <a:pt x="1084453" y="1119759"/>
                  </a:lnTo>
                  <a:lnTo>
                    <a:pt x="1123188" y="1119759"/>
                  </a:lnTo>
                  <a:lnTo>
                    <a:pt x="1161923" y="1119759"/>
                  </a:lnTo>
                  <a:lnTo>
                    <a:pt x="1200658" y="1119759"/>
                  </a:lnTo>
                  <a:lnTo>
                    <a:pt x="1239393" y="1119759"/>
                  </a:lnTo>
                  <a:lnTo>
                    <a:pt x="1278128" y="1119759"/>
                  </a:lnTo>
                  <a:lnTo>
                    <a:pt x="1316863" y="1119759"/>
                  </a:lnTo>
                  <a:lnTo>
                    <a:pt x="1355598" y="1119759"/>
                  </a:lnTo>
                  <a:lnTo>
                    <a:pt x="1394333" y="1119759"/>
                  </a:lnTo>
                  <a:lnTo>
                    <a:pt x="1433068" y="1119759"/>
                  </a:lnTo>
                  <a:lnTo>
                    <a:pt x="1471803" y="1119759"/>
                  </a:lnTo>
                  <a:lnTo>
                    <a:pt x="1510538" y="1119759"/>
                  </a:lnTo>
                  <a:lnTo>
                    <a:pt x="1549273" y="1119759"/>
                  </a:lnTo>
                  <a:lnTo>
                    <a:pt x="1588008" y="1119759"/>
                  </a:lnTo>
                  <a:lnTo>
                    <a:pt x="1626743" y="1119759"/>
                  </a:lnTo>
                  <a:lnTo>
                    <a:pt x="1665478" y="1119632"/>
                  </a:lnTo>
                  <a:lnTo>
                    <a:pt x="1704213" y="1119632"/>
                  </a:lnTo>
                  <a:lnTo>
                    <a:pt x="1742948" y="1119632"/>
                  </a:lnTo>
                  <a:lnTo>
                    <a:pt x="1781683" y="1119505"/>
                  </a:lnTo>
                  <a:lnTo>
                    <a:pt x="1820418" y="1119505"/>
                  </a:lnTo>
                  <a:lnTo>
                    <a:pt x="1859153" y="1119378"/>
                  </a:lnTo>
                  <a:lnTo>
                    <a:pt x="1897888" y="1119251"/>
                  </a:lnTo>
                  <a:lnTo>
                    <a:pt x="1936496" y="1119124"/>
                  </a:lnTo>
                  <a:lnTo>
                    <a:pt x="1975231" y="1118870"/>
                  </a:lnTo>
                  <a:lnTo>
                    <a:pt x="2013966" y="1118616"/>
                  </a:lnTo>
                  <a:lnTo>
                    <a:pt x="2052701" y="1118235"/>
                  </a:lnTo>
                  <a:lnTo>
                    <a:pt x="2091436" y="1117727"/>
                  </a:lnTo>
                  <a:lnTo>
                    <a:pt x="2130171" y="1116965"/>
                  </a:lnTo>
                  <a:lnTo>
                    <a:pt x="2168906" y="1116076"/>
                  </a:lnTo>
                  <a:lnTo>
                    <a:pt x="2207641" y="1114679"/>
                  </a:lnTo>
                  <a:lnTo>
                    <a:pt x="2246376" y="1112901"/>
                  </a:lnTo>
                  <a:lnTo>
                    <a:pt x="2285111" y="1110615"/>
                  </a:lnTo>
                  <a:lnTo>
                    <a:pt x="2323846" y="1107440"/>
                  </a:lnTo>
                  <a:lnTo>
                    <a:pt x="2362581" y="1103249"/>
                  </a:lnTo>
                  <a:lnTo>
                    <a:pt x="2401316" y="1097534"/>
                  </a:lnTo>
                  <a:lnTo>
                    <a:pt x="2440051" y="1089914"/>
                  </a:lnTo>
                  <a:lnTo>
                    <a:pt x="2478786" y="1079881"/>
                  </a:lnTo>
                  <a:lnTo>
                    <a:pt x="2517521" y="1066673"/>
                  </a:lnTo>
                  <a:lnTo>
                    <a:pt x="2556256" y="1049147"/>
                  </a:lnTo>
                  <a:lnTo>
                    <a:pt x="2594991" y="1026541"/>
                  </a:lnTo>
                  <a:lnTo>
                    <a:pt x="2633726" y="997585"/>
                  </a:lnTo>
                  <a:lnTo>
                    <a:pt x="2672461" y="960882"/>
                  </a:lnTo>
                  <a:lnTo>
                    <a:pt x="2711196" y="915416"/>
                  </a:lnTo>
                  <a:lnTo>
                    <a:pt x="2749931" y="860425"/>
                  </a:lnTo>
                  <a:lnTo>
                    <a:pt x="2788666" y="795909"/>
                  </a:lnTo>
                  <a:lnTo>
                    <a:pt x="2827401" y="722757"/>
                  </a:lnTo>
                  <a:lnTo>
                    <a:pt x="2866136" y="643001"/>
                  </a:lnTo>
                  <a:lnTo>
                    <a:pt x="2904744" y="559562"/>
                  </a:lnTo>
                  <a:lnTo>
                    <a:pt x="2943479" y="476123"/>
                  </a:lnTo>
                  <a:lnTo>
                    <a:pt x="2982214" y="396367"/>
                  </a:lnTo>
                  <a:lnTo>
                    <a:pt x="3020949" y="323215"/>
                  </a:lnTo>
                  <a:lnTo>
                    <a:pt x="3059684" y="258699"/>
                  </a:lnTo>
                  <a:lnTo>
                    <a:pt x="3098419" y="203708"/>
                  </a:lnTo>
                  <a:lnTo>
                    <a:pt x="3137154" y="158242"/>
                  </a:lnTo>
                  <a:lnTo>
                    <a:pt x="3175889" y="121539"/>
                  </a:lnTo>
                  <a:lnTo>
                    <a:pt x="3214624" y="92583"/>
                  </a:lnTo>
                  <a:lnTo>
                    <a:pt x="3253359" y="69977"/>
                  </a:lnTo>
                  <a:lnTo>
                    <a:pt x="3292094" y="52451"/>
                  </a:lnTo>
                  <a:lnTo>
                    <a:pt x="3330829" y="39243"/>
                  </a:lnTo>
                  <a:lnTo>
                    <a:pt x="3369564" y="29210"/>
                  </a:lnTo>
                  <a:lnTo>
                    <a:pt x="3408299" y="21590"/>
                  </a:lnTo>
                  <a:lnTo>
                    <a:pt x="3447034" y="15875"/>
                  </a:lnTo>
                  <a:lnTo>
                    <a:pt x="3485769" y="11684"/>
                  </a:lnTo>
                  <a:lnTo>
                    <a:pt x="3524504" y="8509"/>
                  </a:lnTo>
                  <a:lnTo>
                    <a:pt x="3563239" y="6223"/>
                  </a:lnTo>
                  <a:lnTo>
                    <a:pt x="3601974" y="4445"/>
                  </a:lnTo>
                  <a:lnTo>
                    <a:pt x="3640709" y="3048"/>
                  </a:lnTo>
                  <a:lnTo>
                    <a:pt x="3679444" y="2159"/>
                  </a:lnTo>
                  <a:lnTo>
                    <a:pt x="3718179" y="1397"/>
                  </a:lnTo>
                  <a:lnTo>
                    <a:pt x="3756914" y="889"/>
                  </a:lnTo>
                  <a:lnTo>
                    <a:pt x="3795649" y="508"/>
                  </a:lnTo>
                  <a:lnTo>
                    <a:pt x="3834384" y="254"/>
                  </a:lnTo>
                  <a:lnTo>
                    <a:pt x="3873119" y="0"/>
                  </a:lnTo>
                </a:path>
              </a:pathLst>
            </a:custGeom>
            <a:noFill/>
            <a:ln w="54173" cap="flat">
              <a:solidFill>
                <a:srgbClr val="4EB26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8BDBDED3-7DDA-0B14-F4E4-B533D04D2E30}"/>
                </a:ext>
              </a:extLst>
            </p:cNvPr>
            <p:cNvSpPr/>
            <p:nvPr/>
          </p:nvSpPr>
          <p:spPr>
            <a:xfrm>
              <a:off x="3921211" y="252560"/>
              <a:ext cx="968375" cy="1120394"/>
            </a:xfrm>
            <a:custGeom>
              <a:avLst/>
              <a:gdLst>
                <a:gd name="csX0" fmla="*/ 0 w 968375"/>
                <a:gd name="csY0" fmla="*/ 1120394 h 1120394"/>
                <a:gd name="csX1" fmla="*/ 38735 w 968375"/>
                <a:gd name="csY1" fmla="*/ 1075563 h 1120394"/>
                <a:gd name="csX2" fmla="*/ 77470 w 968375"/>
                <a:gd name="csY2" fmla="*/ 1030732 h 1120394"/>
                <a:gd name="csX3" fmla="*/ 116205 w 968375"/>
                <a:gd name="csY3" fmla="*/ 985901 h 1120394"/>
                <a:gd name="csX4" fmla="*/ 154940 w 968375"/>
                <a:gd name="csY4" fmla="*/ 941070 h 1120394"/>
                <a:gd name="csX5" fmla="*/ 193675 w 968375"/>
                <a:gd name="csY5" fmla="*/ 896366 h 1120394"/>
                <a:gd name="csX6" fmla="*/ 232410 w 968375"/>
                <a:gd name="csY6" fmla="*/ 851535 h 1120394"/>
                <a:gd name="csX7" fmla="*/ 271145 w 968375"/>
                <a:gd name="csY7" fmla="*/ 806704 h 1120394"/>
                <a:gd name="csX8" fmla="*/ 309880 w 968375"/>
                <a:gd name="csY8" fmla="*/ 761873 h 1120394"/>
                <a:gd name="csX9" fmla="*/ 348615 w 968375"/>
                <a:gd name="csY9" fmla="*/ 717042 h 1120394"/>
                <a:gd name="csX10" fmla="*/ 387350 w 968375"/>
                <a:gd name="csY10" fmla="*/ 672211 h 1120394"/>
                <a:gd name="csX11" fmla="*/ 426085 w 968375"/>
                <a:gd name="csY11" fmla="*/ 627380 h 1120394"/>
                <a:gd name="csX12" fmla="*/ 464820 w 968375"/>
                <a:gd name="csY12" fmla="*/ 582549 h 1120394"/>
                <a:gd name="csX13" fmla="*/ 503555 w 968375"/>
                <a:gd name="csY13" fmla="*/ 537845 h 1120394"/>
                <a:gd name="csX14" fmla="*/ 542290 w 968375"/>
                <a:gd name="csY14" fmla="*/ 493014 h 1120394"/>
                <a:gd name="csX15" fmla="*/ 581025 w 968375"/>
                <a:gd name="csY15" fmla="*/ 448183 h 1120394"/>
                <a:gd name="csX16" fmla="*/ 619760 w 968375"/>
                <a:gd name="csY16" fmla="*/ 403352 h 1120394"/>
                <a:gd name="csX17" fmla="*/ 658495 w 968375"/>
                <a:gd name="csY17" fmla="*/ 358521 h 1120394"/>
                <a:gd name="csX18" fmla="*/ 697230 w 968375"/>
                <a:gd name="csY18" fmla="*/ 313690 h 1120394"/>
                <a:gd name="csX19" fmla="*/ 735965 w 968375"/>
                <a:gd name="csY19" fmla="*/ 268859 h 1120394"/>
                <a:gd name="csX20" fmla="*/ 774700 w 968375"/>
                <a:gd name="csY20" fmla="*/ 224028 h 1120394"/>
                <a:gd name="csX21" fmla="*/ 813435 w 968375"/>
                <a:gd name="csY21" fmla="*/ 179324 h 1120394"/>
                <a:gd name="csX22" fmla="*/ 852170 w 968375"/>
                <a:gd name="csY22" fmla="*/ 134493 h 1120394"/>
                <a:gd name="csX23" fmla="*/ 890905 w 968375"/>
                <a:gd name="csY23" fmla="*/ 89662 h 1120394"/>
                <a:gd name="csX24" fmla="*/ 929640 w 968375"/>
                <a:gd name="csY24" fmla="*/ 44831 h 1120394"/>
                <a:gd name="csX25" fmla="*/ 968375 w 968375"/>
                <a:gd name="csY25" fmla="*/ 0 h 112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68375" h="1120394">
                  <a:moveTo>
                    <a:pt x="0" y="1120394"/>
                  </a:moveTo>
                  <a:lnTo>
                    <a:pt x="38735" y="1075563"/>
                  </a:lnTo>
                  <a:lnTo>
                    <a:pt x="77470" y="1030732"/>
                  </a:lnTo>
                  <a:lnTo>
                    <a:pt x="116205" y="985901"/>
                  </a:lnTo>
                  <a:lnTo>
                    <a:pt x="154940" y="941070"/>
                  </a:lnTo>
                  <a:lnTo>
                    <a:pt x="193675" y="896366"/>
                  </a:lnTo>
                  <a:lnTo>
                    <a:pt x="232410" y="851535"/>
                  </a:lnTo>
                  <a:lnTo>
                    <a:pt x="271145" y="806704"/>
                  </a:lnTo>
                  <a:lnTo>
                    <a:pt x="309880" y="761873"/>
                  </a:lnTo>
                  <a:lnTo>
                    <a:pt x="348615" y="717042"/>
                  </a:lnTo>
                  <a:lnTo>
                    <a:pt x="387350" y="672211"/>
                  </a:lnTo>
                  <a:lnTo>
                    <a:pt x="426085" y="627380"/>
                  </a:lnTo>
                  <a:lnTo>
                    <a:pt x="464820" y="582549"/>
                  </a:lnTo>
                  <a:lnTo>
                    <a:pt x="503555" y="537845"/>
                  </a:lnTo>
                  <a:lnTo>
                    <a:pt x="542290" y="493014"/>
                  </a:lnTo>
                  <a:lnTo>
                    <a:pt x="581025" y="448183"/>
                  </a:lnTo>
                  <a:lnTo>
                    <a:pt x="619760" y="403352"/>
                  </a:lnTo>
                  <a:lnTo>
                    <a:pt x="658495" y="358521"/>
                  </a:lnTo>
                  <a:lnTo>
                    <a:pt x="697230" y="313690"/>
                  </a:lnTo>
                  <a:lnTo>
                    <a:pt x="735965" y="268859"/>
                  </a:lnTo>
                  <a:lnTo>
                    <a:pt x="774700" y="224028"/>
                  </a:lnTo>
                  <a:lnTo>
                    <a:pt x="813435" y="179324"/>
                  </a:lnTo>
                  <a:lnTo>
                    <a:pt x="852170" y="134493"/>
                  </a:lnTo>
                  <a:lnTo>
                    <a:pt x="890905" y="89662"/>
                  </a:lnTo>
                  <a:lnTo>
                    <a:pt x="929640" y="44831"/>
                  </a:lnTo>
                  <a:lnTo>
                    <a:pt x="968375" y="0"/>
                  </a:lnTo>
                </a:path>
              </a:pathLst>
            </a:custGeom>
            <a:noFill/>
            <a:ln w="54173" cap="flat">
              <a:solidFill>
                <a:srgbClr val="DC050C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27363CF3-654E-494C-84A8-512AD595E531}"/>
                </a:ext>
              </a:extLst>
            </p:cNvPr>
            <p:cNvSpPr/>
            <p:nvPr/>
          </p:nvSpPr>
          <p:spPr>
            <a:xfrm>
              <a:off x="822919" y="196553"/>
              <a:ext cx="12700" cy="1232407"/>
            </a:xfrm>
            <a:custGeom>
              <a:avLst/>
              <a:gdLst>
                <a:gd name="csX0" fmla="*/ 0 w 12700"/>
                <a:gd name="csY0" fmla="*/ 1232408 h 1232407"/>
                <a:gd name="csX1" fmla="*/ 0 w 12700"/>
                <a:gd name="csY1" fmla="*/ 0 h 1232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232407">
                  <a:moveTo>
                    <a:pt x="0" y="1232408"/>
                  </a:moveTo>
                  <a:lnTo>
                    <a:pt x="0" y="0"/>
                  </a:lnTo>
                </a:path>
              </a:pathLst>
            </a:custGeom>
            <a:noFill/>
            <a:ln w="13575" cap="sq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055D1F4-EB67-6876-538C-B1650C7377D4}"/>
                </a:ext>
              </a:extLst>
            </p:cNvPr>
            <p:cNvSpPr txBox="1"/>
            <p:nvPr/>
          </p:nvSpPr>
          <p:spPr>
            <a:xfrm>
              <a:off x="468803" y="1266065"/>
              <a:ext cx="402674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Min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461AF83-9705-2639-DCDF-A493276E22BB}"/>
                </a:ext>
              </a:extLst>
            </p:cNvPr>
            <p:cNvSpPr txBox="1"/>
            <p:nvPr/>
          </p:nvSpPr>
          <p:spPr>
            <a:xfrm>
              <a:off x="434842" y="145671"/>
              <a:ext cx="439544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Max</a:t>
              </a: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3E2F439A-A163-57E8-3795-8644BB4AFE64}"/>
                </a:ext>
              </a:extLst>
            </p:cNvPr>
            <p:cNvSpPr/>
            <p:nvPr/>
          </p:nvSpPr>
          <p:spPr>
            <a:xfrm>
              <a:off x="788120" y="1372954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75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CD42AF6-DFF8-BA5C-DD9C-23E1560489E7}"/>
                </a:ext>
              </a:extLst>
            </p:cNvPr>
            <p:cNvSpPr/>
            <p:nvPr/>
          </p:nvSpPr>
          <p:spPr>
            <a:xfrm>
              <a:off x="788120" y="25256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75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E439FBE2-BF25-A050-C014-78D6FCFCD5CF}"/>
                </a:ext>
              </a:extLst>
            </p:cNvPr>
            <p:cNvSpPr/>
            <p:nvPr/>
          </p:nvSpPr>
          <p:spPr>
            <a:xfrm>
              <a:off x="822919" y="1428960"/>
              <a:ext cx="4260214" cy="12700"/>
            </a:xfrm>
            <a:custGeom>
              <a:avLst/>
              <a:gdLst>
                <a:gd name="csX0" fmla="*/ 0 w 4260214"/>
                <a:gd name="csY0" fmla="*/ 0 h 12700"/>
                <a:gd name="csX1" fmla="*/ 4260215 w 4260214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260214" h="12700">
                  <a:moveTo>
                    <a:pt x="0" y="0"/>
                  </a:moveTo>
                  <a:lnTo>
                    <a:pt x="4260215" y="0"/>
                  </a:lnTo>
                </a:path>
              </a:pathLst>
            </a:custGeom>
            <a:noFill/>
            <a:ln w="13575" cap="sq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320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FF4FA59-347E-1A8A-BFE6-21449D3EE101}"/>
                </a:ext>
              </a:extLst>
            </p:cNvPr>
            <p:cNvSpPr txBox="1"/>
            <p:nvPr/>
          </p:nvSpPr>
          <p:spPr>
            <a:xfrm>
              <a:off x="5386519" y="-10995"/>
              <a:ext cx="132817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Parameter</a:t>
              </a: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AC0F87AF-A08F-857F-8332-9A6C679C611C}"/>
                </a:ext>
              </a:extLst>
            </p:cNvPr>
            <p:cNvGrpSpPr/>
            <p:nvPr/>
          </p:nvGrpSpPr>
          <p:grpSpPr>
            <a:xfrm>
              <a:off x="5386518" y="140143"/>
              <a:ext cx="624598" cy="253916"/>
              <a:chOff x="5313893" y="37340"/>
              <a:chExt cx="624598" cy="253916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51FD6D79-4946-5BAB-FFCA-CB84DF3F606C}"/>
                  </a:ext>
                </a:extLst>
              </p:cNvPr>
              <p:cNvSpPr/>
              <p:nvPr/>
            </p:nvSpPr>
            <p:spPr>
              <a:xfrm>
                <a:off x="5313893" y="157948"/>
                <a:ext cx="175513" cy="12700"/>
              </a:xfrm>
              <a:custGeom>
                <a:avLst/>
                <a:gdLst>
                  <a:gd name="csX0" fmla="*/ 0 w 175513"/>
                  <a:gd name="csY0" fmla="*/ 0 h 12700"/>
                  <a:gd name="csX1" fmla="*/ 175514 w 17551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5513" h="12700">
                    <a:moveTo>
                      <a:pt x="0" y="0"/>
                    </a:moveTo>
                    <a:lnTo>
                      <a:pt x="175514" y="0"/>
                    </a:lnTo>
                  </a:path>
                </a:pathLst>
              </a:custGeom>
              <a:ln w="54173" cap="flat">
                <a:solidFill>
                  <a:srgbClr val="882E72"/>
                </a:solidFill>
                <a:custDash>
                  <a:ds d="1707000" sp="1707000"/>
                </a:custDash>
                <a:round/>
              </a:ln>
            </p:spPr>
            <p:txBody>
              <a:bodyPr/>
              <a:lstStyle/>
              <a:p>
                <a:pPr algn="ctr"/>
                <a:endParaRPr lang="en-US" sz="3200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FFEB9F9E-1232-0120-CF89-7DA92AC94B71}"/>
                  </a:ext>
                </a:extLst>
              </p:cNvPr>
              <p:cNvSpPr txBox="1"/>
              <p:nvPr/>
            </p:nvSpPr>
            <p:spPr>
              <a:xfrm>
                <a:off x="5431621" y="37340"/>
                <a:ext cx="506870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11KT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C9977F35-8F41-44BC-E817-0CCC5DBE9DE5}"/>
                </a:ext>
              </a:extLst>
            </p:cNvPr>
            <p:cNvGrpSpPr/>
            <p:nvPr/>
          </p:nvGrpSpPr>
          <p:grpSpPr>
            <a:xfrm>
              <a:off x="5386518" y="306562"/>
              <a:ext cx="1389230" cy="1252431"/>
              <a:chOff x="5386518" y="306562"/>
              <a:chExt cx="1389230" cy="1252431"/>
            </a:xfrm>
          </p:grpSpPr>
          <p:grpSp>
            <p:nvGrpSpPr>
              <p:cNvPr id="92" name="Group 91">
                <a:extLst>
                  <a:ext uri="{FF2B5EF4-FFF2-40B4-BE49-F238E27FC236}">
                    <a16:creationId xmlns:a16="http://schemas.microsoft.com/office/drawing/2014/main" id="{C263B774-0D22-65D5-FB0C-2DD4FF16AAA9}"/>
                  </a:ext>
                </a:extLst>
              </p:cNvPr>
              <p:cNvGrpSpPr/>
              <p:nvPr/>
            </p:nvGrpSpPr>
            <p:grpSpPr>
              <a:xfrm>
                <a:off x="5386518" y="805819"/>
                <a:ext cx="969244" cy="253916"/>
                <a:chOff x="5313893" y="476252"/>
                <a:chExt cx="969244" cy="253916"/>
              </a:xfrm>
            </p:grpSpPr>
            <p:sp>
              <p:nvSpPr>
                <p:cNvPr id="33" name="Freeform 32">
                  <a:extLst>
                    <a:ext uri="{FF2B5EF4-FFF2-40B4-BE49-F238E27FC236}">
                      <a16:creationId xmlns:a16="http://schemas.microsoft.com/office/drawing/2014/main" id="{E7D63484-6983-FD74-44CA-9436B4E43D5E}"/>
                    </a:ext>
                  </a:extLst>
                </p:cNvPr>
                <p:cNvSpPr/>
                <p:nvPr/>
              </p:nvSpPr>
              <p:spPr>
                <a:xfrm>
                  <a:off x="5313893" y="596860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7BAFDE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B6071C6E-BC62-59DE-4471-CA7DDBDF8E21}"/>
                    </a:ext>
                  </a:extLst>
                </p:cNvPr>
                <p:cNvSpPr txBox="1"/>
                <p:nvPr/>
              </p:nvSpPr>
              <p:spPr>
                <a:xfrm>
                  <a:off x="5431621" y="476252"/>
                  <a:ext cx="85151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Body Mass</a:t>
                  </a:r>
                </a:p>
              </p:txBody>
            </p:sp>
          </p:grpSp>
          <p:grpSp>
            <p:nvGrpSpPr>
              <p:cNvPr id="93" name="Group 92">
                <a:extLst>
                  <a:ext uri="{FF2B5EF4-FFF2-40B4-BE49-F238E27FC236}">
                    <a16:creationId xmlns:a16="http://schemas.microsoft.com/office/drawing/2014/main" id="{FE0A8F3F-6F63-D944-D41F-FA7CD4EE09B4}"/>
                  </a:ext>
                </a:extLst>
              </p:cNvPr>
              <p:cNvGrpSpPr/>
              <p:nvPr/>
            </p:nvGrpSpPr>
            <p:grpSpPr>
              <a:xfrm>
                <a:off x="5386518" y="1138657"/>
                <a:ext cx="978862" cy="253916"/>
                <a:chOff x="5313893" y="256796"/>
                <a:chExt cx="978862" cy="253916"/>
              </a:xfrm>
            </p:grpSpPr>
            <p:sp>
              <p:nvSpPr>
                <p:cNvPr id="31" name="Freeform 30">
                  <a:extLst>
                    <a:ext uri="{FF2B5EF4-FFF2-40B4-BE49-F238E27FC236}">
                      <a16:creationId xmlns:a16="http://schemas.microsoft.com/office/drawing/2014/main" id="{3F5AB06B-F48B-2A74-DD5F-689BE4F69C9B}"/>
                    </a:ext>
                  </a:extLst>
                </p:cNvPr>
                <p:cNvSpPr/>
                <p:nvPr/>
              </p:nvSpPr>
              <p:spPr>
                <a:xfrm>
                  <a:off x="5313893" y="377404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1965B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21B51B49-099C-CC74-1629-752DC163EE82}"/>
                    </a:ext>
                  </a:extLst>
                </p:cNvPr>
                <p:cNvSpPr txBox="1"/>
                <p:nvPr/>
              </p:nvSpPr>
              <p:spPr>
                <a:xfrm>
                  <a:off x="5431621" y="256796"/>
                  <a:ext cx="861134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Aggression</a:t>
                  </a:r>
                </a:p>
              </p:txBody>
            </p:sp>
          </p:grp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244C8D2A-8EFC-3870-F600-E91BEA98E66A}"/>
                  </a:ext>
                </a:extLst>
              </p:cNvPr>
              <p:cNvGrpSpPr/>
              <p:nvPr/>
            </p:nvGrpSpPr>
            <p:grpSpPr>
              <a:xfrm>
                <a:off x="5386518" y="306562"/>
                <a:ext cx="467504" cy="253916"/>
                <a:chOff x="5313893" y="695708"/>
                <a:chExt cx="467504" cy="253916"/>
              </a:xfrm>
            </p:grpSpPr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DE61CF23-68E7-66D8-29F9-44D435E71A02}"/>
                    </a:ext>
                  </a:extLst>
                </p:cNvPr>
                <p:cNvSpPr/>
                <p:nvPr/>
              </p:nvSpPr>
              <p:spPr>
                <a:xfrm>
                  <a:off x="5313893" y="816316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4EB265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47" name="TextBox 46">
                  <a:extLst>
                    <a:ext uri="{FF2B5EF4-FFF2-40B4-BE49-F238E27FC236}">
                      <a16:creationId xmlns:a16="http://schemas.microsoft.com/office/drawing/2014/main" id="{6B208E89-03A5-C42D-733F-1E37C0A071A7}"/>
                    </a:ext>
                  </a:extLst>
                </p:cNvPr>
                <p:cNvSpPr txBox="1"/>
                <p:nvPr/>
              </p:nvSpPr>
              <p:spPr>
                <a:xfrm>
                  <a:off x="5431621" y="695708"/>
                  <a:ext cx="34977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E2</a:t>
                  </a:r>
                </a:p>
              </p:txBody>
            </p:sp>
          </p:grp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0747D77C-D1F9-B90E-3A95-8E258F9F65D5}"/>
                  </a:ext>
                </a:extLst>
              </p:cNvPr>
              <p:cNvGrpSpPr/>
              <p:nvPr/>
            </p:nvGrpSpPr>
            <p:grpSpPr>
              <a:xfrm>
                <a:off x="5386518" y="972238"/>
                <a:ext cx="1137559" cy="253916"/>
                <a:chOff x="5313893" y="913744"/>
                <a:chExt cx="1137559" cy="253916"/>
              </a:xfrm>
            </p:grpSpPr>
            <p:sp>
              <p:nvSpPr>
                <p:cNvPr id="37" name="Freeform 36">
                  <a:extLst>
                    <a:ext uri="{FF2B5EF4-FFF2-40B4-BE49-F238E27FC236}">
                      <a16:creationId xmlns:a16="http://schemas.microsoft.com/office/drawing/2014/main" id="{567DAA29-93B0-3767-2983-90B846D0C94F}"/>
                    </a:ext>
                  </a:extLst>
                </p:cNvPr>
                <p:cNvSpPr/>
                <p:nvPr/>
              </p:nvSpPr>
              <p:spPr>
                <a:xfrm>
                  <a:off x="5313893" y="1034352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48" name="TextBox 47">
                  <a:extLst>
                    <a:ext uri="{FF2B5EF4-FFF2-40B4-BE49-F238E27FC236}">
                      <a16:creationId xmlns:a16="http://schemas.microsoft.com/office/drawing/2014/main" id="{3405C01B-E907-0663-A1DC-F8968C99EBED}"/>
                    </a:ext>
                  </a:extLst>
                </p:cNvPr>
                <p:cNvSpPr txBox="1"/>
                <p:nvPr/>
              </p:nvSpPr>
              <p:spPr>
                <a:xfrm>
                  <a:off x="5431621" y="913744"/>
                  <a:ext cx="1019831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Neurogenesis</a:t>
                  </a:r>
                </a:p>
              </p:txBody>
            </p:sp>
          </p:grp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D37CF27F-E9C1-668B-79AE-1B091D92F835}"/>
                  </a:ext>
                </a:extLst>
              </p:cNvPr>
              <p:cNvGrpSpPr/>
              <p:nvPr/>
            </p:nvGrpSpPr>
            <p:grpSpPr>
              <a:xfrm>
                <a:off x="5386518" y="1305077"/>
                <a:ext cx="1135955" cy="253916"/>
                <a:chOff x="5313893" y="1133200"/>
                <a:chExt cx="1135955" cy="253916"/>
              </a:xfrm>
            </p:grpSpPr>
            <p:sp>
              <p:nvSpPr>
                <p:cNvPr id="39" name="Freeform 38">
                  <a:extLst>
                    <a:ext uri="{FF2B5EF4-FFF2-40B4-BE49-F238E27FC236}">
                      <a16:creationId xmlns:a16="http://schemas.microsoft.com/office/drawing/2014/main" id="{D91D9D5C-361B-D413-7E88-6A68E264D3D8}"/>
                    </a:ext>
                  </a:extLst>
                </p:cNvPr>
                <p:cNvSpPr/>
                <p:nvPr/>
              </p:nvSpPr>
              <p:spPr>
                <a:xfrm>
                  <a:off x="5313893" y="1241509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F7F05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49" name="TextBox 48">
                  <a:extLst>
                    <a:ext uri="{FF2B5EF4-FFF2-40B4-BE49-F238E27FC236}">
                      <a16:creationId xmlns:a16="http://schemas.microsoft.com/office/drawing/2014/main" id="{826CE489-1A83-AA68-7A69-24B1D9BF33C6}"/>
                    </a:ext>
                  </a:extLst>
                </p:cNvPr>
                <p:cNvSpPr txBox="1"/>
                <p:nvPr/>
              </p:nvSpPr>
              <p:spPr>
                <a:xfrm>
                  <a:off x="5431621" y="1133200"/>
                  <a:ext cx="1018227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Parental Care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236B5541-D23E-4C85-084B-6AEFFF3BAD97}"/>
                  </a:ext>
                </a:extLst>
              </p:cNvPr>
              <p:cNvGrpSpPr/>
              <p:nvPr/>
            </p:nvGrpSpPr>
            <p:grpSpPr>
              <a:xfrm>
                <a:off x="5386518" y="472981"/>
                <a:ext cx="1389230" cy="253916"/>
                <a:chOff x="5313893" y="1354076"/>
                <a:chExt cx="1389230" cy="253916"/>
              </a:xfrm>
            </p:grpSpPr>
            <p:sp>
              <p:nvSpPr>
                <p:cNvPr id="41" name="Freeform 40">
                  <a:extLst>
                    <a:ext uri="{FF2B5EF4-FFF2-40B4-BE49-F238E27FC236}">
                      <a16:creationId xmlns:a16="http://schemas.microsoft.com/office/drawing/2014/main" id="{07352461-6EF2-8444-A635-3A89C9222820}"/>
                    </a:ext>
                  </a:extLst>
                </p:cNvPr>
                <p:cNvSpPr/>
                <p:nvPr/>
              </p:nvSpPr>
              <p:spPr>
                <a:xfrm>
                  <a:off x="5313893" y="1474684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EE80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50" name="TextBox 49">
                  <a:extLst>
                    <a:ext uri="{FF2B5EF4-FFF2-40B4-BE49-F238E27FC236}">
                      <a16:creationId xmlns:a16="http://schemas.microsoft.com/office/drawing/2014/main" id="{A2D99567-D604-7778-BA97-18ED336238E8}"/>
                    </a:ext>
                  </a:extLst>
                </p:cNvPr>
                <p:cNvSpPr txBox="1"/>
                <p:nvPr/>
              </p:nvSpPr>
              <p:spPr>
                <a:xfrm>
                  <a:off x="5431621" y="1354076"/>
                  <a:ext cx="1271502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Percent Testicular</a:t>
                  </a:r>
                </a:p>
              </p:txBody>
            </p:sp>
          </p:grpSp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B0411D80-95C8-A544-0894-EA1BFCC108AB}"/>
                  </a:ext>
                </a:extLst>
              </p:cNvPr>
              <p:cNvGrpSpPr/>
              <p:nvPr/>
            </p:nvGrpSpPr>
            <p:grpSpPr>
              <a:xfrm>
                <a:off x="5386518" y="639400"/>
                <a:ext cx="1137559" cy="253916"/>
                <a:chOff x="5313893" y="1573532"/>
                <a:chExt cx="1137559" cy="253916"/>
              </a:xfrm>
            </p:grpSpPr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6F80D2DA-4D66-5A89-3A3F-26653195F9B6}"/>
                    </a:ext>
                  </a:extLst>
                </p:cNvPr>
                <p:cNvSpPr/>
                <p:nvPr/>
              </p:nvSpPr>
              <p:spPr>
                <a:xfrm>
                  <a:off x="5313893" y="1694140"/>
                  <a:ext cx="175513" cy="12700"/>
                </a:xfrm>
                <a:custGeom>
                  <a:avLst/>
                  <a:gdLst>
                    <a:gd name="csX0" fmla="*/ 0 w 175513"/>
                    <a:gd name="csY0" fmla="*/ 0 h 12700"/>
                    <a:gd name="csX1" fmla="*/ 175514 w 17551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75513" h="12700">
                      <a:moveTo>
                        <a:pt x="0" y="0"/>
                      </a:moveTo>
                      <a:lnTo>
                        <a:pt x="175514" y="0"/>
                      </a:lnTo>
                    </a:path>
                  </a:pathLst>
                </a:custGeom>
                <a:ln w="54173" cap="flat">
                  <a:solidFill>
                    <a:srgbClr val="DC050C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3200"/>
                </a:p>
              </p:txBody>
            </p:sp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504616A8-60A3-1A51-6F1E-03BB1BD763CB}"/>
                    </a:ext>
                  </a:extLst>
                </p:cNvPr>
                <p:cNvSpPr txBox="1"/>
                <p:nvPr/>
              </p:nvSpPr>
              <p:spPr>
                <a:xfrm>
                  <a:off x="5431621" y="1573532"/>
                  <a:ext cx="1019831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Vitellogenesis</a:t>
                  </a:r>
                </a:p>
              </p:txBody>
            </p:sp>
          </p:grpSp>
        </p:grp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8C74A315-A005-1BE5-404F-2513A5DE5B92}"/>
                </a:ext>
              </a:extLst>
            </p:cNvPr>
            <p:cNvGrpSpPr/>
            <p:nvPr/>
          </p:nvGrpSpPr>
          <p:grpSpPr>
            <a:xfrm>
              <a:off x="559489" y="1387147"/>
              <a:ext cx="931234" cy="708829"/>
              <a:chOff x="644402" y="2700563"/>
              <a:chExt cx="1119034" cy="851775"/>
            </a:xfrm>
          </p:grpSpPr>
          <p:pic>
            <p:nvPicPr>
              <p:cNvPr id="98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6940514C-D416-A09A-E180-94EDD79C3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1064891" y="3196935"/>
                <a:ext cx="680196" cy="35540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9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DD98B451-DDE7-FF5E-F351-1A3AABF52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44402" y="2951191"/>
                <a:ext cx="741320" cy="38734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498EEE4-8853-D4E5-A259-42EE82D8D3C9}"/>
                  </a:ext>
                </a:extLst>
              </p:cNvPr>
              <p:cNvSpPr txBox="1"/>
              <p:nvPr/>
            </p:nvSpPr>
            <p:spPr>
              <a:xfrm>
                <a:off x="1250706" y="2876418"/>
                <a:ext cx="51273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>
                    <a:latin typeface="Google Sans"/>
                  </a:rPr>
                  <a:t>♂</a:t>
                </a:r>
                <a:endParaRPr lang="en-US"/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5AA4857F-74E6-B325-55F5-5AA8C7D97D8B}"/>
                  </a:ext>
                </a:extLst>
              </p:cNvPr>
              <p:cNvSpPr txBox="1"/>
              <p:nvPr/>
            </p:nvSpPr>
            <p:spPr>
              <a:xfrm>
                <a:off x="752736" y="2700563"/>
                <a:ext cx="51273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>
                    <a:latin typeface="Google Sans"/>
                  </a:rPr>
                  <a:t>♂</a:t>
                </a:r>
                <a:endParaRPr lang="en-US"/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3C31398-B839-0E52-D6AB-2359AA87BCED}"/>
                </a:ext>
              </a:extLst>
            </p:cNvPr>
            <p:cNvGrpSpPr/>
            <p:nvPr/>
          </p:nvGrpSpPr>
          <p:grpSpPr>
            <a:xfrm>
              <a:off x="1917642" y="1354941"/>
              <a:ext cx="1065501" cy="741035"/>
              <a:chOff x="2983240" y="3023252"/>
              <a:chExt cx="1280377" cy="890475"/>
            </a:xfrm>
          </p:grpSpPr>
          <p:pic>
            <p:nvPicPr>
              <p:cNvPr id="103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1B1F6B9D-EBE4-108F-5997-3BD3891AC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3403729" y="3560174"/>
                <a:ext cx="676656" cy="35355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4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896D9084-4483-0C52-8D8C-60E5ECC42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983240" y="3294296"/>
                <a:ext cx="840979" cy="43941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A81C7AE-C8E8-9A07-32B1-0ED20936F944}"/>
                  </a:ext>
                </a:extLst>
              </p:cNvPr>
              <p:cNvSpPr txBox="1"/>
              <p:nvPr/>
            </p:nvSpPr>
            <p:spPr>
              <a:xfrm>
                <a:off x="3750887" y="3272222"/>
                <a:ext cx="512730" cy="36933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IP</a:t>
                </a: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28320551-D0B6-F02F-F12E-332097480B81}"/>
                  </a:ext>
                </a:extLst>
              </p:cNvPr>
              <p:cNvSpPr txBox="1"/>
              <p:nvPr/>
            </p:nvSpPr>
            <p:spPr>
              <a:xfrm>
                <a:off x="3151640" y="3023252"/>
                <a:ext cx="512730" cy="369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</a:t>
                </a:r>
              </a:p>
            </p:txBody>
          </p:sp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DB082C3E-69B2-CE88-0963-5523A0870E89}"/>
                </a:ext>
              </a:extLst>
            </p:cNvPr>
            <p:cNvGrpSpPr/>
            <p:nvPr/>
          </p:nvGrpSpPr>
          <p:grpSpPr>
            <a:xfrm>
              <a:off x="4437983" y="1380035"/>
              <a:ext cx="1194195" cy="760331"/>
              <a:chOff x="5686366" y="-998406"/>
              <a:chExt cx="1435026" cy="913663"/>
            </a:xfrm>
          </p:grpSpPr>
          <p:pic>
            <p:nvPicPr>
              <p:cNvPr id="108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E8C9A362-038D-2E5D-240B-8FB2727C5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444736" y="-438296"/>
                <a:ext cx="676656" cy="35355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9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13E98F7C-64F3-98A1-076B-8A304E7D2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686366" y="-751515"/>
                <a:ext cx="1050028" cy="54864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B4786D0-B3AE-9399-695E-A6AFB7C86314}"/>
                  </a:ext>
                </a:extLst>
              </p:cNvPr>
              <p:cNvSpPr txBox="1"/>
              <p:nvPr/>
            </p:nvSpPr>
            <p:spPr>
              <a:xfrm>
                <a:off x="6608661" y="-755482"/>
                <a:ext cx="51273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>
                    <a:latin typeface="Google Sans"/>
                  </a:rPr>
                  <a:t>♂</a:t>
                </a:r>
                <a:endParaRPr 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1CE3ECAB-4ED3-72DD-087D-B053BAD1BE0F}"/>
                  </a:ext>
                </a:extLst>
              </p:cNvPr>
              <p:cNvSpPr txBox="1"/>
              <p:nvPr/>
            </p:nvSpPr>
            <p:spPr>
              <a:xfrm>
                <a:off x="5978875" y="-998406"/>
                <a:ext cx="51273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/>
                  <a:t>♀</a:t>
                </a:r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2DAAC207-93A2-A7BE-2245-E87DD3B94BE4}"/>
                </a:ext>
              </a:extLst>
            </p:cNvPr>
            <p:cNvGrpSpPr/>
            <p:nvPr/>
          </p:nvGrpSpPr>
          <p:grpSpPr>
            <a:xfrm>
              <a:off x="3316401" y="1338559"/>
              <a:ext cx="1233704" cy="766295"/>
              <a:chOff x="3848150" y="221266"/>
              <a:chExt cx="1482503" cy="920830"/>
            </a:xfrm>
          </p:grpSpPr>
          <p:pic>
            <p:nvPicPr>
              <p:cNvPr id="113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6803B303-798A-3006-7D0D-791D2B881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4268639" y="788543"/>
                <a:ext cx="676656" cy="35355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4" name="Picture 2" descr="Clownfish - Free vector clipart images on creazilla.com">
                <a:extLst>
                  <a:ext uri="{FF2B5EF4-FFF2-40B4-BE49-F238E27FC236}">
                    <a16:creationId xmlns:a16="http://schemas.microsoft.com/office/drawing/2014/main" id="{2824C3F2-2D6E-8FC6-5467-E052AFFCE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3848150" y="522665"/>
                <a:ext cx="840979" cy="43941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5C44446A-282E-CF1E-C88D-2F16873A1AF7}"/>
                  </a:ext>
                </a:extLst>
              </p:cNvPr>
              <p:cNvSpPr txBox="1"/>
              <p:nvPr/>
            </p:nvSpPr>
            <p:spPr>
              <a:xfrm>
                <a:off x="4565918" y="464166"/>
                <a:ext cx="764735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LIP</a:t>
                </a: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6D629627-9E6F-7E7B-4B8F-AD9D33684203}"/>
                  </a:ext>
                </a:extLst>
              </p:cNvPr>
              <p:cNvSpPr txBox="1"/>
              <p:nvPr/>
            </p:nvSpPr>
            <p:spPr>
              <a:xfrm>
                <a:off x="3895134" y="221266"/>
                <a:ext cx="605303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LI</a:t>
                </a:r>
              </a:p>
            </p:txBody>
          </p:sp>
        </p:grpSp>
        <p:cxnSp>
          <p:nvCxnSpPr>
            <p:cNvPr id="118" name="Straight Arrow Connector 117">
              <a:extLst>
                <a:ext uri="{FF2B5EF4-FFF2-40B4-BE49-F238E27FC236}">
                  <a16:creationId xmlns:a16="http://schemas.microsoft.com/office/drawing/2014/main" id="{82C09DA2-01EF-40B5-098D-6FBEBC5EE086}"/>
                </a:ext>
              </a:extLst>
            </p:cNvPr>
            <p:cNvCxnSpPr>
              <a:cxnSpLocks/>
            </p:cNvCxnSpPr>
            <p:nvPr/>
          </p:nvCxnSpPr>
          <p:spPr>
            <a:xfrm>
              <a:off x="2055006" y="2353651"/>
              <a:ext cx="1996386" cy="0"/>
            </a:xfrm>
            <a:prstGeom prst="straightConnector1">
              <a:avLst/>
            </a:prstGeom>
            <a:ln w="53975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0C547993-109B-E36A-DB4D-2245C70C7E15}"/>
              </a:ext>
            </a:extLst>
          </p:cNvPr>
          <p:cNvSpPr txBox="1"/>
          <p:nvPr/>
        </p:nvSpPr>
        <p:spPr>
          <a:xfrm>
            <a:off x="3038945" y="2584124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c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BA0D787-9D78-CD85-051B-8974AA848DBA}"/>
              </a:ext>
            </a:extLst>
          </p:cNvPr>
          <p:cNvSpPr txBox="1"/>
          <p:nvPr/>
        </p:nvSpPr>
        <p:spPr>
          <a:xfrm>
            <a:off x="14595" y="2584124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F698A02-9682-5920-2E5C-8FC57940FAE7}"/>
              </a:ext>
            </a:extLst>
          </p:cNvPr>
          <p:cNvSpPr txBox="1"/>
          <p:nvPr/>
        </p:nvSpPr>
        <p:spPr>
          <a:xfrm>
            <a:off x="14595" y="74584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  <a:endParaRPr lang="en-US" sz="4800" b="1">
              <a:latin typeface="Helvetica" pitchFamily="2" charset="0"/>
            </a:endParaRPr>
          </a:p>
        </p:txBody>
      </p:sp>
      <p:pic>
        <p:nvPicPr>
          <p:cNvPr id="1021" name="Graphic 1020">
            <a:extLst>
              <a:ext uri="{FF2B5EF4-FFF2-40B4-BE49-F238E27FC236}">
                <a16:creationId xmlns:a16="http://schemas.microsoft.com/office/drawing/2014/main" id="{FCA465F9-3817-2221-F518-E2E32F26E586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b="97052"/>
          <a:stretch>
            <a:fillRect/>
          </a:stretch>
        </p:blipFill>
        <p:spPr>
          <a:xfrm>
            <a:off x="3390015" y="5825838"/>
            <a:ext cx="1702847" cy="162451"/>
          </a:xfrm>
          <a:prstGeom prst="rect">
            <a:avLst/>
          </a:prstGeom>
        </p:spPr>
      </p:pic>
      <p:grpSp>
        <p:nvGrpSpPr>
          <p:cNvPr id="3168" name="Group 3167">
            <a:extLst>
              <a:ext uri="{FF2B5EF4-FFF2-40B4-BE49-F238E27FC236}">
                <a16:creationId xmlns:a16="http://schemas.microsoft.com/office/drawing/2014/main" id="{95E833E3-2EDC-D0CB-6706-502B5177B9F4}"/>
              </a:ext>
            </a:extLst>
          </p:cNvPr>
          <p:cNvGrpSpPr/>
          <p:nvPr/>
        </p:nvGrpSpPr>
        <p:grpSpPr>
          <a:xfrm>
            <a:off x="2763587" y="2968761"/>
            <a:ext cx="2407297" cy="4683446"/>
            <a:chOff x="2788415" y="2968761"/>
            <a:chExt cx="2407297" cy="4683446"/>
          </a:xfrm>
        </p:grpSpPr>
        <p:grpSp>
          <p:nvGrpSpPr>
            <p:cNvPr id="939" name="Graphic 60">
              <a:extLst>
                <a:ext uri="{FF2B5EF4-FFF2-40B4-BE49-F238E27FC236}">
                  <a16:creationId xmlns:a16="http://schemas.microsoft.com/office/drawing/2014/main" id="{F1A3CEB3-EDC2-29C3-A54E-489021D3C0A6}"/>
                </a:ext>
              </a:extLst>
            </p:cNvPr>
            <p:cNvGrpSpPr/>
            <p:nvPr/>
          </p:nvGrpSpPr>
          <p:grpSpPr>
            <a:xfrm>
              <a:off x="2863991" y="2968761"/>
              <a:ext cx="2331721" cy="1826537"/>
              <a:chOff x="2863991" y="2968761"/>
              <a:chExt cx="2331721" cy="1826537"/>
            </a:xfrm>
          </p:grpSpPr>
          <p:sp>
            <p:nvSpPr>
              <p:cNvPr id="940" name="Freeform 939">
                <a:extLst>
                  <a:ext uri="{FF2B5EF4-FFF2-40B4-BE49-F238E27FC236}">
                    <a16:creationId xmlns:a16="http://schemas.microsoft.com/office/drawing/2014/main" id="{8D14DC00-8378-9B34-CAAF-990347CC9DC8}"/>
                  </a:ext>
                </a:extLst>
              </p:cNvPr>
              <p:cNvSpPr/>
              <p:nvPr/>
            </p:nvSpPr>
            <p:spPr>
              <a:xfrm>
                <a:off x="2863991" y="2975642"/>
                <a:ext cx="2331721" cy="1819656"/>
              </a:xfrm>
              <a:custGeom>
                <a:avLst/>
                <a:gdLst>
                  <a:gd name="csX0" fmla="*/ 0 w 2331721"/>
                  <a:gd name="csY0" fmla="*/ 0 h 1819656"/>
                  <a:gd name="csX1" fmla="*/ 2331721 w 2331721"/>
                  <a:gd name="csY1" fmla="*/ 0 h 1819656"/>
                  <a:gd name="csX2" fmla="*/ 2331721 w 2331721"/>
                  <a:gd name="csY2" fmla="*/ 1819656 h 1819656"/>
                  <a:gd name="csX3" fmla="*/ 0 w 2331721"/>
                  <a:gd name="csY3" fmla="*/ 1819656 h 18196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331721" h="1819656">
                    <a:moveTo>
                      <a:pt x="0" y="0"/>
                    </a:moveTo>
                    <a:lnTo>
                      <a:pt x="2331721" y="0"/>
                    </a:lnTo>
                    <a:lnTo>
                      <a:pt x="2331721" y="1819656"/>
                    </a:lnTo>
                    <a:lnTo>
                      <a:pt x="0" y="1819656"/>
                    </a:lnTo>
                    <a:close/>
                  </a:path>
                </a:pathLst>
              </a:custGeom>
              <a:solidFill>
                <a:srgbClr val="FFFFFF"/>
              </a:solidFill>
              <a:ln w="12912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941" name="Freeform 940">
                <a:extLst>
                  <a:ext uri="{FF2B5EF4-FFF2-40B4-BE49-F238E27FC236}">
                    <a16:creationId xmlns:a16="http://schemas.microsoft.com/office/drawing/2014/main" id="{7892DEE8-D650-6199-546E-186C853C214B}"/>
                  </a:ext>
                </a:extLst>
              </p:cNvPr>
              <p:cNvSpPr/>
              <p:nvPr/>
            </p:nvSpPr>
            <p:spPr>
              <a:xfrm>
                <a:off x="2863991" y="2975642"/>
                <a:ext cx="2331721" cy="1819656"/>
              </a:xfrm>
              <a:custGeom>
                <a:avLst/>
                <a:gdLst>
                  <a:gd name="csX0" fmla="*/ 0 w 2331721"/>
                  <a:gd name="csY0" fmla="*/ 0 h 1819656"/>
                  <a:gd name="csX1" fmla="*/ 2331721 w 2331721"/>
                  <a:gd name="csY1" fmla="*/ 0 h 1819656"/>
                  <a:gd name="csX2" fmla="*/ 2331721 w 2331721"/>
                  <a:gd name="csY2" fmla="*/ 1819656 h 1819656"/>
                  <a:gd name="csX3" fmla="*/ 0 w 2331721"/>
                  <a:gd name="csY3" fmla="*/ 1819656 h 18196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331721" h="1819656">
                    <a:moveTo>
                      <a:pt x="0" y="0"/>
                    </a:moveTo>
                    <a:lnTo>
                      <a:pt x="2331721" y="0"/>
                    </a:lnTo>
                    <a:lnTo>
                      <a:pt x="2331721" y="1819656"/>
                    </a:lnTo>
                    <a:lnTo>
                      <a:pt x="0" y="1819656"/>
                    </a:lnTo>
                    <a:close/>
                  </a:path>
                </a:pathLst>
              </a:custGeom>
              <a:solidFill>
                <a:srgbClr val="FFFFFF"/>
              </a:solidFill>
              <a:ln w="13815" cap="rnd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400"/>
              </a:p>
            </p:txBody>
          </p:sp>
          <p:grpSp>
            <p:nvGrpSpPr>
              <p:cNvPr id="942" name="Graphic 60">
                <a:extLst>
                  <a:ext uri="{FF2B5EF4-FFF2-40B4-BE49-F238E27FC236}">
                    <a16:creationId xmlns:a16="http://schemas.microsoft.com/office/drawing/2014/main" id="{DF773C84-03DC-29BF-9601-2B394E437C6C}"/>
                  </a:ext>
                </a:extLst>
              </p:cNvPr>
              <p:cNvGrpSpPr/>
              <p:nvPr/>
            </p:nvGrpSpPr>
            <p:grpSpPr>
              <a:xfrm>
                <a:off x="3378278" y="3001557"/>
                <a:ext cx="1746575" cy="1395691"/>
                <a:chOff x="3378278" y="3001557"/>
                <a:chExt cx="1746575" cy="1395691"/>
              </a:xfrm>
            </p:grpSpPr>
            <p:sp>
              <p:nvSpPr>
                <p:cNvPr id="943" name="Freeform 942">
                  <a:extLst>
                    <a:ext uri="{FF2B5EF4-FFF2-40B4-BE49-F238E27FC236}">
                      <a16:creationId xmlns:a16="http://schemas.microsoft.com/office/drawing/2014/main" id="{0F461144-2252-D8CC-44D6-FBA151E4628F}"/>
                    </a:ext>
                  </a:extLst>
                </p:cNvPr>
                <p:cNvSpPr/>
                <p:nvPr/>
              </p:nvSpPr>
              <p:spPr>
                <a:xfrm>
                  <a:off x="3394587" y="3044890"/>
                  <a:ext cx="1730266" cy="1352358"/>
                </a:xfrm>
                <a:custGeom>
                  <a:avLst/>
                  <a:gdLst>
                    <a:gd name="csX0" fmla="*/ 0 w 1730266"/>
                    <a:gd name="csY0" fmla="*/ 0 h 1352358"/>
                    <a:gd name="csX1" fmla="*/ 1730267 w 1730266"/>
                    <a:gd name="csY1" fmla="*/ 0 h 1352358"/>
                    <a:gd name="csX2" fmla="*/ 1730267 w 1730266"/>
                    <a:gd name="csY2" fmla="*/ 1352358 h 1352358"/>
                    <a:gd name="csX3" fmla="*/ 0 w 1730266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30266" h="1352358">
                      <a:moveTo>
                        <a:pt x="0" y="0"/>
                      </a:moveTo>
                      <a:lnTo>
                        <a:pt x="1730267" y="0"/>
                      </a:lnTo>
                      <a:lnTo>
                        <a:pt x="1730267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750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4" name="Freeform 943">
                  <a:extLst>
                    <a:ext uri="{FF2B5EF4-FFF2-40B4-BE49-F238E27FC236}">
                      <a16:creationId xmlns:a16="http://schemas.microsoft.com/office/drawing/2014/main" id="{B9B71667-409A-182E-2C83-8F1094A8E249}"/>
                    </a:ext>
                  </a:extLst>
                </p:cNvPr>
                <p:cNvSpPr/>
                <p:nvPr/>
              </p:nvSpPr>
              <p:spPr>
                <a:xfrm>
                  <a:off x="3715457" y="3954970"/>
                  <a:ext cx="251178" cy="12636"/>
                </a:xfrm>
                <a:custGeom>
                  <a:avLst/>
                  <a:gdLst>
                    <a:gd name="csX0" fmla="*/ 0 w 251178"/>
                    <a:gd name="csY0" fmla="*/ 0 h 12636"/>
                    <a:gd name="csX1" fmla="*/ 251178 w 251178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1178" h="12636">
                      <a:moveTo>
                        <a:pt x="0" y="0"/>
                      </a:moveTo>
                      <a:lnTo>
                        <a:pt x="251178" y="0"/>
                      </a:lnTo>
                    </a:path>
                  </a:pathLst>
                </a:custGeom>
                <a:ln w="34474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5" name="Freeform 944">
                  <a:extLst>
                    <a:ext uri="{FF2B5EF4-FFF2-40B4-BE49-F238E27FC236}">
                      <a16:creationId xmlns:a16="http://schemas.microsoft.com/office/drawing/2014/main" id="{84FAFD95-CC67-9236-F586-19F8D9A2B531}"/>
                    </a:ext>
                  </a:extLst>
                </p:cNvPr>
                <p:cNvSpPr/>
                <p:nvPr/>
              </p:nvSpPr>
              <p:spPr>
                <a:xfrm>
                  <a:off x="3994487" y="4079187"/>
                  <a:ext cx="251178" cy="12636"/>
                </a:xfrm>
                <a:custGeom>
                  <a:avLst/>
                  <a:gdLst>
                    <a:gd name="csX0" fmla="*/ 0 w 251178"/>
                    <a:gd name="csY0" fmla="*/ 0 h 12636"/>
                    <a:gd name="csX1" fmla="*/ 251178 w 251178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1178" h="12636">
                      <a:moveTo>
                        <a:pt x="0" y="0"/>
                      </a:moveTo>
                      <a:lnTo>
                        <a:pt x="251178" y="0"/>
                      </a:lnTo>
                    </a:path>
                  </a:pathLst>
                </a:custGeom>
                <a:ln w="34474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27837DC2-10FA-5779-AA66-77BB060135DA}"/>
                    </a:ext>
                  </a:extLst>
                </p:cNvPr>
                <p:cNvSpPr/>
                <p:nvPr/>
              </p:nvSpPr>
              <p:spPr>
                <a:xfrm>
                  <a:off x="4273645" y="4335834"/>
                  <a:ext cx="251048" cy="12636"/>
                </a:xfrm>
                <a:custGeom>
                  <a:avLst/>
                  <a:gdLst>
                    <a:gd name="csX0" fmla="*/ 0 w 251048"/>
                    <a:gd name="csY0" fmla="*/ 0 h 12636"/>
                    <a:gd name="csX1" fmla="*/ 251049 w 251048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1048" h="12636">
                      <a:moveTo>
                        <a:pt x="0" y="0"/>
                      </a:moveTo>
                      <a:lnTo>
                        <a:pt x="251049" y="0"/>
                      </a:lnTo>
                    </a:path>
                  </a:pathLst>
                </a:custGeom>
                <a:ln w="34474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28039F5E-517D-8382-9772-967A9BA68804}"/>
                    </a:ext>
                  </a:extLst>
                </p:cNvPr>
                <p:cNvSpPr/>
                <p:nvPr/>
              </p:nvSpPr>
              <p:spPr>
                <a:xfrm>
                  <a:off x="4552675" y="3616186"/>
                  <a:ext cx="251178" cy="12636"/>
                </a:xfrm>
                <a:custGeom>
                  <a:avLst/>
                  <a:gdLst>
                    <a:gd name="csX0" fmla="*/ 0 w 251178"/>
                    <a:gd name="csY0" fmla="*/ 0 h 12636"/>
                    <a:gd name="csX1" fmla="*/ 251178 w 251178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1178" h="12636">
                      <a:moveTo>
                        <a:pt x="0" y="0"/>
                      </a:moveTo>
                      <a:lnTo>
                        <a:pt x="251178" y="0"/>
                      </a:lnTo>
                    </a:path>
                  </a:pathLst>
                </a:custGeom>
                <a:ln w="34474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566B41D4-3ADA-C533-6FD0-8E48D3B1BA44}"/>
                    </a:ext>
                  </a:extLst>
                </p:cNvPr>
                <p:cNvSpPr/>
                <p:nvPr/>
              </p:nvSpPr>
              <p:spPr>
                <a:xfrm>
                  <a:off x="3436428" y="3289785"/>
                  <a:ext cx="251178" cy="12636"/>
                </a:xfrm>
                <a:custGeom>
                  <a:avLst/>
                  <a:gdLst>
                    <a:gd name="csX0" fmla="*/ 0 w 251178"/>
                    <a:gd name="csY0" fmla="*/ 0 h 12636"/>
                    <a:gd name="csX1" fmla="*/ 251178 w 251178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1178" h="12636">
                      <a:moveTo>
                        <a:pt x="0" y="0"/>
                      </a:moveTo>
                      <a:lnTo>
                        <a:pt x="251178" y="0"/>
                      </a:lnTo>
                    </a:path>
                  </a:pathLst>
                </a:custGeom>
                <a:ln w="34474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7F1BD57C-A501-5BDD-8EE9-DEE51DD1EEED}"/>
                    </a:ext>
                  </a:extLst>
                </p:cNvPr>
                <p:cNvSpPr/>
                <p:nvPr/>
              </p:nvSpPr>
              <p:spPr>
                <a:xfrm>
                  <a:off x="3506121" y="3263375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4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889816D3-D478-E820-4317-2221272DF607}"/>
                    </a:ext>
                  </a:extLst>
                </p:cNvPr>
                <p:cNvSpPr/>
                <p:nvPr/>
              </p:nvSpPr>
              <p:spPr>
                <a:xfrm>
                  <a:off x="3561952" y="3263375"/>
                  <a:ext cx="12954" cy="52946"/>
                </a:xfrm>
                <a:custGeom>
                  <a:avLst/>
                  <a:gdLst>
                    <a:gd name="csX0" fmla="*/ 0 w 12954"/>
                    <a:gd name="csY0" fmla="*/ 0 h 52946"/>
                    <a:gd name="csX1" fmla="*/ 0 w 12954"/>
                    <a:gd name="csY1" fmla="*/ 52947 h 5294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52946">
                      <a:moveTo>
                        <a:pt x="0" y="0"/>
                      </a:moveTo>
                      <a:lnTo>
                        <a:pt x="0" y="52947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1" name="Freeform 950">
                  <a:extLst>
                    <a:ext uri="{FF2B5EF4-FFF2-40B4-BE49-F238E27FC236}">
                      <a16:creationId xmlns:a16="http://schemas.microsoft.com/office/drawing/2014/main" id="{5D8B3772-F550-CF47-F60D-EDD345266DA6}"/>
                    </a:ext>
                  </a:extLst>
                </p:cNvPr>
                <p:cNvSpPr/>
                <p:nvPr/>
              </p:nvSpPr>
              <p:spPr>
                <a:xfrm>
                  <a:off x="3506121" y="3316322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4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2" name="Freeform 951">
                  <a:extLst>
                    <a:ext uri="{FF2B5EF4-FFF2-40B4-BE49-F238E27FC236}">
                      <a16:creationId xmlns:a16="http://schemas.microsoft.com/office/drawing/2014/main" id="{0DB378FA-4AC9-0859-3559-8A47EEC96591}"/>
                    </a:ext>
                  </a:extLst>
                </p:cNvPr>
                <p:cNvSpPr/>
                <p:nvPr/>
              </p:nvSpPr>
              <p:spPr>
                <a:xfrm>
                  <a:off x="3785279" y="3887744"/>
                  <a:ext cx="111533" cy="12636"/>
                </a:xfrm>
                <a:custGeom>
                  <a:avLst/>
                  <a:gdLst>
                    <a:gd name="csX0" fmla="*/ 0 w 111533"/>
                    <a:gd name="csY0" fmla="*/ 0 h 12636"/>
                    <a:gd name="csX1" fmla="*/ 111534 w 11153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533" h="12636">
                      <a:moveTo>
                        <a:pt x="0" y="0"/>
                      </a:moveTo>
                      <a:lnTo>
                        <a:pt x="11153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3" name="Freeform 952">
                  <a:extLst>
                    <a:ext uri="{FF2B5EF4-FFF2-40B4-BE49-F238E27FC236}">
                      <a16:creationId xmlns:a16="http://schemas.microsoft.com/office/drawing/2014/main" id="{2BF1D744-5BC2-9A1B-B77F-30EEF18C8EBC}"/>
                    </a:ext>
                  </a:extLst>
                </p:cNvPr>
                <p:cNvSpPr/>
                <p:nvPr/>
              </p:nvSpPr>
              <p:spPr>
                <a:xfrm>
                  <a:off x="3840982" y="3887744"/>
                  <a:ext cx="12954" cy="134578"/>
                </a:xfrm>
                <a:custGeom>
                  <a:avLst/>
                  <a:gdLst>
                    <a:gd name="csX0" fmla="*/ 0 w 12954"/>
                    <a:gd name="csY0" fmla="*/ 0 h 134578"/>
                    <a:gd name="csX1" fmla="*/ 0 w 12954"/>
                    <a:gd name="csY1" fmla="*/ 134579 h 13457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134578">
                      <a:moveTo>
                        <a:pt x="0" y="0"/>
                      </a:moveTo>
                      <a:lnTo>
                        <a:pt x="0" y="134579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4" name="Freeform 953">
                  <a:extLst>
                    <a:ext uri="{FF2B5EF4-FFF2-40B4-BE49-F238E27FC236}">
                      <a16:creationId xmlns:a16="http://schemas.microsoft.com/office/drawing/2014/main" id="{01A4C287-C12B-5614-F9CB-7ECA6A3217AE}"/>
                    </a:ext>
                  </a:extLst>
                </p:cNvPr>
                <p:cNvSpPr/>
                <p:nvPr/>
              </p:nvSpPr>
              <p:spPr>
                <a:xfrm>
                  <a:off x="3785279" y="4022323"/>
                  <a:ext cx="111533" cy="12636"/>
                </a:xfrm>
                <a:custGeom>
                  <a:avLst/>
                  <a:gdLst>
                    <a:gd name="csX0" fmla="*/ 0 w 111533"/>
                    <a:gd name="csY0" fmla="*/ 0 h 12636"/>
                    <a:gd name="csX1" fmla="*/ 111534 w 11153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533" h="12636">
                      <a:moveTo>
                        <a:pt x="0" y="0"/>
                      </a:moveTo>
                      <a:lnTo>
                        <a:pt x="11153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5" name="Freeform 954">
                  <a:extLst>
                    <a:ext uri="{FF2B5EF4-FFF2-40B4-BE49-F238E27FC236}">
                      <a16:creationId xmlns:a16="http://schemas.microsoft.com/office/drawing/2014/main" id="{CB7574CE-FBBF-F9B6-7CC6-26E48EF17A0A}"/>
                    </a:ext>
                  </a:extLst>
                </p:cNvPr>
                <p:cNvSpPr/>
                <p:nvPr/>
              </p:nvSpPr>
              <p:spPr>
                <a:xfrm>
                  <a:off x="4064309" y="3997555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3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3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2EB98809-3D94-588A-3849-0734058221F9}"/>
                    </a:ext>
                  </a:extLst>
                </p:cNvPr>
                <p:cNvSpPr/>
                <p:nvPr/>
              </p:nvSpPr>
              <p:spPr>
                <a:xfrm>
                  <a:off x="4120140" y="3997555"/>
                  <a:ext cx="12954" cy="163263"/>
                </a:xfrm>
                <a:custGeom>
                  <a:avLst/>
                  <a:gdLst>
                    <a:gd name="csX0" fmla="*/ 0 w 12954"/>
                    <a:gd name="csY0" fmla="*/ 0 h 163263"/>
                    <a:gd name="csX1" fmla="*/ 0 w 12954"/>
                    <a:gd name="csY1" fmla="*/ 163264 h 1632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163263">
                      <a:moveTo>
                        <a:pt x="0" y="0"/>
                      </a:moveTo>
                      <a:lnTo>
                        <a:pt x="0" y="163264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4DBC8726-043A-A31E-1F8F-839392EA48D3}"/>
                    </a:ext>
                  </a:extLst>
                </p:cNvPr>
                <p:cNvSpPr/>
                <p:nvPr/>
              </p:nvSpPr>
              <p:spPr>
                <a:xfrm>
                  <a:off x="4064309" y="4160819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3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3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9EDBA43A-3616-C4EE-53E0-2522A6606B69}"/>
                    </a:ext>
                  </a:extLst>
                </p:cNvPr>
                <p:cNvSpPr/>
                <p:nvPr/>
              </p:nvSpPr>
              <p:spPr>
                <a:xfrm>
                  <a:off x="4343338" y="4335834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4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1C33B139-D087-DE5B-8D98-9183E5C245F8}"/>
                    </a:ext>
                  </a:extLst>
                </p:cNvPr>
                <p:cNvSpPr/>
                <p:nvPr/>
              </p:nvSpPr>
              <p:spPr>
                <a:xfrm>
                  <a:off x="4399170" y="4335834"/>
                  <a:ext cx="12954" cy="12636"/>
                </a:xfrm>
                <a:custGeom>
                  <a:avLst/>
                  <a:gdLst>
                    <a:gd name="csX0" fmla="*/ 0 w 12954"/>
                    <a:gd name="csY0" fmla="*/ 0 h 12636"/>
                    <a:gd name="csX1" fmla="*/ 0 w 1295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12636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0" name="Freeform 959">
                  <a:extLst>
                    <a:ext uri="{FF2B5EF4-FFF2-40B4-BE49-F238E27FC236}">
                      <a16:creationId xmlns:a16="http://schemas.microsoft.com/office/drawing/2014/main" id="{8B38183D-FBEE-70C5-05BA-340958E9CAE1}"/>
                    </a:ext>
                  </a:extLst>
                </p:cNvPr>
                <p:cNvSpPr/>
                <p:nvPr/>
              </p:nvSpPr>
              <p:spPr>
                <a:xfrm>
                  <a:off x="4343338" y="4335834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4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4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1" name="Freeform 960">
                  <a:extLst>
                    <a:ext uri="{FF2B5EF4-FFF2-40B4-BE49-F238E27FC236}">
                      <a16:creationId xmlns:a16="http://schemas.microsoft.com/office/drawing/2014/main" id="{8E108BEF-79A7-A69F-53D5-36762BF4B1F6}"/>
                    </a:ext>
                  </a:extLst>
                </p:cNvPr>
                <p:cNvSpPr/>
                <p:nvPr/>
              </p:nvSpPr>
              <p:spPr>
                <a:xfrm>
                  <a:off x="4622367" y="3483629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3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3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2" name="Freeform 961">
                  <a:extLst>
                    <a:ext uri="{FF2B5EF4-FFF2-40B4-BE49-F238E27FC236}">
                      <a16:creationId xmlns:a16="http://schemas.microsoft.com/office/drawing/2014/main" id="{8041C4FA-829C-E022-9B79-193D8DA3D815}"/>
                    </a:ext>
                  </a:extLst>
                </p:cNvPr>
                <p:cNvSpPr/>
                <p:nvPr/>
              </p:nvSpPr>
              <p:spPr>
                <a:xfrm>
                  <a:off x="4678199" y="3483629"/>
                  <a:ext cx="12954" cy="264987"/>
                </a:xfrm>
                <a:custGeom>
                  <a:avLst/>
                  <a:gdLst>
                    <a:gd name="csX0" fmla="*/ 0 w 12954"/>
                    <a:gd name="csY0" fmla="*/ 0 h 264987"/>
                    <a:gd name="csX1" fmla="*/ 0 w 12954"/>
                    <a:gd name="csY1" fmla="*/ 264987 h 26498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264987">
                      <a:moveTo>
                        <a:pt x="0" y="0"/>
                      </a:moveTo>
                      <a:lnTo>
                        <a:pt x="0" y="264987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3" name="Freeform 962">
                  <a:extLst>
                    <a:ext uri="{FF2B5EF4-FFF2-40B4-BE49-F238E27FC236}">
                      <a16:creationId xmlns:a16="http://schemas.microsoft.com/office/drawing/2014/main" id="{FDA803AD-B6F2-A059-4B49-C93B6AF3F9FF}"/>
                    </a:ext>
                  </a:extLst>
                </p:cNvPr>
                <p:cNvSpPr/>
                <p:nvPr/>
              </p:nvSpPr>
              <p:spPr>
                <a:xfrm>
                  <a:off x="4622367" y="3748616"/>
                  <a:ext cx="111663" cy="12636"/>
                </a:xfrm>
                <a:custGeom>
                  <a:avLst/>
                  <a:gdLst>
                    <a:gd name="csX0" fmla="*/ 0 w 111663"/>
                    <a:gd name="csY0" fmla="*/ 0 h 12636"/>
                    <a:gd name="csX1" fmla="*/ 111663 w 11166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1663" h="12636">
                      <a:moveTo>
                        <a:pt x="0" y="0"/>
                      </a:moveTo>
                      <a:lnTo>
                        <a:pt x="111663" y="0"/>
                      </a:lnTo>
                    </a:path>
                  </a:pathLst>
                </a:custGeom>
                <a:noFill/>
                <a:ln w="13815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4" name="Freeform 963">
                  <a:extLst>
                    <a:ext uri="{FF2B5EF4-FFF2-40B4-BE49-F238E27FC236}">
                      <a16:creationId xmlns:a16="http://schemas.microsoft.com/office/drawing/2014/main" id="{5C9163A7-C8C3-D4DB-EA37-379C15810A13}"/>
                    </a:ext>
                  </a:extLst>
                </p:cNvPr>
                <p:cNvSpPr/>
                <p:nvPr/>
              </p:nvSpPr>
              <p:spPr>
                <a:xfrm>
                  <a:off x="4370153" y="4304369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7E8F40B5-80BA-916F-60A0-00F9CBAD4D5C}"/>
                    </a:ext>
                  </a:extLst>
                </p:cNvPr>
                <p:cNvSpPr/>
                <p:nvPr/>
              </p:nvSpPr>
              <p:spPr>
                <a:xfrm>
                  <a:off x="4647498" y="3717151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2A513970-0A3A-F523-9EBB-FB142C9D6A1D}"/>
                    </a:ext>
                  </a:extLst>
                </p:cNvPr>
                <p:cNvSpPr/>
                <p:nvPr/>
              </p:nvSpPr>
              <p:spPr>
                <a:xfrm>
                  <a:off x="3793311" y="3914281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2614EABD-2273-A5B6-25DB-B52344AC033A}"/>
                    </a:ext>
                  </a:extLst>
                </p:cNvPr>
                <p:cNvSpPr/>
                <p:nvPr/>
              </p:nvSpPr>
              <p:spPr>
                <a:xfrm>
                  <a:off x="4071045" y="4210733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3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1A22496B-21BB-C87C-ADA8-26E9D6B7993B}"/>
                    </a:ext>
                  </a:extLst>
                </p:cNvPr>
                <p:cNvSpPr/>
                <p:nvPr/>
              </p:nvSpPr>
              <p:spPr>
                <a:xfrm>
                  <a:off x="3819478" y="3983908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DFF3E5D7-7095-E10A-B1E2-095A2BE66ACC}"/>
                    </a:ext>
                  </a:extLst>
                </p:cNvPr>
                <p:cNvSpPr/>
                <p:nvPr/>
              </p:nvSpPr>
              <p:spPr>
                <a:xfrm>
                  <a:off x="4066511" y="4102691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0" name="Freeform 969">
                  <a:extLst>
                    <a:ext uri="{FF2B5EF4-FFF2-40B4-BE49-F238E27FC236}">
                      <a16:creationId xmlns:a16="http://schemas.microsoft.com/office/drawing/2014/main" id="{9F4F732E-5D68-B8B3-D2FD-C569312244D2}"/>
                    </a:ext>
                  </a:extLst>
                </p:cNvPr>
                <p:cNvSpPr/>
                <p:nvPr/>
              </p:nvSpPr>
              <p:spPr>
                <a:xfrm>
                  <a:off x="3548480" y="3186671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1" name="Freeform 970">
                  <a:extLst>
                    <a:ext uri="{FF2B5EF4-FFF2-40B4-BE49-F238E27FC236}">
                      <a16:creationId xmlns:a16="http://schemas.microsoft.com/office/drawing/2014/main" id="{8CD737A9-9EF4-3DA7-CCC6-6A2DC9180063}"/>
                    </a:ext>
                  </a:extLst>
                </p:cNvPr>
                <p:cNvSpPr/>
                <p:nvPr/>
              </p:nvSpPr>
              <p:spPr>
                <a:xfrm>
                  <a:off x="3523479" y="3322008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2" name="Freeform 971">
                  <a:extLst>
                    <a:ext uri="{FF2B5EF4-FFF2-40B4-BE49-F238E27FC236}">
                      <a16:creationId xmlns:a16="http://schemas.microsoft.com/office/drawing/2014/main" id="{8239956D-DF04-CB6E-98A2-E4FE83316ABD}"/>
                    </a:ext>
                  </a:extLst>
                </p:cNvPr>
                <p:cNvSpPr/>
                <p:nvPr/>
              </p:nvSpPr>
              <p:spPr>
                <a:xfrm>
                  <a:off x="3538765" y="3239492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3" name="Freeform 972">
                  <a:extLst>
                    <a:ext uri="{FF2B5EF4-FFF2-40B4-BE49-F238E27FC236}">
                      <a16:creationId xmlns:a16="http://schemas.microsoft.com/office/drawing/2014/main" id="{32D24627-9E54-5228-4448-E4CE0CB1E50B}"/>
                    </a:ext>
                  </a:extLst>
                </p:cNvPr>
                <p:cNvSpPr/>
                <p:nvPr/>
              </p:nvSpPr>
              <p:spPr>
                <a:xfrm>
                  <a:off x="3508323" y="3234058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4" name="Freeform 973">
                  <a:extLst>
                    <a:ext uri="{FF2B5EF4-FFF2-40B4-BE49-F238E27FC236}">
                      <a16:creationId xmlns:a16="http://schemas.microsoft.com/office/drawing/2014/main" id="{DB6F4AD0-782A-A70C-1865-61CD63BE16AE}"/>
                    </a:ext>
                  </a:extLst>
                </p:cNvPr>
                <p:cNvSpPr/>
                <p:nvPr/>
              </p:nvSpPr>
              <p:spPr>
                <a:xfrm>
                  <a:off x="3527236" y="3353094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5" name="Freeform 974">
                  <a:extLst>
                    <a:ext uri="{FF2B5EF4-FFF2-40B4-BE49-F238E27FC236}">
                      <a16:creationId xmlns:a16="http://schemas.microsoft.com/office/drawing/2014/main" id="{FCF99CC1-FB68-4B26-5114-25AFA549320C}"/>
                    </a:ext>
                  </a:extLst>
                </p:cNvPr>
                <p:cNvSpPr/>
                <p:nvPr/>
              </p:nvSpPr>
              <p:spPr>
                <a:xfrm>
                  <a:off x="3797715" y="4046079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6" name="Freeform 975">
                  <a:extLst>
                    <a:ext uri="{FF2B5EF4-FFF2-40B4-BE49-F238E27FC236}">
                      <a16:creationId xmlns:a16="http://schemas.microsoft.com/office/drawing/2014/main" id="{93F0AB84-EBE8-C524-E0AD-44AE231454B2}"/>
                    </a:ext>
                  </a:extLst>
                </p:cNvPr>
                <p:cNvSpPr/>
                <p:nvPr/>
              </p:nvSpPr>
              <p:spPr>
                <a:xfrm>
                  <a:off x="4072858" y="4136304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7" name="Freeform 976">
                  <a:extLst>
                    <a:ext uri="{FF2B5EF4-FFF2-40B4-BE49-F238E27FC236}">
                      <a16:creationId xmlns:a16="http://schemas.microsoft.com/office/drawing/2014/main" id="{973BE7D0-DDAA-BB6D-7C66-3508C1ACE8B7}"/>
                    </a:ext>
                  </a:extLst>
                </p:cNvPr>
                <p:cNvSpPr/>
                <p:nvPr/>
              </p:nvSpPr>
              <p:spPr>
                <a:xfrm>
                  <a:off x="3535267" y="3214850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8" name="Freeform 977">
                  <a:extLst>
                    <a:ext uri="{FF2B5EF4-FFF2-40B4-BE49-F238E27FC236}">
                      <a16:creationId xmlns:a16="http://schemas.microsoft.com/office/drawing/2014/main" id="{3A186119-45B3-354E-101D-AA6EECC4FE83}"/>
                    </a:ext>
                  </a:extLst>
                </p:cNvPr>
                <p:cNvSpPr/>
                <p:nvPr/>
              </p:nvSpPr>
              <p:spPr>
                <a:xfrm>
                  <a:off x="4346317" y="4304369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79" name="Freeform 978">
                  <a:extLst>
                    <a:ext uri="{FF2B5EF4-FFF2-40B4-BE49-F238E27FC236}">
                      <a16:creationId xmlns:a16="http://schemas.microsoft.com/office/drawing/2014/main" id="{5970F30A-51FE-331E-C97B-8A1FC1F2D9C9}"/>
                    </a:ext>
                  </a:extLst>
                </p:cNvPr>
                <p:cNvSpPr/>
                <p:nvPr/>
              </p:nvSpPr>
              <p:spPr>
                <a:xfrm>
                  <a:off x="4631824" y="3452164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69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0" name="Freeform 979">
                  <a:extLst>
                    <a:ext uri="{FF2B5EF4-FFF2-40B4-BE49-F238E27FC236}">
                      <a16:creationId xmlns:a16="http://schemas.microsoft.com/office/drawing/2014/main" id="{10FAEB9F-00DA-3FAC-2FAD-F01A2F657F9A}"/>
                    </a:ext>
                  </a:extLst>
                </p:cNvPr>
                <p:cNvSpPr/>
                <p:nvPr/>
              </p:nvSpPr>
              <p:spPr>
                <a:xfrm>
                  <a:off x="3794218" y="4106103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1" name="Freeform 980">
                  <a:extLst>
                    <a:ext uri="{FF2B5EF4-FFF2-40B4-BE49-F238E27FC236}">
                      <a16:creationId xmlns:a16="http://schemas.microsoft.com/office/drawing/2014/main" id="{CE120121-36D6-C90D-9699-948155AC92A9}"/>
                    </a:ext>
                  </a:extLst>
                </p:cNvPr>
                <p:cNvSpPr/>
                <p:nvPr/>
              </p:nvSpPr>
              <p:spPr>
                <a:xfrm>
                  <a:off x="4079983" y="4088664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2" name="Freeform 981">
                  <a:extLst>
                    <a:ext uri="{FF2B5EF4-FFF2-40B4-BE49-F238E27FC236}">
                      <a16:creationId xmlns:a16="http://schemas.microsoft.com/office/drawing/2014/main" id="{94A20998-7AAC-F64E-4F26-933872250863}"/>
                    </a:ext>
                  </a:extLst>
                </p:cNvPr>
                <p:cNvSpPr/>
                <p:nvPr/>
              </p:nvSpPr>
              <p:spPr>
                <a:xfrm>
                  <a:off x="3817405" y="3748363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3" name="Freeform 982">
                  <a:extLst>
                    <a:ext uri="{FF2B5EF4-FFF2-40B4-BE49-F238E27FC236}">
                      <a16:creationId xmlns:a16="http://schemas.microsoft.com/office/drawing/2014/main" id="{67408E16-F1DF-0EC7-8085-F15B0690DA70}"/>
                    </a:ext>
                  </a:extLst>
                </p:cNvPr>
                <p:cNvSpPr/>
                <p:nvPr/>
              </p:nvSpPr>
              <p:spPr>
                <a:xfrm>
                  <a:off x="4075190" y="4074259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4" name="Freeform 983">
                  <a:extLst>
                    <a:ext uri="{FF2B5EF4-FFF2-40B4-BE49-F238E27FC236}">
                      <a16:creationId xmlns:a16="http://schemas.microsoft.com/office/drawing/2014/main" id="{EBEE4545-A222-A542-3892-36D1334BFB13}"/>
                    </a:ext>
                  </a:extLst>
                </p:cNvPr>
                <p:cNvSpPr/>
                <p:nvPr/>
              </p:nvSpPr>
              <p:spPr>
                <a:xfrm>
                  <a:off x="4905024" y="3406420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3"/>
                        <a:pt x="50070" y="62930"/>
                        <a:pt x="32255" y="62930"/>
                      </a:cubicBezTo>
                      <a:cubicBezTo>
                        <a:pt x="14441" y="62930"/>
                        <a:pt x="0" y="48843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69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5" name="Freeform 984">
                  <a:extLst>
                    <a:ext uri="{FF2B5EF4-FFF2-40B4-BE49-F238E27FC236}">
                      <a16:creationId xmlns:a16="http://schemas.microsoft.com/office/drawing/2014/main" id="{79FE4326-6687-FA28-CD47-A8F888C72B80}"/>
                    </a:ext>
                  </a:extLst>
                </p:cNvPr>
                <p:cNvSpPr/>
                <p:nvPr/>
              </p:nvSpPr>
              <p:spPr>
                <a:xfrm>
                  <a:off x="3814685" y="3619724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CF869457-0906-FA43-A451-57DE5563F1B2}"/>
                    </a:ext>
                  </a:extLst>
                </p:cNvPr>
                <p:cNvSpPr/>
                <p:nvPr/>
              </p:nvSpPr>
              <p:spPr>
                <a:xfrm>
                  <a:off x="4106409" y="4152605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0FA6613E-2C94-466C-95BA-07BBFEF97855}"/>
                    </a:ext>
                  </a:extLst>
                </p:cNvPr>
                <p:cNvSpPr/>
                <p:nvPr/>
              </p:nvSpPr>
              <p:spPr>
                <a:xfrm>
                  <a:off x="3826991" y="4046332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5 w 64510"/>
                    <a:gd name="csY1" fmla="*/ 62930 h 62929"/>
                    <a:gd name="csX2" fmla="*/ 0 w 64510"/>
                    <a:gd name="csY2" fmla="*/ 31465 h 62929"/>
                    <a:gd name="csX3" fmla="*/ 32255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3"/>
                        <a:pt x="50070" y="62930"/>
                        <a:pt x="32255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5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291E42F6-CD70-5E4F-F70B-901258351A4A}"/>
                    </a:ext>
                  </a:extLst>
                </p:cNvPr>
                <p:cNvSpPr/>
                <p:nvPr/>
              </p:nvSpPr>
              <p:spPr>
                <a:xfrm>
                  <a:off x="4103818" y="3568799"/>
                  <a:ext cx="64510" cy="62929"/>
                </a:xfrm>
                <a:custGeom>
                  <a:avLst/>
                  <a:gdLst>
                    <a:gd name="csX0" fmla="*/ 64511 w 64510"/>
                    <a:gd name="csY0" fmla="*/ 31465 h 62929"/>
                    <a:gd name="csX1" fmla="*/ 32256 w 64510"/>
                    <a:gd name="csY1" fmla="*/ 62930 h 62929"/>
                    <a:gd name="csX2" fmla="*/ 0 w 64510"/>
                    <a:gd name="csY2" fmla="*/ 31465 h 62929"/>
                    <a:gd name="csX3" fmla="*/ 32256 w 64510"/>
                    <a:gd name="csY3" fmla="*/ 0 h 62929"/>
                    <a:gd name="csX4" fmla="*/ 64511 w 64510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4510" h="62929">
                      <a:moveTo>
                        <a:pt x="64511" y="31465"/>
                      </a:moveTo>
                      <a:cubicBezTo>
                        <a:pt x="64511" y="48842"/>
                        <a:pt x="50070" y="62930"/>
                        <a:pt x="32256" y="62930"/>
                      </a:cubicBezTo>
                      <a:cubicBezTo>
                        <a:pt x="14441" y="62930"/>
                        <a:pt x="0" y="48842"/>
                        <a:pt x="0" y="31465"/>
                      </a:cubicBezTo>
                      <a:cubicBezTo>
                        <a:pt x="0" y="14087"/>
                        <a:pt x="14441" y="0"/>
                        <a:pt x="32256" y="0"/>
                      </a:cubicBezTo>
                      <a:cubicBezTo>
                        <a:pt x="50070" y="0"/>
                        <a:pt x="64511" y="14087"/>
                        <a:pt x="64511" y="31465"/>
                      </a:cubicBezTo>
                      <a:close/>
                    </a:path>
                  </a:pathLst>
                </a:custGeom>
                <a:noFill/>
                <a:ln w="916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06DA1FB6-882F-FF8C-0EBA-059FEA9C66F7}"/>
                    </a:ext>
                  </a:extLst>
                </p:cNvPr>
                <p:cNvSpPr txBox="1"/>
                <p:nvPr/>
              </p:nvSpPr>
              <p:spPr>
                <a:xfrm>
                  <a:off x="4215495" y="3001557"/>
                  <a:ext cx="3770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   </a:t>
                  </a:r>
                </a:p>
              </p:txBody>
            </p:sp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A14BA7A2-A7B5-5DD9-5722-CF527B8DE49C}"/>
                    </a:ext>
                  </a:extLst>
                </p:cNvPr>
                <p:cNvSpPr txBox="1"/>
                <p:nvPr/>
              </p:nvSpPr>
              <p:spPr>
                <a:xfrm>
                  <a:off x="3921071" y="3001557"/>
                  <a:ext cx="40908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ab  </a:t>
                  </a:r>
                </a:p>
              </p:txBody>
            </p:sp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FA1B44B7-DB1F-E8ED-29FF-DD58F8F914B2}"/>
                    </a:ext>
                  </a:extLst>
                </p:cNvPr>
                <p:cNvSpPr txBox="1"/>
                <p:nvPr/>
              </p:nvSpPr>
              <p:spPr>
                <a:xfrm>
                  <a:off x="3657307" y="3001557"/>
                  <a:ext cx="3770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 b  </a:t>
                  </a:r>
                </a:p>
              </p:txBody>
            </p:sp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26F23697-CD44-BB5A-9A6C-90384ABED056}"/>
                    </a:ext>
                  </a:extLst>
                </p:cNvPr>
                <p:cNvSpPr txBox="1"/>
                <p:nvPr/>
              </p:nvSpPr>
              <p:spPr>
                <a:xfrm>
                  <a:off x="4497631" y="3001557"/>
                  <a:ext cx="338554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 c </a:t>
                  </a:r>
                </a:p>
              </p:txBody>
            </p:sp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49559DCB-032D-6E78-C6D8-7C5088010F90}"/>
                    </a:ext>
                  </a:extLst>
                </p:cNvPr>
                <p:cNvSpPr txBox="1"/>
                <p:nvPr/>
              </p:nvSpPr>
              <p:spPr>
                <a:xfrm>
                  <a:off x="4761265" y="3001557"/>
                  <a:ext cx="338554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cd</a:t>
                  </a:r>
                </a:p>
              </p:txBody>
            </p:sp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0CEF2034-B7CE-A3FF-92DD-5DDDFF8F7137}"/>
                    </a:ext>
                  </a:extLst>
                </p:cNvPr>
                <p:cNvSpPr txBox="1"/>
                <p:nvPr/>
              </p:nvSpPr>
              <p:spPr>
                <a:xfrm>
                  <a:off x="3378278" y="3001557"/>
                  <a:ext cx="31290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 d</a:t>
                  </a:r>
                </a:p>
              </p:txBody>
            </p:sp>
            <p:sp>
              <p:nvSpPr>
                <p:cNvPr id="995" name="Freeform 994">
                  <a:extLst>
                    <a:ext uri="{FF2B5EF4-FFF2-40B4-BE49-F238E27FC236}">
                      <a16:creationId xmlns:a16="http://schemas.microsoft.com/office/drawing/2014/main" id="{C6DF3D1C-CD7F-A6D8-06D3-5173697CAD34}"/>
                    </a:ext>
                  </a:extLst>
                </p:cNvPr>
                <p:cNvSpPr/>
                <p:nvPr/>
              </p:nvSpPr>
              <p:spPr>
                <a:xfrm>
                  <a:off x="3394587" y="3044890"/>
                  <a:ext cx="1730266" cy="1352358"/>
                </a:xfrm>
                <a:custGeom>
                  <a:avLst/>
                  <a:gdLst>
                    <a:gd name="csX0" fmla="*/ 0 w 1730266"/>
                    <a:gd name="csY0" fmla="*/ 0 h 1352358"/>
                    <a:gd name="csX1" fmla="*/ 1730267 w 1730266"/>
                    <a:gd name="csY1" fmla="*/ 0 h 1352358"/>
                    <a:gd name="csX2" fmla="*/ 1730267 w 1730266"/>
                    <a:gd name="csY2" fmla="*/ 1352358 h 1352358"/>
                    <a:gd name="csX3" fmla="*/ 0 w 1730266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30266" h="1352358">
                      <a:moveTo>
                        <a:pt x="0" y="0"/>
                      </a:moveTo>
                      <a:lnTo>
                        <a:pt x="1730267" y="0"/>
                      </a:lnTo>
                      <a:lnTo>
                        <a:pt x="1730267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noFill/>
                <a:ln w="13815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996" name="Graphic 60">
                <a:extLst>
                  <a:ext uri="{FF2B5EF4-FFF2-40B4-BE49-F238E27FC236}">
                    <a16:creationId xmlns:a16="http://schemas.microsoft.com/office/drawing/2014/main" id="{BA38BCC2-BAF1-516F-9C0E-5398EA78D5CE}"/>
                  </a:ext>
                </a:extLst>
              </p:cNvPr>
              <p:cNvGrpSpPr/>
              <p:nvPr/>
            </p:nvGrpSpPr>
            <p:grpSpPr>
              <a:xfrm>
                <a:off x="3010996" y="2968761"/>
                <a:ext cx="2130353" cy="1802638"/>
                <a:chOff x="3010996" y="2968761"/>
                <a:chExt cx="2130353" cy="1802638"/>
              </a:xfrm>
            </p:grpSpPr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3784E747-A5FB-2CEE-A7FE-BD4125ABD804}"/>
                    </a:ext>
                  </a:extLst>
                </p:cNvPr>
                <p:cNvSpPr txBox="1"/>
                <p:nvPr/>
              </p:nvSpPr>
              <p:spPr>
                <a:xfrm>
                  <a:off x="3074395" y="4229252"/>
                  <a:ext cx="35137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9109B3F5-E3E0-BDD8-654D-279480204ABE}"/>
                    </a:ext>
                  </a:extLst>
                </p:cNvPr>
                <p:cNvSpPr txBox="1"/>
                <p:nvPr/>
              </p:nvSpPr>
              <p:spPr>
                <a:xfrm>
                  <a:off x="3010996" y="3914097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645C0296-9241-F8AC-BFCE-89651ACEF53C}"/>
                    </a:ext>
                  </a:extLst>
                </p:cNvPr>
                <p:cNvSpPr txBox="1"/>
                <p:nvPr/>
              </p:nvSpPr>
              <p:spPr>
                <a:xfrm>
                  <a:off x="3010996" y="3598943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40%</a:t>
                  </a:r>
                </a:p>
              </p:txBody>
            </p:sp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7BCEDE8D-BD15-C1A6-C9F2-54F779B75098}"/>
                    </a:ext>
                  </a:extLst>
                </p:cNvPr>
                <p:cNvSpPr txBox="1"/>
                <p:nvPr/>
              </p:nvSpPr>
              <p:spPr>
                <a:xfrm>
                  <a:off x="3010996" y="3283915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60%</a:t>
                  </a:r>
                </a:p>
              </p:txBody>
            </p:sp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79BBCAB9-247E-6E15-5600-696F61AC23D8}"/>
                    </a:ext>
                  </a:extLst>
                </p:cNvPr>
                <p:cNvSpPr txBox="1"/>
                <p:nvPr/>
              </p:nvSpPr>
              <p:spPr>
                <a:xfrm>
                  <a:off x="3010996" y="2968761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80%</a:t>
                  </a:r>
                </a:p>
              </p:txBody>
            </p:sp>
            <p:sp>
              <p:nvSpPr>
                <p:cNvPr id="1002" name="Freeform 1001">
                  <a:extLst>
                    <a:ext uri="{FF2B5EF4-FFF2-40B4-BE49-F238E27FC236}">
                      <a16:creationId xmlns:a16="http://schemas.microsoft.com/office/drawing/2014/main" id="{468E9FAD-0316-242E-4D85-2606137697B6}"/>
                    </a:ext>
                  </a:extLst>
                </p:cNvPr>
                <p:cNvSpPr/>
                <p:nvPr/>
              </p:nvSpPr>
              <p:spPr>
                <a:xfrm>
                  <a:off x="3359093" y="4335834"/>
                  <a:ext cx="35493" cy="12636"/>
                </a:xfrm>
                <a:custGeom>
                  <a:avLst/>
                  <a:gdLst>
                    <a:gd name="csX0" fmla="*/ 0 w 35493"/>
                    <a:gd name="csY0" fmla="*/ 0 h 12636"/>
                    <a:gd name="csX1" fmla="*/ 35494 w 3549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493" h="12636">
                      <a:moveTo>
                        <a:pt x="0" y="0"/>
                      </a:moveTo>
                      <a:lnTo>
                        <a:pt x="35494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3" name="Freeform 1002">
                  <a:extLst>
                    <a:ext uri="{FF2B5EF4-FFF2-40B4-BE49-F238E27FC236}">
                      <a16:creationId xmlns:a16="http://schemas.microsoft.com/office/drawing/2014/main" id="{1CED3033-CD49-8ADE-D063-550011CDE9AA}"/>
                    </a:ext>
                  </a:extLst>
                </p:cNvPr>
                <p:cNvSpPr/>
                <p:nvPr/>
              </p:nvSpPr>
              <p:spPr>
                <a:xfrm>
                  <a:off x="3359093" y="4020680"/>
                  <a:ext cx="35493" cy="12636"/>
                </a:xfrm>
                <a:custGeom>
                  <a:avLst/>
                  <a:gdLst>
                    <a:gd name="csX0" fmla="*/ 0 w 35493"/>
                    <a:gd name="csY0" fmla="*/ 0 h 12636"/>
                    <a:gd name="csX1" fmla="*/ 35494 w 3549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493" h="12636">
                      <a:moveTo>
                        <a:pt x="0" y="0"/>
                      </a:moveTo>
                      <a:lnTo>
                        <a:pt x="35494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4" name="Freeform 1003">
                  <a:extLst>
                    <a:ext uri="{FF2B5EF4-FFF2-40B4-BE49-F238E27FC236}">
                      <a16:creationId xmlns:a16="http://schemas.microsoft.com/office/drawing/2014/main" id="{C35519DA-17C5-3664-7183-0E224E4B6642}"/>
                    </a:ext>
                  </a:extLst>
                </p:cNvPr>
                <p:cNvSpPr/>
                <p:nvPr/>
              </p:nvSpPr>
              <p:spPr>
                <a:xfrm>
                  <a:off x="3359093" y="3705526"/>
                  <a:ext cx="35493" cy="12636"/>
                </a:xfrm>
                <a:custGeom>
                  <a:avLst/>
                  <a:gdLst>
                    <a:gd name="csX0" fmla="*/ 0 w 35493"/>
                    <a:gd name="csY0" fmla="*/ 0 h 12636"/>
                    <a:gd name="csX1" fmla="*/ 35494 w 3549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493" h="12636">
                      <a:moveTo>
                        <a:pt x="0" y="0"/>
                      </a:moveTo>
                      <a:lnTo>
                        <a:pt x="35494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5" name="Freeform 1004">
                  <a:extLst>
                    <a:ext uri="{FF2B5EF4-FFF2-40B4-BE49-F238E27FC236}">
                      <a16:creationId xmlns:a16="http://schemas.microsoft.com/office/drawing/2014/main" id="{27913FC0-E0ED-6CCD-1BB2-3401DF387D5D}"/>
                    </a:ext>
                  </a:extLst>
                </p:cNvPr>
                <p:cNvSpPr/>
                <p:nvPr/>
              </p:nvSpPr>
              <p:spPr>
                <a:xfrm>
                  <a:off x="3359093" y="3390498"/>
                  <a:ext cx="35493" cy="12636"/>
                </a:xfrm>
                <a:custGeom>
                  <a:avLst/>
                  <a:gdLst>
                    <a:gd name="csX0" fmla="*/ 0 w 35493"/>
                    <a:gd name="csY0" fmla="*/ 0 h 12636"/>
                    <a:gd name="csX1" fmla="*/ 35494 w 3549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493" h="12636">
                      <a:moveTo>
                        <a:pt x="0" y="0"/>
                      </a:moveTo>
                      <a:lnTo>
                        <a:pt x="35494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83F5BB70-8BD0-A225-8559-5561A0CA02B1}"/>
                    </a:ext>
                  </a:extLst>
                </p:cNvPr>
                <p:cNvSpPr/>
                <p:nvPr/>
              </p:nvSpPr>
              <p:spPr>
                <a:xfrm>
                  <a:off x="3359093" y="3075343"/>
                  <a:ext cx="35493" cy="12636"/>
                </a:xfrm>
                <a:custGeom>
                  <a:avLst/>
                  <a:gdLst>
                    <a:gd name="csX0" fmla="*/ 0 w 35493"/>
                    <a:gd name="csY0" fmla="*/ 0 h 12636"/>
                    <a:gd name="csX1" fmla="*/ 35494 w 3549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493" h="12636">
                      <a:moveTo>
                        <a:pt x="0" y="0"/>
                      </a:moveTo>
                      <a:lnTo>
                        <a:pt x="35494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2C9CB1F1-F05A-F54B-87E1-498E0AA68621}"/>
                    </a:ext>
                  </a:extLst>
                </p:cNvPr>
                <p:cNvSpPr/>
                <p:nvPr/>
              </p:nvSpPr>
              <p:spPr>
                <a:xfrm>
                  <a:off x="3561952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FC5CD53A-F40F-E3E3-B48D-6C83E1225E3F}"/>
                    </a:ext>
                  </a:extLst>
                </p:cNvPr>
                <p:cNvSpPr/>
                <p:nvPr/>
              </p:nvSpPr>
              <p:spPr>
                <a:xfrm>
                  <a:off x="3840982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A28418B9-EA02-394A-B497-A1954EEA7194}"/>
                    </a:ext>
                  </a:extLst>
                </p:cNvPr>
                <p:cNvSpPr/>
                <p:nvPr/>
              </p:nvSpPr>
              <p:spPr>
                <a:xfrm>
                  <a:off x="4120140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10" name="Freeform 1009">
                  <a:extLst>
                    <a:ext uri="{FF2B5EF4-FFF2-40B4-BE49-F238E27FC236}">
                      <a16:creationId xmlns:a16="http://schemas.microsoft.com/office/drawing/2014/main" id="{89BA1D53-D854-C202-5519-B10EBED89649}"/>
                    </a:ext>
                  </a:extLst>
                </p:cNvPr>
                <p:cNvSpPr/>
                <p:nvPr/>
              </p:nvSpPr>
              <p:spPr>
                <a:xfrm>
                  <a:off x="4399170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11" name="Freeform 1010">
                  <a:extLst>
                    <a:ext uri="{FF2B5EF4-FFF2-40B4-BE49-F238E27FC236}">
                      <a16:creationId xmlns:a16="http://schemas.microsoft.com/office/drawing/2014/main" id="{CE46150A-8752-D603-AE4B-DE6FE45F158D}"/>
                    </a:ext>
                  </a:extLst>
                </p:cNvPr>
                <p:cNvSpPr/>
                <p:nvPr/>
              </p:nvSpPr>
              <p:spPr>
                <a:xfrm>
                  <a:off x="4678199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12" name="Freeform 1011">
                  <a:extLst>
                    <a:ext uri="{FF2B5EF4-FFF2-40B4-BE49-F238E27FC236}">
                      <a16:creationId xmlns:a16="http://schemas.microsoft.com/office/drawing/2014/main" id="{AD63C469-5C2A-0609-6ABB-B3EF8A59A42A}"/>
                    </a:ext>
                  </a:extLst>
                </p:cNvPr>
                <p:cNvSpPr/>
                <p:nvPr/>
              </p:nvSpPr>
              <p:spPr>
                <a:xfrm>
                  <a:off x="4957228" y="4397248"/>
                  <a:ext cx="12954" cy="34623"/>
                </a:xfrm>
                <a:custGeom>
                  <a:avLst/>
                  <a:gdLst>
                    <a:gd name="csX0" fmla="*/ 0 w 12954"/>
                    <a:gd name="csY0" fmla="*/ 34624 h 34623"/>
                    <a:gd name="csX1" fmla="*/ 0 w 12954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954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815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013" name="TextBox 1012">
                  <a:extLst>
                    <a:ext uri="{FF2B5EF4-FFF2-40B4-BE49-F238E27FC236}">
                      <a16:creationId xmlns:a16="http://schemas.microsoft.com/office/drawing/2014/main" id="{44785B40-CF0B-9868-4F86-DD67BA261D7E}"/>
                    </a:ext>
                  </a:extLst>
                </p:cNvPr>
                <p:cNvSpPr txBox="1"/>
                <p:nvPr/>
              </p:nvSpPr>
              <p:spPr>
                <a:xfrm>
                  <a:off x="3423033" y="4392894"/>
                  <a:ext cx="28084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1014" name="TextBox 1013">
                  <a:extLst>
                    <a:ext uri="{FF2B5EF4-FFF2-40B4-BE49-F238E27FC236}">
                      <a16:creationId xmlns:a16="http://schemas.microsoft.com/office/drawing/2014/main" id="{E2F9D48D-FEF4-2674-89E3-E59184E3B861}"/>
                    </a:ext>
                  </a:extLst>
                </p:cNvPr>
                <p:cNvSpPr txBox="1"/>
                <p:nvPr/>
              </p:nvSpPr>
              <p:spPr>
                <a:xfrm>
                  <a:off x="3733706" y="4392894"/>
                  <a:ext cx="2167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6C044BCB-3369-11DA-77BD-49DC30699295}"/>
                    </a:ext>
                  </a:extLst>
                </p:cNvPr>
                <p:cNvSpPr txBox="1"/>
                <p:nvPr/>
              </p:nvSpPr>
              <p:spPr>
                <a:xfrm>
                  <a:off x="3974848" y="4392894"/>
                  <a:ext cx="293670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IP</a:t>
                  </a:r>
                </a:p>
              </p:txBody>
            </p:sp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3EB6B5F0-ED97-30B3-A65D-A86143F9DE3F}"/>
                    </a:ext>
                  </a:extLst>
                </p:cNvPr>
                <p:cNvSpPr txBox="1"/>
                <p:nvPr/>
              </p:nvSpPr>
              <p:spPr>
                <a:xfrm>
                  <a:off x="4260195" y="4392894"/>
                  <a:ext cx="28084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7A3497F3-6451-9163-CB90-45477E0281CB}"/>
                    </a:ext>
                  </a:extLst>
                </p:cNvPr>
                <p:cNvSpPr txBox="1"/>
                <p:nvPr/>
              </p:nvSpPr>
              <p:spPr>
                <a:xfrm>
                  <a:off x="4501207" y="4392894"/>
                  <a:ext cx="357790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LIP</a:t>
                  </a:r>
                </a:p>
              </p:txBody>
            </p:sp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66B8D767-66C2-AA46-A3CD-10331C9EAE06}"/>
                    </a:ext>
                  </a:extLst>
                </p:cNvPr>
                <p:cNvSpPr txBox="1"/>
                <p:nvPr/>
              </p:nvSpPr>
              <p:spPr>
                <a:xfrm>
                  <a:off x="4777147" y="4392894"/>
                  <a:ext cx="364202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NM</a:t>
                  </a:r>
                </a:p>
              </p:txBody>
            </p:sp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EE3C9CE-D5C2-6A3F-43B4-CF055C1376AF}"/>
                    </a:ext>
                  </a:extLst>
                </p:cNvPr>
                <p:cNvSpPr txBox="1"/>
                <p:nvPr/>
              </p:nvSpPr>
              <p:spPr>
                <a:xfrm>
                  <a:off x="3966198" y="4525178"/>
                  <a:ext cx="54534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</p:grpSp>
        </p:grpSp>
        <p:grpSp>
          <p:nvGrpSpPr>
            <p:cNvPr id="857" name="Graphic 61">
              <a:extLst>
                <a:ext uri="{FF2B5EF4-FFF2-40B4-BE49-F238E27FC236}">
                  <a16:creationId xmlns:a16="http://schemas.microsoft.com/office/drawing/2014/main" id="{356430CD-B407-7E12-0B9D-3804454DC421}"/>
                </a:ext>
              </a:extLst>
            </p:cNvPr>
            <p:cNvGrpSpPr/>
            <p:nvPr/>
          </p:nvGrpSpPr>
          <p:grpSpPr>
            <a:xfrm>
              <a:off x="2788415" y="4372762"/>
              <a:ext cx="2398685" cy="1858505"/>
              <a:chOff x="2788415" y="4372762"/>
              <a:chExt cx="2398685" cy="1858505"/>
            </a:xfrm>
          </p:grpSpPr>
          <p:sp>
            <p:nvSpPr>
              <p:cNvPr id="858" name="Freeform 857">
                <a:extLst>
                  <a:ext uri="{FF2B5EF4-FFF2-40B4-BE49-F238E27FC236}">
                    <a16:creationId xmlns:a16="http://schemas.microsoft.com/office/drawing/2014/main" id="{33D0AB97-6233-B768-E621-F5E2BEBFDC2A}"/>
                  </a:ext>
                </a:extLst>
              </p:cNvPr>
              <p:cNvSpPr/>
              <p:nvPr/>
            </p:nvSpPr>
            <p:spPr>
              <a:xfrm>
                <a:off x="2788415" y="4411611"/>
                <a:ext cx="2398685" cy="1819656"/>
              </a:xfrm>
              <a:custGeom>
                <a:avLst/>
                <a:gdLst>
                  <a:gd name="csX0" fmla="*/ 0 w 2398685"/>
                  <a:gd name="csY0" fmla="*/ 0 h 1819656"/>
                  <a:gd name="csX1" fmla="*/ 2398685 w 2398685"/>
                  <a:gd name="csY1" fmla="*/ 0 h 1819656"/>
                  <a:gd name="csX2" fmla="*/ 2398685 w 2398685"/>
                  <a:gd name="csY2" fmla="*/ 1819656 h 1819656"/>
                  <a:gd name="csX3" fmla="*/ 0 w 2398685"/>
                  <a:gd name="csY3" fmla="*/ 1819656 h 18196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398685" h="1819656">
                    <a:moveTo>
                      <a:pt x="0" y="0"/>
                    </a:moveTo>
                    <a:lnTo>
                      <a:pt x="2398685" y="0"/>
                    </a:lnTo>
                    <a:lnTo>
                      <a:pt x="2398685" y="1819656"/>
                    </a:lnTo>
                    <a:lnTo>
                      <a:pt x="0" y="1819656"/>
                    </a:lnTo>
                    <a:close/>
                  </a:path>
                </a:pathLst>
              </a:custGeom>
              <a:solidFill>
                <a:srgbClr val="FFFFFF"/>
              </a:solidFill>
              <a:ln w="13282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400"/>
              </a:p>
            </p:txBody>
          </p:sp>
          <p:grpSp>
            <p:nvGrpSpPr>
              <p:cNvPr id="860" name="Graphic 61">
                <a:extLst>
                  <a:ext uri="{FF2B5EF4-FFF2-40B4-BE49-F238E27FC236}">
                    <a16:creationId xmlns:a16="http://schemas.microsoft.com/office/drawing/2014/main" id="{EE232CA8-3C36-EB51-8140-5D79402B1C77}"/>
                  </a:ext>
                </a:extLst>
              </p:cNvPr>
              <p:cNvGrpSpPr/>
              <p:nvPr/>
            </p:nvGrpSpPr>
            <p:grpSpPr>
              <a:xfrm>
                <a:off x="3394808" y="4424639"/>
                <a:ext cx="1744031" cy="1395691"/>
                <a:chOff x="3394808" y="4424639"/>
                <a:chExt cx="1744031" cy="1395691"/>
              </a:xfrm>
            </p:grpSpPr>
            <p:sp>
              <p:nvSpPr>
                <p:cNvPr id="861" name="Freeform 860">
                  <a:extLst>
                    <a:ext uri="{FF2B5EF4-FFF2-40B4-BE49-F238E27FC236}">
                      <a16:creationId xmlns:a16="http://schemas.microsoft.com/office/drawing/2014/main" id="{C8BC3755-AC53-C0BF-7A6C-94B38DCA367C}"/>
                    </a:ext>
                  </a:extLst>
                </p:cNvPr>
                <p:cNvSpPr/>
                <p:nvPr/>
              </p:nvSpPr>
              <p:spPr>
                <a:xfrm>
                  <a:off x="3399413" y="4467972"/>
                  <a:ext cx="1729700" cy="1352358"/>
                </a:xfrm>
                <a:custGeom>
                  <a:avLst/>
                  <a:gdLst>
                    <a:gd name="csX0" fmla="*/ 0 w 1714659"/>
                    <a:gd name="csY0" fmla="*/ 0 h 1352358"/>
                    <a:gd name="csX1" fmla="*/ 1714660 w 1714659"/>
                    <a:gd name="csY1" fmla="*/ 0 h 1352358"/>
                    <a:gd name="csX2" fmla="*/ 1714660 w 1714659"/>
                    <a:gd name="csY2" fmla="*/ 1352358 h 1352358"/>
                    <a:gd name="csX3" fmla="*/ 0 w 1714659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14659" h="1352358">
                      <a:moveTo>
                        <a:pt x="0" y="0"/>
                      </a:moveTo>
                      <a:lnTo>
                        <a:pt x="1714660" y="0"/>
                      </a:lnTo>
                      <a:lnTo>
                        <a:pt x="1714660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291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2" name="Freeform 861">
                  <a:extLst>
                    <a:ext uri="{FF2B5EF4-FFF2-40B4-BE49-F238E27FC236}">
                      <a16:creationId xmlns:a16="http://schemas.microsoft.com/office/drawing/2014/main" id="{410C41CD-7D3F-D9A2-1486-6479E14611DD}"/>
                    </a:ext>
                  </a:extLst>
                </p:cNvPr>
                <p:cNvSpPr/>
                <p:nvPr/>
              </p:nvSpPr>
              <p:spPr>
                <a:xfrm>
                  <a:off x="3717372" y="5013868"/>
                  <a:ext cx="248930" cy="12636"/>
                </a:xfrm>
                <a:custGeom>
                  <a:avLst/>
                  <a:gdLst>
                    <a:gd name="csX0" fmla="*/ 0 w 248930"/>
                    <a:gd name="csY0" fmla="*/ 0 h 12636"/>
                    <a:gd name="csX1" fmla="*/ 248930 w 248930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8930" h="12636">
                      <a:moveTo>
                        <a:pt x="0" y="0"/>
                      </a:moveTo>
                      <a:lnTo>
                        <a:pt x="248930" y="0"/>
                      </a:lnTo>
                    </a:path>
                  </a:pathLst>
                </a:custGeom>
                <a:ln w="35463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3" name="Freeform 862">
                  <a:extLst>
                    <a:ext uri="{FF2B5EF4-FFF2-40B4-BE49-F238E27FC236}">
                      <a16:creationId xmlns:a16="http://schemas.microsoft.com/office/drawing/2014/main" id="{27F1D751-3A9F-2032-2245-0625E00A8680}"/>
                    </a:ext>
                  </a:extLst>
                </p:cNvPr>
                <p:cNvSpPr/>
                <p:nvPr/>
              </p:nvSpPr>
              <p:spPr>
                <a:xfrm>
                  <a:off x="3994020" y="4902288"/>
                  <a:ext cx="248930" cy="12636"/>
                </a:xfrm>
                <a:custGeom>
                  <a:avLst/>
                  <a:gdLst>
                    <a:gd name="csX0" fmla="*/ 0 w 248930"/>
                    <a:gd name="csY0" fmla="*/ 0 h 12636"/>
                    <a:gd name="csX1" fmla="*/ 248930 w 248930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8930" h="12636">
                      <a:moveTo>
                        <a:pt x="0" y="0"/>
                      </a:moveTo>
                      <a:lnTo>
                        <a:pt x="248930" y="0"/>
                      </a:lnTo>
                    </a:path>
                  </a:pathLst>
                </a:custGeom>
                <a:ln w="35463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4" name="Freeform 863">
                  <a:extLst>
                    <a:ext uri="{FF2B5EF4-FFF2-40B4-BE49-F238E27FC236}">
                      <a16:creationId xmlns:a16="http://schemas.microsoft.com/office/drawing/2014/main" id="{FCF014A1-A631-EB65-B3A7-853635A49EFD}"/>
                    </a:ext>
                  </a:extLst>
                </p:cNvPr>
                <p:cNvSpPr/>
                <p:nvPr/>
              </p:nvSpPr>
              <p:spPr>
                <a:xfrm>
                  <a:off x="4270535" y="5393469"/>
                  <a:ext cx="248930" cy="12636"/>
                </a:xfrm>
                <a:custGeom>
                  <a:avLst/>
                  <a:gdLst>
                    <a:gd name="csX0" fmla="*/ 0 w 248930"/>
                    <a:gd name="csY0" fmla="*/ 0 h 12636"/>
                    <a:gd name="csX1" fmla="*/ 248930 w 248930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8930" h="12636">
                      <a:moveTo>
                        <a:pt x="0" y="0"/>
                      </a:moveTo>
                      <a:lnTo>
                        <a:pt x="248930" y="0"/>
                      </a:lnTo>
                    </a:path>
                  </a:pathLst>
                </a:custGeom>
                <a:ln w="35463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5" name="Freeform 864">
                  <a:extLst>
                    <a:ext uri="{FF2B5EF4-FFF2-40B4-BE49-F238E27FC236}">
                      <a16:creationId xmlns:a16="http://schemas.microsoft.com/office/drawing/2014/main" id="{1FC22B03-733C-1A1B-EC59-B651FA850AA1}"/>
                    </a:ext>
                  </a:extLst>
                </p:cNvPr>
                <p:cNvSpPr/>
                <p:nvPr/>
              </p:nvSpPr>
              <p:spPr>
                <a:xfrm>
                  <a:off x="4547050" y="5316007"/>
                  <a:ext cx="248930" cy="12636"/>
                </a:xfrm>
                <a:custGeom>
                  <a:avLst/>
                  <a:gdLst>
                    <a:gd name="csX0" fmla="*/ 0 w 248930"/>
                    <a:gd name="csY0" fmla="*/ 0 h 12636"/>
                    <a:gd name="csX1" fmla="*/ 248930 w 248930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8930" h="12636">
                      <a:moveTo>
                        <a:pt x="0" y="0"/>
                      </a:moveTo>
                      <a:lnTo>
                        <a:pt x="248930" y="0"/>
                      </a:lnTo>
                    </a:path>
                  </a:pathLst>
                </a:custGeom>
                <a:ln w="35463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6" name="Freeform 865">
                  <a:extLst>
                    <a:ext uri="{FF2B5EF4-FFF2-40B4-BE49-F238E27FC236}">
                      <a16:creationId xmlns:a16="http://schemas.microsoft.com/office/drawing/2014/main" id="{4C7A2EDC-E08A-2E20-7B8F-190624E2CDC7}"/>
                    </a:ext>
                  </a:extLst>
                </p:cNvPr>
                <p:cNvSpPr/>
                <p:nvPr/>
              </p:nvSpPr>
              <p:spPr>
                <a:xfrm>
                  <a:off x="3440857" y="5671093"/>
                  <a:ext cx="248930" cy="12636"/>
                </a:xfrm>
                <a:custGeom>
                  <a:avLst/>
                  <a:gdLst>
                    <a:gd name="csX0" fmla="*/ 0 w 248930"/>
                    <a:gd name="csY0" fmla="*/ 0 h 12636"/>
                    <a:gd name="csX1" fmla="*/ 248930 w 248930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8930" h="12636">
                      <a:moveTo>
                        <a:pt x="0" y="0"/>
                      </a:moveTo>
                      <a:lnTo>
                        <a:pt x="248930" y="0"/>
                      </a:lnTo>
                    </a:path>
                  </a:pathLst>
                </a:custGeom>
                <a:ln w="35463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7" name="Freeform 866">
                  <a:extLst>
                    <a:ext uri="{FF2B5EF4-FFF2-40B4-BE49-F238E27FC236}">
                      <a16:creationId xmlns:a16="http://schemas.microsoft.com/office/drawing/2014/main" id="{F1FA764F-810F-4372-E18E-CCE12F3DB8B8}"/>
                    </a:ext>
                  </a:extLst>
                </p:cNvPr>
                <p:cNvSpPr/>
                <p:nvPr/>
              </p:nvSpPr>
              <p:spPr>
                <a:xfrm>
                  <a:off x="3510019" y="5642787"/>
                  <a:ext cx="110606" cy="12636"/>
                </a:xfrm>
                <a:custGeom>
                  <a:avLst/>
                  <a:gdLst>
                    <a:gd name="csX0" fmla="*/ 0 w 110606"/>
                    <a:gd name="csY0" fmla="*/ 0 h 12636"/>
                    <a:gd name="csX1" fmla="*/ 110606 w 110606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6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8" name="Freeform 867">
                  <a:extLst>
                    <a:ext uri="{FF2B5EF4-FFF2-40B4-BE49-F238E27FC236}">
                      <a16:creationId xmlns:a16="http://schemas.microsoft.com/office/drawing/2014/main" id="{259B1405-4B37-002D-4283-859AAF2C8B72}"/>
                    </a:ext>
                  </a:extLst>
                </p:cNvPr>
                <p:cNvSpPr/>
                <p:nvPr/>
              </p:nvSpPr>
              <p:spPr>
                <a:xfrm>
                  <a:off x="3565322" y="5642787"/>
                  <a:ext cx="13326" cy="56611"/>
                </a:xfrm>
                <a:custGeom>
                  <a:avLst/>
                  <a:gdLst>
                    <a:gd name="csX0" fmla="*/ 0 w 13326"/>
                    <a:gd name="csY0" fmla="*/ 0 h 56611"/>
                    <a:gd name="csX1" fmla="*/ 0 w 13326"/>
                    <a:gd name="csY1" fmla="*/ 56612 h 5661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326" h="56611">
                      <a:moveTo>
                        <a:pt x="0" y="0"/>
                      </a:moveTo>
                      <a:lnTo>
                        <a:pt x="0" y="56612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69" name="Freeform 868">
                  <a:extLst>
                    <a:ext uri="{FF2B5EF4-FFF2-40B4-BE49-F238E27FC236}">
                      <a16:creationId xmlns:a16="http://schemas.microsoft.com/office/drawing/2014/main" id="{867B649B-9F11-E863-9142-2BA1DC3EAD5A}"/>
                    </a:ext>
                  </a:extLst>
                </p:cNvPr>
                <p:cNvSpPr/>
                <p:nvPr/>
              </p:nvSpPr>
              <p:spPr>
                <a:xfrm>
                  <a:off x="3510019" y="5699398"/>
                  <a:ext cx="110606" cy="12636"/>
                </a:xfrm>
                <a:custGeom>
                  <a:avLst/>
                  <a:gdLst>
                    <a:gd name="csX0" fmla="*/ 0 w 110606"/>
                    <a:gd name="csY0" fmla="*/ 0 h 12636"/>
                    <a:gd name="csX1" fmla="*/ 110606 w 110606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6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0" name="Freeform 869">
                  <a:extLst>
                    <a:ext uri="{FF2B5EF4-FFF2-40B4-BE49-F238E27FC236}">
                      <a16:creationId xmlns:a16="http://schemas.microsoft.com/office/drawing/2014/main" id="{423F42A1-64E4-B6CC-4B2C-9FAC46218A38}"/>
                    </a:ext>
                  </a:extLst>
                </p:cNvPr>
                <p:cNvSpPr/>
                <p:nvPr/>
              </p:nvSpPr>
              <p:spPr>
                <a:xfrm>
                  <a:off x="3786534" y="4959405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1" name="Freeform 870">
                  <a:extLst>
                    <a:ext uri="{FF2B5EF4-FFF2-40B4-BE49-F238E27FC236}">
                      <a16:creationId xmlns:a16="http://schemas.microsoft.com/office/drawing/2014/main" id="{602B0487-4E03-590A-0C2B-70DEAD8A090A}"/>
                    </a:ext>
                  </a:extLst>
                </p:cNvPr>
                <p:cNvSpPr/>
                <p:nvPr/>
              </p:nvSpPr>
              <p:spPr>
                <a:xfrm>
                  <a:off x="3841837" y="4959405"/>
                  <a:ext cx="13326" cy="109053"/>
                </a:xfrm>
                <a:custGeom>
                  <a:avLst/>
                  <a:gdLst>
                    <a:gd name="csX0" fmla="*/ 0 w 13326"/>
                    <a:gd name="csY0" fmla="*/ 0 h 109053"/>
                    <a:gd name="csX1" fmla="*/ 0 w 13326"/>
                    <a:gd name="csY1" fmla="*/ 109053 h 1090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326" h="109053">
                      <a:moveTo>
                        <a:pt x="0" y="0"/>
                      </a:moveTo>
                      <a:lnTo>
                        <a:pt x="0" y="109053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2" name="Freeform 871">
                  <a:extLst>
                    <a:ext uri="{FF2B5EF4-FFF2-40B4-BE49-F238E27FC236}">
                      <a16:creationId xmlns:a16="http://schemas.microsoft.com/office/drawing/2014/main" id="{6E07C4BC-EA3C-6F90-ED96-C58F28AA3FBC}"/>
                    </a:ext>
                  </a:extLst>
                </p:cNvPr>
                <p:cNvSpPr/>
                <p:nvPr/>
              </p:nvSpPr>
              <p:spPr>
                <a:xfrm>
                  <a:off x="3786534" y="5068458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3" name="Freeform 872">
                  <a:extLst>
                    <a:ext uri="{FF2B5EF4-FFF2-40B4-BE49-F238E27FC236}">
                      <a16:creationId xmlns:a16="http://schemas.microsoft.com/office/drawing/2014/main" id="{66D96F4C-4175-DFA1-094C-DAA002D85B26}"/>
                    </a:ext>
                  </a:extLst>
                </p:cNvPr>
                <p:cNvSpPr/>
                <p:nvPr/>
              </p:nvSpPr>
              <p:spPr>
                <a:xfrm>
                  <a:off x="4063182" y="4823942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4" name="Freeform 873">
                  <a:extLst>
                    <a:ext uri="{FF2B5EF4-FFF2-40B4-BE49-F238E27FC236}">
                      <a16:creationId xmlns:a16="http://schemas.microsoft.com/office/drawing/2014/main" id="{614B5B74-1409-8DA3-6289-33A306DD34BF}"/>
                    </a:ext>
                  </a:extLst>
                </p:cNvPr>
                <p:cNvSpPr/>
                <p:nvPr/>
              </p:nvSpPr>
              <p:spPr>
                <a:xfrm>
                  <a:off x="4118485" y="4823942"/>
                  <a:ext cx="13326" cy="156692"/>
                </a:xfrm>
                <a:custGeom>
                  <a:avLst/>
                  <a:gdLst>
                    <a:gd name="csX0" fmla="*/ 0 w 13326"/>
                    <a:gd name="csY0" fmla="*/ 0 h 156692"/>
                    <a:gd name="csX1" fmla="*/ 0 w 13326"/>
                    <a:gd name="csY1" fmla="*/ 156693 h 15669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326" h="156692">
                      <a:moveTo>
                        <a:pt x="0" y="0"/>
                      </a:moveTo>
                      <a:lnTo>
                        <a:pt x="0" y="156693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5" name="Freeform 874">
                  <a:extLst>
                    <a:ext uri="{FF2B5EF4-FFF2-40B4-BE49-F238E27FC236}">
                      <a16:creationId xmlns:a16="http://schemas.microsoft.com/office/drawing/2014/main" id="{4FFB687E-EBC3-52EB-0951-3BA0E17E51C4}"/>
                    </a:ext>
                  </a:extLst>
                </p:cNvPr>
                <p:cNvSpPr/>
                <p:nvPr/>
              </p:nvSpPr>
              <p:spPr>
                <a:xfrm>
                  <a:off x="4063182" y="4980634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6" name="Freeform 875">
                  <a:extLst>
                    <a:ext uri="{FF2B5EF4-FFF2-40B4-BE49-F238E27FC236}">
                      <a16:creationId xmlns:a16="http://schemas.microsoft.com/office/drawing/2014/main" id="{EB0D9D62-D1F0-DA4C-F753-77756713DD5B}"/>
                    </a:ext>
                  </a:extLst>
                </p:cNvPr>
                <p:cNvSpPr/>
                <p:nvPr/>
              </p:nvSpPr>
              <p:spPr>
                <a:xfrm>
                  <a:off x="4339697" y="5387909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7" name="Freeform 876">
                  <a:extLst>
                    <a:ext uri="{FF2B5EF4-FFF2-40B4-BE49-F238E27FC236}">
                      <a16:creationId xmlns:a16="http://schemas.microsoft.com/office/drawing/2014/main" id="{F51502F3-044D-B885-4F79-1E0330975CB7}"/>
                    </a:ext>
                  </a:extLst>
                </p:cNvPr>
                <p:cNvSpPr/>
                <p:nvPr/>
              </p:nvSpPr>
              <p:spPr>
                <a:xfrm>
                  <a:off x="4395000" y="5387909"/>
                  <a:ext cx="13326" cy="11246"/>
                </a:xfrm>
                <a:custGeom>
                  <a:avLst/>
                  <a:gdLst>
                    <a:gd name="csX0" fmla="*/ 0 w 13326"/>
                    <a:gd name="csY0" fmla="*/ 0 h 11246"/>
                    <a:gd name="csX1" fmla="*/ 0 w 13326"/>
                    <a:gd name="csY1" fmla="*/ 11246 h 1124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326" h="11246">
                      <a:moveTo>
                        <a:pt x="0" y="0"/>
                      </a:moveTo>
                      <a:lnTo>
                        <a:pt x="0" y="11246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8" name="Freeform 877">
                  <a:extLst>
                    <a:ext uri="{FF2B5EF4-FFF2-40B4-BE49-F238E27FC236}">
                      <a16:creationId xmlns:a16="http://schemas.microsoft.com/office/drawing/2014/main" id="{7AC1F9DD-9D9F-1360-9BDB-1937E0B75577}"/>
                    </a:ext>
                  </a:extLst>
                </p:cNvPr>
                <p:cNvSpPr/>
                <p:nvPr/>
              </p:nvSpPr>
              <p:spPr>
                <a:xfrm>
                  <a:off x="4339697" y="5399155"/>
                  <a:ext cx="110605" cy="12636"/>
                </a:xfrm>
                <a:custGeom>
                  <a:avLst/>
                  <a:gdLst>
                    <a:gd name="csX0" fmla="*/ 0 w 110605"/>
                    <a:gd name="csY0" fmla="*/ 0 h 12636"/>
                    <a:gd name="csX1" fmla="*/ 110606 w 11060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5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79" name="Freeform 878">
                  <a:extLst>
                    <a:ext uri="{FF2B5EF4-FFF2-40B4-BE49-F238E27FC236}">
                      <a16:creationId xmlns:a16="http://schemas.microsoft.com/office/drawing/2014/main" id="{93658214-0F9F-4991-0CAD-C0669C0C5A41}"/>
                    </a:ext>
                  </a:extLst>
                </p:cNvPr>
                <p:cNvSpPr/>
                <p:nvPr/>
              </p:nvSpPr>
              <p:spPr>
                <a:xfrm>
                  <a:off x="4616213" y="5176247"/>
                  <a:ext cx="110606" cy="12636"/>
                </a:xfrm>
                <a:custGeom>
                  <a:avLst/>
                  <a:gdLst>
                    <a:gd name="csX0" fmla="*/ 0 w 110606"/>
                    <a:gd name="csY0" fmla="*/ 0 h 12636"/>
                    <a:gd name="csX1" fmla="*/ 110606 w 110606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6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0" name="Freeform 879">
                  <a:extLst>
                    <a:ext uri="{FF2B5EF4-FFF2-40B4-BE49-F238E27FC236}">
                      <a16:creationId xmlns:a16="http://schemas.microsoft.com/office/drawing/2014/main" id="{FD6E910A-5D1B-D0B9-B76A-BB4548E43B96}"/>
                    </a:ext>
                  </a:extLst>
                </p:cNvPr>
                <p:cNvSpPr/>
                <p:nvPr/>
              </p:nvSpPr>
              <p:spPr>
                <a:xfrm>
                  <a:off x="4671515" y="5176247"/>
                  <a:ext cx="13326" cy="279519"/>
                </a:xfrm>
                <a:custGeom>
                  <a:avLst/>
                  <a:gdLst>
                    <a:gd name="csX0" fmla="*/ 0 w 13326"/>
                    <a:gd name="csY0" fmla="*/ 0 h 279519"/>
                    <a:gd name="csX1" fmla="*/ 0 w 13326"/>
                    <a:gd name="csY1" fmla="*/ 279519 h 27951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326" h="279519">
                      <a:moveTo>
                        <a:pt x="0" y="0"/>
                      </a:moveTo>
                      <a:lnTo>
                        <a:pt x="0" y="279519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1" name="Freeform 880">
                  <a:extLst>
                    <a:ext uri="{FF2B5EF4-FFF2-40B4-BE49-F238E27FC236}">
                      <a16:creationId xmlns:a16="http://schemas.microsoft.com/office/drawing/2014/main" id="{9D796DAA-0D13-27F5-1F07-0A4FEFBA0193}"/>
                    </a:ext>
                  </a:extLst>
                </p:cNvPr>
                <p:cNvSpPr/>
                <p:nvPr/>
              </p:nvSpPr>
              <p:spPr>
                <a:xfrm>
                  <a:off x="4616213" y="5455767"/>
                  <a:ext cx="110606" cy="12636"/>
                </a:xfrm>
                <a:custGeom>
                  <a:avLst/>
                  <a:gdLst>
                    <a:gd name="csX0" fmla="*/ 0 w 110606"/>
                    <a:gd name="csY0" fmla="*/ 0 h 12636"/>
                    <a:gd name="csX1" fmla="*/ 110606 w 110606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0606" h="12636">
                      <a:moveTo>
                        <a:pt x="0" y="0"/>
                      </a:moveTo>
                      <a:lnTo>
                        <a:pt x="110606" y="0"/>
                      </a:lnTo>
                    </a:path>
                  </a:pathLst>
                </a:custGeom>
                <a:noFill/>
                <a:ln w="1421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2" name="Freeform 881">
                  <a:extLst>
                    <a:ext uri="{FF2B5EF4-FFF2-40B4-BE49-F238E27FC236}">
                      <a16:creationId xmlns:a16="http://schemas.microsoft.com/office/drawing/2014/main" id="{254A136B-EF40-E098-F5B7-1E3F22F7293C}"/>
                    </a:ext>
                  </a:extLst>
                </p:cNvPr>
                <p:cNvSpPr/>
                <p:nvPr/>
              </p:nvSpPr>
              <p:spPr>
                <a:xfrm>
                  <a:off x="4359420" y="5367690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3" name="Freeform 882">
                  <a:extLst>
                    <a:ext uri="{FF2B5EF4-FFF2-40B4-BE49-F238E27FC236}">
                      <a16:creationId xmlns:a16="http://schemas.microsoft.com/office/drawing/2014/main" id="{1A94B729-8941-410F-31F0-71FEE6336FF1}"/>
                    </a:ext>
                  </a:extLst>
                </p:cNvPr>
                <p:cNvSpPr/>
                <p:nvPr/>
              </p:nvSpPr>
              <p:spPr>
                <a:xfrm>
                  <a:off x="4657656" y="5144782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7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4" name="Freeform 883">
                  <a:extLst>
                    <a:ext uri="{FF2B5EF4-FFF2-40B4-BE49-F238E27FC236}">
                      <a16:creationId xmlns:a16="http://schemas.microsoft.com/office/drawing/2014/main" id="{35E2B95B-36A9-9204-9C21-85C6EE66A09A}"/>
                    </a:ext>
                  </a:extLst>
                </p:cNvPr>
                <p:cNvSpPr/>
                <p:nvPr/>
              </p:nvSpPr>
              <p:spPr>
                <a:xfrm>
                  <a:off x="3809055" y="4985310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5" name="Freeform 884">
                  <a:extLst>
                    <a:ext uri="{FF2B5EF4-FFF2-40B4-BE49-F238E27FC236}">
                      <a16:creationId xmlns:a16="http://schemas.microsoft.com/office/drawing/2014/main" id="{74A013F2-C090-8F53-08AE-02A15C9BA46D}"/>
                    </a:ext>
                  </a:extLst>
                </p:cNvPr>
                <p:cNvSpPr/>
                <p:nvPr/>
              </p:nvSpPr>
              <p:spPr>
                <a:xfrm>
                  <a:off x="4094498" y="4643998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6" name="Freeform 885">
                  <a:extLst>
                    <a:ext uri="{FF2B5EF4-FFF2-40B4-BE49-F238E27FC236}">
                      <a16:creationId xmlns:a16="http://schemas.microsoft.com/office/drawing/2014/main" id="{8F5F871A-EF48-A9E7-CD3E-7A761947006D}"/>
                    </a:ext>
                  </a:extLst>
                </p:cNvPr>
                <p:cNvSpPr/>
                <p:nvPr/>
              </p:nvSpPr>
              <p:spPr>
                <a:xfrm>
                  <a:off x="3787334" y="4971789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7" name="Freeform 886">
                  <a:extLst>
                    <a:ext uri="{FF2B5EF4-FFF2-40B4-BE49-F238E27FC236}">
                      <a16:creationId xmlns:a16="http://schemas.microsoft.com/office/drawing/2014/main" id="{13FFD490-2E5C-77D8-026F-AC0F7A8B74FC}"/>
                    </a:ext>
                  </a:extLst>
                </p:cNvPr>
                <p:cNvSpPr/>
                <p:nvPr/>
              </p:nvSpPr>
              <p:spPr>
                <a:xfrm>
                  <a:off x="4086503" y="4815475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3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8" name="Freeform 887">
                  <a:extLst>
                    <a:ext uri="{FF2B5EF4-FFF2-40B4-BE49-F238E27FC236}">
                      <a16:creationId xmlns:a16="http://schemas.microsoft.com/office/drawing/2014/main" id="{3B6F4A70-C4D2-96DA-44E1-580851069259}"/>
                    </a:ext>
                  </a:extLst>
                </p:cNvPr>
                <p:cNvSpPr/>
                <p:nvPr/>
              </p:nvSpPr>
              <p:spPr>
                <a:xfrm>
                  <a:off x="3531207" y="5727451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89" name="Freeform 888">
                  <a:extLst>
                    <a:ext uri="{FF2B5EF4-FFF2-40B4-BE49-F238E27FC236}">
                      <a16:creationId xmlns:a16="http://schemas.microsoft.com/office/drawing/2014/main" id="{C609D9A8-2475-32F6-F2B2-40F5CBEFBFE1}"/>
                    </a:ext>
                  </a:extLst>
                </p:cNvPr>
                <p:cNvSpPr/>
                <p:nvPr/>
              </p:nvSpPr>
              <p:spPr>
                <a:xfrm>
                  <a:off x="3537337" y="5582511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0" name="Freeform 889">
                  <a:extLst>
                    <a:ext uri="{FF2B5EF4-FFF2-40B4-BE49-F238E27FC236}">
                      <a16:creationId xmlns:a16="http://schemas.microsoft.com/office/drawing/2014/main" id="{888EB686-8C91-5AB6-B903-10650392F242}"/>
                    </a:ext>
                  </a:extLst>
                </p:cNvPr>
                <p:cNvSpPr/>
                <p:nvPr/>
              </p:nvSpPr>
              <p:spPr>
                <a:xfrm>
                  <a:off x="3521479" y="5644809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1" name="Freeform 890">
                  <a:extLst>
                    <a:ext uri="{FF2B5EF4-FFF2-40B4-BE49-F238E27FC236}">
                      <a16:creationId xmlns:a16="http://schemas.microsoft.com/office/drawing/2014/main" id="{E2691DF4-24DB-30DB-82E1-55DE50FBD6EA}"/>
                    </a:ext>
                  </a:extLst>
                </p:cNvPr>
                <p:cNvSpPr/>
                <p:nvPr/>
              </p:nvSpPr>
              <p:spPr>
                <a:xfrm>
                  <a:off x="3536671" y="5645061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2" name="Freeform 891">
                  <a:extLst>
                    <a:ext uri="{FF2B5EF4-FFF2-40B4-BE49-F238E27FC236}">
                      <a16:creationId xmlns:a16="http://schemas.microsoft.com/office/drawing/2014/main" id="{27AE5FD7-7981-7D93-5A15-B04DF62F4115}"/>
                    </a:ext>
                  </a:extLst>
                </p:cNvPr>
                <p:cNvSpPr/>
                <p:nvPr/>
              </p:nvSpPr>
              <p:spPr>
                <a:xfrm>
                  <a:off x="3521080" y="5540937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3" name="Freeform 892">
                  <a:extLst>
                    <a:ext uri="{FF2B5EF4-FFF2-40B4-BE49-F238E27FC236}">
                      <a16:creationId xmlns:a16="http://schemas.microsoft.com/office/drawing/2014/main" id="{18E87E3E-A29A-C74B-F0C3-7985ECA4A91D}"/>
                    </a:ext>
                  </a:extLst>
                </p:cNvPr>
                <p:cNvSpPr/>
                <p:nvPr/>
              </p:nvSpPr>
              <p:spPr>
                <a:xfrm>
                  <a:off x="3786534" y="4849847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4" name="Freeform 893">
                  <a:extLst>
                    <a:ext uri="{FF2B5EF4-FFF2-40B4-BE49-F238E27FC236}">
                      <a16:creationId xmlns:a16="http://schemas.microsoft.com/office/drawing/2014/main" id="{CAA1B3BA-B98A-F297-5A6E-FE56AB4F8BA1}"/>
                    </a:ext>
                  </a:extLst>
                </p:cNvPr>
                <p:cNvSpPr/>
                <p:nvPr/>
              </p:nvSpPr>
              <p:spPr>
                <a:xfrm>
                  <a:off x="4092500" y="4897486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5" name="Freeform 894">
                  <a:extLst>
                    <a:ext uri="{FF2B5EF4-FFF2-40B4-BE49-F238E27FC236}">
                      <a16:creationId xmlns:a16="http://schemas.microsoft.com/office/drawing/2014/main" id="{9E3A49F7-43ED-B17C-F830-55DAD5F720DB}"/>
                    </a:ext>
                  </a:extLst>
                </p:cNvPr>
                <p:cNvSpPr/>
                <p:nvPr/>
              </p:nvSpPr>
              <p:spPr>
                <a:xfrm>
                  <a:off x="3523611" y="5696745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6" name="Freeform 895">
                  <a:extLst>
                    <a:ext uri="{FF2B5EF4-FFF2-40B4-BE49-F238E27FC236}">
                      <a16:creationId xmlns:a16="http://schemas.microsoft.com/office/drawing/2014/main" id="{9FF82A49-6D07-86DB-6F7D-8B2153BFFBC9}"/>
                    </a:ext>
                  </a:extLst>
                </p:cNvPr>
                <p:cNvSpPr/>
                <p:nvPr/>
              </p:nvSpPr>
              <p:spPr>
                <a:xfrm>
                  <a:off x="4364884" y="5356444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7" name="Freeform 896">
                  <a:extLst>
                    <a:ext uri="{FF2B5EF4-FFF2-40B4-BE49-F238E27FC236}">
                      <a16:creationId xmlns:a16="http://schemas.microsoft.com/office/drawing/2014/main" id="{B807EC44-C6C2-F845-6D2B-C5CB06E2E679}"/>
                    </a:ext>
                  </a:extLst>
                </p:cNvPr>
                <p:cNvSpPr/>
                <p:nvPr/>
              </p:nvSpPr>
              <p:spPr>
                <a:xfrm>
                  <a:off x="4654591" y="5424302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8" name="Freeform 897">
                  <a:extLst>
                    <a:ext uri="{FF2B5EF4-FFF2-40B4-BE49-F238E27FC236}">
                      <a16:creationId xmlns:a16="http://schemas.microsoft.com/office/drawing/2014/main" id="{919216CB-18E0-C008-C5B1-BD03484170CE}"/>
                    </a:ext>
                  </a:extLst>
                </p:cNvPr>
                <p:cNvSpPr/>
                <p:nvPr/>
              </p:nvSpPr>
              <p:spPr>
                <a:xfrm>
                  <a:off x="3805990" y="4855786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99" name="Freeform 898">
                  <a:extLst>
                    <a:ext uri="{FF2B5EF4-FFF2-40B4-BE49-F238E27FC236}">
                      <a16:creationId xmlns:a16="http://schemas.microsoft.com/office/drawing/2014/main" id="{673BAC69-398A-776D-102E-062613234DC9}"/>
                    </a:ext>
                  </a:extLst>
                </p:cNvPr>
                <p:cNvSpPr/>
                <p:nvPr/>
              </p:nvSpPr>
              <p:spPr>
                <a:xfrm>
                  <a:off x="4080240" y="4847698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0" name="Freeform 899">
                  <a:extLst>
                    <a:ext uri="{FF2B5EF4-FFF2-40B4-BE49-F238E27FC236}">
                      <a16:creationId xmlns:a16="http://schemas.microsoft.com/office/drawing/2014/main" id="{05FF2852-03B4-975D-4789-3B7A71435C63}"/>
                    </a:ext>
                  </a:extLst>
                </p:cNvPr>
                <p:cNvSpPr/>
                <p:nvPr/>
              </p:nvSpPr>
              <p:spPr>
                <a:xfrm>
                  <a:off x="3822914" y="5085896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1" name="Freeform 900">
                  <a:extLst>
                    <a:ext uri="{FF2B5EF4-FFF2-40B4-BE49-F238E27FC236}">
                      <a16:creationId xmlns:a16="http://schemas.microsoft.com/office/drawing/2014/main" id="{6DDC4B03-45E5-9389-DDB6-189106C707D7}"/>
                    </a:ext>
                  </a:extLst>
                </p:cNvPr>
                <p:cNvSpPr/>
                <p:nvPr/>
              </p:nvSpPr>
              <p:spPr>
                <a:xfrm>
                  <a:off x="4067313" y="4852247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2" name="Freeform 901">
                  <a:extLst>
                    <a:ext uri="{FF2B5EF4-FFF2-40B4-BE49-F238E27FC236}">
                      <a16:creationId xmlns:a16="http://schemas.microsoft.com/office/drawing/2014/main" id="{391B8EEB-404D-0A5F-E14F-EE4D32BC3899}"/>
                    </a:ext>
                  </a:extLst>
                </p:cNvPr>
                <p:cNvSpPr/>
                <p:nvPr/>
              </p:nvSpPr>
              <p:spPr>
                <a:xfrm>
                  <a:off x="4900190" y="5478133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7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3" name="Freeform 902">
                  <a:extLst>
                    <a:ext uri="{FF2B5EF4-FFF2-40B4-BE49-F238E27FC236}">
                      <a16:creationId xmlns:a16="http://schemas.microsoft.com/office/drawing/2014/main" id="{82069B9A-74E7-0354-68FE-3DC276A100DE}"/>
                    </a:ext>
                  </a:extLst>
                </p:cNvPr>
                <p:cNvSpPr/>
                <p:nvPr/>
              </p:nvSpPr>
              <p:spPr>
                <a:xfrm>
                  <a:off x="3799327" y="5247517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4" name="Freeform 903">
                  <a:extLst>
                    <a:ext uri="{FF2B5EF4-FFF2-40B4-BE49-F238E27FC236}">
                      <a16:creationId xmlns:a16="http://schemas.microsoft.com/office/drawing/2014/main" id="{5FFA8CA6-39E8-5B85-BAE9-9DA02C667C13}"/>
                    </a:ext>
                  </a:extLst>
                </p:cNvPr>
                <p:cNvSpPr/>
                <p:nvPr/>
              </p:nvSpPr>
              <p:spPr>
                <a:xfrm>
                  <a:off x="4063449" y="4739151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5" name="Freeform 904">
                  <a:extLst>
                    <a:ext uri="{FF2B5EF4-FFF2-40B4-BE49-F238E27FC236}">
                      <a16:creationId xmlns:a16="http://schemas.microsoft.com/office/drawing/2014/main" id="{4FE77BFF-722F-1569-A5AB-D1B0AA0162D9}"/>
                    </a:ext>
                  </a:extLst>
                </p:cNvPr>
                <p:cNvSpPr/>
                <p:nvPr/>
              </p:nvSpPr>
              <p:spPr>
                <a:xfrm>
                  <a:off x="3820249" y="4881059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2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6" name="Freeform 905">
                  <a:extLst>
                    <a:ext uri="{FF2B5EF4-FFF2-40B4-BE49-F238E27FC236}">
                      <a16:creationId xmlns:a16="http://schemas.microsoft.com/office/drawing/2014/main" id="{012B88F8-F34D-528C-4A99-37A204EA45B2}"/>
                    </a:ext>
                  </a:extLst>
                </p:cNvPr>
                <p:cNvSpPr/>
                <p:nvPr/>
              </p:nvSpPr>
              <p:spPr>
                <a:xfrm>
                  <a:off x="4093566" y="5299832"/>
                  <a:ext cx="66363" cy="62929"/>
                </a:xfrm>
                <a:custGeom>
                  <a:avLst/>
                  <a:gdLst>
                    <a:gd name="csX0" fmla="*/ 66364 w 66363"/>
                    <a:gd name="csY0" fmla="*/ 31465 h 62929"/>
                    <a:gd name="csX1" fmla="*/ 33182 w 66363"/>
                    <a:gd name="csY1" fmla="*/ 62930 h 62929"/>
                    <a:gd name="csX2" fmla="*/ 0 w 66363"/>
                    <a:gd name="csY2" fmla="*/ 31465 h 62929"/>
                    <a:gd name="csX3" fmla="*/ 33182 w 66363"/>
                    <a:gd name="csY3" fmla="*/ 0 h 62929"/>
                    <a:gd name="csX4" fmla="*/ 66364 w 66363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6363" h="62929">
                      <a:moveTo>
                        <a:pt x="66364" y="31465"/>
                      </a:moveTo>
                      <a:cubicBezTo>
                        <a:pt x="66364" y="48843"/>
                        <a:pt x="51508" y="62930"/>
                        <a:pt x="33182" y="62930"/>
                      </a:cubicBezTo>
                      <a:cubicBezTo>
                        <a:pt x="14856" y="62930"/>
                        <a:pt x="0" y="48842"/>
                        <a:pt x="0" y="31465"/>
                      </a:cubicBezTo>
                      <a:cubicBezTo>
                        <a:pt x="0" y="14087"/>
                        <a:pt x="14856" y="0"/>
                        <a:pt x="33182" y="0"/>
                      </a:cubicBezTo>
                      <a:cubicBezTo>
                        <a:pt x="51508" y="0"/>
                        <a:pt x="66364" y="14087"/>
                        <a:pt x="66364" y="31465"/>
                      </a:cubicBezTo>
                      <a:close/>
                    </a:path>
                  </a:pathLst>
                </a:custGeom>
                <a:noFill/>
                <a:ln w="9430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07" name="TextBox 906">
                  <a:extLst>
                    <a:ext uri="{FF2B5EF4-FFF2-40B4-BE49-F238E27FC236}">
                      <a16:creationId xmlns:a16="http://schemas.microsoft.com/office/drawing/2014/main" id="{EFAE7FC1-20C4-2087-1F3F-1D6BF04320BF}"/>
                    </a:ext>
                  </a:extLst>
                </p:cNvPr>
                <p:cNvSpPr txBox="1"/>
                <p:nvPr/>
              </p:nvSpPr>
              <p:spPr>
                <a:xfrm>
                  <a:off x="3394808" y="4424639"/>
                  <a:ext cx="34496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  </a:t>
                  </a:r>
                </a:p>
              </p:txBody>
            </p:sp>
            <p:sp>
              <p:nvSpPr>
                <p:cNvPr id="908" name="TextBox 907">
                  <a:extLst>
                    <a:ext uri="{FF2B5EF4-FFF2-40B4-BE49-F238E27FC236}">
                      <a16:creationId xmlns:a16="http://schemas.microsoft.com/office/drawing/2014/main" id="{77A2CBAF-A7BE-4752-4D57-B895D5554C94}"/>
                    </a:ext>
                  </a:extLst>
                </p:cNvPr>
                <p:cNvSpPr txBox="1"/>
                <p:nvPr/>
              </p:nvSpPr>
              <p:spPr>
                <a:xfrm>
                  <a:off x="4761813" y="4424639"/>
                  <a:ext cx="3770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ab </a:t>
                  </a:r>
                </a:p>
              </p:txBody>
            </p:sp>
            <p:sp>
              <p:nvSpPr>
                <p:cNvPr id="909" name="TextBox 908">
                  <a:extLst>
                    <a:ext uri="{FF2B5EF4-FFF2-40B4-BE49-F238E27FC236}">
                      <a16:creationId xmlns:a16="http://schemas.microsoft.com/office/drawing/2014/main" id="{275626BD-78B3-AA92-F543-10B74027B193}"/>
                    </a:ext>
                  </a:extLst>
                </p:cNvPr>
                <p:cNvSpPr txBox="1"/>
                <p:nvPr/>
              </p:nvSpPr>
              <p:spPr>
                <a:xfrm>
                  <a:off x="4224486" y="4424639"/>
                  <a:ext cx="31290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b </a:t>
                  </a:r>
                </a:p>
              </p:txBody>
            </p:sp>
            <p:sp>
              <p:nvSpPr>
                <p:cNvPr id="910" name="TextBox 909">
                  <a:extLst>
                    <a:ext uri="{FF2B5EF4-FFF2-40B4-BE49-F238E27FC236}">
                      <a16:creationId xmlns:a16="http://schemas.microsoft.com/office/drawing/2014/main" id="{239DDEA6-B7DA-7930-1A8D-4872B4E8C43A}"/>
                    </a:ext>
                  </a:extLst>
                </p:cNvPr>
                <p:cNvSpPr txBox="1"/>
                <p:nvPr/>
              </p:nvSpPr>
              <p:spPr>
                <a:xfrm>
                  <a:off x="4501002" y="4424639"/>
                  <a:ext cx="31290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b </a:t>
                  </a:r>
                </a:p>
              </p:txBody>
            </p:sp>
            <p:sp>
              <p:nvSpPr>
                <p:cNvPr id="911" name="TextBox 910">
                  <a:extLst>
                    <a:ext uri="{FF2B5EF4-FFF2-40B4-BE49-F238E27FC236}">
                      <a16:creationId xmlns:a16="http://schemas.microsoft.com/office/drawing/2014/main" id="{4F0921B3-866C-F648-4056-4634ADA6B9B5}"/>
                    </a:ext>
                  </a:extLst>
                </p:cNvPr>
                <p:cNvSpPr txBox="1"/>
                <p:nvPr/>
              </p:nvSpPr>
              <p:spPr>
                <a:xfrm>
                  <a:off x="3674518" y="4424639"/>
                  <a:ext cx="274434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c</a:t>
                  </a:r>
                </a:p>
              </p:txBody>
            </p:sp>
            <p:sp>
              <p:nvSpPr>
                <p:cNvPr id="912" name="TextBox 911">
                  <a:extLst>
                    <a:ext uri="{FF2B5EF4-FFF2-40B4-BE49-F238E27FC236}">
                      <a16:creationId xmlns:a16="http://schemas.microsoft.com/office/drawing/2014/main" id="{2D1524F5-440C-87E2-D882-4E654CF2EDAC}"/>
                    </a:ext>
                  </a:extLst>
                </p:cNvPr>
                <p:cNvSpPr txBox="1"/>
                <p:nvPr/>
              </p:nvSpPr>
              <p:spPr>
                <a:xfrm>
                  <a:off x="3951167" y="4424639"/>
                  <a:ext cx="274434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c</a:t>
                  </a:r>
                </a:p>
              </p:txBody>
            </p:sp>
            <p:sp>
              <p:nvSpPr>
                <p:cNvPr id="913" name="Freeform 912">
                  <a:extLst>
                    <a:ext uri="{FF2B5EF4-FFF2-40B4-BE49-F238E27FC236}">
                      <a16:creationId xmlns:a16="http://schemas.microsoft.com/office/drawing/2014/main" id="{1EEC9330-50D8-B9C7-AD2D-C6FECF1F0281}"/>
                    </a:ext>
                  </a:extLst>
                </p:cNvPr>
                <p:cNvSpPr/>
                <p:nvPr/>
              </p:nvSpPr>
              <p:spPr>
                <a:xfrm>
                  <a:off x="3399413" y="4467972"/>
                  <a:ext cx="1714659" cy="1352358"/>
                </a:xfrm>
                <a:custGeom>
                  <a:avLst/>
                  <a:gdLst>
                    <a:gd name="csX0" fmla="*/ 0 w 1714659"/>
                    <a:gd name="csY0" fmla="*/ 0 h 1352358"/>
                    <a:gd name="csX1" fmla="*/ 1714660 w 1714659"/>
                    <a:gd name="csY1" fmla="*/ 0 h 1352358"/>
                    <a:gd name="csX2" fmla="*/ 1714660 w 1714659"/>
                    <a:gd name="csY2" fmla="*/ 1352358 h 1352358"/>
                    <a:gd name="csX3" fmla="*/ 0 w 1714659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14659" h="1352358">
                      <a:moveTo>
                        <a:pt x="0" y="0"/>
                      </a:moveTo>
                      <a:lnTo>
                        <a:pt x="1714660" y="0"/>
                      </a:lnTo>
                      <a:lnTo>
                        <a:pt x="1714660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noFill/>
                <a:ln w="14212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914" name="Graphic 61">
                <a:extLst>
                  <a:ext uri="{FF2B5EF4-FFF2-40B4-BE49-F238E27FC236}">
                    <a16:creationId xmlns:a16="http://schemas.microsoft.com/office/drawing/2014/main" id="{82BC604D-2D84-6E9D-6892-7FF2DA96A34A}"/>
                  </a:ext>
                </a:extLst>
              </p:cNvPr>
              <p:cNvGrpSpPr/>
              <p:nvPr/>
            </p:nvGrpSpPr>
            <p:grpSpPr>
              <a:xfrm>
                <a:off x="2942213" y="4372762"/>
                <a:ext cx="1560546" cy="1821719"/>
                <a:chOff x="2942213" y="4372762"/>
                <a:chExt cx="1560546" cy="1821719"/>
              </a:xfrm>
            </p:grpSpPr>
            <p:sp>
              <p:nvSpPr>
                <p:cNvPr id="915" name="TextBox 914">
                  <a:extLst>
                    <a:ext uri="{FF2B5EF4-FFF2-40B4-BE49-F238E27FC236}">
                      <a16:creationId xmlns:a16="http://schemas.microsoft.com/office/drawing/2014/main" id="{98BE866C-672C-3BBB-6856-9D8BB3870C8C}"/>
                    </a:ext>
                  </a:extLst>
                </p:cNvPr>
                <p:cNvSpPr txBox="1"/>
                <p:nvPr/>
              </p:nvSpPr>
              <p:spPr>
                <a:xfrm>
                  <a:off x="3007432" y="5697699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916" name="TextBox 915">
                  <a:extLst>
                    <a:ext uri="{FF2B5EF4-FFF2-40B4-BE49-F238E27FC236}">
                      <a16:creationId xmlns:a16="http://schemas.microsoft.com/office/drawing/2014/main" id="{ED5AEC30-BAB4-204B-702D-7E5137172098}"/>
                    </a:ext>
                  </a:extLst>
                </p:cNvPr>
                <p:cNvSpPr txBox="1"/>
                <p:nvPr/>
              </p:nvSpPr>
              <p:spPr>
                <a:xfrm>
                  <a:off x="3007432" y="5366496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40%</a:t>
                  </a:r>
                </a:p>
              </p:txBody>
            </p:sp>
            <p:sp>
              <p:nvSpPr>
                <p:cNvPr id="917" name="TextBox 916">
                  <a:extLst>
                    <a:ext uri="{FF2B5EF4-FFF2-40B4-BE49-F238E27FC236}">
                      <a16:creationId xmlns:a16="http://schemas.microsoft.com/office/drawing/2014/main" id="{64DE0CBA-FEA0-53A9-F4B2-A78266BB3B26}"/>
                    </a:ext>
                  </a:extLst>
                </p:cNvPr>
                <p:cNvSpPr txBox="1"/>
                <p:nvPr/>
              </p:nvSpPr>
              <p:spPr>
                <a:xfrm>
                  <a:off x="3007432" y="5035294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60%</a:t>
                  </a:r>
                </a:p>
              </p:txBody>
            </p:sp>
            <p:sp>
              <p:nvSpPr>
                <p:cNvPr id="918" name="TextBox 917">
                  <a:extLst>
                    <a:ext uri="{FF2B5EF4-FFF2-40B4-BE49-F238E27FC236}">
                      <a16:creationId xmlns:a16="http://schemas.microsoft.com/office/drawing/2014/main" id="{4EDAFEE1-4E3F-F9E1-E825-3335188BA4B9}"/>
                    </a:ext>
                  </a:extLst>
                </p:cNvPr>
                <p:cNvSpPr txBox="1"/>
                <p:nvPr/>
              </p:nvSpPr>
              <p:spPr>
                <a:xfrm>
                  <a:off x="3007432" y="4704091"/>
                  <a:ext cx="41549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80%</a:t>
                  </a:r>
                </a:p>
              </p:txBody>
            </p:sp>
            <p:sp>
              <p:nvSpPr>
                <p:cNvPr id="919" name="TextBox 918">
                  <a:extLst>
                    <a:ext uri="{FF2B5EF4-FFF2-40B4-BE49-F238E27FC236}">
                      <a16:creationId xmlns:a16="http://schemas.microsoft.com/office/drawing/2014/main" id="{8751925E-CB42-3949-2253-9E7729A05052}"/>
                    </a:ext>
                  </a:extLst>
                </p:cNvPr>
                <p:cNvSpPr txBox="1"/>
                <p:nvPr/>
              </p:nvSpPr>
              <p:spPr>
                <a:xfrm>
                  <a:off x="2942213" y="4372762"/>
                  <a:ext cx="47961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100%</a:t>
                  </a:r>
                </a:p>
              </p:txBody>
            </p:sp>
            <p:sp>
              <p:nvSpPr>
                <p:cNvPr id="920" name="Freeform 919">
                  <a:extLst>
                    <a:ext uri="{FF2B5EF4-FFF2-40B4-BE49-F238E27FC236}">
                      <a16:creationId xmlns:a16="http://schemas.microsoft.com/office/drawing/2014/main" id="{BD34AC18-4207-6EF1-34F5-482DF57AD89E}"/>
                    </a:ext>
                  </a:extLst>
                </p:cNvPr>
                <p:cNvSpPr/>
                <p:nvPr/>
              </p:nvSpPr>
              <p:spPr>
                <a:xfrm>
                  <a:off x="3362900" y="5804281"/>
                  <a:ext cx="36513" cy="12636"/>
                </a:xfrm>
                <a:custGeom>
                  <a:avLst/>
                  <a:gdLst>
                    <a:gd name="csX0" fmla="*/ 0 w 36513"/>
                    <a:gd name="csY0" fmla="*/ 0 h 12636"/>
                    <a:gd name="csX1" fmla="*/ 36513 w 3651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6513" h="12636">
                      <a:moveTo>
                        <a:pt x="0" y="0"/>
                      </a:moveTo>
                      <a:lnTo>
                        <a:pt x="36513" y="0"/>
                      </a:lnTo>
                    </a:path>
                  </a:pathLst>
                </a:custGeom>
                <a:noFill/>
                <a:ln w="1421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21" name="Freeform 920">
                  <a:extLst>
                    <a:ext uri="{FF2B5EF4-FFF2-40B4-BE49-F238E27FC236}">
                      <a16:creationId xmlns:a16="http://schemas.microsoft.com/office/drawing/2014/main" id="{390F654F-646E-A314-EEFE-2304AFE97DC4}"/>
                    </a:ext>
                  </a:extLst>
                </p:cNvPr>
                <p:cNvSpPr/>
                <p:nvPr/>
              </p:nvSpPr>
              <p:spPr>
                <a:xfrm>
                  <a:off x="3362900" y="5473079"/>
                  <a:ext cx="36513" cy="12636"/>
                </a:xfrm>
                <a:custGeom>
                  <a:avLst/>
                  <a:gdLst>
                    <a:gd name="csX0" fmla="*/ 0 w 36513"/>
                    <a:gd name="csY0" fmla="*/ 0 h 12636"/>
                    <a:gd name="csX1" fmla="*/ 36513 w 3651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6513" h="12636">
                      <a:moveTo>
                        <a:pt x="0" y="0"/>
                      </a:moveTo>
                      <a:lnTo>
                        <a:pt x="36513" y="0"/>
                      </a:lnTo>
                    </a:path>
                  </a:pathLst>
                </a:custGeom>
                <a:noFill/>
                <a:ln w="1421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22" name="Freeform 921">
                  <a:extLst>
                    <a:ext uri="{FF2B5EF4-FFF2-40B4-BE49-F238E27FC236}">
                      <a16:creationId xmlns:a16="http://schemas.microsoft.com/office/drawing/2014/main" id="{4C510BCD-1510-ED14-4BCE-B6281B92135F}"/>
                    </a:ext>
                  </a:extLst>
                </p:cNvPr>
                <p:cNvSpPr/>
                <p:nvPr/>
              </p:nvSpPr>
              <p:spPr>
                <a:xfrm>
                  <a:off x="3362900" y="5141876"/>
                  <a:ext cx="36513" cy="12636"/>
                </a:xfrm>
                <a:custGeom>
                  <a:avLst/>
                  <a:gdLst>
                    <a:gd name="csX0" fmla="*/ 0 w 36513"/>
                    <a:gd name="csY0" fmla="*/ 0 h 12636"/>
                    <a:gd name="csX1" fmla="*/ 36513 w 3651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6513" h="12636">
                      <a:moveTo>
                        <a:pt x="0" y="0"/>
                      </a:moveTo>
                      <a:lnTo>
                        <a:pt x="36513" y="0"/>
                      </a:lnTo>
                    </a:path>
                  </a:pathLst>
                </a:custGeom>
                <a:noFill/>
                <a:ln w="1421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23" name="Freeform 922">
                  <a:extLst>
                    <a:ext uri="{FF2B5EF4-FFF2-40B4-BE49-F238E27FC236}">
                      <a16:creationId xmlns:a16="http://schemas.microsoft.com/office/drawing/2014/main" id="{AB760DF9-CE13-8735-F719-1E4E29C70B04}"/>
                    </a:ext>
                  </a:extLst>
                </p:cNvPr>
                <p:cNvSpPr/>
                <p:nvPr/>
              </p:nvSpPr>
              <p:spPr>
                <a:xfrm>
                  <a:off x="3362900" y="4810673"/>
                  <a:ext cx="36513" cy="12636"/>
                </a:xfrm>
                <a:custGeom>
                  <a:avLst/>
                  <a:gdLst>
                    <a:gd name="csX0" fmla="*/ 0 w 36513"/>
                    <a:gd name="csY0" fmla="*/ 0 h 12636"/>
                    <a:gd name="csX1" fmla="*/ 36513 w 3651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6513" h="12636">
                      <a:moveTo>
                        <a:pt x="0" y="0"/>
                      </a:moveTo>
                      <a:lnTo>
                        <a:pt x="36513" y="0"/>
                      </a:lnTo>
                    </a:path>
                  </a:pathLst>
                </a:custGeom>
                <a:noFill/>
                <a:ln w="1421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24" name="Freeform 923">
                  <a:extLst>
                    <a:ext uri="{FF2B5EF4-FFF2-40B4-BE49-F238E27FC236}">
                      <a16:creationId xmlns:a16="http://schemas.microsoft.com/office/drawing/2014/main" id="{AE853509-DFC2-8147-204F-0628DCB80E8F}"/>
                    </a:ext>
                  </a:extLst>
                </p:cNvPr>
                <p:cNvSpPr/>
                <p:nvPr/>
              </p:nvSpPr>
              <p:spPr>
                <a:xfrm>
                  <a:off x="3362900" y="4479344"/>
                  <a:ext cx="36513" cy="12636"/>
                </a:xfrm>
                <a:custGeom>
                  <a:avLst/>
                  <a:gdLst>
                    <a:gd name="csX0" fmla="*/ 0 w 36513"/>
                    <a:gd name="csY0" fmla="*/ 0 h 12636"/>
                    <a:gd name="csX1" fmla="*/ 36513 w 36513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6513" h="12636">
                      <a:moveTo>
                        <a:pt x="0" y="0"/>
                      </a:moveTo>
                      <a:lnTo>
                        <a:pt x="36513" y="0"/>
                      </a:lnTo>
                    </a:path>
                  </a:pathLst>
                </a:custGeom>
                <a:noFill/>
                <a:ln w="1421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937" name="TextBox 936">
                  <a:extLst>
                    <a:ext uri="{FF2B5EF4-FFF2-40B4-BE49-F238E27FC236}">
                      <a16:creationId xmlns:a16="http://schemas.microsoft.com/office/drawing/2014/main" id="{94EE8F93-2708-C7BA-83A1-C7FDEB719034}"/>
                    </a:ext>
                  </a:extLst>
                </p:cNvPr>
                <p:cNvSpPr txBox="1"/>
                <p:nvPr/>
              </p:nvSpPr>
              <p:spPr>
                <a:xfrm>
                  <a:off x="3957417" y="5948260"/>
                  <a:ext cx="54534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</p:grpSp>
        </p:grpSp>
        <p:grpSp>
          <p:nvGrpSpPr>
            <p:cNvPr id="777" name="Graphic 62">
              <a:extLst>
                <a:ext uri="{FF2B5EF4-FFF2-40B4-BE49-F238E27FC236}">
                  <a16:creationId xmlns:a16="http://schemas.microsoft.com/office/drawing/2014/main" id="{5138B084-5E2F-AA49-CE33-DDB0CFC82D68}"/>
                </a:ext>
              </a:extLst>
            </p:cNvPr>
            <p:cNvGrpSpPr/>
            <p:nvPr/>
          </p:nvGrpSpPr>
          <p:grpSpPr>
            <a:xfrm>
              <a:off x="3032242" y="5882365"/>
              <a:ext cx="2110719" cy="1769842"/>
              <a:chOff x="3032242" y="5882365"/>
              <a:chExt cx="2110719" cy="1769842"/>
            </a:xfrm>
          </p:grpSpPr>
          <p:grpSp>
            <p:nvGrpSpPr>
              <p:cNvPr id="780" name="Graphic 62">
                <a:extLst>
                  <a:ext uri="{FF2B5EF4-FFF2-40B4-BE49-F238E27FC236}">
                    <a16:creationId xmlns:a16="http://schemas.microsoft.com/office/drawing/2014/main" id="{57A610F0-5B7E-49A3-B40A-B7C4F03AB6BE}"/>
                  </a:ext>
                </a:extLst>
              </p:cNvPr>
              <p:cNvGrpSpPr/>
              <p:nvPr/>
            </p:nvGrpSpPr>
            <p:grpSpPr>
              <a:xfrm>
                <a:off x="3381496" y="5882365"/>
                <a:ext cx="1745350" cy="1395691"/>
                <a:chOff x="3381496" y="5882365"/>
                <a:chExt cx="1745350" cy="1395691"/>
              </a:xfrm>
            </p:grpSpPr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EA4CBE15-A3D8-7E0A-D147-E3D205BCFBB4}"/>
                    </a:ext>
                  </a:extLst>
                </p:cNvPr>
                <p:cNvSpPr/>
                <p:nvPr/>
              </p:nvSpPr>
              <p:spPr>
                <a:xfrm>
                  <a:off x="3381496" y="5925698"/>
                  <a:ext cx="1745350" cy="1352358"/>
                </a:xfrm>
                <a:custGeom>
                  <a:avLst/>
                  <a:gdLst>
                    <a:gd name="csX0" fmla="*/ 0 w 1745350"/>
                    <a:gd name="csY0" fmla="*/ 0 h 1352358"/>
                    <a:gd name="csX1" fmla="*/ 1745350 w 1745350"/>
                    <a:gd name="csY1" fmla="*/ 0 h 1352358"/>
                    <a:gd name="csX2" fmla="*/ 1745350 w 1745350"/>
                    <a:gd name="csY2" fmla="*/ 1352358 h 1352358"/>
                    <a:gd name="csX3" fmla="*/ 0 w 1745350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45350" h="1352358">
                      <a:moveTo>
                        <a:pt x="0" y="0"/>
                      </a:moveTo>
                      <a:lnTo>
                        <a:pt x="1745350" y="0"/>
                      </a:lnTo>
                      <a:lnTo>
                        <a:pt x="1745350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7276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1C478BA3-71C9-213C-FE3A-912253FB9582}"/>
                    </a:ext>
                  </a:extLst>
                </p:cNvPr>
                <p:cNvSpPr/>
                <p:nvPr/>
              </p:nvSpPr>
              <p:spPr>
                <a:xfrm>
                  <a:off x="3705213" y="6662785"/>
                  <a:ext cx="253404" cy="12636"/>
                </a:xfrm>
                <a:custGeom>
                  <a:avLst/>
                  <a:gdLst>
                    <a:gd name="csX0" fmla="*/ 0 w 253404"/>
                    <a:gd name="csY0" fmla="*/ 0 h 12636"/>
                    <a:gd name="csX1" fmla="*/ 253405 w 25340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3404" h="12636">
                      <a:moveTo>
                        <a:pt x="0" y="0"/>
                      </a:moveTo>
                      <a:lnTo>
                        <a:pt x="253405" y="0"/>
                      </a:lnTo>
                    </a:path>
                  </a:pathLst>
                </a:custGeom>
                <a:ln w="3419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3" name="Freeform 782">
                  <a:extLst>
                    <a:ext uri="{FF2B5EF4-FFF2-40B4-BE49-F238E27FC236}">
                      <a16:creationId xmlns:a16="http://schemas.microsoft.com/office/drawing/2014/main" id="{79667FAB-4013-3BB7-0490-902E75510884}"/>
                    </a:ext>
                  </a:extLst>
                </p:cNvPr>
                <p:cNvSpPr/>
                <p:nvPr/>
              </p:nvSpPr>
              <p:spPr>
                <a:xfrm>
                  <a:off x="3986717" y="6791045"/>
                  <a:ext cx="253404" cy="12636"/>
                </a:xfrm>
                <a:custGeom>
                  <a:avLst/>
                  <a:gdLst>
                    <a:gd name="csX0" fmla="*/ 0 w 253404"/>
                    <a:gd name="csY0" fmla="*/ 0 h 12636"/>
                    <a:gd name="csX1" fmla="*/ 253405 w 25340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3404" h="12636">
                      <a:moveTo>
                        <a:pt x="0" y="0"/>
                      </a:moveTo>
                      <a:lnTo>
                        <a:pt x="253405" y="0"/>
                      </a:lnTo>
                    </a:path>
                  </a:pathLst>
                </a:custGeom>
                <a:ln w="3419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4" name="Freeform 783">
                  <a:extLst>
                    <a:ext uri="{FF2B5EF4-FFF2-40B4-BE49-F238E27FC236}">
                      <a16:creationId xmlns:a16="http://schemas.microsoft.com/office/drawing/2014/main" id="{808EB3BF-D7C6-90FD-0506-F3EDEA7FA329}"/>
                    </a:ext>
                  </a:extLst>
                </p:cNvPr>
                <p:cNvSpPr/>
                <p:nvPr/>
              </p:nvSpPr>
              <p:spPr>
                <a:xfrm>
                  <a:off x="4268221" y="6211662"/>
                  <a:ext cx="253404" cy="12636"/>
                </a:xfrm>
                <a:custGeom>
                  <a:avLst/>
                  <a:gdLst>
                    <a:gd name="csX0" fmla="*/ 0 w 253404"/>
                    <a:gd name="csY0" fmla="*/ 0 h 12636"/>
                    <a:gd name="csX1" fmla="*/ 253405 w 25340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3404" h="12636">
                      <a:moveTo>
                        <a:pt x="0" y="0"/>
                      </a:moveTo>
                      <a:lnTo>
                        <a:pt x="253405" y="0"/>
                      </a:lnTo>
                    </a:path>
                  </a:pathLst>
                </a:custGeom>
                <a:ln w="3419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5" name="Freeform 784">
                  <a:extLst>
                    <a:ext uri="{FF2B5EF4-FFF2-40B4-BE49-F238E27FC236}">
                      <a16:creationId xmlns:a16="http://schemas.microsoft.com/office/drawing/2014/main" id="{B808A333-AADA-CE02-5438-B0692A4F4F0F}"/>
                    </a:ext>
                  </a:extLst>
                </p:cNvPr>
                <p:cNvSpPr/>
                <p:nvPr/>
              </p:nvSpPr>
              <p:spPr>
                <a:xfrm>
                  <a:off x="4549725" y="6537683"/>
                  <a:ext cx="253404" cy="12636"/>
                </a:xfrm>
                <a:custGeom>
                  <a:avLst/>
                  <a:gdLst>
                    <a:gd name="csX0" fmla="*/ 0 w 253404"/>
                    <a:gd name="csY0" fmla="*/ 0 h 12636"/>
                    <a:gd name="csX1" fmla="*/ 253405 w 25340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3404" h="12636">
                      <a:moveTo>
                        <a:pt x="0" y="0"/>
                      </a:moveTo>
                      <a:lnTo>
                        <a:pt x="253405" y="0"/>
                      </a:lnTo>
                    </a:path>
                  </a:pathLst>
                </a:custGeom>
                <a:ln w="3419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6" name="Freeform 785">
                  <a:extLst>
                    <a:ext uri="{FF2B5EF4-FFF2-40B4-BE49-F238E27FC236}">
                      <a16:creationId xmlns:a16="http://schemas.microsoft.com/office/drawing/2014/main" id="{BE83427E-EA15-0A34-643F-1C5BE52BDF7C}"/>
                    </a:ext>
                  </a:extLst>
                </p:cNvPr>
                <p:cNvSpPr/>
                <p:nvPr/>
              </p:nvSpPr>
              <p:spPr>
                <a:xfrm>
                  <a:off x="3423709" y="6231754"/>
                  <a:ext cx="253276" cy="12636"/>
                </a:xfrm>
                <a:custGeom>
                  <a:avLst/>
                  <a:gdLst>
                    <a:gd name="csX0" fmla="*/ 0 w 253276"/>
                    <a:gd name="csY0" fmla="*/ 0 h 12636"/>
                    <a:gd name="csX1" fmla="*/ 253277 w 253276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53276" h="12636">
                      <a:moveTo>
                        <a:pt x="0" y="0"/>
                      </a:moveTo>
                      <a:lnTo>
                        <a:pt x="253277" y="0"/>
                      </a:lnTo>
                    </a:path>
                  </a:pathLst>
                </a:custGeom>
                <a:ln w="3419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7" name="Freeform 786">
                  <a:extLst>
                    <a:ext uri="{FF2B5EF4-FFF2-40B4-BE49-F238E27FC236}">
                      <a16:creationId xmlns:a16="http://schemas.microsoft.com/office/drawing/2014/main" id="{8DDC1148-D6AA-BFD7-3807-F30B0E2AA34D}"/>
                    </a:ext>
                  </a:extLst>
                </p:cNvPr>
                <p:cNvSpPr/>
                <p:nvPr/>
              </p:nvSpPr>
              <p:spPr>
                <a:xfrm>
                  <a:off x="3494021" y="6174889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8" name="Freeform 787">
                  <a:extLst>
                    <a:ext uri="{FF2B5EF4-FFF2-40B4-BE49-F238E27FC236}">
                      <a16:creationId xmlns:a16="http://schemas.microsoft.com/office/drawing/2014/main" id="{ADD205B6-DA58-F26C-85FD-E51C8CDAE222}"/>
                    </a:ext>
                  </a:extLst>
                </p:cNvPr>
                <p:cNvSpPr/>
                <p:nvPr/>
              </p:nvSpPr>
              <p:spPr>
                <a:xfrm>
                  <a:off x="3550347" y="6174889"/>
                  <a:ext cx="12830" cy="113602"/>
                </a:xfrm>
                <a:custGeom>
                  <a:avLst/>
                  <a:gdLst>
                    <a:gd name="csX0" fmla="*/ 0 w 12830"/>
                    <a:gd name="csY0" fmla="*/ 0 h 113602"/>
                    <a:gd name="csX1" fmla="*/ 0 w 12830"/>
                    <a:gd name="csY1" fmla="*/ 113602 h 11360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113602">
                      <a:moveTo>
                        <a:pt x="0" y="0"/>
                      </a:moveTo>
                      <a:lnTo>
                        <a:pt x="0" y="113602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89" name="Freeform 788">
                  <a:extLst>
                    <a:ext uri="{FF2B5EF4-FFF2-40B4-BE49-F238E27FC236}">
                      <a16:creationId xmlns:a16="http://schemas.microsoft.com/office/drawing/2014/main" id="{8C5A9CE7-9728-4243-36F1-BA61043F1D02}"/>
                    </a:ext>
                  </a:extLst>
                </p:cNvPr>
                <p:cNvSpPr/>
                <p:nvPr/>
              </p:nvSpPr>
              <p:spPr>
                <a:xfrm>
                  <a:off x="3494021" y="6288491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0" name="Freeform 789">
                  <a:extLst>
                    <a:ext uri="{FF2B5EF4-FFF2-40B4-BE49-F238E27FC236}">
                      <a16:creationId xmlns:a16="http://schemas.microsoft.com/office/drawing/2014/main" id="{4377B9A1-54C5-6037-ED10-CFDF2F762650}"/>
                    </a:ext>
                  </a:extLst>
                </p:cNvPr>
                <p:cNvSpPr/>
                <p:nvPr/>
              </p:nvSpPr>
              <p:spPr>
                <a:xfrm>
                  <a:off x="3775525" y="6595306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3E7D2B9F-6586-74A4-0641-76319FC51A3C}"/>
                    </a:ext>
                  </a:extLst>
                </p:cNvPr>
                <p:cNvSpPr/>
                <p:nvPr/>
              </p:nvSpPr>
              <p:spPr>
                <a:xfrm>
                  <a:off x="3831851" y="6595306"/>
                  <a:ext cx="12830" cy="134957"/>
                </a:xfrm>
                <a:custGeom>
                  <a:avLst/>
                  <a:gdLst>
                    <a:gd name="csX0" fmla="*/ 0 w 12830"/>
                    <a:gd name="csY0" fmla="*/ 0 h 134957"/>
                    <a:gd name="csX1" fmla="*/ 0 w 12830"/>
                    <a:gd name="csY1" fmla="*/ 134958 h 1349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134957">
                      <a:moveTo>
                        <a:pt x="0" y="0"/>
                      </a:moveTo>
                      <a:lnTo>
                        <a:pt x="0" y="134958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2" name="Freeform 791">
                  <a:extLst>
                    <a:ext uri="{FF2B5EF4-FFF2-40B4-BE49-F238E27FC236}">
                      <a16:creationId xmlns:a16="http://schemas.microsoft.com/office/drawing/2014/main" id="{5314BC25-EB72-56C0-F75D-B16B1CC6AB97}"/>
                    </a:ext>
                  </a:extLst>
                </p:cNvPr>
                <p:cNvSpPr/>
                <p:nvPr/>
              </p:nvSpPr>
              <p:spPr>
                <a:xfrm>
                  <a:off x="3775525" y="6730263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3" name="Freeform 792">
                  <a:extLst>
                    <a:ext uri="{FF2B5EF4-FFF2-40B4-BE49-F238E27FC236}">
                      <a16:creationId xmlns:a16="http://schemas.microsoft.com/office/drawing/2014/main" id="{02EE7380-CB5E-A576-7328-82742FA68901}"/>
                    </a:ext>
                  </a:extLst>
                </p:cNvPr>
                <p:cNvSpPr/>
                <p:nvPr/>
              </p:nvSpPr>
              <p:spPr>
                <a:xfrm>
                  <a:off x="4057029" y="6688184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4" name="Freeform 793">
                  <a:extLst>
                    <a:ext uri="{FF2B5EF4-FFF2-40B4-BE49-F238E27FC236}">
                      <a16:creationId xmlns:a16="http://schemas.microsoft.com/office/drawing/2014/main" id="{646E02A0-1C32-93A7-44B8-0431833FD435}"/>
                    </a:ext>
                  </a:extLst>
                </p:cNvPr>
                <p:cNvSpPr/>
                <p:nvPr/>
              </p:nvSpPr>
              <p:spPr>
                <a:xfrm>
                  <a:off x="4113355" y="6688184"/>
                  <a:ext cx="12830" cy="205848"/>
                </a:xfrm>
                <a:custGeom>
                  <a:avLst/>
                  <a:gdLst>
                    <a:gd name="csX0" fmla="*/ 0 w 12830"/>
                    <a:gd name="csY0" fmla="*/ 0 h 205848"/>
                    <a:gd name="csX1" fmla="*/ 0 w 12830"/>
                    <a:gd name="csY1" fmla="*/ 205849 h 2058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205848">
                      <a:moveTo>
                        <a:pt x="0" y="0"/>
                      </a:moveTo>
                      <a:lnTo>
                        <a:pt x="0" y="205849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5" name="Freeform 794">
                  <a:extLst>
                    <a:ext uri="{FF2B5EF4-FFF2-40B4-BE49-F238E27FC236}">
                      <a16:creationId xmlns:a16="http://schemas.microsoft.com/office/drawing/2014/main" id="{FF58E74C-354B-E2CD-84AB-D23318883678}"/>
                    </a:ext>
                  </a:extLst>
                </p:cNvPr>
                <p:cNvSpPr/>
                <p:nvPr/>
              </p:nvSpPr>
              <p:spPr>
                <a:xfrm>
                  <a:off x="4057029" y="6894033"/>
                  <a:ext cx="112652" cy="12636"/>
                </a:xfrm>
                <a:custGeom>
                  <a:avLst/>
                  <a:gdLst>
                    <a:gd name="csX0" fmla="*/ 0 w 112652"/>
                    <a:gd name="csY0" fmla="*/ 0 h 12636"/>
                    <a:gd name="csX1" fmla="*/ 112653 w 112652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52" h="12636">
                      <a:moveTo>
                        <a:pt x="0" y="0"/>
                      </a:moveTo>
                      <a:lnTo>
                        <a:pt x="112653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6" name="Freeform 795">
                  <a:extLst>
                    <a:ext uri="{FF2B5EF4-FFF2-40B4-BE49-F238E27FC236}">
                      <a16:creationId xmlns:a16="http://schemas.microsoft.com/office/drawing/2014/main" id="{CCF2DA14-91FC-3E36-5AC0-1411F8B05C7F}"/>
                    </a:ext>
                  </a:extLst>
                </p:cNvPr>
                <p:cNvSpPr/>
                <p:nvPr/>
              </p:nvSpPr>
              <p:spPr>
                <a:xfrm>
                  <a:off x="4338661" y="6075187"/>
                  <a:ext cx="112524" cy="12636"/>
                </a:xfrm>
                <a:custGeom>
                  <a:avLst/>
                  <a:gdLst>
                    <a:gd name="csX0" fmla="*/ 0 w 112524"/>
                    <a:gd name="csY0" fmla="*/ 0 h 12636"/>
                    <a:gd name="csX1" fmla="*/ 112525 w 11252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524" h="12636">
                      <a:moveTo>
                        <a:pt x="0" y="0"/>
                      </a:moveTo>
                      <a:lnTo>
                        <a:pt x="112525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7" name="Freeform 796">
                  <a:extLst>
                    <a:ext uri="{FF2B5EF4-FFF2-40B4-BE49-F238E27FC236}">
                      <a16:creationId xmlns:a16="http://schemas.microsoft.com/office/drawing/2014/main" id="{3E5C370A-075D-C42A-97B8-2832C0F70179}"/>
                    </a:ext>
                  </a:extLst>
                </p:cNvPr>
                <p:cNvSpPr/>
                <p:nvPr/>
              </p:nvSpPr>
              <p:spPr>
                <a:xfrm>
                  <a:off x="4394859" y="6075187"/>
                  <a:ext cx="12830" cy="272948"/>
                </a:xfrm>
                <a:custGeom>
                  <a:avLst/>
                  <a:gdLst>
                    <a:gd name="csX0" fmla="*/ 0 w 12830"/>
                    <a:gd name="csY0" fmla="*/ 0 h 272948"/>
                    <a:gd name="csX1" fmla="*/ 0 w 12830"/>
                    <a:gd name="csY1" fmla="*/ 272948 h 2729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272948">
                      <a:moveTo>
                        <a:pt x="0" y="0"/>
                      </a:moveTo>
                      <a:lnTo>
                        <a:pt x="0" y="272948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8" name="Freeform 797">
                  <a:extLst>
                    <a:ext uri="{FF2B5EF4-FFF2-40B4-BE49-F238E27FC236}">
                      <a16:creationId xmlns:a16="http://schemas.microsoft.com/office/drawing/2014/main" id="{0C7089D3-EF35-E1AC-A5B6-DFEA5601D3E6}"/>
                    </a:ext>
                  </a:extLst>
                </p:cNvPr>
                <p:cNvSpPr/>
                <p:nvPr/>
              </p:nvSpPr>
              <p:spPr>
                <a:xfrm>
                  <a:off x="4338661" y="6348136"/>
                  <a:ext cx="112524" cy="12636"/>
                </a:xfrm>
                <a:custGeom>
                  <a:avLst/>
                  <a:gdLst>
                    <a:gd name="csX0" fmla="*/ 0 w 112524"/>
                    <a:gd name="csY0" fmla="*/ 0 h 12636"/>
                    <a:gd name="csX1" fmla="*/ 112525 w 11252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524" h="12636">
                      <a:moveTo>
                        <a:pt x="0" y="0"/>
                      </a:moveTo>
                      <a:lnTo>
                        <a:pt x="112525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799" name="Freeform 798">
                  <a:extLst>
                    <a:ext uri="{FF2B5EF4-FFF2-40B4-BE49-F238E27FC236}">
                      <a16:creationId xmlns:a16="http://schemas.microsoft.com/office/drawing/2014/main" id="{A360BBB2-D334-EEEE-6B3E-511F87DFDFC3}"/>
                    </a:ext>
                  </a:extLst>
                </p:cNvPr>
                <p:cNvSpPr/>
                <p:nvPr/>
              </p:nvSpPr>
              <p:spPr>
                <a:xfrm>
                  <a:off x="4620165" y="6471721"/>
                  <a:ext cx="112524" cy="12636"/>
                </a:xfrm>
                <a:custGeom>
                  <a:avLst/>
                  <a:gdLst>
                    <a:gd name="csX0" fmla="*/ 0 w 112524"/>
                    <a:gd name="csY0" fmla="*/ 0 h 12636"/>
                    <a:gd name="csX1" fmla="*/ 112525 w 11252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524" h="12636">
                      <a:moveTo>
                        <a:pt x="0" y="0"/>
                      </a:moveTo>
                      <a:lnTo>
                        <a:pt x="112525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0" name="Freeform 799">
                  <a:extLst>
                    <a:ext uri="{FF2B5EF4-FFF2-40B4-BE49-F238E27FC236}">
                      <a16:creationId xmlns:a16="http://schemas.microsoft.com/office/drawing/2014/main" id="{EB3ADD8A-D1FC-3FF3-0A7E-F60C3C993C58}"/>
                    </a:ext>
                  </a:extLst>
                </p:cNvPr>
                <p:cNvSpPr/>
                <p:nvPr/>
              </p:nvSpPr>
              <p:spPr>
                <a:xfrm>
                  <a:off x="4676363" y="6471721"/>
                  <a:ext cx="12830" cy="132051"/>
                </a:xfrm>
                <a:custGeom>
                  <a:avLst/>
                  <a:gdLst>
                    <a:gd name="csX0" fmla="*/ 0 w 12830"/>
                    <a:gd name="csY0" fmla="*/ 0 h 132051"/>
                    <a:gd name="csX1" fmla="*/ 0 w 12830"/>
                    <a:gd name="csY1" fmla="*/ 132051 h 13205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132051">
                      <a:moveTo>
                        <a:pt x="0" y="0"/>
                      </a:moveTo>
                      <a:lnTo>
                        <a:pt x="0" y="132051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1" name="Freeform 800">
                  <a:extLst>
                    <a:ext uri="{FF2B5EF4-FFF2-40B4-BE49-F238E27FC236}">
                      <a16:creationId xmlns:a16="http://schemas.microsoft.com/office/drawing/2014/main" id="{789020EB-0AF2-5AA4-9F1A-EC4CC4FF0B66}"/>
                    </a:ext>
                  </a:extLst>
                </p:cNvPr>
                <p:cNvSpPr/>
                <p:nvPr/>
              </p:nvSpPr>
              <p:spPr>
                <a:xfrm>
                  <a:off x="4620165" y="6603772"/>
                  <a:ext cx="112524" cy="12636"/>
                </a:xfrm>
                <a:custGeom>
                  <a:avLst/>
                  <a:gdLst>
                    <a:gd name="csX0" fmla="*/ 0 w 112524"/>
                    <a:gd name="csY0" fmla="*/ 0 h 12636"/>
                    <a:gd name="csX1" fmla="*/ 112525 w 112524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524" h="12636">
                      <a:moveTo>
                        <a:pt x="0" y="0"/>
                      </a:moveTo>
                      <a:lnTo>
                        <a:pt x="112525" y="0"/>
                      </a:lnTo>
                    </a:path>
                  </a:pathLst>
                </a:custGeom>
                <a:noFill/>
                <a:ln w="1370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2" name="Freeform 801">
                  <a:extLst>
                    <a:ext uri="{FF2B5EF4-FFF2-40B4-BE49-F238E27FC236}">
                      <a16:creationId xmlns:a16="http://schemas.microsoft.com/office/drawing/2014/main" id="{C1B643F8-DD3E-8F8D-48B4-479F8FD476C8}"/>
                    </a:ext>
                  </a:extLst>
                </p:cNvPr>
                <p:cNvSpPr/>
                <p:nvPr/>
              </p:nvSpPr>
              <p:spPr>
                <a:xfrm>
                  <a:off x="4375100" y="6043722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3" name="Freeform 802">
                  <a:extLst>
                    <a:ext uri="{FF2B5EF4-FFF2-40B4-BE49-F238E27FC236}">
                      <a16:creationId xmlns:a16="http://schemas.microsoft.com/office/drawing/2014/main" id="{ADA2F183-4D58-C524-C611-B3AEC78CD8D5}"/>
                    </a:ext>
                  </a:extLst>
                </p:cNvPr>
                <p:cNvSpPr/>
                <p:nvPr/>
              </p:nvSpPr>
              <p:spPr>
                <a:xfrm>
                  <a:off x="4658016" y="6572307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4" name="Freeform 803">
                  <a:extLst>
                    <a:ext uri="{FF2B5EF4-FFF2-40B4-BE49-F238E27FC236}">
                      <a16:creationId xmlns:a16="http://schemas.microsoft.com/office/drawing/2014/main" id="{6F38EAFF-032D-797E-D56A-D5E576CEA409}"/>
                    </a:ext>
                  </a:extLst>
                </p:cNvPr>
                <p:cNvSpPr/>
                <p:nvPr/>
              </p:nvSpPr>
              <p:spPr>
                <a:xfrm>
                  <a:off x="3809269" y="6575845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5" name="Freeform 804">
                  <a:extLst>
                    <a:ext uri="{FF2B5EF4-FFF2-40B4-BE49-F238E27FC236}">
                      <a16:creationId xmlns:a16="http://schemas.microsoft.com/office/drawing/2014/main" id="{29A61E61-8F73-A4B2-4574-08CF37EC57B8}"/>
                    </a:ext>
                  </a:extLst>
                </p:cNvPr>
                <p:cNvSpPr/>
                <p:nvPr/>
              </p:nvSpPr>
              <p:spPr>
                <a:xfrm>
                  <a:off x="4080381" y="7185177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DBE725AD-BA6B-7F08-F4AF-1B027CB80FDA}"/>
                    </a:ext>
                  </a:extLst>
                </p:cNvPr>
                <p:cNvSpPr/>
                <p:nvPr/>
              </p:nvSpPr>
              <p:spPr>
                <a:xfrm>
                  <a:off x="3813375" y="6626644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7" name="Freeform 806">
                  <a:extLst>
                    <a:ext uri="{FF2B5EF4-FFF2-40B4-BE49-F238E27FC236}">
                      <a16:creationId xmlns:a16="http://schemas.microsoft.com/office/drawing/2014/main" id="{8110BBAE-C500-D556-1BE8-ABAF47C202D6}"/>
                    </a:ext>
                  </a:extLst>
                </p:cNvPr>
                <p:cNvSpPr/>
                <p:nvPr/>
              </p:nvSpPr>
              <p:spPr>
                <a:xfrm>
                  <a:off x="4092955" y="6887335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8" name="Freeform 807">
                  <a:extLst>
                    <a:ext uri="{FF2B5EF4-FFF2-40B4-BE49-F238E27FC236}">
                      <a16:creationId xmlns:a16="http://schemas.microsoft.com/office/drawing/2014/main" id="{82A45450-2D58-2450-7DDE-5A80B3DFEFA6}"/>
                    </a:ext>
                  </a:extLst>
                </p:cNvPr>
                <p:cNvSpPr/>
                <p:nvPr/>
              </p:nvSpPr>
              <p:spPr>
                <a:xfrm>
                  <a:off x="3587927" y="6026663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F077E797-695C-11A3-C852-C3F251E2DA83}"/>
                    </a:ext>
                  </a:extLst>
                </p:cNvPr>
                <p:cNvSpPr/>
                <p:nvPr/>
              </p:nvSpPr>
              <p:spPr>
                <a:xfrm>
                  <a:off x="3526482" y="6260186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747D7E62-5F84-0419-EE73-B043250D98EA}"/>
                    </a:ext>
                  </a:extLst>
                </p:cNvPr>
                <p:cNvSpPr/>
                <p:nvPr/>
              </p:nvSpPr>
              <p:spPr>
                <a:xfrm>
                  <a:off x="3496844" y="6156566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128A53BE-9F69-B50D-166D-CCA17FCB302B}"/>
                    </a:ext>
                  </a:extLst>
                </p:cNvPr>
                <p:cNvSpPr/>
                <p:nvPr/>
              </p:nvSpPr>
              <p:spPr>
                <a:xfrm>
                  <a:off x="3500051" y="6348515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BDA9B9E0-C2C1-DD36-A93A-22B438CF0A28}"/>
                    </a:ext>
                  </a:extLst>
                </p:cNvPr>
                <p:cNvSpPr/>
                <p:nvPr/>
              </p:nvSpPr>
              <p:spPr>
                <a:xfrm>
                  <a:off x="3508135" y="6064952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3" name="Freeform 812">
                  <a:extLst>
                    <a:ext uri="{FF2B5EF4-FFF2-40B4-BE49-F238E27FC236}">
                      <a16:creationId xmlns:a16="http://schemas.microsoft.com/office/drawing/2014/main" id="{29AD758E-517B-7007-4150-C36C2DE9DCDF}"/>
                    </a:ext>
                  </a:extLst>
                </p:cNvPr>
                <p:cNvSpPr/>
                <p:nvPr/>
              </p:nvSpPr>
              <p:spPr>
                <a:xfrm>
                  <a:off x="3815813" y="6940661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4" name="Freeform 813">
                  <a:extLst>
                    <a:ext uri="{FF2B5EF4-FFF2-40B4-BE49-F238E27FC236}">
                      <a16:creationId xmlns:a16="http://schemas.microsoft.com/office/drawing/2014/main" id="{56F98D29-6A9F-619E-0D89-33D42355C1BD}"/>
                    </a:ext>
                  </a:extLst>
                </p:cNvPr>
                <p:cNvSpPr/>
                <p:nvPr/>
              </p:nvSpPr>
              <p:spPr>
                <a:xfrm>
                  <a:off x="4089234" y="6433938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5" name="Freeform 814">
                  <a:extLst>
                    <a:ext uri="{FF2B5EF4-FFF2-40B4-BE49-F238E27FC236}">
                      <a16:creationId xmlns:a16="http://schemas.microsoft.com/office/drawing/2014/main" id="{67B4E083-6416-BFF9-872B-7B23FC72D2A5}"/>
                    </a:ext>
                  </a:extLst>
                </p:cNvPr>
                <p:cNvSpPr/>
                <p:nvPr/>
              </p:nvSpPr>
              <p:spPr>
                <a:xfrm>
                  <a:off x="3499410" y="6344597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6" name="Freeform 815">
                  <a:extLst>
                    <a:ext uri="{FF2B5EF4-FFF2-40B4-BE49-F238E27FC236}">
                      <a16:creationId xmlns:a16="http://schemas.microsoft.com/office/drawing/2014/main" id="{F2DCC56F-3691-DF07-6B8A-F8B940971C5D}"/>
                    </a:ext>
                  </a:extLst>
                </p:cNvPr>
                <p:cNvSpPr/>
                <p:nvPr/>
              </p:nvSpPr>
              <p:spPr>
                <a:xfrm>
                  <a:off x="4361371" y="6316671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7" name="Freeform 816">
                  <a:extLst>
                    <a:ext uri="{FF2B5EF4-FFF2-40B4-BE49-F238E27FC236}">
                      <a16:creationId xmlns:a16="http://schemas.microsoft.com/office/drawing/2014/main" id="{1F201605-2F71-50CC-1A06-CC01566CDDF9}"/>
                    </a:ext>
                  </a:extLst>
                </p:cNvPr>
                <p:cNvSpPr/>
                <p:nvPr/>
              </p:nvSpPr>
              <p:spPr>
                <a:xfrm>
                  <a:off x="4661351" y="6440256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8" name="Freeform 817">
                  <a:extLst>
                    <a:ext uri="{FF2B5EF4-FFF2-40B4-BE49-F238E27FC236}">
                      <a16:creationId xmlns:a16="http://schemas.microsoft.com/office/drawing/2014/main" id="{26B5613C-7A90-ECE0-4DFA-F92066F9190D}"/>
                    </a:ext>
                  </a:extLst>
                </p:cNvPr>
                <p:cNvSpPr/>
                <p:nvPr/>
              </p:nvSpPr>
              <p:spPr>
                <a:xfrm>
                  <a:off x="3805035" y="6381749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3"/>
                        <a:pt x="49593" y="62930"/>
                        <a:pt x="31948" y="62930"/>
                      </a:cubicBezTo>
                      <a:cubicBezTo>
                        <a:pt x="14304" y="62930"/>
                        <a:pt x="0" y="48843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19" name="Freeform 818">
                  <a:extLst>
                    <a:ext uri="{FF2B5EF4-FFF2-40B4-BE49-F238E27FC236}">
                      <a16:creationId xmlns:a16="http://schemas.microsoft.com/office/drawing/2014/main" id="{0A15E103-E229-AED0-BEDF-A27F00FC397C}"/>
                    </a:ext>
                  </a:extLst>
                </p:cNvPr>
                <p:cNvSpPr/>
                <p:nvPr/>
              </p:nvSpPr>
              <p:spPr>
                <a:xfrm>
                  <a:off x="4091543" y="6433685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0" name="Freeform 819">
                  <a:extLst>
                    <a:ext uri="{FF2B5EF4-FFF2-40B4-BE49-F238E27FC236}">
                      <a16:creationId xmlns:a16="http://schemas.microsoft.com/office/drawing/2014/main" id="{AC0C7E9D-E653-4CA7-AEC0-202A67CC5283}"/>
                    </a:ext>
                  </a:extLst>
                </p:cNvPr>
                <p:cNvSpPr/>
                <p:nvPr/>
              </p:nvSpPr>
              <p:spPr>
                <a:xfrm>
                  <a:off x="3818636" y="6732412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1" name="Freeform 820">
                  <a:extLst>
                    <a:ext uri="{FF2B5EF4-FFF2-40B4-BE49-F238E27FC236}">
                      <a16:creationId xmlns:a16="http://schemas.microsoft.com/office/drawing/2014/main" id="{24B2E0D3-7827-B4FD-AD7A-D1074CFC3DE3}"/>
                    </a:ext>
                  </a:extLst>
                </p:cNvPr>
                <p:cNvSpPr/>
                <p:nvPr/>
              </p:nvSpPr>
              <p:spPr>
                <a:xfrm>
                  <a:off x="4078713" y="6687047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3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2" name="Freeform 821">
                  <a:extLst>
                    <a:ext uri="{FF2B5EF4-FFF2-40B4-BE49-F238E27FC236}">
                      <a16:creationId xmlns:a16="http://schemas.microsoft.com/office/drawing/2014/main" id="{D29C10B3-76F8-1575-9003-9EEAB4B46887}"/>
                    </a:ext>
                  </a:extLst>
                </p:cNvPr>
                <p:cNvSpPr/>
                <p:nvPr/>
              </p:nvSpPr>
              <p:spPr>
                <a:xfrm>
                  <a:off x="4912319" y="6172236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3" name="Freeform 822">
                  <a:extLst>
                    <a:ext uri="{FF2B5EF4-FFF2-40B4-BE49-F238E27FC236}">
                      <a16:creationId xmlns:a16="http://schemas.microsoft.com/office/drawing/2014/main" id="{A635D598-D6B9-EFDE-DB49-41A6FC5499F4}"/>
                    </a:ext>
                  </a:extLst>
                </p:cNvPr>
                <p:cNvSpPr/>
                <p:nvPr/>
              </p:nvSpPr>
              <p:spPr>
                <a:xfrm>
                  <a:off x="3818636" y="6495225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4" name="Freeform 823">
                  <a:extLst>
                    <a:ext uri="{FF2B5EF4-FFF2-40B4-BE49-F238E27FC236}">
                      <a16:creationId xmlns:a16="http://schemas.microsoft.com/office/drawing/2014/main" id="{E8E07157-9FD4-A11B-6AC0-57F1908EB871}"/>
                    </a:ext>
                  </a:extLst>
                </p:cNvPr>
                <p:cNvSpPr/>
                <p:nvPr/>
              </p:nvSpPr>
              <p:spPr>
                <a:xfrm>
                  <a:off x="4094751" y="6932827"/>
                  <a:ext cx="63896" cy="62929"/>
                </a:xfrm>
                <a:custGeom>
                  <a:avLst/>
                  <a:gdLst>
                    <a:gd name="csX0" fmla="*/ 63896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6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6" y="31465"/>
                      </a:moveTo>
                      <a:cubicBezTo>
                        <a:pt x="63896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6" y="14087"/>
                        <a:pt x="63896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5" name="Freeform 824">
                  <a:extLst>
                    <a:ext uri="{FF2B5EF4-FFF2-40B4-BE49-F238E27FC236}">
                      <a16:creationId xmlns:a16="http://schemas.microsoft.com/office/drawing/2014/main" id="{E018D1A1-6A4D-CA74-8B78-3016F5CE80FC}"/>
                    </a:ext>
                  </a:extLst>
                </p:cNvPr>
                <p:cNvSpPr/>
                <p:nvPr/>
              </p:nvSpPr>
              <p:spPr>
                <a:xfrm>
                  <a:off x="3807602" y="6666576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2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6" name="Freeform 825">
                  <a:extLst>
                    <a:ext uri="{FF2B5EF4-FFF2-40B4-BE49-F238E27FC236}">
                      <a16:creationId xmlns:a16="http://schemas.microsoft.com/office/drawing/2014/main" id="{1DD1AF1F-FF0C-C38D-8938-B166C3A88F49}"/>
                    </a:ext>
                  </a:extLst>
                </p:cNvPr>
                <p:cNvSpPr/>
                <p:nvPr/>
              </p:nvSpPr>
              <p:spPr>
                <a:xfrm>
                  <a:off x="4083203" y="6757558"/>
                  <a:ext cx="63896" cy="62929"/>
                </a:xfrm>
                <a:custGeom>
                  <a:avLst/>
                  <a:gdLst>
                    <a:gd name="csX0" fmla="*/ 63897 w 63896"/>
                    <a:gd name="csY0" fmla="*/ 31465 h 62929"/>
                    <a:gd name="csX1" fmla="*/ 31948 w 63896"/>
                    <a:gd name="csY1" fmla="*/ 62930 h 62929"/>
                    <a:gd name="csX2" fmla="*/ 0 w 63896"/>
                    <a:gd name="csY2" fmla="*/ 31465 h 62929"/>
                    <a:gd name="csX3" fmla="*/ 31948 w 63896"/>
                    <a:gd name="csY3" fmla="*/ 0 h 62929"/>
                    <a:gd name="csX4" fmla="*/ 63897 w 63896"/>
                    <a:gd name="csY4" fmla="*/ 31465 h 62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63896" h="62929">
                      <a:moveTo>
                        <a:pt x="63897" y="31465"/>
                      </a:moveTo>
                      <a:cubicBezTo>
                        <a:pt x="63897" y="48843"/>
                        <a:pt x="49593" y="62930"/>
                        <a:pt x="31948" y="62930"/>
                      </a:cubicBezTo>
                      <a:cubicBezTo>
                        <a:pt x="14304" y="62930"/>
                        <a:pt x="0" y="48842"/>
                        <a:pt x="0" y="31465"/>
                      </a:cubicBezTo>
                      <a:cubicBezTo>
                        <a:pt x="0" y="14087"/>
                        <a:pt x="14304" y="0"/>
                        <a:pt x="31948" y="0"/>
                      </a:cubicBezTo>
                      <a:cubicBezTo>
                        <a:pt x="49593" y="0"/>
                        <a:pt x="63897" y="14087"/>
                        <a:pt x="63897" y="31465"/>
                      </a:cubicBezTo>
                      <a:close/>
                    </a:path>
                  </a:pathLst>
                </a:custGeom>
                <a:noFill/>
                <a:ln w="9092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8DAAC7A9-FC03-5E40-1A3A-9ECBEE0F2ECD}"/>
                    </a:ext>
                  </a:extLst>
                </p:cNvPr>
                <p:cNvSpPr txBox="1"/>
                <p:nvPr/>
              </p:nvSpPr>
              <p:spPr>
                <a:xfrm>
                  <a:off x="3962181" y="5882365"/>
                  <a:ext cx="30008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 </a:t>
                  </a:r>
                </a:p>
              </p:txBody>
            </p:sp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91B4B10F-E1AD-DFB6-3C64-165D56FF858E}"/>
                    </a:ext>
                  </a:extLst>
                </p:cNvPr>
                <p:cNvSpPr txBox="1"/>
                <p:nvPr/>
              </p:nvSpPr>
              <p:spPr>
                <a:xfrm>
                  <a:off x="3649029" y="5882365"/>
                  <a:ext cx="357790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ab </a:t>
                  </a:r>
                </a:p>
              </p:txBody>
            </p:sp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E4460BC1-CE4A-050C-9CD4-1995492D56C6}"/>
                    </a:ext>
                  </a:extLst>
                </p:cNvPr>
                <p:cNvSpPr txBox="1"/>
                <p:nvPr/>
              </p:nvSpPr>
              <p:spPr>
                <a:xfrm>
                  <a:off x="4481369" y="5882365"/>
                  <a:ext cx="38023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r>
                    <a:rPr lang="en-US" sz="800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abc</a:t>
                  </a:r>
                  <a:endPara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046EE443-5547-3C4B-D1CD-DE927361C051}"/>
                    </a:ext>
                  </a:extLst>
                </p:cNvPr>
                <p:cNvSpPr txBox="1"/>
                <p:nvPr/>
              </p:nvSpPr>
              <p:spPr>
                <a:xfrm>
                  <a:off x="3408999" y="5882365"/>
                  <a:ext cx="26481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c</a:t>
                  </a:r>
                </a:p>
              </p:txBody>
            </p:sp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9D22BDE4-7761-45D8-B655-239CD8E41793}"/>
                    </a:ext>
                  </a:extLst>
                </p:cNvPr>
                <p:cNvSpPr txBox="1"/>
                <p:nvPr/>
              </p:nvSpPr>
              <p:spPr>
                <a:xfrm>
                  <a:off x="4275862" y="5882365"/>
                  <a:ext cx="23596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c</a:t>
                  </a:r>
                </a:p>
              </p:txBody>
            </p:sp>
            <p:sp>
              <p:nvSpPr>
                <p:cNvPr id="833" name="Freeform 832">
                  <a:extLst>
                    <a:ext uri="{FF2B5EF4-FFF2-40B4-BE49-F238E27FC236}">
                      <a16:creationId xmlns:a16="http://schemas.microsoft.com/office/drawing/2014/main" id="{06A53996-9EB9-472E-6CCE-84EA40CE497A}"/>
                    </a:ext>
                  </a:extLst>
                </p:cNvPr>
                <p:cNvSpPr/>
                <p:nvPr/>
              </p:nvSpPr>
              <p:spPr>
                <a:xfrm>
                  <a:off x="3381496" y="5925698"/>
                  <a:ext cx="1745350" cy="1352358"/>
                </a:xfrm>
                <a:custGeom>
                  <a:avLst/>
                  <a:gdLst>
                    <a:gd name="csX0" fmla="*/ 0 w 1745350"/>
                    <a:gd name="csY0" fmla="*/ 0 h 1352358"/>
                    <a:gd name="csX1" fmla="*/ 1745350 w 1745350"/>
                    <a:gd name="csY1" fmla="*/ 0 h 1352358"/>
                    <a:gd name="csX2" fmla="*/ 1745350 w 1745350"/>
                    <a:gd name="csY2" fmla="*/ 1352358 h 1352358"/>
                    <a:gd name="csX3" fmla="*/ 0 w 1745350"/>
                    <a:gd name="csY3" fmla="*/ 1352358 h 13523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745350" h="1352358">
                      <a:moveTo>
                        <a:pt x="0" y="0"/>
                      </a:moveTo>
                      <a:lnTo>
                        <a:pt x="1745350" y="0"/>
                      </a:lnTo>
                      <a:lnTo>
                        <a:pt x="1745350" y="1352358"/>
                      </a:lnTo>
                      <a:lnTo>
                        <a:pt x="0" y="1352358"/>
                      </a:lnTo>
                      <a:close/>
                    </a:path>
                  </a:pathLst>
                </a:custGeom>
                <a:noFill/>
                <a:ln w="13702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834" name="Graphic 62">
                <a:extLst>
                  <a:ext uri="{FF2B5EF4-FFF2-40B4-BE49-F238E27FC236}">
                    <a16:creationId xmlns:a16="http://schemas.microsoft.com/office/drawing/2014/main" id="{4B6DE179-8EFD-7D67-E055-182EAF966C7B}"/>
                  </a:ext>
                </a:extLst>
              </p:cNvPr>
              <p:cNvGrpSpPr/>
              <p:nvPr/>
            </p:nvGrpSpPr>
            <p:grpSpPr>
              <a:xfrm>
                <a:off x="3032242" y="6073488"/>
                <a:ext cx="2110719" cy="1578719"/>
                <a:chOff x="3032242" y="6073488"/>
                <a:chExt cx="2110719" cy="1578719"/>
              </a:xfrm>
            </p:grpSpPr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0C435394-BCB4-A93E-57E4-11D096C29405}"/>
                    </a:ext>
                  </a:extLst>
                </p:cNvPr>
                <p:cNvSpPr txBox="1"/>
                <p:nvPr/>
              </p:nvSpPr>
              <p:spPr>
                <a:xfrm>
                  <a:off x="3032242" y="7125603"/>
                  <a:ext cx="38343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-0.6</a:t>
                  </a:r>
                </a:p>
              </p:txBody>
            </p:sp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E3DCAA5F-EEF8-6973-7865-DF7E10C1A951}"/>
                    </a:ext>
                  </a:extLst>
                </p:cNvPr>
                <p:cNvSpPr txBox="1"/>
                <p:nvPr/>
              </p:nvSpPr>
              <p:spPr>
                <a:xfrm>
                  <a:off x="3032242" y="6774940"/>
                  <a:ext cx="38343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-0.3</a:t>
                  </a:r>
                </a:p>
              </p:txBody>
            </p:sp>
            <p:sp>
              <p:nvSpPr>
                <p:cNvPr id="837" name="TextBox 836">
                  <a:extLst>
                    <a:ext uri="{FF2B5EF4-FFF2-40B4-BE49-F238E27FC236}">
                      <a16:creationId xmlns:a16="http://schemas.microsoft.com/office/drawing/2014/main" id="{519ED297-95DB-1D41-F7A0-0E14B77A6578}"/>
                    </a:ext>
                  </a:extLst>
                </p:cNvPr>
                <p:cNvSpPr txBox="1"/>
                <p:nvPr/>
              </p:nvSpPr>
              <p:spPr>
                <a:xfrm>
                  <a:off x="3069842" y="6424151"/>
                  <a:ext cx="34496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0.0</a:t>
                  </a:r>
                </a:p>
              </p:txBody>
            </p:sp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B8751FCD-89C7-FD54-9C17-DEC98DFC3755}"/>
                    </a:ext>
                  </a:extLst>
                </p:cNvPr>
                <p:cNvSpPr txBox="1"/>
                <p:nvPr/>
              </p:nvSpPr>
              <p:spPr>
                <a:xfrm>
                  <a:off x="3069842" y="6073488"/>
                  <a:ext cx="34496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0.3</a:t>
                  </a:r>
                </a:p>
              </p:txBody>
            </p:sp>
            <p:sp>
              <p:nvSpPr>
                <p:cNvPr id="839" name="Freeform 838">
                  <a:extLst>
                    <a:ext uri="{FF2B5EF4-FFF2-40B4-BE49-F238E27FC236}">
                      <a16:creationId xmlns:a16="http://schemas.microsoft.com/office/drawing/2014/main" id="{E95D3FE4-17D0-DB2B-8847-5D2DDA896462}"/>
                    </a:ext>
                  </a:extLst>
                </p:cNvPr>
                <p:cNvSpPr/>
                <p:nvPr/>
              </p:nvSpPr>
              <p:spPr>
                <a:xfrm>
                  <a:off x="3346340" y="7232185"/>
                  <a:ext cx="35155" cy="12636"/>
                </a:xfrm>
                <a:custGeom>
                  <a:avLst/>
                  <a:gdLst>
                    <a:gd name="csX0" fmla="*/ 0 w 35155"/>
                    <a:gd name="csY0" fmla="*/ 0 h 12636"/>
                    <a:gd name="csX1" fmla="*/ 35156 w 3515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155" h="12636">
                      <a:moveTo>
                        <a:pt x="0" y="0"/>
                      </a:moveTo>
                      <a:lnTo>
                        <a:pt x="35156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0" name="Freeform 839">
                  <a:extLst>
                    <a:ext uri="{FF2B5EF4-FFF2-40B4-BE49-F238E27FC236}">
                      <a16:creationId xmlns:a16="http://schemas.microsoft.com/office/drawing/2014/main" id="{836F63BE-43CA-5420-64B6-7078F4D6C9C3}"/>
                    </a:ext>
                  </a:extLst>
                </p:cNvPr>
                <p:cNvSpPr/>
                <p:nvPr/>
              </p:nvSpPr>
              <p:spPr>
                <a:xfrm>
                  <a:off x="3346340" y="6881522"/>
                  <a:ext cx="35155" cy="12636"/>
                </a:xfrm>
                <a:custGeom>
                  <a:avLst/>
                  <a:gdLst>
                    <a:gd name="csX0" fmla="*/ 0 w 35155"/>
                    <a:gd name="csY0" fmla="*/ 0 h 12636"/>
                    <a:gd name="csX1" fmla="*/ 35156 w 3515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155" h="12636">
                      <a:moveTo>
                        <a:pt x="0" y="0"/>
                      </a:moveTo>
                      <a:lnTo>
                        <a:pt x="35156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1" name="Freeform 840">
                  <a:extLst>
                    <a:ext uri="{FF2B5EF4-FFF2-40B4-BE49-F238E27FC236}">
                      <a16:creationId xmlns:a16="http://schemas.microsoft.com/office/drawing/2014/main" id="{9A43C8C5-1472-2224-C116-0CF8CC0E2EB0}"/>
                    </a:ext>
                  </a:extLst>
                </p:cNvPr>
                <p:cNvSpPr/>
                <p:nvPr/>
              </p:nvSpPr>
              <p:spPr>
                <a:xfrm>
                  <a:off x="3346340" y="6530733"/>
                  <a:ext cx="35155" cy="12636"/>
                </a:xfrm>
                <a:custGeom>
                  <a:avLst/>
                  <a:gdLst>
                    <a:gd name="csX0" fmla="*/ 0 w 35155"/>
                    <a:gd name="csY0" fmla="*/ 0 h 12636"/>
                    <a:gd name="csX1" fmla="*/ 35156 w 3515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155" h="12636">
                      <a:moveTo>
                        <a:pt x="0" y="0"/>
                      </a:moveTo>
                      <a:lnTo>
                        <a:pt x="35156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2" name="Freeform 841">
                  <a:extLst>
                    <a:ext uri="{FF2B5EF4-FFF2-40B4-BE49-F238E27FC236}">
                      <a16:creationId xmlns:a16="http://schemas.microsoft.com/office/drawing/2014/main" id="{92B9D92B-4A4F-8B1E-D1E6-B5ECBA2C834A}"/>
                    </a:ext>
                  </a:extLst>
                </p:cNvPr>
                <p:cNvSpPr/>
                <p:nvPr/>
              </p:nvSpPr>
              <p:spPr>
                <a:xfrm>
                  <a:off x="3346340" y="6180070"/>
                  <a:ext cx="35155" cy="12636"/>
                </a:xfrm>
                <a:custGeom>
                  <a:avLst/>
                  <a:gdLst>
                    <a:gd name="csX0" fmla="*/ 0 w 35155"/>
                    <a:gd name="csY0" fmla="*/ 0 h 12636"/>
                    <a:gd name="csX1" fmla="*/ 35156 w 35155"/>
                    <a:gd name="csY1" fmla="*/ 0 h 1263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5155" h="12636">
                      <a:moveTo>
                        <a:pt x="0" y="0"/>
                      </a:moveTo>
                      <a:lnTo>
                        <a:pt x="35156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3" name="Freeform 842">
                  <a:extLst>
                    <a:ext uri="{FF2B5EF4-FFF2-40B4-BE49-F238E27FC236}">
                      <a16:creationId xmlns:a16="http://schemas.microsoft.com/office/drawing/2014/main" id="{FA93C8B1-C52B-70F9-1473-88519E4F79A6}"/>
                    </a:ext>
                  </a:extLst>
                </p:cNvPr>
                <p:cNvSpPr/>
                <p:nvPr/>
              </p:nvSpPr>
              <p:spPr>
                <a:xfrm>
                  <a:off x="3550347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4" name="Freeform 843">
                  <a:extLst>
                    <a:ext uri="{FF2B5EF4-FFF2-40B4-BE49-F238E27FC236}">
                      <a16:creationId xmlns:a16="http://schemas.microsoft.com/office/drawing/2014/main" id="{529CFB06-507B-8FBA-2F51-8246E0749C24}"/>
                    </a:ext>
                  </a:extLst>
                </p:cNvPr>
                <p:cNvSpPr/>
                <p:nvPr/>
              </p:nvSpPr>
              <p:spPr>
                <a:xfrm>
                  <a:off x="3831851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5" name="Freeform 844">
                  <a:extLst>
                    <a:ext uri="{FF2B5EF4-FFF2-40B4-BE49-F238E27FC236}">
                      <a16:creationId xmlns:a16="http://schemas.microsoft.com/office/drawing/2014/main" id="{39FA94C3-8492-10C2-A339-401D483E5B7C}"/>
                    </a:ext>
                  </a:extLst>
                </p:cNvPr>
                <p:cNvSpPr/>
                <p:nvPr/>
              </p:nvSpPr>
              <p:spPr>
                <a:xfrm>
                  <a:off x="4113355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6" name="Freeform 845">
                  <a:extLst>
                    <a:ext uri="{FF2B5EF4-FFF2-40B4-BE49-F238E27FC236}">
                      <a16:creationId xmlns:a16="http://schemas.microsoft.com/office/drawing/2014/main" id="{4D66A88E-181D-5333-B72E-2F2B5E84D22F}"/>
                    </a:ext>
                  </a:extLst>
                </p:cNvPr>
                <p:cNvSpPr/>
                <p:nvPr/>
              </p:nvSpPr>
              <p:spPr>
                <a:xfrm>
                  <a:off x="4394859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7" name="Freeform 846">
                  <a:extLst>
                    <a:ext uri="{FF2B5EF4-FFF2-40B4-BE49-F238E27FC236}">
                      <a16:creationId xmlns:a16="http://schemas.microsoft.com/office/drawing/2014/main" id="{E921FFA4-52F9-C81D-50D9-AD997FA4115C}"/>
                    </a:ext>
                  </a:extLst>
                </p:cNvPr>
                <p:cNvSpPr/>
                <p:nvPr/>
              </p:nvSpPr>
              <p:spPr>
                <a:xfrm>
                  <a:off x="4676363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8" name="Freeform 847">
                  <a:extLst>
                    <a:ext uri="{FF2B5EF4-FFF2-40B4-BE49-F238E27FC236}">
                      <a16:creationId xmlns:a16="http://schemas.microsoft.com/office/drawing/2014/main" id="{16ADE8CA-7B1E-F80B-98CD-4300E9EEC9C5}"/>
                    </a:ext>
                  </a:extLst>
                </p:cNvPr>
                <p:cNvSpPr/>
                <p:nvPr/>
              </p:nvSpPr>
              <p:spPr>
                <a:xfrm>
                  <a:off x="4957996" y="7278056"/>
                  <a:ext cx="12830" cy="34623"/>
                </a:xfrm>
                <a:custGeom>
                  <a:avLst/>
                  <a:gdLst>
                    <a:gd name="csX0" fmla="*/ 0 w 12830"/>
                    <a:gd name="csY0" fmla="*/ 34624 h 34623"/>
                    <a:gd name="csX1" fmla="*/ 0 w 12830"/>
                    <a:gd name="csY1" fmla="*/ 0 h 346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830" h="34623">
                      <a:moveTo>
                        <a:pt x="0" y="3462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702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849" name="TextBox 848">
                  <a:extLst>
                    <a:ext uri="{FF2B5EF4-FFF2-40B4-BE49-F238E27FC236}">
                      <a16:creationId xmlns:a16="http://schemas.microsoft.com/office/drawing/2014/main" id="{550A5D00-87BD-A768-2ED6-45C3612687B6}"/>
                    </a:ext>
                  </a:extLst>
                </p:cNvPr>
                <p:cNvSpPr txBox="1"/>
                <p:nvPr/>
              </p:nvSpPr>
              <p:spPr>
                <a:xfrm>
                  <a:off x="3411880" y="7273702"/>
                  <a:ext cx="28084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850" name="TextBox 849">
                  <a:extLst>
                    <a:ext uri="{FF2B5EF4-FFF2-40B4-BE49-F238E27FC236}">
                      <a16:creationId xmlns:a16="http://schemas.microsoft.com/office/drawing/2014/main" id="{5373E58E-3085-20DD-3D3F-39F2D1F1EB88}"/>
                    </a:ext>
                  </a:extLst>
                </p:cNvPr>
                <p:cNvSpPr txBox="1"/>
                <p:nvPr/>
              </p:nvSpPr>
              <p:spPr>
                <a:xfrm>
                  <a:off x="3724726" y="7273702"/>
                  <a:ext cx="2167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851" name="TextBox 850">
                  <a:extLst>
                    <a:ext uri="{FF2B5EF4-FFF2-40B4-BE49-F238E27FC236}">
                      <a16:creationId xmlns:a16="http://schemas.microsoft.com/office/drawing/2014/main" id="{DBED81F6-9D9B-1551-30DA-8762BA5BAA48}"/>
                    </a:ext>
                  </a:extLst>
                </p:cNvPr>
                <p:cNvSpPr txBox="1"/>
                <p:nvPr/>
              </p:nvSpPr>
              <p:spPr>
                <a:xfrm>
                  <a:off x="3968576" y="7273702"/>
                  <a:ext cx="293670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IP</a:t>
                  </a:r>
                </a:p>
              </p:txBody>
            </p:sp>
            <p:sp>
              <p:nvSpPr>
                <p:cNvPr id="852" name="TextBox 851">
                  <a:extLst>
                    <a:ext uri="{FF2B5EF4-FFF2-40B4-BE49-F238E27FC236}">
                      <a16:creationId xmlns:a16="http://schemas.microsoft.com/office/drawing/2014/main" id="{1DA50CD3-7793-FFFD-6432-5FE1916F9A00}"/>
                    </a:ext>
                  </a:extLst>
                </p:cNvPr>
                <p:cNvSpPr txBox="1"/>
                <p:nvPr/>
              </p:nvSpPr>
              <p:spPr>
                <a:xfrm>
                  <a:off x="4256337" y="7273702"/>
                  <a:ext cx="28084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853" name="TextBox 852">
                  <a:extLst>
                    <a:ext uri="{FF2B5EF4-FFF2-40B4-BE49-F238E27FC236}">
                      <a16:creationId xmlns:a16="http://schemas.microsoft.com/office/drawing/2014/main" id="{A728B3AF-1897-B679-1B2D-099464A8D733}"/>
                    </a:ext>
                  </a:extLst>
                </p:cNvPr>
                <p:cNvSpPr txBox="1"/>
                <p:nvPr/>
              </p:nvSpPr>
              <p:spPr>
                <a:xfrm>
                  <a:off x="4500186" y="7273702"/>
                  <a:ext cx="357790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LIP</a:t>
                  </a:r>
                </a:p>
              </p:txBody>
            </p:sp>
            <p:sp>
              <p:nvSpPr>
                <p:cNvPr id="854" name="TextBox 853">
                  <a:extLst>
                    <a:ext uri="{FF2B5EF4-FFF2-40B4-BE49-F238E27FC236}">
                      <a16:creationId xmlns:a16="http://schemas.microsoft.com/office/drawing/2014/main" id="{3A9E234D-FB62-E7BF-A799-89CDE5BD4CC2}"/>
                    </a:ext>
                  </a:extLst>
                </p:cNvPr>
                <p:cNvSpPr txBox="1"/>
                <p:nvPr/>
              </p:nvSpPr>
              <p:spPr>
                <a:xfrm>
                  <a:off x="4778759" y="7273702"/>
                  <a:ext cx="364202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9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NM</a:t>
                  </a:r>
                </a:p>
              </p:txBody>
            </p:sp>
            <p:sp>
              <p:nvSpPr>
                <p:cNvPr id="855" name="TextBox 854">
                  <a:extLst>
                    <a:ext uri="{FF2B5EF4-FFF2-40B4-BE49-F238E27FC236}">
                      <a16:creationId xmlns:a16="http://schemas.microsoft.com/office/drawing/2014/main" id="{C875B8A2-1E8C-A822-CF93-7D6FED7CD332}"/>
                    </a:ext>
                  </a:extLst>
                </p:cNvPr>
                <p:cNvSpPr txBox="1"/>
                <p:nvPr/>
              </p:nvSpPr>
              <p:spPr>
                <a:xfrm>
                  <a:off x="3962574" y="7405986"/>
                  <a:ext cx="54534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</p:grpSp>
        </p:grp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FD729BBD-C1B3-7F7F-C905-0C177ECB3E9F}"/>
                </a:ext>
              </a:extLst>
            </p:cNvPr>
            <p:cNvSpPr txBox="1"/>
            <p:nvPr/>
          </p:nvSpPr>
          <p:spPr>
            <a:xfrm rot="16200000">
              <a:off x="2459078" y="3594111"/>
              <a:ext cx="926857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Testicular %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E79952DF-DA41-95F6-3A26-87028CCA6FAA}"/>
                </a:ext>
              </a:extLst>
            </p:cNvPr>
            <p:cNvSpPr txBox="1"/>
            <p:nvPr/>
          </p:nvSpPr>
          <p:spPr>
            <a:xfrm rot="16200000">
              <a:off x="2519191" y="5017193"/>
              <a:ext cx="806631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Ovarian</a:t>
              </a:r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%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7303793D-5291-074B-963D-B52F4D8542B6}"/>
                </a:ext>
              </a:extLst>
            </p:cNvPr>
            <p:cNvSpPr txBox="1"/>
            <p:nvPr/>
          </p:nvSpPr>
          <p:spPr>
            <a:xfrm rot="16200000">
              <a:off x="2285954" y="6474919"/>
              <a:ext cx="127310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Corrected Volume</a:t>
              </a:r>
            </a:p>
          </p:txBody>
        </p:sp>
      </p:grpSp>
      <p:grpSp>
        <p:nvGrpSpPr>
          <p:cNvPr id="3170" name="Group 3169">
            <a:extLst>
              <a:ext uri="{FF2B5EF4-FFF2-40B4-BE49-F238E27FC236}">
                <a16:creationId xmlns:a16="http://schemas.microsoft.com/office/drawing/2014/main" id="{29EB5B43-A5F3-8E71-F424-475A0988C55C}"/>
              </a:ext>
            </a:extLst>
          </p:cNvPr>
          <p:cNvGrpSpPr/>
          <p:nvPr/>
        </p:nvGrpSpPr>
        <p:grpSpPr>
          <a:xfrm>
            <a:off x="41378" y="5861364"/>
            <a:ext cx="2682102" cy="1814742"/>
            <a:chOff x="41378" y="5861364"/>
            <a:chExt cx="2682102" cy="1814742"/>
          </a:xfrm>
        </p:grpSpPr>
        <p:sp>
          <p:nvSpPr>
            <p:cNvPr id="2926" name="Freeform 2925">
              <a:extLst>
                <a:ext uri="{FF2B5EF4-FFF2-40B4-BE49-F238E27FC236}">
                  <a16:creationId xmlns:a16="http://schemas.microsoft.com/office/drawing/2014/main" id="{FB31ED8F-5F26-3769-0533-97CDE49E1543}"/>
                </a:ext>
              </a:extLst>
            </p:cNvPr>
            <p:cNvSpPr/>
            <p:nvPr/>
          </p:nvSpPr>
          <p:spPr>
            <a:xfrm>
              <a:off x="80126" y="5861364"/>
              <a:ext cx="2643354" cy="1814742"/>
            </a:xfrm>
            <a:custGeom>
              <a:avLst/>
              <a:gdLst>
                <a:gd name="csX0" fmla="*/ 0 w 2643354"/>
                <a:gd name="csY0" fmla="*/ 0 h 1814742"/>
                <a:gd name="csX1" fmla="*/ 2643354 w 2643354"/>
                <a:gd name="csY1" fmla="*/ 0 h 1814742"/>
                <a:gd name="csX2" fmla="*/ 2643354 w 2643354"/>
                <a:gd name="csY2" fmla="*/ 1814742 h 1814742"/>
                <a:gd name="csX3" fmla="*/ 0 w 2643354"/>
                <a:gd name="csY3" fmla="*/ 1814742 h 1814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43354" h="1814742">
                  <a:moveTo>
                    <a:pt x="0" y="0"/>
                  </a:moveTo>
                  <a:lnTo>
                    <a:pt x="2643354" y="0"/>
                  </a:lnTo>
                  <a:lnTo>
                    <a:pt x="2643354" y="1814742"/>
                  </a:lnTo>
                  <a:lnTo>
                    <a:pt x="0" y="1814742"/>
                  </a:lnTo>
                  <a:close/>
                </a:path>
              </a:pathLst>
            </a:custGeom>
            <a:solidFill>
              <a:srgbClr val="FFFFFF"/>
            </a:solidFill>
            <a:ln w="12215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27" name="Freeform 2926">
              <a:extLst>
                <a:ext uri="{FF2B5EF4-FFF2-40B4-BE49-F238E27FC236}">
                  <a16:creationId xmlns:a16="http://schemas.microsoft.com/office/drawing/2014/main" id="{D32C99FB-9D24-B1E6-1254-B3559125BD38}"/>
                </a:ext>
              </a:extLst>
            </p:cNvPr>
            <p:cNvSpPr/>
            <p:nvPr/>
          </p:nvSpPr>
          <p:spPr>
            <a:xfrm>
              <a:off x="80125" y="5861364"/>
              <a:ext cx="2643354" cy="1814742"/>
            </a:xfrm>
            <a:custGeom>
              <a:avLst/>
              <a:gdLst>
                <a:gd name="csX0" fmla="*/ 0 w 2643354"/>
                <a:gd name="csY0" fmla="*/ 0 h 1814742"/>
                <a:gd name="csX1" fmla="*/ 2643354 w 2643354"/>
                <a:gd name="csY1" fmla="*/ 0 h 1814742"/>
                <a:gd name="csX2" fmla="*/ 2643354 w 2643354"/>
                <a:gd name="csY2" fmla="*/ 1814742 h 1814742"/>
                <a:gd name="csX3" fmla="*/ 0 w 2643354"/>
                <a:gd name="csY3" fmla="*/ 1814742 h 1814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43354" h="1814742">
                  <a:moveTo>
                    <a:pt x="0" y="0"/>
                  </a:moveTo>
                  <a:lnTo>
                    <a:pt x="2643354" y="0"/>
                  </a:lnTo>
                  <a:lnTo>
                    <a:pt x="2643354" y="1814742"/>
                  </a:lnTo>
                  <a:lnTo>
                    <a:pt x="0" y="1814742"/>
                  </a:lnTo>
                  <a:close/>
                </a:path>
              </a:pathLst>
            </a:custGeom>
            <a:solidFill>
              <a:srgbClr val="FFFFFF"/>
            </a:solidFill>
            <a:ln w="1307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E2FFD513-E903-FA6B-2B55-22725F1EE03B}"/>
                </a:ext>
              </a:extLst>
            </p:cNvPr>
            <p:cNvSpPr/>
            <p:nvPr/>
          </p:nvSpPr>
          <p:spPr>
            <a:xfrm>
              <a:off x="515300" y="5930425"/>
              <a:ext cx="2141116" cy="1348706"/>
            </a:xfrm>
            <a:custGeom>
              <a:avLst/>
              <a:gdLst>
                <a:gd name="csX0" fmla="*/ 0 w 2141116"/>
                <a:gd name="csY0" fmla="*/ 0 h 1348706"/>
                <a:gd name="csX1" fmla="*/ 2141117 w 2141116"/>
                <a:gd name="csY1" fmla="*/ 0 h 1348706"/>
                <a:gd name="csX2" fmla="*/ 2141117 w 2141116"/>
                <a:gd name="csY2" fmla="*/ 1348706 h 1348706"/>
                <a:gd name="csX3" fmla="*/ 0 w 2141116"/>
                <a:gd name="csY3" fmla="*/ 1348706 h 1348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41116" h="1348706">
                  <a:moveTo>
                    <a:pt x="0" y="0"/>
                  </a:moveTo>
                  <a:lnTo>
                    <a:pt x="2141117" y="0"/>
                  </a:lnTo>
                  <a:lnTo>
                    <a:pt x="2141117" y="1348706"/>
                  </a:lnTo>
                  <a:lnTo>
                    <a:pt x="0" y="1348706"/>
                  </a:lnTo>
                  <a:close/>
                </a:path>
              </a:pathLst>
            </a:custGeom>
            <a:solidFill>
              <a:srgbClr val="FFFFFF"/>
            </a:solidFill>
            <a:ln w="260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F94DA076-5DEB-BFEF-77A1-3FB6DA0D51A4}"/>
                </a:ext>
              </a:extLst>
            </p:cNvPr>
            <p:cNvSpPr/>
            <p:nvPr/>
          </p:nvSpPr>
          <p:spPr>
            <a:xfrm>
              <a:off x="554583" y="7085936"/>
              <a:ext cx="234964" cy="12602"/>
            </a:xfrm>
            <a:custGeom>
              <a:avLst/>
              <a:gdLst>
                <a:gd name="csX0" fmla="*/ 0 w 234964"/>
                <a:gd name="csY0" fmla="*/ 0 h 12602"/>
                <a:gd name="csX1" fmla="*/ 234965 w 234964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964" h="12602">
                  <a:moveTo>
                    <a:pt x="0" y="0"/>
                  </a:moveTo>
                  <a:lnTo>
                    <a:pt x="234965" y="0"/>
                  </a:lnTo>
                </a:path>
              </a:pathLst>
            </a:custGeom>
            <a:ln w="32614" cap="flat">
              <a:solidFill>
                <a:srgbClr val="F8766D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524ECB27-86C3-C7D0-D0B7-976A67464A62}"/>
                </a:ext>
              </a:extLst>
            </p:cNvPr>
            <p:cNvSpPr/>
            <p:nvPr/>
          </p:nvSpPr>
          <p:spPr>
            <a:xfrm>
              <a:off x="815614" y="6350336"/>
              <a:ext cx="234964" cy="12602"/>
            </a:xfrm>
            <a:custGeom>
              <a:avLst/>
              <a:gdLst>
                <a:gd name="csX0" fmla="*/ 0 w 234964"/>
                <a:gd name="csY0" fmla="*/ 0 h 12602"/>
                <a:gd name="csX1" fmla="*/ 234965 w 234964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964" h="12602">
                  <a:moveTo>
                    <a:pt x="0" y="0"/>
                  </a:moveTo>
                  <a:lnTo>
                    <a:pt x="234965" y="0"/>
                  </a:lnTo>
                </a:path>
              </a:pathLst>
            </a:custGeom>
            <a:ln w="32614" cap="flat">
              <a:solidFill>
                <a:srgbClr val="00BFC4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BBC3C750-349B-1C40-26DC-9B5693972E4E}"/>
                </a:ext>
              </a:extLst>
            </p:cNvPr>
            <p:cNvSpPr/>
            <p:nvPr/>
          </p:nvSpPr>
          <p:spPr>
            <a:xfrm>
              <a:off x="1076768" y="6387891"/>
              <a:ext cx="234964" cy="12602"/>
            </a:xfrm>
            <a:custGeom>
              <a:avLst/>
              <a:gdLst>
                <a:gd name="csX0" fmla="*/ 0 w 234964"/>
                <a:gd name="csY0" fmla="*/ 0 h 12602"/>
                <a:gd name="csX1" fmla="*/ 234965 w 234964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964" h="12602">
                  <a:moveTo>
                    <a:pt x="0" y="0"/>
                  </a:moveTo>
                  <a:lnTo>
                    <a:pt x="234965" y="0"/>
                  </a:lnTo>
                </a:path>
              </a:pathLst>
            </a:custGeom>
            <a:ln w="32614" cap="flat">
              <a:solidFill>
                <a:srgbClr val="F8766D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9965B713-35DD-EB5B-608C-C7CA63B3C9B3}"/>
                </a:ext>
              </a:extLst>
            </p:cNvPr>
            <p:cNvSpPr/>
            <p:nvPr/>
          </p:nvSpPr>
          <p:spPr>
            <a:xfrm>
              <a:off x="1337799" y="6537355"/>
              <a:ext cx="235087" cy="12602"/>
            </a:xfrm>
            <a:custGeom>
              <a:avLst/>
              <a:gdLst>
                <a:gd name="csX0" fmla="*/ 0 w 235087"/>
                <a:gd name="csY0" fmla="*/ 0 h 12602"/>
                <a:gd name="csX1" fmla="*/ 235087 w 2350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5087" h="12602">
                  <a:moveTo>
                    <a:pt x="0" y="0"/>
                  </a:moveTo>
                  <a:lnTo>
                    <a:pt x="235087" y="0"/>
                  </a:lnTo>
                </a:path>
              </a:pathLst>
            </a:custGeom>
            <a:ln w="32614" cap="flat">
              <a:solidFill>
                <a:srgbClr val="00BFC4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1979C40F-003C-EF01-B0AA-65E949274048}"/>
                </a:ext>
              </a:extLst>
            </p:cNvPr>
            <p:cNvSpPr/>
            <p:nvPr/>
          </p:nvSpPr>
          <p:spPr>
            <a:xfrm>
              <a:off x="1598953" y="7037795"/>
              <a:ext cx="234964" cy="12602"/>
            </a:xfrm>
            <a:custGeom>
              <a:avLst/>
              <a:gdLst>
                <a:gd name="csX0" fmla="*/ 0 w 234964"/>
                <a:gd name="csY0" fmla="*/ 0 h 12602"/>
                <a:gd name="csX1" fmla="*/ 234965 w 234964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964" h="12602">
                  <a:moveTo>
                    <a:pt x="0" y="0"/>
                  </a:moveTo>
                  <a:lnTo>
                    <a:pt x="234965" y="0"/>
                  </a:lnTo>
                </a:path>
              </a:pathLst>
            </a:custGeom>
            <a:ln w="32614" cap="flat">
              <a:solidFill>
                <a:srgbClr val="F8766D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33BB8206-CDFC-C954-18C0-2BB3424045EB}"/>
                </a:ext>
              </a:extLst>
            </p:cNvPr>
            <p:cNvSpPr/>
            <p:nvPr/>
          </p:nvSpPr>
          <p:spPr>
            <a:xfrm>
              <a:off x="1860106" y="6403014"/>
              <a:ext cx="234964" cy="12602"/>
            </a:xfrm>
            <a:custGeom>
              <a:avLst/>
              <a:gdLst>
                <a:gd name="csX0" fmla="*/ 0 w 234964"/>
                <a:gd name="csY0" fmla="*/ 0 h 12602"/>
                <a:gd name="csX1" fmla="*/ 234965 w 234964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964" h="12602">
                  <a:moveTo>
                    <a:pt x="0" y="0"/>
                  </a:moveTo>
                  <a:lnTo>
                    <a:pt x="234965" y="0"/>
                  </a:lnTo>
                </a:path>
              </a:pathLst>
            </a:custGeom>
            <a:ln w="32614" cap="flat">
              <a:solidFill>
                <a:srgbClr val="00BFC4"/>
              </a:solidFill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9DE2989C-CCC6-AC5A-C2EA-D8DBBD01C7A0}"/>
                </a:ext>
              </a:extLst>
            </p:cNvPr>
            <p:cNvSpPr/>
            <p:nvPr/>
          </p:nvSpPr>
          <p:spPr>
            <a:xfrm>
              <a:off x="619810" y="7044474"/>
              <a:ext cx="104388" cy="12602"/>
            </a:xfrm>
            <a:custGeom>
              <a:avLst/>
              <a:gdLst>
                <a:gd name="csX0" fmla="*/ 0 w 104388"/>
                <a:gd name="csY0" fmla="*/ 0 h 12602"/>
                <a:gd name="csX1" fmla="*/ 104388 w 104388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8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3C4C26C9-BFEB-B4F9-2BE8-AEE8F7A9F81E}"/>
                </a:ext>
              </a:extLst>
            </p:cNvPr>
            <p:cNvSpPr/>
            <p:nvPr/>
          </p:nvSpPr>
          <p:spPr>
            <a:xfrm>
              <a:off x="672065" y="7044474"/>
              <a:ext cx="12237" cy="83049"/>
            </a:xfrm>
            <a:custGeom>
              <a:avLst/>
              <a:gdLst>
                <a:gd name="csX0" fmla="*/ 0 w 12237"/>
                <a:gd name="csY0" fmla="*/ 0 h 83049"/>
                <a:gd name="csX1" fmla="*/ 0 w 12237"/>
                <a:gd name="csY1" fmla="*/ 83050 h 83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83049">
                  <a:moveTo>
                    <a:pt x="0" y="0"/>
                  </a:moveTo>
                  <a:lnTo>
                    <a:pt x="0" y="8305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02BBA66B-9402-C873-9D5E-8BA9F2113A54}"/>
                </a:ext>
              </a:extLst>
            </p:cNvPr>
            <p:cNvSpPr/>
            <p:nvPr/>
          </p:nvSpPr>
          <p:spPr>
            <a:xfrm>
              <a:off x="619810" y="7127524"/>
              <a:ext cx="104388" cy="12602"/>
            </a:xfrm>
            <a:custGeom>
              <a:avLst/>
              <a:gdLst>
                <a:gd name="csX0" fmla="*/ 0 w 104388"/>
                <a:gd name="csY0" fmla="*/ 0 h 12602"/>
                <a:gd name="csX1" fmla="*/ 104388 w 104388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8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1CEA0EC9-85DD-257E-EA44-EB7DD352E2E5}"/>
                </a:ext>
              </a:extLst>
            </p:cNvPr>
            <p:cNvSpPr/>
            <p:nvPr/>
          </p:nvSpPr>
          <p:spPr>
            <a:xfrm>
              <a:off x="880964" y="6302321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66AEE965-67BF-A900-4BAA-E4996ABF9CA9}"/>
                </a:ext>
              </a:extLst>
            </p:cNvPr>
            <p:cNvSpPr/>
            <p:nvPr/>
          </p:nvSpPr>
          <p:spPr>
            <a:xfrm>
              <a:off x="933097" y="6302321"/>
              <a:ext cx="12237" cy="96156"/>
            </a:xfrm>
            <a:custGeom>
              <a:avLst/>
              <a:gdLst>
                <a:gd name="csX0" fmla="*/ 0 w 12237"/>
                <a:gd name="csY0" fmla="*/ 0 h 96156"/>
                <a:gd name="csX1" fmla="*/ 0 w 12237"/>
                <a:gd name="csY1" fmla="*/ 96156 h 96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96156">
                  <a:moveTo>
                    <a:pt x="0" y="0"/>
                  </a:moveTo>
                  <a:lnTo>
                    <a:pt x="0" y="96156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B2C9CDB3-ED89-168C-B6D7-3F372D9B1F06}"/>
                </a:ext>
              </a:extLst>
            </p:cNvPr>
            <p:cNvSpPr/>
            <p:nvPr/>
          </p:nvSpPr>
          <p:spPr>
            <a:xfrm>
              <a:off x="880964" y="6398477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8E0D94CA-19ED-A4C9-7786-7715437276FB}"/>
                </a:ext>
              </a:extLst>
            </p:cNvPr>
            <p:cNvSpPr/>
            <p:nvPr/>
          </p:nvSpPr>
          <p:spPr>
            <a:xfrm>
              <a:off x="1141995" y="6310008"/>
              <a:ext cx="104510" cy="12602"/>
            </a:xfrm>
            <a:custGeom>
              <a:avLst/>
              <a:gdLst>
                <a:gd name="csX0" fmla="*/ 0 w 104510"/>
                <a:gd name="csY0" fmla="*/ 0 h 12602"/>
                <a:gd name="csX1" fmla="*/ 104510 w 104510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510" h="12602">
                  <a:moveTo>
                    <a:pt x="0" y="0"/>
                  </a:moveTo>
                  <a:lnTo>
                    <a:pt x="104510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829812FE-B509-4C3F-FD97-52C84E028ECC}"/>
                </a:ext>
              </a:extLst>
            </p:cNvPr>
            <p:cNvSpPr/>
            <p:nvPr/>
          </p:nvSpPr>
          <p:spPr>
            <a:xfrm>
              <a:off x="1194250" y="6310008"/>
              <a:ext cx="12237" cy="155765"/>
            </a:xfrm>
            <a:custGeom>
              <a:avLst/>
              <a:gdLst>
                <a:gd name="csX0" fmla="*/ 0 w 12237"/>
                <a:gd name="csY0" fmla="*/ 0 h 155765"/>
                <a:gd name="csX1" fmla="*/ 0 w 12237"/>
                <a:gd name="csY1" fmla="*/ 155765 h 15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55765">
                  <a:moveTo>
                    <a:pt x="0" y="0"/>
                  </a:moveTo>
                  <a:lnTo>
                    <a:pt x="0" y="155765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4" name="Freeform 2943">
              <a:extLst>
                <a:ext uri="{FF2B5EF4-FFF2-40B4-BE49-F238E27FC236}">
                  <a16:creationId xmlns:a16="http://schemas.microsoft.com/office/drawing/2014/main" id="{32199140-E990-43DC-E28B-7AE509521428}"/>
                </a:ext>
              </a:extLst>
            </p:cNvPr>
            <p:cNvSpPr/>
            <p:nvPr/>
          </p:nvSpPr>
          <p:spPr>
            <a:xfrm>
              <a:off x="1141995" y="6465773"/>
              <a:ext cx="104510" cy="12602"/>
            </a:xfrm>
            <a:custGeom>
              <a:avLst/>
              <a:gdLst>
                <a:gd name="csX0" fmla="*/ 0 w 104510"/>
                <a:gd name="csY0" fmla="*/ 0 h 12602"/>
                <a:gd name="csX1" fmla="*/ 104510 w 104510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510" h="12602">
                  <a:moveTo>
                    <a:pt x="0" y="0"/>
                  </a:moveTo>
                  <a:lnTo>
                    <a:pt x="104510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5" name="Freeform 2944">
              <a:extLst>
                <a:ext uri="{FF2B5EF4-FFF2-40B4-BE49-F238E27FC236}">
                  <a16:creationId xmlns:a16="http://schemas.microsoft.com/office/drawing/2014/main" id="{9A916FDC-26B2-A73E-1FD0-752CC54F71C3}"/>
                </a:ext>
              </a:extLst>
            </p:cNvPr>
            <p:cNvSpPr/>
            <p:nvPr/>
          </p:nvSpPr>
          <p:spPr>
            <a:xfrm>
              <a:off x="1403149" y="6478250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6" name="Freeform 2945">
              <a:extLst>
                <a:ext uri="{FF2B5EF4-FFF2-40B4-BE49-F238E27FC236}">
                  <a16:creationId xmlns:a16="http://schemas.microsoft.com/office/drawing/2014/main" id="{2CC5B2FE-6A7C-B619-138A-27D84620705A}"/>
                </a:ext>
              </a:extLst>
            </p:cNvPr>
            <p:cNvSpPr/>
            <p:nvPr/>
          </p:nvSpPr>
          <p:spPr>
            <a:xfrm>
              <a:off x="1455282" y="6478250"/>
              <a:ext cx="12237" cy="118210"/>
            </a:xfrm>
            <a:custGeom>
              <a:avLst/>
              <a:gdLst>
                <a:gd name="csX0" fmla="*/ 0 w 12237"/>
                <a:gd name="csY0" fmla="*/ 0 h 118210"/>
                <a:gd name="csX1" fmla="*/ 0 w 12237"/>
                <a:gd name="csY1" fmla="*/ 118210 h 118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18210">
                  <a:moveTo>
                    <a:pt x="0" y="0"/>
                  </a:moveTo>
                  <a:lnTo>
                    <a:pt x="0" y="11821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7" name="Freeform 2946">
              <a:extLst>
                <a:ext uri="{FF2B5EF4-FFF2-40B4-BE49-F238E27FC236}">
                  <a16:creationId xmlns:a16="http://schemas.microsoft.com/office/drawing/2014/main" id="{F14DA159-1024-4C07-A9AD-A936CED1CD57}"/>
                </a:ext>
              </a:extLst>
            </p:cNvPr>
            <p:cNvSpPr/>
            <p:nvPr/>
          </p:nvSpPr>
          <p:spPr>
            <a:xfrm>
              <a:off x="1403149" y="6596460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8" name="Freeform 2947">
              <a:extLst>
                <a:ext uri="{FF2B5EF4-FFF2-40B4-BE49-F238E27FC236}">
                  <a16:creationId xmlns:a16="http://schemas.microsoft.com/office/drawing/2014/main" id="{55F965CF-E15C-AC07-1D5C-521DAE0E7CDD}"/>
                </a:ext>
              </a:extLst>
            </p:cNvPr>
            <p:cNvSpPr/>
            <p:nvPr/>
          </p:nvSpPr>
          <p:spPr>
            <a:xfrm>
              <a:off x="1664180" y="6994191"/>
              <a:ext cx="104510" cy="12602"/>
            </a:xfrm>
            <a:custGeom>
              <a:avLst/>
              <a:gdLst>
                <a:gd name="csX0" fmla="*/ 0 w 104510"/>
                <a:gd name="csY0" fmla="*/ 0 h 12602"/>
                <a:gd name="csX1" fmla="*/ 104510 w 104510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510" h="12602">
                  <a:moveTo>
                    <a:pt x="0" y="0"/>
                  </a:moveTo>
                  <a:lnTo>
                    <a:pt x="104510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9" name="Freeform 2948">
              <a:extLst>
                <a:ext uri="{FF2B5EF4-FFF2-40B4-BE49-F238E27FC236}">
                  <a16:creationId xmlns:a16="http://schemas.microsoft.com/office/drawing/2014/main" id="{646B420E-DE8F-1583-1044-405777B424C9}"/>
                </a:ext>
              </a:extLst>
            </p:cNvPr>
            <p:cNvSpPr/>
            <p:nvPr/>
          </p:nvSpPr>
          <p:spPr>
            <a:xfrm>
              <a:off x="1716435" y="6994191"/>
              <a:ext cx="12237" cy="87334"/>
            </a:xfrm>
            <a:custGeom>
              <a:avLst/>
              <a:gdLst>
                <a:gd name="csX0" fmla="*/ 0 w 12237"/>
                <a:gd name="csY0" fmla="*/ 0 h 87334"/>
                <a:gd name="csX1" fmla="*/ 0 w 12237"/>
                <a:gd name="csY1" fmla="*/ 87334 h 8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87334">
                  <a:moveTo>
                    <a:pt x="0" y="0"/>
                  </a:moveTo>
                  <a:lnTo>
                    <a:pt x="0" y="87334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0" name="Freeform 2949">
              <a:extLst>
                <a:ext uri="{FF2B5EF4-FFF2-40B4-BE49-F238E27FC236}">
                  <a16:creationId xmlns:a16="http://schemas.microsoft.com/office/drawing/2014/main" id="{C357C996-177F-B86A-69D7-AFE79339401D}"/>
                </a:ext>
              </a:extLst>
            </p:cNvPr>
            <p:cNvSpPr/>
            <p:nvPr/>
          </p:nvSpPr>
          <p:spPr>
            <a:xfrm>
              <a:off x="1664180" y="7081525"/>
              <a:ext cx="104510" cy="12602"/>
            </a:xfrm>
            <a:custGeom>
              <a:avLst/>
              <a:gdLst>
                <a:gd name="csX0" fmla="*/ 0 w 104510"/>
                <a:gd name="csY0" fmla="*/ 0 h 12602"/>
                <a:gd name="csX1" fmla="*/ 104510 w 104510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510" h="12602">
                  <a:moveTo>
                    <a:pt x="0" y="0"/>
                  </a:moveTo>
                  <a:lnTo>
                    <a:pt x="104510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1" name="Freeform 2950">
              <a:extLst>
                <a:ext uri="{FF2B5EF4-FFF2-40B4-BE49-F238E27FC236}">
                  <a16:creationId xmlns:a16="http://schemas.microsoft.com/office/drawing/2014/main" id="{CFED6B97-162E-E9CB-DDA7-318CFDC30ABC}"/>
                </a:ext>
              </a:extLst>
            </p:cNvPr>
            <p:cNvSpPr/>
            <p:nvPr/>
          </p:nvSpPr>
          <p:spPr>
            <a:xfrm>
              <a:off x="1925333" y="6343152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2" name="Freeform 2951">
              <a:extLst>
                <a:ext uri="{FF2B5EF4-FFF2-40B4-BE49-F238E27FC236}">
                  <a16:creationId xmlns:a16="http://schemas.microsoft.com/office/drawing/2014/main" id="{42F17526-D5B2-9CBB-F979-ED01117954CF}"/>
                </a:ext>
              </a:extLst>
            </p:cNvPr>
            <p:cNvSpPr/>
            <p:nvPr/>
          </p:nvSpPr>
          <p:spPr>
            <a:xfrm>
              <a:off x="1977589" y="6343152"/>
              <a:ext cx="12237" cy="119596"/>
            </a:xfrm>
            <a:custGeom>
              <a:avLst/>
              <a:gdLst>
                <a:gd name="csX0" fmla="*/ 0 w 12237"/>
                <a:gd name="csY0" fmla="*/ 0 h 119596"/>
                <a:gd name="csX1" fmla="*/ 0 w 12237"/>
                <a:gd name="csY1" fmla="*/ 119597 h 119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19596">
                  <a:moveTo>
                    <a:pt x="0" y="0"/>
                  </a:moveTo>
                  <a:lnTo>
                    <a:pt x="0" y="119597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3" name="Freeform 2952">
              <a:extLst>
                <a:ext uri="{FF2B5EF4-FFF2-40B4-BE49-F238E27FC236}">
                  <a16:creationId xmlns:a16="http://schemas.microsoft.com/office/drawing/2014/main" id="{A840A468-01D5-12D7-3D01-16F932C31741}"/>
                </a:ext>
              </a:extLst>
            </p:cNvPr>
            <p:cNvSpPr/>
            <p:nvPr/>
          </p:nvSpPr>
          <p:spPr>
            <a:xfrm>
              <a:off x="1925333" y="6462749"/>
              <a:ext cx="104387" cy="12602"/>
            </a:xfrm>
            <a:custGeom>
              <a:avLst/>
              <a:gdLst>
                <a:gd name="csX0" fmla="*/ 0 w 104387"/>
                <a:gd name="csY0" fmla="*/ 0 h 12602"/>
                <a:gd name="csX1" fmla="*/ 104388 w 104387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4387" h="12602">
                  <a:moveTo>
                    <a:pt x="0" y="0"/>
                  </a:moveTo>
                  <a:lnTo>
                    <a:pt x="104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4" name="Freeform 2953">
              <a:extLst>
                <a:ext uri="{FF2B5EF4-FFF2-40B4-BE49-F238E27FC236}">
                  <a16:creationId xmlns:a16="http://schemas.microsoft.com/office/drawing/2014/main" id="{75DEA519-72BA-DFC8-2A3E-CB3C007AB960}"/>
                </a:ext>
              </a:extLst>
            </p:cNvPr>
            <p:cNvSpPr/>
            <p:nvPr/>
          </p:nvSpPr>
          <p:spPr>
            <a:xfrm>
              <a:off x="1063673" y="5930425"/>
              <a:ext cx="12237" cy="1348706"/>
            </a:xfrm>
            <a:custGeom>
              <a:avLst/>
              <a:gdLst>
                <a:gd name="csX0" fmla="*/ 0 w 12237"/>
                <a:gd name="csY0" fmla="*/ 1348706 h 1348706"/>
                <a:gd name="csX1" fmla="*/ 0 w 12237"/>
                <a:gd name="csY1" fmla="*/ 0 h 1348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348706">
                  <a:moveTo>
                    <a:pt x="0" y="1348706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5" name="Freeform 2954">
              <a:extLst>
                <a:ext uri="{FF2B5EF4-FFF2-40B4-BE49-F238E27FC236}">
                  <a16:creationId xmlns:a16="http://schemas.microsoft.com/office/drawing/2014/main" id="{1A332E4F-DF2D-408E-7F54-FC2DE6AFF1BF}"/>
                </a:ext>
              </a:extLst>
            </p:cNvPr>
            <p:cNvSpPr/>
            <p:nvPr/>
          </p:nvSpPr>
          <p:spPr>
            <a:xfrm>
              <a:off x="1585858" y="5930425"/>
              <a:ext cx="12237" cy="1348706"/>
            </a:xfrm>
            <a:custGeom>
              <a:avLst/>
              <a:gdLst>
                <a:gd name="csX0" fmla="*/ 0 w 12237"/>
                <a:gd name="csY0" fmla="*/ 1348706 h 1348706"/>
                <a:gd name="csX1" fmla="*/ 0 w 12237"/>
                <a:gd name="csY1" fmla="*/ 0 h 1348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348706">
                  <a:moveTo>
                    <a:pt x="0" y="1348706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6" name="Freeform 2955">
              <a:extLst>
                <a:ext uri="{FF2B5EF4-FFF2-40B4-BE49-F238E27FC236}">
                  <a16:creationId xmlns:a16="http://schemas.microsoft.com/office/drawing/2014/main" id="{20FCCA17-2941-F8C2-3A7A-A54767BAD3C6}"/>
                </a:ext>
              </a:extLst>
            </p:cNvPr>
            <p:cNvSpPr/>
            <p:nvPr/>
          </p:nvSpPr>
          <p:spPr>
            <a:xfrm>
              <a:off x="2108043" y="5930425"/>
              <a:ext cx="12237" cy="1348706"/>
            </a:xfrm>
            <a:custGeom>
              <a:avLst/>
              <a:gdLst>
                <a:gd name="csX0" fmla="*/ 0 w 12237"/>
                <a:gd name="csY0" fmla="*/ 1348706 h 1348706"/>
                <a:gd name="csX1" fmla="*/ 0 w 12237"/>
                <a:gd name="csY1" fmla="*/ 0 h 1348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348706">
                  <a:moveTo>
                    <a:pt x="0" y="1348706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7" name="Freeform 2956">
              <a:extLst>
                <a:ext uri="{FF2B5EF4-FFF2-40B4-BE49-F238E27FC236}">
                  <a16:creationId xmlns:a16="http://schemas.microsoft.com/office/drawing/2014/main" id="{CF4B8EC7-F5FF-D6EC-F05B-0A71D4FE6B99}"/>
                </a:ext>
              </a:extLst>
            </p:cNvPr>
            <p:cNvSpPr/>
            <p:nvPr/>
          </p:nvSpPr>
          <p:spPr>
            <a:xfrm>
              <a:off x="802520" y="6350336"/>
              <a:ext cx="12237" cy="735600"/>
            </a:xfrm>
            <a:custGeom>
              <a:avLst/>
              <a:gdLst>
                <a:gd name="csX0" fmla="*/ 0 w 12237"/>
                <a:gd name="csY0" fmla="*/ 735601 h 735600"/>
                <a:gd name="csX1" fmla="*/ 0 w 12237"/>
                <a:gd name="csY1" fmla="*/ 0 h 735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735600">
                  <a:moveTo>
                    <a:pt x="0" y="735601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8" name="Freeform 2957">
              <a:extLst>
                <a:ext uri="{FF2B5EF4-FFF2-40B4-BE49-F238E27FC236}">
                  <a16:creationId xmlns:a16="http://schemas.microsoft.com/office/drawing/2014/main" id="{4ACBF3B9-62EB-4F31-9CD1-CA9528437936}"/>
                </a:ext>
              </a:extLst>
            </p:cNvPr>
            <p:cNvSpPr/>
            <p:nvPr/>
          </p:nvSpPr>
          <p:spPr>
            <a:xfrm>
              <a:off x="767887" y="7024059"/>
              <a:ext cx="69388" cy="61877"/>
            </a:xfrm>
            <a:custGeom>
              <a:avLst/>
              <a:gdLst>
                <a:gd name="csX0" fmla="*/ 0 w 69388"/>
                <a:gd name="csY0" fmla="*/ 0 h 61877"/>
                <a:gd name="csX1" fmla="*/ 34633 w 69388"/>
                <a:gd name="csY1" fmla="*/ 61878 h 61877"/>
                <a:gd name="csX2" fmla="*/ 69388 w 69388"/>
                <a:gd name="csY2" fmla="*/ 0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0" y="0"/>
                  </a:moveTo>
                  <a:lnTo>
                    <a:pt x="34633" y="61878"/>
                  </a:lnTo>
                  <a:lnTo>
                    <a:pt x="69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9" name="Freeform 2958">
              <a:extLst>
                <a:ext uri="{FF2B5EF4-FFF2-40B4-BE49-F238E27FC236}">
                  <a16:creationId xmlns:a16="http://schemas.microsoft.com/office/drawing/2014/main" id="{3CD352B3-663A-7474-BF8C-7579F61C9B8A}"/>
                </a:ext>
              </a:extLst>
            </p:cNvPr>
            <p:cNvSpPr/>
            <p:nvPr/>
          </p:nvSpPr>
          <p:spPr>
            <a:xfrm>
              <a:off x="767887" y="6350336"/>
              <a:ext cx="69388" cy="61877"/>
            </a:xfrm>
            <a:custGeom>
              <a:avLst/>
              <a:gdLst>
                <a:gd name="csX0" fmla="*/ 69388 w 69388"/>
                <a:gd name="csY0" fmla="*/ 61878 h 61877"/>
                <a:gd name="csX1" fmla="*/ 34633 w 69388"/>
                <a:gd name="csY1" fmla="*/ 0 h 61877"/>
                <a:gd name="csX2" fmla="*/ 0 w 69388"/>
                <a:gd name="csY2" fmla="*/ 61878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69388" y="61878"/>
                  </a:moveTo>
                  <a:lnTo>
                    <a:pt x="34633" y="0"/>
                  </a:lnTo>
                  <a:lnTo>
                    <a:pt x="0" y="61878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60" name="TextBox 2959">
              <a:extLst>
                <a:ext uri="{FF2B5EF4-FFF2-40B4-BE49-F238E27FC236}">
                  <a16:creationId xmlns:a16="http://schemas.microsoft.com/office/drawing/2014/main" id="{59CD696D-355D-5303-5553-E423BE61B243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1" name="TextBox 2960">
              <a:extLst>
                <a:ext uri="{FF2B5EF4-FFF2-40B4-BE49-F238E27FC236}">
                  <a16:creationId xmlns:a16="http://schemas.microsoft.com/office/drawing/2014/main" id="{F0431926-FBDF-3774-31E8-2A67F9682271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2" name="TextBox 2961">
              <a:extLst>
                <a:ext uri="{FF2B5EF4-FFF2-40B4-BE49-F238E27FC236}">
                  <a16:creationId xmlns:a16="http://schemas.microsoft.com/office/drawing/2014/main" id="{6CCEFE5E-CC59-0B72-215B-7E5D8EA5AD0D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3" name="TextBox 2962">
              <a:extLst>
                <a:ext uri="{FF2B5EF4-FFF2-40B4-BE49-F238E27FC236}">
                  <a16:creationId xmlns:a16="http://schemas.microsoft.com/office/drawing/2014/main" id="{3C480C10-4BF3-DAAC-1A96-E97CF4249905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4" name="TextBox 2963">
              <a:extLst>
                <a:ext uri="{FF2B5EF4-FFF2-40B4-BE49-F238E27FC236}">
                  <a16:creationId xmlns:a16="http://schemas.microsoft.com/office/drawing/2014/main" id="{E3C98185-3961-8912-D28B-453693777937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5" name="TextBox 2964">
              <a:extLst>
                <a:ext uri="{FF2B5EF4-FFF2-40B4-BE49-F238E27FC236}">
                  <a16:creationId xmlns:a16="http://schemas.microsoft.com/office/drawing/2014/main" id="{80BFBA91-DF77-0B3C-5B66-F7B20CF9ED7E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6" name="TextBox 2965">
              <a:extLst>
                <a:ext uri="{FF2B5EF4-FFF2-40B4-BE49-F238E27FC236}">
                  <a16:creationId xmlns:a16="http://schemas.microsoft.com/office/drawing/2014/main" id="{720B79A6-5756-F5D1-65A7-5271566E51C7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7" name="TextBox 2966">
              <a:extLst>
                <a:ext uri="{FF2B5EF4-FFF2-40B4-BE49-F238E27FC236}">
                  <a16:creationId xmlns:a16="http://schemas.microsoft.com/office/drawing/2014/main" id="{9690F22F-0FEB-5B68-7136-ED7D8DB0B996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8" name="TextBox 2967">
              <a:extLst>
                <a:ext uri="{FF2B5EF4-FFF2-40B4-BE49-F238E27FC236}">
                  <a16:creationId xmlns:a16="http://schemas.microsoft.com/office/drawing/2014/main" id="{82CE4376-1E89-52AD-5D4C-5C2FBECEDA01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69" name="TextBox 2968">
              <a:extLst>
                <a:ext uri="{FF2B5EF4-FFF2-40B4-BE49-F238E27FC236}">
                  <a16:creationId xmlns:a16="http://schemas.microsoft.com/office/drawing/2014/main" id="{AC43EEEA-C8D5-8394-0B57-B52D520F9AF1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0" name="TextBox 2969">
              <a:extLst>
                <a:ext uri="{FF2B5EF4-FFF2-40B4-BE49-F238E27FC236}">
                  <a16:creationId xmlns:a16="http://schemas.microsoft.com/office/drawing/2014/main" id="{284B1466-2051-C32E-3496-27A38E06BA96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1" name="TextBox 2970">
              <a:extLst>
                <a:ext uri="{FF2B5EF4-FFF2-40B4-BE49-F238E27FC236}">
                  <a16:creationId xmlns:a16="http://schemas.microsoft.com/office/drawing/2014/main" id="{3648A657-B15F-A1B8-8407-F7063D2896BC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2" name="TextBox 2971">
              <a:extLst>
                <a:ext uri="{FF2B5EF4-FFF2-40B4-BE49-F238E27FC236}">
                  <a16:creationId xmlns:a16="http://schemas.microsoft.com/office/drawing/2014/main" id="{623903AA-7A56-D983-148E-D26F8BB4288C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3" name="TextBox 2972">
              <a:extLst>
                <a:ext uri="{FF2B5EF4-FFF2-40B4-BE49-F238E27FC236}">
                  <a16:creationId xmlns:a16="http://schemas.microsoft.com/office/drawing/2014/main" id="{F13C217C-2F14-D85D-7193-AA8C48C59BF9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4" name="TextBox 2973">
              <a:extLst>
                <a:ext uri="{FF2B5EF4-FFF2-40B4-BE49-F238E27FC236}">
                  <a16:creationId xmlns:a16="http://schemas.microsoft.com/office/drawing/2014/main" id="{8722CB44-2DEF-6098-14DD-AC1673B5609C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5" name="TextBox 2974">
              <a:extLst>
                <a:ext uri="{FF2B5EF4-FFF2-40B4-BE49-F238E27FC236}">
                  <a16:creationId xmlns:a16="http://schemas.microsoft.com/office/drawing/2014/main" id="{FF4ABFA6-40F5-276F-664F-CB33FD479459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6" name="TextBox 2975">
              <a:extLst>
                <a:ext uri="{FF2B5EF4-FFF2-40B4-BE49-F238E27FC236}">
                  <a16:creationId xmlns:a16="http://schemas.microsoft.com/office/drawing/2014/main" id="{ECAB10EE-76F9-446C-89E4-7FB25C7A464F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7" name="TextBox 2976">
              <a:extLst>
                <a:ext uri="{FF2B5EF4-FFF2-40B4-BE49-F238E27FC236}">
                  <a16:creationId xmlns:a16="http://schemas.microsoft.com/office/drawing/2014/main" id="{206A0640-D94D-CBA2-D18C-4F3D42D5019B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8" name="TextBox 2977">
              <a:extLst>
                <a:ext uri="{FF2B5EF4-FFF2-40B4-BE49-F238E27FC236}">
                  <a16:creationId xmlns:a16="http://schemas.microsoft.com/office/drawing/2014/main" id="{79987D9E-43BD-486B-DAB7-C1A11169342E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79" name="TextBox 2978">
              <a:extLst>
                <a:ext uri="{FF2B5EF4-FFF2-40B4-BE49-F238E27FC236}">
                  <a16:creationId xmlns:a16="http://schemas.microsoft.com/office/drawing/2014/main" id="{D331E60C-0337-166B-54E0-452A29B0C372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0" name="TextBox 2979">
              <a:extLst>
                <a:ext uri="{FF2B5EF4-FFF2-40B4-BE49-F238E27FC236}">
                  <a16:creationId xmlns:a16="http://schemas.microsoft.com/office/drawing/2014/main" id="{BDC7D391-B9FF-9D6A-50CC-1868519953F7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1" name="TextBox 2980">
              <a:extLst>
                <a:ext uri="{FF2B5EF4-FFF2-40B4-BE49-F238E27FC236}">
                  <a16:creationId xmlns:a16="http://schemas.microsoft.com/office/drawing/2014/main" id="{D25E4F34-8D9B-4E6C-6A26-EFCD3FC6CDB3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2" name="TextBox 2981">
              <a:extLst>
                <a:ext uri="{FF2B5EF4-FFF2-40B4-BE49-F238E27FC236}">
                  <a16:creationId xmlns:a16="http://schemas.microsoft.com/office/drawing/2014/main" id="{5A9834FC-F85F-983C-BE5B-CA44C32E841E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3" name="TextBox 2982">
              <a:extLst>
                <a:ext uri="{FF2B5EF4-FFF2-40B4-BE49-F238E27FC236}">
                  <a16:creationId xmlns:a16="http://schemas.microsoft.com/office/drawing/2014/main" id="{4544585E-3EA5-4021-6CF1-94533D79100E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4" name="TextBox 2983">
              <a:extLst>
                <a:ext uri="{FF2B5EF4-FFF2-40B4-BE49-F238E27FC236}">
                  <a16:creationId xmlns:a16="http://schemas.microsoft.com/office/drawing/2014/main" id="{3B1F2A6F-AAB4-1F4E-A989-DFB8BBC0DFA9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5" name="TextBox 2984">
              <a:extLst>
                <a:ext uri="{FF2B5EF4-FFF2-40B4-BE49-F238E27FC236}">
                  <a16:creationId xmlns:a16="http://schemas.microsoft.com/office/drawing/2014/main" id="{5A8D097B-7EF8-A3D3-B9CA-EAAF41F6DB19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6" name="TextBox 2985">
              <a:extLst>
                <a:ext uri="{FF2B5EF4-FFF2-40B4-BE49-F238E27FC236}">
                  <a16:creationId xmlns:a16="http://schemas.microsoft.com/office/drawing/2014/main" id="{046E66ED-6E20-1787-6466-62E88A74FCCE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7" name="TextBox 2986">
              <a:extLst>
                <a:ext uri="{FF2B5EF4-FFF2-40B4-BE49-F238E27FC236}">
                  <a16:creationId xmlns:a16="http://schemas.microsoft.com/office/drawing/2014/main" id="{5D9557DB-C601-3069-7A61-C8EEAE9BB202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8" name="TextBox 2987">
              <a:extLst>
                <a:ext uri="{FF2B5EF4-FFF2-40B4-BE49-F238E27FC236}">
                  <a16:creationId xmlns:a16="http://schemas.microsoft.com/office/drawing/2014/main" id="{9EC67E1C-0E3C-48DF-82AE-6CB6F16B32A5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89" name="TextBox 2988">
              <a:extLst>
                <a:ext uri="{FF2B5EF4-FFF2-40B4-BE49-F238E27FC236}">
                  <a16:creationId xmlns:a16="http://schemas.microsoft.com/office/drawing/2014/main" id="{72635C61-BD33-A503-08C9-2FF2F8EBC9C2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90" name="TextBox 2989">
              <a:extLst>
                <a:ext uri="{FF2B5EF4-FFF2-40B4-BE49-F238E27FC236}">
                  <a16:creationId xmlns:a16="http://schemas.microsoft.com/office/drawing/2014/main" id="{FF959ED9-8955-4A2C-F0B6-082FFB6EF41F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91" name="TextBox 2990">
              <a:extLst>
                <a:ext uri="{FF2B5EF4-FFF2-40B4-BE49-F238E27FC236}">
                  <a16:creationId xmlns:a16="http://schemas.microsoft.com/office/drawing/2014/main" id="{9E96621A-6C7A-6D9B-4845-D9BDABB52B5F}"/>
                </a:ext>
              </a:extLst>
            </p:cNvPr>
            <p:cNvSpPr txBox="1"/>
            <p:nvPr/>
          </p:nvSpPr>
          <p:spPr>
            <a:xfrm>
              <a:off x="714910" y="6623374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1.85x</a:t>
              </a:r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4D3AF700-A945-DD00-5B50-27EE83D5B2B8}"/>
                </a:ext>
              </a:extLst>
            </p:cNvPr>
            <p:cNvSpPr/>
            <p:nvPr/>
          </p:nvSpPr>
          <p:spPr>
            <a:xfrm>
              <a:off x="1324827" y="6387891"/>
              <a:ext cx="12237" cy="149464"/>
            </a:xfrm>
            <a:custGeom>
              <a:avLst/>
              <a:gdLst>
                <a:gd name="csX0" fmla="*/ 0 w 12237"/>
                <a:gd name="csY0" fmla="*/ 0 h 149464"/>
                <a:gd name="csX1" fmla="*/ 0 w 12237"/>
                <a:gd name="csY1" fmla="*/ 149464 h 149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149464">
                  <a:moveTo>
                    <a:pt x="0" y="0"/>
                  </a:moveTo>
                  <a:lnTo>
                    <a:pt x="0" y="149464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93" name="Freeform 2992">
              <a:extLst>
                <a:ext uri="{FF2B5EF4-FFF2-40B4-BE49-F238E27FC236}">
                  <a16:creationId xmlns:a16="http://schemas.microsoft.com/office/drawing/2014/main" id="{D6A491BB-E6A1-EB80-F63E-A274869349E5}"/>
                </a:ext>
              </a:extLst>
            </p:cNvPr>
            <p:cNvSpPr/>
            <p:nvPr/>
          </p:nvSpPr>
          <p:spPr>
            <a:xfrm>
              <a:off x="1290072" y="6387891"/>
              <a:ext cx="69388" cy="61877"/>
            </a:xfrm>
            <a:custGeom>
              <a:avLst/>
              <a:gdLst>
                <a:gd name="csX0" fmla="*/ 69388 w 69388"/>
                <a:gd name="csY0" fmla="*/ 61878 h 61877"/>
                <a:gd name="csX1" fmla="*/ 34755 w 69388"/>
                <a:gd name="csY1" fmla="*/ 0 h 61877"/>
                <a:gd name="csX2" fmla="*/ 0 w 69388"/>
                <a:gd name="csY2" fmla="*/ 61878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69388" y="61878"/>
                  </a:moveTo>
                  <a:lnTo>
                    <a:pt x="34755" y="0"/>
                  </a:lnTo>
                  <a:lnTo>
                    <a:pt x="0" y="61878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60700774-8FFC-D2C5-49A0-A17E4F9B8D7E}"/>
                </a:ext>
              </a:extLst>
            </p:cNvPr>
            <p:cNvSpPr/>
            <p:nvPr/>
          </p:nvSpPr>
          <p:spPr>
            <a:xfrm>
              <a:off x="1290072" y="6475477"/>
              <a:ext cx="69388" cy="61877"/>
            </a:xfrm>
            <a:custGeom>
              <a:avLst/>
              <a:gdLst>
                <a:gd name="csX0" fmla="*/ 0 w 69388"/>
                <a:gd name="csY0" fmla="*/ 0 h 61877"/>
                <a:gd name="csX1" fmla="*/ 34755 w 69388"/>
                <a:gd name="csY1" fmla="*/ 61878 h 61877"/>
                <a:gd name="csX2" fmla="*/ 69388 w 69388"/>
                <a:gd name="csY2" fmla="*/ 0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0" y="0"/>
                  </a:moveTo>
                  <a:lnTo>
                    <a:pt x="34755" y="61878"/>
                  </a:lnTo>
                  <a:lnTo>
                    <a:pt x="69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95" name="TextBox 2994">
              <a:extLst>
                <a:ext uri="{FF2B5EF4-FFF2-40B4-BE49-F238E27FC236}">
                  <a16:creationId xmlns:a16="http://schemas.microsoft.com/office/drawing/2014/main" id="{B4323AB4-7862-DACC-89BA-1A60774E412B}"/>
                </a:ext>
              </a:extLst>
            </p:cNvPr>
            <p:cNvSpPr txBox="1"/>
            <p:nvPr/>
          </p:nvSpPr>
          <p:spPr>
            <a:xfrm>
              <a:off x="1247765" y="6322396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1.11x</a:t>
              </a:r>
            </a:p>
          </p:txBody>
        </p:sp>
        <p:sp>
          <p:nvSpPr>
            <p:cNvPr id="3027" name="Freeform 3026">
              <a:extLst>
                <a:ext uri="{FF2B5EF4-FFF2-40B4-BE49-F238E27FC236}">
                  <a16:creationId xmlns:a16="http://schemas.microsoft.com/office/drawing/2014/main" id="{EE55713F-39FC-7561-ED34-018F64D86DB3}"/>
                </a:ext>
              </a:extLst>
            </p:cNvPr>
            <p:cNvSpPr/>
            <p:nvPr/>
          </p:nvSpPr>
          <p:spPr>
            <a:xfrm>
              <a:off x="1847012" y="6403014"/>
              <a:ext cx="12237" cy="634781"/>
            </a:xfrm>
            <a:custGeom>
              <a:avLst/>
              <a:gdLst>
                <a:gd name="csX0" fmla="*/ 0 w 12237"/>
                <a:gd name="csY0" fmla="*/ 634782 h 634781"/>
                <a:gd name="csX1" fmla="*/ 0 w 12237"/>
                <a:gd name="csY1" fmla="*/ 0 h 634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634781">
                  <a:moveTo>
                    <a:pt x="0" y="634782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28" name="Freeform 3027">
              <a:extLst>
                <a:ext uri="{FF2B5EF4-FFF2-40B4-BE49-F238E27FC236}">
                  <a16:creationId xmlns:a16="http://schemas.microsoft.com/office/drawing/2014/main" id="{A0C14A2E-D16B-AF68-5C26-4D4F8153907E}"/>
                </a:ext>
              </a:extLst>
            </p:cNvPr>
            <p:cNvSpPr/>
            <p:nvPr/>
          </p:nvSpPr>
          <p:spPr>
            <a:xfrm>
              <a:off x="1812257" y="6975918"/>
              <a:ext cx="69388" cy="61877"/>
            </a:xfrm>
            <a:custGeom>
              <a:avLst/>
              <a:gdLst>
                <a:gd name="csX0" fmla="*/ 0 w 69388"/>
                <a:gd name="csY0" fmla="*/ 0 h 61877"/>
                <a:gd name="csX1" fmla="*/ 34755 w 69388"/>
                <a:gd name="csY1" fmla="*/ 61878 h 61877"/>
                <a:gd name="csX2" fmla="*/ 69388 w 69388"/>
                <a:gd name="csY2" fmla="*/ 0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0" y="0"/>
                  </a:moveTo>
                  <a:lnTo>
                    <a:pt x="34755" y="61878"/>
                  </a:lnTo>
                  <a:lnTo>
                    <a:pt x="69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29" name="Freeform 3028">
              <a:extLst>
                <a:ext uri="{FF2B5EF4-FFF2-40B4-BE49-F238E27FC236}">
                  <a16:creationId xmlns:a16="http://schemas.microsoft.com/office/drawing/2014/main" id="{3B393784-8B87-BEE3-E4D8-D2B6DA2F7FE1}"/>
                </a:ext>
              </a:extLst>
            </p:cNvPr>
            <p:cNvSpPr/>
            <p:nvPr/>
          </p:nvSpPr>
          <p:spPr>
            <a:xfrm>
              <a:off x="1812257" y="6403014"/>
              <a:ext cx="69388" cy="61877"/>
            </a:xfrm>
            <a:custGeom>
              <a:avLst/>
              <a:gdLst>
                <a:gd name="csX0" fmla="*/ 69388 w 69388"/>
                <a:gd name="csY0" fmla="*/ 61878 h 61877"/>
                <a:gd name="csX1" fmla="*/ 34755 w 69388"/>
                <a:gd name="csY1" fmla="*/ 0 h 61877"/>
                <a:gd name="csX2" fmla="*/ 0 w 69388"/>
                <a:gd name="csY2" fmla="*/ 61878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69388" y="61878"/>
                  </a:moveTo>
                  <a:lnTo>
                    <a:pt x="34755" y="0"/>
                  </a:lnTo>
                  <a:lnTo>
                    <a:pt x="0" y="61878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30" name="TextBox 3029">
              <a:extLst>
                <a:ext uri="{FF2B5EF4-FFF2-40B4-BE49-F238E27FC236}">
                  <a16:creationId xmlns:a16="http://schemas.microsoft.com/office/drawing/2014/main" id="{744C34E0-E2D1-2FFD-B1A5-1AB078137778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1" name="TextBox 3030">
              <a:extLst>
                <a:ext uri="{FF2B5EF4-FFF2-40B4-BE49-F238E27FC236}">
                  <a16:creationId xmlns:a16="http://schemas.microsoft.com/office/drawing/2014/main" id="{AE724428-CEA4-CCF4-8A47-AED388C52559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2" name="TextBox 3031">
              <a:extLst>
                <a:ext uri="{FF2B5EF4-FFF2-40B4-BE49-F238E27FC236}">
                  <a16:creationId xmlns:a16="http://schemas.microsoft.com/office/drawing/2014/main" id="{16F78726-1141-D545-BE0A-3BA9799D6E06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3" name="TextBox 3032">
              <a:extLst>
                <a:ext uri="{FF2B5EF4-FFF2-40B4-BE49-F238E27FC236}">
                  <a16:creationId xmlns:a16="http://schemas.microsoft.com/office/drawing/2014/main" id="{C12F047E-A673-B374-DE8A-1D5D1378086E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4" name="TextBox 3033">
              <a:extLst>
                <a:ext uri="{FF2B5EF4-FFF2-40B4-BE49-F238E27FC236}">
                  <a16:creationId xmlns:a16="http://schemas.microsoft.com/office/drawing/2014/main" id="{8E4E3317-918C-484B-0885-91A53755DEFD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5" name="TextBox 3034">
              <a:extLst>
                <a:ext uri="{FF2B5EF4-FFF2-40B4-BE49-F238E27FC236}">
                  <a16:creationId xmlns:a16="http://schemas.microsoft.com/office/drawing/2014/main" id="{C52FC226-7ABA-49BA-ED26-C0CD25F3C98A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6" name="TextBox 3035">
              <a:extLst>
                <a:ext uri="{FF2B5EF4-FFF2-40B4-BE49-F238E27FC236}">
                  <a16:creationId xmlns:a16="http://schemas.microsoft.com/office/drawing/2014/main" id="{2113B482-6416-2668-36D2-3DA5491937A4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7" name="TextBox 3036">
              <a:extLst>
                <a:ext uri="{FF2B5EF4-FFF2-40B4-BE49-F238E27FC236}">
                  <a16:creationId xmlns:a16="http://schemas.microsoft.com/office/drawing/2014/main" id="{544E7CB1-3FF2-E90E-DFE6-D0950A262AFC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8" name="TextBox 3037">
              <a:extLst>
                <a:ext uri="{FF2B5EF4-FFF2-40B4-BE49-F238E27FC236}">
                  <a16:creationId xmlns:a16="http://schemas.microsoft.com/office/drawing/2014/main" id="{2809722C-F7CE-6390-5396-4D230E1EE6A6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39" name="TextBox 3038">
              <a:extLst>
                <a:ext uri="{FF2B5EF4-FFF2-40B4-BE49-F238E27FC236}">
                  <a16:creationId xmlns:a16="http://schemas.microsoft.com/office/drawing/2014/main" id="{919D1F8E-87FF-E706-CE82-E296039F7353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0" name="TextBox 3039">
              <a:extLst>
                <a:ext uri="{FF2B5EF4-FFF2-40B4-BE49-F238E27FC236}">
                  <a16:creationId xmlns:a16="http://schemas.microsoft.com/office/drawing/2014/main" id="{32FA234C-937E-C375-60BC-36382F4CE628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1" name="TextBox 3040">
              <a:extLst>
                <a:ext uri="{FF2B5EF4-FFF2-40B4-BE49-F238E27FC236}">
                  <a16:creationId xmlns:a16="http://schemas.microsoft.com/office/drawing/2014/main" id="{9D76B12B-A729-4018-52ED-89ADBDC37C2C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2" name="TextBox 3041">
              <a:extLst>
                <a:ext uri="{FF2B5EF4-FFF2-40B4-BE49-F238E27FC236}">
                  <a16:creationId xmlns:a16="http://schemas.microsoft.com/office/drawing/2014/main" id="{2BCEDCD0-5801-775A-6B5C-FF3CDC78BC89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3" name="TextBox 3042">
              <a:extLst>
                <a:ext uri="{FF2B5EF4-FFF2-40B4-BE49-F238E27FC236}">
                  <a16:creationId xmlns:a16="http://schemas.microsoft.com/office/drawing/2014/main" id="{E2C41B7D-62E3-8CC7-42E1-05A28DE640EB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4" name="TextBox 3043">
              <a:extLst>
                <a:ext uri="{FF2B5EF4-FFF2-40B4-BE49-F238E27FC236}">
                  <a16:creationId xmlns:a16="http://schemas.microsoft.com/office/drawing/2014/main" id="{A6CF899F-6A71-C7F2-024E-1BE9DDE2593D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5" name="TextBox 3044">
              <a:extLst>
                <a:ext uri="{FF2B5EF4-FFF2-40B4-BE49-F238E27FC236}">
                  <a16:creationId xmlns:a16="http://schemas.microsoft.com/office/drawing/2014/main" id="{4329CA09-6710-140F-6039-9931E184E9A6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6" name="TextBox 3045">
              <a:extLst>
                <a:ext uri="{FF2B5EF4-FFF2-40B4-BE49-F238E27FC236}">
                  <a16:creationId xmlns:a16="http://schemas.microsoft.com/office/drawing/2014/main" id="{7EAA9E9B-8A47-B2DD-47D3-016301005911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7" name="TextBox 3046">
              <a:extLst>
                <a:ext uri="{FF2B5EF4-FFF2-40B4-BE49-F238E27FC236}">
                  <a16:creationId xmlns:a16="http://schemas.microsoft.com/office/drawing/2014/main" id="{49F6A9E2-6E21-DEF3-3A8C-8DA4003C8D37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8" name="TextBox 3047">
              <a:extLst>
                <a:ext uri="{FF2B5EF4-FFF2-40B4-BE49-F238E27FC236}">
                  <a16:creationId xmlns:a16="http://schemas.microsoft.com/office/drawing/2014/main" id="{FD5311E5-300C-D334-37D5-9639CB3E3DD5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49" name="TextBox 3048">
              <a:extLst>
                <a:ext uri="{FF2B5EF4-FFF2-40B4-BE49-F238E27FC236}">
                  <a16:creationId xmlns:a16="http://schemas.microsoft.com/office/drawing/2014/main" id="{997CF8DC-F569-295E-470F-06A095CE190E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0" name="TextBox 3049">
              <a:extLst>
                <a:ext uri="{FF2B5EF4-FFF2-40B4-BE49-F238E27FC236}">
                  <a16:creationId xmlns:a16="http://schemas.microsoft.com/office/drawing/2014/main" id="{C848BCE1-4177-970F-7978-D372024A2D33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1" name="TextBox 3050">
              <a:extLst>
                <a:ext uri="{FF2B5EF4-FFF2-40B4-BE49-F238E27FC236}">
                  <a16:creationId xmlns:a16="http://schemas.microsoft.com/office/drawing/2014/main" id="{00A339AF-F801-0890-1091-C0A686111A1D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2" name="TextBox 3051">
              <a:extLst>
                <a:ext uri="{FF2B5EF4-FFF2-40B4-BE49-F238E27FC236}">
                  <a16:creationId xmlns:a16="http://schemas.microsoft.com/office/drawing/2014/main" id="{BCA792DE-1DF8-DBB3-DC0F-18BEF94495A4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3" name="TextBox 3052">
              <a:extLst>
                <a:ext uri="{FF2B5EF4-FFF2-40B4-BE49-F238E27FC236}">
                  <a16:creationId xmlns:a16="http://schemas.microsoft.com/office/drawing/2014/main" id="{324D2323-F7AC-5F1E-5980-F4AC749BDD65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4" name="TextBox 3053">
              <a:extLst>
                <a:ext uri="{FF2B5EF4-FFF2-40B4-BE49-F238E27FC236}">
                  <a16:creationId xmlns:a16="http://schemas.microsoft.com/office/drawing/2014/main" id="{5BACC897-9DC6-A298-0382-78C7874804FF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5" name="TextBox 3054">
              <a:extLst>
                <a:ext uri="{FF2B5EF4-FFF2-40B4-BE49-F238E27FC236}">
                  <a16:creationId xmlns:a16="http://schemas.microsoft.com/office/drawing/2014/main" id="{C3973884-1A62-F89E-BE6C-E69B45C613B7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6" name="TextBox 3055">
              <a:extLst>
                <a:ext uri="{FF2B5EF4-FFF2-40B4-BE49-F238E27FC236}">
                  <a16:creationId xmlns:a16="http://schemas.microsoft.com/office/drawing/2014/main" id="{C74B2747-6A07-192D-091A-30EE2B0EC959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7" name="TextBox 3056">
              <a:extLst>
                <a:ext uri="{FF2B5EF4-FFF2-40B4-BE49-F238E27FC236}">
                  <a16:creationId xmlns:a16="http://schemas.microsoft.com/office/drawing/2014/main" id="{50F90DEB-13B7-BFDF-B151-037BCC9013AE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8" name="TextBox 3057">
              <a:extLst>
                <a:ext uri="{FF2B5EF4-FFF2-40B4-BE49-F238E27FC236}">
                  <a16:creationId xmlns:a16="http://schemas.microsoft.com/office/drawing/2014/main" id="{75CE71F9-C2F3-7FA0-1A17-7D8273450B4D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59" name="TextBox 3058">
              <a:extLst>
                <a:ext uri="{FF2B5EF4-FFF2-40B4-BE49-F238E27FC236}">
                  <a16:creationId xmlns:a16="http://schemas.microsoft.com/office/drawing/2014/main" id="{341F6EEA-7208-11C8-A93A-416D8BDB9B5A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60" name="TextBox 3059">
              <a:extLst>
                <a:ext uri="{FF2B5EF4-FFF2-40B4-BE49-F238E27FC236}">
                  <a16:creationId xmlns:a16="http://schemas.microsoft.com/office/drawing/2014/main" id="{0031412A-86D3-B445-6598-2A61195187AF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61" name="TextBox 3060">
              <a:extLst>
                <a:ext uri="{FF2B5EF4-FFF2-40B4-BE49-F238E27FC236}">
                  <a16:creationId xmlns:a16="http://schemas.microsoft.com/office/drawing/2014/main" id="{6954375D-181F-2013-E9BD-BFB03EA3ADA6}"/>
                </a:ext>
              </a:extLst>
            </p:cNvPr>
            <p:cNvSpPr txBox="1"/>
            <p:nvPr/>
          </p:nvSpPr>
          <p:spPr>
            <a:xfrm>
              <a:off x="1779722" y="6625642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1.69x</a:t>
              </a:r>
            </a:p>
          </p:txBody>
        </p:sp>
        <p:sp>
          <p:nvSpPr>
            <p:cNvPr id="3062" name="Freeform 3061">
              <a:extLst>
                <a:ext uri="{FF2B5EF4-FFF2-40B4-BE49-F238E27FC236}">
                  <a16:creationId xmlns:a16="http://schemas.microsoft.com/office/drawing/2014/main" id="{F73A0244-6E59-6D6E-6953-443279778446}"/>
                </a:ext>
              </a:extLst>
            </p:cNvPr>
            <p:cNvSpPr/>
            <p:nvPr/>
          </p:nvSpPr>
          <p:spPr>
            <a:xfrm>
              <a:off x="2369197" y="6364450"/>
              <a:ext cx="12237" cy="412223"/>
            </a:xfrm>
            <a:custGeom>
              <a:avLst/>
              <a:gdLst>
                <a:gd name="csX0" fmla="*/ 0 w 12237"/>
                <a:gd name="csY0" fmla="*/ 412224 h 412223"/>
                <a:gd name="csX1" fmla="*/ 0 w 12237"/>
                <a:gd name="csY1" fmla="*/ 0 h 412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412223">
                  <a:moveTo>
                    <a:pt x="0" y="412224"/>
                  </a:moveTo>
                  <a:lnTo>
                    <a:pt x="0" y="0"/>
                  </a:lnTo>
                </a:path>
              </a:pathLst>
            </a:custGeom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63" name="Freeform 3062">
              <a:extLst>
                <a:ext uri="{FF2B5EF4-FFF2-40B4-BE49-F238E27FC236}">
                  <a16:creationId xmlns:a16="http://schemas.microsoft.com/office/drawing/2014/main" id="{9A32E8C1-DDFA-FB91-DF89-D88D7E21DEA5}"/>
                </a:ext>
              </a:extLst>
            </p:cNvPr>
            <p:cNvSpPr/>
            <p:nvPr/>
          </p:nvSpPr>
          <p:spPr>
            <a:xfrm>
              <a:off x="2334564" y="6714796"/>
              <a:ext cx="69388" cy="61877"/>
            </a:xfrm>
            <a:custGeom>
              <a:avLst/>
              <a:gdLst>
                <a:gd name="csX0" fmla="*/ 0 w 69388"/>
                <a:gd name="csY0" fmla="*/ 0 h 61877"/>
                <a:gd name="csX1" fmla="*/ 34633 w 69388"/>
                <a:gd name="csY1" fmla="*/ 61878 h 61877"/>
                <a:gd name="csX2" fmla="*/ 69388 w 69388"/>
                <a:gd name="csY2" fmla="*/ 0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0" y="0"/>
                  </a:moveTo>
                  <a:lnTo>
                    <a:pt x="34633" y="61878"/>
                  </a:lnTo>
                  <a:lnTo>
                    <a:pt x="69388" y="0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64" name="Freeform 3063">
              <a:extLst>
                <a:ext uri="{FF2B5EF4-FFF2-40B4-BE49-F238E27FC236}">
                  <a16:creationId xmlns:a16="http://schemas.microsoft.com/office/drawing/2014/main" id="{5F2A17B4-F4B0-8EF9-80CE-3F1B7DE8722F}"/>
                </a:ext>
              </a:extLst>
            </p:cNvPr>
            <p:cNvSpPr/>
            <p:nvPr/>
          </p:nvSpPr>
          <p:spPr>
            <a:xfrm>
              <a:off x="2334564" y="6364450"/>
              <a:ext cx="69388" cy="61877"/>
            </a:xfrm>
            <a:custGeom>
              <a:avLst/>
              <a:gdLst>
                <a:gd name="csX0" fmla="*/ 69388 w 69388"/>
                <a:gd name="csY0" fmla="*/ 61878 h 61877"/>
                <a:gd name="csX1" fmla="*/ 34633 w 69388"/>
                <a:gd name="csY1" fmla="*/ 0 h 61877"/>
                <a:gd name="csX2" fmla="*/ 0 w 69388"/>
                <a:gd name="csY2" fmla="*/ 61878 h 61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388" h="61877">
                  <a:moveTo>
                    <a:pt x="69388" y="61878"/>
                  </a:moveTo>
                  <a:lnTo>
                    <a:pt x="34633" y="0"/>
                  </a:lnTo>
                  <a:lnTo>
                    <a:pt x="0" y="61878"/>
                  </a:lnTo>
                </a:path>
              </a:pathLst>
            </a:custGeom>
            <a:noFill/>
            <a:ln w="13070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65" name="TextBox 3064">
              <a:extLst>
                <a:ext uri="{FF2B5EF4-FFF2-40B4-BE49-F238E27FC236}">
                  <a16:creationId xmlns:a16="http://schemas.microsoft.com/office/drawing/2014/main" id="{90AA0D41-C634-BAAE-5E37-45488A81B83D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66" name="TextBox 3065">
              <a:extLst>
                <a:ext uri="{FF2B5EF4-FFF2-40B4-BE49-F238E27FC236}">
                  <a16:creationId xmlns:a16="http://schemas.microsoft.com/office/drawing/2014/main" id="{6737C104-89E8-72BC-0011-0E95C307D134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67" name="TextBox 3066">
              <a:extLst>
                <a:ext uri="{FF2B5EF4-FFF2-40B4-BE49-F238E27FC236}">
                  <a16:creationId xmlns:a16="http://schemas.microsoft.com/office/drawing/2014/main" id="{BA95E172-A671-0C86-C281-7DD8B78C2D72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68" name="TextBox 3067">
              <a:extLst>
                <a:ext uri="{FF2B5EF4-FFF2-40B4-BE49-F238E27FC236}">
                  <a16:creationId xmlns:a16="http://schemas.microsoft.com/office/drawing/2014/main" id="{64285190-159B-D77B-853F-A66381BED3F0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69" name="TextBox 3068">
              <a:extLst>
                <a:ext uri="{FF2B5EF4-FFF2-40B4-BE49-F238E27FC236}">
                  <a16:creationId xmlns:a16="http://schemas.microsoft.com/office/drawing/2014/main" id="{CB2DAE75-DBD0-D718-8979-DB31FA299025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0" name="TextBox 3069">
              <a:extLst>
                <a:ext uri="{FF2B5EF4-FFF2-40B4-BE49-F238E27FC236}">
                  <a16:creationId xmlns:a16="http://schemas.microsoft.com/office/drawing/2014/main" id="{C1C2AE18-57AB-46DD-D257-A8864973BE10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1" name="TextBox 3070">
              <a:extLst>
                <a:ext uri="{FF2B5EF4-FFF2-40B4-BE49-F238E27FC236}">
                  <a16:creationId xmlns:a16="http://schemas.microsoft.com/office/drawing/2014/main" id="{A6784D33-971B-C327-552A-6705E6DB94E5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2" name="TextBox 3071">
              <a:extLst>
                <a:ext uri="{FF2B5EF4-FFF2-40B4-BE49-F238E27FC236}">
                  <a16:creationId xmlns:a16="http://schemas.microsoft.com/office/drawing/2014/main" id="{D3A75EEB-866B-2E56-C16D-7D81CA057B0E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3" name="TextBox 3072">
              <a:extLst>
                <a:ext uri="{FF2B5EF4-FFF2-40B4-BE49-F238E27FC236}">
                  <a16:creationId xmlns:a16="http://schemas.microsoft.com/office/drawing/2014/main" id="{600D7902-CC57-3895-3979-BC27F318E50C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4" name="TextBox 3073">
              <a:extLst>
                <a:ext uri="{FF2B5EF4-FFF2-40B4-BE49-F238E27FC236}">
                  <a16:creationId xmlns:a16="http://schemas.microsoft.com/office/drawing/2014/main" id="{289145AB-56A7-374D-BF49-0A4C9D738BD3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5" name="TextBox 3074">
              <a:extLst>
                <a:ext uri="{FF2B5EF4-FFF2-40B4-BE49-F238E27FC236}">
                  <a16:creationId xmlns:a16="http://schemas.microsoft.com/office/drawing/2014/main" id="{C1FEFD20-36C1-C7D2-6972-2C5FA9026FD9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6" name="TextBox 3075">
              <a:extLst>
                <a:ext uri="{FF2B5EF4-FFF2-40B4-BE49-F238E27FC236}">
                  <a16:creationId xmlns:a16="http://schemas.microsoft.com/office/drawing/2014/main" id="{8B1F1502-323E-6B5C-822D-B9F9E0714F5D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7" name="TextBox 3076">
              <a:extLst>
                <a:ext uri="{FF2B5EF4-FFF2-40B4-BE49-F238E27FC236}">
                  <a16:creationId xmlns:a16="http://schemas.microsoft.com/office/drawing/2014/main" id="{91789743-9348-EA7B-9C58-9753DB074389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8" name="TextBox 3077">
              <a:extLst>
                <a:ext uri="{FF2B5EF4-FFF2-40B4-BE49-F238E27FC236}">
                  <a16:creationId xmlns:a16="http://schemas.microsoft.com/office/drawing/2014/main" id="{6CC90989-DE4E-2A56-0B4B-20886C26A04E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79" name="TextBox 3078">
              <a:extLst>
                <a:ext uri="{FF2B5EF4-FFF2-40B4-BE49-F238E27FC236}">
                  <a16:creationId xmlns:a16="http://schemas.microsoft.com/office/drawing/2014/main" id="{738BF514-E298-5755-7E9A-3E9F991CD56A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0" name="TextBox 3079">
              <a:extLst>
                <a:ext uri="{FF2B5EF4-FFF2-40B4-BE49-F238E27FC236}">
                  <a16:creationId xmlns:a16="http://schemas.microsoft.com/office/drawing/2014/main" id="{F95286FA-2199-6E68-921F-FF40B517BE7A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1" name="TextBox 3080">
              <a:extLst>
                <a:ext uri="{FF2B5EF4-FFF2-40B4-BE49-F238E27FC236}">
                  <a16:creationId xmlns:a16="http://schemas.microsoft.com/office/drawing/2014/main" id="{00B75220-A7AF-AEC0-27F7-FCA6162EABD1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2" name="TextBox 3081">
              <a:extLst>
                <a:ext uri="{FF2B5EF4-FFF2-40B4-BE49-F238E27FC236}">
                  <a16:creationId xmlns:a16="http://schemas.microsoft.com/office/drawing/2014/main" id="{1B3E0831-A16B-D503-BAC3-69DF6D817980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3" name="TextBox 3082">
              <a:extLst>
                <a:ext uri="{FF2B5EF4-FFF2-40B4-BE49-F238E27FC236}">
                  <a16:creationId xmlns:a16="http://schemas.microsoft.com/office/drawing/2014/main" id="{A06EFA21-7007-C658-12EA-691F1D04D63B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4" name="TextBox 3083">
              <a:extLst>
                <a:ext uri="{FF2B5EF4-FFF2-40B4-BE49-F238E27FC236}">
                  <a16:creationId xmlns:a16="http://schemas.microsoft.com/office/drawing/2014/main" id="{35568D9F-2C90-25BF-9249-2355574FAA4E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5" name="TextBox 3084">
              <a:extLst>
                <a:ext uri="{FF2B5EF4-FFF2-40B4-BE49-F238E27FC236}">
                  <a16:creationId xmlns:a16="http://schemas.microsoft.com/office/drawing/2014/main" id="{D789CC21-C11D-7BEA-E5A2-044EBF35C0D8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6" name="TextBox 3085">
              <a:extLst>
                <a:ext uri="{FF2B5EF4-FFF2-40B4-BE49-F238E27FC236}">
                  <a16:creationId xmlns:a16="http://schemas.microsoft.com/office/drawing/2014/main" id="{B50B92ED-B99A-8667-51FB-3C1E692F40C3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7" name="TextBox 3086">
              <a:extLst>
                <a:ext uri="{FF2B5EF4-FFF2-40B4-BE49-F238E27FC236}">
                  <a16:creationId xmlns:a16="http://schemas.microsoft.com/office/drawing/2014/main" id="{F48E0442-A93E-746F-7141-E8882AD9C228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8" name="TextBox 3087">
              <a:extLst>
                <a:ext uri="{FF2B5EF4-FFF2-40B4-BE49-F238E27FC236}">
                  <a16:creationId xmlns:a16="http://schemas.microsoft.com/office/drawing/2014/main" id="{BE819E35-897B-5C86-0536-813487E736F4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89" name="TextBox 3088">
              <a:extLst>
                <a:ext uri="{FF2B5EF4-FFF2-40B4-BE49-F238E27FC236}">
                  <a16:creationId xmlns:a16="http://schemas.microsoft.com/office/drawing/2014/main" id="{425E868A-6951-B8AD-BE09-B15538F855DE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0" name="TextBox 3089">
              <a:extLst>
                <a:ext uri="{FF2B5EF4-FFF2-40B4-BE49-F238E27FC236}">
                  <a16:creationId xmlns:a16="http://schemas.microsoft.com/office/drawing/2014/main" id="{EBB47355-ACFD-4ED4-2F3F-DDCDDFB105F8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1" name="TextBox 3090">
              <a:extLst>
                <a:ext uri="{FF2B5EF4-FFF2-40B4-BE49-F238E27FC236}">
                  <a16:creationId xmlns:a16="http://schemas.microsoft.com/office/drawing/2014/main" id="{0A9059D1-DC58-47DF-1D4C-E1C694323096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2" name="TextBox 3091">
              <a:extLst>
                <a:ext uri="{FF2B5EF4-FFF2-40B4-BE49-F238E27FC236}">
                  <a16:creationId xmlns:a16="http://schemas.microsoft.com/office/drawing/2014/main" id="{9B9C097F-B18E-BE55-2F6E-47A3999EFAB7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3" name="TextBox 3092">
              <a:extLst>
                <a:ext uri="{FF2B5EF4-FFF2-40B4-BE49-F238E27FC236}">
                  <a16:creationId xmlns:a16="http://schemas.microsoft.com/office/drawing/2014/main" id="{5DF82E5E-4C22-152B-FD9E-C8A25B2883BC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4" name="TextBox 3093">
              <a:extLst>
                <a:ext uri="{FF2B5EF4-FFF2-40B4-BE49-F238E27FC236}">
                  <a16:creationId xmlns:a16="http://schemas.microsoft.com/office/drawing/2014/main" id="{E86C2A48-8201-6AD7-100A-E519C2D3237E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5" name="TextBox 3094">
              <a:extLst>
                <a:ext uri="{FF2B5EF4-FFF2-40B4-BE49-F238E27FC236}">
                  <a16:creationId xmlns:a16="http://schemas.microsoft.com/office/drawing/2014/main" id="{365FB1F1-64F7-7C98-A2D6-34183053E441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6" name="TextBox 3095">
              <a:extLst>
                <a:ext uri="{FF2B5EF4-FFF2-40B4-BE49-F238E27FC236}">
                  <a16:creationId xmlns:a16="http://schemas.microsoft.com/office/drawing/2014/main" id="{4D03C607-9958-990C-C272-C65BFCE8EC01}"/>
                </a:ext>
              </a:extLst>
            </p:cNvPr>
            <p:cNvSpPr txBox="1"/>
            <p:nvPr/>
          </p:nvSpPr>
          <p:spPr>
            <a:xfrm>
              <a:off x="2301907" y="6475800"/>
              <a:ext cx="40427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1.35x</a:t>
              </a:r>
            </a:p>
          </p:txBody>
        </p:sp>
        <p:sp>
          <p:nvSpPr>
            <p:cNvPr id="3097" name="Freeform 3096">
              <a:extLst>
                <a:ext uri="{FF2B5EF4-FFF2-40B4-BE49-F238E27FC236}">
                  <a16:creationId xmlns:a16="http://schemas.microsoft.com/office/drawing/2014/main" id="{A5EEDE87-0A1B-0EB7-1D7F-4096DF34E540}"/>
                </a:ext>
              </a:extLst>
            </p:cNvPr>
            <p:cNvSpPr/>
            <p:nvPr/>
          </p:nvSpPr>
          <p:spPr>
            <a:xfrm>
              <a:off x="1694407" y="7050146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98" name="Freeform 3097">
              <a:extLst>
                <a:ext uri="{FF2B5EF4-FFF2-40B4-BE49-F238E27FC236}">
                  <a16:creationId xmlns:a16="http://schemas.microsoft.com/office/drawing/2014/main" id="{6A8135A4-2F13-0DB7-EF4D-AF0CBD3F0A4C}"/>
                </a:ext>
              </a:extLst>
            </p:cNvPr>
            <p:cNvSpPr/>
            <p:nvPr/>
          </p:nvSpPr>
          <p:spPr>
            <a:xfrm>
              <a:off x="1940875" y="6413978"/>
              <a:ext cx="81992" cy="73219"/>
            </a:xfrm>
            <a:custGeom>
              <a:avLst/>
              <a:gdLst>
                <a:gd name="csX0" fmla="*/ 40996 w 81992"/>
                <a:gd name="csY0" fmla="*/ 0 h 73219"/>
                <a:gd name="csX1" fmla="*/ 81993 w 81992"/>
                <a:gd name="csY1" fmla="*/ 73220 h 73219"/>
                <a:gd name="csX2" fmla="*/ 0 w 81992"/>
                <a:gd name="csY2" fmla="*/ 73220 h 7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219">
                  <a:moveTo>
                    <a:pt x="40996" y="0"/>
                  </a:moveTo>
                  <a:lnTo>
                    <a:pt x="81993" y="73220"/>
                  </a:lnTo>
                  <a:lnTo>
                    <a:pt x="0" y="73220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99" name="Freeform 3098">
              <a:extLst>
                <a:ext uri="{FF2B5EF4-FFF2-40B4-BE49-F238E27FC236}">
                  <a16:creationId xmlns:a16="http://schemas.microsoft.com/office/drawing/2014/main" id="{B289B45E-CE02-DA10-A26A-733D0712F603}"/>
                </a:ext>
              </a:extLst>
            </p:cNvPr>
            <p:cNvSpPr/>
            <p:nvPr/>
          </p:nvSpPr>
          <p:spPr>
            <a:xfrm>
              <a:off x="1173079" y="6151974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0" name="Freeform 3099">
              <a:extLst>
                <a:ext uri="{FF2B5EF4-FFF2-40B4-BE49-F238E27FC236}">
                  <a16:creationId xmlns:a16="http://schemas.microsoft.com/office/drawing/2014/main" id="{682B27B1-9362-6135-5EF4-0335DE973608}"/>
                </a:ext>
              </a:extLst>
            </p:cNvPr>
            <p:cNvSpPr/>
            <p:nvPr/>
          </p:nvSpPr>
          <p:spPr>
            <a:xfrm>
              <a:off x="1407309" y="6727273"/>
              <a:ext cx="81992" cy="73093"/>
            </a:xfrm>
            <a:custGeom>
              <a:avLst/>
              <a:gdLst>
                <a:gd name="csX0" fmla="*/ 40997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7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1" name="Freeform 3100">
              <a:extLst>
                <a:ext uri="{FF2B5EF4-FFF2-40B4-BE49-F238E27FC236}">
                  <a16:creationId xmlns:a16="http://schemas.microsoft.com/office/drawing/2014/main" id="{1003553E-8921-615F-4F7B-AE7DE325C6B8}"/>
                </a:ext>
              </a:extLst>
            </p:cNvPr>
            <p:cNvSpPr/>
            <p:nvPr/>
          </p:nvSpPr>
          <p:spPr>
            <a:xfrm>
              <a:off x="1169040" y="6521098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2" name="Freeform 3101">
              <a:extLst>
                <a:ext uri="{FF2B5EF4-FFF2-40B4-BE49-F238E27FC236}">
                  <a16:creationId xmlns:a16="http://schemas.microsoft.com/office/drawing/2014/main" id="{BFE08E5A-11FB-AA7B-DC18-ABC4BD2F1F71}"/>
                </a:ext>
              </a:extLst>
            </p:cNvPr>
            <p:cNvSpPr/>
            <p:nvPr/>
          </p:nvSpPr>
          <p:spPr>
            <a:xfrm>
              <a:off x="1433743" y="6582975"/>
              <a:ext cx="82115" cy="73093"/>
            </a:xfrm>
            <a:custGeom>
              <a:avLst/>
              <a:gdLst>
                <a:gd name="csX0" fmla="*/ 40996 w 82115"/>
                <a:gd name="csY0" fmla="*/ 0 h 73093"/>
                <a:gd name="csX1" fmla="*/ 82115 w 82115"/>
                <a:gd name="csY1" fmla="*/ 73094 h 73093"/>
                <a:gd name="csX2" fmla="*/ 0 w 82115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2115" h="73093">
                  <a:moveTo>
                    <a:pt x="40996" y="0"/>
                  </a:moveTo>
                  <a:lnTo>
                    <a:pt x="82115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3" name="Freeform 3102">
              <a:extLst>
                <a:ext uri="{FF2B5EF4-FFF2-40B4-BE49-F238E27FC236}">
                  <a16:creationId xmlns:a16="http://schemas.microsoft.com/office/drawing/2014/main" id="{7117E880-4C26-5705-46A4-B8D861A1750D}"/>
                </a:ext>
              </a:extLst>
            </p:cNvPr>
            <p:cNvSpPr/>
            <p:nvPr/>
          </p:nvSpPr>
          <p:spPr>
            <a:xfrm>
              <a:off x="628132" y="6976170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CFFF5AE1-38C4-4B94-27CA-E16B4D678C7B}"/>
                </a:ext>
              </a:extLst>
            </p:cNvPr>
            <p:cNvSpPr/>
            <p:nvPr/>
          </p:nvSpPr>
          <p:spPr>
            <a:xfrm>
              <a:off x="871663" y="6265018"/>
              <a:ext cx="81992" cy="73093"/>
            </a:xfrm>
            <a:custGeom>
              <a:avLst/>
              <a:gdLst>
                <a:gd name="csX0" fmla="*/ 40996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6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5" name="Freeform 3104">
              <a:extLst>
                <a:ext uri="{FF2B5EF4-FFF2-40B4-BE49-F238E27FC236}">
                  <a16:creationId xmlns:a16="http://schemas.microsoft.com/office/drawing/2014/main" id="{B57ACC19-4EB3-6A73-330B-9AFCFB32DB7C}"/>
                </a:ext>
              </a:extLst>
            </p:cNvPr>
            <p:cNvSpPr/>
            <p:nvPr/>
          </p:nvSpPr>
          <p:spPr>
            <a:xfrm>
              <a:off x="656768" y="7039055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6" name="Freeform 3105">
              <a:extLst>
                <a:ext uri="{FF2B5EF4-FFF2-40B4-BE49-F238E27FC236}">
                  <a16:creationId xmlns:a16="http://schemas.microsoft.com/office/drawing/2014/main" id="{67F91E0E-9243-6087-C16A-6B66F19952A2}"/>
                </a:ext>
              </a:extLst>
            </p:cNvPr>
            <p:cNvSpPr/>
            <p:nvPr/>
          </p:nvSpPr>
          <p:spPr>
            <a:xfrm>
              <a:off x="912782" y="6320090"/>
              <a:ext cx="82115" cy="73093"/>
            </a:xfrm>
            <a:custGeom>
              <a:avLst/>
              <a:gdLst>
                <a:gd name="csX0" fmla="*/ 41119 w 82115"/>
                <a:gd name="csY0" fmla="*/ 0 h 73093"/>
                <a:gd name="csX1" fmla="*/ 82115 w 82115"/>
                <a:gd name="csY1" fmla="*/ 73094 h 73093"/>
                <a:gd name="csX2" fmla="*/ 0 w 82115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2115" h="73093">
                  <a:moveTo>
                    <a:pt x="41119" y="0"/>
                  </a:moveTo>
                  <a:lnTo>
                    <a:pt x="82115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7" name="Freeform 3106">
              <a:extLst>
                <a:ext uri="{FF2B5EF4-FFF2-40B4-BE49-F238E27FC236}">
                  <a16:creationId xmlns:a16="http://schemas.microsoft.com/office/drawing/2014/main" id="{785701A2-E6A1-25AB-91FD-7EF9D802219E}"/>
                </a:ext>
              </a:extLst>
            </p:cNvPr>
            <p:cNvSpPr/>
            <p:nvPr/>
          </p:nvSpPr>
          <p:spPr>
            <a:xfrm>
              <a:off x="657870" y="7106100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8" name="Freeform 3107">
              <a:extLst>
                <a:ext uri="{FF2B5EF4-FFF2-40B4-BE49-F238E27FC236}">
                  <a16:creationId xmlns:a16="http://schemas.microsoft.com/office/drawing/2014/main" id="{30B31BCF-066E-6041-8FD1-8985431070DE}"/>
                </a:ext>
              </a:extLst>
            </p:cNvPr>
            <p:cNvSpPr/>
            <p:nvPr/>
          </p:nvSpPr>
          <p:spPr>
            <a:xfrm>
              <a:off x="894915" y="6147563"/>
              <a:ext cx="81992" cy="73093"/>
            </a:xfrm>
            <a:custGeom>
              <a:avLst/>
              <a:gdLst>
                <a:gd name="csX0" fmla="*/ 40996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6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9" name="Freeform 3108">
              <a:extLst>
                <a:ext uri="{FF2B5EF4-FFF2-40B4-BE49-F238E27FC236}">
                  <a16:creationId xmlns:a16="http://schemas.microsoft.com/office/drawing/2014/main" id="{21A343C3-C86B-8E97-3057-1633AEDB42EA}"/>
                </a:ext>
              </a:extLst>
            </p:cNvPr>
            <p:cNvSpPr/>
            <p:nvPr/>
          </p:nvSpPr>
          <p:spPr>
            <a:xfrm>
              <a:off x="653831" y="7186503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0" name="Freeform 3109">
              <a:extLst>
                <a:ext uri="{FF2B5EF4-FFF2-40B4-BE49-F238E27FC236}">
                  <a16:creationId xmlns:a16="http://schemas.microsoft.com/office/drawing/2014/main" id="{3405F6C8-8F32-D607-496E-C113D367D6E8}"/>
                </a:ext>
              </a:extLst>
            </p:cNvPr>
            <p:cNvSpPr/>
            <p:nvPr/>
          </p:nvSpPr>
          <p:spPr>
            <a:xfrm>
              <a:off x="889897" y="6333070"/>
              <a:ext cx="81992" cy="73093"/>
            </a:xfrm>
            <a:custGeom>
              <a:avLst/>
              <a:gdLst>
                <a:gd name="csX0" fmla="*/ 40996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6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1" name="Freeform 3110">
              <a:extLst>
                <a:ext uri="{FF2B5EF4-FFF2-40B4-BE49-F238E27FC236}">
                  <a16:creationId xmlns:a16="http://schemas.microsoft.com/office/drawing/2014/main" id="{1BE0DEC5-D3E9-583A-EFCB-A0ADAAEE9CD3}"/>
                </a:ext>
              </a:extLst>
            </p:cNvPr>
            <p:cNvSpPr/>
            <p:nvPr/>
          </p:nvSpPr>
          <p:spPr>
            <a:xfrm>
              <a:off x="1154967" y="6354116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2" name="Freeform 3111">
              <a:extLst>
                <a:ext uri="{FF2B5EF4-FFF2-40B4-BE49-F238E27FC236}">
                  <a16:creationId xmlns:a16="http://schemas.microsoft.com/office/drawing/2014/main" id="{E29A571C-B81F-B346-EDA5-C27E93844582}"/>
                </a:ext>
              </a:extLst>
            </p:cNvPr>
            <p:cNvSpPr/>
            <p:nvPr/>
          </p:nvSpPr>
          <p:spPr>
            <a:xfrm>
              <a:off x="1415264" y="6552478"/>
              <a:ext cx="82115" cy="73219"/>
            </a:xfrm>
            <a:custGeom>
              <a:avLst/>
              <a:gdLst>
                <a:gd name="csX0" fmla="*/ 40996 w 82115"/>
                <a:gd name="csY0" fmla="*/ 0 h 73219"/>
                <a:gd name="csX1" fmla="*/ 82115 w 82115"/>
                <a:gd name="csY1" fmla="*/ 73220 h 73219"/>
                <a:gd name="csX2" fmla="*/ 0 w 82115"/>
                <a:gd name="csY2" fmla="*/ 73220 h 7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2115" h="73219">
                  <a:moveTo>
                    <a:pt x="40996" y="0"/>
                  </a:moveTo>
                  <a:lnTo>
                    <a:pt x="82115" y="73220"/>
                  </a:lnTo>
                  <a:lnTo>
                    <a:pt x="0" y="73220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3" name="Freeform 3112">
              <a:extLst>
                <a:ext uri="{FF2B5EF4-FFF2-40B4-BE49-F238E27FC236}">
                  <a16:creationId xmlns:a16="http://schemas.microsoft.com/office/drawing/2014/main" id="{3D3A2D6E-EBD4-BBE0-562D-E046C3494950}"/>
                </a:ext>
              </a:extLst>
            </p:cNvPr>
            <p:cNvSpPr/>
            <p:nvPr/>
          </p:nvSpPr>
          <p:spPr>
            <a:xfrm>
              <a:off x="639391" y="6965206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4" name="Freeform 3113">
              <a:extLst>
                <a:ext uri="{FF2B5EF4-FFF2-40B4-BE49-F238E27FC236}">
                  <a16:creationId xmlns:a16="http://schemas.microsoft.com/office/drawing/2014/main" id="{593AF8B2-7FEC-CC72-3C01-8B4232523E0A}"/>
                </a:ext>
              </a:extLst>
            </p:cNvPr>
            <p:cNvSpPr/>
            <p:nvPr/>
          </p:nvSpPr>
          <p:spPr>
            <a:xfrm>
              <a:off x="876925" y="6442333"/>
              <a:ext cx="81992" cy="73093"/>
            </a:xfrm>
            <a:custGeom>
              <a:avLst/>
              <a:gdLst>
                <a:gd name="csX0" fmla="*/ 40996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6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5" name="Freeform 3114">
              <a:extLst>
                <a:ext uri="{FF2B5EF4-FFF2-40B4-BE49-F238E27FC236}">
                  <a16:creationId xmlns:a16="http://schemas.microsoft.com/office/drawing/2014/main" id="{7A9D5003-0DFB-F91A-97AD-1D8473D5DBD2}"/>
                </a:ext>
              </a:extLst>
            </p:cNvPr>
            <p:cNvSpPr/>
            <p:nvPr/>
          </p:nvSpPr>
          <p:spPr>
            <a:xfrm>
              <a:off x="1696365" y="6962811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6" name="Freeform 3115">
              <a:extLst>
                <a:ext uri="{FF2B5EF4-FFF2-40B4-BE49-F238E27FC236}">
                  <a16:creationId xmlns:a16="http://schemas.microsoft.com/office/drawing/2014/main" id="{0854DD1D-84B3-BBD8-A0F2-29A23C4EC82D}"/>
                </a:ext>
              </a:extLst>
            </p:cNvPr>
            <p:cNvSpPr/>
            <p:nvPr/>
          </p:nvSpPr>
          <p:spPr>
            <a:xfrm>
              <a:off x="1943323" y="6294381"/>
              <a:ext cx="81992" cy="73219"/>
            </a:xfrm>
            <a:custGeom>
              <a:avLst/>
              <a:gdLst>
                <a:gd name="csX0" fmla="*/ 40997 w 81992"/>
                <a:gd name="csY0" fmla="*/ 0 h 73219"/>
                <a:gd name="csX1" fmla="*/ 81993 w 81992"/>
                <a:gd name="csY1" fmla="*/ 73220 h 73219"/>
                <a:gd name="csX2" fmla="*/ 0 w 81992"/>
                <a:gd name="csY2" fmla="*/ 73220 h 7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219">
                  <a:moveTo>
                    <a:pt x="40997" y="0"/>
                  </a:moveTo>
                  <a:lnTo>
                    <a:pt x="81993" y="73220"/>
                  </a:lnTo>
                  <a:lnTo>
                    <a:pt x="0" y="73220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7" name="Freeform 3116">
              <a:extLst>
                <a:ext uri="{FF2B5EF4-FFF2-40B4-BE49-F238E27FC236}">
                  <a16:creationId xmlns:a16="http://schemas.microsoft.com/office/drawing/2014/main" id="{06483672-4211-D0F6-9737-CC8E62F7EE4A}"/>
                </a:ext>
              </a:extLst>
            </p:cNvPr>
            <p:cNvSpPr/>
            <p:nvPr/>
          </p:nvSpPr>
          <p:spPr>
            <a:xfrm>
              <a:off x="1159495" y="6138742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8" name="Freeform 3117">
              <a:extLst>
                <a:ext uri="{FF2B5EF4-FFF2-40B4-BE49-F238E27FC236}">
                  <a16:creationId xmlns:a16="http://schemas.microsoft.com/office/drawing/2014/main" id="{73356467-8387-08AD-1D3C-53B9CB5081BB}"/>
                </a:ext>
              </a:extLst>
            </p:cNvPr>
            <p:cNvSpPr/>
            <p:nvPr/>
          </p:nvSpPr>
          <p:spPr>
            <a:xfrm>
              <a:off x="1404740" y="6487197"/>
              <a:ext cx="81992" cy="73093"/>
            </a:xfrm>
            <a:custGeom>
              <a:avLst/>
              <a:gdLst>
                <a:gd name="csX0" fmla="*/ 40996 w 81992"/>
                <a:gd name="csY0" fmla="*/ 0 h 73093"/>
                <a:gd name="csX1" fmla="*/ 81993 w 81992"/>
                <a:gd name="csY1" fmla="*/ 73094 h 73093"/>
                <a:gd name="csX2" fmla="*/ 0 w 81992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093">
                  <a:moveTo>
                    <a:pt x="40996" y="0"/>
                  </a:moveTo>
                  <a:lnTo>
                    <a:pt x="81993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9" name="Freeform 3118">
              <a:extLst>
                <a:ext uri="{FF2B5EF4-FFF2-40B4-BE49-F238E27FC236}">
                  <a16:creationId xmlns:a16="http://schemas.microsoft.com/office/drawing/2014/main" id="{1BDD9734-8EB3-B1C9-8960-C5C572D179FA}"/>
                </a:ext>
              </a:extLst>
            </p:cNvPr>
            <p:cNvSpPr/>
            <p:nvPr/>
          </p:nvSpPr>
          <p:spPr>
            <a:xfrm>
              <a:off x="1149582" y="6437922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0" name="Freeform 3119">
              <a:extLst>
                <a:ext uri="{FF2B5EF4-FFF2-40B4-BE49-F238E27FC236}">
                  <a16:creationId xmlns:a16="http://schemas.microsoft.com/office/drawing/2014/main" id="{D566C573-075C-3C04-E63D-DA8D0E655EC7}"/>
                </a:ext>
              </a:extLst>
            </p:cNvPr>
            <p:cNvSpPr/>
            <p:nvPr/>
          </p:nvSpPr>
          <p:spPr>
            <a:xfrm>
              <a:off x="1426400" y="6483291"/>
              <a:ext cx="81992" cy="73219"/>
            </a:xfrm>
            <a:custGeom>
              <a:avLst/>
              <a:gdLst>
                <a:gd name="csX0" fmla="*/ 40996 w 81992"/>
                <a:gd name="csY0" fmla="*/ 0 h 73219"/>
                <a:gd name="csX1" fmla="*/ 81993 w 81992"/>
                <a:gd name="csY1" fmla="*/ 73220 h 73219"/>
                <a:gd name="csX2" fmla="*/ 0 w 81992"/>
                <a:gd name="csY2" fmla="*/ 73220 h 7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219">
                  <a:moveTo>
                    <a:pt x="40996" y="0"/>
                  </a:moveTo>
                  <a:lnTo>
                    <a:pt x="81993" y="73220"/>
                  </a:lnTo>
                  <a:lnTo>
                    <a:pt x="0" y="73220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1" name="Freeform 3120">
              <a:extLst>
                <a:ext uri="{FF2B5EF4-FFF2-40B4-BE49-F238E27FC236}">
                  <a16:creationId xmlns:a16="http://schemas.microsoft.com/office/drawing/2014/main" id="{BFDD9DBB-F5CF-9E92-9D25-45E43228C109}"/>
                </a:ext>
              </a:extLst>
            </p:cNvPr>
            <p:cNvSpPr/>
            <p:nvPr/>
          </p:nvSpPr>
          <p:spPr>
            <a:xfrm>
              <a:off x="2219284" y="6745294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2" name="Freeform 3121">
              <a:extLst>
                <a:ext uri="{FF2B5EF4-FFF2-40B4-BE49-F238E27FC236}">
                  <a16:creationId xmlns:a16="http://schemas.microsoft.com/office/drawing/2014/main" id="{6AB6CE11-E553-2B8E-1C73-80008A1E89BF}"/>
                </a:ext>
              </a:extLst>
            </p:cNvPr>
            <p:cNvSpPr/>
            <p:nvPr/>
          </p:nvSpPr>
          <p:spPr>
            <a:xfrm>
              <a:off x="2461592" y="6315679"/>
              <a:ext cx="82115" cy="73093"/>
            </a:xfrm>
            <a:custGeom>
              <a:avLst/>
              <a:gdLst>
                <a:gd name="csX0" fmla="*/ 40996 w 82115"/>
                <a:gd name="csY0" fmla="*/ 0 h 73093"/>
                <a:gd name="csX1" fmla="*/ 82115 w 82115"/>
                <a:gd name="csY1" fmla="*/ 73094 h 73093"/>
                <a:gd name="csX2" fmla="*/ 0 w 82115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2115" h="73093">
                  <a:moveTo>
                    <a:pt x="40996" y="0"/>
                  </a:moveTo>
                  <a:lnTo>
                    <a:pt x="82115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3" name="Freeform 3122">
              <a:extLst>
                <a:ext uri="{FF2B5EF4-FFF2-40B4-BE49-F238E27FC236}">
                  <a16:creationId xmlns:a16="http://schemas.microsoft.com/office/drawing/2014/main" id="{98BCB7A4-67C5-9494-2B31-33752C2B6F8D}"/>
                </a:ext>
              </a:extLst>
            </p:cNvPr>
            <p:cNvSpPr/>
            <p:nvPr/>
          </p:nvSpPr>
          <p:spPr>
            <a:xfrm>
              <a:off x="1156436" y="6205030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1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4" name="Freeform 3123">
              <a:extLst>
                <a:ext uri="{FF2B5EF4-FFF2-40B4-BE49-F238E27FC236}">
                  <a16:creationId xmlns:a16="http://schemas.microsoft.com/office/drawing/2014/main" id="{7219CE22-5BB7-8B12-2BCD-945CC0D0569E}"/>
                </a:ext>
              </a:extLst>
            </p:cNvPr>
            <p:cNvSpPr/>
            <p:nvPr/>
          </p:nvSpPr>
          <p:spPr>
            <a:xfrm>
              <a:off x="1396540" y="6313411"/>
              <a:ext cx="82115" cy="73093"/>
            </a:xfrm>
            <a:custGeom>
              <a:avLst/>
              <a:gdLst>
                <a:gd name="csX0" fmla="*/ 41119 w 82115"/>
                <a:gd name="csY0" fmla="*/ 0 h 73093"/>
                <a:gd name="csX1" fmla="*/ 82115 w 82115"/>
                <a:gd name="csY1" fmla="*/ 73094 h 73093"/>
                <a:gd name="csX2" fmla="*/ 0 w 82115"/>
                <a:gd name="csY2" fmla="*/ 73094 h 73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2115" h="73093">
                  <a:moveTo>
                    <a:pt x="41119" y="0"/>
                  </a:moveTo>
                  <a:lnTo>
                    <a:pt x="82115" y="73094"/>
                  </a:lnTo>
                  <a:lnTo>
                    <a:pt x="0" y="73094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5" name="Freeform 3124">
              <a:extLst>
                <a:ext uri="{FF2B5EF4-FFF2-40B4-BE49-F238E27FC236}">
                  <a16:creationId xmlns:a16="http://schemas.microsoft.com/office/drawing/2014/main" id="{48F29A7D-4526-EA9E-5AD7-BD5659D13664}"/>
                </a:ext>
              </a:extLst>
            </p:cNvPr>
            <p:cNvSpPr/>
            <p:nvPr/>
          </p:nvSpPr>
          <p:spPr>
            <a:xfrm>
              <a:off x="1165614" y="6686441"/>
              <a:ext cx="60943" cy="62759"/>
            </a:xfrm>
            <a:custGeom>
              <a:avLst/>
              <a:gdLst>
                <a:gd name="csX0" fmla="*/ 60944 w 60943"/>
                <a:gd name="csY0" fmla="*/ 31380 h 62759"/>
                <a:gd name="csX1" fmla="*/ 30472 w 60943"/>
                <a:gd name="csY1" fmla="*/ 62760 h 62759"/>
                <a:gd name="csX2" fmla="*/ 0 w 60943"/>
                <a:gd name="csY2" fmla="*/ 31380 h 62759"/>
                <a:gd name="csX3" fmla="*/ 30472 w 60943"/>
                <a:gd name="csY3" fmla="*/ 0 h 62759"/>
                <a:gd name="csX4" fmla="*/ 60944 w 60943"/>
                <a:gd name="csY4" fmla="*/ 31380 h 62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0943" h="62759">
                  <a:moveTo>
                    <a:pt x="60944" y="31380"/>
                  </a:moveTo>
                  <a:cubicBezTo>
                    <a:pt x="60944" y="48711"/>
                    <a:pt x="47301" y="62760"/>
                    <a:pt x="30472" y="62760"/>
                  </a:cubicBezTo>
                  <a:cubicBezTo>
                    <a:pt x="13643" y="62760"/>
                    <a:pt x="0" y="48710"/>
                    <a:pt x="0" y="31380"/>
                  </a:cubicBezTo>
                  <a:cubicBezTo>
                    <a:pt x="0" y="14049"/>
                    <a:pt x="13643" y="0"/>
                    <a:pt x="30472" y="0"/>
                  </a:cubicBezTo>
                  <a:cubicBezTo>
                    <a:pt x="47301" y="0"/>
                    <a:pt x="60944" y="14049"/>
                    <a:pt x="60944" y="31380"/>
                  </a:cubicBezTo>
                  <a:close/>
                </a:path>
              </a:pathLst>
            </a:custGeom>
            <a:solidFill>
              <a:srgbClr val="F8766D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6" name="Freeform 3125">
              <a:extLst>
                <a:ext uri="{FF2B5EF4-FFF2-40B4-BE49-F238E27FC236}">
                  <a16:creationId xmlns:a16="http://schemas.microsoft.com/office/drawing/2014/main" id="{A3F23EC5-0A30-F58A-5BCC-03FE4B9CA0DF}"/>
                </a:ext>
              </a:extLst>
            </p:cNvPr>
            <p:cNvSpPr/>
            <p:nvPr/>
          </p:nvSpPr>
          <p:spPr>
            <a:xfrm>
              <a:off x="1429460" y="6273587"/>
              <a:ext cx="81992" cy="73219"/>
            </a:xfrm>
            <a:custGeom>
              <a:avLst/>
              <a:gdLst>
                <a:gd name="csX0" fmla="*/ 40996 w 81992"/>
                <a:gd name="csY0" fmla="*/ 0 h 73219"/>
                <a:gd name="csX1" fmla="*/ 81993 w 81992"/>
                <a:gd name="csY1" fmla="*/ 73220 h 73219"/>
                <a:gd name="csX2" fmla="*/ 0 w 81992"/>
                <a:gd name="csY2" fmla="*/ 73220 h 7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992" h="73219">
                  <a:moveTo>
                    <a:pt x="40996" y="0"/>
                  </a:moveTo>
                  <a:lnTo>
                    <a:pt x="81993" y="73220"/>
                  </a:lnTo>
                  <a:lnTo>
                    <a:pt x="0" y="73220"/>
                  </a:lnTo>
                  <a:close/>
                </a:path>
              </a:pathLst>
            </a:custGeom>
            <a:solidFill>
              <a:srgbClr val="00BFC4"/>
            </a:solidFill>
            <a:ln w="8673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27" name="TextBox 3126">
              <a:extLst>
                <a:ext uri="{FF2B5EF4-FFF2-40B4-BE49-F238E27FC236}">
                  <a16:creationId xmlns:a16="http://schemas.microsoft.com/office/drawing/2014/main" id="{5FEA0D64-E9CB-5BB8-8D34-884B7BA687D7}"/>
                </a:ext>
              </a:extLst>
            </p:cNvPr>
            <p:cNvSpPr txBox="1"/>
            <p:nvPr/>
          </p:nvSpPr>
          <p:spPr>
            <a:xfrm>
              <a:off x="493491" y="5887086"/>
              <a:ext cx="35779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a   </a:t>
              </a:r>
            </a:p>
          </p:txBody>
        </p:sp>
        <p:sp>
          <p:nvSpPr>
            <p:cNvPr id="3128" name="TextBox 3127">
              <a:extLst>
                <a:ext uri="{FF2B5EF4-FFF2-40B4-BE49-F238E27FC236}">
                  <a16:creationId xmlns:a16="http://schemas.microsoft.com/office/drawing/2014/main" id="{21659614-9F83-E13C-D2EB-48557BF963F9}"/>
                </a:ext>
              </a:extLst>
            </p:cNvPr>
            <p:cNvSpPr txBox="1"/>
            <p:nvPr/>
          </p:nvSpPr>
          <p:spPr>
            <a:xfrm>
              <a:off x="1537861" y="5887086"/>
              <a:ext cx="35779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a   </a:t>
              </a:r>
            </a:p>
          </p:txBody>
        </p:sp>
        <p:sp>
          <p:nvSpPr>
            <p:cNvPr id="3129" name="TextBox 3128">
              <a:extLst>
                <a:ext uri="{FF2B5EF4-FFF2-40B4-BE49-F238E27FC236}">
                  <a16:creationId xmlns:a16="http://schemas.microsoft.com/office/drawing/2014/main" id="{67C6F7A6-050E-DA87-25B0-A47A30BA924B}"/>
                </a:ext>
              </a:extLst>
            </p:cNvPr>
            <p:cNvSpPr txBox="1"/>
            <p:nvPr/>
          </p:nvSpPr>
          <p:spPr>
            <a:xfrm>
              <a:off x="2045502" y="5887086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ab  </a:t>
              </a:r>
            </a:p>
          </p:txBody>
        </p:sp>
        <p:sp>
          <p:nvSpPr>
            <p:cNvPr id="3130" name="TextBox 3129">
              <a:extLst>
                <a:ext uri="{FF2B5EF4-FFF2-40B4-BE49-F238E27FC236}">
                  <a16:creationId xmlns:a16="http://schemas.microsoft.com/office/drawing/2014/main" id="{9159FE99-9132-6D80-D9D0-879201FE9BA6}"/>
                </a:ext>
              </a:extLst>
            </p:cNvPr>
            <p:cNvSpPr txBox="1"/>
            <p:nvPr/>
          </p:nvSpPr>
          <p:spPr>
            <a:xfrm>
              <a:off x="1265098" y="5887086"/>
              <a:ext cx="3802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 bc </a:t>
              </a:r>
            </a:p>
          </p:txBody>
        </p:sp>
        <p:sp>
          <p:nvSpPr>
            <p:cNvPr id="3131" name="TextBox 3130">
              <a:extLst>
                <a:ext uri="{FF2B5EF4-FFF2-40B4-BE49-F238E27FC236}">
                  <a16:creationId xmlns:a16="http://schemas.microsoft.com/office/drawing/2014/main" id="{79D5D916-8AB0-B416-ED65-924C2D2DD586}"/>
                </a:ext>
              </a:extLst>
            </p:cNvPr>
            <p:cNvSpPr txBox="1"/>
            <p:nvPr/>
          </p:nvSpPr>
          <p:spPr>
            <a:xfrm>
              <a:off x="1756461" y="5887086"/>
              <a:ext cx="40908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 </a:t>
              </a:r>
              <a:r>
                <a:rPr lang="en-US" sz="8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bcd</a:t>
              </a:r>
              <a:endParaRPr lang="en-US" sz="8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132" name="TextBox 3131">
              <a:extLst>
                <a:ext uri="{FF2B5EF4-FFF2-40B4-BE49-F238E27FC236}">
                  <a16:creationId xmlns:a16="http://schemas.microsoft.com/office/drawing/2014/main" id="{58D076E0-9DD2-3D8A-782E-DCB12643B991}"/>
                </a:ext>
              </a:extLst>
            </p:cNvPr>
            <p:cNvSpPr txBox="1"/>
            <p:nvPr/>
          </p:nvSpPr>
          <p:spPr>
            <a:xfrm>
              <a:off x="1004066" y="5887086"/>
              <a:ext cx="3802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  cd</a:t>
              </a:r>
            </a:p>
          </p:txBody>
        </p:sp>
        <p:sp>
          <p:nvSpPr>
            <p:cNvPr id="3133" name="TextBox 3132">
              <a:extLst>
                <a:ext uri="{FF2B5EF4-FFF2-40B4-BE49-F238E27FC236}">
                  <a16:creationId xmlns:a16="http://schemas.microsoft.com/office/drawing/2014/main" id="{24AF7B4B-6844-1D1D-6F10-2E7A769F60E0}"/>
                </a:ext>
              </a:extLst>
            </p:cNvPr>
            <p:cNvSpPr txBox="1"/>
            <p:nvPr/>
          </p:nvSpPr>
          <p:spPr>
            <a:xfrm>
              <a:off x="2295046" y="5887086"/>
              <a:ext cx="40908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 bcd</a:t>
              </a:r>
            </a:p>
          </p:txBody>
        </p:sp>
        <p:sp>
          <p:nvSpPr>
            <p:cNvPr id="3134" name="TextBox 3133">
              <a:extLst>
                <a:ext uri="{FF2B5EF4-FFF2-40B4-BE49-F238E27FC236}">
                  <a16:creationId xmlns:a16="http://schemas.microsoft.com/office/drawing/2014/main" id="{A856E732-9C8E-A274-D37A-0EBBDC717308}"/>
                </a:ext>
              </a:extLst>
            </p:cNvPr>
            <p:cNvSpPr txBox="1"/>
            <p:nvPr/>
          </p:nvSpPr>
          <p:spPr>
            <a:xfrm>
              <a:off x="754522" y="5887086"/>
              <a:ext cx="35779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   d</a:t>
              </a:r>
            </a:p>
          </p:txBody>
        </p:sp>
        <p:sp>
          <p:nvSpPr>
            <p:cNvPr id="3135" name="Freeform 3134">
              <a:extLst>
                <a:ext uri="{FF2B5EF4-FFF2-40B4-BE49-F238E27FC236}">
                  <a16:creationId xmlns:a16="http://schemas.microsoft.com/office/drawing/2014/main" id="{51064D75-84E5-F3AB-D318-2B06CB980D4E}"/>
                </a:ext>
              </a:extLst>
            </p:cNvPr>
            <p:cNvSpPr/>
            <p:nvPr/>
          </p:nvSpPr>
          <p:spPr>
            <a:xfrm>
              <a:off x="515300" y="5930425"/>
              <a:ext cx="2141116" cy="1348706"/>
            </a:xfrm>
            <a:custGeom>
              <a:avLst/>
              <a:gdLst>
                <a:gd name="csX0" fmla="*/ 0 w 2141116"/>
                <a:gd name="csY0" fmla="*/ 0 h 1348706"/>
                <a:gd name="csX1" fmla="*/ 2141117 w 2141116"/>
                <a:gd name="csY1" fmla="*/ 0 h 1348706"/>
                <a:gd name="csX2" fmla="*/ 2141117 w 2141116"/>
                <a:gd name="csY2" fmla="*/ 1348706 h 1348706"/>
                <a:gd name="csX3" fmla="*/ 0 w 2141116"/>
                <a:gd name="csY3" fmla="*/ 1348706 h 1348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41116" h="1348706">
                  <a:moveTo>
                    <a:pt x="0" y="0"/>
                  </a:moveTo>
                  <a:lnTo>
                    <a:pt x="2141117" y="0"/>
                  </a:lnTo>
                  <a:lnTo>
                    <a:pt x="2141117" y="1348706"/>
                  </a:lnTo>
                  <a:lnTo>
                    <a:pt x="0" y="1348706"/>
                  </a:lnTo>
                  <a:close/>
                </a:path>
              </a:pathLst>
            </a:custGeom>
            <a:noFill/>
            <a:ln w="13070" cap="rnd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37" name="TextBox 3136">
              <a:extLst>
                <a:ext uri="{FF2B5EF4-FFF2-40B4-BE49-F238E27FC236}">
                  <a16:creationId xmlns:a16="http://schemas.microsoft.com/office/drawing/2014/main" id="{F9D1D2A6-615C-212E-A200-2376832311CD}"/>
                </a:ext>
              </a:extLst>
            </p:cNvPr>
            <p:cNvSpPr txBox="1"/>
            <p:nvPr/>
          </p:nvSpPr>
          <p:spPr>
            <a:xfrm>
              <a:off x="213821" y="6997413"/>
              <a:ext cx="34496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1.5</a:t>
              </a:r>
            </a:p>
          </p:txBody>
        </p:sp>
        <p:sp>
          <p:nvSpPr>
            <p:cNvPr id="3138" name="TextBox 3137">
              <a:extLst>
                <a:ext uri="{FF2B5EF4-FFF2-40B4-BE49-F238E27FC236}">
                  <a16:creationId xmlns:a16="http://schemas.microsoft.com/office/drawing/2014/main" id="{C75EF57D-D8A0-1B72-7377-FB0867F963AC}"/>
                </a:ext>
              </a:extLst>
            </p:cNvPr>
            <p:cNvSpPr txBox="1"/>
            <p:nvPr/>
          </p:nvSpPr>
          <p:spPr>
            <a:xfrm>
              <a:off x="213821" y="6714112"/>
              <a:ext cx="34496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2.0</a:t>
              </a:r>
            </a:p>
          </p:txBody>
        </p:sp>
        <p:sp>
          <p:nvSpPr>
            <p:cNvPr id="3139" name="TextBox 3138">
              <a:extLst>
                <a:ext uri="{FF2B5EF4-FFF2-40B4-BE49-F238E27FC236}">
                  <a16:creationId xmlns:a16="http://schemas.microsoft.com/office/drawing/2014/main" id="{C785D55F-7CD2-F5AF-8575-FBBA6F9FFCF6}"/>
                </a:ext>
              </a:extLst>
            </p:cNvPr>
            <p:cNvSpPr txBox="1"/>
            <p:nvPr/>
          </p:nvSpPr>
          <p:spPr>
            <a:xfrm>
              <a:off x="213821" y="6430811"/>
              <a:ext cx="34496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2.5</a:t>
              </a:r>
            </a:p>
          </p:txBody>
        </p:sp>
        <p:sp>
          <p:nvSpPr>
            <p:cNvPr id="3140" name="TextBox 3139">
              <a:extLst>
                <a:ext uri="{FF2B5EF4-FFF2-40B4-BE49-F238E27FC236}">
                  <a16:creationId xmlns:a16="http://schemas.microsoft.com/office/drawing/2014/main" id="{7330666D-C4C2-D21D-8596-BAB4D3ADDA60}"/>
                </a:ext>
              </a:extLst>
            </p:cNvPr>
            <p:cNvSpPr txBox="1"/>
            <p:nvPr/>
          </p:nvSpPr>
          <p:spPr>
            <a:xfrm>
              <a:off x="213821" y="6147509"/>
              <a:ext cx="34496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3.0</a:t>
              </a:r>
            </a:p>
          </p:txBody>
        </p:sp>
        <p:sp>
          <p:nvSpPr>
            <p:cNvPr id="3141" name="TextBox 3140">
              <a:extLst>
                <a:ext uri="{FF2B5EF4-FFF2-40B4-BE49-F238E27FC236}">
                  <a16:creationId xmlns:a16="http://schemas.microsoft.com/office/drawing/2014/main" id="{CDD937EC-F6CD-FDF8-944A-2CF1E709E504}"/>
                </a:ext>
              </a:extLst>
            </p:cNvPr>
            <p:cNvSpPr txBox="1"/>
            <p:nvPr/>
          </p:nvSpPr>
          <p:spPr>
            <a:xfrm>
              <a:off x="213821" y="5864208"/>
              <a:ext cx="34496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3.5</a:t>
              </a:r>
            </a:p>
          </p:txBody>
        </p:sp>
        <p:sp>
          <p:nvSpPr>
            <p:cNvPr id="3142" name="Freeform 3141">
              <a:extLst>
                <a:ext uri="{FF2B5EF4-FFF2-40B4-BE49-F238E27FC236}">
                  <a16:creationId xmlns:a16="http://schemas.microsoft.com/office/drawing/2014/main" id="{267CF875-06DA-4152-B528-B5D1BA59151C}"/>
                </a:ext>
              </a:extLst>
            </p:cNvPr>
            <p:cNvSpPr/>
            <p:nvPr/>
          </p:nvSpPr>
          <p:spPr>
            <a:xfrm>
              <a:off x="481768" y="7103832"/>
              <a:ext cx="33531" cy="12602"/>
            </a:xfrm>
            <a:custGeom>
              <a:avLst/>
              <a:gdLst>
                <a:gd name="csX0" fmla="*/ 0 w 33531"/>
                <a:gd name="csY0" fmla="*/ 0 h 12602"/>
                <a:gd name="csX1" fmla="*/ 33531 w 33531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531" h="12602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3" name="Freeform 3142">
              <a:extLst>
                <a:ext uri="{FF2B5EF4-FFF2-40B4-BE49-F238E27FC236}">
                  <a16:creationId xmlns:a16="http://schemas.microsoft.com/office/drawing/2014/main" id="{49DEB45B-252A-4F19-DA9A-237B245075E3}"/>
                </a:ext>
              </a:extLst>
            </p:cNvPr>
            <p:cNvSpPr/>
            <p:nvPr/>
          </p:nvSpPr>
          <p:spPr>
            <a:xfrm>
              <a:off x="481768" y="6820530"/>
              <a:ext cx="33531" cy="12602"/>
            </a:xfrm>
            <a:custGeom>
              <a:avLst/>
              <a:gdLst>
                <a:gd name="csX0" fmla="*/ 0 w 33531"/>
                <a:gd name="csY0" fmla="*/ 0 h 12602"/>
                <a:gd name="csX1" fmla="*/ 33531 w 33531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531" h="12602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4" name="Freeform 3143">
              <a:extLst>
                <a:ext uri="{FF2B5EF4-FFF2-40B4-BE49-F238E27FC236}">
                  <a16:creationId xmlns:a16="http://schemas.microsoft.com/office/drawing/2014/main" id="{98072A88-9459-4765-77AC-0ADB163EFF4D}"/>
                </a:ext>
              </a:extLst>
            </p:cNvPr>
            <p:cNvSpPr/>
            <p:nvPr/>
          </p:nvSpPr>
          <p:spPr>
            <a:xfrm>
              <a:off x="481768" y="6537229"/>
              <a:ext cx="33531" cy="12602"/>
            </a:xfrm>
            <a:custGeom>
              <a:avLst/>
              <a:gdLst>
                <a:gd name="csX0" fmla="*/ 0 w 33531"/>
                <a:gd name="csY0" fmla="*/ 0 h 12602"/>
                <a:gd name="csX1" fmla="*/ 33531 w 33531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531" h="12602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5" name="Freeform 3144">
              <a:extLst>
                <a:ext uri="{FF2B5EF4-FFF2-40B4-BE49-F238E27FC236}">
                  <a16:creationId xmlns:a16="http://schemas.microsoft.com/office/drawing/2014/main" id="{5E90CD24-996A-68D4-F545-82ACE4FBE5F2}"/>
                </a:ext>
              </a:extLst>
            </p:cNvPr>
            <p:cNvSpPr/>
            <p:nvPr/>
          </p:nvSpPr>
          <p:spPr>
            <a:xfrm>
              <a:off x="481768" y="6253927"/>
              <a:ext cx="33531" cy="12602"/>
            </a:xfrm>
            <a:custGeom>
              <a:avLst/>
              <a:gdLst>
                <a:gd name="csX0" fmla="*/ 0 w 33531"/>
                <a:gd name="csY0" fmla="*/ 0 h 12602"/>
                <a:gd name="csX1" fmla="*/ 33531 w 33531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531" h="12602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6" name="Freeform 3145">
              <a:extLst>
                <a:ext uri="{FF2B5EF4-FFF2-40B4-BE49-F238E27FC236}">
                  <a16:creationId xmlns:a16="http://schemas.microsoft.com/office/drawing/2014/main" id="{1D35F06D-1773-D5D9-C190-E70DCC03EF6B}"/>
                </a:ext>
              </a:extLst>
            </p:cNvPr>
            <p:cNvSpPr/>
            <p:nvPr/>
          </p:nvSpPr>
          <p:spPr>
            <a:xfrm>
              <a:off x="481768" y="5970626"/>
              <a:ext cx="33531" cy="12602"/>
            </a:xfrm>
            <a:custGeom>
              <a:avLst/>
              <a:gdLst>
                <a:gd name="csX0" fmla="*/ 0 w 33531"/>
                <a:gd name="csY0" fmla="*/ 0 h 12602"/>
                <a:gd name="csX1" fmla="*/ 33531 w 33531"/>
                <a:gd name="csY1" fmla="*/ 0 h 12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531" h="12602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7" name="Freeform 3146">
              <a:extLst>
                <a:ext uri="{FF2B5EF4-FFF2-40B4-BE49-F238E27FC236}">
                  <a16:creationId xmlns:a16="http://schemas.microsoft.com/office/drawing/2014/main" id="{860EAE10-5230-539C-079E-DE91CF047DA2}"/>
                </a:ext>
              </a:extLst>
            </p:cNvPr>
            <p:cNvSpPr/>
            <p:nvPr/>
          </p:nvSpPr>
          <p:spPr>
            <a:xfrm>
              <a:off x="672065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8" name="Freeform 3147">
              <a:extLst>
                <a:ext uri="{FF2B5EF4-FFF2-40B4-BE49-F238E27FC236}">
                  <a16:creationId xmlns:a16="http://schemas.microsoft.com/office/drawing/2014/main" id="{4CFDEED6-2E14-E2C0-E853-47DCC87C6D41}"/>
                </a:ext>
              </a:extLst>
            </p:cNvPr>
            <p:cNvSpPr/>
            <p:nvPr/>
          </p:nvSpPr>
          <p:spPr>
            <a:xfrm>
              <a:off x="933097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49" name="Freeform 3148">
              <a:extLst>
                <a:ext uri="{FF2B5EF4-FFF2-40B4-BE49-F238E27FC236}">
                  <a16:creationId xmlns:a16="http://schemas.microsoft.com/office/drawing/2014/main" id="{C370672D-2658-FAB1-5020-065F6543FFB8}"/>
                </a:ext>
              </a:extLst>
            </p:cNvPr>
            <p:cNvSpPr/>
            <p:nvPr/>
          </p:nvSpPr>
          <p:spPr>
            <a:xfrm>
              <a:off x="1194250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0" name="Freeform 3149">
              <a:extLst>
                <a:ext uri="{FF2B5EF4-FFF2-40B4-BE49-F238E27FC236}">
                  <a16:creationId xmlns:a16="http://schemas.microsoft.com/office/drawing/2014/main" id="{4B7199A7-1B1C-E47C-E280-7EEBEF447007}"/>
                </a:ext>
              </a:extLst>
            </p:cNvPr>
            <p:cNvSpPr/>
            <p:nvPr/>
          </p:nvSpPr>
          <p:spPr>
            <a:xfrm>
              <a:off x="1455282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1" name="Freeform 3150">
              <a:extLst>
                <a:ext uri="{FF2B5EF4-FFF2-40B4-BE49-F238E27FC236}">
                  <a16:creationId xmlns:a16="http://schemas.microsoft.com/office/drawing/2014/main" id="{396AECA3-749A-03E4-4429-2455AA827F47}"/>
                </a:ext>
              </a:extLst>
            </p:cNvPr>
            <p:cNvSpPr/>
            <p:nvPr/>
          </p:nvSpPr>
          <p:spPr>
            <a:xfrm>
              <a:off x="1716435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2" name="Freeform 3151">
              <a:extLst>
                <a:ext uri="{FF2B5EF4-FFF2-40B4-BE49-F238E27FC236}">
                  <a16:creationId xmlns:a16="http://schemas.microsoft.com/office/drawing/2014/main" id="{2066E429-CA1C-F0B4-27AA-8D8E25F2684A}"/>
                </a:ext>
              </a:extLst>
            </p:cNvPr>
            <p:cNvSpPr/>
            <p:nvPr/>
          </p:nvSpPr>
          <p:spPr>
            <a:xfrm>
              <a:off x="1977589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3" name="Freeform 3152">
              <a:extLst>
                <a:ext uri="{FF2B5EF4-FFF2-40B4-BE49-F238E27FC236}">
                  <a16:creationId xmlns:a16="http://schemas.microsoft.com/office/drawing/2014/main" id="{3176443B-9199-6DB4-3E58-48507C741AB2}"/>
                </a:ext>
              </a:extLst>
            </p:cNvPr>
            <p:cNvSpPr/>
            <p:nvPr/>
          </p:nvSpPr>
          <p:spPr>
            <a:xfrm>
              <a:off x="2238620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4" name="Freeform 3153">
              <a:extLst>
                <a:ext uri="{FF2B5EF4-FFF2-40B4-BE49-F238E27FC236}">
                  <a16:creationId xmlns:a16="http://schemas.microsoft.com/office/drawing/2014/main" id="{5C2CE7A7-AAB1-5CAC-F33E-F3F9C716C343}"/>
                </a:ext>
              </a:extLst>
            </p:cNvPr>
            <p:cNvSpPr/>
            <p:nvPr/>
          </p:nvSpPr>
          <p:spPr>
            <a:xfrm>
              <a:off x="2499773" y="7279131"/>
              <a:ext cx="12237" cy="34530"/>
            </a:xfrm>
            <a:custGeom>
              <a:avLst/>
              <a:gdLst>
                <a:gd name="csX0" fmla="*/ 0 w 12237"/>
                <a:gd name="csY0" fmla="*/ 34530 h 34530"/>
                <a:gd name="csX1" fmla="*/ 0 w 12237"/>
                <a:gd name="csY1" fmla="*/ 0 h 34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37" h="34530">
                  <a:moveTo>
                    <a:pt x="0" y="34530"/>
                  </a:moveTo>
                  <a:lnTo>
                    <a:pt x="0" y="0"/>
                  </a:lnTo>
                </a:path>
              </a:pathLst>
            </a:custGeom>
            <a:noFill/>
            <a:ln w="13070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55" name="TextBox 3154">
              <a:extLst>
                <a:ext uri="{FF2B5EF4-FFF2-40B4-BE49-F238E27FC236}">
                  <a16:creationId xmlns:a16="http://schemas.microsoft.com/office/drawing/2014/main" id="{3D3C8CE6-68A5-3F69-4FA4-382327139D03}"/>
                </a:ext>
              </a:extLst>
            </p:cNvPr>
            <p:cNvSpPr txBox="1"/>
            <p:nvPr/>
          </p:nvSpPr>
          <p:spPr>
            <a:xfrm>
              <a:off x="547734" y="7274666"/>
              <a:ext cx="2551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F</a:t>
              </a:r>
            </a:p>
          </p:txBody>
        </p:sp>
        <p:sp>
          <p:nvSpPr>
            <p:cNvPr id="3156" name="TextBox 3155">
              <a:extLst>
                <a:ext uri="{FF2B5EF4-FFF2-40B4-BE49-F238E27FC236}">
                  <a16:creationId xmlns:a16="http://schemas.microsoft.com/office/drawing/2014/main" id="{84128253-4DD9-7508-B4CB-8E6818A727E0}"/>
                </a:ext>
              </a:extLst>
            </p:cNvPr>
            <p:cNvSpPr txBox="1"/>
            <p:nvPr/>
          </p:nvSpPr>
          <p:spPr>
            <a:xfrm>
              <a:off x="796802" y="7274666"/>
              <a:ext cx="28084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M</a:t>
              </a:r>
            </a:p>
          </p:txBody>
        </p:sp>
        <p:sp>
          <p:nvSpPr>
            <p:cNvPr id="3157" name="TextBox 3156">
              <a:extLst>
                <a:ext uri="{FF2B5EF4-FFF2-40B4-BE49-F238E27FC236}">
                  <a16:creationId xmlns:a16="http://schemas.microsoft.com/office/drawing/2014/main" id="{F0A29879-3BC6-BDAC-382C-62C0BC3B7AE3}"/>
                </a:ext>
              </a:extLst>
            </p:cNvPr>
            <p:cNvSpPr txBox="1"/>
            <p:nvPr/>
          </p:nvSpPr>
          <p:spPr>
            <a:xfrm>
              <a:off x="1087850" y="7274666"/>
              <a:ext cx="21672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I</a:t>
              </a:r>
            </a:p>
          </p:txBody>
        </p:sp>
        <p:sp>
          <p:nvSpPr>
            <p:cNvPr id="3158" name="TextBox 3157">
              <a:extLst>
                <a:ext uri="{FF2B5EF4-FFF2-40B4-BE49-F238E27FC236}">
                  <a16:creationId xmlns:a16="http://schemas.microsoft.com/office/drawing/2014/main" id="{8C2A6ED8-6EAB-E26B-F36B-70B61F14F0F2}"/>
                </a:ext>
              </a:extLst>
            </p:cNvPr>
            <p:cNvSpPr txBox="1"/>
            <p:nvPr/>
          </p:nvSpPr>
          <p:spPr>
            <a:xfrm>
              <a:off x="1312966" y="7274666"/>
              <a:ext cx="293670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IP</a:t>
              </a:r>
            </a:p>
          </p:txBody>
        </p:sp>
        <p:sp>
          <p:nvSpPr>
            <p:cNvPr id="3159" name="TextBox 3158">
              <a:extLst>
                <a:ext uri="{FF2B5EF4-FFF2-40B4-BE49-F238E27FC236}">
                  <a16:creationId xmlns:a16="http://schemas.microsoft.com/office/drawing/2014/main" id="{146092CA-4920-94C0-087D-229BB22C23F5}"/>
                </a:ext>
              </a:extLst>
            </p:cNvPr>
            <p:cNvSpPr txBox="1"/>
            <p:nvPr/>
          </p:nvSpPr>
          <p:spPr>
            <a:xfrm>
              <a:off x="1580088" y="7274666"/>
              <a:ext cx="28084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LI</a:t>
              </a:r>
            </a:p>
          </p:txBody>
        </p:sp>
        <p:sp>
          <p:nvSpPr>
            <p:cNvPr id="3160" name="TextBox 3159">
              <a:extLst>
                <a:ext uri="{FF2B5EF4-FFF2-40B4-BE49-F238E27FC236}">
                  <a16:creationId xmlns:a16="http://schemas.microsoft.com/office/drawing/2014/main" id="{3F938DD9-3CDE-D91C-FC79-F0237FA78163}"/>
                </a:ext>
              </a:extLst>
            </p:cNvPr>
            <p:cNvSpPr txBox="1"/>
            <p:nvPr/>
          </p:nvSpPr>
          <p:spPr>
            <a:xfrm>
              <a:off x="1805327" y="7274666"/>
              <a:ext cx="357790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LIP</a:t>
              </a:r>
            </a:p>
          </p:txBody>
        </p:sp>
        <p:sp>
          <p:nvSpPr>
            <p:cNvPr id="3161" name="TextBox 3160">
              <a:extLst>
                <a:ext uri="{FF2B5EF4-FFF2-40B4-BE49-F238E27FC236}">
                  <a16:creationId xmlns:a16="http://schemas.microsoft.com/office/drawing/2014/main" id="{4A111561-8549-ED7F-1CB6-36A16940AAA8}"/>
                </a:ext>
              </a:extLst>
            </p:cNvPr>
            <p:cNvSpPr txBox="1"/>
            <p:nvPr/>
          </p:nvSpPr>
          <p:spPr>
            <a:xfrm>
              <a:off x="2075403" y="7274666"/>
              <a:ext cx="33855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NF</a:t>
              </a:r>
            </a:p>
          </p:txBody>
        </p:sp>
        <p:sp>
          <p:nvSpPr>
            <p:cNvPr id="3162" name="TextBox 3161">
              <a:extLst>
                <a:ext uri="{FF2B5EF4-FFF2-40B4-BE49-F238E27FC236}">
                  <a16:creationId xmlns:a16="http://schemas.microsoft.com/office/drawing/2014/main" id="{7DF112A8-4407-A066-0350-A77D421C73F3}"/>
                </a:ext>
              </a:extLst>
            </p:cNvPr>
            <p:cNvSpPr txBox="1"/>
            <p:nvPr/>
          </p:nvSpPr>
          <p:spPr>
            <a:xfrm>
              <a:off x="2324593" y="7274666"/>
              <a:ext cx="36420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900" spc="0" baseline="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NM</a:t>
              </a:r>
            </a:p>
          </p:txBody>
        </p:sp>
        <p:sp>
          <p:nvSpPr>
            <p:cNvPr id="3163" name="TextBox 3162">
              <a:extLst>
                <a:ext uri="{FF2B5EF4-FFF2-40B4-BE49-F238E27FC236}">
                  <a16:creationId xmlns:a16="http://schemas.microsoft.com/office/drawing/2014/main" id="{3B54EC52-8D12-D978-9C9A-1C2DAEB2450F}"/>
                </a:ext>
              </a:extLst>
            </p:cNvPr>
            <p:cNvSpPr txBox="1"/>
            <p:nvPr/>
          </p:nvSpPr>
          <p:spPr>
            <a:xfrm>
              <a:off x="1303571" y="7406592"/>
              <a:ext cx="54534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Phase</a:t>
              </a:r>
            </a:p>
          </p:txBody>
        </p:sp>
        <p:sp>
          <p:nvSpPr>
            <p:cNvPr id="3165" name="TextBox 3164">
              <a:extLst>
                <a:ext uri="{FF2B5EF4-FFF2-40B4-BE49-F238E27FC236}">
                  <a16:creationId xmlns:a16="http://schemas.microsoft.com/office/drawing/2014/main" id="{70186D8D-2145-59D5-84A0-296AFBE70C37}"/>
                </a:ext>
              </a:extLst>
            </p:cNvPr>
            <p:cNvSpPr txBox="1"/>
            <p:nvPr/>
          </p:nvSpPr>
          <p:spPr>
            <a:xfrm rot="16200000">
              <a:off x="-491300" y="6481667"/>
              <a:ext cx="131157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Log10 11KT (</a:t>
              </a:r>
              <a:r>
                <a:rPr lang="en-US" sz="10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pg</a:t>
              </a:r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/ml)</a:t>
              </a:r>
            </a:p>
          </p:txBody>
        </p:sp>
      </p:grpSp>
      <p:sp>
        <p:nvSpPr>
          <p:cNvPr id="3166" name="TextBox 3165">
            <a:extLst>
              <a:ext uri="{FF2B5EF4-FFF2-40B4-BE49-F238E27FC236}">
                <a16:creationId xmlns:a16="http://schemas.microsoft.com/office/drawing/2014/main" id="{DE9045FD-652A-2C7B-EC20-EEE9E296A4F6}"/>
              </a:ext>
            </a:extLst>
          </p:cNvPr>
          <p:cNvSpPr txBox="1"/>
          <p:nvPr/>
        </p:nvSpPr>
        <p:spPr>
          <a:xfrm rot="16200000">
            <a:off x="-408905" y="5044680"/>
            <a:ext cx="11544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Time in nest (s)</a:t>
            </a:r>
          </a:p>
        </p:txBody>
      </p:sp>
      <p:sp>
        <p:nvSpPr>
          <p:cNvPr id="3167" name="TextBox 3166">
            <a:extLst>
              <a:ext uri="{FF2B5EF4-FFF2-40B4-BE49-F238E27FC236}">
                <a16:creationId xmlns:a16="http://schemas.microsoft.com/office/drawing/2014/main" id="{5546FD68-A376-25EA-ED68-F465BD782657}"/>
              </a:ext>
            </a:extLst>
          </p:cNvPr>
          <p:cNvSpPr txBox="1"/>
          <p:nvPr/>
        </p:nvSpPr>
        <p:spPr>
          <a:xfrm rot="16200000">
            <a:off x="-498513" y="3625288"/>
            <a:ext cx="132600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Parental Behaviors</a:t>
            </a:r>
          </a:p>
        </p:txBody>
      </p:sp>
      <p:sp>
        <p:nvSpPr>
          <p:cNvPr id="3169" name="TextBox 3168">
            <a:extLst>
              <a:ext uri="{FF2B5EF4-FFF2-40B4-BE49-F238E27FC236}">
                <a16:creationId xmlns:a16="http://schemas.microsoft.com/office/drawing/2014/main" id="{22D8F2C6-9707-4F16-C5F5-01D4D343C62C}"/>
              </a:ext>
            </a:extLst>
          </p:cNvPr>
          <p:cNvSpPr txBox="1"/>
          <p:nvPr/>
        </p:nvSpPr>
        <p:spPr>
          <a:xfrm>
            <a:off x="4765731" y="5881073"/>
            <a:ext cx="30649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900" spc="0" baseline="0" err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bc</a:t>
            </a:r>
            <a:endParaRPr lang="en-US" sz="900" spc="0" baseline="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354763267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29" name="Group 6028">
            <a:extLst>
              <a:ext uri="{FF2B5EF4-FFF2-40B4-BE49-F238E27FC236}">
                <a16:creationId xmlns:a16="http://schemas.microsoft.com/office/drawing/2014/main" id="{F087D989-813D-765D-0DAB-62786D6FDE99}"/>
              </a:ext>
            </a:extLst>
          </p:cNvPr>
          <p:cNvGrpSpPr/>
          <p:nvPr/>
        </p:nvGrpSpPr>
        <p:grpSpPr>
          <a:xfrm>
            <a:off x="33632" y="-44274"/>
            <a:ext cx="2591034" cy="2449404"/>
            <a:chOff x="-71420" y="1125"/>
            <a:chExt cx="3081991" cy="2913525"/>
          </a:xfrm>
        </p:grpSpPr>
        <p:grpSp>
          <p:nvGrpSpPr>
            <p:cNvPr id="6030" name="Group 6029">
              <a:extLst>
                <a:ext uri="{FF2B5EF4-FFF2-40B4-BE49-F238E27FC236}">
                  <a16:creationId xmlns:a16="http://schemas.microsoft.com/office/drawing/2014/main" id="{25FBEE4C-7D7C-3A58-878F-99BBAD770CC3}"/>
                </a:ext>
              </a:extLst>
            </p:cNvPr>
            <p:cNvGrpSpPr/>
            <p:nvPr/>
          </p:nvGrpSpPr>
          <p:grpSpPr>
            <a:xfrm>
              <a:off x="-71420" y="1125"/>
              <a:ext cx="3030541" cy="2913525"/>
              <a:chOff x="-10647" y="2003"/>
              <a:chExt cx="3447964" cy="3314832"/>
            </a:xfrm>
          </p:grpSpPr>
          <p:pic>
            <p:nvPicPr>
              <p:cNvPr id="6032" name="Picture 6031" descr="A colorful splatter on a white background&#10;&#10;AI-generated content may be incorrect.">
                <a:extLst>
                  <a:ext uri="{FF2B5EF4-FFF2-40B4-BE49-F238E27FC236}">
                    <a16:creationId xmlns:a16="http://schemas.microsoft.com/office/drawing/2014/main" id="{F8E92E8B-2E0F-8D44-3D5F-6B32355C216A}"/>
                  </a:ext>
                </a:extLst>
              </p:cNvPr>
              <p:cNvPicPr/>
              <p:nvPr/>
            </p:nvPicPr>
            <p:blipFill>
              <a:blip r:embed="rId3"/>
              <a:srcRect l="5926" t="5555" r="5185" b="5309"/>
              <a:stretch>
                <a:fillRect/>
              </a:stretch>
            </p:blipFill>
            <p:spPr>
              <a:xfrm>
                <a:off x="186116" y="56644"/>
                <a:ext cx="3251201" cy="3260191"/>
              </a:xfrm>
              <a:prstGeom prst="rect">
                <a:avLst/>
              </a:prstGeom>
            </p:spPr>
          </p:pic>
          <p:grpSp>
            <p:nvGrpSpPr>
              <p:cNvPr id="6033" name="Group 6032">
                <a:extLst>
                  <a:ext uri="{FF2B5EF4-FFF2-40B4-BE49-F238E27FC236}">
                    <a16:creationId xmlns:a16="http://schemas.microsoft.com/office/drawing/2014/main" id="{EBC32E50-ADB5-1EFF-D50F-D29DB55B40F0}"/>
                  </a:ext>
                </a:extLst>
              </p:cNvPr>
              <p:cNvGrpSpPr/>
              <p:nvPr/>
            </p:nvGrpSpPr>
            <p:grpSpPr>
              <a:xfrm>
                <a:off x="-10647" y="2003"/>
                <a:ext cx="3132049" cy="3297267"/>
                <a:chOff x="-10647" y="2003"/>
                <a:chExt cx="3132049" cy="3297267"/>
              </a:xfrm>
            </p:grpSpPr>
            <p:sp>
              <p:nvSpPr>
                <p:cNvPr id="6034" name="TextBox 6033">
                  <a:extLst>
                    <a:ext uri="{FF2B5EF4-FFF2-40B4-BE49-F238E27FC236}">
                      <a16:creationId xmlns:a16="http://schemas.microsoft.com/office/drawing/2014/main" id="{040F7B8B-3327-73EC-22FB-FC9138B587D5}"/>
                    </a:ext>
                  </a:extLst>
                </p:cNvPr>
                <p:cNvSpPr txBox="1"/>
                <p:nvPr/>
              </p:nvSpPr>
              <p:spPr>
                <a:xfrm>
                  <a:off x="-10647" y="2003"/>
                  <a:ext cx="31290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b="1">
                      <a:latin typeface="Helvetica" pitchFamily="2" charset="0"/>
                    </a:rPr>
                    <a:t>a</a:t>
                  </a:r>
                  <a:endParaRPr lang="en-US" sz="3200" b="1">
                    <a:latin typeface="Helvetica" pitchFamily="2" charset="0"/>
                  </a:endParaRPr>
                </a:p>
              </p:txBody>
            </p:sp>
            <p:sp>
              <p:nvSpPr>
                <p:cNvPr id="6035" name="Rectangle 6034">
                  <a:extLst>
                    <a:ext uri="{FF2B5EF4-FFF2-40B4-BE49-F238E27FC236}">
                      <a16:creationId xmlns:a16="http://schemas.microsoft.com/office/drawing/2014/main" id="{EF827854-0293-3D98-9370-39FCBE5B9B82}"/>
                    </a:ext>
                  </a:extLst>
                </p:cNvPr>
                <p:cNvSpPr/>
                <p:nvPr/>
              </p:nvSpPr>
              <p:spPr>
                <a:xfrm>
                  <a:off x="1927790" y="1518941"/>
                  <a:ext cx="284052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24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36" name="Rectangle 6035">
                  <a:extLst>
                    <a:ext uri="{FF2B5EF4-FFF2-40B4-BE49-F238E27FC236}">
                      <a16:creationId xmlns:a16="http://schemas.microsoft.com/office/drawing/2014/main" id="{8A746DC2-2D73-B70F-AC03-F31EA13022C1}"/>
                    </a:ext>
                  </a:extLst>
                </p:cNvPr>
                <p:cNvSpPr/>
                <p:nvPr/>
              </p:nvSpPr>
              <p:spPr>
                <a:xfrm>
                  <a:off x="1639351" y="1917024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0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37" name="Rectangle 6036">
                  <a:extLst>
                    <a:ext uri="{FF2B5EF4-FFF2-40B4-BE49-F238E27FC236}">
                      <a16:creationId xmlns:a16="http://schemas.microsoft.com/office/drawing/2014/main" id="{58FA3448-62D1-54E6-13A2-B43E260C4B73}"/>
                    </a:ext>
                  </a:extLst>
                </p:cNvPr>
                <p:cNvSpPr/>
                <p:nvPr/>
              </p:nvSpPr>
              <p:spPr>
                <a:xfrm>
                  <a:off x="1668584" y="1018077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38" name="Rectangle 6037">
                  <a:extLst>
                    <a:ext uri="{FF2B5EF4-FFF2-40B4-BE49-F238E27FC236}">
                      <a16:creationId xmlns:a16="http://schemas.microsoft.com/office/drawing/2014/main" id="{A1DAF721-EABD-5D19-09F1-3FC23D1FF46F}"/>
                    </a:ext>
                  </a:extLst>
                </p:cNvPr>
                <p:cNvSpPr/>
                <p:nvPr/>
              </p:nvSpPr>
              <p:spPr>
                <a:xfrm>
                  <a:off x="352982" y="2021136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39" name="Rectangle 6038">
                  <a:extLst>
                    <a:ext uri="{FF2B5EF4-FFF2-40B4-BE49-F238E27FC236}">
                      <a16:creationId xmlns:a16="http://schemas.microsoft.com/office/drawing/2014/main" id="{7640D24B-7A29-771D-8C8C-0BA43BCD7EDA}"/>
                    </a:ext>
                  </a:extLst>
                </p:cNvPr>
                <p:cNvSpPr/>
                <p:nvPr/>
              </p:nvSpPr>
              <p:spPr>
                <a:xfrm>
                  <a:off x="1072655" y="836239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0" name="Rectangle 6039">
                  <a:extLst>
                    <a:ext uri="{FF2B5EF4-FFF2-40B4-BE49-F238E27FC236}">
                      <a16:creationId xmlns:a16="http://schemas.microsoft.com/office/drawing/2014/main" id="{CB07C9A1-1321-82D1-3382-DE0988A9599D}"/>
                    </a:ext>
                  </a:extLst>
                </p:cNvPr>
                <p:cNvSpPr/>
                <p:nvPr/>
              </p:nvSpPr>
              <p:spPr>
                <a:xfrm>
                  <a:off x="1229173" y="1718996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1" name="Rectangle 6040">
                  <a:extLst>
                    <a:ext uri="{FF2B5EF4-FFF2-40B4-BE49-F238E27FC236}">
                      <a16:creationId xmlns:a16="http://schemas.microsoft.com/office/drawing/2014/main" id="{C59659EE-DD03-9D95-9F83-584576325868}"/>
                    </a:ext>
                  </a:extLst>
                </p:cNvPr>
                <p:cNvSpPr/>
                <p:nvPr/>
              </p:nvSpPr>
              <p:spPr>
                <a:xfrm>
                  <a:off x="1236604" y="2001630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2" name="Rectangle 6041">
                  <a:extLst>
                    <a:ext uri="{FF2B5EF4-FFF2-40B4-BE49-F238E27FC236}">
                      <a16:creationId xmlns:a16="http://schemas.microsoft.com/office/drawing/2014/main" id="{9EE89982-8832-AAD9-2CC7-7A8676AC2D88}"/>
                    </a:ext>
                  </a:extLst>
                </p:cNvPr>
                <p:cNvSpPr/>
                <p:nvPr/>
              </p:nvSpPr>
              <p:spPr>
                <a:xfrm>
                  <a:off x="1364158" y="2154030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21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3" name="Rectangle 6042">
                  <a:extLst>
                    <a:ext uri="{FF2B5EF4-FFF2-40B4-BE49-F238E27FC236}">
                      <a16:creationId xmlns:a16="http://schemas.microsoft.com/office/drawing/2014/main" id="{E8E8B3BA-1130-9673-C1F0-6F99DCDBB3E9}"/>
                    </a:ext>
                  </a:extLst>
                </p:cNvPr>
                <p:cNvSpPr/>
                <p:nvPr/>
              </p:nvSpPr>
              <p:spPr>
                <a:xfrm>
                  <a:off x="1614504" y="2250115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4" name="Rectangle 6043">
                  <a:extLst>
                    <a:ext uri="{FF2B5EF4-FFF2-40B4-BE49-F238E27FC236}">
                      <a16:creationId xmlns:a16="http://schemas.microsoft.com/office/drawing/2014/main" id="{16D8822F-4C0E-CA79-C5DF-52BB57190B74}"/>
                    </a:ext>
                  </a:extLst>
                </p:cNvPr>
                <p:cNvSpPr/>
                <p:nvPr/>
              </p:nvSpPr>
              <p:spPr>
                <a:xfrm>
                  <a:off x="1532137" y="1589915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5" name="Rectangle 6044">
                  <a:extLst>
                    <a:ext uri="{FF2B5EF4-FFF2-40B4-BE49-F238E27FC236}">
                      <a16:creationId xmlns:a16="http://schemas.microsoft.com/office/drawing/2014/main" id="{9C26DDE1-0B7F-3A0D-1D8C-6BD07008DD20}"/>
                    </a:ext>
                  </a:extLst>
                </p:cNvPr>
                <p:cNvSpPr/>
                <p:nvPr/>
              </p:nvSpPr>
              <p:spPr>
                <a:xfrm>
                  <a:off x="2069816" y="1018077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6" name="Rectangle 6045">
                  <a:extLst>
                    <a:ext uri="{FF2B5EF4-FFF2-40B4-BE49-F238E27FC236}">
                      <a16:creationId xmlns:a16="http://schemas.microsoft.com/office/drawing/2014/main" id="{A731A702-C87C-24F8-3AC1-6B2C39C39725}"/>
                    </a:ext>
                  </a:extLst>
                </p:cNvPr>
                <p:cNvSpPr/>
                <p:nvPr/>
              </p:nvSpPr>
              <p:spPr>
                <a:xfrm>
                  <a:off x="2261612" y="1936348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7" name="Rectangle 6046">
                  <a:extLst>
                    <a:ext uri="{FF2B5EF4-FFF2-40B4-BE49-F238E27FC236}">
                      <a16:creationId xmlns:a16="http://schemas.microsoft.com/office/drawing/2014/main" id="{B3FC7DCF-32FF-14A3-77AB-55353EF17BE1}"/>
                    </a:ext>
                  </a:extLst>
                </p:cNvPr>
                <p:cNvSpPr/>
                <p:nvPr/>
              </p:nvSpPr>
              <p:spPr>
                <a:xfrm>
                  <a:off x="2278251" y="2450170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8" name="Rectangle 6047">
                  <a:extLst>
                    <a:ext uri="{FF2B5EF4-FFF2-40B4-BE49-F238E27FC236}">
                      <a16:creationId xmlns:a16="http://schemas.microsoft.com/office/drawing/2014/main" id="{924C0216-67C3-5C17-22DA-1AF54D199BC4}"/>
                    </a:ext>
                  </a:extLst>
                </p:cNvPr>
                <p:cNvSpPr/>
                <p:nvPr/>
              </p:nvSpPr>
              <p:spPr>
                <a:xfrm>
                  <a:off x="2837349" y="2694469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49" name="Rectangle 6048">
                  <a:extLst>
                    <a:ext uri="{FF2B5EF4-FFF2-40B4-BE49-F238E27FC236}">
                      <a16:creationId xmlns:a16="http://schemas.microsoft.com/office/drawing/2014/main" id="{C7DC6AE4-D62A-7A09-DC16-9AE13B761992}"/>
                    </a:ext>
                  </a:extLst>
                </p:cNvPr>
                <p:cNvSpPr/>
                <p:nvPr/>
              </p:nvSpPr>
              <p:spPr>
                <a:xfrm>
                  <a:off x="2545665" y="3099215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0" name="Rectangle 6049">
                  <a:extLst>
                    <a:ext uri="{FF2B5EF4-FFF2-40B4-BE49-F238E27FC236}">
                      <a16:creationId xmlns:a16="http://schemas.microsoft.com/office/drawing/2014/main" id="{7CB7679E-30D8-97B9-3785-5FBE816CFCD7}"/>
                    </a:ext>
                  </a:extLst>
                </p:cNvPr>
                <p:cNvSpPr/>
                <p:nvPr/>
              </p:nvSpPr>
              <p:spPr>
                <a:xfrm>
                  <a:off x="1655594" y="3048335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1" name="Rectangle 6050">
                  <a:extLst>
                    <a:ext uri="{FF2B5EF4-FFF2-40B4-BE49-F238E27FC236}">
                      <a16:creationId xmlns:a16="http://schemas.microsoft.com/office/drawing/2014/main" id="{0894A645-AFA2-141C-27DC-D16F473B43E9}"/>
                    </a:ext>
                  </a:extLst>
                </p:cNvPr>
                <p:cNvSpPr/>
                <p:nvPr/>
              </p:nvSpPr>
              <p:spPr>
                <a:xfrm>
                  <a:off x="1177924" y="2806471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19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2" name="Rectangle 6051">
                  <a:extLst>
                    <a:ext uri="{FF2B5EF4-FFF2-40B4-BE49-F238E27FC236}">
                      <a16:creationId xmlns:a16="http://schemas.microsoft.com/office/drawing/2014/main" id="{CD756C9A-9778-5DDD-0E98-D772E9502763}"/>
                    </a:ext>
                  </a:extLst>
                </p:cNvPr>
                <p:cNvSpPr/>
                <p:nvPr/>
              </p:nvSpPr>
              <p:spPr>
                <a:xfrm>
                  <a:off x="700041" y="1322471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3" name="Rectangle 6052">
                  <a:extLst>
                    <a:ext uri="{FF2B5EF4-FFF2-40B4-BE49-F238E27FC236}">
                      <a16:creationId xmlns:a16="http://schemas.microsoft.com/office/drawing/2014/main" id="{CCB9A53E-7D86-D5E0-4A34-B2B44245BE8A}"/>
                    </a:ext>
                  </a:extLst>
                </p:cNvPr>
                <p:cNvSpPr/>
                <p:nvPr/>
              </p:nvSpPr>
              <p:spPr>
                <a:xfrm>
                  <a:off x="537306" y="739956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4" name="Rectangle 6053">
                  <a:extLst>
                    <a:ext uri="{FF2B5EF4-FFF2-40B4-BE49-F238E27FC236}">
                      <a16:creationId xmlns:a16="http://schemas.microsoft.com/office/drawing/2014/main" id="{8AAC76C4-714B-2ADF-558E-3609E670D57D}"/>
                    </a:ext>
                  </a:extLst>
                </p:cNvPr>
                <p:cNvSpPr/>
                <p:nvPr/>
              </p:nvSpPr>
              <p:spPr>
                <a:xfrm>
                  <a:off x="1873711" y="2645375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20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5" name="Rectangle 6054">
                  <a:extLst>
                    <a:ext uri="{FF2B5EF4-FFF2-40B4-BE49-F238E27FC236}">
                      <a16:creationId xmlns:a16="http://schemas.microsoft.com/office/drawing/2014/main" id="{13DBE932-90B1-E607-0A6D-91C790F547EB}"/>
                    </a:ext>
                  </a:extLst>
                </p:cNvPr>
                <p:cNvSpPr/>
                <p:nvPr/>
              </p:nvSpPr>
              <p:spPr>
                <a:xfrm>
                  <a:off x="2671674" y="1826043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6" name="Rectangle 6055">
                  <a:extLst>
                    <a:ext uri="{FF2B5EF4-FFF2-40B4-BE49-F238E27FC236}">
                      <a16:creationId xmlns:a16="http://schemas.microsoft.com/office/drawing/2014/main" id="{72EC7B88-11AC-C077-152D-50256D06D154}"/>
                    </a:ext>
                  </a:extLst>
                </p:cNvPr>
                <p:cNvSpPr/>
                <p:nvPr/>
              </p:nvSpPr>
              <p:spPr>
                <a:xfrm>
                  <a:off x="2569611" y="1321930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7" name="Rectangle 6056">
                  <a:extLst>
                    <a:ext uri="{FF2B5EF4-FFF2-40B4-BE49-F238E27FC236}">
                      <a16:creationId xmlns:a16="http://schemas.microsoft.com/office/drawing/2014/main" id="{26D6BD15-34A1-3091-DAE1-0C63B781E279}"/>
                    </a:ext>
                  </a:extLst>
                </p:cNvPr>
                <p:cNvSpPr/>
                <p:nvPr/>
              </p:nvSpPr>
              <p:spPr>
                <a:xfrm>
                  <a:off x="2602989" y="914154"/>
                  <a:ext cx="234360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8" name="Rectangle 6057">
                  <a:extLst>
                    <a:ext uri="{FF2B5EF4-FFF2-40B4-BE49-F238E27FC236}">
                      <a16:creationId xmlns:a16="http://schemas.microsoft.com/office/drawing/2014/main" id="{DF013649-A667-A338-7433-0BDDE12FEB7A}"/>
                    </a:ext>
                  </a:extLst>
                </p:cNvPr>
                <p:cNvSpPr/>
                <p:nvPr/>
              </p:nvSpPr>
              <p:spPr>
                <a:xfrm>
                  <a:off x="1146510" y="1239488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  <a:r>
                    <a:rPr lang="en-US" sz="70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sp>
              <p:nvSpPr>
                <p:cNvPr id="6059" name="Rectangle 6058">
                  <a:extLst>
                    <a:ext uri="{FF2B5EF4-FFF2-40B4-BE49-F238E27FC236}">
                      <a16:creationId xmlns:a16="http://schemas.microsoft.com/office/drawing/2014/main" id="{B9AE216B-8AAB-69FE-4FE7-144A272A2BCE}"/>
                    </a:ext>
                  </a:extLst>
                </p:cNvPr>
                <p:cNvSpPr/>
                <p:nvPr/>
              </p:nvSpPr>
              <p:spPr>
                <a:xfrm>
                  <a:off x="1467031" y="818022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26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  <p:grpSp>
              <p:nvGrpSpPr>
                <p:cNvPr id="6067" name="Group 6066">
                  <a:extLst>
                    <a:ext uri="{FF2B5EF4-FFF2-40B4-BE49-F238E27FC236}">
                      <a16:creationId xmlns:a16="http://schemas.microsoft.com/office/drawing/2014/main" id="{991C699A-7307-463A-3E7E-855F02B0FD0E}"/>
                    </a:ext>
                  </a:extLst>
                </p:cNvPr>
                <p:cNvGrpSpPr/>
                <p:nvPr/>
              </p:nvGrpSpPr>
              <p:grpSpPr>
                <a:xfrm>
                  <a:off x="165379" y="2416458"/>
                  <a:ext cx="724323" cy="662030"/>
                  <a:chOff x="165379" y="2416459"/>
                  <a:chExt cx="724323" cy="662029"/>
                </a:xfrm>
              </p:grpSpPr>
              <p:cxnSp>
                <p:nvCxnSpPr>
                  <p:cNvPr id="6068" name="Straight Arrow Connector 6067">
                    <a:extLst>
                      <a:ext uri="{FF2B5EF4-FFF2-40B4-BE49-F238E27FC236}">
                        <a16:creationId xmlns:a16="http://schemas.microsoft.com/office/drawing/2014/main" id="{B6099FBA-724C-E4E4-A2AF-BEAE7946FFEB}"/>
                      </a:ext>
                    </a:extLst>
                  </p:cNvPr>
                  <p:cNvCxnSpPr/>
                  <p:nvPr/>
                </p:nvCxnSpPr>
                <p:spPr>
                  <a:xfrm>
                    <a:off x="407160" y="2894524"/>
                    <a:ext cx="482542" cy="0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69" name="Straight Arrow Connector 6068">
                    <a:extLst>
                      <a:ext uri="{FF2B5EF4-FFF2-40B4-BE49-F238E27FC236}">
                        <a16:creationId xmlns:a16="http://schemas.microsoft.com/office/drawing/2014/main" id="{1F156FCA-A76E-ACA9-DC04-CBF68E14D4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07160" y="2416459"/>
                    <a:ext cx="0" cy="484632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70" name="Rectangle 6069">
                    <a:extLst>
                      <a:ext uri="{FF2B5EF4-FFF2-40B4-BE49-F238E27FC236}">
                        <a16:creationId xmlns:a16="http://schemas.microsoft.com/office/drawing/2014/main" id="{EF336400-4152-8D4D-06D6-576135CCA5BC}"/>
                      </a:ext>
                    </a:extLst>
                  </p:cNvPr>
                  <p:cNvSpPr/>
                  <p:nvPr/>
                </p:nvSpPr>
                <p:spPr>
                  <a:xfrm>
                    <a:off x="334190" y="2878433"/>
                    <a:ext cx="542136" cy="20005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40" tIns="45720" rIns="91440" bIns="45720">
                    <a:spAutoFit/>
                  </a:bodyPr>
                  <a:lstStyle/>
                  <a:p>
                    <a:pPr algn="ctr"/>
                    <a:r>
                      <a:rPr lang="en-US" sz="700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UMAP_1</a:t>
                    </a:r>
                    <a:endParaRPr lang="en-US" sz="1050" cap="none" spc="0">
                      <a:ln w="0">
                        <a:noFill/>
                      </a:ln>
                    </a:endParaRPr>
                  </a:p>
                </p:txBody>
              </p:sp>
              <p:sp>
                <p:nvSpPr>
                  <p:cNvPr id="6071" name="Rectangle 6070">
                    <a:extLst>
                      <a:ext uri="{FF2B5EF4-FFF2-40B4-BE49-F238E27FC236}">
                        <a16:creationId xmlns:a16="http://schemas.microsoft.com/office/drawing/2014/main" id="{EF85E83E-D490-CAC3-02F1-35658D49374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-5662" y="2600156"/>
                    <a:ext cx="542136" cy="20005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40" tIns="45720" rIns="91440" bIns="45720">
                    <a:spAutoFit/>
                  </a:bodyPr>
                  <a:lstStyle/>
                  <a:p>
                    <a:pPr algn="ctr"/>
                    <a:r>
                      <a:rPr lang="en-US" sz="700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UMAP_2</a:t>
                    </a:r>
                    <a:endParaRPr lang="en-US" sz="1050" cap="none" spc="0">
                      <a:ln w="0">
                        <a:noFill/>
                      </a:ln>
                    </a:endParaRPr>
                  </a:p>
                </p:txBody>
              </p:sp>
            </p:grpSp>
            <p:sp>
              <p:nvSpPr>
                <p:cNvPr id="6061" name="Rectangle 6060">
                  <a:extLst>
                    <a:ext uri="{FF2B5EF4-FFF2-40B4-BE49-F238E27FC236}">
                      <a16:creationId xmlns:a16="http://schemas.microsoft.com/office/drawing/2014/main" id="{47FC7924-6697-8E34-1DD7-BC21E9CE1465}"/>
                    </a:ext>
                  </a:extLst>
                </p:cNvPr>
                <p:cNvSpPr/>
                <p:nvPr/>
              </p:nvSpPr>
              <p:spPr>
                <a:xfrm>
                  <a:off x="1345047" y="123819"/>
                  <a:ext cx="284053" cy="2000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en-US" sz="700" cap="none" spc="0">
                      <a:ln w="0">
                        <a:noFill/>
                      </a:ln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en-US" sz="1050" cap="none" spc="0">
                    <a:ln w="0">
                      <a:noFill/>
                    </a:ln>
                  </a:endParaRPr>
                </a:p>
              </p:txBody>
            </p:sp>
          </p:grpSp>
        </p:grpSp>
        <p:sp>
          <p:nvSpPr>
            <p:cNvPr id="6031" name="Rectangle 6030">
              <a:extLst>
                <a:ext uri="{FF2B5EF4-FFF2-40B4-BE49-F238E27FC236}">
                  <a16:creationId xmlns:a16="http://schemas.microsoft.com/office/drawing/2014/main" id="{FFDBCF56-C2FA-4ECE-4DF8-A4E81CF95AE4}"/>
                </a:ext>
              </a:extLst>
            </p:cNvPr>
            <p:cNvSpPr/>
            <p:nvPr/>
          </p:nvSpPr>
          <p:spPr>
            <a:xfrm>
              <a:off x="2726518" y="1104054"/>
              <a:ext cx="284053" cy="200055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700">
                  <a:ln w="0">
                    <a:noFill/>
                  </a:ln>
                  <a:latin typeface="Arial" panose="020B0604020202020204" pitchFamily="34" charset="0"/>
                  <a:cs typeface="Arial" panose="020B0604020202020204" pitchFamily="34" charset="0"/>
                </a:rPr>
                <a:t>22</a:t>
              </a:r>
              <a:endParaRPr lang="en-US" sz="1050" cap="none" spc="0">
                <a:ln w="0">
                  <a:noFill/>
                </a:ln>
              </a:endParaRPr>
            </a:p>
          </p:txBody>
        </p:sp>
      </p:grpSp>
      <p:grpSp>
        <p:nvGrpSpPr>
          <p:cNvPr id="50" name="Graphic 2296">
            <a:extLst>
              <a:ext uri="{FF2B5EF4-FFF2-40B4-BE49-F238E27FC236}">
                <a16:creationId xmlns:a16="http://schemas.microsoft.com/office/drawing/2014/main" id="{9B689627-5BC0-F681-85F6-20CD549C6140}"/>
              </a:ext>
            </a:extLst>
          </p:cNvPr>
          <p:cNvGrpSpPr>
            <a:grpSpLocks noChangeAspect="1"/>
          </p:cNvGrpSpPr>
          <p:nvPr/>
        </p:nvGrpSpPr>
        <p:grpSpPr>
          <a:xfrm>
            <a:off x="1708458" y="4224049"/>
            <a:ext cx="1796325" cy="1828800"/>
            <a:chOff x="2074611" y="5361796"/>
            <a:chExt cx="1741992" cy="1773485"/>
          </a:xfrm>
        </p:grpSpPr>
        <p:grpSp>
          <p:nvGrpSpPr>
            <p:cNvPr id="51" name="Graphic 2296">
              <a:extLst>
                <a:ext uri="{FF2B5EF4-FFF2-40B4-BE49-F238E27FC236}">
                  <a16:creationId xmlns:a16="http://schemas.microsoft.com/office/drawing/2014/main" id="{BE6A15E2-A5DC-4A95-D3DB-45D42BB1B8E0}"/>
                </a:ext>
              </a:extLst>
            </p:cNvPr>
            <p:cNvGrpSpPr/>
            <p:nvPr/>
          </p:nvGrpSpPr>
          <p:grpSpPr>
            <a:xfrm>
              <a:off x="2617375" y="5591945"/>
              <a:ext cx="1127727" cy="1206598"/>
              <a:chOff x="2617375" y="5591945"/>
              <a:chExt cx="1127727" cy="1206598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0F5B7558-9CEC-BD23-8F41-C746C038C93A}"/>
                  </a:ext>
                </a:extLst>
              </p:cNvPr>
              <p:cNvSpPr/>
              <p:nvPr/>
            </p:nvSpPr>
            <p:spPr>
              <a:xfrm>
                <a:off x="2648966" y="6409923"/>
                <a:ext cx="143001" cy="388619"/>
              </a:xfrm>
              <a:custGeom>
                <a:avLst/>
                <a:gdLst>
                  <a:gd name="csX0" fmla="*/ 0 w 143001"/>
                  <a:gd name="csY0" fmla="*/ 0 h 388619"/>
                  <a:gd name="csX1" fmla="*/ 143002 w 143001"/>
                  <a:gd name="csY1" fmla="*/ 0 h 388619"/>
                  <a:gd name="csX2" fmla="*/ 143002 w 143001"/>
                  <a:gd name="csY2" fmla="*/ 388620 h 388619"/>
                  <a:gd name="csX3" fmla="*/ 0 w 143001"/>
                  <a:gd name="csY3" fmla="*/ 388620 h 3886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1" h="388619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388620"/>
                    </a:lnTo>
                    <a:lnTo>
                      <a:pt x="0" y="38862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2374C797-9D5D-F094-1098-0A4BB4452B7D}"/>
                  </a:ext>
                </a:extLst>
              </p:cNvPr>
              <p:cNvSpPr/>
              <p:nvPr/>
            </p:nvSpPr>
            <p:spPr>
              <a:xfrm>
                <a:off x="2887345" y="6369283"/>
                <a:ext cx="143002" cy="429133"/>
              </a:xfrm>
              <a:custGeom>
                <a:avLst/>
                <a:gdLst>
                  <a:gd name="csX0" fmla="*/ 0 w 143002"/>
                  <a:gd name="csY0" fmla="*/ 0 h 429133"/>
                  <a:gd name="csX1" fmla="*/ 143002 w 143002"/>
                  <a:gd name="csY1" fmla="*/ 0 h 429133"/>
                  <a:gd name="csX2" fmla="*/ 143002 w 143002"/>
                  <a:gd name="csY2" fmla="*/ 429133 h 429133"/>
                  <a:gd name="csX3" fmla="*/ 0 w 143002"/>
                  <a:gd name="csY3" fmla="*/ 429133 h 4291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429133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429133"/>
                    </a:lnTo>
                    <a:lnTo>
                      <a:pt x="0" y="429133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9E38AF5A-CC9B-C8E5-47D3-02091072178D}"/>
                  </a:ext>
                </a:extLst>
              </p:cNvPr>
              <p:cNvSpPr/>
              <p:nvPr/>
            </p:nvSpPr>
            <p:spPr>
              <a:xfrm>
                <a:off x="3125597" y="6440276"/>
                <a:ext cx="143002" cy="358140"/>
              </a:xfrm>
              <a:custGeom>
                <a:avLst/>
                <a:gdLst>
                  <a:gd name="csX0" fmla="*/ 0 w 143002"/>
                  <a:gd name="csY0" fmla="*/ 0 h 358140"/>
                  <a:gd name="csX1" fmla="*/ 143002 w 143002"/>
                  <a:gd name="csY1" fmla="*/ 0 h 358140"/>
                  <a:gd name="csX2" fmla="*/ 143002 w 143002"/>
                  <a:gd name="csY2" fmla="*/ 358140 h 358140"/>
                  <a:gd name="csX3" fmla="*/ 0 w 143002"/>
                  <a:gd name="csY3" fmla="*/ 358140 h 35814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358140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358140"/>
                    </a:lnTo>
                    <a:lnTo>
                      <a:pt x="0" y="35814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A7E31777-2422-CEDE-104F-9B6E1B8C2CEA}"/>
                  </a:ext>
                </a:extLst>
              </p:cNvPr>
              <p:cNvSpPr/>
              <p:nvPr/>
            </p:nvSpPr>
            <p:spPr>
              <a:xfrm>
                <a:off x="3363849" y="6509364"/>
                <a:ext cx="143002" cy="289052"/>
              </a:xfrm>
              <a:custGeom>
                <a:avLst/>
                <a:gdLst>
                  <a:gd name="csX0" fmla="*/ 0 w 143002"/>
                  <a:gd name="csY0" fmla="*/ 0 h 289052"/>
                  <a:gd name="csX1" fmla="*/ 143002 w 143002"/>
                  <a:gd name="csY1" fmla="*/ 0 h 289052"/>
                  <a:gd name="csX2" fmla="*/ 143002 w 143002"/>
                  <a:gd name="csY2" fmla="*/ 289052 h 289052"/>
                  <a:gd name="csX3" fmla="*/ 0 w 143002"/>
                  <a:gd name="csY3" fmla="*/ 289052 h 2890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289052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289052"/>
                    </a:lnTo>
                    <a:lnTo>
                      <a:pt x="0" y="289052"/>
                    </a:lnTo>
                    <a:close/>
                  </a:path>
                </a:pathLst>
              </a:custGeom>
              <a:solidFill>
                <a:srgbClr val="7BAFDE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318D9C32-BF43-7653-D57E-5BF6053E4D1E}"/>
                  </a:ext>
                </a:extLst>
              </p:cNvPr>
              <p:cNvSpPr/>
              <p:nvPr/>
            </p:nvSpPr>
            <p:spPr>
              <a:xfrm>
                <a:off x="3602101" y="6321912"/>
                <a:ext cx="143001" cy="476631"/>
              </a:xfrm>
              <a:custGeom>
                <a:avLst/>
                <a:gdLst>
                  <a:gd name="csX0" fmla="*/ 0 w 143001"/>
                  <a:gd name="csY0" fmla="*/ 0 h 476631"/>
                  <a:gd name="csX1" fmla="*/ 143002 w 143001"/>
                  <a:gd name="csY1" fmla="*/ 0 h 476631"/>
                  <a:gd name="csX2" fmla="*/ 143002 w 143001"/>
                  <a:gd name="csY2" fmla="*/ 476631 h 476631"/>
                  <a:gd name="csX3" fmla="*/ 0 w 143001"/>
                  <a:gd name="csY3" fmla="*/ 476631 h 47663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1" h="476631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476631"/>
                    </a:lnTo>
                    <a:lnTo>
                      <a:pt x="0" y="476631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8DDAB522-DFBA-1B14-49D0-EB1B8D72C9C4}"/>
                  </a:ext>
                </a:extLst>
              </p:cNvPr>
              <p:cNvSpPr/>
              <p:nvPr/>
            </p:nvSpPr>
            <p:spPr>
              <a:xfrm>
                <a:off x="2672841" y="6384015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AEA11DED-537A-7B65-CE2A-476899055BFC}"/>
                  </a:ext>
                </a:extLst>
              </p:cNvPr>
              <p:cNvSpPr/>
              <p:nvPr/>
            </p:nvSpPr>
            <p:spPr>
              <a:xfrm>
                <a:off x="2720466" y="6384015"/>
                <a:ext cx="12700" cy="51815"/>
              </a:xfrm>
              <a:custGeom>
                <a:avLst/>
                <a:gdLst>
                  <a:gd name="csX0" fmla="*/ 0 w 12700"/>
                  <a:gd name="csY0" fmla="*/ 0 h 51815"/>
                  <a:gd name="csX1" fmla="*/ 0 w 12700"/>
                  <a:gd name="csY1" fmla="*/ 51816 h 5181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1815">
                    <a:moveTo>
                      <a:pt x="0" y="0"/>
                    </a:moveTo>
                    <a:lnTo>
                      <a:pt x="0" y="51816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935037EE-4405-F83B-D80A-BCBAC4379A43}"/>
                  </a:ext>
                </a:extLst>
              </p:cNvPr>
              <p:cNvSpPr/>
              <p:nvPr/>
            </p:nvSpPr>
            <p:spPr>
              <a:xfrm>
                <a:off x="2672841" y="6435830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2515DCB4-E7ED-7695-30B5-24B7E8F43B89}"/>
                  </a:ext>
                </a:extLst>
              </p:cNvPr>
              <p:cNvSpPr/>
              <p:nvPr/>
            </p:nvSpPr>
            <p:spPr>
              <a:xfrm>
                <a:off x="2911094" y="6313021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E6A09A55-94A0-AB5D-DA10-7EA803341D92}"/>
                  </a:ext>
                </a:extLst>
              </p:cNvPr>
              <p:cNvSpPr/>
              <p:nvPr/>
            </p:nvSpPr>
            <p:spPr>
              <a:xfrm>
                <a:off x="2958846" y="6313021"/>
                <a:ext cx="12700" cy="112522"/>
              </a:xfrm>
              <a:custGeom>
                <a:avLst/>
                <a:gdLst>
                  <a:gd name="csX0" fmla="*/ 0 w 12700"/>
                  <a:gd name="csY0" fmla="*/ 0 h 112522"/>
                  <a:gd name="csX1" fmla="*/ 0 w 12700"/>
                  <a:gd name="csY1" fmla="*/ 112522 h 1125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2522">
                    <a:moveTo>
                      <a:pt x="0" y="0"/>
                    </a:moveTo>
                    <a:lnTo>
                      <a:pt x="0" y="112522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8121B70D-3A6C-B8C2-0F57-C690B99FEF56}"/>
                  </a:ext>
                </a:extLst>
              </p:cNvPr>
              <p:cNvSpPr/>
              <p:nvPr/>
            </p:nvSpPr>
            <p:spPr>
              <a:xfrm>
                <a:off x="2911094" y="6425543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3A3957EB-4484-E657-8534-A3CA61E9C3D8}"/>
                  </a:ext>
                </a:extLst>
              </p:cNvPr>
              <p:cNvSpPr/>
              <p:nvPr/>
            </p:nvSpPr>
            <p:spPr>
              <a:xfrm>
                <a:off x="3149472" y="6438371"/>
                <a:ext cx="95250" cy="12700"/>
              </a:xfrm>
              <a:custGeom>
                <a:avLst/>
                <a:gdLst>
                  <a:gd name="csX0" fmla="*/ 0 w 95250"/>
                  <a:gd name="csY0" fmla="*/ 0 h 12700"/>
                  <a:gd name="csX1" fmla="*/ 95250 w 9525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0" h="12700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801EC46F-071E-E786-C7F2-708B49C6C7BD}"/>
                  </a:ext>
                </a:extLst>
              </p:cNvPr>
              <p:cNvSpPr/>
              <p:nvPr/>
            </p:nvSpPr>
            <p:spPr>
              <a:xfrm>
                <a:off x="3197097" y="6438371"/>
                <a:ext cx="12700" cy="3809"/>
              </a:xfrm>
              <a:custGeom>
                <a:avLst/>
                <a:gdLst>
                  <a:gd name="csX0" fmla="*/ 0 w 12700"/>
                  <a:gd name="csY0" fmla="*/ 0 h 3809"/>
                  <a:gd name="csX1" fmla="*/ 0 w 12700"/>
                  <a:gd name="csY1" fmla="*/ 3810 h 38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809">
                    <a:moveTo>
                      <a:pt x="0" y="0"/>
                    </a:moveTo>
                    <a:lnTo>
                      <a:pt x="0" y="381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EBF7CCCC-CE4B-1350-64A6-7C553BE0D65C}"/>
                  </a:ext>
                </a:extLst>
              </p:cNvPr>
              <p:cNvSpPr/>
              <p:nvPr/>
            </p:nvSpPr>
            <p:spPr>
              <a:xfrm>
                <a:off x="3149472" y="6442180"/>
                <a:ext cx="95250" cy="12700"/>
              </a:xfrm>
              <a:custGeom>
                <a:avLst/>
                <a:gdLst>
                  <a:gd name="csX0" fmla="*/ 0 w 95250"/>
                  <a:gd name="csY0" fmla="*/ 0 h 12700"/>
                  <a:gd name="csX1" fmla="*/ 95250 w 9525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0" h="12700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03B9CD6-89D9-EC6A-3AC9-5A0A334EAA6E}"/>
                  </a:ext>
                </a:extLst>
              </p:cNvPr>
              <p:cNvSpPr/>
              <p:nvPr/>
            </p:nvSpPr>
            <p:spPr>
              <a:xfrm>
                <a:off x="3625977" y="6291940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520C5E6C-04CC-F382-FE9D-B0C74BB3EE09}"/>
                  </a:ext>
                </a:extLst>
              </p:cNvPr>
              <p:cNvSpPr/>
              <p:nvPr/>
            </p:nvSpPr>
            <p:spPr>
              <a:xfrm>
                <a:off x="3673602" y="6291940"/>
                <a:ext cx="12700" cy="59816"/>
              </a:xfrm>
              <a:custGeom>
                <a:avLst/>
                <a:gdLst>
                  <a:gd name="csX0" fmla="*/ 0 w 12700"/>
                  <a:gd name="csY0" fmla="*/ 0 h 59816"/>
                  <a:gd name="csX1" fmla="*/ 0 w 12700"/>
                  <a:gd name="csY1" fmla="*/ 59817 h 5981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9816">
                    <a:moveTo>
                      <a:pt x="0" y="0"/>
                    </a:moveTo>
                    <a:lnTo>
                      <a:pt x="0" y="59817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D682B6BF-2056-CFA3-3630-7BBAD774B0FA}"/>
                  </a:ext>
                </a:extLst>
              </p:cNvPr>
              <p:cNvSpPr/>
              <p:nvPr/>
            </p:nvSpPr>
            <p:spPr>
              <a:xfrm>
                <a:off x="3625977" y="6351757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3A2C7E43-11A4-DAEC-6B40-F5D49722E946}"/>
                  </a:ext>
                </a:extLst>
              </p:cNvPr>
              <p:cNvSpPr/>
              <p:nvPr/>
            </p:nvSpPr>
            <p:spPr>
              <a:xfrm>
                <a:off x="3198749" y="642325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7244B2D1-568F-A3F4-8755-9DC3519BB62E}"/>
                  </a:ext>
                </a:extLst>
              </p:cNvPr>
              <p:cNvSpPr/>
              <p:nvPr/>
            </p:nvSpPr>
            <p:spPr>
              <a:xfrm>
                <a:off x="2961640" y="637563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2EE1DBD-B548-FCCB-743D-CBAFFA264E11}"/>
                  </a:ext>
                </a:extLst>
              </p:cNvPr>
              <p:cNvSpPr/>
              <p:nvPr/>
            </p:nvSpPr>
            <p:spPr>
              <a:xfrm>
                <a:off x="2930525" y="641005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D1AF9C02-46A4-1466-9B21-48140C2FFCEF}"/>
                  </a:ext>
                </a:extLst>
              </p:cNvPr>
              <p:cNvSpPr/>
              <p:nvPr/>
            </p:nvSpPr>
            <p:spPr>
              <a:xfrm>
                <a:off x="3671316" y="623809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AF9BAD6B-E558-CE4B-FBCA-907B74694AA7}"/>
                  </a:ext>
                </a:extLst>
              </p:cNvPr>
              <p:cNvSpPr/>
              <p:nvPr/>
            </p:nvSpPr>
            <p:spPr>
              <a:xfrm>
                <a:off x="2709164" y="649907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4C71E87-00A3-C540-E898-379976E30EE3}"/>
                  </a:ext>
                </a:extLst>
              </p:cNvPr>
              <p:cNvSpPr/>
              <p:nvPr/>
            </p:nvSpPr>
            <p:spPr>
              <a:xfrm>
                <a:off x="3656457" y="621942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692F8301-B6E4-67F2-5C18-118EEB374DD2}"/>
                  </a:ext>
                </a:extLst>
              </p:cNvPr>
              <p:cNvSpPr/>
              <p:nvPr/>
            </p:nvSpPr>
            <p:spPr>
              <a:xfrm>
                <a:off x="2713736" y="632877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200A93E-EA39-EA32-3FC7-10DFECF3FD00}"/>
                  </a:ext>
                </a:extLst>
              </p:cNvPr>
              <p:cNvSpPr/>
              <p:nvPr/>
            </p:nvSpPr>
            <p:spPr>
              <a:xfrm>
                <a:off x="3638169" y="63658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A4AA3043-CB9E-142E-551C-645DA8419795}"/>
                  </a:ext>
                </a:extLst>
              </p:cNvPr>
              <p:cNvSpPr/>
              <p:nvPr/>
            </p:nvSpPr>
            <p:spPr>
              <a:xfrm>
                <a:off x="2709926" y="643075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4584A2A-63D2-B877-9D87-A7C2312ECF09}"/>
                  </a:ext>
                </a:extLst>
              </p:cNvPr>
              <p:cNvSpPr/>
              <p:nvPr/>
            </p:nvSpPr>
            <p:spPr>
              <a:xfrm>
                <a:off x="3665347" y="631975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FA77972C-E150-F791-44AE-28B37C3E203C}"/>
                  </a:ext>
                </a:extLst>
              </p:cNvPr>
              <p:cNvSpPr/>
              <p:nvPr/>
            </p:nvSpPr>
            <p:spPr>
              <a:xfrm>
                <a:off x="2700401" y="634604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2B686AF0-03A8-E2BD-EBAF-736B3261C17E}"/>
                  </a:ext>
                </a:extLst>
              </p:cNvPr>
              <p:cNvSpPr/>
              <p:nvPr/>
            </p:nvSpPr>
            <p:spPr>
              <a:xfrm>
                <a:off x="3666109" y="627187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738A3FEE-67F5-D07F-76C3-FE683F9238EA}"/>
                  </a:ext>
                </a:extLst>
              </p:cNvPr>
              <p:cNvSpPr/>
              <p:nvPr/>
            </p:nvSpPr>
            <p:spPr>
              <a:xfrm>
                <a:off x="2723134" y="636090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9592F312-2630-7273-C553-1B1CE58D2154}"/>
                  </a:ext>
                </a:extLst>
              </p:cNvPr>
              <p:cNvSpPr/>
              <p:nvPr/>
            </p:nvSpPr>
            <p:spPr>
              <a:xfrm>
                <a:off x="2929128" y="637944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FB2CDE95-DB8E-8229-36A1-FABF7DD0EFE7}"/>
                  </a:ext>
                </a:extLst>
              </p:cNvPr>
              <p:cNvSpPr/>
              <p:nvPr/>
            </p:nvSpPr>
            <p:spPr>
              <a:xfrm>
                <a:off x="3653790" y="640649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22945931-3614-F1DD-9FF2-023794E80B1E}"/>
                  </a:ext>
                </a:extLst>
              </p:cNvPr>
              <p:cNvSpPr/>
              <p:nvPr/>
            </p:nvSpPr>
            <p:spPr>
              <a:xfrm>
                <a:off x="2723388" y="638706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A68173B9-A909-48E1-74F7-DB1C90942C1E}"/>
                  </a:ext>
                </a:extLst>
              </p:cNvPr>
              <p:cNvSpPr/>
              <p:nvPr/>
            </p:nvSpPr>
            <p:spPr>
              <a:xfrm>
                <a:off x="3201797" y="64197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39234B9-0DD7-71EB-4930-667E1D114672}"/>
                  </a:ext>
                </a:extLst>
              </p:cNvPr>
              <p:cNvSpPr/>
              <p:nvPr/>
            </p:nvSpPr>
            <p:spPr>
              <a:xfrm>
                <a:off x="2922524" y="648561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3686F8D-7252-7D49-7274-C3E7A3F74221}"/>
                  </a:ext>
                </a:extLst>
              </p:cNvPr>
              <p:cNvSpPr/>
              <p:nvPr/>
            </p:nvSpPr>
            <p:spPr>
              <a:xfrm>
                <a:off x="2939542" y="602435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A0AB8B8-1D4F-802B-FC4D-7A15A68125AC}"/>
                  </a:ext>
                </a:extLst>
              </p:cNvPr>
              <p:cNvSpPr/>
              <p:nvPr/>
            </p:nvSpPr>
            <p:spPr>
              <a:xfrm>
                <a:off x="3420237" y="649145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D1E0FFED-956C-3902-E5CD-C70B83FDCA80}"/>
                  </a:ext>
                </a:extLst>
              </p:cNvPr>
              <p:cNvSpPr/>
              <p:nvPr/>
            </p:nvSpPr>
            <p:spPr>
              <a:xfrm>
                <a:off x="2959989" y="63912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63744C68-0786-8662-B0D1-B9C0FE1C022A}"/>
                  </a:ext>
                </a:extLst>
              </p:cNvPr>
              <p:cNvSpPr/>
              <p:nvPr/>
            </p:nvSpPr>
            <p:spPr>
              <a:xfrm>
                <a:off x="2923540" y="639176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29B35944-63F3-6C1B-0273-677C6A0D6B47}"/>
                  </a:ext>
                </a:extLst>
              </p:cNvPr>
              <p:cNvSpPr txBox="1"/>
              <p:nvPr/>
            </p:nvSpPr>
            <p:spPr>
              <a:xfrm>
                <a:off x="2617375" y="5816921"/>
                <a:ext cx="420806" cy="16390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69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0.51</a:t>
                </a: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E56874F-1C6B-D91A-0BAD-C7F3790F32D6}"/>
                  </a:ext>
                </a:extLst>
              </p:cNvPr>
              <p:cNvSpPr/>
              <p:nvPr/>
            </p:nvSpPr>
            <p:spPr>
              <a:xfrm>
                <a:off x="2720467" y="5966566"/>
                <a:ext cx="214502" cy="12700"/>
              </a:xfrm>
              <a:custGeom>
                <a:avLst/>
                <a:gdLst>
                  <a:gd name="csX0" fmla="*/ 0 w 214502"/>
                  <a:gd name="csY0" fmla="*/ 0 h 12700"/>
                  <a:gd name="csX1" fmla="*/ 214503 w 21450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4502" h="12700">
                    <a:moveTo>
                      <a:pt x="0" y="0"/>
                    </a:moveTo>
                    <a:lnTo>
                      <a:pt x="21450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90B070E8-D253-3E7C-0258-713A858CB8A2}"/>
                  </a:ext>
                </a:extLst>
              </p:cNvPr>
              <p:cNvSpPr txBox="1"/>
              <p:nvPr/>
            </p:nvSpPr>
            <p:spPr>
              <a:xfrm>
                <a:off x="3211724" y="5781048"/>
                <a:ext cx="232875" cy="328129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CEE15B49-65DD-C435-52AA-3FF40AC2D2FB}"/>
                  </a:ext>
                </a:extLst>
              </p:cNvPr>
              <p:cNvSpPr/>
              <p:nvPr/>
            </p:nvSpPr>
            <p:spPr>
              <a:xfrm>
                <a:off x="2982595" y="5966566"/>
                <a:ext cx="691007" cy="12700"/>
              </a:xfrm>
              <a:custGeom>
                <a:avLst/>
                <a:gdLst>
                  <a:gd name="csX0" fmla="*/ 0 w 691007"/>
                  <a:gd name="csY0" fmla="*/ 0 h 12700"/>
                  <a:gd name="csX1" fmla="*/ 691007 w 69100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1007" h="12700">
                    <a:moveTo>
                      <a:pt x="0" y="0"/>
                    </a:moveTo>
                    <a:lnTo>
                      <a:pt x="69100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3683A032-EFA4-BFB0-19F6-D5E5366AE923}"/>
                  </a:ext>
                </a:extLst>
              </p:cNvPr>
              <p:cNvSpPr txBox="1"/>
              <p:nvPr/>
            </p:nvSpPr>
            <p:spPr>
              <a:xfrm>
                <a:off x="3039920" y="5591945"/>
                <a:ext cx="314356" cy="328129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13015A61-36B9-2B36-C9B9-E4564D7EA6C2}"/>
                  </a:ext>
                </a:extLst>
              </p:cNvPr>
              <p:cNvSpPr/>
              <p:nvPr/>
            </p:nvSpPr>
            <p:spPr>
              <a:xfrm>
                <a:off x="2720467" y="5777463"/>
                <a:ext cx="953135" cy="12700"/>
              </a:xfrm>
              <a:custGeom>
                <a:avLst/>
                <a:gdLst>
                  <a:gd name="csX0" fmla="*/ 0 w 953135"/>
                  <a:gd name="csY0" fmla="*/ 0 h 12700"/>
                  <a:gd name="csX1" fmla="*/ 953135 w 95313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135" h="12700">
                    <a:moveTo>
                      <a:pt x="0" y="0"/>
                    </a:moveTo>
                    <a:lnTo>
                      <a:pt x="953135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52" name="Graphic 2296">
              <a:extLst>
                <a:ext uri="{FF2B5EF4-FFF2-40B4-BE49-F238E27FC236}">
                  <a16:creationId xmlns:a16="http://schemas.microsoft.com/office/drawing/2014/main" id="{9603BE61-7885-55B0-6B90-9900C160B66F}"/>
                </a:ext>
              </a:extLst>
            </p:cNvPr>
            <p:cNvGrpSpPr/>
            <p:nvPr/>
          </p:nvGrpSpPr>
          <p:grpSpPr>
            <a:xfrm>
              <a:off x="2074611" y="5361796"/>
              <a:ext cx="1741992" cy="1773485"/>
              <a:chOff x="2074611" y="5361796"/>
              <a:chExt cx="1741992" cy="1773485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75C86FBB-977A-302A-E6AE-3CFC70A76B3B}"/>
                  </a:ext>
                </a:extLst>
              </p:cNvPr>
              <p:cNvSpPr/>
              <p:nvPr/>
            </p:nvSpPr>
            <p:spPr>
              <a:xfrm>
                <a:off x="2577591" y="5664052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B4F6F79-B02E-3C59-2987-5F023A0AE6B2}"/>
                  </a:ext>
                </a:extLst>
              </p:cNvPr>
              <p:cNvSpPr txBox="1"/>
              <p:nvPr/>
            </p:nvSpPr>
            <p:spPr>
              <a:xfrm>
                <a:off x="2282171" y="6691527"/>
                <a:ext cx="303842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0%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3270213-CE19-47FF-9A41-ED2527B74880}"/>
                  </a:ext>
                </a:extLst>
              </p:cNvPr>
              <p:cNvSpPr txBox="1"/>
              <p:nvPr/>
            </p:nvSpPr>
            <p:spPr>
              <a:xfrm>
                <a:off x="2282171" y="6311924"/>
                <a:ext cx="303842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5%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68D05001-DA2C-F217-D5E1-F671986E50D5}"/>
                  </a:ext>
                </a:extLst>
              </p:cNvPr>
              <p:cNvSpPr txBox="1"/>
              <p:nvPr/>
            </p:nvSpPr>
            <p:spPr>
              <a:xfrm>
                <a:off x="2221525" y="5932321"/>
                <a:ext cx="362981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10%</a:t>
                </a:r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BAA24417-5694-BF79-DFF0-D8EB20273495}"/>
                  </a:ext>
                </a:extLst>
              </p:cNvPr>
              <p:cNvSpPr/>
              <p:nvPr/>
            </p:nvSpPr>
            <p:spPr>
              <a:xfrm>
                <a:off x="2542794" y="6798416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2B07392F-3CAB-DCDC-0C0D-5CF8CDAD536B}"/>
                  </a:ext>
                </a:extLst>
              </p:cNvPr>
              <p:cNvSpPr/>
              <p:nvPr/>
            </p:nvSpPr>
            <p:spPr>
              <a:xfrm>
                <a:off x="2542794" y="641881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C3142C79-C9C6-D3FC-3093-4FD08AA34C17}"/>
                  </a:ext>
                </a:extLst>
              </p:cNvPr>
              <p:cNvSpPr/>
              <p:nvPr/>
            </p:nvSpPr>
            <p:spPr>
              <a:xfrm>
                <a:off x="2542794" y="603921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8DA9524-56F7-A910-00B5-B6B08C6A0799}"/>
                  </a:ext>
                </a:extLst>
              </p:cNvPr>
              <p:cNvSpPr/>
              <p:nvPr/>
            </p:nvSpPr>
            <p:spPr>
              <a:xfrm>
                <a:off x="2577591" y="6798416"/>
                <a:ext cx="1239012" cy="12700"/>
              </a:xfrm>
              <a:custGeom>
                <a:avLst/>
                <a:gdLst>
                  <a:gd name="csX0" fmla="*/ 0 w 1239012"/>
                  <a:gd name="csY0" fmla="*/ 0 h 12700"/>
                  <a:gd name="csX1" fmla="*/ 1239012 w 123901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9012" h="12700">
                    <a:moveTo>
                      <a:pt x="0" y="0"/>
                    </a:moveTo>
                    <a:lnTo>
                      <a:pt x="123901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A8F433A-81F0-A73D-54E2-FE7A53016BE1}"/>
                  </a:ext>
                </a:extLst>
              </p:cNvPr>
              <p:cNvSpPr/>
              <p:nvPr/>
            </p:nvSpPr>
            <p:spPr>
              <a:xfrm>
                <a:off x="2720466" y="6798416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7B1ABA1B-20DE-85CA-F65A-18AF95CE14E6}"/>
                  </a:ext>
                </a:extLst>
              </p:cNvPr>
              <p:cNvSpPr/>
              <p:nvPr/>
            </p:nvSpPr>
            <p:spPr>
              <a:xfrm>
                <a:off x="2958846" y="6798416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67AF3C4-D162-DE60-9C20-2B281536CAFF}"/>
                  </a:ext>
                </a:extLst>
              </p:cNvPr>
              <p:cNvSpPr/>
              <p:nvPr/>
            </p:nvSpPr>
            <p:spPr>
              <a:xfrm>
                <a:off x="3197097" y="6798416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7907A0F8-F8EE-0F56-DED5-EC1B1037275C}"/>
                  </a:ext>
                </a:extLst>
              </p:cNvPr>
              <p:cNvSpPr/>
              <p:nvPr/>
            </p:nvSpPr>
            <p:spPr>
              <a:xfrm>
                <a:off x="3435350" y="6798416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BCAA9563-A7EC-B6AA-58ED-B371642ADA74}"/>
                  </a:ext>
                </a:extLst>
              </p:cNvPr>
              <p:cNvSpPr/>
              <p:nvPr/>
            </p:nvSpPr>
            <p:spPr>
              <a:xfrm>
                <a:off x="3673602" y="6798416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9DDAC290-7698-A1C0-5393-4C2DEC0F9147}"/>
                  </a:ext>
                </a:extLst>
              </p:cNvPr>
              <p:cNvSpPr txBox="1"/>
              <p:nvPr/>
            </p:nvSpPr>
            <p:spPr>
              <a:xfrm>
                <a:off x="2600744" y="6794270"/>
                <a:ext cx="239446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4EA2F32-7A8F-D77B-2886-15C347B1847B}"/>
                  </a:ext>
                </a:extLst>
              </p:cNvPr>
              <p:cNvSpPr txBox="1"/>
              <p:nvPr/>
            </p:nvSpPr>
            <p:spPr>
              <a:xfrm>
                <a:off x="2868693" y="6794270"/>
                <a:ext cx="180307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07AC8FD2-E5DA-BC61-8406-E199165257AC}"/>
                  </a:ext>
                </a:extLst>
              </p:cNvPr>
              <p:cNvSpPr txBox="1"/>
              <p:nvPr/>
            </p:nvSpPr>
            <p:spPr>
              <a:xfrm>
                <a:off x="3077373" y="6794270"/>
                <a:ext cx="239446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1FEF336E-C8DB-754C-3281-0F84648D5BA3}"/>
                  </a:ext>
                </a:extLst>
              </p:cNvPr>
              <p:cNvSpPr txBox="1"/>
              <p:nvPr/>
            </p:nvSpPr>
            <p:spPr>
              <a:xfrm>
                <a:off x="3289342" y="6794270"/>
                <a:ext cx="292015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173C273D-647F-5A65-6F7E-1EE4779EF6BD}"/>
                  </a:ext>
                </a:extLst>
              </p:cNvPr>
              <p:cNvSpPr txBox="1"/>
              <p:nvPr/>
            </p:nvSpPr>
            <p:spPr>
              <a:xfrm>
                <a:off x="3565707" y="6794270"/>
                <a:ext cx="215791" cy="20196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79D9163F-235D-E554-07B7-A8134937A1F4}"/>
                  </a:ext>
                </a:extLst>
              </p:cNvPr>
              <p:cNvSpPr txBox="1"/>
              <p:nvPr/>
            </p:nvSpPr>
            <p:spPr>
              <a:xfrm>
                <a:off x="2964353" y="6927218"/>
                <a:ext cx="465490" cy="208063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C6B35FC-4488-8790-BFDA-E918AE74E64F}"/>
                  </a:ext>
                </a:extLst>
              </p:cNvPr>
              <p:cNvSpPr txBox="1"/>
              <p:nvPr/>
            </p:nvSpPr>
            <p:spPr>
              <a:xfrm rot="16200000">
                <a:off x="1767824" y="6127205"/>
                <a:ext cx="821638" cy="208063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% of Neurons</a:t>
                </a: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3D243585-B9B6-79ED-0171-B80DF260621B}"/>
                  </a:ext>
                </a:extLst>
              </p:cNvPr>
              <p:cNvSpPr txBox="1"/>
              <p:nvPr/>
            </p:nvSpPr>
            <p:spPr>
              <a:xfrm>
                <a:off x="2654083" y="5361796"/>
                <a:ext cx="1056588" cy="21447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1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6_NPO</a:t>
                </a:r>
              </a:p>
            </p:txBody>
          </p:sp>
        </p:grpSp>
      </p:grpSp>
      <p:grpSp>
        <p:nvGrpSpPr>
          <p:cNvPr id="120" name="Graphic 2298">
            <a:extLst>
              <a:ext uri="{FF2B5EF4-FFF2-40B4-BE49-F238E27FC236}">
                <a16:creationId xmlns:a16="http://schemas.microsoft.com/office/drawing/2014/main" id="{FF95EAE4-E594-B11F-AFE2-87332791FA3E}"/>
              </a:ext>
            </a:extLst>
          </p:cNvPr>
          <p:cNvGrpSpPr>
            <a:grpSpLocks noChangeAspect="1"/>
          </p:cNvGrpSpPr>
          <p:nvPr/>
        </p:nvGrpSpPr>
        <p:grpSpPr>
          <a:xfrm>
            <a:off x="-58807" y="4224049"/>
            <a:ext cx="1903731" cy="1828800"/>
            <a:chOff x="245042" y="5276512"/>
            <a:chExt cx="1825675" cy="1777899"/>
          </a:xfrm>
        </p:grpSpPr>
        <p:grpSp>
          <p:nvGrpSpPr>
            <p:cNvPr id="121" name="Graphic 2298">
              <a:extLst>
                <a:ext uri="{FF2B5EF4-FFF2-40B4-BE49-F238E27FC236}">
                  <a16:creationId xmlns:a16="http://schemas.microsoft.com/office/drawing/2014/main" id="{7D712415-0A7A-8C95-03F0-8D99A3816E4E}"/>
                </a:ext>
              </a:extLst>
            </p:cNvPr>
            <p:cNvGrpSpPr/>
            <p:nvPr/>
          </p:nvGrpSpPr>
          <p:grpSpPr>
            <a:xfrm>
              <a:off x="809091" y="5535808"/>
              <a:ext cx="1107211" cy="1177451"/>
              <a:chOff x="809091" y="5535808"/>
              <a:chExt cx="1107211" cy="1177451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758FD81C-B1CB-A668-9CE4-3588F42DEAA0}"/>
                  </a:ext>
                </a:extLst>
              </p:cNvPr>
              <p:cNvSpPr/>
              <p:nvPr/>
            </p:nvSpPr>
            <p:spPr>
              <a:xfrm>
                <a:off x="820166" y="6282475"/>
                <a:ext cx="143001" cy="430784"/>
              </a:xfrm>
              <a:custGeom>
                <a:avLst/>
                <a:gdLst>
                  <a:gd name="csX0" fmla="*/ 0 w 143001"/>
                  <a:gd name="csY0" fmla="*/ 0 h 430784"/>
                  <a:gd name="csX1" fmla="*/ 143002 w 143001"/>
                  <a:gd name="csY1" fmla="*/ 0 h 430784"/>
                  <a:gd name="csX2" fmla="*/ 143002 w 143001"/>
                  <a:gd name="csY2" fmla="*/ 430784 h 430784"/>
                  <a:gd name="csX3" fmla="*/ 0 w 143001"/>
                  <a:gd name="csY3" fmla="*/ 430784 h 43078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1" h="430784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430784"/>
                    </a:lnTo>
                    <a:lnTo>
                      <a:pt x="0" y="430784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6C56F83B-D1A9-7DEA-81EB-BEEE7B7A0338}"/>
                  </a:ext>
                </a:extLst>
              </p:cNvPr>
              <p:cNvSpPr/>
              <p:nvPr/>
            </p:nvSpPr>
            <p:spPr>
              <a:xfrm>
                <a:off x="1058545" y="6208815"/>
                <a:ext cx="143002" cy="504444"/>
              </a:xfrm>
              <a:custGeom>
                <a:avLst/>
                <a:gdLst>
                  <a:gd name="csX0" fmla="*/ 0 w 143002"/>
                  <a:gd name="csY0" fmla="*/ 0 h 504444"/>
                  <a:gd name="csX1" fmla="*/ 143002 w 143002"/>
                  <a:gd name="csY1" fmla="*/ 0 h 504444"/>
                  <a:gd name="csX2" fmla="*/ 143002 w 143002"/>
                  <a:gd name="csY2" fmla="*/ 504444 h 504444"/>
                  <a:gd name="csX3" fmla="*/ 0 w 143002"/>
                  <a:gd name="csY3" fmla="*/ 504444 h 5044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504444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504444"/>
                    </a:lnTo>
                    <a:lnTo>
                      <a:pt x="0" y="504444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C68396C2-C965-6C62-3633-7F0EC135D658}"/>
                  </a:ext>
                </a:extLst>
              </p:cNvPr>
              <p:cNvSpPr/>
              <p:nvPr/>
            </p:nvSpPr>
            <p:spPr>
              <a:xfrm>
                <a:off x="1296797" y="6159158"/>
                <a:ext cx="143002" cy="554101"/>
              </a:xfrm>
              <a:custGeom>
                <a:avLst/>
                <a:gdLst>
                  <a:gd name="csX0" fmla="*/ 0 w 143002"/>
                  <a:gd name="csY0" fmla="*/ 0 h 554101"/>
                  <a:gd name="csX1" fmla="*/ 143002 w 143002"/>
                  <a:gd name="csY1" fmla="*/ 0 h 554101"/>
                  <a:gd name="csX2" fmla="*/ 143002 w 143002"/>
                  <a:gd name="csY2" fmla="*/ 554101 h 554101"/>
                  <a:gd name="csX3" fmla="*/ 0 w 143002"/>
                  <a:gd name="csY3" fmla="*/ 554101 h 5541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554101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554101"/>
                    </a:lnTo>
                    <a:lnTo>
                      <a:pt x="0" y="554101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7D9B4AB6-6EC2-7840-BFB0-D1A87034A1D9}"/>
                  </a:ext>
                </a:extLst>
              </p:cNvPr>
              <p:cNvSpPr/>
              <p:nvPr/>
            </p:nvSpPr>
            <p:spPr>
              <a:xfrm>
                <a:off x="1535049" y="6210974"/>
                <a:ext cx="143002" cy="502158"/>
              </a:xfrm>
              <a:custGeom>
                <a:avLst/>
                <a:gdLst>
                  <a:gd name="csX0" fmla="*/ 0 w 143002"/>
                  <a:gd name="csY0" fmla="*/ 0 h 502158"/>
                  <a:gd name="csX1" fmla="*/ 143002 w 143002"/>
                  <a:gd name="csY1" fmla="*/ 0 h 502158"/>
                  <a:gd name="csX2" fmla="*/ 143002 w 143002"/>
                  <a:gd name="csY2" fmla="*/ 502158 h 502158"/>
                  <a:gd name="csX3" fmla="*/ 0 w 143002"/>
                  <a:gd name="csY3" fmla="*/ 502158 h 50215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2" h="502158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502158"/>
                    </a:lnTo>
                    <a:lnTo>
                      <a:pt x="0" y="502158"/>
                    </a:lnTo>
                    <a:close/>
                  </a:path>
                </a:pathLst>
              </a:custGeom>
              <a:solidFill>
                <a:srgbClr val="7BAFDE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4B98D279-F7A3-D106-B3E6-C3EE4CCE0520}"/>
                  </a:ext>
                </a:extLst>
              </p:cNvPr>
              <p:cNvSpPr/>
              <p:nvPr/>
            </p:nvSpPr>
            <p:spPr>
              <a:xfrm>
                <a:off x="1773301" y="6278919"/>
                <a:ext cx="143001" cy="434213"/>
              </a:xfrm>
              <a:custGeom>
                <a:avLst/>
                <a:gdLst>
                  <a:gd name="csX0" fmla="*/ 0 w 143001"/>
                  <a:gd name="csY0" fmla="*/ 0 h 434213"/>
                  <a:gd name="csX1" fmla="*/ 143002 w 143001"/>
                  <a:gd name="csY1" fmla="*/ 0 h 434213"/>
                  <a:gd name="csX2" fmla="*/ 143002 w 143001"/>
                  <a:gd name="csY2" fmla="*/ 434213 h 434213"/>
                  <a:gd name="csX3" fmla="*/ 0 w 143001"/>
                  <a:gd name="csY3" fmla="*/ 434213 h 4342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43001" h="434213">
                    <a:moveTo>
                      <a:pt x="0" y="0"/>
                    </a:moveTo>
                    <a:lnTo>
                      <a:pt x="143002" y="0"/>
                    </a:lnTo>
                    <a:lnTo>
                      <a:pt x="143002" y="434213"/>
                    </a:lnTo>
                    <a:lnTo>
                      <a:pt x="0" y="434213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B6AF2F36-C92B-2727-EF89-C3DE76F91FAF}"/>
                  </a:ext>
                </a:extLst>
              </p:cNvPr>
              <p:cNvSpPr/>
              <p:nvPr/>
            </p:nvSpPr>
            <p:spPr>
              <a:xfrm>
                <a:off x="844041" y="6261139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EEDA416-43B5-98FB-B19F-B0C5C76065AB}"/>
                  </a:ext>
                </a:extLst>
              </p:cNvPr>
              <p:cNvSpPr/>
              <p:nvPr/>
            </p:nvSpPr>
            <p:spPr>
              <a:xfrm>
                <a:off x="891666" y="6261139"/>
                <a:ext cx="12700" cy="42671"/>
              </a:xfrm>
              <a:custGeom>
                <a:avLst/>
                <a:gdLst>
                  <a:gd name="csX0" fmla="*/ 0 w 12700"/>
                  <a:gd name="csY0" fmla="*/ 0 h 42671"/>
                  <a:gd name="csX1" fmla="*/ 0 w 12700"/>
                  <a:gd name="csY1" fmla="*/ 42672 h 426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2671">
                    <a:moveTo>
                      <a:pt x="0" y="0"/>
                    </a:moveTo>
                    <a:lnTo>
                      <a:pt x="0" y="42672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A0FC38EC-A48D-8453-6A61-3D25E67B62E7}"/>
                  </a:ext>
                </a:extLst>
              </p:cNvPr>
              <p:cNvSpPr/>
              <p:nvPr/>
            </p:nvSpPr>
            <p:spPr>
              <a:xfrm>
                <a:off x="844041" y="6303810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CCAC7388-3AC6-7AD5-A883-65F484DB5120}"/>
                  </a:ext>
                </a:extLst>
              </p:cNvPr>
              <p:cNvSpPr/>
              <p:nvPr/>
            </p:nvSpPr>
            <p:spPr>
              <a:xfrm>
                <a:off x="1082294" y="6150014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70490BE-4D8E-9B26-A576-0D71990169B1}"/>
                  </a:ext>
                </a:extLst>
              </p:cNvPr>
              <p:cNvSpPr/>
              <p:nvPr/>
            </p:nvSpPr>
            <p:spPr>
              <a:xfrm>
                <a:off x="1130046" y="6150014"/>
                <a:ext cx="12700" cy="117475"/>
              </a:xfrm>
              <a:custGeom>
                <a:avLst/>
                <a:gdLst>
                  <a:gd name="csX0" fmla="*/ 0 w 12700"/>
                  <a:gd name="csY0" fmla="*/ 0 h 117475"/>
                  <a:gd name="csX1" fmla="*/ 0 w 12700"/>
                  <a:gd name="csY1" fmla="*/ 117475 h 1174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7475">
                    <a:moveTo>
                      <a:pt x="0" y="0"/>
                    </a:moveTo>
                    <a:lnTo>
                      <a:pt x="0" y="117475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AABB0FB1-49BA-CAF0-B5ED-6A788D944EC2}"/>
                  </a:ext>
                </a:extLst>
              </p:cNvPr>
              <p:cNvSpPr/>
              <p:nvPr/>
            </p:nvSpPr>
            <p:spPr>
              <a:xfrm>
                <a:off x="1082294" y="6267489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65E8FFDF-E3B7-35D4-2A00-2AA3DA2CEC76}"/>
                  </a:ext>
                </a:extLst>
              </p:cNvPr>
              <p:cNvSpPr/>
              <p:nvPr/>
            </p:nvSpPr>
            <p:spPr>
              <a:xfrm>
                <a:off x="1320672" y="6147093"/>
                <a:ext cx="95250" cy="12700"/>
              </a:xfrm>
              <a:custGeom>
                <a:avLst/>
                <a:gdLst>
                  <a:gd name="csX0" fmla="*/ 0 w 95250"/>
                  <a:gd name="csY0" fmla="*/ 0 h 12700"/>
                  <a:gd name="csX1" fmla="*/ 95250 w 9525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0" h="12700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FD431851-D87F-D914-69AC-10FF2AEC0200}"/>
                  </a:ext>
                </a:extLst>
              </p:cNvPr>
              <p:cNvSpPr/>
              <p:nvPr/>
            </p:nvSpPr>
            <p:spPr>
              <a:xfrm>
                <a:off x="1368297" y="6147093"/>
                <a:ext cx="12700" cy="24002"/>
              </a:xfrm>
              <a:custGeom>
                <a:avLst/>
                <a:gdLst>
                  <a:gd name="csX0" fmla="*/ 0 w 12700"/>
                  <a:gd name="csY0" fmla="*/ 0 h 24002"/>
                  <a:gd name="csX1" fmla="*/ 0 w 12700"/>
                  <a:gd name="csY1" fmla="*/ 24003 h 240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4002">
                    <a:moveTo>
                      <a:pt x="0" y="0"/>
                    </a:moveTo>
                    <a:lnTo>
                      <a:pt x="0" y="24003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4" name="Freeform 163">
                <a:extLst>
                  <a:ext uri="{FF2B5EF4-FFF2-40B4-BE49-F238E27FC236}">
                    <a16:creationId xmlns:a16="http://schemas.microsoft.com/office/drawing/2014/main" id="{9F46CB52-137A-52FF-694D-8FCA8B2BEBE7}"/>
                  </a:ext>
                </a:extLst>
              </p:cNvPr>
              <p:cNvSpPr/>
              <p:nvPr/>
            </p:nvSpPr>
            <p:spPr>
              <a:xfrm>
                <a:off x="1320672" y="6171095"/>
                <a:ext cx="95250" cy="12700"/>
              </a:xfrm>
              <a:custGeom>
                <a:avLst/>
                <a:gdLst>
                  <a:gd name="csX0" fmla="*/ 0 w 95250"/>
                  <a:gd name="csY0" fmla="*/ 0 h 12700"/>
                  <a:gd name="csX1" fmla="*/ 95250 w 9525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0" h="12700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5EAA1740-3D74-C73D-A2E2-2AD0BEFDD49B}"/>
                  </a:ext>
                </a:extLst>
              </p:cNvPr>
              <p:cNvSpPr/>
              <p:nvPr/>
            </p:nvSpPr>
            <p:spPr>
              <a:xfrm>
                <a:off x="1797177" y="6247423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780536D7-4047-E2DF-88B1-D7F9A3EEFFA2}"/>
                  </a:ext>
                </a:extLst>
              </p:cNvPr>
              <p:cNvSpPr/>
              <p:nvPr/>
            </p:nvSpPr>
            <p:spPr>
              <a:xfrm>
                <a:off x="1844802" y="6247423"/>
                <a:ext cx="12700" cy="62991"/>
              </a:xfrm>
              <a:custGeom>
                <a:avLst/>
                <a:gdLst>
                  <a:gd name="csX0" fmla="*/ 0 w 12700"/>
                  <a:gd name="csY0" fmla="*/ 0 h 62991"/>
                  <a:gd name="csX1" fmla="*/ 0 w 12700"/>
                  <a:gd name="csY1" fmla="*/ 62992 h 629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2991">
                    <a:moveTo>
                      <a:pt x="0" y="0"/>
                    </a:moveTo>
                    <a:lnTo>
                      <a:pt x="0" y="62992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0B039FD7-5463-57DB-F8CE-4D3C21E974D1}"/>
                  </a:ext>
                </a:extLst>
              </p:cNvPr>
              <p:cNvSpPr/>
              <p:nvPr/>
            </p:nvSpPr>
            <p:spPr>
              <a:xfrm>
                <a:off x="1797177" y="6310415"/>
                <a:ext cx="95377" cy="12700"/>
              </a:xfrm>
              <a:custGeom>
                <a:avLst/>
                <a:gdLst>
                  <a:gd name="csX0" fmla="*/ 0 w 95377"/>
                  <a:gd name="csY0" fmla="*/ 0 h 12700"/>
                  <a:gd name="csX1" fmla="*/ 95377 w 9537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7" h="12700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EDE4772E-0008-7ED4-CB38-BCF9E1AF60BF}"/>
                  </a:ext>
                </a:extLst>
              </p:cNvPr>
              <p:cNvSpPr/>
              <p:nvPr/>
            </p:nvSpPr>
            <p:spPr>
              <a:xfrm>
                <a:off x="1369949" y="615293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7B92360B-1850-6F96-AD57-B771FD66B26D}"/>
                  </a:ext>
                </a:extLst>
              </p:cNvPr>
              <p:cNvSpPr/>
              <p:nvPr/>
            </p:nvSpPr>
            <p:spPr>
              <a:xfrm>
                <a:off x="1132840" y="634356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D56F18BA-5CB9-D925-FEA9-141F45AEDD6A}"/>
                  </a:ext>
                </a:extLst>
              </p:cNvPr>
              <p:cNvSpPr/>
              <p:nvPr/>
            </p:nvSpPr>
            <p:spPr>
              <a:xfrm>
                <a:off x="1101725" y="600155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DEA8110-7565-2F9B-74D3-527212E52662}"/>
                  </a:ext>
                </a:extLst>
              </p:cNvPr>
              <p:cNvSpPr/>
              <p:nvPr/>
            </p:nvSpPr>
            <p:spPr>
              <a:xfrm>
                <a:off x="1842516" y="623256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2" name="Freeform 171">
                <a:extLst>
                  <a:ext uri="{FF2B5EF4-FFF2-40B4-BE49-F238E27FC236}">
                    <a16:creationId xmlns:a16="http://schemas.microsoft.com/office/drawing/2014/main" id="{15EDD2FE-6E33-2933-41B8-37D1D626B4BA}"/>
                  </a:ext>
                </a:extLst>
              </p:cNvPr>
              <p:cNvSpPr/>
              <p:nvPr/>
            </p:nvSpPr>
            <p:spPr>
              <a:xfrm>
                <a:off x="880364" y="631917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CAFA3A21-46B4-0543-6A6C-347F56792F5F}"/>
                  </a:ext>
                </a:extLst>
              </p:cNvPr>
              <p:cNvSpPr/>
              <p:nvPr/>
            </p:nvSpPr>
            <p:spPr>
              <a:xfrm>
                <a:off x="1827657" y="615280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070A6CA1-1D51-5612-5080-14EDCCF43FCE}"/>
                  </a:ext>
                </a:extLst>
              </p:cNvPr>
              <p:cNvSpPr/>
              <p:nvPr/>
            </p:nvSpPr>
            <p:spPr>
              <a:xfrm>
                <a:off x="884936" y="623231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2FC1E653-A029-7631-C256-C17E071C7F2D}"/>
                  </a:ext>
                </a:extLst>
              </p:cNvPr>
              <p:cNvSpPr/>
              <p:nvPr/>
            </p:nvSpPr>
            <p:spPr>
              <a:xfrm>
                <a:off x="1809369" y="633060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5E101963-C0B2-2333-8855-7E08DEDEC001}"/>
                  </a:ext>
                </a:extLst>
              </p:cNvPr>
              <p:cNvSpPr/>
              <p:nvPr/>
            </p:nvSpPr>
            <p:spPr>
              <a:xfrm>
                <a:off x="881126" y="630444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DFEE31EE-0026-3D79-5DAA-2D64195DE62E}"/>
                  </a:ext>
                </a:extLst>
              </p:cNvPr>
              <p:cNvSpPr/>
              <p:nvPr/>
            </p:nvSpPr>
            <p:spPr>
              <a:xfrm>
                <a:off x="1836547" y="628577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FB924D94-2563-DC95-7EF2-331B5E01FDF2}"/>
                  </a:ext>
                </a:extLst>
              </p:cNvPr>
              <p:cNvSpPr/>
              <p:nvPr/>
            </p:nvSpPr>
            <p:spPr>
              <a:xfrm>
                <a:off x="871601" y="621668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FE62ADA4-0CFD-8210-7FE1-CB93EE02B543}"/>
                  </a:ext>
                </a:extLst>
              </p:cNvPr>
              <p:cNvSpPr/>
              <p:nvPr/>
            </p:nvSpPr>
            <p:spPr>
              <a:xfrm>
                <a:off x="1837309" y="635588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70178759-9284-363B-63B7-F1ED79166206}"/>
                  </a:ext>
                </a:extLst>
              </p:cNvPr>
              <p:cNvSpPr/>
              <p:nvPr/>
            </p:nvSpPr>
            <p:spPr>
              <a:xfrm>
                <a:off x="894334" y="620386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5791058B-7189-BC50-6A05-DFCB3D10A004}"/>
                  </a:ext>
                </a:extLst>
              </p:cNvPr>
              <p:cNvSpPr/>
              <p:nvPr/>
            </p:nvSpPr>
            <p:spPr>
              <a:xfrm>
                <a:off x="1100328" y="62318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3787B857-0BD3-7B84-F053-45D76DBEC858}"/>
                  </a:ext>
                </a:extLst>
              </p:cNvPr>
              <p:cNvSpPr/>
              <p:nvPr/>
            </p:nvSpPr>
            <p:spPr>
              <a:xfrm>
                <a:off x="1824990" y="620754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0AA35560-FCDE-DEA7-9F4C-FBFB05A70B9A}"/>
                  </a:ext>
                </a:extLst>
              </p:cNvPr>
              <p:cNvSpPr/>
              <p:nvPr/>
            </p:nvSpPr>
            <p:spPr>
              <a:xfrm>
                <a:off x="894588" y="631016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F6BF69F-AA18-17B7-DE84-3CB4FF3FF853}"/>
                  </a:ext>
                </a:extLst>
              </p:cNvPr>
              <p:cNvSpPr/>
              <p:nvPr/>
            </p:nvSpPr>
            <p:spPr>
              <a:xfrm>
                <a:off x="1372997" y="612905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50790CDD-125C-430C-AE13-530701DF23CD}"/>
                  </a:ext>
                </a:extLst>
              </p:cNvPr>
              <p:cNvSpPr/>
              <p:nvPr/>
            </p:nvSpPr>
            <p:spPr>
              <a:xfrm>
                <a:off x="1093724" y="628514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79866BC-F0FB-E380-48F8-BDAE46FBD6E8}"/>
                  </a:ext>
                </a:extLst>
              </p:cNvPr>
              <p:cNvSpPr/>
              <p:nvPr/>
            </p:nvSpPr>
            <p:spPr>
              <a:xfrm>
                <a:off x="1110742" y="593881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3E6F7A5-BEFF-714E-570E-986EFB091834}"/>
                  </a:ext>
                </a:extLst>
              </p:cNvPr>
              <p:cNvSpPr/>
              <p:nvPr/>
            </p:nvSpPr>
            <p:spPr>
              <a:xfrm>
                <a:off x="1591437" y="619294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ADAA4A08-5830-809F-4E63-EE13935B6CF0}"/>
                  </a:ext>
                </a:extLst>
              </p:cNvPr>
              <p:cNvSpPr/>
              <p:nvPr/>
            </p:nvSpPr>
            <p:spPr>
              <a:xfrm>
                <a:off x="1131189" y="627079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0E70630A-3268-2C46-B5A1-50192A04D2BC}"/>
                  </a:ext>
                </a:extLst>
              </p:cNvPr>
              <p:cNvSpPr/>
              <p:nvPr/>
            </p:nvSpPr>
            <p:spPr>
              <a:xfrm>
                <a:off x="1094740" y="626329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8DED060E-D47D-10C7-3E89-7F1A4857CDB4}"/>
                  </a:ext>
                </a:extLst>
              </p:cNvPr>
              <p:cNvSpPr txBox="1"/>
              <p:nvPr/>
            </p:nvSpPr>
            <p:spPr>
              <a:xfrm>
                <a:off x="809091" y="5695743"/>
                <a:ext cx="316674" cy="33508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B2154BFF-7F1D-521F-D45B-17ED9A22611E}"/>
                  </a:ext>
                </a:extLst>
              </p:cNvPr>
              <p:cNvSpPr/>
              <p:nvPr/>
            </p:nvSpPr>
            <p:spPr>
              <a:xfrm>
                <a:off x="891667" y="5881282"/>
                <a:ext cx="214502" cy="12700"/>
              </a:xfrm>
              <a:custGeom>
                <a:avLst/>
                <a:gdLst>
                  <a:gd name="csX0" fmla="*/ 0 w 214502"/>
                  <a:gd name="csY0" fmla="*/ 0 h 12700"/>
                  <a:gd name="csX1" fmla="*/ 214503 w 21450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4502" h="12700">
                    <a:moveTo>
                      <a:pt x="0" y="0"/>
                    </a:moveTo>
                    <a:lnTo>
                      <a:pt x="21450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33321551-A244-A82C-C7D8-BFEF66C931BF}"/>
                  </a:ext>
                </a:extLst>
              </p:cNvPr>
              <p:cNvSpPr txBox="1"/>
              <p:nvPr/>
            </p:nvSpPr>
            <p:spPr>
              <a:xfrm>
                <a:off x="1260246" y="5695743"/>
                <a:ext cx="398755" cy="33508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7FA17532-7237-6D1E-BD38-7058187890C5}"/>
                  </a:ext>
                </a:extLst>
              </p:cNvPr>
              <p:cNvSpPr/>
              <p:nvPr/>
            </p:nvSpPr>
            <p:spPr>
              <a:xfrm>
                <a:off x="1153795" y="5881282"/>
                <a:ext cx="691007" cy="12700"/>
              </a:xfrm>
              <a:custGeom>
                <a:avLst/>
                <a:gdLst>
                  <a:gd name="csX0" fmla="*/ 0 w 691007"/>
                  <a:gd name="csY0" fmla="*/ 0 h 12700"/>
                  <a:gd name="csX1" fmla="*/ 691007 w 69100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1007" h="12700">
                    <a:moveTo>
                      <a:pt x="0" y="0"/>
                    </a:moveTo>
                    <a:lnTo>
                      <a:pt x="69100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13BB8254-D377-C243-7706-6D3E74A17748}"/>
                  </a:ext>
                </a:extLst>
              </p:cNvPr>
              <p:cNvSpPr txBox="1"/>
              <p:nvPr/>
            </p:nvSpPr>
            <p:spPr>
              <a:xfrm>
                <a:off x="1125169" y="5535808"/>
                <a:ext cx="464951" cy="167382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69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0.907</a:t>
                </a: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81574DBD-0D05-5C7B-ABB5-4CC2BFF20120}"/>
                  </a:ext>
                </a:extLst>
              </p:cNvPr>
              <p:cNvSpPr/>
              <p:nvPr/>
            </p:nvSpPr>
            <p:spPr>
              <a:xfrm>
                <a:off x="891667" y="5692179"/>
                <a:ext cx="953135" cy="12700"/>
              </a:xfrm>
              <a:custGeom>
                <a:avLst/>
                <a:gdLst>
                  <a:gd name="csX0" fmla="*/ 0 w 953135"/>
                  <a:gd name="csY0" fmla="*/ 0 h 12700"/>
                  <a:gd name="csX1" fmla="*/ 953135 w 95313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135" h="12700">
                    <a:moveTo>
                      <a:pt x="0" y="0"/>
                    </a:moveTo>
                    <a:lnTo>
                      <a:pt x="953135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2" name="Graphic 2298">
              <a:extLst>
                <a:ext uri="{FF2B5EF4-FFF2-40B4-BE49-F238E27FC236}">
                  <a16:creationId xmlns:a16="http://schemas.microsoft.com/office/drawing/2014/main" id="{740FA11B-6DAC-5084-6D32-5D6DD82034AE}"/>
                </a:ext>
              </a:extLst>
            </p:cNvPr>
            <p:cNvGrpSpPr/>
            <p:nvPr/>
          </p:nvGrpSpPr>
          <p:grpSpPr>
            <a:xfrm>
              <a:off x="245042" y="5276512"/>
              <a:ext cx="1825675" cy="1777899"/>
              <a:chOff x="245042" y="5276512"/>
              <a:chExt cx="1825675" cy="1777899"/>
            </a:xfrm>
          </p:grpSpPr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6F6FC2F4-77C0-9BB3-BC60-08963B177076}"/>
                  </a:ext>
                </a:extLst>
              </p:cNvPr>
              <p:cNvSpPr/>
              <p:nvPr/>
            </p:nvSpPr>
            <p:spPr>
              <a:xfrm>
                <a:off x="748791" y="5578768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662C2B7F-AA62-049A-8EC3-06A927D7DBD5}"/>
                  </a:ext>
                </a:extLst>
              </p:cNvPr>
              <p:cNvSpPr txBox="1"/>
              <p:nvPr/>
            </p:nvSpPr>
            <p:spPr>
              <a:xfrm>
                <a:off x="433084" y="6606243"/>
                <a:ext cx="306083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0%</a:t>
                </a: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93A3902E-32CD-57CC-60A0-1FC3380276FD}"/>
                  </a:ext>
                </a:extLst>
              </p:cNvPr>
              <p:cNvSpPr txBox="1"/>
              <p:nvPr/>
            </p:nvSpPr>
            <p:spPr>
              <a:xfrm>
                <a:off x="433084" y="6383484"/>
                <a:ext cx="306083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5%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4254DC68-78AD-4632-03F1-98C886D347F4}"/>
                  </a:ext>
                </a:extLst>
              </p:cNvPr>
              <p:cNvSpPr txBox="1"/>
              <p:nvPr/>
            </p:nvSpPr>
            <p:spPr>
              <a:xfrm>
                <a:off x="370930" y="6160727"/>
                <a:ext cx="365659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10%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685DA8C1-310E-44C0-9936-14A0B2EBCE1B}"/>
                  </a:ext>
                </a:extLst>
              </p:cNvPr>
              <p:cNvSpPr txBox="1"/>
              <p:nvPr/>
            </p:nvSpPr>
            <p:spPr>
              <a:xfrm>
                <a:off x="370930" y="5937842"/>
                <a:ext cx="365659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15%</a:t>
                </a: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4F9D3748-0F78-63A9-8114-AA8E7C03CBA2}"/>
                  </a:ext>
                </a:extLst>
              </p:cNvPr>
              <p:cNvSpPr txBox="1"/>
              <p:nvPr/>
            </p:nvSpPr>
            <p:spPr>
              <a:xfrm>
                <a:off x="370930" y="5715085"/>
                <a:ext cx="365659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20%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47A35728-F76D-575C-BA80-22077D4EE79A}"/>
                  </a:ext>
                </a:extLst>
              </p:cNvPr>
              <p:cNvSpPr txBox="1"/>
              <p:nvPr/>
            </p:nvSpPr>
            <p:spPr>
              <a:xfrm>
                <a:off x="370930" y="5492200"/>
                <a:ext cx="365659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25%</a:t>
                </a: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88E76C65-26B8-D079-9BA2-76E55010B0D9}"/>
                  </a:ext>
                </a:extLst>
              </p:cNvPr>
              <p:cNvSpPr/>
              <p:nvPr/>
            </p:nvSpPr>
            <p:spPr>
              <a:xfrm>
                <a:off x="713994" y="6713132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8FF8ADC9-4C61-9352-8A21-00ACE35C645E}"/>
                  </a:ext>
                </a:extLst>
              </p:cNvPr>
              <p:cNvSpPr/>
              <p:nvPr/>
            </p:nvSpPr>
            <p:spPr>
              <a:xfrm>
                <a:off x="713994" y="649037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C130E1CB-7AAC-74D7-2859-7F3D5B0D22BE}"/>
                  </a:ext>
                </a:extLst>
              </p:cNvPr>
              <p:cNvSpPr/>
              <p:nvPr/>
            </p:nvSpPr>
            <p:spPr>
              <a:xfrm>
                <a:off x="713994" y="6267615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AC80015-C74F-316F-9054-BDD58810FA08}"/>
                  </a:ext>
                </a:extLst>
              </p:cNvPr>
              <p:cNvSpPr/>
              <p:nvPr/>
            </p:nvSpPr>
            <p:spPr>
              <a:xfrm>
                <a:off x="713994" y="604473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82F2CE7A-114F-C27F-DB5B-A4B2A316F08E}"/>
                  </a:ext>
                </a:extLst>
              </p:cNvPr>
              <p:cNvSpPr/>
              <p:nvPr/>
            </p:nvSpPr>
            <p:spPr>
              <a:xfrm>
                <a:off x="713994" y="582197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FA7BD674-1A8A-206F-B0C1-9261EC9E51DC}"/>
                  </a:ext>
                </a:extLst>
              </p:cNvPr>
              <p:cNvSpPr/>
              <p:nvPr/>
            </p:nvSpPr>
            <p:spPr>
              <a:xfrm>
                <a:off x="713994" y="5599088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D9D356B8-CC18-508F-EBF1-D33E7EED334C}"/>
                  </a:ext>
                </a:extLst>
              </p:cNvPr>
              <p:cNvSpPr/>
              <p:nvPr/>
            </p:nvSpPr>
            <p:spPr>
              <a:xfrm>
                <a:off x="748791" y="6713132"/>
                <a:ext cx="1239012" cy="12700"/>
              </a:xfrm>
              <a:custGeom>
                <a:avLst/>
                <a:gdLst>
                  <a:gd name="csX0" fmla="*/ 0 w 1239012"/>
                  <a:gd name="csY0" fmla="*/ 0 h 12700"/>
                  <a:gd name="csX1" fmla="*/ 1239012 w 123901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9012" h="12700">
                    <a:moveTo>
                      <a:pt x="0" y="0"/>
                    </a:moveTo>
                    <a:lnTo>
                      <a:pt x="123901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DBAFCEF9-DDA6-0917-BA68-C59D38420073}"/>
                  </a:ext>
                </a:extLst>
              </p:cNvPr>
              <p:cNvSpPr/>
              <p:nvPr/>
            </p:nvSpPr>
            <p:spPr>
              <a:xfrm>
                <a:off x="891666" y="6713132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292BE2B8-0F3B-3D73-3BBC-25FDC12CAC1E}"/>
                  </a:ext>
                </a:extLst>
              </p:cNvPr>
              <p:cNvSpPr/>
              <p:nvPr/>
            </p:nvSpPr>
            <p:spPr>
              <a:xfrm>
                <a:off x="1130046" y="6713132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9298869F-A8FD-D1E6-806C-DF2CBAA69FE7}"/>
                  </a:ext>
                </a:extLst>
              </p:cNvPr>
              <p:cNvSpPr/>
              <p:nvPr/>
            </p:nvSpPr>
            <p:spPr>
              <a:xfrm>
                <a:off x="1368297" y="6713132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F8E9DBFC-6AC1-A556-35AD-FEE47652AF40}"/>
                  </a:ext>
                </a:extLst>
              </p:cNvPr>
              <p:cNvSpPr/>
              <p:nvPr/>
            </p:nvSpPr>
            <p:spPr>
              <a:xfrm>
                <a:off x="1606550" y="6713132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26A11805-A301-5315-53C8-D5754A0215C4}"/>
                  </a:ext>
                </a:extLst>
              </p:cNvPr>
              <p:cNvSpPr/>
              <p:nvPr/>
            </p:nvSpPr>
            <p:spPr>
              <a:xfrm>
                <a:off x="1844802" y="6713132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2A56A878-00B4-6992-81F5-802B79F5DA41}"/>
                  </a:ext>
                </a:extLst>
              </p:cNvPr>
              <p:cNvSpPr txBox="1"/>
              <p:nvPr/>
            </p:nvSpPr>
            <p:spPr>
              <a:xfrm>
                <a:off x="753678" y="6708986"/>
                <a:ext cx="241213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76D35880-4312-FE82-575F-9B80EA033DB8}"/>
                  </a:ext>
                </a:extLst>
              </p:cNvPr>
              <p:cNvSpPr txBox="1"/>
              <p:nvPr/>
            </p:nvSpPr>
            <p:spPr>
              <a:xfrm>
                <a:off x="1023080" y="6708986"/>
                <a:ext cx="181637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A7717716-3A5E-94A1-4FC1-20816746FFA3}"/>
                  </a:ext>
                </a:extLst>
              </p:cNvPr>
              <p:cNvSpPr txBox="1"/>
              <p:nvPr/>
            </p:nvSpPr>
            <p:spPr>
              <a:xfrm>
                <a:off x="1230254" y="6708986"/>
                <a:ext cx="241213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743B5AD4-59FD-C0F3-8958-1A49F5CF0257}"/>
                  </a:ext>
                </a:extLst>
              </p:cNvPr>
              <p:cNvSpPr txBox="1"/>
              <p:nvPr/>
            </p:nvSpPr>
            <p:spPr>
              <a:xfrm>
                <a:off x="1440622" y="6708986"/>
                <a:ext cx="294169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EC87699A-3BAB-D156-CED6-A51379C2B171}"/>
                  </a:ext>
                </a:extLst>
              </p:cNvPr>
              <p:cNvSpPr txBox="1"/>
              <p:nvPr/>
            </p:nvSpPr>
            <p:spPr>
              <a:xfrm>
                <a:off x="1719228" y="6708986"/>
                <a:ext cx="217383" cy="20624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AC115C11-98A0-F35C-0400-7EBDF0CABD55}"/>
                  </a:ext>
                </a:extLst>
              </p:cNvPr>
              <p:cNvSpPr txBox="1"/>
              <p:nvPr/>
            </p:nvSpPr>
            <p:spPr>
              <a:xfrm>
                <a:off x="1078802" y="6841936"/>
                <a:ext cx="468923" cy="21247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6DD1A06C-EC7F-FF14-9FED-4864D0B38486}"/>
                  </a:ext>
                </a:extLst>
              </p:cNvPr>
              <p:cNvSpPr txBox="1"/>
              <p:nvPr/>
            </p:nvSpPr>
            <p:spPr>
              <a:xfrm rot="16200000">
                <a:off x="18214" y="6041153"/>
                <a:ext cx="663253" cy="20959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% of Cells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57B2441-EDAB-3783-4EE5-C90CAC84EDD9}"/>
                  </a:ext>
                </a:extLst>
              </p:cNvPr>
              <p:cNvSpPr txBox="1"/>
              <p:nvPr/>
            </p:nvSpPr>
            <p:spPr>
              <a:xfrm>
                <a:off x="726130" y="5276512"/>
                <a:ext cx="1344587" cy="21902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1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1_RGC</a:t>
                </a: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7A7FFC5-590B-B2D6-774D-E2BF69CD0533}"/>
              </a:ext>
            </a:extLst>
          </p:cNvPr>
          <p:cNvGrpSpPr>
            <a:grpSpLocks noChangeAspect="1"/>
          </p:cNvGrpSpPr>
          <p:nvPr/>
        </p:nvGrpSpPr>
        <p:grpSpPr>
          <a:xfrm>
            <a:off x="3544479" y="4129797"/>
            <a:ext cx="3104384" cy="1828800"/>
            <a:chOff x="98437" y="6943882"/>
            <a:chExt cx="3720568" cy="2191797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054DB7DB-BA03-E9A7-F40E-A793BBC075E7}"/>
                </a:ext>
              </a:extLst>
            </p:cNvPr>
            <p:cNvSpPr/>
            <p:nvPr/>
          </p:nvSpPr>
          <p:spPr>
            <a:xfrm>
              <a:off x="98437" y="6948064"/>
              <a:ext cx="3646025" cy="2187615"/>
            </a:xfrm>
            <a:prstGeom prst="rect">
              <a:avLst/>
            </a:prstGeom>
            <a:solidFill>
              <a:srgbClr val="FFFFFF"/>
            </a:solidFill>
            <a:ln w="12700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14CC9758-0DF1-9247-8D4D-4BAD7391FF91}"/>
                </a:ext>
              </a:extLst>
            </p:cNvPr>
            <p:cNvSpPr/>
            <p:nvPr/>
          </p:nvSpPr>
          <p:spPr>
            <a:xfrm>
              <a:off x="98437" y="6948064"/>
              <a:ext cx="3646025" cy="2187615"/>
            </a:xfrm>
            <a:prstGeom prst="rect">
              <a:avLst/>
            </a:pr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636CF2C-E73A-6BA4-DE54-C71E94608F22}"/>
                </a:ext>
              </a:extLst>
            </p:cNvPr>
            <p:cNvSpPr/>
            <p:nvPr/>
          </p:nvSpPr>
          <p:spPr>
            <a:xfrm>
              <a:off x="917981" y="8289192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275F8B7D-3A47-CE7E-1FEC-0AD5C606FDC5}"/>
                </a:ext>
              </a:extLst>
            </p:cNvPr>
            <p:cNvSpPr/>
            <p:nvPr/>
          </p:nvSpPr>
          <p:spPr>
            <a:xfrm>
              <a:off x="917981" y="7953354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809DC77B-2EB3-24A9-CE26-2779C377E0CE}"/>
                </a:ext>
              </a:extLst>
            </p:cNvPr>
            <p:cNvSpPr/>
            <p:nvPr/>
          </p:nvSpPr>
          <p:spPr>
            <a:xfrm>
              <a:off x="917981" y="7617717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801C6696-3863-9AE8-4BC4-E608FB9C8D85}"/>
                </a:ext>
              </a:extLst>
            </p:cNvPr>
            <p:cNvSpPr/>
            <p:nvPr/>
          </p:nvSpPr>
          <p:spPr>
            <a:xfrm>
              <a:off x="917981" y="7282079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BC1E987C-C7F7-09BE-7632-B4CF1444FDA5}"/>
                </a:ext>
              </a:extLst>
            </p:cNvPr>
            <p:cNvSpPr/>
            <p:nvPr/>
          </p:nvSpPr>
          <p:spPr>
            <a:xfrm>
              <a:off x="917981" y="8456909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E5AE8692-03E1-AB4F-8026-B5009B55AD19}"/>
                </a:ext>
              </a:extLst>
            </p:cNvPr>
            <p:cNvSpPr/>
            <p:nvPr/>
          </p:nvSpPr>
          <p:spPr>
            <a:xfrm>
              <a:off x="917981" y="8121272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75A4CED4-B4AC-86C9-7090-A647B884818E}"/>
                </a:ext>
              </a:extLst>
            </p:cNvPr>
            <p:cNvSpPr/>
            <p:nvPr/>
          </p:nvSpPr>
          <p:spPr>
            <a:xfrm>
              <a:off x="917981" y="7785635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0330356F-DF8C-0BAD-8BDA-33D29DCE7594}"/>
                </a:ext>
              </a:extLst>
            </p:cNvPr>
            <p:cNvSpPr/>
            <p:nvPr/>
          </p:nvSpPr>
          <p:spPr>
            <a:xfrm>
              <a:off x="917981" y="7450000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50C95793-F4E7-E2AA-F891-8B0EEEAC09FF}"/>
                </a:ext>
              </a:extLst>
            </p:cNvPr>
            <p:cNvSpPr/>
            <p:nvPr/>
          </p:nvSpPr>
          <p:spPr>
            <a:xfrm>
              <a:off x="917981" y="7114363"/>
              <a:ext cx="2715478" cy="20256"/>
            </a:xfrm>
            <a:custGeom>
              <a:avLst/>
              <a:gdLst>
                <a:gd name="csX0" fmla="*/ 0 w 1702562"/>
                <a:gd name="csY0" fmla="*/ 0 h 12700"/>
                <a:gd name="csX1" fmla="*/ 1702562 w 170256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2562" h="12700">
                  <a:moveTo>
                    <a:pt x="0" y="0"/>
                  </a:moveTo>
                  <a:lnTo>
                    <a:pt x="170256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81EE642B-3CA3-E5D9-25E0-ADB89A655255}"/>
                </a:ext>
              </a:extLst>
            </p:cNvPr>
            <p:cNvSpPr/>
            <p:nvPr/>
          </p:nvSpPr>
          <p:spPr>
            <a:xfrm>
              <a:off x="1025135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8F2CFAF4-BB5D-47A8-FD47-54C3766C1173}"/>
                </a:ext>
              </a:extLst>
            </p:cNvPr>
            <p:cNvSpPr/>
            <p:nvPr/>
          </p:nvSpPr>
          <p:spPr>
            <a:xfrm>
              <a:off x="1203789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3CA7B980-9460-DD82-8C10-8C2C12E2E044}"/>
                </a:ext>
              </a:extLst>
            </p:cNvPr>
            <p:cNvSpPr/>
            <p:nvPr/>
          </p:nvSpPr>
          <p:spPr>
            <a:xfrm>
              <a:off x="1382444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5C478289-31A4-3243-A084-F65857E3AF5C}"/>
                </a:ext>
              </a:extLst>
            </p:cNvPr>
            <p:cNvSpPr/>
            <p:nvPr/>
          </p:nvSpPr>
          <p:spPr>
            <a:xfrm>
              <a:off x="1561099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CC916507-F9C2-150C-CC9B-53446F4665A6}"/>
                </a:ext>
              </a:extLst>
            </p:cNvPr>
            <p:cNvSpPr/>
            <p:nvPr/>
          </p:nvSpPr>
          <p:spPr>
            <a:xfrm>
              <a:off x="1739754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CAED3912-9748-91C9-14B1-086AB93945FD}"/>
                </a:ext>
              </a:extLst>
            </p:cNvPr>
            <p:cNvSpPr/>
            <p:nvPr/>
          </p:nvSpPr>
          <p:spPr>
            <a:xfrm>
              <a:off x="1918410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C03213BB-27E7-80CF-BE81-2B71504A87EB}"/>
                </a:ext>
              </a:extLst>
            </p:cNvPr>
            <p:cNvSpPr/>
            <p:nvPr/>
          </p:nvSpPr>
          <p:spPr>
            <a:xfrm>
              <a:off x="2097065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8B072BA8-0B32-ABDF-9F27-DDFDD6911CD2}"/>
                </a:ext>
              </a:extLst>
            </p:cNvPr>
            <p:cNvSpPr/>
            <p:nvPr/>
          </p:nvSpPr>
          <p:spPr>
            <a:xfrm>
              <a:off x="2275720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DFA37670-6867-3420-EBE3-6CFFAE581F74}"/>
                </a:ext>
              </a:extLst>
            </p:cNvPr>
            <p:cNvSpPr/>
            <p:nvPr/>
          </p:nvSpPr>
          <p:spPr>
            <a:xfrm>
              <a:off x="2454375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822E339D-09BD-40F0-1DB9-982F0A42696D}"/>
                </a:ext>
              </a:extLst>
            </p:cNvPr>
            <p:cNvSpPr/>
            <p:nvPr/>
          </p:nvSpPr>
          <p:spPr>
            <a:xfrm>
              <a:off x="2633030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18991E25-E19C-095B-B014-FC380D41FA97}"/>
                </a:ext>
              </a:extLst>
            </p:cNvPr>
            <p:cNvSpPr/>
            <p:nvPr/>
          </p:nvSpPr>
          <p:spPr>
            <a:xfrm>
              <a:off x="2811686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41671590-F26F-D4C4-B225-613CA71D21FD}"/>
                </a:ext>
              </a:extLst>
            </p:cNvPr>
            <p:cNvSpPr/>
            <p:nvPr/>
          </p:nvSpPr>
          <p:spPr>
            <a:xfrm>
              <a:off x="2990342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7C3BDB0A-AB9B-FBD1-1924-BAD50C9CCF42}"/>
                </a:ext>
              </a:extLst>
            </p:cNvPr>
            <p:cNvSpPr/>
            <p:nvPr/>
          </p:nvSpPr>
          <p:spPr>
            <a:xfrm>
              <a:off x="3168996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935DB782-81DE-07D3-32FC-8FD938568C81}"/>
                </a:ext>
              </a:extLst>
            </p:cNvPr>
            <p:cNvSpPr/>
            <p:nvPr/>
          </p:nvSpPr>
          <p:spPr>
            <a:xfrm>
              <a:off x="3347653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AE1EFDE5-E7B2-434E-9704-9A0206039221}"/>
                </a:ext>
              </a:extLst>
            </p:cNvPr>
            <p:cNvSpPr/>
            <p:nvPr/>
          </p:nvSpPr>
          <p:spPr>
            <a:xfrm>
              <a:off x="3526307" y="7059065"/>
              <a:ext cx="20256" cy="1438558"/>
            </a:xfrm>
            <a:custGeom>
              <a:avLst/>
              <a:gdLst>
                <a:gd name="csX0" fmla="*/ 0 w 12700"/>
                <a:gd name="csY0" fmla="*/ 901954 h 901953"/>
                <a:gd name="csX1" fmla="*/ 0 w 12700"/>
                <a:gd name="csY1" fmla="*/ 0 h 90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901953">
                  <a:moveTo>
                    <a:pt x="0" y="901954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BC3361F7-100C-270E-9616-A206CC2DD699}"/>
                </a:ext>
              </a:extLst>
            </p:cNvPr>
            <p:cNvSpPr/>
            <p:nvPr/>
          </p:nvSpPr>
          <p:spPr>
            <a:xfrm>
              <a:off x="2597179" y="8048151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DD626BD-6DEC-579E-81F3-868CD99A6555}"/>
                </a:ext>
              </a:extLst>
            </p:cNvPr>
            <p:cNvSpPr/>
            <p:nvPr/>
          </p:nvSpPr>
          <p:spPr>
            <a:xfrm>
              <a:off x="2633030" y="8048151"/>
              <a:ext cx="20256" cy="229293"/>
            </a:xfrm>
            <a:custGeom>
              <a:avLst/>
              <a:gdLst>
                <a:gd name="csX0" fmla="*/ 0 w 12700"/>
                <a:gd name="csY0" fmla="*/ 0 h 143763"/>
                <a:gd name="csX1" fmla="*/ 0 w 12700"/>
                <a:gd name="csY1" fmla="*/ 143764 h 143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43763">
                  <a:moveTo>
                    <a:pt x="0" y="0"/>
                  </a:moveTo>
                  <a:lnTo>
                    <a:pt x="0" y="143764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88017B15-0DF7-D75E-EC1E-CDE64AE04C6A}"/>
                </a:ext>
              </a:extLst>
            </p:cNvPr>
            <p:cNvSpPr/>
            <p:nvPr/>
          </p:nvSpPr>
          <p:spPr>
            <a:xfrm>
              <a:off x="2597179" y="8277444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A21CBAF7-FBB9-A1BF-5DBE-F795FF9DE71E}"/>
                </a:ext>
              </a:extLst>
            </p:cNvPr>
            <p:cNvSpPr/>
            <p:nvPr/>
          </p:nvSpPr>
          <p:spPr>
            <a:xfrm>
              <a:off x="3490456" y="8398777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9E8E73-3C4A-4585-D636-49E7E0D82C1B}"/>
                </a:ext>
              </a:extLst>
            </p:cNvPr>
            <p:cNvSpPr/>
            <p:nvPr/>
          </p:nvSpPr>
          <p:spPr>
            <a:xfrm>
              <a:off x="3526307" y="8398777"/>
              <a:ext cx="20256" cy="29369"/>
            </a:xfrm>
            <a:custGeom>
              <a:avLst/>
              <a:gdLst>
                <a:gd name="csX0" fmla="*/ 0 w 12700"/>
                <a:gd name="csY0" fmla="*/ 0 h 18414"/>
                <a:gd name="csX1" fmla="*/ 0 w 12700"/>
                <a:gd name="csY1" fmla="*/ 18415 h 18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8414">
                  <a:moveTo>
                    <a:pt x="0" y="0"/>
                  </a:moveTo>
                  <a:lnTo>
                    <a:pt x="0" y="18415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582D5197-0BE7-2ED2-A11C-38E99B4A292E}"/>
                </a:ext>
              </a:extLst>
            </p:cNvPr>
            <p:cNvSpPr/>
            <p:nvPr/>
          </p:nvSpPr>
          <p:spPr>
            <a:xfrm>
              <a:off x="3490456" y="8428146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C158E789-288C-F181-7FA6-2B2320326250}"/>
                </a:ext>
              </a:extLst>
            </p:cNvPr>
            <p:cNvSpPr/>
            <p:nvPr/>
          </p:nvSpPr>
          <p:spPr>
            <a:xfrm>
              <a:off x="1525248" y="7623590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CEABDB5B-131C-7DE1-E52B-E64351FEA910}"/>
                </a:ext>
              </a:extLst>
            </p:cNvPr>
            <p:cNvSpPr/>
            <p:nvPr/>
          </p:nvSpPr>
          <p:spPr>
            <a:xfrm>
              <a:off x="1561099" y="7623590"/>
              <a:ext cx="20256" cy="260691"/>
            </a:xfrm>
            <a:custGeom>
              <a:avLst/>
              <a:gdLst>
                <a:gd name="csX0" fmla="*/ 0 w 12700"/>
                <a:gd name="csY0" fmla="*/ 0 h 163449"/>
                <a:gd name="csX1" fmla="*/ 0 w 12700"/>
                <a:gd name="csY1" fmla="*/ 163449 h 163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63449">
                  <a:moveTo>
                    <a:pt x="0" y="0"/>
                  </a:moveTo>
                  <a:lnTo>
                    <a:pt x="0" y="163449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07E9BCB7-E872-24B2-69FB-EBABC1D28852}"/>
                </a:ext>
              </a:extLst>
            </p:cNvPr>
            <p:cNvSpPr/>
            <p:nvPr/>
          </p:nvSpPr>
          <p:spPr>
            <a:xfrm>
              <a:off x="1525248" y="7884282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1C5A88CE-03BB-9F12-4ABF-6C97762DA58B}"/>
                </a:ext>
              </a:extLst>
            </p:cNvPr>
            <p:cNvSpPr/>
            <p:nvPr/>
          </p:nvSpPr>
          <p:spPr>
            <a:xfrm>
              <a:off x="3311799" y="8345099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57ADBC22-1DE8-1B37-7F92-1FF77BC7F339}"/>
                </a:ext>
              </a:extLst>
            </p:cNvPr>
            <p:cNvSpPr/>
            <p:nvPr/>
          </p:nvSpPr>
          <p:spPr>
            <a:xfrm>
              <a:off x="3347653" y="8345099"/>
              <a:ext cx="20256" cy="69477"/>
            </a:xfrm>
            <a:custGeom>
              <a:avLst/>
              <a:gdLst>
                <a:gd name="csX0" fmla="*/ 0 w 12700"/>
                <a:gd name="csY0" fmla="*/ 0 h 43561"/>
                <a:gd name="csX1" fmla="*/ 0 w 12700"/>
                <a:gd name="csY1" fmla="*/ 43561 h 4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43561">
                  <a:moveTo>
                    <a:pt x="0" y="0"/>
                  </a:moveTo>
                  <a:lnTo>
                    <a:pt x="0" y="43561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4BF28B40-B13F-1193-448E-3648F9AFFCE5}"/>
                </a:ext>
              </a:extLst>
            </p:cNvPr>
            <p:cNvSpPr/>
            <p:nvPr/>
          </p:nvSpPr>
          <p:spPr>
            <a:xfrm>
              <a:off x="3311799" y="8414576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D231EEEA-6FB0-5533-A7BF-C8C1130C1E7C}"/>
                </a:ext>
              </a:extLst>
            </p:cNvPr>
            <p:cNvSpPr/>
            <p:nvPr/>
          </p:nvSpPr>
          <p:spPr>
            <a:xfrm>
              <a:off x="2954490" y="8312488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1FF4F07E-EA4A-0D6C-1928-84F0CF331086}"/>
                </a:ext>
              </a:extLst>
            </p:cNvPr>
            <p:cNvSpPr/>
            <p:nvPr/>
          </p:nvSpPr>
          <p:spPr>
            <a:xfrm>
              <a:off x="2990342" y="8312488"/>
              <a:ext cx="20256" cy="119912"/>
            </a:xfrm>
            <a:custGeom>
              <a:avLst/>
              <a:gdLst>
                <a:gd name="csX0" fmla="*/ 0 w 12700"/>
                <a:gd name="csY0" fmla="*/ 0 h 75183"/>
                <a:gd name="csX1" fmla="*/ 0 w 12700"/>
                <a:gd name="csY1" fmla="*/ 75184 h 75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75183">
                  <a:moveTo>
                    <a:pt x="0" y="0"/>
                  </a:moveTo>
                  <a:lnTo>
                    <a:pt x="0" y="75184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0843F65A-5F82-DC29-505B-06BF86A4565A}"/>
                </a:ext>
              </a:extLst>
            </p:cNvPr>
            <p:cNvSpPr/>
            <p:nvPr/>
          </p:nvSpPr>
          <p:spPr>
            <a:xfrm>
              <a:off x="2954490" y="8432400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244D8DA9-C588-5368-66F8-73C5E171935B}"/>
                </a:ext>
              </a:extLst>
            </p:cNvPr>
            <p:cNvSpPr/>
            <p:nvPr/>
          </p:nvSpPr>
          <p:spPr>
            <a:xfrm>
              <a:off x="989281" y="7124491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1A5BAC3C-8F42-ACF7-3946-BA3466E28915}"/>
                </a:ext>
              </a:extLst>
            </p:cNvPr>
            <p:cNvSpPr/>
            <p:nvPr/>
          </p:nvSpPr>
          <p:spPr>
            <a:xfrm>
              <a:off x="1025135" y="7124491"/>
              <a:ext cx="20256" cy="261096"/>
            </a:xfrm>
            <a:custGeom>
              <a:avLst/>
              <a:gdLst>
                <a:gd name="csX0" fmla="*/ 0 w 12700"/>
                <a:gd name="csY0" fmla="*/ 0 h 163703"/>
                <a:gd name="csX1" fmla="*/ 0 w 12700"/>
                <a:gd name="csY1" fmla="*/ 163703 h 16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63703">
                  <a:moveTo>
                    <a:pt x="0" y="0"/>
                  </a:moveTo>
                  <a:lnTo>
                    <a:pt x="0" y="163703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9EC48505-DFEB-BEE1-FB32-2D3CB15DF46D}"/>
                </a:ext>
              </a:extLst>
            </p:cNvPr>
            <p:cNvSpPr/>
            <p:nvPr/>
          </p:nvSpPr>
          <p:spPr>
            <a:xfrm>
              <a:off x="989281" y="7385587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15FABA8A-B781-BF0D-05B6-3C20E5F15D0A}"/>
                </a:ext>
              </a:extLst>
            </p:cNvPr>
            <p:cNvSpPr/>
            <p:nvPr/>
          </p:nvSpPr>
          <p:spPr>
            <a:xfrm>
              <a:off x="3133145" y="8342667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06C3590-16E0-904D-193F-C4FF7A2A4468}"/>
                </a:ext>
              </a:extLst>
            </p:cNvPr>
            <p:cNvSpPr/>
            <p:nvPr/>
          </p:nvSpPr>
          <p:spPr>
            <a:xfrm>
              <a:off x="3168996" y="8342667"/>
              <a:ext cx="20256" cy="59552"/>
            </a:xfrm>
            <a:custGeom>
              <a:avLst/>
              <a:gdLst>
                <a:gd name="csX0" fmla="*/ 0 w 12700"/>
                <a:gd name="csY0" fmla="*/ 0 h 37338"/>
                <a:gd name="csX1" fmla="*/ 0 w 12700"/>
                <a:gd name="csY1" fmla="*/ 37338 h 37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7338">
                  <a:moveTo>
                    <a:pt x="0" y="0"/>
                  </a:moveTo>
                  <a:lnTo>
                    <a:pt x="0" y="37338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4356D72F-5334-0ED4-2876-D239888DADE2}"/>
                </a:ext>
              </a:extLst>
            </p:cNvPr>
            <p:cNvSpPr/>
            <p:nvPr/>
          </p:nvSpPr>
          <p:spPr>
            <a:xfrm>
              <a:off x="3133145" y="8402220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49B92BE-8A19-1B82-A315-3D1B86CDF700}"/>
                </a:ext>
              </a:extLst>
            </p:cNvPr>
            <p:cNvSpPr/>
            <p:nvPr/>
          </p:nvSpPr>
          <p:spPr>
            <a:xfrm>
              <a:off x="1882559" y="7777535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A2AD81B3-D6C9-871F-2F97-32D9B1EA2531}"/>
                </a:ext>
              </a:extLst>
            </p:cNvPr>
            <p:cNvSpPr/>
            <p:nvPr/>
          </p:nvSpPr>
          <p:spPr>
            <a:xfrm>
              <a:off x="1918410" y="7777535"/>
              <a:ext cx="20256" cy="374730"/>
            </a:xfrm>
            <a:custGeom>
              <a:avLst/>
              <a:gdLst>
                <a:gd name="csX0" fmla="*/ 0 w 12700"/>
                <a:gd name="csY0" fmla="*/ 0 h 234950"/>
                <a:gd name="csX1" fmla="*/ 0 w 12700"/>
                <a:gd name="csY1" fmla="*/ 234950 h 234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234950">
                  <a:moveTo>
                    <a:pt x="0" y="0"/>
                  </a:moveTo>
                  <a:lnTo>
                    <a:pt x="0" y="23495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FC86BBA9-5642-9281-BE67-B0B34C74AA39}"/>
                </a:ext>
              </a:extLst>
            </p:cNvPr>
            <p:cNvSpPr/>
            <p:nvPr/>
          </p:nvSpPr>
          <p:spPr>
            <a:xfrm>
              <a:off x="1882559" y="8152265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A0FE24E2-D37E-103D-0C82-EA65E77AC510}"/>
                </a:ext>
              </a:extLst>
            </p:cNvPr>
            <p:cNvSpPr/>
            <p:nvPr/>
          </p:nvSpPr>
          <p:spPr>
            <a:xfrm>
              <a:off x="1167936" y="7375662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40384939-539D-958D-9847-93E99E197F9C}"/>
                </a:ext>
              </a:extLst>
            </p:cNvPr>
            <p:cNvSpPr/>
            <p:nvPr/>
          </p:nvSpPr>
          <p:spPr>
            <a:xfrm>
              <a:off x="1203789" y="7375662"/>
              <a:ext cx="20256" cy="295732"/>
            </a:xfrm>
            <a:custGeom>
              <a:avLst/>
              <a:gdLst>
                <a:gd name="csX0" fmla="*/ 0 w 12700"/>
                <a:gd name="csY0" fmla="*/ 0 h 185419"/>
                <a:gd name="csX1" fmla="*/ 0 w 12700"/>
                <a:gd name="csY1" fmla="*/ 185420 h 185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85419">
                  <a:moveTo>
                    <a:pt x="0" y="0"/>
                  </a:moveTo>
                  <a:lnTo>
                    <a:pt x="0" y="18542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4184C804-7EFF-80D2-831A-A92E6974BA1B}"/>
                </a:ext>
              </a:extLst>
            </p:cNvPr>
            <p:cNvSpPr/>
            <p:nvPr/>
          </p:nvSpPr>
          <p:spPr>
            <a:xfrm>
              <a:off x="1167936" y="7671393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0CDC77CE-EE0B-E150-8B26-896265AAEC09}"/>
                </a:ext>
              </a:extLst>
            </p:cNvPr>
            <p:cNvSpPr/>
            <p:nvPr/>
          </p:nvSpPr>
          <p:spPr>
            <a:xfrm>
              <a:off x="2061214" y="7878813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73DC75EA-7977-A028-9554-31F3BFB90D46}"/>
                </a:ext>
              </a:extLst>
            </p:cNvPr>
            <p:cNvSpPr/>
            <p:nvPr/>
          </p:nvSpPr>
          <p:spPr>
            <a:xfrm>
              <a:off x="2097065" y="7878813"/>
              <a:ext cx="20256" cy="355285"/>
            </a:xfrm>
            <a:custGeom>
              <a:avLst/>
              <a:gdLst>
                <a:gd name="csX0" fmla="*/ 0 w 12700"/>
                <a:gd name="csY0" fmla="*/ 0 h 222758"/>
                <a:gd name="csX1" fmla="*/ 0 w 12700"/>
                <a:gd name="csY1" fmla="*/ 222758 h 222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222758">
                  <a:moveTo>
                    <a:pt x="0" y="0"/>
                  </a:moveTo>
                  <a:lnTo>
                    <a:pt x="0" y="222758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A393A2F3-52D2-00A5-8DB4-477140E85BF3}"/>
                </a:ext>
              </a:extLst>
            </p:cNvPr>
            <p:cNvSpPr/>
            <p:nvPr/>
          </p:nvSpPr>
          <p:spPr>
            <a:xfrm>
              <a:off x="2061214" y="8234098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C3110ACE-B170-4CEB-951C-04E78ABAD6D2}"/>
                </a:ext>
              </a:extLst>
            </p:cNvPr>
            <p:cNvSpPr/>
            <p:nvPr/>
          </p:nvSpPr>
          <p:spPr>
            <a:xfrm>
              <a:off x="2775833" y="8053010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81F7F4DA-79E7-3B18-E91A-77347E374BE8}"/>
                </a:ext>
              </a:extLst>
            </p:cNvPr>
            <p:cNvSpPr/>
            <p:nvPr/>
          </p:nvSpPr>
          <p:spPr>
            <a:xfrm>
              <a:off x="2811686" y="8053010"/>
              <a:ext cx="20256" cy="243473"/>
            </a:xfrm>
            <a:custGeom>
              <a:avLst/>
              <a:gdLst>
                <a:gd name="csX0" fmla="*/ 0 w 12700"/>
                <a:gd name="csY0" fmla="*/ 0 h 152654"/>
                <a:gd name="csX1" fmla="*/ 0 w 12700"/>
                <a:gd name="csY1" fmla="*/ 152654 h 152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52654">
                  <a:moveTo>
                    <a:pt x="0" y="0"/>
                  </a:moveTo>
                  <a:lnTo>
                    <a:pt x="0" y="152654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DC4622EE-7B3E-4338-B28D-F7414661FADE}"/>
                </a:ext>
              </a:extLst>
            </p:cNvPr>
            <p:cNvSpPr/>
            <p:nvPr/>
          </p:nvSpPr>
          <p:spPr>
            <a:xfrm>
              <a:off x="2775833" y="8296484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01B29A0F-FDAA-A0B2-7761-222D50E8C698}"/>
                </a:ext>
              </a:extLst>
            </p:cNvPr>
            <p:cNvSpPr/>
            <p:nvPr/>
          </p:nvSpPr>
          <p:spPr>
            <a:xfrm>
              <a:off x="1346591" y="7499625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2E3B0A7C-1180-1253-E720-9D0D2816A218}"/>
                </a:ext>
              </a:extLst>
            </p:cNvPr>
            <p:cNvSpPr/>
            <p:nvPr/>
          </p:nvSpPr>
          <p:spPr>
            <a:xfrm>
              <a:off x="1382444" y="7499625"/>
              <a:ext cx="20256" cy="300392"/>
            </a:xfrm>
            <a:custGeom>
              <a:avLst/>
              <a:gdLst>
                <a:gd name="csX0" fmla="*/ 0 w 12700"/>
                <a:gd name="csY0" fmla="*/ 0 h 188341"/>
                <a:gd name="csX1" fmla="*/ 0 w 12700"/>
                <a:gd name="csY1" fmla="*/ 188341 h 188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88341">
                  <a:moveTo>
                    <a:pt x="0" y="0"/>
                  </a:moveTo>
                  <a:lnTo>
                    <a:pt x="0" y="188341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B075661A-5C75-5255-1ED7-4D5963C92D28}"/>
                </a:ext>
              </a:extLst>
            </p:cNvPr>
            <p:cNvSpPr/>
            <p:nvPr/>
          </p:nvSpPr>
          <p:spPr>
            <a:xfrm>
              <a:off x="1346591" y="7800018"/>
              <a:ext cx="71503" cy="20256"/>
            </a:xfrm>
            <a:custGeom>
              <a:avLst/>
              <a:gdLst>
                <a:gd name="csX0" fmla="*/ 0 w 44831"/>
                <a:gd name="csY0" fmla="*/ 0 h 12700"/>
                <a:gd name="csX1" fmla="*/ 44831 w 4483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1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DBA42433-A456-70EF-39C3-FDF5419896F8}"/>
                </a:ext>
              </a:extLst>
            </p:cNvPr>
            <p:cNvSpPr/>
            <p:nvPr/>
          </p:nvSpPr>
          <p:spPr>
            <a:xfrm>
              <a:off x="2239869" y="7968951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0E752216-1191-2C45-6401-E240DCE6F471}"/>
                </a:ext>
              </a:extLst>
            </p:cNvPr>
            <p:cNvSpPr/>
            <p:nvPr/>
          </p:nvSpPr>
          <p:spPr>
            <a:xfrm>
              <a:off x="2275720" y="7968951"/>
              <a:ext cx="20256" cy="241650"/>
            </a:xfrm>
            <a:custGeom>
              <a:avLst/>
              <a:gdLst>
                <a:gd name="csX0" fmla="*/ 0 w 12700"/>
                <a:gd name="csY0" fmla="*/ 0 h 151511"/>
                <a:gd name="csX1" fmla="*/ 0 w 12700"/>
                <a:gd name="csY1" fmla="*/ 151511 h 151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51511">
                  <a:moveTo>
                    <a:pt x="0" y="0"/>
                  </a:moveTo>
                  <a:lnTo>
                    <a:pt x="0" y="151511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0104BFA-A609-3EEA-569D-615E12E81BFD}"/>
                </a:ext>
              </a:extLst>
            </p:cNvPr>
            <p:cNvSpPr/>
            <p:nvPr/>
          </p:nvSpPr>
          <p:spPr>
            <a:xfrm>
              <a:off x="2239869" y="8210601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2221728C-1E8C-E4E9-0ACD-FDD9EA7D42B7}"/>
                </a:ext>
              </a:extLst>
            </p:cNvPr>
            <p:cNvSpPr/>
            <p:nvPr/>
          </p:nvSpPr>
          <p:spPr>
            <a:xfrm>
              <a:off x="2418524" y="7984951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129E9B58-16D8-AEB4-C7C7-92C60DD79E45}"/>
                </a:ext>
              </a:extLst>
            </p:cNvPr>
            <p:cNvSpPr/>
            <p:nvPr/>
          </p:nvSpPr>
          <p:spPr>
            <a:xfrm>
              <a:off x="2454375" y="7984951"/>
              <a:ext cx="20256" cy="353462"/>
            </a:xfrm>
            <a:custGeom>
              <a:avLst/>
              <a:gdLst>
                <a:gd name="csX0" fmla="*/ 0 w 12700"/>
                <a:gd name="csY0" fmla="*/ 0 h 221615"/>
                <a:gd name="csX1" fmla="*/ 0 w 12700"/>
                <a:gd name="csY1" fmla="*/ 221615 h 2216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221615">
                  <a:moveTo>
                    <a:pt x="0" y="0"/>
                  </a:moveTo>
                  <a:lnTo>
                    <a:pt x="0" y="221615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32CCB3D3-1D4E-9E18-E1A2-DEED78CBA981}"/>
                </a:ext>
              </a:extLst>
            </p:cNvPr>
            <p:cNvSpPr/>
            <p:nvPr/>
          </p:nvSpPr>
          <p:spPr>
            <a:xfrm>
              <a:off x="2418524" y="8338413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9344A6AE-5594-DB7A-A246-D3E6CDF8D04C}"/>
                </a:ext>
              </a:extLst>
            </p:cNvPr>
            <p:cNvSpPr/>
            <p:nvPr/>
          </p:nvSpPr>
          <p:spPr>
            <a:xfrm>
              <a:off x="1703903" y="7743910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5C19B166-4481-297B-566C-259B26D40B21}"/>
                </a:ext>
              </a:extLst>
            </p:cNvPr>
            <p:cNvSpPr/>
            <p:nvPr/>
          </p:nvSpPr>
          <p:spPr>
            <a:xfrm>
              <a:off x="1739754" y="7743910"/>
              <a:ext cx="20256" cy="374526"/>
            </a:xfrm>
            <a:custGeom>
              <a:avLst/>
              <a:gdLst>
                <a:gd name="csX0" fmla="*/ 0 w 12700"/>
                <a:gd name="csY0" fmla="*/ 0 h 234822"/>
                <a:gd name="csX1" fmla="*/ 0 w 12700"/>
                <a:gd name="csY1" fmla="*/ 234823 h 234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234822">
                  <a:moveTo>
                    <a:pt x="0" y="0"/>
                  </a:moveTo>
                  <a:lnTo>
                    <a:pt x="0" y="234823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A6DF34AB-4682-0716-E87F-B2E29ACFFC37}"/>
                </a:ext>
              </a:extLst>
            </p:cNvPr>
            <p:cNvSpPr/>
            <p:nvPr/>
          </p:nvSpPr>
          <p:spPr>
            <a:xfrm>
              <a:off x="1703903" y="8118436"/>
              <a:ext cx="71501" cy="20256"/>
            </a:xfrm>
            <a:custGeom>
              <a:avLst/>
              <a:gdLst>
                <a:gd name="csX0" fmla="*/ 0 w 44830"/>
                <a:gd name="csY0" fmla="*/ 0 h 12700"/>
                <a:gd name="csX1" fmla="*/ 44831 w 44830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830" h="12700">
                  <a:moveTo>
                    <a:pt x="0" y="0"/>
                  </a:moveTo>
                  <a:lnTo>
                    <a:pt x="44831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3C960946-D341-A5AF-0D60-E082DFB6425E}"/>
                </a:ext>
              </a:extLst>
            </p:cNvPr>
            <p:cNvSpPr/>
            <p:nvPr/>
          </p:nvSpPr>
          <p:spPr>
            <a:xfrm>
              <a:off x="2593329" y="8123299"/>
              <a:ext cx="79200" cy="78996"/>
            </a:xfrm>
            <a:custGeom>
              <a:avLst/>
              <a:gdLst>
                <a:gd name="csX0" fmla="*/ 0 w 49657"/>
                <a:gd name="csY0" fmla="*/ 24765 h 49529"/>
                <a:gd name="csX1" fmla="*/ 24892 w 49657"/>
                <a:gd name="csY1" fmla="*/ 0 h 49529"/>
                <a:gd name="csX2" fmla="*/ 49657 w 49657"/>
                <a:gd name="csY2" fmla="*/ 24765 h 49529"/>
                <a:gd name="csX3" fmla="*/ 24892 w 49657"/>
                <a:gd name="csY3" fmla="*/ 49530 h 49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657" h="49529">
                  <a:moveTo>
                    <a:pt x="0" y="24765"/>
                  </a:moveTo>
                  <a:lnTo>
                    <a:pt x="24892" y="0"/>
                  </a:lnTo>
                  <a:lnTo>
                    <a:pt x="49657" y="24765"/>
                  </a:lnTo>
                  <a:lnTo>
                    <a:pt x="24892" y="49530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69" name="Oval 268">
              <a:extLst>
                <a:ext uri="{FF2B5EF4-FFF2-40B4-BE49-F238E27FC236}">
                  <a16:creationId xmlns:a16="http://schemas.microsoft.com/office/drawing/2014/main" id="{96DA032E-1365-3F65-D7A5-C7D377939381}"/>
                </a:ext>
              </a:extLst>
            </p:cNvPr>
            <p:cNvSpPr/>
            <p:nvPr/>
          </p:nvSpPr>
          <p:spPr>
            <a:xfrm>
              <a:off x="3486810" y="8373862"/>
              <a:ext cx="78996" cy="78997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D57863CC-9235-3A53-09A4-ECDDCEB4240B}"/>
                </a:ext>
              </a:extLst>
            </p:cNvPr>
            <p:cNvSpPr/>
            <p:nvPr/>
          </p:nvSpPr>
          <p:spPr>
            <a:xfrm>
              <a:off x="1521602" y="7714539"/>
              <a:ext cx="78997" cy="78997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DEB3045E-B48F-F3CC-7424-BAF5D29FB3CB}"/>
                </a:ext>
              </a:extLst>
            </p:cNvPr>
            <p:cNvSpPr/>
            <p:nvPr/>
          </p:nvSpPr>
          <p:spPr>
            <a:xfrm>
              <a:off x="3307950" y="8340238"/>
              <a:ext cx="79200" cy="79198"/>
            </a:xfrm>
            <a:custGeom>
              <a:avLst/>
              <a:gdLst>
                <a:gd name="csX0" fmla="*/ 0 w 49657"/>
                <a:gd name="csY0" fmla="*/ 49657 h 49656"/>
                <a:gd name="csX1" fmla="*/ 49657 w 49657"/>
                <a:gd name="csY1" fmla="*/ 49657 h 49656"/>
                <a:gd name="csX2" fmla="*/ 49657 w 49657"/>
                <a:gd name="csY2" fmla="*/ 0 h 49656"/>
                <a:gd name="csX3" fmla="*/ 0 w 49657"/>
                <a:gd name="csY3" fmla="*/ 0 h 49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657" h="49656">
                  <a:moveTo>
                    <a:pt x="0" y="49657"/>
                  </a:moveTo>
                  <a:lnTo>
                    <a:pt x="49657" y="49657"/>
                  </a:lnTo>
                  <a:lnTo>
                    <a:pt x="496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004D997C-F479-386F-8B3A-AC3E54D91CB6}"/>
                </a:ext>
              </a:extLst>
            </p:cNvPr>
            <p:cNvSpPr/>
            <p:nvPr/>
          </p:nvSpPr>
          <p:spPr>
            <a:xfrm>
              <a:off x="2937068" y="8310865"/>
              <a:ext cx="106543" cy="92364"/>
            </a:xfrm>
            <a:custGeom>
              <a:avLst/>
              <a:gdLst>
                <a:gd name="csX0" fmla="*/ 33401 w 66801"/>
                <a:gd name="csY0" fmla="*/ 0 h 57911"/>
                <a:gd name="csX1" fmla="*/ 66802 w 66801"/>
                <a:gd name="csY1" fmla="*/ 57912 h 57911"/>
                <a:gd name="csX2" fmla="*/ 0 w 66801"/>
                <a:gd name="csY2" fmla="*/ 57912 h 57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01" h="57911">
                  <a:moveTo>
                    <a:pt x="33401" y="0"/>
                  </a:moveTo>
                  <a:lnTo>
                    <a:pt x="66802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5A43E355-34BE-1A78-841E-6D07C5A752B0}"/>
                </a:ext>
              </a:extLst>
            </p:cNvPr>
            <p:cNvSpPr/>
            <p:nvPr/>
          </p:nvSpPr>
          <p:spPr>
            <a:xfrm>
              <a:off x="971660" y="7193561"/>
              <a:ext cx="106748" cy="92366"/>
            </a:xfrm>
            <a:custGeom>
              <a:avLst/>
              <a:gdLst>
                <a:gd name="csX0" fmla="*/ 33528 w 66929"/>
                <a:gd name="csY0" fmla="*/ 0 h 57912"/>
                <a:gd name="csX1" fmla="*/ 66929 w 66929"/>
                <a:gd name="csY1" fmla="*/ 57912 h 57912"/>
                <a:gd name="csX2" fmla="*/ 0 w 66929"/>
                <a:gd name="csY2" fmla="*/ 57912 h 57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929" h="57912">
                  <a:moveTo>
                    <a:pt x="33528" y="0"/>
                  </a:moveTo>
                  <a:lnTo>
                    <a:pt x="66929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C25D26CE-B6F7-B43D-1177-65261C8059AA}"/>
                </a:ext>
              </a:extLst>
            </p:cNvPr>
            <p:cNvSpPr/>
            <p:nvPr/>
          </p:nvSpPr>
          <p:spPr>
            <a:xfrm>
              <a:off x="3129297" y="8332743"/>
              <a:ext cx="79198" cy="79198"/>
            </a:xfrm>
            <a:custGeom>
              <a:avLst/>
              <a:gdLst>
                <a:gd name="csX0" fmla="*/ 0 w 49656"/>
                <a:gd name="csY0" fmla="*/ 24892 h 49656"/>
                <a:gd name="csX1" fmla="*/ 24892 w 49656"/>
                <a:gd name="csY1" fmla="*/ 0 h 49656"/>
                <a:gd name="csX2" fmla="*/ 49657 w 49656"/>
                <a:gd name="csY2" fmla="*/ 24892 h 49656"/>
                <a:gd name="csX3" fmla="*/ 24892 w 49656"/>
                <a:gd name="csY3" fmla="*/ 49657 h 49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656" h="49656">
                  <a:moveTo>
                    <a:pt x="0" y="24892"/>
                  </a:moveTo>
                  <a:lnTo>
                    <a:pt x="24892" y="0"/>
                  </a:lnTo>
                  <a:lnTo>
                    <a:pt x="49657" y="24892"/>
                  </a:lnTo>
                  <a:lnTo>
                    <a:pt x="24892" y="49657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EDDE2982-863A-FE57-BD23-C0BCB0AEBC09}"/>
                </a:ext>
              </a:extLst>
            </p:cNvPr>
            <p:cNvSpPr/>
            <p:nvPr/>
          </p:nvSpPr>
          <p:spPr>
            <a:xfrm>
              <a:off x="1865139" y="7903321"/>
              <a:ext cx="106545" cy="92366"/>
            </a:xfrm>
            <a:custGeom>
              <a:avLst/>
              <a:gdLst>
                <a:gd name="csX0" fmla="*/ 33401 w 66802"/>
                <a:gd name="csY0" fmla="*/ 0 h 57912"/>
                <a:gd name="csX1" fmla="*/ 66802 w 66802"/>
                <a:gd name="csY1" fmla="*/ 57912 h 57912"/>
                <a:gd name="csX2" fmla="*/ 0 w 66802"/>
                <a:gd name="csY2" fmla="*/ 57912 h 57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02" h="57912">
                  <a:moveTo>
                    <a:pt x="33401" y="0"/>
                  </a:moveTo>
                  <a:lnTo>
                    <a:pt x="66802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3A078A3F-5FCD-3CEB-8006-1EED5853E2EF}"/>
                </a:ext>
              </a:extLst>
            </p:cNvPr>
            <p:cNvSpPr/>
            <p:nvPr/>
          </p:nvSpPr>
          <p:spPr>
            <a:xfrm>
              <a:off x="1150315" y="7461951"/>
              <a:ext cx="106748" cy="92364"/>
            </a:xfrm>
            <a:custGeom>
              <a:avLst/>
              <a:gdLst>
                <a:gd name="csX0" fmla="*/ 33528 w 66929"/>
                <a:gd name="csY0" fmla="*/ 0 h 57911"/>
                <a:gd name="csX1" fmla="*/ 66929 w 66929"/>
                <a:gd name="csY1" fmla="*/ 57912 h 57911"/>
                <a:gd name="csX2" fmla="*/ 0 w 66929"/>
                <a:gd name="csY2" fmla="*/ 57912 h 57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929" h="57911">
                  <a:moveTo>
                    <a:pt x="33528" y="0"/>
                  </a:moveTo>
                  <a:lnTo>
                    <a:pt x="66929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4CC2E30F-CF3F-27E7-7FB2-4867E75DE212}"/>
                </a:ext>
              </a:extLst>
            </p:cNvPr>
            <p:cNvSpPr/>
            <p:nvPr/>
          </p:nvSpPr>
          <p:spPr>
            <a:xfrm>
              <a:off x="2057568" y="8016957"/>
              <a:ext cx="78997" cy="78997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6CECEA8F-3B13-5629-6B39-EF6CB2691EC2}"/>
                </a:ext>
              </a:extLst>
            </p:cNvPr>
            <p:cNvSpPr/>
            <p:nvPr/>
          </p:nvSpPr>
          <p:spPr>
            <a:xfrm>
              <a:off x="2758415" y="8113172"/>
              <a:ext cx="106543" cy="92366"/>
            </a:xfrm>
            <a:custGeom>
              <a:avLst/>
              <a:gdLst>
                <a:gd name="csX0" fmla="*/ 33401 w 66801"/>
                <a:gd name="csY0" fmla="*/ 0 h 57912"/>
                <a:gd name="csX1" fmla="*/ 66802 w 66801"/>
                <a:gd name="csY1" fmla="*/ 57912 h 57912"/>
                <a:gd name="csX2" fmla="*/ 0 w 66801"/>
                <a:gd name="csY2" fmla="*/ 57912 h 57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01" h="57912">
                  <a:moveTo>
                    <a:pt x="33401" y="0"/>
                  </a:moveTo>
                  <a:lnTo>
                    <a:pt x="66802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DBA43CCA-03BB-C501-4D52-77D5B4DB4DA1}"/>
                </a:ext>
              </a:extLst>
            </p:cNvPr>
            <p:cNvSpPr/>
            <p:nvPr/>
          </p:nvSpPr>
          <p:spPr>
            <a:xfrm>
              <a:off x="1328970" y="7588346"/>
              <a:ext cx="106746" cy="92364"/>
            </a:xfrm>
            <a:custGeom>
              <a:avLst/>
              <a:gdLst>
                <a:gd name="csX0" fmla="*/ 33528 w 66928"/>
                <a:gd name="csY0" fmla="*/ 0 h 57911"/>
                <a:gd name="csX1" fmla="*/ 66929 w 66928"/>
                <a:gd name="csY1" fmla="*/ 57912 h 57911"/>
                <a:gd name="csX2" fmla="*/ 0 w 66928"/>
                <a:gd name="csY2" fmla="*/ 57912 h 57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928" h="57911">
                  <a:moveTo>
                    <a:pt x="33528" y="0"/>
                  </a:moveTo>
                  <a:lnTo>
                    <a:pt x="66929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488D3B8D-6D7C-2706-D755-9327ED3D988F}"/>
                </a:ext>
              </a:extLst>
            </p:cNvPr>
            <p:cNvSpPr/>
            <p:nvPr/>
          </p:nvSpPr>
          <p:spPr>
            <a:xfrm>
              <a:off x="2222449" y="8028096"/>
              <a:ext cx="106545" cy="92366"/>
            </a:xfrm>
            <a:custGeom>
              <a:avLst/>
              <a:gdLst>
                <a:gd name="csX0" fmla="*/ 33401 w 66802"/>
                <a:gd name="csY0" fmla="*/ 0 h 57912"/>
                <a:gd name="csX1" fmla="*/ 66802 w 66802"/>
                <a:gd name="csY1" fmla="*/ 57912 h 57912"/>
                <a:gd name="csX2" fmla="*/ 0 w 66802"/>
                <a:gd name="csY2" fmla="*/ 57912 h 57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02" h="57912">
                  <a:moveTo>
                    <a:pt x="33401" y="0"/>
                  </a:moveTo>
                  <a:lnTo>
                    <a:pt x="66802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7C29218B-45FB-789D-07B4-1396BF8B3EF6}"/>
                </a:ext>
              </a:extLst>
            </p:cNvPr>
            <p:cNvSpPr/>
            <p:nvPr/>
          </p:nvSpPr>
          <p:spPr>
            <a:xfrm>
              <a:off x="2401104" y="8100004"/>
              <a:ext cx="106545" cy="92366"/>
            </a:xfrm>
            <a:custGeom>
              <a:avLst/>
              <a:gdLst>
                <a:gd name="csX0" fmla="*/ 33401 w 66802"/>
                <a:gd name="csY0" fmla="*/ 0 h 57912"/>
                <a:gd name="csX1" fmla="*/ 66802 w 66802"/>
                <a:gd name="csY1" fmla="*/ 57912 h 57912"/>
                <a:gd name="csX2" fmla="*/ 0 w 66802"/>
                <a:gd name="csY2" fmla="*/ 57912 h 57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02" h="57912">
                  <a:moveTo>
                    <a:pt x="33401" y="0"/>
                  </a:moveTo>
                  <a:lnTo>
                    <a:pt x="66802" y="57912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8FF4CD96-EF74-AC80-B89E-0ADC98DC13AB}"/>
                </a:ext>
              </a:extLst>
            </p:cNvPr>
            <p:cNvSpPr/>
            <p:nvPr/>
          </p:nvSpPr>
          <p:spPr>
            <a:xfrm>
              <a:off x="1700053" y="7891574"/>
              <a:ext cx="79200" cy="79198"/>
            </a:xfrm>
            <a:custGeom>
              <a:avLst/>
              <a:gdLst>
                <a:gd name="csX0" fmla="*/ 0 w 49657"/>
                <a:gd name="csY0" fmla="*/ 49657 h 49656"/>
                <a:gd name="csX1" fmla="*/ 49657 w 49657"/>
                <a:gd name="csY1" fmla="*/ 49657 h 49656"/>
                <a:gd name="csX2" fmla="*/ 49657 w 49657"/>
                <a:gd name="csY2" fmla="*/ 0 h 49656"/>
                <a:gd name="csX3" fmla="*/ 0 w 49657"/>
                <a:gd name="csY3" fmla="*/ 0 h 49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657" h="49656">
                  <a:moveTo>
                    <a:pt x="0" y="49657"/>
                  </a:moveTo>
                  <a:lnTo>
                    <a:pt x="49657" y="49657"/>
                  </a:lnTo>
                  <a:lnTo>
                    <a:pt x="496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6D22E899-4DD9-0312-62C4-FA74AA148341}"/>
                </a:ext>
              </a:extLst>
            </p:cNvPr>
            <p:cNvSpPr/>
            <p:nvPr/>
          </p:nvSpPr>
          <p:spPr>
            <a:xfrm>
              <a:off x="2604267" y="8134033"/>
              <a:ext cx="57526" cy="57526"/>
            </a:xfrm>
            <a:custGeom>
              <a:avLst/>
              <a:gdLst>
                <a:gd name="csX0" fmla="*/ 0 w 36068"/>
                <a:gd name="csY0" fmla="*/ 18034 h 36068"/>
                <a:gd name="csX1" fmla="*/ 18034 w 36068"/>
                <a:gd name="csY1" fmla="*/ 0 h 36068"/>
                <a:gd name="csX2" fmla="*/ 36068 w 36068"/>
                <a:gd name="csY2" fmla="*/ 18034 h 36068"/>
                <a:gd name="csX3" fmla="*/ 18034 w 36068"/>
                <a:gd name="csY3" fmla="*/ 36068 h 36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068" h="36068">
                  <a:moveTo>
                    <a:pt x="0" y="18034"/>
                  </a:moveTo>
                  <a:lnTo>
                    <a:pt x="18034" y="0"/>
                  </a:lnTo>
                  <a:lnTo>
                    <a:pt x="36068" y="18034"/>
                  </a:lnTo>
                  <a:lnTo>
                    <a:pt x="18034" y="36068"/>
                  </a:lnTo>
                  <a:close/>
                </a:path>
              </a:pathLst>
            </a:custGeom>
            <a:solidFill>
              <a:srgbClr val="B0306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0BB8E2BC-CF57-4E7C-923E-ABF4E4152F6F}"/>
                </a:ext>
              </a:extLst>
            </p:cNvPr>
            <p:cNvSpPr/>
            <p:nvPr/>
          </p:nvSpPr>
          <p:spPr>
            <a:xfrm>
              <a:off x="3497545" y="8384598"/>
              <a:ext cx="57525" cy="57526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30DCBF05-B81E-9ECD-4C69-EC0614154EFB}"/>
                </a:ext>
              </a:extLst>
            </p:cNvPr>
            <p:cNvSpPr/>
            <p:nvPr/>
          </p:nvSpPr>
          <p:spPr>
            <a:xfrm>
              <a:off x="1532338" y="7725275"/>
              <a:ext cx="57526" cy="57526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EDB2A5F4-C44C-ACB0-EA43-07EFCDD90480}"/>
                </a:ext>
              </a:extLst>
            </p:cNvPr>
            <p:cNvSpPr/>
            <p:nvPr/>
          </p:nvSpPr>
          <p:spPr>
            <a:xfrm>
              <a:off x="3318890" y="8350973"/>
              <a:ext cx="57525" cy="57727"/>
            </a:xfrm>
            <a:custGeom>
              <a:avLst/>
              <a:gdLst>
                <a:gd name="csX0" fmla="*/ 0 w 36067"/>
                <a:gd name="csY0" fmla="*/ 36195 h 36194"/>
                <a:gd name="csX1" fmla="*/ 36068 w 36067"/>
                <a:gd name="csY1" fmla="*/ 36195 h 36194"/>
                <a:gd name="csX2" fmla="*/ 36068 w 36067"/>
                <a:gd name="csY2" fmla="*/ 0 h 36194"/>
                <a:gd name="csX3" fmla="*/ 0 w 36067"/>
                <a:gd name="csY3" fmla="*/ 0 h 36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067" h="36194">
                  <a:moveTo>
                    <a:pt x="0" y="36195"/>
                  </a:moveTo>
                  <a:lnTo>
                    <a:pt x="36068" y="36195"/>
                  </a:lnTo>
                  <a:lnTo>
                    <a:pt x="360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20F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F4FDEC19-5ECC-D616-570A-454875C10DB2}"/>
                </a:ext>
              </a:extLst>
            </p:cNvPr>
            <p:cNvSpPr/>
            <p:nvPr/>
          </p:nvSpPr>
          <p:spPr>
            <a:xfrm>
              <a:off x="2951452" y="8327679"/>
              <a:ext cx="77578" cy="67045"/>
            </a:xfrm>
            <a:custGeom>
              <a:avLst/>
              <a:gdLst>
                <a:gd name="csX0" fmla="*/ 24384 w 48640"/>
                <a:gd name="csY0" fmla="*/ 0 h 42036"/>
                <a:gd name="csX1" fmla="*/ 48641 w 48640"/>
                <a:gd name="csY1" fmla="*/ 42037 h 42036"/>
                <a:gd name="csX2" fmla="*/ 0 w 48640"/>
                <a:gd name="csY2" fmla="*/ 42037 h 42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0" h="42036">
                  <a:moveTo>
                    <a:pt x="24384" y="0"/>
                  </a:moveTo>
                  <a:lnTo>
                    <a:pt x="48641" y="42037"/>
                  </a:lnTo>
                  <a:lnTo>
                    <a:pt x="0" y="42037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6D53363-5B43-703C-0F28-A85873CE208B}"/>
                </a:ext>
              </a:extLst>
            </p:cNvPr>
            <p:cNvSpPr/>
            <p:nvPr/>
          </p:nvSpPr>
          <p:spPr>
            <a:xfrm>
              <a:off x="986244" y="7210374"/>
              <a:ext cx="77578" cy="67046"/>
            </a:xfrm>
            <a:custGeom>
              <a:avLst/>
              <a:gdLst>
                <a:gd name="csX0" fmla="*/ 24384 w 48640"/>
                <a:gd name="csY0" fmla="*/ 0 h 42037"/>
                <a:gd name="csX1" fmla="*/ 48641 w 48640"/>
                <a:gd name="csY1" fmla="*/ 42037 h 42037"/>
                <a:gd name="csX2" fmla="*/ 0 w 48640"/>
                <a:gd name="csY2" fmla="*/ 42037 h 42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0" h="42037">
                  <a:moveTo>
                    <a:pt x="24384" y="0"/>
                  </a:moveTo>
                  <a:lnTo>
                    <a:pt x="48641" y="42037"/>
                  </a:lnTo>
                  <a:lnTo>
                    <a:pt x="0" y="42037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A4A5E358-AE50-4BB7-25D6-2FAEA7BE2F2F}"/>
                </a:ext>
              </a:extLst>
            </p:cNvPr>
            <p:cNvSpPr/>
            <p:nvPr/>
          </p:nvSpPr>
          <p:spPr>
            <a:xfrm>
              <a:off x="3140233" y="8343681"/>
              <a:ext cx="57525" cy="57525"/>
            </a:xfrm>
            <a:custGeom>
              <a:avLst/>
              <a:gdLst>
                <a:gd name="csX0" fmla="*/ 0 w 36067"/>
                <a:gd name="csY0" fmla="*/ 18034 h 36067"/>
                <a:gd name="csX1" fmla="*/ 18034 w 36067"/>
                <a:gd name="csY1" fmla="*/ 0 h 36067"/>
                <a:gd name="csX2" fmla="*/ 36068 w 36067"/>
                <a:gd name="csY2" fmla="*/ 18034 h 36067"/>
                <a:gd name="csX3" fmla="*/ 18034 w 36067"/>
                <a:gd name="csY3" fmla="*/ 36068 h 36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067" h="36067">
                  <a:moveTo>
                    <a:pt x="0" y="18034"/>
                  </a:moveTo>
                  <a:lnTo>
                    <a:pt x="18034" y="0"/>
                  </a:lnTo>
                  <a:lnTo>
                    <a:pt x="36068" y="18034"/>
                  </a:lnTo>
                  <a:lnTo>
                    <a:pt x="18034" y="36068"/>
                  </a:lnTo>
                  <a:close/>
                </a:path>
              </a:pathLst>
            </a:custGeom>
            <a:solidFill>
              <a:srgbClr val="B0306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FEEB9B2A-8618-1D63-5DC1-996B415BBEED}"/>
                </a:ext>
              </a:extLst>
            </p:cNvPr>
            <p:cNvSpPr/>
            <p:nvPr/>
          </p:nvSpPr>
          <p:spPr>
            <a:xfrm>
              <a:off x="1879520" y="7920135"/>
              <a:ext cx="77579" cy="67247"/>
            </a:xfrm>
            <a:custGeom>
              <a:avLst/>
              <a:gdLst>
                <a:gd name="csX0" fmla="*/ 24384 w 48641"/>
                <a:gd name="csY0" fmla="*/ 0 h 42163"/>
                <a:gd name="csX1" fmla="*/ 48641 w 48641"/>
                <a:gd name="csY1" fmla="*/ 42164 h 42163"/>
                <a:gd name="csX2" fmla="*/ 0 w 48641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6700A809-EBAC-AD5B-AC95-EB2253FA23C7}"/>
                </a:ext>
              </a:extLst>
            </p:cNvPr>
            <p:cNvSpPr/>
            <p:nvPr/>
          </p:nvSpPr>
          <p:spPr>
            <a:xfrm>
              <a:off x="1164899" y="7478763"/>
              <a:ext cx="77578" cy="67247"/>
            </a:xfrm>
            <a:custGeom>
              <a:avLst/>
              <a:gdLst>
                <a:gd name="csX0" fmla="*/ 24384 w 48640"/>
                <a:gd name="csY0" fmla="*/ 0 h 42163"/>
                <a:gd name="csX1" fmla="*/ 48641 w 48640"/>
                <a:gd name="csY1" fmla="*/ 42164 h 42163"/>
                <a:gd name="csX2" fmla="*/ 0 w 48640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0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9DA71E6D-A5E0-4765-CF49-034847390ABC}"/>
                </a:ext>
              </a:extLst>
            </p:cNvPr>
            <p:cNvSpPr/>
            <p:nvPr/>
          </p:nvSpPr>
          <p:spPr>
            <a:xfrm>
              <a:off x="2068303" y="8027692"/>
              <a:ext cx="57526" cy="57526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AF557CE7-7C5B-B5EC-190D-33CC2BDA896B}"/>
                </a:ext>
              </a:extLst>
            </p:cNvPr>
            <p:cNvSpPr/>
            <p:nvPr/>
          </p:nvSpPr>
          <p:spPr>
            <a:xfrm>
              <a:off x="2772795" y="8129982"/>
              <a:ext cx="77579" cy="67247"/>
            </a:xfrm>
            <a:custGeom>
              <a:avLst/>
              <a:gdLst>
                <a:gd name="csX0" fmla="*/ 24384 w 48641"/>
                <a:gd name="csY0" fmla="*/ 0 h 42163"/>
                <a:gd name="csX1" fmla="*/ 48641 w 48641"/>
                <a:gd name="csY1" fmla="*/ 42164 h 42163"/>
                <a:gd name="csX2" fmla="*/ 0 w 48641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5B1372B7-9463-C397-CB41-0FFB69893FE1}"/>
                </a:ext>
              </a:extLst>
            </p:cNvPr>
            <p:cNvSpPr/>
            <p:nvPr/>
          </p:nvSpPr>
          <p:spPr>
            <a:xfrm>
              <a:off x="1343555" y="7605157"/>
              <a:ext cx="77579" cy="67046"/>
            </a:xfrm>
            <a:custGeom>
              <a:avLst/>
              <a:gdLst>
                <a:gd name="csX0" fmla="*/ 24384 w 48641"/>
                <a:gd name="csY0" fmla="*/ 0 h 42037"/>
                <a:gd name="csX1" fmla="*/ 48641 w 48641"/>
                <a:gd name="csY1" fmla="*/ 42037 h 42037"/>
                <a:gd name="csX2" fmla="*/ 0 w 48641"/>
                <a:gd name="csY2" fmla="*/ 42037 h 42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037">
                  <a:moveTo>
                    <a:pt x="24384" y="0"/>
                  </a:moveTo>
                  <a:lnTo>
                    <a:pt x="48641" y="42037"/>
                  </a:lnTo>
                  <a:lnTo>
                    <a:pt x="0" y="42037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D6EB5F3-DEBE-2F38-6E12-69CA371E1528}"/>
                </a:ext>
              </a:extLst>
            </p:cNvPr>
            <p:cNvSpPr/>
            <p:nvPr/>
          </p:nvSpPr>
          <p:spPr>
            <a:xfrm>
              <a:off x="2236829" y="8044910"/>
              <a:ext cx="77579" cy="67247"/>
            </a:xfrm>
            <a:custGeom>
              <a:avLst/>
              <a:gdLst>
                <a:gd name="csX0" fmla="*/ 24384 w 48641"/>
                <a:gd name="csY0" fmla="*/ 0 h 42163"/>
                <a:gd name="csX1" fmla="*/ 48641 w 48641"/>
                <a:gd name="csY1" fmla="*/ 42164 h 42163"/>
                <a:gd name="csX2" fmla="*/ 0 w 48641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13ABF203-0336-966F-96DC-4C30E8CAC863}"/>
                </a:ext>
              </a:extLst>
            </p:cNvPr>
            <p:cNvSpPr/>
            <p:nvPr/>
          </p:nvSpPr>
          <p:spPr>
            <a:xfrm>
              <a:off x="2415484" y="8116818"/>
              <a:ext cx="77579" cy="67247"/>
            </a:xfrm>
            <a:custGeom>
              <a:avLst/>
              <a:gdLst>
                <a:gd name="csX0" fmla="*/ 24384 w 48641"/>
                <a:gd name="csY0" fmla="*/ 0 h 42163"/>
                <a:gd name="csX1" fmla="*/ 48641 w 48641"/>
                <a:gd name="csY1" fmla="*/ 42164 h 42163"/>
                <a:gd name="csX2" fmla="*/ 0 w 48641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79877E18-C417-2405-BF7C-08738EC46DC8}"/>
                </a:ext>
              </a:extLst>
            </p:cNvPr>
            <p:cNvSpPr/>
            <p:nvPr/>
          </p:nvSpPr>
          <p:spPr>
            <a:xfrm>
              <a:off x="1710993" y="7902511"/>
              <a:ext cx="57525" cy="57526"/>
            </a:xfrm>
            <a:custGeom>
              <a:avLst/>
              <a:gdLst>
                <a:gd name="csX0" fmla="*/ 0 w 36067"/>
                <a:gd name="csY0" fmla="*/ 36068 h 36068"/>
                <a:gd name="csX1" fmla="*/ 36068 w 36067"/>
                <a:gd name="csY1" fmla="*/ 36068 h 36068"/>
                <a:gd name="csX2" fmla="*/ 36068 w 36067"/>
                <a:gd name="csY2" fmla="*/ 0 h 36068"/>
                <a:gd name="csX3" fmla="*/ 0 w 36067"/>
                <a:gd name="csY3" fmla="*/ 0 h 36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067" h="36068">
                  <a:moveTo>
                    <a:pt x="0" y="36068"/>
                  </a:moveTo>
                  <a:lnTo>
                    <a:pt x="36068" y="36068"/>
                  </a:lnTo>
                  <a:lnTo>
                    <a:pt x="360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20F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AABE143-38BC-AAEF-38FA-7607BDD0D519}"/>
                </a:ext>
              </a:extLst>
            </p:cNvPr>
            <p:cNvSpPr txBox="1"/>
            <p:nvPr/>
          </p:nvSpPr>
          <p:spPr>
            <a:xfrm>
              <a:off x="412759" y="8286430"/>
              <a:ext cx="463388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0.00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F083A70B-2418-8B3A-D796-37C7F727DFB4}"/>
                </a:ext>
              </a:extLst>
            </p:cNvPr>
            <p:cNvSpPr txBox="1"/>
            <p:nvPr/>
          </p:nvSpPr>
          <p:spPr>
            <a:xfrm>
              <a:off x="412759" y="7950794"/>
              <a:ext cx="463388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0.25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F0481FFE-69D5-0275-C4AE-2CBEAE75516E}"/>
                </a:ext>
              </a:extLst>
            </p:cNvPr>
            <p:cNvSpPr txBox="1"/>
            <p:nvPr/>
          </p:nvSpPr>
          <p:spPr>
            <a:xfrm>
              <a:off x="412759" y="7615156"/>
              <a:ext cx="463388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0.50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5F64784C-992E-8B96-7975-68416D393B69}"/>
                </a:ext>
              </a:extLst>
            </p:cNvPr>
            <p:cNvSpPr txBox="1"/>
            <p:nvPr/>
          </p:nvSpPr>
          <p:spPr>
            <a:xfrm>
              <a:off x="412759" y="7279520"/>
              <a:ext cx="463388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0.75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F36ED3A0-5606-602F-47DC-FA583EA26C6A}"/>
                </a:ext>
              </a:extLst>
            </p:cNvPr>
            <p:cNvSpPr txBox="1"/>
            <p:nvPr/>
          </p:nvSpPr>
          <p:spPr>
            <a:xfrm>
              <a:off x="412759" y="6943882"/>
              <a:ext cx="463388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1.00</a:t>
              </a: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890961AB-C49F-161F-3591-EF9CE99693DF}"/>
                </a:ext>
              </a:extLst>
            </p:cNvPr>
            <p:cNvGrpSpPr/>
            <p:nvPr/>
          </p:nvGrpSpPr>
          <p:grpSpPr>
            <a:xfrm>
              <a:off x="733312" y="8571535"/>
              <a:ext cx="2964832" cy="330782"/>
              <a:chOff x="720433" y="9228364"/>
              <a:chExt cx="2964832" cy="330782"/>
            </a:xfrm>
          </p:grpSpPr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1A62FC0-0F2D-DC49-13A4-2106E9767AC7}"/>
                  </a:ext>
                </a:extLst>
              </p:cNvPr>
              <p:cNvSpPr txBox="1"/>
              <p:nvPr/>
            </p:nvSpPr>
            <p:spPr>
              <a:xfrm rot="18900000">
                <a:off x="720433" y="9228364"/>
                <a:ext cx="440334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5_Di</a:t>
                </a:r>
              </a:p>
            </p:txBody>
          </p:sp>
          <p:sp>
            <p:nvSpPr>
              <p:cNvPr id="317" name="TextBox 316">
                <a:extLst>
                  <a:ext uri="{FF2B5EF4-FFF2-40B4-BE49-F238E27FC236}">
                    <a16:creationId xmlns:a16="http://schemas.microsoft.com/office/drawing/2014/main" id="{E7D7F58B-C6EB-9638-4B46-7239B94ED054}"/>
                  </a:ext>
                </a:extLst>
              </p:cNvPr>
              <p:cNvSpPr txBox="1"/>
              <p:nvPr/>
            </p:nvSpPr>
            <p:spPr>
              <a:xfrm rot="18900000">
                <a:off x="770489" y="9281345"/>
                <a:ext cx="590187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10_nHv</a:t>
                </a:r>
              </a:p>
            </p:txBody>
          </p:sp>
          <p:sp>
            <p:nvSpPr>
              <p:cNvPr id="318" name="TextBox 317">
                <a:extLst>
                  <a:ext uri="{FF2B5EF4-FFF2-40B4-BE49-F238E27FC236}">
                    <a16:creationId xmlns:a16="http://schemas.microsoft.com/office/drawing/2014/main" id="{362EC2C4-CBAB-C944-1D8F-1731859E673E}"/>
                  </a:ext>
                </a:extLst>
              </p:cNvPr>
              <p:cNvSpPr txBox="1"/>
              <p:nvPr/>
            </p:nvSpPr>
            <p:spPr>
              <a:xfrm rot="18900000">
                <a:off x="941407" y="9283383"/>
                <a:ext cx="595951" cy="23976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16_nHd</a:t>
                </a:r>
              </a:p>
            </p:txBody>
          </p: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8150A535-C45C-9F75-F6D5-778E20E46AE1}"/>
                  </a:ext>
                </a:extLst>
              </p:cNvPr>
              <p:cNvSpPr txBox="1"/>
              <p:nvPr/>
            </p:nvSpPr>
            <p:spPr>
              <a:xfrm rot="18900000">
                <a:off x="1221436" y="9243987"/>
                <a:ext cx="484523" cy="239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2_OL</a:t>
                </a:r>
              </a:p>
            </p:txBody>
          </p: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D7E0E890-0197-D961-BFC8-41906D80F251}"/>
                  </a:ext>
                </a:extLst>
              </p:cNvPr>
              <p:cNvSpPr txBox="1"/>
              <p:nvPr/>
            </p:nvSpPr>
            <p:spPr>
              <a:xfrm rot="18900000">
                <a:off x="1213945" y="9319383"/>
                <a:ext cx="697773" cy="23976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19_GABA</a:t>
                </a:r>
              </a:p>
            </p:txBody>
          </p:sp>
          <p:sp>
            <p:nvSpPr>
              <p:cNvPr id="321" name="TextBox 320">
                <a:extLst>
                  <a:ext uri="{FF2B5EF4-FFF2-40B4-BE49-F238E27FC236}">
                    <a16:creationId xmlns:a16="http://schemas.microsoft.com/office/drawing/2014/main" id="{AAA96961-4DF8-3AD9-90F5-302F031D3A7A}"/>
                  </a:ext>
                </a:extLst>
              </p:cNvPr>
              <p:cNvSpPr txBox="1"/>
              <p:nvPr/>
            </p:nvSpPr>
            <p:spPr>
              <a:xfrm rot="18900000">
                <a:off x="1518824" y="9269118"/>
                <a:ext cx="555605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8_PGa</a:t>
                </a:r>
              </a:p>
            </p:txBody>
          </p:sp>
          <p:sp>
            <p:nvSpPr>
              <p:cNvPr id="322" name="TextBox 321">
                <a:extLst>
                  <a:ext uri="{FF2B5EF4-FFF2-40B4-BE49-F238E27FC236}">
                    <a16:creationId xmlns:a16="http://schemas.microsoft.com/office/drawing/2014/main" id="{B82937BA-589A-2F57-9C59-35C4276EAB36}"/>
                  </a:ext>
                </a:extLst>
              </p:cNvPr>
              <p:cNvSpPr txBox="1"/>
              <p:nvPr/>
            </p:nvSpPr>
            <p:spPr>
              <a:xfrm rot="18900000">
                <a:off x="1678460" y="9275911"/>
                <a:ext cx="574817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11_MG</a:t>
                </a:r>
              </a:p>
            </p:txBody>
          </p:sp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FF2E28CC-2B3A-48A8-39C7-80F8192A31B0}"/>
                  </a:ext>
                </a:extLst>
              </p:cNvPr>
              <p:cNvSpPr txBox="1"/>
              <p:nvPr/>
            </p:nvSpPr>
            <p:spPr>
              <a:xfrm rot="18900000">
                <a:off x="1862545" y="9272515"/>
                <a:ext cx="565212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17_PSi</a:t>
                </a:r>
              </a:p>
            </p:txBody>
          </p:sp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978300AC-7E9A-2783-7654-A65F6825D812}"/>
                  </a:ext>
                </a:extLst>
              </p:cNvPr>
              <p:cNvSpPr txBox="1"/>
              <p:nvPr/>
            </p:nvSpPr>
            <p:spPr>
              <a:xfrm rot="18900000">
                <a:off x="2046996" y="9269118"/>
                <a:ext cx="555605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18_PG</a:t>
                </a:r>
              </a:p>
            </p:txBody>
          </p:sp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40831FCA-1537-FADD-51B6-C092C77AA963}"/>
                  </a:ext>
                </a:extLst>
              </p:cNvPr>
              <p:cNvSpPr txBox="1"/>
              <p:nvPr/>
            </p:nvSpPr>
            <p:spPr>
              <a:xfrm rot="18900000">
                <a:off x="2169242" y="9294251"/>
                <a:ext cx="626690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0_Mixed</a:t>
                </a:r>
              </a:p>
            </p:txBody>
          </p:sp>
          <p:sp>
            <p:nvSpPr>
              <p:cNvPr id="326" name="TextBox 325">
                <a:extLst>
                  <a:ext uri="{FF2B5EF4-FFF2-40B4-BE49-F238E27FC236}">
                    <a16:creationId xmlns:a16="http://schemas.microsoft.com/office/drawing/2014/main" id="{DA1944B8-25A6-6E3C-47E5-343344743053}"/>
                  </a:ext>
                </a:extLst>
              </p:cNvPr>
              <p:cNvSpPr txBox="1"/>
              <p:nvPr/>
            </p:nvSpPr>
            <p:spPr>
              <a:xfrm rot="18900000">
                <a:off x="2426574" y="9260289"/>
                <a:ext cx="530631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12_Vp</a:t>
                </a:r>
              </a:p>
            </p:txBody>
          </p:sp>
          <p:sp>
            <p:nvSpPr>
              <p:cNvPr id="327" name="TextBox 326">
                <a:extLst>
                  <a:ext uri="{FF2B5EF4-FFF2-40B4-BE49-F238E27FC236}">
                    <a16:creationId xmlns:a16="http://schemas.microsoft.com/office/drawing/2014/main" id="{6B3F39A3-F62C-2FB7-D048-2A4BE18B199A}"/>
                  </a:ext>
                </a:extLst>
              </p:cNvPr>
              <p:cNvSpPr txBox="1"/>
              <p:nvPr/>
            </p:nvSpPr>
            <p:spPr>
              <a:xfrm rot="18900000">
                <a:off x="2575837" y="9273195"/>
                <a:ext cx="567132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4_TGN</a:t>
                </a:r>
              </a:p>
            </p:txBody>
          </p:sp>
          <p:sp>
            <p:nvSpPr>
              <p:cNvPr id="328" name="TextBox 327">
                <a:extLst>
                  <a:ext uri="{FF2B5EF4-FFF2-40B4-BE49-F238E27FC236}">
                    <a16:creationId xmlns:a16="http://schemas.microsoft.com/office/drawing/2014/main" id="{13134AC5-15A1-DF64-8EC7-EDC87868EE9D}"/>
                  </a:ext>
                </a:extLst>
              </p:cNvPr>
              <p:cNvSpPr txBox="1"/>
              <p:nvPr/>
            </p:nvSpPr>
            <p:spPr>
              <a:xfrm rot="18900000">
                <a:off x="2752046" y="9275232"/>
                <a:ext cx="572896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 b="1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6_NPO</a:t>
                </a:r>
              </a:p>
            </p:txBody>
          </p:sp>
          <p:sp>
            <p:nvSpPr>
              <p:cNvPr id="329" name="TextBox 328">
                <a:extLst>
                  <a:ext uri="{FF2B5EF4-FFF2-40B4-BE49-F238E27FC236}">
                    <a16:creationId xmlns:a16="http://schemas.microsoft.com/office/drawing/2014/main" id="{0A9B6DD6-9886-16BA-6409-D3FEDE3744C1}"/>
                  </a:ext>
                </a:extLst>
              </p:cNvPr>
              <p:cNvSpPr txBox="1"/>
              <p:nvPr/>
            </p:nvSpPr>
            <p:spPr>
              <a:xfrm rot="18900000">
                <a:off x="2869634" y="9298327"/>
                <a:ext cx="638217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3_GABA</a:t>
                </a:r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4B2E7C1E-C784-44BB-BA64-E4210651B72F}"/>
                  </a:ext>
                </a:extLst>
              </p:cNvPr>
              <p:cNvSpPr txBox="1"/>
              <p:nvPr/>
            </p:nvSpPr>
            <p:spPr>
              <a:xfrm rot="18900000">
                <a:off x="3106606" y="9277269"/>
                <a:ext cx="578659" cy="2397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700" b="1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1_RGC</a:t>
                </a:r>
              </a:p>
            </p:txBody>
          </p:sp>
        </p:grp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31BB01A7-3B2F-7030-0597-11CAEAC2D76E}"/>
                </a:ext>
              </a:extLst>
            </p:cNvPr>
            <p:cNvSpPr txBox="1"/>
            <p:nvPr/>
          </p:nvSpPr>
          <p:spPr>
            <a:xfrm rot="16200000">
              <a:off x="-179073" y="7626189"/>
              <a:ext cx="941764" cy="30431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Prediction</a:t>
              </a:r>
              <a:endParaRPr lang="en-US" sz="90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D4D5F091-4244-F95C-54D7-54DB9B00BE3D}"/>
                </a:ext>
              </a:extLst>
            </p:cNvPr>
            <p:cNvGrpSpPr/>
            <p:nvPr/>
          </p:nvGrpSpPr>
          <p:grpSpPr>
            <a:xfrm>
              <a:off x="2649202" y="7087320"/>
              <a:ext cx="989793" cy="753855"/>
              <a:chOff x="1569890" y="5879234"/>
              <a:chExt cx="620585" cy="472654"/>
            </a:xfrm>
          </p:grpSpPr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2C479078-9557-7104-8967-8BF36C1BBB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9890" y="5879234"/>
                <a:ext cx="620585" cy="16189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Glutamatergic</a:t>
                </a:r>
              </a:p>
            </p:txBody>
          </p:sp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C86C358C-603E-9CF0-9927-8686B0EB053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9890" y="5974423"/>
                <a:ext cx="521811" cy="16189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GABAergic</a:t>
                </a:r>
              </a:p>
            </p:txBody>
          </p:sp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046FD0A5-ED3E-0A17-E078-5204B189153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9890" y="6089087"/>
                <a:ext cx="344743" cy="16189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Mixed</a:t>
                </a:r>
              </a:p>
            </p:txBody>
          </p: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D3081FFF-EADA-60AE-8C89-3DEAB4627B1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9890" y="6189996"/>
                <a:ext cx="292946" cy="16189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Glial</a:t>
                </a:r>
              </a:p>
            </p:txBody>
          </p:sp>
        </p:grp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0DC21A76-B8BC-C30D-F8B8-BD7F94F8E9EA}"/>
                </a:ext>
              </a:extLst>
            </p:cNvPr>
            <p:cNvSpPr txBox="1"/>
            <p:nvPr/>
          </p:nvSpPr>
          <p:spPr>
            <a:xfrm>
              <a:off x="1081242" y="7020137"/>
              <a:ext cx="989792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latin typeface="Arial"/>
                  <a:cs typeface="Arial"/>
                  <a:sym typeface="Arial"/>
                  <a:rtl val="0"/>
                </a:rPr>
                <a:t>First Changes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3EB68E1-855A-D05A-0BB2-6648DE2D67BF}"/>
                </a:ext>
              </a:extLst>
            </p:cNvPr>
            <p:cNvSpPr txBox="1"/>
            <p:nvPr/>
          </p:nvSpPr>
          <p:spPr>
            <a:xfrm>
              <a:off x="2833055" y="7915284"/>
              <a:ext cx="985950" cy="2582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>
                  <a:ln/>
                  <a:latin typeface="Arial"/>
                  <a:cs typeface="Arial"/>
                  <a:sym typeface="Arial"/>
                  <a:rtl val="0"/>
                </a:rPr>
                <a:t>Last Changes</a:t>
              </a:r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A64F763C-3C66-0BF1-A58B-513F3E97C19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83388" y="7298315"/>
              <a:ext cx="143670" cy="145841"/>
            </a:xfrm>
            <a:prstGeom prst="rect">
              <a:avLst/>
            </a:prstGeom>
            <a:solidFill>
              <a:srgbClr val="911DD9"/>
            </a:solidFill>
            <a:ln w="13589" cap="flat">
              <a:noFill/>
              <a:prstDash val="solid"/>
              <a:miter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91B0ABE0-48AD-94CC-D3AD-D4978A344E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79825" y="7144356"/>
              <a:ext cx="151423" cy="131257"/>
            </a:xfrm>
            <a:custGeom>
              <a:avLst/>
              <a:gdLst>
                <a:gd name="csX0" fmla="*/ 24384 w 48641"/>
                <a:gd name="csY0" fmla="*/ 0 h 42163"/>
                <a:gd name="csX1" fmla="*/ 48641 w 48641"/>
                <a:gd name="csY1" fmla="*/ 42164 h 42163"/>
                <a:gd name="csX2" fmla="*/ 0 w 48641"/>
                <a:gd name="csY2" fmla="*/ 42164 h 42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41" h="42163">
                  <a:moveTo>
                    <a:pt x="24384" y="0"/>
                  </a:moveTo>
                  <a:lnTo>
                    <a:pt x="48641" y="42164"/>
                  </a:lnTo>
                  <a:lnTo>
                    <a:pt x="0" y="42164"/>
                  </a:lnTo>
                  <a:close/>
                </a:path>
              </a:pathLst>
            </a:custGeom>
            <a:solidFill>
              <a:srgbClr val="5BB45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15625B39-89FC-30D3-45F6-49868C2DC7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81907" y="7479331"/>
              <a:ext cx="145838" cy="145841"/>
            </a:xfrm>
            <a:custGeom>
              <a:avLst/>
              <a:gdLst>
                <a:gd name="csX0" fmla="*/ 0 w 36067"/>
                <a:gd name="csY0" fmla="*/ 18034 h 36068"/>
                <a:gd name="csX1" fmla="*/ 18034 w 36067"/>
                <a:gd name="csY1" fmla="*/ 0 h 36068"/>
                <a:gd name="csX2" fmla="*/ 36068 w 36067"/>
                <a:gd name="csY2" fmla="*/ 18034 h 36068"/>
                <a:gd name="csX3" fmla="*/ 18034 w 36067"/>
                <a:gd name="csY3" fmla="*/ 36068 h 36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067" h="36068">
                  <a:moveTo>
                    <a:pt x="0" y="18034"/>
                  </a:moveTo>
                  <a:lnTo>
                    <a:pt x="18034" y="0"/>
                  </a:lnTo>
                  <a:lnTo>
                    <a:pt x="36068" y="18034"/>
                  </a:lnTo>
                  <a:lnTo>
                    <a:pt x="18034" y="36068"/>
                  </a:lnTo>
                  <a:close/>
                </a:path>
              </a:pathLst>
            </a:custGeom>
            <a:solidFill>
              <a:srgbClr val="B0306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11" name="Oval 310">
              <a:extLst>
                <a:ext uri="{FF2B5EF4-FFF2-40B4-BE49-F238E27FC236}">
                  <a16:creationId xmlns:a16="http://schemas.microsoft.com/office/drawing/2014/main" id="{BDDF170A-C84C-F24F-7AF0-1033911162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83620" y="7638807"/>
              <a:ext cx="145841" cy="145841"/>
            </a:xfrm>
            <a:prstGeom prst="ellipse">
              <a:avLst/>
            </a:prstGeom>
            <a:solidFill>
              <a:srgbClr val="000000"/>
            </a:solidFill>
            <a:ln w="9017" cap="rnd">
              <a:noFill/>
              <a:prstDash val="solid"/>
              <a:round/>
            </a:ln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333" name="TextBox 332">
            <a:extLst>
              <a:ext uri="{FF2B5EF4-FFF2-40B4-BE49-F238E27FC236}">
                <a16:creationId xmlns:a16="http://schemas.microsoft.com/office/drawing/2014/main" id="{CA302F97-F31E-E84C-C152-3C861A8498C2}"/>
              </a:ext>
            </a:extLst>
          </p:cNvPr>
          <p:cNvSpPr txBox="1"/>
          <p:nvPr/>
        </p:nvSpPr>
        <p:spPr>
          <a:xfrm>
            <a:off x="130533" y="5698453"/>
            <a:ext cx="25359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f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68AC9A68-3BF5-A728-D741-D68A13DC0FA5}"/>
              </a:ext>
            </a:extLst>
          </p:cNvPr>
          <p:cNvSpPr txBox="1">
            <a:spLocks/>
          </p:cNvSpPr>
          <p:nvPr/>
        </p:nvSpPr>
        <p:spPr>
          <a:xfrm rot="18900000">
            <a:off x="4509702" y="7357776"/>
            <a:ext cx="46839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00">
                <a:ln/>
                <a:solidFill>
                  <a:srgbClr val="4D4D4D"/>
                </a:solidFill>
                <a:latin typeface="Arial"/>
                <a:cs typeface="Arial"/>
                <a:sym typeface="Arial"/>
                <a:rtl val="0"/>
              </a:rPr>
              <a:t>26_DG</a:t>
            </a:r>
          </a:p>
        </p:txBody>
      </p:sp>
      <p:grpSp>
        <p:nvGrpSpPr>
          <p:cNvPr id="11030" name="Group 11029">
            <a:extLst>
              <a:ext uri="{FF2B5EF4-FFF2-40B4-BE49-F238E27FC236}">
                <a16:creationId xmlns:a16="http://schemas.microsoft.com/office/drawing/2014/main" id="{C29934B8-2DDB-2D5C-0C1D-5C1E308405CE}"/>
              </a:ext>
            </a:extLst>
          </p:cNvPr>
          <p:cNvGrpSpPr/>
          <p:nvPr/>
        </p:nvGrpSpPr>
        <p:grpSpPr>
          <a:xfrm>
            <a:off x="69068" y="6070836"/>
            <a:ext cx="5049940" cy="1504397"/>
            <a:chOff x="69068" y="5943620"/>
            <a:chExt cx="5049940" cy="1504397"/>
          </a:xfrm>
        </p:grpSpPr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76B4DCFF-467A-0031-7CC5-4495D0BD04EB}"/>
                </a:ext>
              </a:extLst>
            </p:cNvPr>
            <p:cNvSpPr txBox="1">
              <a:spLocks/>
            </p:cNvSpPr>
            <p:nvPr/>
          </p:nvSpPr>
          <p:spPr>
            <a:xfrm>
              <a:off x="356943" y="7081638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6273CCD8-1E3E-F9AA-2D1C-F1B91CD7EA90}"/>
                </a:ext>
              </a:extLst>
            </p:cNvPr>
            <p:cNvSpPr txBox="1">
              <a:spLocks/>
            </p:cNvSpPr>
            <p:nvPr/>
          </p:nvSpPr>
          <p:spPr>
            <a:xfrm>
              <a:off x="302224" y="6859352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5638C9A4-6D1E-CAB7-6C0E-C9866985255E}"/>
                </a:ext>
              </a:extLst>
            </p:cNvPr>
            <p:cNvSpPr txBox="1">
              <a:spLocks/>
            </p:cNvSpPr>
            <p:nvPr/>
          </p:nvSpPr>
          <p:spPr>
            <a:xfrm>
              <a:off x="302224" y="663706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20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1E49EE80-805C-B391-9109-C3E761A86CDD}"/>
                </a:ext>
              </a:extLst>
            </p:cNvPr>
            <p:cNvSpPr txBox="1">
              <a:spLocks/>
            </p:cNvSpPr>
            <p:nvPr/>
          </p:nvSpPr>
          <p:spPr>
            <a:xfrm>
              <a:off x="302224" y="641478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30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501B70-6411-282F-36EC-FA4C039CACF4}"/>
                </a:ext>
              </a:extLst>
            </p:cNvPr>
            <p:cNvSpPr txBox="1">
              <a:spLocks/>
            </p:cNvSpPr>
            <p:nvPr/>
          </p:nvSpPr>
          <p:spPr>
            <a:xfrm>
              <a:off x="302224" y="619249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40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35906A64-3ECD-2DB5-F3E4-B930BFC4536E}"/>
                </a:ext>
              </a:extLst>
            </p:cNvPr>
            <p:cNvSpPr txBox="1">
              <a:spLocks/>
            </p:cNvSpPr>
            <p:nvPr/>
          </p:nvSpPr>
          <p:spPr>
            <a:xfrm>
              <a:off x="302224" y="5970208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>
                  <a:ln/>
                  <a:solidFill>
                    <a:srgbClr val="4D4D4D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grpSp>
          <p:nvGrpSpPr>
            <p:cNvPr id="11029" name="Group 11028">
              <a:extLst>
                <a:ext uri="{FF2B5EF4-FFF2-40B4-BE49-F238E27FC236}">
                  <a16:creationId xmlns:a16="http://schemas.microsoft.com/office/drawing/2014/main" id="{9980ECA1-76B4-E385-0890-0E4C93825ACE}"/>
                </a:ext>
              </a:extLst>
            </p:cNvPr>
            <p:cNvGrpSpPr/>
            <p:nvPr/>
          </p:nvGrpSpPr>
          <p:grpSpPr>
            <a:xfrm>
              <a:off x="391451" y="5943620"/>
              <a:ext cx="4727557" cy="1504397"/>
              <a:chOff x="391451" y="5943620"/>
              <a:chExt cx="4727557" cy="1504397"/>
            </a:xfrm>
          </p:grpSpPr>
          <p:grpSp>
            <p:nvGrpSpPr>
              <p:cNvPr id="337" name="Graphic 1225">
                <a:extLst>
                  <a:ext uri="{FF2B5EF4-FFF2-40B4-BE49-F238E27FC236}">
                    <a16:creationId xmlns:a16="http://schemas.microsoft.com/office/drawing/2014/main" id="{0A2A3027-2D94-6049-6CA2-CF5348004BDD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86637" y="5943620"/>
                <a:ext cx="4632371" cy="1271382"/>
                <a:chOff x="420751" y="3261734"/>
                <a:chExt cx="5261737" cy="1795652"/>
              </a:xfrm>
            </p:grpSpPr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38ED80CB-3141-7448-D7F1-9C3B75D45CE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818880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5AA8BC13-1E91-8B24-E234-CF82E072370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504937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9F8336B-6B8E-B1B6-2EDE-CA2B9DED681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190993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4473A523-A626-024A-2E24-6ABF227C1A4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3877049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869B5C34-BC30-D4A3-5C34-7A5EDB44D22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3563104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379A1F23-362F-D5C5-C15A-04DB7953F5E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62101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460C14D6-459D-562F-9398-BD5935064FB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1001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86856E0A-2626-F0C8-B603-75CAC89A4E4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28802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28594E02-9093-EE57-CFE4-E219A54D9E8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06602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399" name="Freeform 398">
                  <a:extLst>
                    <a:ext uri="{FF2B5EF4-FFF2-40B4-BE49-F238E27FC236}">
                      <a16:creationId xmlns:a16="http://schemas.microsoft.com/office/drawing/2014/main" id="{DE9A48F6-1035-C350-D157-08C4D2D38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84402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0" name="Freeform 399">
                  <a:extLst>
                    <a:ext uri="{FF2B5EF4-FFF2-40B4-BE49-F238E27FC236}">
                      <a16:creationId xmlns:a16="http://schemas.microsoft.com/office/drawing/2014/main" id="{787EF56B-C7FB-B41A-1983-6F24ECA42D0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62328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1" name="Freeform 400">
                  <a:extLst>
                    <a:ext uri="{FF2B5EF4-FFF2-40B4-BE49-F238E27FC236}">
                      <a16:creationId xmlns:a16="http://schemas.microsoft.com/office/drawing/2014/main" id="{978340B9-B0F2-62E7-803C-C03FFE7816F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0128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2" name="Freeform 401">
                  <a:extLst>
                    <a:ext uri="{FF2B5EF4-FFF2-40B4-BE49-F238E27FC236}">
                      <a16:creationId xmlns:a16="http://schemas.microsoft.com/office/drawing/2014/main" id="{9DA36B8E-8BB6-7BB1-C380-43663124E6F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179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3" name="Freeform 402">
                  <a:extLst>
                    <a:ext uri="{FF2B5EF4-FFF2-40B4-BE49-F238E27FC236}">
                      <a16:creationId xmlns:a16="http://schemas.microsoft.com/office/drawing/2014/main" id="{A2AFD03C-C9E4-B3D5-83AE-131682FE13B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957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4" name="Freeform 403">
                  <a:extLst>
                    <a:ext uri="{FF2B5EF4-FFF2-40B4-BE49-F238E27FC236}">
                      <a16:creationId xmlns:a16="http://schemas.microsoft.com/office/drawing/2014/main" id="{5E35CD68-23FD-56B9-1AE2-7928E206CFE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735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08F10C0C-16DD-0408-275B-6DE8C8AEED6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513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9DDB400F-CD38-BAC0-2AF8-7ECD8C89F7F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292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45733124-D9F7-4F8F-6FC7-521DF65607C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070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86564F71-221D-523C-8D15-2F51D0C44C9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848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8111561C-5DA1-0B51-83F2-EBD92D39B97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626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113B56DD-B954-BF1E-0EA6-DC743701C9C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1404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298A0883-70EA-95D8-8918-4329D8D652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3182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7D8E4048-819D-7ADA-EB7F-8524A018589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4961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AE1F3C55-041E-B243-AD70-2F1CB4E71B3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6739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0E284039-B28C-1766-1C1F-F9711E9D6AE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517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1CD9B4F9-154D-0E3F-ED92-685AEB8B1F0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295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68ACD571-D940-E18F-2803-25A1CA0FB98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3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F06C70DD-D803-37F2-1B81-9DA75C386E2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3851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F1FBD6DE-764C-B935-17BE-46160957FED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5631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87ABCBC-2A6F-D8CE-58AD-C0DB4781208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7409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5CB11CEA-65AF-49AD-A6B1-FFBDCA0FF5D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9187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B6A54701-FDB1-02FD-3E3F-410B72083F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0965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05524DB-FC66-02FA-95D1-77408409E93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2743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B33AD8C3-B8DC-E933-7F05-49441B6A9F3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4521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4" name="Freeform 423">
                  <a:extLst>
                    <a:ext uri="{FF2B5EF4-FFF2-40B4-BE49-F238E27FC236}">
                      <a16:creationId xmlns:a16="http://schemas.microsoft.com/office/drawing/2014/main" id="{B3B5B0AC-A1F0-FEE7-B8A4-76EE4F9DFAC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541136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5" name="Freeform 424">
                  <a:extLst>
                    <a:ext uri="{FF2B5EF4-FFF2-40B4-BE49-F238E27FC236}">
                      <a16:creationId xmlns:a16="http://schemas.microsoft.com/office/drawing/2014/main" id="{92549D4A-83A3-8AAF-BD03-9AF7BCE4268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975852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6" name="Freeform 425">
                  <a:extLst>
                    <a:ext uri="{FF2B5EF4-FFF2-40B4-BE49-F238E27FC236}">
                      <a16:creationId xmlns:a16="http://schemas.microsoft.com/office/drawing/2014/main" id="{D9DFE2D8-F4EA-D88F-8BEE-B95522122D6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661909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7" name="Freeform 426">
                  <a:extLst>
                    <a:ext uri="{FF2B5EF4-FFF2-40B4-BE49-F238E27FC236}">
                      <a16:creationId xmlns:a16="http://schemas.microsoft.com/office/drawing/2014/main" id="{C7E07DFC-F149-8B31-401E-CB8E9185432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347965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8" name="Freeform 427">
                  <a:extLst>
                    <a:ext uri="{FF2B5EF4-FFF2-40B4-BE49-F238E27FC236}">
                      <a16:creationId xmlns:a16="http://schemas.microsoft.com/office/drawing/2014/main" id="{6B118073-9B62-E220-1D51-FAF4CCD8AF6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4034021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29" name="Freeform 428">
                  <a:extLst>
                    <a:ext uri="{FF2B5EF4-FFF2-40B4-BE49-F238E27FC236}">
                      <a16:creationId xmlns:a16="http://schemas.microsoft.com/office/drawing/2014/main" id="{D58B8E44-7983-9899-40EE-937C884D249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3720076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0" name="Freeform 429">
                  <a:extLst>
                    <a:ext uri="{FF2B5EF4-FFF2-40B4-BE49-F238E27FC236}">
                      <a16:creationId xmlns:a16="http://schemas.microsoft.com/office/drawing/2014/main" id="{F76F8311-6BCF-06A8-ED6D-E7FC041EF03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0751" y="3406133"/>
                  <a:ext cx="5261737" cy="12700"/>
                </a:xfrm>
                <a:custGeom>
                  <a:avLst/>
                  <a:gdLst>
                    <a:gd name="csX0" fmla="*/ 0 w 5261737"/>
                    <a:gd name="csY0" fmla="*/ 0 h 12700"/>
                    <a:gd name="csX1" fmla="*/ 5261737 w 526173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261737" h="12700">
                      <a:moveTo>
                        <a:pt x="0" y="0"/>
                      </a:moveTo>
                      <a:lnTo>
                        <a:pt x="5261737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1" name="Freeform 430">
                  <a:extLst>
                    <a:ext uri="{FF2B5EF4-FFF2-40B4-BE49-F238E27FC236}">
                      <a16:creationId xmlns:a16="http://schemas.microsoft.com/office/drawing/2014/main" id="{5160452C-D601-B215-2B70-F56DBE9FCA8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739901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2" name="Freeform 431">
                  <a:extLst>
                    <a:ext uri="{FF2B5EF4-FFF2-40B4-BE49-F238E27FC236}">
                      <a16:creationId xmlns:a16="http://schemas.microsoft.com/office/drawing/2014/main" id="{881777F1-C55D-8033-A9A1-3ADE61E5AC0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917702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3" name="Freeform 432">
                  <a:extLst>
                    <a:ext uri="{FF2B5EF4-FFF2-40B4-BE49-F238E27FC236}">
                      <a16:creationId xmlns:a16="http://schemas.microsoft.com/office/drawing/2014/main" id="{CAEE06F7-0F9A-F354-69DC-EDB0BD80263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95502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4" name="Freeform 433">
                  <a:extLst>
                    <a:ext uri="{FF2B5EF4-FFF2-40B4-BE49-F238E27FC236}">
                      <a16:creationId xmlns:a16="http://schemas.microsoft.com/office/drawing/2014/main" id="{4C51300A-B9A8-C598-7C5D-96625F45FB2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273428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5" name="Freeform 434">
                  <a:extLst>
                    <a:ext uri="{FF2B5EF4-FFF2-40B4-BE49-F238E27FC236}">
                      <a16:creationId xmlns:a16="http://schemas.microsoft.com/office/drawing/2014/main" id="{A4D90C99-7E32-5A78-3C88-9E4373A3859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451228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6" name="Freeform 435">
                  <a:extLst>
                    <a:ext uri="{FF2B5EF4-FFF2-40B4-BE49-F238E27FC236}">
                      <a16:creationId xmlns:a16="http://schemas.microsoft.com/office/drawing/2014/main" id="{F6A9EC92-A66D-24E1-7CDA-A85D8D9A038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6290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7" name="Freeform 436">
                  <a:extLst>
                    <a:ext uri="{FF2B5EF4-FFF2-40B4-BE49-F238E27FC236}">
                      <a16:creationId xmlns:a16="http://schemas.microsoft.com/office/drawing/2014/main" id="{BE26E195-A755-3F04-E415-C0988FBF358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068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8" name="Freeform 437">
                  <a:extLst>
                    <a:ext uri="{FF2B5EF4-FFF2-40B4-BE49-F238E27FC236}">
                      <a16:creationId xmlns:a16="http://schemas.microsoft.com/office/drawing/2014/main" id="{4324A212-BC50-106B-B4E2-0632E31654A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9846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39" name="Freeform 438">
                  <a:extLst>
                    <a:ext uri="{FF2B5EF4-FFF2-40B4-BE49-F238E27FC236}">
                      <a16:creationId xmlns:a16="http://schemas.microsoft.com/office/drawing/2014/main" id="{28FD7202-4736-26ED-449A-6F9264A4700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16242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0" name="Freeform 439">
                  <a:extLst>
                    <a:ext uri="{FF2B5EF4-FFF2-40B4-BE49-F238E27FC236}">
                      <a16:creationId xmlns:a16="http://schemas.microsoft.com/office/drawing/2014/main" id="{3F6A48DA-8319-43AC-1ED8-D25C33124E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3403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1" name="Freeform 440">
                  <a:extLst>
                    <a:ext uri="{FF2B5EF4-FFF2-40B4-BE49-F238E27FC236}">
                      <a16:creationId xmlns:a16="http://schemas.microsoft.com/office/drawing/2014/main" id="{8A855F42-86A0-6272-D5F9-D1DDE9C3969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5181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2" name="Freeform 441">
                  <a:extLst>
                    <a:ext uri="{FF2B5EF4-FFF2-40B4-BE49-F238E27FC236}">
                      <a16:creationId xmlns:a16="http://schemas.microsoft.com/office/drawing/2014/main" id="{6BCB5896-BDD3-108F-BCD0-E9E6C33A82A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959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3" name="Freeform 442">
                  <a:extLst>
                    <a:ext uri="{FF2B5EF4-FFF2-40B4-BE49-F238E27FC236}">
                      <a16:creationId xmlns:a16="http://schemas.microsoft.com/office/drawing/2014/main" id="{851D7C0A-7ABB-F376-C0A0-4874E7DE40D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8737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4" name="Freeform 443">
                  <a:extLst>
                    <a:ext uri="{FF2B5EF4-FFF2-40B4-BE49-F238E27FC236}">
                      <a16:creationId xmlns:a16="http://schemas.microsoft.com/office/drawing/2014/main" id="{9C93F42A-3D71-2018-AFF7-0A230C2D714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0515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5" name="Freeform 444">
                  <a:extLst>
                    <a:ext uri="{FF2B5EF4-FFF2-40B4-BE49-F238E27FC236}">
                      <a16:creationId xmlns:a16="http://schemas.microsoft.com/office/drawing/2014/main" id="{3002B131-0B57-9C24-72DD-81B9A809523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229355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6" name="Freeform 445">
                  <a:extLst>
                    <a:ext uri="{FF2B5EF4-FFF2-40B4-BE49-F238E27FC236}">
                      <a16:creationId xmlns:a16="http://schemas.microsoft.com/office/drawing/2014/main" id="{8589CD8F-7EBB-84C1-82B1-725B983973C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4072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7" name="Freeform 446">
                  <a:extLst>
                    <a:ext uri="{FF2B5EF4-FFF2-40B4-BE49-F238E27FC236}">
                      <a16:creationId xmlns:a16="http://schemas.microsoft.com/office/drawing/2014/main" id="{DCFCB53B-2AF2-2417-9CDE-51762747BFF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5850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F284B64C-2B6A-1EBC-A512-8C1A02292C9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7628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D6016816-0F0A-214F-4F05-328AF635833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9406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ED565277-411C-E7AC-7BB0-0133A95B5B8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1184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4E3ECC1B-BCCC-D6A5-3AD3-794862ED53E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96283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37E55E6C-7DC5-56F3-4B2D-2ECF9339600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4742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EAB2D7CE-B06E-B4A7-306D-80E3C3E25C9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520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3E832E9B-4D01-2B44-B4A2-B5A27571DC3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8298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BAC3DDEC-BE13-C843-E984-F32F4074F66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0076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FF5FA7E4-F867-D31D-FF7B-B857759D62D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1854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99433E95-1DC5-E668-3278-67044E69CD3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363209" y="3261734"/>
                  <a:ext cx="12700" cy="1795652"/>
                </a:xfrm>
                <a:custGeom>
                  <a:avLst/>
                  <a:gdLst>
                    <a:gd name="csX0" fmla="*/ 0 w 12700"/>
                    <a:gd name="csY0" fmla="*/ 1795653 h 1795652"/>
                    <a:gd name="csX1" fmla="*/ 0 w 12700"/>
                    <a:gd name="csY1" fmla="*/ 0 h 17956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95652">
                      <a:moveTo>
                        <a:pt x="0" y="179565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8" name="Rectangle 457">
                  <a:extLst>
                    <a:ext uri="{FF2B5EF4-FFF2-40B4-BE49-F238E27FC236}">
                      <a16:creationId xmlns:a16="http://schemas.microsoft.com/office/drawing/2014/main" id="{FCD2F64C-9DFC-AA08-8975-53B4527FB5D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3782815"/>
                  <a:ext cx="160020" cy="282574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59" name="Rectangle 458">
                  <a:extLst>
                    <a:ext uri="{FF2B5EF4-FFF2-40B4-BE49-F238E27FC236}">
                      <a16:creationId xmlns:a16="http://schemas.microsoft.com/office/drawing/2014/main" id="{DCC92C29-9A36-F0A6-93B6-5F30D6D80C4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065390"/>
                  <a:ext cx="160020" cy="31368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1B9C4F00-C0D4-7926-6AF8-F455D5EB0BE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096759"/>
                  <a:ext cx="160020" cy="188340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1" name="Rectangle 460">
                  <a:extLst>
                    <a:ext uri="{FF2B5EF4-FFF2-40B4-BE49-F238E27FC236}">
                      <a16:creationId xmlns:a16="http://schemas.microsoft.com/office/drawing/2014/main" id="{7B082BEA-6353-3694-ECA8-7C669130000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285100"/>
                  <a:ext cx="160020" cy="313944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2" name="Rectangle 461">
                  <a:extLst>
                    <a:ext uri="{FF2B5EF4-FFF2-40B4-BE49-F238E27FC236}">
                      <a16:creationId xmlns:a16="http://schemas.microsoft.com/office/drawing/2014/main" id="{FC4A18C0-42DB-68BE-DB76-867EB967E6B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599044"/>
                  <a:ext cx="160020" cy="31368"/>
                </a:xfrm>
                <a:prstGeom prst="rect">
                  <a:avLst/>
                </a:prstGeom>
                <a:solidFill>
                  <a:srgbClr val="A020F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3" name="Rectangle 462">
                  <a:extLst>
                    <a:ext uri="{FF2B5EF4-FFF2-40B4-BE49-F238E27FC236}">
                      <a16:creationId xmlns:a16="http://schemas.microsoft.com/office/drawing/2014/main" id="{A4212FCA-9F71-01B4-1BF1-E66F82EA9C1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630413"/>
                  <a:ext cx="160020" cy="31368"/>
                </a:xfrm>
                <a:prstGeom prst="rect">
                  <a:avLst/>
                </a:prstGeom>
                <a:solidFill>
                  <a:srgbClr val="BEBEB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4" name="Rectangle 463">
                  <a:extLst>
                    <a:ext uri="{FF2B5EF4-FFF2-40B4-BE49-F238E27FC236}">
                      <a16:creationId xmlns:a16="http://schemas.microsoft.com/office/drawing/2014/main" id="{4D6B95EE-DC71-8EDE-E8EF-149439A9D87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661909"/>
                  <a:ext cx="160020" cy="219709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5" name="Rectangle 464">
                  <a:extLst>
                    <a:ext uri="{FF2B5EF4-FFF2-40B4-BE49-F238E27FC236}">
                      <a16:creationId xmlns:a16="http://schemas.microsoft.com/office/drawing/2014/main" id="{3F0EC5EC-EFD6-6838-7F9C-B8BBFA2737E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659892" y="4881619"/>
                  <a:ext cx="160020" cy="94233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6" name="Rectangle 465">
                  <a:extLst>
                    <a:ext uri="{FF2B5EF4-FFF2-40B4-BE49-F238E27FC236}">
                      <a16:creationId xmlns:a16="http://schemas.microsoft.com/office/drawing/2014/main" id="{F1B66820-26C8-2D5B-ED6E-13FF4C9EE21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3594474"/>
                  <a:ext cx="160019" cy="94234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7" name="Rectangle 466">
                  <a:extLst>
                    <a:ext uri="{FF2B5EF4-FFF2-40B4-BE49-F238E27FC236}">
                      <a16:creationId xmlns:a16="http://schemas.microsoft.com/office/drawing/2014/main" id="{69209703-0F1D-DF07-DD5C-F9ADF4D0C6D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3688708"/>
                  <a:ext cx="160019" cy="94234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8" name="Rectangle 467">
                  <a:extLst>
                    <a:ext uri="{FF2B5EF4-FFF2-40B4-BE49-F238E27FC236}">
                      <a16:creationId xmlns:a16="http://schemas.microsoft.com/office/drawing/2014/main" id="{94E144DB-D828-E7F5-7A66-C229C44031E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3782815"/>
                  <a:ext cx="160019" cy="408051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69" name="Rectangle 468">
                  <a:extLst>
                    <a:ext uri="{FF2B5EF4-FFF2-40B4-BE49-F238E27FC236}">
                      <a16:creationId xmlns:a16="http://schemas.microsoft.com/office/drawing/2014/main" id="{0B80CD38-C7D4-0CF6-2A2F-0D13311551E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4190993"/>
                  <a:ext cx="160019" cy="439547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0" name="Rectangle 469">
                  <a:extLst>
                    <a:ext uri="{FF2B5EF4-FFF2-40B4-BE49-F238E27FC236}">
                      <a16:creationId xmlns:a16="http://schemas.microsoft.com/office/drawing/2014/main" id="{2B6997AE-A3D0-97DF-8D3C-47041F5168A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4630413"/>
                  <a:ext cx="160019" cy="94234"/>
                </a:xfrm>
                <a:prstGeom prst="rect">
                  <a:avLst/>
                </a:prstGeom>
                <a:solidFill>
                  <a:srgbClr val="A020F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1" name="Rectangle 470">
                  <a:extLst>
                    <a:ext uri="{FF2B5EF4-FFF2-40B4-BE49-F238E27FC236}">
                      <a16:creationId xmlns:a16="http://schemas.microsoft.com/office/drawing/2014/main" id="{7DFC20C0-3800-4291-52BE-9DC9C2FA1FA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4724647"/>
                  <a:ext cx="160019" cy="62737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2" name="Rectangle 471">
                  <a:extLst>
                    <a:ext uri="{FF2B5EF4-FFF2-40B4-BE49-F238E27FC236}">
                      <a16:creationId xmlns:a16="http://schemas.microsoft.com/office/drawing/2014/main" id="{C3A961CC-203A-7529-E256-DA9C6A7F9E7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37691" y="4787385"/>
                  <a:ext cx="160019" cy="188340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3" name="Rectangle 472">
                  <a:extLst>
                    <a:ext uri="{FF2B5EF4-FFF2-40B4-BE49-F238E27FC236}">
                      <a16:creationId xmlns:a16="http://schemas.microsoft.com/office/drawing/2014/main" id="{75A94B98-0BA6-389F-8D38-0FD709AF276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504937"/>
                  <a:ext cx="160019" cy="125603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4" name="Rectangle 473">
                  <a:extLst>
                    <a:ext uri="{FF2B5EF4-FFF2-40B4-BE49-F238E27FC236}">
                      <a16:creationId xmlns:a16="http://schemas.microsoft.com/office/drawing/2014/main" id="{A7C60D34-FCC2-AC37-5457-766C9854A9F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630413"/>
                  <a:ext cx="160019" cy="94234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5" name="Rectangle 474">
                  <a:extLst>
                    <a:ext uri="{FF2B5EF4-FFF2-40B4-BE49-F238E27FC236}">
                      <a16:creationId xmlns:a16="http://schemas.microsoft.com/office/drawing/2014/main" id="{2F0146E9-BA6A-2589-2EC4-C072C1AC35C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724647"/>
                  <a:ext cx="160019" cy="62737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6" name="Rectangle 475">
                  <a:extLst>
                    <a:ext uri="{FF2B5EF4-FFF2-40B4-BE49-F238E27FC236}">
                      <a16:creationId xmlns:a16="http://schemas.microsoft.com/office/drawing/2014/main" id="{2C9E63D9-70CA-FD79-2206-FFC8D42FD81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787385"/>
                  <a:ext cx="160019" cy="12560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7" name="Rectangle 476">
                  <a:extLst>
                    <a:ext uri="{FF2B5EF4-FFF2-40B4-BE49-F238E27FC236}">
                      <a16:creationId xmlns:a16="http://schemas.microsoft.com/office/drawing/2014/main" id="{919B2485-4419-A6C4-062B-3F412994A1A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912988"/>
                  <a:ext cx="160019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8" name="Rectangle 477">
                  <a:extLst>
                    <a:ext uri="{FF2B5EF4-FFF2-40B4-BE49-F238E27FC236}">
                      <a16:creationId xmlns:a16="http://schemas.microsoft.com/office/drawing/2014/main" id="{C11828CC-3C39-03AD-0B46-37926B0E31D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015491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79" name="Rectangle 478">
                  <a:extLst>
                    <a:ext uri="{FF2B5EF4-FFF2-40B4-BE49-F238E27FC236}">
                      <a16:creationId xmlns:a16="http://schemas.microsoft.com/office/drawing/2014/main" id="{98F273F2-8FB9-73A6-CCAE-0716E50E08B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93292" y="4693278"/>
                  <a:ext cx="160019" cy="31368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0" name="Rectangle 479">
                  <a:extLst>
                    <a:ext uri="{FF2B5EF4-FFF2-40B4-BE49-F238E27FC236}">
                      <a16:creationId xmlns:a16="http://schemas.microsoft.com/office/drawing/2014/main" id="{226F1C8D-BAE5-6E0F-37DB-F3A9C15B907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93292" y="4724647"/>
                  <a:ext cx="160019" cy="219709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1" name="Rectangle 480">
                  <a:extLst>
                    <a:ext uri="{FF2B5EF4-FFF2-40B4-BE49-F238E27FC236}">
                      <a16:creationId xmlns:a16="http://schemas.microsoft.com/office/drawing/2014/main" id="{F6625F6A-B33D-7719-4F7F-56C86094076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93292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2" name="Rectangle 481">
                  <a:extLst>
                    <a:ext uri="{FF2B5EF4-FFF2-40B4-BE49-F238E27FC236}">
                      <a16:creationId xmlns:a16="http://schemas.microsoft.com/office/drawing/2014/main" id="{896945BD-7EE3-5E1A-5634-D9AF3CBAF91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1219" y="4379334"/>
                  <a:ext cx="160019" cy="94234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3" name="Rectangle 482">
                  <a:extLst>
                    <a:ext uri="{FF2B5EF4-FFF2-40B4-BE49-F238E27FC236}">
                      <a16:creationId xmlns:a16="http://schemas.microsoft.com/office/drawing/2014/main" id="{430AFD6F-4DDB-4A9E-B2AE-81BE378B103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1219" y="4473568"/>
                  <a:ext cx="160019" cy="62737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4" name="Rectangle 483">
                  <a:extLst>
                    <a:ext uri="{FF2B5EF4-FFF2-40B4-BE49-F238E27FC236}">
                      <a16:creationId xmlns:a16="http://schemas.microsoft.com/office/drawing/2014/main" id="{757DC996-7A44-F7CC-D688-87618C3BFCD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1219" y="4536306"/>
                  <a:ext cx="160019" cy="219709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5" name="Rectangle 484">
                  <a:extLst>
                    <a:ext uri="{FF2B5EF4-FFF2-40B4-BE49-F238E27FC236}">
                      <a16:creationId xmlns:a16="http://schemas.microsoft.com/office/drawing/2014/main" id="{0617A442-DE0D-8199-E6EC-EF1D8498AA5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1219" y="4756016"/>
                  <a:ext cx="160019" cy="125603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6" name="Rectangle 485">
                  <a:extLst>
                    <a:ext uri="{FF2B5EF4-FFF2-40B4-BE49-F238E27FC236}">
                      <a16:creationId xmlns:a16="http://schemas.microsoft.com/office/drawing/2014/main" id="{BF93537D-EFA6-E1A2-35DF-ABEDE8C0728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1219" y="4881619"/>
                  <a:ext cx="160019" cy="94233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7" name="Rectangle 486">
                  <a:extLst>
                    <a:ext uri="{FF2B5EF4-FFF2-40B4-BE49-F238E27FC236}">
                      <a16:creationId xmlns:a16="http://schemas.microsoft.com/office/drawing/2014/main" id="{217010A9-6DD5-2EBA-E2D9-8274BDB3FE6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9019" y="4724647"/>
                  <a:ext cx="160019" cy="3136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8" name="Rectangle 487">
                  <a:extLst>
                    <a:ext uri="{FF2B5EF4-FFF2-40B4-BE49-F238E27FC236}">
                      <a16:creationId xmlns:a16="http://schemas.microsoft.com/office/drawing/2014/main" id="{AE86D1C8-1E84-053B-B99B-8C66773A3D9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9019" y="4756016"/>
                  <a:ext cx="160019" cy="31368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89" name="Rectangle 488">
                  <a:extLst>
                    <a:ext uri="{FF2B5EF4-FFF2-40B4-BE49-F238E27FC236}">
                      <a16:creationId xmlns:a16="http://schemas.microsoft.com/office/drawing/2014/main" id="{334B39CC-7817-D86B-B4C9-BE0E683293A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9019" y="4787385"/>
                  <a:ext cx="160019" cy="31369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0" name="Rectangle 489">
                  <a:extLst>
                    <a:ext uri="{FF2B5EF4-FFF2-40B4-BE49-F238E27FC236}">
                      <a16:creationId xmlns:a16="http://schemas.microsoft.com/office/drawing/2014/main" id="{4240C7B4-C473-929C-C011-CA91B27F322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9019" y="4818881"/>
                  <a:ext cx="160019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1" name="Rectangle 490">
                  <a:extLst>
                    <a:ext uri="{FF2B5EF4-FFF2-40B4-BE49-F238E27FC236}">
                      <a16:creationId xmlns:a16="http://schemas.microsoft.com/office/drawing/2014/main" id="{289B23C2-7086-3A66-0931-32F3BCDC76A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49019" y="4850250"/>
                  <a:ext cx="160019" cy="125602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2" name="Rectangle 491">
                  <a:extLst>
                    <a:ext uri="{FF2B5EF4-FFF2-40B4-BE49-F238E27FC236}">
                      <a16:creationId xmlns:a16="http://schemas.microsoft.com/office/drawing/2014/main" id="{B00E2134-E463-63DB-D301-471720F6BEF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3343395"/>
                  <a:ext cx="160019" cy="313943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3" name="Rectangle 492">
                  <a:extLst>
                    <a:ext uri="{FF2B5EF4-FFF2-40B4-BE49-F238E27FC236}">
                      <a16:creationId xmlns:a16="http://schemas.microsoft.com/office/drawing/2014/main" id="{C5139CEA-0825-3C0D-A45D-B3CD7DF4C1C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3657339"/>
                  <a:ext cx="160019" cy="94234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4" name="Rectangle 493">
                  <a:extLst>
                    <a:ext uri="{FF2B5EF4-FFF2-40B4-BE49-F238E27FC236}">
                      <a16:creationId xmlns:a16="http://schemas.microsoft.com/office/drawing/2014/main" id="{7A4A008B-7057-0341-A311-17CEC0727F0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3751446"/>
                  <a:ext cx="160019" cy="188340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5" name="Rectangle 494">
                  <a:extLst>
                    <a:ext uri="{FF2B5EF4-FFF2-40B4-BE49-F238E27FC236}">
                      <a16:creationId xmlns:a16="http://schemas.microsoft.com/office/drawing/2014/main" id="{7EB8173E-69AE-F8E9-E4B5-2CC0193B6C5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3939787"/>
                  <a:ext cx="160019" cy="56502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6" name="Rectangle 495">
                  <a:extLst>
                    <a:ext uri="{FF2B5EF4-FFF2-40B4-BE49-F238E27FC236}">
                      <a16:creationId xmlns:a16="http://schemas.microsoft.com/office/drawing/2014/main" id="{B09670F9-D943-2EDA-72FB-8D8CE2A84D4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4504937"/>
                  <a:ext cx="160019" cy="282575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7" name="Rectangle 496">
                  <a:extLst>
                    <a:ext uri="{FF2B5EF4-FFF2-40B4-BE49-F238E27FC236}">
                      <a16:creationId xmlns:a16="http://schemas.microsoft.com/office/drawing/2014/main" id="{E5044E9B-6E7F-9D1D-1AC7-01B02EC57C2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26819" y="4787385"/>
                  <a:ext cx="160019" cy="188340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8" name="Rectangle 497">
                  <a:extLst>
                    <a:ext uri="{FF2B5EF4-FFF2-40B4-BE49-F238E27FC236}">
                      <a16:creationId xmlns:a16="http://schemas.microsoft.com/office/drawing/2014/main" id="{07A14B92-72B9-7D19-7BA2-42B2F6DF466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904619" y="4787385"/>
                  <a:ext cx="160019" cy="31369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499" name="Rectangle 498">
                  <a:extLst>
                    <a:ext uri="{FF2B5EF4-FFF2-40B4-BE49-F238E27FC236}">
                      <a16:creationId xmlns:a16="http://schemas.microsoft.com/office/drawing/2014/main" id="{93369D0E-F4CF-8E5A-5A4A-94C499B6DA2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904619" y="4818881"/>
                  <a:ext cx="160019" cy="94233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0" name="Rectangle 499">
                  <a:extLst>
                    <a:ext uri="{FF2B5EF4-FFF2-40B4-BE49-F238E27FC236}">
                      <a16:creationId xmlns:a16="http://schemas.microsoft.com/office/drawing/2014/main" id="{8F485A48-8DB6-D173-ACE4-9EE406DB25F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904619" y="4912988"/>
                  <a:ext cx="160019" cy="62737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1" name="Rectangle 500">
                  <a:extLst>
                    <a:ext uri="{FF2B5EF4-FFF2-40B4-BE49-F238E27FC236}">
                      <a16:creationId xmlns:a16="http://schemas.microsoft.com/office/drawing/2014/main" id="{2930EC5B-2633-9540-26CA-9F77EA43AAB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82419" y="4630413"/>
                  <a:ext cx="160019" cy="62737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2" name="Rectangle 501">
                  <a:extLst>
                    <a:ext uri="{FF2B5EF4-FFF2-40B4-BE49-F238E27FC236}">
                      <a16:creationId xmlns:a16="http://schemas.microsoft.com/office/drawing/2014/main" id="{3B4DE98A-FCC8-2274-2F12-211C7E8B341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82419" y="4693278"/>
                  <a:ext cx="160019" cy="62737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3" name="Rectangle 502">
                  <a:extLst>
                    <a:ext uri="{FF2B5EF4-FFF2-40B4-BE49-F238E27FC236}">
                      <a16:creationId xmlns:a16="http://schemas.microsoft.com/office/drawing/2014/main" id="{F0514E7A-5ED5-07C7-92D4-AE7EF03C23C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82419" y="4756016"/>
                  <a:ext cx="160019" cy="12560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4" name="Rectangle 503">
                  <a:extLst>
                    <a:ext uri="{FF2B5EF4-FFF2-40B4-BE49-F238E27FC236}">
                      <a16:creationId xmlns:a16="http://schemas.microsoft.com/office/drawing/2014/main" id="{381AEAF1-4697-2E06-2DCC-3EA3684F378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82419" y="4881619"/>
                  <a:ext cx="160019" cy="62737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5" name="Rectangle 504">
                  <a:extLst>
                    <a:ext uri="{FF2B5EF4-FFF2-40B4-BE49-F238E27FC236}">
                      <a16:creationId xmlns:a16="http://schemas.microsoft.com/office/drawing/2014/main" id="{5A1303BF-8CF9-59A8-0417-EBD7B2E121E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082419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6" name="Rectangle 505">
                  <a:extLst>
                    <a:ext uri="{FF2B5EF4-FFF2-40B4-BE49-F238E27FC236}">
                      <a16:creationId xmlns:a16="http://schemas.microsoft.com/office/drawing/2014/main" id="{9E1D15B8-F9C8-8FA3-32D8-6A27A022E6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60219" y="4818881"/>
                  <a:ext cx="160019" cy="62737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7" name="Rectangle 506">
                  <a:extLst>
                    <a:ext uri="{FF2B5EF4-FFF2-40B4-BE49-F238E27FC236}">
                      <a16:creationId xmlns:a16="http://schemas.microsoft.com/office/drawing/2014/main" id="{FDB556F2-DCE4-D9E9-F891-848D34A729D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60219" y="4881619"/>
                  <a:ext cx="160019" cy="94233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8" name="Rectangle 507">
                  <a:extLst>
                    <a:ext uri="{FF2B5EF4-FFF2-40B4-BE49-F238E27FC236}">
                      <a16:creationId xmlns:a16="http://schemas.microsoft.com/office/drawing/2014/main" id="{F1A8D3CD-1193-78B7-9548-9A37F85580E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38146" y="4724647"/>
                  <a:ext cx="160019" cy="94234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09" name="Rectangle 508">
                  <a:extLst>
                    <a:ext uri="{FF2B5EF4-FFF2-40B4-BE49-F238E27FC236}">
                      <a16:creationId xmlns:a16="http://schemas.microsoft.com/office/drawing/2014/main" id="{8DEAE400-AA3B-5534-5617-60727634BD6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38146" y="4818881"/>
                  <a:ext cx="160019" cy="62737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0" name="Rectangle 509">
                  <a:extLst>
                    <a:ext uri="{FF2B5EF4-FFF2-40B4-BE49-F238E27FC236}">
                      <a16:creationId xmlns:a16="http://schemas.microsoft.com/office/drawing/2014/main" id="{64E84A45-A7B9-50BB-60ED-FE41E90B86C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38146" y="4881619"/>
                  <a:ext cx="160019" cy="62737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1" name="Rectangle 510">
                  <a:extLst>
                    <a:ext uri="{FF2B5EF4-FFF2-40B4-BE49-F238E27FC236}">
                      <a16:creationId xmlns:a16="http://schemas.microsoft.com/office/drawing/2014/main" id="{8144F340-7F70-3569-6311-58780AC3AA8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38146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2" name="Rectangle 511">
                  <a:extLst>
                    <a:ext uri="{FF2B5EF4-FFF2-40B4-BE49-F238E27FC236}">
                      <a16:creationId xmlns:a16="http://schemas.microsoft.com/office/drawing/2014/main" id="{FC681D9C-5A09-E0AE-870D-CFC8891060A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253731"/>
                  <a:ext cx="160019" cy="219709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317BADCE-EE51-3765-B47D-F2B2CCE3C08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473568"/>
                  <a:ext cx="160019" cy="94234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4" name="Rectangle 513">
                  <a:extLst>
                    <a:ext uri="{FF2B5EF4-FFF2-40B4-BE49-F238E27FC236}">
                      <a16:creationId xmlns:a16="http://schemas.microsoft.com/office/drawing/2014/main" id="{DA7A8796-BCF0-63E5-F200-C09F0B91C28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567675"/>
                  <a:ext cx="160019" cy="251206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5" name="Rectangle 514">
                  <a:extLst>
                    <a:ext uri="{FF2B5EF4-FFF2-40B4-BE49-F238E27FC236}">
                      <a16:creationId xmlns:a16="http://schemas.microsoft.com/office/drawing/2014/main" id="{84F93B0E-0539-7539-8655-84BAAD5271C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818881"/>
                  <a:ext cx="160019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E71363F9-5637-D582-1416-790E6CDEE11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850250"/>
                  <a:ext cx="160019" cy="62737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7" name="Rectangle 516">
                  <a:extLst>
                    <a:ext uri="{FF2B5EF4-FFF2-40B4-BE49-F238E27FC236}">
                      <a16:creationId xmlns:a16="http://schemas.microsoft.com/office/drawing/2014/main" id="{B0B8C91C-293B-138C-45F8-9038CDD942D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615946" y="4912988"/>
                  <a:ext cx="160019" cy="62737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8" name="Rectangle 517">
                  <a:extLst>
                    <a:ext uri="{FF2B5EF4-FFF2-40B4-BE49-F238E27FC236}">
                      <a16:creationId xmlns:a16="http://schemas.microsoft.com/office/drawing/2014/main" id="{F258D28F-DE5A-AF8F-F38D-751DC76F1B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93746" y="4787385"/>
                  <a:ext cx="160019" cy="6273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19" name="Rectangle 518">
                  <a:extLst>
                    <a:ext uri="{FF2B5EF4-FFF2-40B4-BE49-F238E27FC236}">
                      <a16:creationId xmlns:a16="http://schemas.microsoft.com/office/drawing/2014/main" id="{07089077-235E-A382-38AD-29CCCD8A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93746" y="4850250"/>
                  <a:ext cx="160019" cy="9423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0" name="Rectangle 519">
                  <a:extLst>
                    <a:ext uri="{FF2B5EF4-FFF2-40B4-BE49-F238E27FC236}">
                      <a16:creationId xmlns:a16="http://schemas.microsoft.com/office/drawing/2014/main" id="{E817297F-8AEC-5E84-84D6-6C20925021E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93746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1" name="Rectangle 520">
                  <a:extLst>
                    <a:ext uri="{FF2B5EF4-FFF2-40B4-BE49-F238E27FC236}">
                      <a16:creationId xmlns:a16="http://schemas.microsoft.com/office/drawing/2014/main" id="{53FBE002-9C6F-E999-54B4-1A6D4F429E7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71546" y="4850250"/>
                  <a:ext cx="160019" cy="94233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2" name="Rectangle 521">
                  <a:extLst>
                    <a:ext uri="{FF2B5EF4-FFF2-40B4-BE49-F238E27FC236}">
                      <a16:creationId xmlns:a16="http://schemas.microsoft.com/office/drawing/2014/main" id="{9C185EE8-6CCC-8732-02B0-912ABCB4861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71546" y="4944357"/>
                  <a:ext cx="160019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3" name="Rectangle 522">
                  <a:extLst>
                    <a:ext uri="{FF2B5EF4-FFF2-40B4-BE49-F238E27FC236}">
                      <a16:creationId xmlns:a16="http://schemas.microsoft.com/office/drawing/2014/main" id="{D605AE73-34DA-5D66-CB95-B6EC8519529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327146" y="4881619"/>
                  <a:ext cx="160020" cy="3136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4" name="Rectangle 523">
                  <a:extLst>
                    <a:ext uri="{FF2B5EF4-FFF2-40B4-BE49-F238E27FC236}">
                      <a16:creationId xmlns:a16="http://schemas.microsoft.com/office/drawing/2014/main" id="{DF4CEF4E-7ED2-DAE1-1B0C-AC5CC4FCE18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327146" y="4912988"/>
                  <a:ext cx="160020" cy="31368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5" name="Rectangle 524">
                  <a:extLst>
                    <a:ext uri="{FF2B5EF4-FFF2-40B4-BE49-F238E27FC236}">
                      <a16:creationId xmlns:a16="http://schemas.microsoft.com/office/drawing/2014/main" id="{44078FFC-BA9D-525C-DF35-2A6B569BB76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327146" y="4944357"/>
                  <a:ext cx="160020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6" name="Rectangle 525">
                  <a:extLst>
                    <a:ext uri="{FF2B5EF4-FFF2-40B4-BE49-F238E27FC236}">
                      <a16:creationId xmlns:a16="http://schemas.microsoft.com/office/drawing/2014/main" id="{C35D9B1E-5AC3-C63F-E7C8-0B8A58D839D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505073" y="4850250"/>
                  <a:ext cx="160020" cy="3136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7" name="Rectangle 526">
                  <a:extLst>
                    <a:ext uri="{FF2B5EF4-FFF2-40B4-BE49-F238E27FC236}">
                      <a16:creationId xmlns:a16="http://schemas.microsoft.com/office/drawing/2014/main" id="{D9E1D374-8152-F4A5-D888-5F73CF6DFFC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505073" y="4881619"/>
                  <a:ext cx="160020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8" name="Rectangle 527">
                  <a:extLst>
                    <a:ext uri="{FF2B5EF4-FFF2-40B4-BE49-F238E27FC236}">
                      <a16:creationId xmlns:a16="http://schemas.microsoft.com/office/drawing/2014/main" id="{C33B01F9-FB0A-CA9D-C912-BB8EB7B1676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505073" y="4912988"/>
                  <a:ext cx="160020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29" name="Rectangle 528">
                  <a:extLst>
                    <a:ext uri="{FF2B5EF4-FFF2-40B4-BE49-F238E27FC236}">
                      <a16:creationId xmlns:a16="http://schemas.microsoft.com/office/drawing/2014/main" id="{76810687-0943-066F-9291-43F07EB89CE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505073" y="4944357"/>
                  <a:ext cx="160020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0" name="Rectangle 529">
                  <a:extLst>
                    <a:ext uri="{FF2B5EF4-FFF2-40B4-BE49-F238E27FC236}">
                      <a16:creationId xmlns:a16="http://schemas.microsoft.com/office/drawing/2014/main" id="{CA78C5F9-6530-3BAF-D47B-5364CF10E5D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682873" y="4881619"/>
                  <a:ext cx="160020" cy="3136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1" name="Rectangle 530">
                  <a:extLst>
                    <a:ext uri="{FF2B5EF4-FFF2-40B4-BE49-F238E27FC236}">
                      <a16:creationId xmlns:a16="http://schemas.microsoft.com/office/drawing/2014/main" id="{91E24BA9-E326-64E8-0E36-04502DA5743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682873" y="4912988"/>
                  <a:ext cx="160020" cy="62737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2" name="Rectangle 531">
                  <a:extLst>
                    <a:ext uri="{FF2B5EF4-FFF2-40B4-BE49-F238E27FC236}">
                      <a16:creationId xmlns:a16="http://schemas.microsoft.com/office/drawing/2014/main" id="{E95F7C3D-838C-8891-E1F7-12BC6FD2E11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60673" y="4787385"/>
                  <a:ext cx="160020" cy="31369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AC10C8B-C314-C57F-63B5-144BF9972A2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60673" y="4818881"/>
                  <a:ext cx="160020" cy="31368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4" name="Rectangle 533">
                  <a:extLst>
                    <a:ext uri="{FF2B5EF4-FFF2-40B4-BE49-F238E27FC236}">
                      <a16:creationId xmlns:a16="http://schemas.microsoft.com/office/drawing/2014/main" id="{3A14CF8B-98CB-D515-B7A9-F2E43D40D5B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60673" y="4850250"/>
                  <a:ext cx="160020" cy="125602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5" name="Rectangle 534">
                  <a:extLst>
                    <a:ext uri="{FF2B5EF4-FFF2-40B4-BE49-F238E27FC236}">
                      <a16:creationId xmlns:a16="http://schemas.microsoft.com/office/drawing/2014/main" id="{55175EF0-80E5-5FC1-66F1-D2C7545AC71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38473" y="4850250"/>
                  <a:ext cx="160020" cy="31368"/>
                </a:xfrm>
                <a:prstGeom prst="rect">
                  <a:avLst/>
                </a:prstGeom>
                <a:solidFill>
                  <a:srgbClr val="0064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E8420CB1-693A-1F04-BE62-CCCEB70EF97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38473" y="4881619"/>
                  <a:ext cx="160020" cy="31368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7" name="Rectangle 536">
                  <a:extLst>
                    <a:ext uri="{FF2B5EF4-FFF2-40B4-BE49-F238E27FC236}">
                      <a16:creationId xmlns:a16="http://schemas.microsoft.com/office/drawing/2014/main" id="{DF760B9F-BA4D-6D12-9FA2-F8B57140773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38473" y="4912988"/>
                  <a:ext cx="160020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8" name="Rectangle 537">
                  <a:extLst>
                    <a:ext uri="{FF2B5EF4-FFF2-40B4-BE49-F238E27FC236}">
                      <a16:creationId xmlns:a16="http://schemas.microsoft.com/office/drawing/2014/main" id="{806E2CD0-DB74-12C1-F419-24EAC36557D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38473" y="4944357"/>
                  <a:ext cx="160020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39" name="Rectangle 538">
                  <a:extLst>
                    <a:ext uri="{FF2B5EF4-FFF2-40B4-BE49-F238E27FC236}">
                      <a16:creationId xmlns:a16="http://schemas.microsoft.com/office/drawing/2014/main" id="{D58E9E65-95CB-660B-366A-01D4B083EA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16273" y="4818881"/>
                  <a:ext cx="160020" cy="62737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0" name="Rectangle 539">
                  <a:extLst>
                    <a:ext uri="{FF2B5EF4-FFF2-40B4-BE49-F238E27FC236}">
                      <a16:creationId xmlns:a16="http://schemas.microsoft.com/office/drawing/2014/main" id="{379C596D-E7D3-AAC9-4526-79604C923FD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16273" y="4881619"/>
                  <a:ext cx="160020" cy="62737"/>
                </a:xfrm>
                <a:prstGeom prst="rect">
                  <a:avLst/>
                </a:prstGeom>
                <a:solidFill>
                  <a:srgbClr val="0000FF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1" name="Rectangle 540">
                  <a:extLst>
                    <a:ext uri="{FF2B5EF4-FFF2-40B4-BE49-F238E27FC236}">
                      <a16:creationId xmlns:a16="http://schemas.microsoft.com/office/drawing/2014/main" id="{AC87EE12-53FF-6B49-814C-59C234EF47F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216273" y="4944357"/>
                  <a:ext cx="160020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2" name="Rectangle 541">
                  <a:extLst>
                    <a:ext uri="{FF2B5EF4-FFF2-40B4-BE49-F238E27FC236}">
                      <a16:creationId xmlns:a16="http://schemas.microsoft.com/office/drawing/2014/main" id="{E761B71E-CED4-DF4B-306C-C73CC361E21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394073" y="4881619"/>
                  <a:ext cx="160020" cy="62737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3" name="Rectangle 542">
                  <a:extLst>
                    <a:ext uri="{FF2B5EF4-FFF2-40B4-BE49-F238E27FC236}">
                      <a16:creationId xmlns:a16="http://schemas.microsoft.com/office/drawing/2014/main" id="{4463D2AD-BD5C-E367-10BD-2EA90BABF5D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394073" y="4944357"/>
                  <a:ext cx="160020" cy="31368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4" name="Rectangle 543">
                  <a:extLst>
                    <a:ext uri="{FF2B5EF4-FFF2-40B4-BE49-F238E27FC236}">
                      <a16:creationId xmlns:a16="http://schemas.microsoft.com/office/drawing/2014/main" id="{1C55EEE4-251B-7696-2949-8470BECBB97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572000" y="4912988"/>
                  <a:ext cx="160020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5" name="Rectangle 544">
                  <a:extLst>
                    <a:ext uri="{FF2B5EF4-FFF2-40B4-BE49-F238E27FC236}">
                      <a16:creationId xmlns:a16="http://schemas.microsoft.com/office/drawing/2014/main" id="{99A2640C-6BF2-2E6A-8BCB-3AB84E6FD64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572000" y="4944357"/>
                  <a:ext cx="160020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6" name="Rectangle 545">
                  <a:extLst>
                    <a:ext uri="{FF2B5EF4-FFF2-40B4-BE49-F238E27FC236}">
                      <a16:creationId xmlns:a16="http://schemas.microsoft.com/office/drawing/2014/main" id="{DB3897D2-8457-5DB2-A07F-EFD52D8FDBA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749800" y="4944357"/>
                  <a:ext cx="160020" cy="31368"/>
                </a:xfrm>
                <a:prstGeom prst="rect">
                  <a:avLst/>
                </a:prstGeom>
                <a:solidFill>
                  <a:srgbClr val="BEBEB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7" name="Rectangle 546">
                  <a:extLst>
                    <a:ext uri="{FF2B5EF4-FFF2-40B4-BE49-F238E27FC236}">
                      <a16:creationId xmlns:a16="http://schemas.microsoft.com/office/drawing/2014/main" id="{E85C14D4-8A76-6C5A-8F79-ADCEFB5971A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927600" y="4850250"/>
                  <a:ext cx="160020" cy="9423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8" name="Rectangle 547">
                  <a:extLst>
                    <a:ext uri="{FF2B5EF4-FFF2-40B4-BE49-F238E27FC236}">
                      <a16:creationId xmlns:a16="http://schemas.microsoft.com/office/drawing/2014/main" id="{C8F8F8FF-3C75-F4EF-9B3C-706FAE96DC7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927600" y="4944357"/>
                  <a:ext cx="160020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49" name="Rectangle 548">
                  <a:extLst>
                    <a:ext uri="{FF2B5EF4-FFF2-40B4-BE49-F238E27FC236}">
                      <a16:creationId xmlns:a16="http://schemas.microsoft.com/office/drawing/2014/main" id="{AA5B320F-0059-9820-9AE2-F93112FCCB6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105400" y="4818881"/>
                  <a:ext cx="160020" cy="31368"/>
                </a:xfrm>
                <a:prstGeom prst="rect">
                  <a:avLst/>
                </a:prstGeom>
                <a:solidFill>
                  <a:srgbClr val="FF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50" name="Rectangle 549">
                  <a:extLst>
                    <a:ext uri="{FF2B5EF4-FFF2-40B4-BE49-F238E27FC236}">
                      <a16:creationId xmlns:a16="http://schemas.microsoft.com/office/drawing/2014/main" id="{0622BF73-9521-B7FB-F8CD-8755F784A3C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105400" y="4850250"/>
                  <a:ext cx="160020" cy="94233"/>
                </a:xfrm>
                <a:prstGeom prst="rect">
                  <a:avLst/>
                </a:prstGeom>
                <a:solidFill>
                  <a:srgbClr val="0000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51" name="Rectangle 550">
                  <a:extLst>
                    <a:ext uri="{FF2B5EF4-FFF2-40B4-BE49-F238E27FC236}">
                      <a16:creationId xmlns:a16="http://schemas.microsoft.com/office/drawing/2014/main" id="{CD8D24F6-A1E6-78F2-7B27-ADD4A19D0FE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105400" y="4944357"/>
                  <a:ext cx="160020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52" name="Rectangle 551">
                  <a:extLst>
                    <a:ext uri="{FF2B5EF4-FFF2-40B4-BE49-F238E27FC236}">
                      <a16:creationId xmlns:a16="http://schemas.microsoft.com/office/drawing/2014/main" id="{A7E19F17-C3D2-8C83-43B7-091DB7CFC6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283200" y="4912988"/>
                  <a:ext cx="160020" cy="31368"/>
                </a:xfrm>
                <a:prstGeom prst="rect">
                  <a:avLst/>
                </a:prstGeom>
                <a:solidFill>
                  <a:srgbClr val="A52A2A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531593B2-0549-3B22-2798-13202F91AB1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283200" y="4944357"/>
                  <a:ext cx="160020" cy="31368"/>
                </a:xfrm>
                <a:prstGeom prst="rect">
                  <a:avLst/>
                </a:prstGeom>
                <a:solidFill>
                  <a:srgbClr val="FFA50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 sz="1100"/>
                </a:p>
              </p:txBody>
            </p:sp>
          </p:grpSp>
          <p:sp>
            <p:nvSpPr>
              <p:cNvPr id="345" name="TextBox 344">
                <a:extLst>
                  <a:ext uri="{FF2B5EF4-FFF2-40B4-BE49-F238E27FC236}">
                    <a16:creationId xmlns:a16="http://schemas.microsoft.com/office/drawing/2014/main" id="{A21B280C-79D9-C736-7420-63A51DAAF6E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91451" y="7226992"/>
                <a:ext cx="52290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0_Mixed</a:t>
                </a:r>
              </a:p>
            </p:txBody>
          </p:sp>
          <p:sp>
            <p:nvSpPr>
              <p:cNvPr id="346" name="TextBox 345">
                <a:extLst>
                  <a:ext uri="{FF2B5EF4-FFF2-40B4-BE49-F238E27FC236}">
                    <a16:creationId xmlns:a16="http://schemas.microsoft.com/office/drawing/2014/main" id="{18F1CF3D-2550-4681-FBE3-F483A439C826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581694" y="7212823"/>
                <a:ext cx="482824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 b="1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1_RGC</a:t>
                </a: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70CF9FA6-B3E6-08DF-74B5-B3AEFA4EAACB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800606" y="7185053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2_OL</a:t>
                </a:r>
              </a:p>
            </p:txBody>
          </p: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787A8586-0599-08D0-D552-54CE53E05388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872322" y="7230393"/>
                <a:ext cx="53251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3_GABA</a:t>
                </a:r>
              </a:p>
            </p:txBody>
          </p:sp>
          <p:sp>
            <p:nvSpPr>
              <p:cNvPr id="349" name="TextBox 348">
                <a:extLst>
                  <a:ext uri="{FF2B5EF4-FFF2-40B4-BE49-F238E27FC236}">
                    <a16:creationId xmlns:a16="http://schemas.microsoft.com/office/drawing/2014/main" id="{20560E1D-13CA-F6A3-32B1-CA0EB54B1BD5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081407" y="7209423"/>
                <a:ext cx="47320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4_TGN</a:t>
                </a: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E807D0DC-0E0D-C6EA-C520-ECFD5AEC4A1E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307245" y="7172017"/>
                <a:ext cx="36740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5_Di</a:t>
                </a:r>
              </a:p>
            </p:txBody>
          </p:sp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C4E63C42-91D1-0E6D-81D8-E34C6EEA4BD1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366873" y="7211123"/>
                <a:ext cx="47801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 b="1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6_NPO</a:t>
                </a:r>
              </a:p>
            </p:txBody>
          </p:sp>
          <p:sp>
            <p:nvSpPr>
              <p:cNvPr id="352" name="TextBox 351">
                <a:extLst>
                  <a:ext uri="{FF2B5EF4-FFF2-40B4-BE49-F238E27FC236}">
                    <a16:creationId xmlns:a16="http://schemas.microsoft.com/office/drawing/2014/main" id="{BE5F8341-8AD7-DB0D-E60D-95EB0A7F1EBC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487154" y="7226992"/>
                <a:ext cx="52290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7_GLUT</a:t>
                </a: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4F0AB0D6-4C7B-24D0-40CF-1A37E4CE1CAC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696215" y="7206022"/>
                <a:ext cx="46358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8_PGa</a:t>
                </a:r>
              </a:p>
            </p:txBody>
          </p:sp>
          <p:sp>
            <p:nvSpPr>
              <p:cNvPr id="354" name="TextBox 353">
                <a:extLst>
                  <a:ext uri="{FF2B5EF4-FFF2-40B4-BE49-F238E27FC236}">
                    <a16:creationId xmlns:a16="http://schemas.microsoft.com/office/drawing/2014/main" id="{60989E39-3D42-A0B4-D25F-083875F47D57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803540" y="7226992"/>
                <a:ext cx="52290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9_Mixed</a:t>
                </a:r>
              </a:p>
            </p:txBody>
          </p:sp>
          <p:sp>
            <p:nvSpPr>
              <p:cNvPr id="355" name="TextBox 354">
                <a:extLst>
                  <a:ext uri="{FF2B5EF4-FFF2-40B4-BE49-F238E27FC236}">
                    <a16:creationId xmlns:a16="http://schemas.microsoft.com/office/drawing/2014/main" id="{EE1DF92F-AB96-71F0-0F33-E3E14E73A24F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1987288" y="7216224"/>
                <a:ext cx="492443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10_nHv</a:t>
                </a:r>
              </a:p>
            </p:txBody>
          </p:sp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82919043-9105-9081-BECB-8E8BCF393800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138946" y="7211690"/>
                <a:ext cx="47961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11_MG</a:t>
                </a:r>
              </a:p>
            </p:txBody>
          </p:sp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A7136DAE-8747-AA49-0013-5A511E5385B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345470" y="7198655"/>
                <a:ext cx="44275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12_Vp</a:t>
                </a:r>
              </a:p>
            </p:txBody>
          </p: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4CD124BD-418D-EDD4-12A8-7007D7D85B31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421275" y="7228692"/>
                <a:ext cx="527709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13_OPC</a:t>
                </a:r>
              </a:p>
            </p:txBody>
          </p:sp>
          <p:sp>
            <p:nvSpPr>
              <p:cNvPr id="359" name="TextBox 358">
                <a:extLst>
                  <a:ext uri="{FF2B5EF4-FFF2-40B4-BE49-F238E27FC236}">
                    <a16:creationId xmlns:a16="http://schemas.microsoft.com/office/drawing/2014/main" id="{AD88F7A0-29F1-33A2-863F-5F8DD29A95E8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596484" y="7221891"/>
                <a:ext cx="508473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14_Vsst</a:t>
                </a:r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CBB07476-2BAF-1E84-4394-C666B06CE3D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793013" y="7203755"/>
                <a:ext cx="4571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15_EC</a:t>
                </a:r>
              </a:p>
            </p:txBody>
          </p:sp>
          <p:sp>
            <p:nvSpPr>
              <p:cNvPr id="361" name="TextBox 360">
                <a:extLst>
                  <a:ext uri="{FF2B5EF4-FFF2-40B4-BE49-F238E27FC236}">
                    <a16:creationId xmlns:a16="http://schemas.microsoft.com/office/drawing/2014/main" id="{B5251D99-9794-527A-9B03-39B53CC3C9A8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2915603" y="7217924"/>
                <a:ext cx="49725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16_nHd</a:t>
                </a:r>
              </a:p>
            </p:txBody>
          </p:sp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1C6B7CE-0FD4-D7CD-FAF8-4FD65953095D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097928" y="7208856"/>
                <a:ext cx="471604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17_PSi</a:t>
                </a:r>
              </a:p>
            </p:txBody>
          </p:sp>
          <p:sp>
            <p:nvSpPr>
              <p:cNvPr id="363" name="TextBox 362">
                <a:extLst>
                  <a:ext uri="{FF2B5EF4-FFF2-40B4-BE49-F238E27FC236}">
                    <a16:creationId xmlns:a16="http://schemas.microsoft.com/office/drawing/2014/main" id="{BB970B68-8F8E-D164-5995-2E6F69E5C961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261497" y="7206249"/>
                <a:ext cx="46423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18_PG</a:t>
                </a:r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345354B8-A611-8DCA-945F-2FF1CB023E3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310183" y="7247962"/>
                <a:ext cx="582211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19_GABA</a:t>
                </a:r>
              </a:p>
            </p:txBody>
          </p:sp>
          <p:sp>
            <p:nvSpPr>
              <p:cNvPr id="365" name="TextBox 364">
                <a:extLst>
                  <a:ext uri="{FF2B5EF4-FFF2-40B4-BE49-F238E27FC236}">
                    <a16:creationId xmlns:a16="http://schemas.microsoft.com/office/drawing/2014/main" id="{968375B8-A15F-84BC-D6AD-E8350291F05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475625" y="7246262"/>
                <a:ext cx="57740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20_Leuko</a:t>
                </a:r>
              </a:p>
            </p:txBody>
          </p:sp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285D607B-402A-3D6D-67DD-BBF944E56449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626571" y="7247962"/>
                <a:ext cx="582211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21_GABA</a:t>
                </a:r>
              </a:p>
            </p:txBody>
          </p:sp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A16DD9B4-3FFF-DF3B-7BF8-50EDE0DA26E7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896550" y="7202055"/>
                <a:ext cx="45236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22_PS</a:t>
                </a:r>
              </a:p>
            </p:txBody>
          </p:sp>
          <p:sp>
            <p:nvSpPr>
              <p:cNvPr id="368" name="TextBox 367">
                <a:extLst>
                  <a:ext uri="{FF2B5EF4-FFF2-40B4-BE49-F238E27FC236}">
                    <a16:creationId xmlns:a16="http://schemas.microsoft.com/office/drawing/2014/main" id="{666DD96B-0823-51AE-1C11-23FB7FBEA805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3992730" y="7226425"/>
                <a:ext cx="521297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23_NLTi</a:t>
                </a:r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D9E27CD7-05B1-9934-D70E-718893608CDB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4107156" y="7244561"/>
                <a:ext cx="572593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24_Mixed</a:t>
                </a:r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87F28AAF-7467-034C-C5A9-B6B055EA9CB5}"/>
                  </a:ext>
                </a:extLst>
              </p:cNvPr>
              <p:cNvSpPr txBox="1">
                <a:spLocks/>
              </p:cNvSpPr>
              <p:nvPr/>
            </p:nvSpPr>
            <p:spPr>
              <a:xfrm rot="18900000">
                <a:off x="4255957" y="7247962"/>
                <a:ext cx="582211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25_GABA</a:t>
                </a:r>
              </a:p>
            </p:txBody>
          </p:sp>
        </p:grp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EDCEA7CE-7487-4A81-60AB-4758AE7C1B38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-109025" y="6425506"/>
              <a:ext cx="6639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DEGs</a:t>
              </a:r>
            </a:p>
          </p:txBody>
        </p:sp>
      </p:grpSp>
      <p:grpSp>
        <p:nvGrpSpPr>
          <p:cNvPr id="11031" name="Group 11030">
            <a:extLst>
              <a:ext uri="{FF2B5EF4-FFF2-40B4-BE49-F238E27FC236}">
                <a16:creationId xmlns:a16="http://schemas.microsoft.com/office/drawing/2014/main" id="{0C49617D-D750-C9BB-674D-87DA866F1351}"/>
              </a:ext>
            </a:extLst>
          </p:cNvPr>
          <p:cNvGrpSpPr/>
          <p:nvPr/>
        </p:nvGrpSpPr>
        <p:grpSpPr>
          <a:xfrm>
            <a:off x="5139629" y="5816206"/>
            <a:ext cx="1802618" cy="1765883"/>
            <a:chOff x="5139629" y="5803290"/>
            <a:chExt cx="1802618" cy="1765883"/>
          </a:xfrm>
        </p:grpSpPr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27E40CF-3EE3-87B6-A4CE-A915A2D492BA}"/>
                </a:ext>
              </a:extLst>
            </p:cNvPr>
            <p:cNvSpPr txBox="1">
              <a:spLocks/>
            </p:cNvSpPr>
            <p:nvPr/>
          </p:nvSpPr>
          <p:spPr>
            <a:xfrm>
              <a:off x="5222327" y="5803290"/>
              <a:ext cx="101822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1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Classification</a:t>
              </a:r>
              <a:endParaRPr lang="en-US" sz="140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7CB0E4B1-5F92-C1F0-9AC5-B28064F15C70}"/>
                </a:ext>
              </a:extLst>
            </p:cNvPr>
            <p:cNvGrpSpPr/>
            <p:nvPr/>
          </p:nvGrpSpPr>
          <p:grpSpPr>
            <a:xfrm>
              <a:off x="5139629" y="6006317"/>
              <a:ext cx="1373013" cy="230832"/>
              <a:chOff x="5209775" y="6139490"/>
              <a:chExt cx="1373013" cy="230832"/>
            </a:xfrm>
          </p:grpSpPr>
          <p:sp>
            <p:nvSpPr>
              <p:cNvPr id="374" name="Rectangle 373">
                <a:extLst>
                  <a:ext uri="{FF2B5EF4-FFF2-40B4-BE49-F238E27FC236}">
                    <a16:creationId xmlns:a16="http://schemas.microsoft.com/office/drawing/2014/main" id="{195D0D77-8536-1B95-ADE9-777827163E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168863"/>
                <a:ext cx="177330" cy="173736"/>
              </a:xfrm>
              <a:prstGeom prst="rect">
                <a:avLst/>
              </a:prstGeom>
              <a:solidFill>
                <a:srgbClr val="FF000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F738B039-30C8-6662-E57B-C7C5DEB4D00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139490"/>
                <a:ext cx="1255472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Early Downregulated</a:t>
                </a:r>
              </a:p>
            </p:txBody>
          </p:sp>
        </p:grp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4F2B3E87-8088-9C2B-FD0E-9E1C4E29F7DC}"/>
                </a:ext>
              </a:extLst>
            </p:cNvPr>
            <p:cNvGrpSpPr/>
            <p:nvPr/>
          </p:nvGrpSpPr>
          <p:grpSpPr>
            <a:xfrm>
              <a:off x="5139629" y="6201929"/>
              <a:ext cx="1225537" cy="230832"/>
              <a:chOff x="5209775" y="6302131"/>
              <a:chExt cx="1225537" cy="230832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2B801D28-07F2-FAD5-06BE-7125739C15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324247"/>
                <a:ext cx="177330" cy="173736"/>
              </a:xfrm>
              <a:prstGeom prst="rect">
                <a:avLst/>
              </a:prstGeom>
              <a:solidFill>
                <a:srgbClr val="00640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F41E7196-8EB8-D4C5-C62A-9B09A6AEDC8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302131"/>
                <a:ext cx="110799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Early Upregulated</a:t>
                </a:r>
              </a:p>
            </p:txBody>
          </p:sp>
        </p:grpSp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75A83FA5-446B-A4BE-1E9E-A9C6857BB766}"/>
                </a:ext>
              </a:extLst>
            </p:cNvPr>
            <p:cNvGrpSpPr/>
            <p:nvPr/>
          </p:nvGrpSpPr>
          <p:grpSpPr>
            <a:xfrm>
              <a:off x="5139629" y="6383027"/>
              <a:ext cx="1334541" cy="230832"/>
              <a:chOff x="5209775" y="6450259"/>
              <a:chExt cx="1334541" cy="230832"/>
            </a:xfrm>
          </p:grpSpPr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EBA63B43-A2F5-C1D1-8D27-6877BAB846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479632"/>
                <a:ext cx="177330" cy="173736"/>
              </a:xfrm>
              <a:prstGeom prst="rect">
                <a:avLst/>
              </a:prstGeom>
              <a:solidFill>
                <a:srgbClr val="0000FF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9E918EC8-6722-6C31-C3A2-F3B36EB202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450259"/>
                <a:ext cx="121700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Late Downregulated</a:t>
                </a:r>
              </a:p>
            </p:txBody>
          </p:sp>
        </p:grpSp>
        <p:grpSp>
          <p:nvGrpSpPr>
            <p:cNvPr id="558" name="Group 557">
              <a:extLst>
                <a:ext uri="{FF2B5EF4-FFF2-40B4-BE49-F238E27FC236}">
                  <a16:creationId xmlns:a16="http://schemas.microsoft.com/office/drawing/2014/main" id="{CDA7A73E-1D38-782A-D5C7-BA9219E7A2F0}"/>
                </a:ext>
              </a:extLst>
            </p:cNvPr>
            <p:cNvGrpSpPr/>
            <p:nvPr/>
          </p:nvGrpSpPr>
          <p:grpSpPr>
            <a:xfrm>
              <a:off x="5139629" y="6578639"/>
              <a:ext cx="1187065" cy="230832"/>
              <a:chOff x="5209775" y="6612900"/>
              <a:chExt cx="1187065" cy="230832"/>
            </a:xfrm>
          </p:grpSpPr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0ABBEBF3-BBF7-04F9-371C-4D68F36925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635016"/>
                <a:ext cx="177330" cy="173736"/>
              </a:xfrm>
              <a:prstGeom prst="rect">
                <a:avLst/>
              </a:prstGeom>
              <a:solidFill>
                <a:srgbClr val="00000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368614E9-A896-ACB5-A03E-1485F3D2A5D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612900"/>
                <a:ext cx="1069524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Late Upregulated</a:t>
                </a:r>
              </a:p>
            </p:txBody>
          </p: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DF9A0635-152B-F593-3724-32FCBF47D6B6}"/>
                </a:ext>
              </a:extLst>
            </p:cNvPr>
            <p:cNvGrpSpPr/>
            <p:nvPr/>
          </p:nvGrpSpPr>
          <p:grpSpPr>
            <a:xfrm>
              <a:off x="5139629" y="6766994"/>
              <a:ext cx="1802618" cy="230832"/>
              <a:chOff x="5209775" y="6768284"/>
              <a:chExt cx="1802618" cy="230832"/>
            </a:xfrm>
          </p:grpSpPr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7BDC3D9C-2C6F-EFAF-BCD2-1C9B1757A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790400"/>
                <a:ext cx="177330" cy="173736"/>
              </a:xfrm>
              <a:prstGeom prst="rect">
                <a:avLst/>
              </a:prstGeom>
              <a:solidFill>
                <a:srgbClr val="A020F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DEEA057F-0AE4-C51E-8BCD-4E362C9727D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768284"/>
                <a:ext cx="168507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Progressively Downregulated</a:t>
                </a:r>
              </a:p>
            </p:txBody>
          </p:sp>
        </p:grpSp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A4EF1FE1-B4F5-07D5-0468-40726E3C74EF}"/>
                </a:ext>
              </a:extLst>
            </p:cNvPr>
            <p:cNvGrpSpPr/>
            <p:nvPr/>
          </p:nvGrpSpPr>
          <p:grpSpPr>
            <a:xfrm>
              <a:off x="5139629" y="6955349"/>
              <a:ext cx="1655141" cy="230832"/>
              <a:chOff x="5209775" y="6923669"/>
              <a:chExt cx="1655141" cy="230832"/>
            </a:xfrm>
          </p:grpSpPr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95028C64-0968-CF74-E533-E8A7B4710B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6945785"/>
                <a:ext cx="177330" cy="173736"/>
              </a:xfrm>
              <a:prstGeom prst="rect">
                <a:avLst/>
              </a:prstGeom>
              <a:solidFill>
                <a:srgbClr val="BEBEBE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7" name="TextBox 386">
                <a:extLst>
                  <a:ext uri="{FF2B5EF4-FFF2-40B4-BE49-F238E27FC236}">
                    <a16:creationId xmlns:a16="http://schemas.microsoft.com/office/drawing/2014/main" id="{A0A51F5D-B876-ABA8-66CE-3EE3F336F4B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6923669"/>
                <a:ext cx="153760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Progressively Upregulated</a:t>
                </a:r>
              </a:p>
            </p:txBody>
          </p:sp>
        </p:grp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C7C78504-76B4-29AE-53FC-FB1F15AA90DB}"/>
                </a:ext>
              </a:extLst>
            </p:cNvPr>
            <p:cNvGrpSpPr/>
            <p:nvPr/>
          </p:nvGrpSpPr>
          <p:grpSpPr>
            <a:xfrm>
              <a:off x="5139629" y="7131227"/>
              <a:ext cx="1674377" cy="230832"/>
              <a:chOff x="5209775" y="7076668"/>
              <a:chExt cx="1674377" cy="230832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8B9DD668-7260-7CFC-79E7-D338A4D0F7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7111156"/>
                <a:ext cx="177330" cy="173736"/>
              </a:xfrm>
              <a:prstGeom prst="rect">
                <a:avLst/>
              </a:prstGeom>
              <a:solidFill>
                <a:srgbClr val="A52A2A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E33017DD-0C11-075D-E6A8-61E43CB23ED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16" y="7076668"/>
                <a:ext cx="155683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Transiently Downregulated</a:t>
                </a:r>
              </a:p>
            </p:txBody>
          </p: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5E505345-A52C-CA5B-0029-A20CACDDC149}"/>
                </a:ext>
              </a:extLst>
            </p:cNvPr>
            <p:cNvGrpSpPr/>
            <p:nvPr/>
          </p:nvGrpSpPr>
          <p:grpSpPr>
            <a:xfrm>
              <a:off x="5139629" y="7338341"/>
              <a:ext cx="1526893" cy="230832"/>
              <a:chOff x="5209775" y="7495698"/>
              <a:chExt cx="1526893" cy="230832"/>
            </a:xfrm>
          </p:grpSpPr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5347573A-1FA0-D3F4-EC1B-6A50101CE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09775" y="7517661"/>
                <a:ext cx="177330" cy="173736"/>
              </a:xfrm>
              <a:prstGeom prst="rect">
                <a:avLst/>
              </a:prstGeom>
              <a:solidFill>
                <a:srgbClr val="FFA500"/>
              </a:solidFill>
              <a:ln w="13589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sz="1100"/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5053EAB-CC31-BD54-4543-B01A5919B0A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7308" y="7495698"/>
                <a:ext cx="140936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9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Transiently Upregulated</a:t>
                </a:r>
              </a:p>
            </p:txBody>
          </p:sp>
        </p:grpSp>
      </p:grpSp>
      <p:sp>
        <p:nvSpPr>
          <p:cNvPr id="563" name="TextBox 562">
            <a:extLst>
              <a:ext uri="{FF2B5EF4-FFF2-40B4-BE49-F238E27FC236}">
                <a16:creationId xmlns:a16="http://schemas.microsoft.com/office/drawing/2014/main" id="{0F6E5084-81F4-81BD-97CD-EF5190CFC371}"/>
              </a:ext>
            </a:extLst>
          </p:cNvPr>
          <p:cNvSpPr txBox="1"/>
          <p:nvPr/>
        </p:nvSpPr>
        <p:spPr>
          <a:xfrm>
            <a:off x="0" y="4205498"/>
            <a:ext cx="298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d</a:t>
            </a: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8FF2F262-2F7B-2A78-0055-B2C0BBE16E75}"/>
              </a:ext>
            </a:extLst>
          </p:cNvPr>
          <p:cNvSpPr txBox="1"/>
          <p:nvPr/>
        </p:nvSpPr>
        <p:spPr>
          <a:xfrm>
            <a:off x="1840523" y="4205498"/>
            <a:ext cx="298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e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B9B9B95B-0F0A-0DF3-948C-CCA001578FC8}"/>
              </a:ext>
            </a:extLst>
          </p:cNvPr>
          <p:cNvSpPr txBox="1"/>
          <p:nvPr/>
        </p:nvSpPr>
        <p:spPr>
          <a:xfrm>
            <a:off x="3505658" y="4205498"/>
            <a:ext cx="298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g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3866BDA4-EEAF-5D92-2D35-76D4612ECB55}"/>
              </a:ext>
            </a:extLst>
          </p:cNvPr>
          <p:cNvSpPr txBox="1"/>
          <p:nvPr/>
        </p:nvSpPr>
        <p:spPr>
          <a:xfrm>
            <a:off x="2464725" y="4080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</a:p>
        </p:txBody>
      </p:sp>
      <p:sp>
        <p:nvSpPr>
          <p:cNvPr id="7199" name="TextBox 7198">
            <a:extLst>
              <a:ext uri="{FF2B5EF4-FFF2-40B4-BE49-F238E27FC236}">
                <a16:creationId xmlns:a16="http://schemas.microsoft.com/office/drawing/2014/main" id="{6F7CA720-12BF-C47C-193B-FC8854F056AA}"/>
              </a:ext>
            </a:extLst>
          </p:cNvPr>
          <p:cNvSpPr txBox="1"/>
          <p:nvPr/>
        </p:nvSpPr>
        <p:spPr>
          <a:xfrm>
            <a:off x="7172666" y="1129395"/>
            <a:ext cx="1847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endParaRPr lang="en-US" sz="800" b="1" spc="0" baseline="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7202" name="TextBox 7201">
            <a:extLst>
              <a:ext uri="{FF2B5EF4-FFF2-40B4-BE49-F238E27FC236}">
                <a16:creationId xmlns:a16="http://schemas.microsoft.com/office/drawing/2014/main" id="{764029CB-C864-F3BC-58A5-E0164D76BEC3}"/>
              </a:ext>
            </a:extLst>
          </p:cNvPr>
          <p:cNvSpPr txBox="1"/>
          <p:nvPr/>
        </p:nvSpPr>
        <p:spPr>
          <a:xfrm>
            <a:off x="5498925" y="2151780"/>
            <a:ext cx="144113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>
                <a:latin typeface="Arial" panose="020B0604020202020204" pitchFamily="34" charset="0"/>
                <a:cs typeface="Arial" panose="020B0604020202020204" pitchFamily="34" charset="0"/>
              </a:rPr>
              <a:t>Proportion of Region</a:t>
            </a:r>
          </a:p>
        </p:txBody>
      </p:sp>
      <p:grpSp>
        <p:nvGrpSpPr>
          <p:cNvPr id="7296" name="Group 7295">
            <a:extLst>
              <a:ext uri="{FF2B5EF4-FFF2-40B4-BE49-F238E27FC236}">
                <a16:creationId xmlns:a16="http://schemas.microsoft.com/office/drawing/2014/main" id="{F50182E6-1051-5765-DCA3-84518046CC80}"/>
              </a:ext>
            </a:extLst>
          </p:cNvPr>
          <p:cNvGrpSpPr/>
          <p:nvPr/>
        </p:nvGrpSpPr>
        <p:grpSpPr>
          <a:xfrm rot="16200000">
            <a:off x="6078914" y="1837919"/>
            <a:ext cx="329622" cy="1274267"/>
            <a:chOff x="5993310" y="1913921"/>
            <a:chExt cx="329622" cy="2158460"/>
          </a:xfrm>
        </p:grpSpPr>
        <p:sp>
          <p:nvSpPr>
            <p:cNvPr id="7205" name="Rectangle 7204">
              <a:extLst>
                <a:ext uri="{FF2B5EF4-FFF2-40B4-BE49-F238E27FC236}">
                  <a16:creationId xmlns:a16="http://schemas.microsoft.com/office/drawing/2014/main" id="{D95E8897-BEA8-9799-9F58-9110DC0595B6}"/>
                </a:ext>
              </a:extLst>
            </p:cNvPr>
            <p:cNvSpPr/>
            <p:nvPr/>
          </p:nvSpPr>
          <p:spPr>
            <a:xfrm>
              <a:off x="5993310" y="3925164"/>
              <a:ext cx="126908" cy="19050"/>
            </a:xfrm>
            <a:prstGeom prst="rect">
              <a:avLst/>
            </a:prstGeom>
            <a:solidFill>
              <a:srgbClr val="F2F2F2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Rectangle 7205">
              <a:extLst>
                <a:ext uri="{FF2B5EF4-FFF2-40B4-BE49-F238E27FC236}">
                  <a16:creationId xmlns:a16="http://schemas.microsoft.com/office/drawing/2014/main" id="{90105647-C16E-3D13-AD75-2EA255737D35}"/>
                </a:ext>
              </a:extLst>
            </p:cNvPr>
            <p:cNvSpPr/>
            <p:nvPr/>
          </p:nvSpPr>
          <p:spPr>
            <a:xfrm>
              <a:off x="5993310" y="3906114"/>
              <a:ext cx="126908" cy="19050"/>
            </a:xfrm>
            <a:prstGeom prst="rect">
              <a:avLst/>
            </a:prstGeom>
            <a:solidFill>
              <a:srgbClr val="F2EFEA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7" name="Rectangle 7206">
              <a:extLst>
                <a:ext uri="{FF2B5EF4-FFF2-40B4-BE49-F238E27FC236}">
                  <a16:creationId xmlns:a16="http://schemas.microsoft.com/office/drawing/2014/main" id="{D1A5FF73-91F0-72BE-5D89-10ACACA0D822}"/>
                </a:ext>
              </a:extLst>
            </p:cNvPr>
            <p:cNvSpPr/>
            <p:nvPr/>
          </p:nvSpPr>
          <p:spPr>
            <a:xfrm>
              <a:off x="5993310" y="3887064"/>
              <a:ext cx="126908" cy="19050"/>
            </a:xfrm>
            <a:prstGeom prst="rect">
              <a:avLst/>
            </a:prstGeom>
            <a:solidFill>
              <a:srgbClr val="F2EDE3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Rectangle 7207">
              <a:extLst>
                <a:ext uri="{FF2B5EF4-FFF2-40B4-BE49-F238E27FC236}">
                  <a16:creationId xmlns:a16="http://schemas.microsoft.com/office/drawing/2014/main" id="{897D558A-668D-80D4-1BFE-ADDF1B2B3B64}"/>
                </a:ext>
              </a:extLst>
            </p:cNvPr>
            <p:cNvSpPr/>
            <p:nvPr/>
          </p:nvSpPr>
          <p:spPr>
            <a:xfrm>
              <a:off x="5993310" y="3868014"/>
              <a:ext cx="126908" cy="19050"/>
            </a:xfrm>
            <a:prstGeom prst="rect">
              <a:avLst/>
            </a:prstGeom>
            <a:solidFill>
              <a:srgbClr val="F3EBDB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Rectangle 7208">
              <a:extLst>
                <a:ext uri="{FF2B5EF4-FFF2-40B4-BE49-F238E27FC236}">
                  <a16:creationId xmlns:a16="http://schemas.microsoft.com/office/drawing/2014/main" id="{DFA250B7-D989-4F11-E59F-631C3DCEACA2}"/>
                </a:ext>
              </a:extLst>
            </p:cNvPr>
            <p:cNvSpPr/>
            <p:nvPr/>
          </p:nvSpPr>
          <p:spPr>
            <a:xfrm>
              <a:off x="5993310" y="3848964"/>
              <a:ext cx="126908" cy="19050"/>
            </a:xfrm>
            <a:prstGeom prst="rect">
              <a:avLst/>
            </a:prstGeom>
            <a:solidFill>
              <a:srgbClr val="F3E8D4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Rectangle 7209">
              <a:extLst>
                <a:ext uri="{FF2B5EF4-FFF2-40B4-BE49-F238E27FC236}">
                  <a16:creationId xmlns:a16="http://schemas.microsoft.com/office/drawing/2014/main" id="{9E4F6CE5-A794-5ECE-2CF4-7955A30C8E12}"/>
                </a:ext>
              </a:extLst>
            </p:cNvPr>
            <p:cNvSpPr/>
            <p:nvPr/>
          </p:nvSpPr>
          <p:spPr>
            <a:xfrm>
              <a:off x="5993310" y="3829914"/>
              <a:ext cx="126908" cy="19050"/>
            </a:xfrm>
            <a:prstGeom prst="rect">
              <a:avLst/>
            </a:prstGeom>
            <a:solidFill>
              <a:srgbClr val="F3E6CD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Rectangle 7210">
              <a:extLst>
                <a:ext uri="{FF2B5EF4-FFF2-40B4-BE49-F238E27FC236}">
                  <a16:creationId xmlns:a16="http://schemas.microsoft.com/office/drawing/2014/main" id="{3D36FE3F-D282-853E-D6D6-E9566B8FEB1D}"/>
                </a:ext>
              </a:extLst>
            </p:cNvPr>
            <p:cNvSpPr/>
            <p:nvPr/>
          </p:nvSpPr>
          <p:spPr>
            <a:xfrm>
              <a:off x="5993310" y="3810864"/>
              <a:ext cx="126908" cy="19050"/>
            </a:xfrm>
            <a:prstGeom prst="rect">
              <a:avLst/>
            </a:prstGeom>
            <a:solidFill>
              <a:srgbClr val="F4E3C5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Rectangle 7211">
              <a:extLst>
                <a:ext uri="{FF2B5EF4-FFF2-40B4-BE49-F238E27FC236}">
                  <a16:creationId xmlns:a16="http://schemas.microsoft.com/office/drawing/2014/main" id="{B3C19EAD-8ED4-808D-9393-AF82640C8654}"/>
                </a:ext>
              </a:extLst>
            </p:cNvPr>
            <p:cNvSpPr/>
            <p:nvPr/>
          </p:nvSpPr>
          <p:spPr>
            <a:xfrm>
              <a:off x="5993310" y="3791814"/>
              <a:ext cx="126908" cy="19050"/>
            </a:xfrm>
            <a:prstGeom prst="rect">
              <a:avLst/>
            </a:prstGeom>
            <a:solidFill>
              <a:srgbClr val="F4E1BE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Rectangle 7212">
              <a:extLst>
                <a:ext uri="{FF2B5EF4-FFF2-40B4-BE49-F238E27FC236}">
                  <a16:creationId xmlns:a16="http://schemas.microsoft.com/office/drawing/2014/main" id="{5C8A956F-4DA0-6566-0DFD-6C10D31CF23C}"/>
                </a:ext>
              </a:extLst>
            </p:cNvPr>
            <p:cNvSpPr/>
            <p:nvPr/>
          </p:nvSpPr>
          <p:spPr>
            <a:xfrm>
              <a:off x="5993310" y="3772764"/>
              <a:ext cx="126908" cy="19050"/>
            </a:xfrm>
            <a:prstGeom prst="rect">
              <a:avLst/>
            </a:prstGeom>
            <a:solidFill>
              <a:srgbClr val="F5DFB7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Rectangle 7213">
              <a:extLst>
                <a:ext uri="{FF2B5EF4-FFF2-40B4-BE49-F238E27FC236}">
                  <a16:creationId xmlns:a16="http://schemas.microsoft.com/office/drawing/2014/main" id="{F0F2D9F2-8EAD-EC3B-59A5-C82555034EDA}"/>
                </a:ext>
              </a:extLst>
            </p:cNvPr>
            <p:cNvSpPr/>
            <p:nvPr/>
          </p:nvSpPr>
          <p:spPr>
            <a:xfrm>
              <a:off x="5993310" y="3753714"/>
              <a:ext cx="126908" cy="19050"/>
            </a:xfrm>
            <a:prstGeom prst="rect">
              <a:avLst/>
            </a:prstGeom>
            <a:solidFill>
              <a:srgbClr val="F5DDB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Rectangle 7214">
              <a:extLst>
                <a:ext uri="{FF2B5EF4-FFF2-40B4-BE49-F238E27FC236}">
                  <a16:creationId xmlns:a16="http://schemas.microsoft.com/office/drawing/2014/main" id="{D1E848C1-8E52-86ED-89E9-A1211D619E50}"/>
                </a:ext>
              </a:extLst>
            </p:cNvPr>
            <p:cNvSpPr/>
            <p:nvPr/>
          </p:nvSpPr>
          <p:spPr>
            <a:xfrm>
              <a:off x="5993310" y="3734664"/>
              <a:ext cx="126908" cy="19050"/>
            </a:xfrm>
            <a:prstGeom prst="rect">
              <a:avLst/>
            </a:prstGeom>
            <a:solidFill>
              <a:srgbClr val="F5DAA8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Rectangle 7215">
              <a:extLst>
                <a:ext uri="{FF2B5EF4-FFF2-40B4-BE49-F238E27FC236}">
                  <a16:creationId xmlns:a16="http://schemas.microsoft.com/office/drawing/2014/main" id="{187005F1-762F-8BD0-AD35-0EA9C3952F1B}"/>
                </a:ext>
              </a:extLst>
            </p:cNvPr>
            <p:cNvSpPr/>
            <p:nvPr/>
          </p:nvSpPr>
          <p:spPr>
            <a:xfrm>
              <a:off x="5993310" y="3715614"/>
              <a:ext cx="126908" cy="19050"/>
            </a:xfrm>
            <a:prstGeom prst="rect">
              <a:avLst/>
            </a:prstGeom>
            <a:solidFill>
              <a:srgbClr val="F6D8A1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Rectangle 7216">
              <a:extLst>
                <a:ext uri="{FF2B5EF4-FFF2-40B4-BE49-F238E27FC236}">
                  <a16:creationId xmlns:a16="http://schemas.microsoft.com/office/drawing/2014/main" id="{FF78A45A-A34B-F6EF-41D7-7C125F5D0EB5}"/>
                </a:ext>
              </a:extLst>
            </p:cNvPr>
            <p:cNvSpPr/>
            <p:nvPr/>
          </p:nvSpPr>
          <p:spPr>
            <a:xfrm>
              <a:off x="5993310" y="3696564"/>
              <a:ext cx="126908" cy="19050"/>
            </a:xfrm>
            <a:prstGeom prst="rect">
              <a:avLst/>
            </a:prstGeom>
            <a:solidFill>
              <a:srgbClr val="F6D69A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8" name="Rectangle 7217">
              <a:extLst>
                <a:ext uri="{FF2B5EF4-FFF2-40B4-BE49-F238E27FC236}">
                  <a16:creationId xmlns:a16="http://schemas.microsoft.com/office/drawing/2014/main" id="{31BDB0ED-3BE7-4F60-6B60-73AEB255C21C}"/>
                </a:ext>
              </a:extLst>
            </p:cNvPr>
            <p:cNvSpPr/>
            <p:nvPr/>
          </p:nvSpPr>
          <p:spPr>
            <a:xfrm>
              <a:off x="5993310" y="3677514"/>
              <a:ext cx="126908" cy="19050"/>
            </a:xfrm>
            <a:prstGeom prst="rect">
              <a:avLst/>
            </a:prstGeom>
            <a:solidFill>
              <a:srgbClr val="F7D392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9" name="Rectangle 7218">
              <a:extLst>
                <a:ext uri="{FF2B5EF4-FFF2-40B4-BE49-F238E27FC236}">
                  <a16:creationId xmlns:a16="http://schemas.microsoft.com/office/drawing/2014/main" id="{85BA8BE3-26A1-DA31-B5E9-5167F010A0F2}"/>
                </a:ext>
              </a:extLst>
            </p:cNvPr>
            <p:cNvSpPr/>
            <p:nvPr/>
          </p:nvSpPr>
          <p:spPr>
            <a:xfrm>
              <a:off x="5993310" y="3658464"/>
              <a:ext cx="126908" cy="19050"/>
            </a:xfrm>
            <a:prstGeom prst="rect">
              <a:avLst/>
            </a:prstGeom>
            <a:solidFill>
              <a:srgbClr val="F7D18B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Rectangle 7219">
              <a:extLst>
                <a:ext uri="{FF2B5EF4-FFF2-40B4-BE49-F238E27FC236}">
                  <a16:creationId xmlns:a16="http://schemas.microsoft.com/office/drawing/2014/main" id="{B3810F32-3894-0CE0-38F3-5C487355B4F4}"/>
                </a:ext>
              </a:extLst>
            </p:cNvPr>
            <p:cNvSpPr/>
            <p:nvPr/>
          </p:nvSpPr>
          <p:spPr>
            <a:xfrm>
              <a:off x="5993310" y="3639414"/>
              <a:ext cx="126908" cy="19050"/>
            </a:xfrm>
            <a:prstGeom prst="rect">
              <a:avLst/>
            </a:prstGeom>
            <a:solidFill>
              <a:srgbClr val="F7CF83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Rectangle 7220">
              <a:extLst>
                <a:ext uri="{FF2B5EF4-FFF2-40B4-BE49-F238E27FC236}">
                  <a16:creationId xmlns:a16="http://schemas.microsoft.com/office/drawing/2014/main" id="{8C6C8A60-C9EB-67F7-CB5A-517E1A511716}"/>
                </a:ext>
              </a:extLst>
            </p:cNvPr>
            <p:cNvSpPr/>
            <p:nvPr/>
          </p:nvSpPr>
          <p:spPr>
            <a:xfrm>
              <a:off x="5993310" y="3620364"/>
              <a:ext cx="126908" cy="19050"/>
            </a:xfrm>
            <a:prstGeom prst="rect">
              <a:avLst/>
            </a:prstGeom>
            <a:solidFill>
              <a:srgbClr val="F8CC7C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Rectangle 7221">
              <a:extLst>
                <a:ext uri="{FF2B5EF4-FFF2-40B4-BE49-F238E27FC236}">
                  <a16:creationId xmlns:a16="http://schemas.microsoft.com/office/drawing/2014/main" id="{60FB2B59-5FA4-42EC-135D-EB46F11F839C}"/>
                </a:ext>
              </a:extLst>
            </p:cNvPr>
            <p:cNvSpPr/>
            <p:nvPr/>
          </p:nvSpPr>
          <p:spPr>
            <a:xfrm>
              <a:off x="5993310" y="3601314"/>
              <a:ext cx="126908" cy="19050"/>
            </a:xfrm>
            <a:prstGeom prst="rect">
              <a:avLst/>
            </a:prstGeom>
            <a:solidFill>
              <a:srgbClr val="F8CA75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Rectangle 7222">
              <a:extLst>
                <a:ext uri="{FF2B5EF4-FFF2-40B4-BE49-F238E27FC236}">
                  <a16:creationId xmlns:a16="http://schemas.microsoft.com/office/drawing/2014/main" id="{B6F37BA7-C12D-8E01-BA52-33CE30C507CD}"/>
                </a:ext>
              </a:extLst>
            </p:cNvPr>
            <p:cNvSpPr/>
            <p:nvPr/>
          </p:nvSpPr>
          <p:spPr>
            <a:xfrm>
              <a:off x="5993310" y="3582264"/>
              <a:ext cx="126908" cy="19050"/>
            </a:xfrm>
            <a:prstGeom prst="rect">
              <a:avLst/>
            </a:prstGeom>
            <a:solidFill>
              <a:srgbClr val="F9C86D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Rectangle 7223">
              <a:extLst>
                <a:ext uri="{FF2B5EF4-FFF2-40B4-BE49-F238E27FC236}">
                  <a16:creationId xmlns:a16="http://schemas.microsoft.com/office/drawing/2014/main" id="{92FC2DAD-89AE-7637-2A2F-0D755953D4C8}"/>
                </a:ext>
              </a:extLst>
            </p:cNvPr>
            <p:cNvSpPr/>
            <p:nvPr/>
          </p:nvSpPr>
          <p:spPr>
            <a:xfrm>
              <a:off x="5993310" y="3563214"/>
              <a:ext cx="126908" cy="19050"/>
            </a:xfrm>
            <a:prstGeom prst="rect">
              <a:avLst/>
            </a:prstGeom>
            <a:solidFill>
              <a:srgbClr val="F9C566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Rectangle 7224">
              <a:extLst>
                <a:ext uri="{FF2B5EF4-FFF2-40B4-BE49-F238E27FC236}">
                  <a16:creationId xmlns:a16="http://schemas.microsoft.com/office/drawing/2014/main" id="{3C52BB06-9846-6C3B-5B48-F5AA0C8D2C46}"/>
                </a:ext>
              </a:extLst>
            </p:cNvPr>
            <p:cNvSpPr/>
            <p:nvPr/>
          </p:nvSpPr>
          <p:spPr>
            <a:xfrm>
              <a:off x="5993310" y="3544164"/>
              <a:ext cx="126908" cy="19050"/>
            </a:xfrm>
            <a:prstGeom prst="rect">
              <a:avLst/>
            </a:prstGeom>
            <a:solidFill>
              <a:srgbClr val="F9C35F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Rectangle 7225">
              <a:extLst>
                <a:ext uri="{FF2B5EF4-FFF2-40B4-BE49-F238E27FC236}">
                  <a16:creationId xmlns:a16="http://schemas.microsoft.com/office/drawing/2014/main" id="{A8CCC253-3D52-836F-3D4A-B380B1243A52}"/>
                </a:ext>
              </a:extLst>
            </p:cNvPr>
            <p:cNvSpPr/>
            <p:nvPr/>
          </p:nvSpPr>
          <p:spPr>
            <a:xfrm>
              <a:off x="5993310" y="3525114"/>
              <a:ext cx="126908" cy="19050"/>
            </a:xfrm>
            <a:prstGeom prst="rect">
              <a:avLst/>
            </a:prstGeom>
            <a:solidFill>
              <a:srgbClr val="FAC157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Rectangle 7226">
              <a:extLst>
                <a:ext uri="{FF2B5EF4-FFF2-40B4-BE49-F238E27FC236}">
                  <a16:creationId xmlns:a16="http://schemas.microsoft.com/office/drawing/2014/main" id="{F3EA0EE5-E88F-02DC-286C-E5310018AA21}"/>
                </a:ext>
              </a:extLst>
            </p:cNvPr>
            <p:cNvSpPr/>
            <p:nvPr/>
          </p:nvSpPr>
          <p:spPr>
            <a:xfrm>
              <a:off x="5993310" y="3506064"/>
              <a:ext cx="126908" cy="19050"/>
            </a:xfrm>
            <a:prstGeom prst="rect">
              <a:avLst/>
            </a:prstGeom>
            <a:solidFill>
              <a:srgbClr val="FABE5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Rectangle 7227">
              <a:extLst>
                <a:ext uri="{FF2B5EF4-FFF2-40B4-BE49-F238E27FC236}">
                  <a16:creationId xmlns:a16="http://schemas.microsoft.com/office/drawing/2014/main" id="{D651007D-20F7-BCD0-2643-0743B8813815}"/>
                </a:ext>
              </a:extLst>
            </p:cNvPr>
            <p:cNvSpPr/>
            <p:nvPr/>
          </p:nvSpPr>
          <p:spPr>
            <a:xfrm>
              <a:off x="5993310" y="3487014"/>
              <a:ext cx="126908" cy="19050"/>
            </a:xfrm>
            <a:prstGeom prst="rect">
              <a:avLst/>
            </a:prstGeom>
            <a:solidFill>
              <a:srgbClr val="FBBC49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Rectangle 7228">
              <a:extLst>
                <a:ext uri="{FF2B5EF4-FFF2-40B4-BE49-F238E27FC236}">
                  <a16:creationId xmlns:a16="http://schemas.microsoft.com/office/drawing/2014/main" id="{BDDF27E4-3245-22BF-5F33-74E1D69A11BC}"/>
                </a:ext>
              </a:extLst>
            </p:cNvPr>
            <p:cNvSpPr/>
            <p:nvPr/>
          </p:nvSpPr>
          <p:spPr>
            <a:xfrm>
              <a:off x="5993310" y="3467964"/>
              <a:ext cx="126908" cy="19050"/>
            </a:xfrm>
            <a:prstGeom prst="rect">
              <a:avLst/>
            </a:prstGeom>
            <a:solidFill>
              <a:srgbClr val="FBBA41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Rectangle 7229">
              <a:extLst>
                <a:ext uri="{FF2B5EF4-FFF2-40B4-BE49-F238E27FC236}">
                  <a16:creationId xmlns:a16="http://schemas.microsoft.com/office/drawing/2014/main" id="{37577C45-6F0A-0230-4337-3AF578C70C82}"/>
                </a:ext>
              </a:extLst>
            </p:cNvPr>
            <p:cNvSpPr/>
            <p:nvPr/>
          </p:nvSpPr>
          <p:spPr>
            <a:xfrm>
              <a:off x="5993310" y="3448914"/>
              <a:ext cx="126908" cy="19050"/>
            </a:xfrm>
            <a:prstGeom prst="rect">
              <a:avLst/>
            </a:prstGeom>
            <a:solidFill>
              <a:srgbClr val="FBB73A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Rectangle 7230">
              <a:extLst>
                <a:ext uri="{FF2B5EF4-FFF2-40B4-BE49-F238E27FC236}">
                  <a16:creationId xmlns:a16="http://schemas.microsoft.com/office/drawing/2014/main" id="{CDE8E5EA-5860-C85F-72BE-F9AFD5B490BF}"/>
                </a:ext>
              </a:extLst>
            </p:cNvPr>
            <p:cNvSpPr/>
            <p:nvPr/>
          </p:nvSpPr>
          <p:spPr>
            <a:xfrm>
              <a:off x="5993310" y="3429864"/>
              <a:ext cx="126908" cy="19050"/>
            </a:xfrm>
            <a:prstGeom prst="rect">
              <a:avLst/>
            </a:prstGeom>
            <a:solidFill>
              <a:srgbClr val="FCB533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Rectangle 7231">
              <a:extLst>
                <a:ext uri="{FF2B5EF4-FFF2-40B4-BE49-F238E27FC236}">
                  <a16:creationId xmlns:a16="http://schemas.microsoft.com/office/drawing/2014/main" id="{7ADCB760-0DE0-5BA7-D8D6-9EEA634172ED}"/>
                </a:ext>
              </a:extLst>
            </p:cNvPr>
            <p:cNvSpPr/>
            <p:nvPr/>
          </p:nvSpPr>
          <p:spPr>
            <a:xfrm>
              <a:off x="5993310" y="3410814"/>
              <a:ext cx="126908" cy="19050"/>
            </a:xfrm>
            <a:prstGeom prst="rect">
              <a:avLst/>
            </a:prstGeom>
            <a:solidFill>
              <a:srgbClr val="FCB32B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Rectangle 7232">
              <a:extLst>
                <a:ext uri="{FF2B5EF4-FFF2-40B4-BE49-F238E27FC236}">
                  <a16:creationId xmlns:a16="http://schemas.microsoft.com/office/drawing/2014/main" id="{5E1CA930-F870-278F-AD6F-BBCEA06A2CD4}"/>
                </a:ext>
              </a:extLst>
            </p:cNvPr>
            <p:cNvSpPr/>
            <p:nvPr/>
          </p:nvSpPr>
          <p:spPr>
            <a:xfrm>
              <a:off x="5993310" y="3391764"/>
              <a:ext cx="126908" cy="19050"/>
            </a:xfrm>
            <a:prstGeom prst="rect">
              <a:avLst/>
            </a:prstGeom>
            <a:solidFill>
              <a:srgbClr val="FDB024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Rectangle 7233">
              <a:extLst>
                <a:ext uri="{FF2B5EF4-FFF2-40B4-BE49-F238E27FC236}">
                  <a16:creationId xmlns:a16="http://schemas.microsoft.com/office/drawing/2014/main" id="{D601EB34-6DE5-1E92-99DF-24BC4A8B5905}"/>
                </a:ext>
              </a:extLst>
            </p:cNvPr>
            <p:cNvSpPr/>
            <p:nvPr/>
          </p:nvSpPr>
          <p:spPr>
            <a:xfrm>
              <a:off x="5993310" y="3372714"/>
              <a:ext cx="126908" cy="19050"/>
            </a:xfrm>
            <a:prstGeom prst="rect">
              <a:avLst/>
            </a:prstGeom>
            <a:solidFill>
              <a:srgbClr val="FDAE1D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Rectangle 7234">
              <a:extLst>
                <a:ext uri="{FF2B5EF4-FFF2-40B4-BE49-F238E27FC236}">
                  <a16:creationId xmlns:a16="http://schemas.microsoft.com/office/drawing/2014/main" id="{4E91C86E-0D31-FB60-C193-615CAA9062EE}"/>
                </a:ext>
              </a:extLst>
            </p:cNvPr>
            <p:cNvSpPr/>
            <p:nvPr/>
          </p:nvSpPr>
          <p:spPr>
            <a:xfrm>
              <a:off x="5993310" y="3353664"/>
              <a:ext cx="126908" cy="19050"/>
            </a:xfrm>
            <a:prstGeom prst="rect">
              <a:avLst/>
            </a:prstGeom>
            <a:solidFill>
              <a:srgbClr val="FDAC15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Rectangle 7235">
              <a:extLst>
                <a:ext uri="{FF2B5EF4-FFF2-40B4-BE49-F238E27FC236}">
                  <a16:creationId xmlns:a16="http://schemas.microsoft.com/office/drawing/2014/main" id="{9AA8CEA6-C16E-6E98-231C-609D6EAFE791}"/>
                </a:ext>
              </a:extLst>
            </p:cNvPr>
            <p:cNvSpPr/>
            <p:nvPr/>
          </p:nvSpPr>
          <p:spPr>
            <a:xfrm>
              <a:off x="5993310" y="3334614"/>
              <a:ext cx="126908" cy="19050"/>
            </a:xfrm>
            <a:prstGeom prst="rect">
              <a:avLst/>
            </a:prstGeom>
            <a:solidFill>
              <a:srgbClr val="FEA90E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Rectangle 7236">
              <a:extLst>
                <a:ext uri="{FF2B5EF4-FFF2-40B4-BE49-F238E27FC236}">
                  <a16:creationId xmlns:a16="http://schemas.microsoft.com/office/drawing/2014/main" id="{E62B1581-AD8C-1F1A-0950-AC54F88E62B7}"/>
                </a:ext>
              </a:extLst>
            </p:cNvPr>
            <p:cNvSpPr/>
            <p:nvPr/>
          </p:nvSpPr>
          <p:spPr>
            <a:xfrm>
              <a:off x="5993310" y="3315564"/>
              <a:ext cx="126908" cy="19050"/>
            </a:xfrm>
            <a:prstGeom prst="rect">
              <a:avLst/>
            </a:prstGeom>
            <a:solidFill>
              <a:srgbClr val="FEA707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8" name="Rectangle 7237">
              <a:extLst>
                <a:ext uri="{FF2B5EF4-FFF2-40B4-BE49-F238E27FC236}">
                  <a16:creationId xmlns:a16="http://schemas.microsoft.com/office/drawing/2014/main" id="{DC93C24A-EB11-E425-88EE-4661A3518C53}"/>
                </a:ext>
              </a:extLst>
            </p:cNvPr>
            <p:cNvSpPr/>
            <p:nvPr/>
          </p:nvSpPr>
          <p:spPr>
            <a:xfrm>
              <a:off x="5993310" y="3296514"/>
              <a:ext cx="126908" cy="19050"/>
            </a:xfrm>
            <a:prstGeom prst="rect">
              <a:avLst/>
            </a:prstGeom>
            <a:solidFill>
              <a:srgbClr val="FFA4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9" name="Rectangle 7238">
              <a:extLst>
                <a:ext uri="{FF2B5EF4-FFF2-40B4-BE49-F238E27FC236}">
                  <a16:creationId xmlns:a16="http://schemas.microsoft.com/office/drawing/2014/main" id="{24EE64B7-8586-E65E-4F75-D91FA8B20B45}"/>
                </a:ext>
              </a:extLst>
            </p:cNvPr>
            <p:cNvSpPr/>
            <p:nvPr/>
          </p:nvSpPr>
          <p:spPr>
            <a:xfrm>
              <a:off x="5993310" y="3277464"/>
              <a:ext cx="126908" cy="19050"/>
            </a:xfrm>
            <a:prstGeom prst="rect">
              <a:avLst/>
            </a:prstGeom>
            <a:solidFill>
              <a:srgbClr val="FF9F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0" name="Rectangle 7239">
              <a:extLst>
                <a:ext uri="{FF2B5EF4-FFF2-40B4-BE49-F238E27FC236}">
                  <a16:creationId xmlns:a16="http://schemas.microsoft.com/office/drawing/2014/main" id="{D8C79227-9AFC-C832-8A97-AAA53A4EB396}"/>
                </a:ext>
              </a:extLst>
            </p:cNvPr>
            <p:cNvSpPr/>
            <p:nvPr/>
          </p:nvSpPr>
          <p:spPr>
            <a:xfrm>
              <a:off x="5993310" y="3258414"/>
              <a:ext cx="126908" cy="19050"/>
            </a:xfrm>
            <a:prstGeom prst="rect">
              <a:avLst/>
            </a:prstGeom>
            <a:solidFill>
              <a:srgbClr val="FF9A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1" name="Rectangle 7240">
              <a:extLst>
                <a:ext uri="{FF2B5EF4-FFF2-40B4-BE49-F238E27FC236}">
                  <a16:creationId xmlns:a16="http://schemas.microsoft.com/office/drawing/2014/main" id="{5F36A1CF-B85F-0269-460A-188BBFCFB0C0}"/>
                </a:ext>
              </a:extLst>
            </p:cNvPr>
            <p:cNvSpPr/>
            <p:nvPr/>
          </p:nvSpPr>
          <p:spPr>
            <a:xfrm>
              <a:off x="5993310" y="3239364"/>
              <a:ext cx="126908" cy="19050"/>
            </a:xfrm>
            <a:prstGeom prst="rect">
              <a:avLst/>
            </a:prstGeom>
            <a:solidFill>
              <a:srgbClr val="FF96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2" name="Rectangle 7241">
              <a:extLst>
                <a:ext uri="{FF2B5EF4-FFF2-40B4-BE49-F238E27FC236}">
                  <a16:creationId xmlns:a16="http://schemas.microsoft.com/office/drawing/2014/main" id="{CBAC852B-363C-5FD1-8865-068BE4C42A7B}"/>
                </a:ext>
              </a:extLst>
            </p:cNvPr>
            <p:cNvSpPr/>
            <p:nvPr/>
          </p:nvSpPr>
          <p:spPr>
            <a:xfrm>
              <a:off x="5993310" y="3220314"/>
              <a:ext cx="126908" cy="19050"/>
            </a:xfrm>
            <a:prstGeom prst="rect">
              <a:avLst/>
            </a:prstGeom>
            <a:solidFill>
              <a:srgbClr val="FF91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3" name="Rectangle 7242">
              <a:extLst>
                <a:ext uri="{FF2B5EF4-FFF2-40B4-BE49-F238E27FC236}">
                  <a16:creationId xmlns:a16="http://schemas.microsoft.com/office/drawing/2014/main" id="{E76E99EA-F941-7F94-15D0-E566C980DEB3}"/>
                </a:ext>
              </a:extLst>
            </p:cNvPr>
            <p:cNvSpPr/>
            <p:nvPr/>
          </p:nvSpPr>
          <p:spPr>
            <a:xfrm>
              <a:off x="5993310" y="3201264"/>
              <a:ext cx="126908" cy="19050"/>
            </a:xfrm>
            <a:prstGeom prst="rect">
              <a:avLst/>
            </a:prstGeom>
            <a:solidFill>
              <a:srgbClr val="FF8B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4" name="Rectangle 7243">
              <a:extLst>
                <a:ext uri="{FF2B5EF4-FFF2-40B4-BE49-F238E27FC236}">
                  <a16:creationId xmlns:a16="http://schemas.microsoft.com/office/drawing/2014/main" id="{5EA1B871-345B-9DD4-125C-71CD98AB5D82}"/>
                </a:ext>
              </a:extLst>
            </p:cNvPr>
            <p:cNvSpPr/>
            <p:nvPr/>
          </p:nvSpPr>
          <p:spPr>
            <a:xfrm>
              <a:off x="5993310" y="3182214"/>
              <a:ext cx="126908" cy="19050"/>
            </a:xfrm>
            <a:prstGeom prst="rect">
              <a:avLst/>
            </a:prstGeom>
            <a:solidFill>
              <a:srgbClr val="FF86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5" name="Rectangle 7244">
              <a:extLst>
                <a:ext uri="{FF2B5EF4-FFF2-40B4-BE49-F238E27FC236}">
                  <a16:creationId xmlns:a16="http://schemas.microsoft.com/office/drawing/2014/main" id="{54FDB224-7586-C0C9-4E0C-85FF966A3985}"/>
                </a:ext>
              </a:extLst>
            </p:cNvPr>
            <p:cNvSpPr/>
            <p:nvPr/>
          </p:nvSpPr>
          <p:spPr>
            <a:xfrm>
              <a:off x="5993310" y="3163164"/>
              <a:ext cx="126908" cy="19050"/>
            </a:xfrm>
            <a:prstGeom prst="rect">
              <a:avLst/>
            </a:prstGeom>
            <a:solidFill>
              <a:srgbClr val="FF82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6" name="Rectangle 7245">
              <a:extLst>
                <a:ext uri="{FF2B5EF4-FFF2-40B4-BE49-F238E27FC236}">
                  <a16:creationId xmlns:a16="http://schemas.microsoft.com/office/drawing/2014/main" id="{D3C83F25-F737-DC4B-F2EA-8945B7220911}"/>
                </a:ext>
              </a:extLst>
            </p:cNvPr>
            <p:cNvSpPr/>
            <p:nvPr/>
          </p:nvSpPr>
          <p:spPr>
            <a:xfrm>
              <a:off x="5993310" y="3144114"/>
              <a:ext cx="126908" cy="19050"/>
            </a:xfrm>
            <a:prstGeom prst="rect">
              <a:avLst/>
            </a:prstGeom>
            <a:solidFill>
              <a:srgbClr val="FF7C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7" name="Rectangle 7246">
              <a:extLst>
                <a:ext uri="{FF2B5EF4-FFF2-40B4-BE49-F238E27FC236}">
                  <a16:creationId xmlns:a16="http://schemas.microsoft.com/office/drawing/2014/main" id="{B1BAB79E-7CB6-49D2-1E0E-A77D7C0829A1}"/>
                </a:ext>
              </a:extLst>
            </p:cNvPr>
            <p:cNvSpPr/>
            <p:nvPr/>
          </p:nvSpPr>
          <p:spPr>
            <a:xfrm>
              <a:off x="5993310" y="3125064"/>
              <a:ext cx="126908" cy="19050"/>
            </a:xfrm>
            <a:prstGeom prst="rect">
              <a:avLst/>
            </a:prstGeom>
            <a:solidFill>
              <a:srgbClr val="FF78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8" name="Rectangle 7247">
              <a:extLst>
                <a:ext uri="{FF2B5EF4-FFF2-40B4-BE49-F238E27FC236}">
                  <a16:creationId xmlns:a16="http://schemas.microsoft.com/office/drawing/2014/main" id="{2F65945F-19BF-A68D-FC94-D6D769BFA733}"/>
                </a:ext>
              </a:extLst>
            </p:cNvPr>
            <p:cNvSpPr/>
            <p:nvPr/>
          </p:nvSpPr>
          <p:spPr>
            <a:xfrm>
              <a:off x="5993310" y="3106014"/>
              <a:ext cx="126908" cy="19050"/>
            </a:xfrm>
            <a:prstGeom prst="rect">
              <a:avLst/>
            </a:prstGeom>
            <a:solidFill>
              <a:srgbClr val="FF72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9" name="Rectangle 7248">
              <a:extLst>
                <a:ext uri="{FF2B5EF4-FFF2-40B4-BE49-F238E27FC236}">
                  <a16:creationId xmlns:a16="http://schemas.microsoft.com/office/drawing/2014/main" id="{1D95A3DD-E4A7-8006-FC41-0863EECF8C1E}"/>
                </a:ext>
              </a:extLst>
            </p:cNvPr>
            <p:cNvSpPr/>
            <p:nvPr/>
          </p:nvSpPr>
          <p:spPr>
            <a:xfrm>
              <a:off x="5993310" y="3086964"/>
              <a:ext cx="126908" cy="19050"/>
            </a:xfrm>
            <a:prstGeom prst="rect">
              <a:avLst/>
            </a:prstGeom>
            <a:solidFill>
              <a:srgbClr val="FF6D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0" name="Rectangle 7249">
              <a:extLst>
                <a:ext uri="{FF2B5EF4-FFF2-40B4-BE49-F238E27FC236}">
                  <a16:creationId xmlns:a16="http://schemas.microsoft.com/office/drawing/2014/main" id="{D8589DDF-1B75-7AF1-41F1-4305652125A6}"/>
                </a:ext>
              </a:extLst>
            </p:cNvPr>
            <p:cNvSpPr/>
            <p:nvPr/>
          </p:nvSpPr>
          <p:spPr>
            <a:xfrm>
              <a:off x="5993310" y="3067914"/>
              <a:ext cx="126908" cy="19050"/>
            </a:xfrm>
            <a:prstGeom prst="rect">
              <a:avLst/>
            </a:prstGeom>
            <a:solidFill>
              <a:srgbClr val="FF68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1" name="Rectangle 7250">
              <a:extLst>
                <a:ext uri="{FF2B5EF4-FFF2-40B4-BE49-F238E27FC236}">
                  <a16:creationId xmlns:a16="http://schemas.microsoft.com/office/drawing/2014/main" id="{8754AC84-D9E5-CF19-9016-4F83D065BEE6}"/>
                </a:ext>
              </a:extLst>
            </p:cNvPr>
            <p:cNvSpPr/>
            <p:nvPr/>
          </p:nvSpPr>
          <p:spPr>
            <a:xfrm>
              <a:off x="5993310" y="3048864"/>
              <a:ext cx="126908" cy="19050"/>
            </a:xfrm>
            <a:prstGeom prst="rect">
              <a:avLst/>
            </a:prstGeom>
            <a:solidFill>
              <a:srgbClr val="FF63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2" name="Rectangle 7251">
              <a:extLst>
                <a:ext uri="{FF2B5EF4-FFF2-40B4-BE49-F238E27FC236}">
                  <a16:creationId xmlns:a16="http://schemas.microsoft.com/office/drawing/2014/main" id="{A91E0263-2CCD-4DBA-F3F7-3AAE9C07BD9B}"/>
                </a:ext>
              </a:extLst>
            </p:cNvPr>
            <p:cNvSpPr/>
            <p:nvPr/>
          </p:nvSpPr>
          <p:spPr>
            <a:xfrm>
              <a:off x="5993310" y="3029814"/>
              <a:ext cx="126908" cy="19050"/>
            </a:xfrm>
            <a:prstGeom prst="rect">
              <a:avLst/>
            </a:prstGeom>
            <a:solidFill>
              <a:srgbClr val="FF5E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3" name="Rectangle 7252">
              <a:extLst>
                <a:ext uri="{FF2B5EF4-FFF2-40B4-BE49-F238E27FC236}">
                  <a16:creationId xmlns:a16="http://schemas.microsoft.com/office/drawing/2014/main" id="{8C383CF0-2E3E-42C2-315D-588D8B559588}"/>
                </a:ext>
              </a:extLst>
            </p:cNvPr>
            <p:cNvSpPr/>
            <p:nvPr/>
          </p:nvSpPr>
          <p:spPr>
            <a:xfrm>
              <a:off x="5993310" y="3010764"/>
              <a:ext cx="126908" cy="19050"/>
            </a:xfrm>
            <a:prstGeom prst="rect">
              <a:avLst/>
            </a:prstGeom>
            <a:solidFill>
              <a:srgbClr val="FF59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4" name="Rectangle 7253">
              <a:extLst>
                <a:ext uri="{FF2B5EF4-FFF2-40B4-BE49-F238E27FC236}">
                  <a16:creationId xmlns:a16="http://schemas.microsoft.com/office/drawing/2014/main" id="{70DCA3D2-24F8-01BB-14FF-36368ED3F452}"/>
                </a:ext>
              </a:extLst>
            </p:cNvPr>
            <p:cNvSpPr/>
            <p:nvPr/>
          </p:nvSpPr>
          <p:spPr>
            <a:xfrm>
              <a:off x="5993310" y="2991714"/>
              <a:ext cx="126908" cy="19050"/>
            </a:xfrm>
            <a:prstGeom prst="rect">
              <a:avLst/>
            </a:prstGeom>
            <a:solidFill>
              <a:srgbClr val="FF54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5" name="Rectangle 7254">
              <a:extLst>
                <a:ext uri="{FF2B5EF4-FFF2-40B4-BE49-F238E27FC236}">
                  <a16:creationId xmlns:a16="http://schemas.microsoft.com/office/drawing/2014/main" id="{B82DFCFA-CAF1-D0A4-9126-555CED9FB501}"/>
                </a:ext>
              </a:extLst>
            </p:cNvPr>
            <p:cNvSpPr/>
            <p:nvPr/>
          </p:nvSpPr>
          <p:spPr>
            <a:xfrm>
              <a:off x="5993310" y="2972664"/>
              <a:ext cx="126908" cy="19050"/>
            </a:xfrm>
            <a:prstGeom prst="rect">
              <a:avLst/>
            </a:prstGeom>
            <a:solidFill>
              <a:srgbClr val="FF4F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6" name="Rectangle 7255">
              <a:extLst>
                <a:ext uri="{FF2B5EF4-FFF2-40B4-BE49-F238E27FC236}">
                  <a16:creationId xmlns:a16="http://schemas.microsoft.com/office/drawing/2014/main" id="{E6CD4211-F083-4918-0E87-88CAB597707E}"/>
                </a:ext>
              </a:extLst>
            </p:cNvPr>
            <p:cNvSpPr/>
            <p:nvPr/>
          </p:nvSpPr>
          <p:spPr>
            <a:xfrm>
              <a:off x="5993310" y="2953614"/>
              <a:ext cx="126908" cy="19050"/>
            </a:xfrm>
            <a:prstGeom prst="rect">
              <a:avLst/>
            </a:prstGeom>
            <a:solidFill>
              <a:srgbClr val="FF4A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7" name="Rectangle 7256">
              <a:extLst>
                <a:ext uri="{FF2B5EF4-FFF2-40B4-BE49-F238E27FC236}">
                  <a16:creationId xmlns:a16="http://schemas.microsoft.com/office/drawing/2014/main" id="{26E81FDB-CE6C-93B7-6E90-DC564EA92675}"/>
                </a:ext>
              </a:extLst>
            </p:cNvPr>
            <p:cNvSpPr/>
            <p:nvPr/>
          </p:nvSpPr>
          <p:spPr>
            <a:xfrm>
              <a:off x="5993310" y="2934564"/>
              <a:ext cx="126908" cy="19050"/>
            </a:xfrm>
            <a:prstGeom prst="rect">
              <a:avLst/>
            </a:prstGeom>
            <a:solidFill>
              <a:srgbClr val="FF45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8" name="Rectangle 7257">
              <a:extLst>
                <a:ext uri="{FF2B5EF4-FFF2-40B4-BE49-F238E27FC236}">
                  <a16:creationId xmlns:a16="http://schemas.microsoft.com/office/drawing/2014/main" id="{CBA437FA-31BE-131C-836E-168F9BB7092C}"/>
                </a:ext>
              </a:extLst>
            </p:cNvPr>
            <p:cNvSpPr/>
            <p:nvPr/>
          </p:nvSpPr>
          <p:spPr>
            <a:xfrm>
              <a:off x="5993310" y="2915514"/>
              <a:ext cx="126908" cy="19050"/>
            </a:xfrm>
            <a:prstGeom prst="rect">
              <a:avLst/>
            </a:prstGeom>
            <a:solidFill>
              <a:srgbClr val="FF4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9" name="Rectangle 7258">
              <a:extLst>
                <a:ext uri="{FF2B5EF4-FFF2-40B4-BE49-F238E27FC236}">
                  <a16:creationId xmlns:a16="http://schemas.microsoft.com/office/drawing/2014/main" id="{49AABBAC-4C49-A53F-047C-0F7186F20F87}"/>
                </a:ext>
              </a:extLst>
            </p:cNvPr>
            <p:cNvSpPr/>
            <p:nvPr/>
          </p:nvSpPr>
          <p:spPr>
            <a:xfrm>
              <a:off x="5993310" y="2896464"/>
              <a:ext cx="126908" cy="19050"/>
            </a:xfrm>
            <a:prstGeom prst="rect">
              <a:avLst/>
            </a:prstGeom>
            <a:solidFill>
              <a:srgbClr val="FF3B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0" name="Rectangle 7259">
              <a:extLst>
                <a:ext uri="{FF2B5EF4-FFF2-40B4-BE49-F238E27FC236}">
                  <a16:creationId xmlns:a16="http://schemas.microsoft.com/office/drawing/2014/main" id="{7D672CF7-019B-BCD6-5E49-F37DFE8BB5DB}"/>
                </a:ext>
              </a:extLst>
            </p:cNvPr>
            <p:cNvSpPr/>
            <p:nvPr/>
          </p:nvSpPr>
          <p:spPr>
            <a:xfrm>
              <a:off x="5993310" y="2877414"/>
              <a:ext cx="126908" cy="19050"/>
            </a:xfrm>
            <a:prstGeom prst="rect">
              <a:avLst/>
            </a:prstGeom>
            <a:solidFill>
              <a:srgbClr val="FF36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1" name="Rectangle 7260">
              <a:extLst>
                <a:ext uri="{FF2B5EF4-FFF2-40B4-BE49-F238E27FC236}">
                  <a16:creationId xmlns:a16="http://schemas.microsoft.com/office/drawing/2014/main" id="{1A70762E-DBF1-8F99-6173-9662350133E6}"/>
                </a:ext>
              </a:extLst>
            </p:cNvPr>
            <p:cNvSpPr/>
            <p:nvPr/>
          </p:nvSpPr>
          <p:spPr>
            <a:xfrm>
              <a:off x="5993310" y="2858364"/>
              <a:ext cx="126908" cy="19050"/>
            </a:xfrm>
            <a:prstGeom prst="rect">
              <a:avLst/>
            </a:prstGeom>
            <a:solidFill>
              <a:srgbClr val="FF31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2" name="Rectangle 7261">
              <a:extLst>
                <a:ext uri="{FF2B5EF4-FFF2-40B4-BE49-F238E27FC236}">
                  <a16:creationId xmlns:a16="http://schemas.microsoft.com/office/drawing/2014/main" id="{5F47742B-A681-1BAF-0872-00927590513D}"/>
                </a:ext>
              </a:extLst>
            </p:cNvPr>
            <p:cNvSpPr/>
            <p:nvPr/>
          </p:nvSpPr>
          <p:spPr>
            <a:xfrm>
              <a:off x="5993310" y="2839314"/>
              <a:ext cx="126908" cy="19050"/>
            </a:xfrm>
            <a:prstGeom prst="rect">
              <a:avLst/>
            </a:prstGeom>
            <a:solidFill>
              <a:srgbClr val="FF2C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3" name="Rectangle 7262">
              <a:extLst>
                <a:ext uri="{FF2B5EF4-FFF2-40B4-BE49-F238E27FC236}">
                  <a16:creationId xmlns:a16="http://schemas.microsoft.com/office/drawing/2014/main" id="{EB961D76-1C9B-0DB5-4510-57D179321C53}"/>
                </a:ext>
              </a:extLst>
            </p:cNvPr>
            <p:cNvSpPr/>
            <p:nvPr/>
          </p:nvSpPr>
          <p:spPr>
            <a:xfrm>
              <a:off x="5993310" y="2820264"/>
              <a:ext cx="126908" cy="19050"/>
            </a:xfrm>
            <a:prstGeom prst="rect">
              <a:avLst/>
            </a:prstGeom>
            <a:solidFill>
              <a:srgbClr val="FF27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4" name="Rectangle 7263">
              <a:extLst>
                <a:ext uri="{FF2B5EF4-FFF2-40B4-BE49-F238E27FC236}">
                  <a16:creationId xmlns:a16="http://schemas.microsoft.com/office/drawing/2014/main" id="{1F8BE0F7-27FD-A13B-63CE-CAD9708E1252}"/>
                </a:ext>
              </a:extLst>
            </p:cNvPr>
            <p:cNvSpPr/>
            <p:nvPr/>
          </p:nvSpPr>
          <p:spPr>
            <a:xfrm>
              <a:off x="5993310" y="2801214"/>
              <a:ext cx="126908" cy="19050"/>
            </a:xfrm>
            <a:prstGeom prst="rect">
              <a:avLst/>
            </a:prstGeom>
            <a:solidFill>
              <a:srgbClr val="FF22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5" name="Rectangle 7264">
              <a:extLst>
                <a:ext uri="{FF2B5EF4-FFF2-40B4-BE49-F238E27FC236}">
                  <a16:creationId xmlns:a16="http://schemas.microsoft.com/office/drawing/2014/main" id="{093EF60F-1AC3-EAFC-CC55-321BEC47ECB1}"/>
                </a:ext>
              </a:extLst>
            </p:cNvPr>
            <p:cNvSpPr/>
            <p:nvPr/>
          </p:nvSpPr>
          <p:spPr>
            <a:xfrm>
              <a:off x="5993310" y="2782164"/>
              <a:ext cx="126908" cy="19050"/>
            </a:xfrm>
            <a:prstGeom prst="rect">
              <a:avLst/>
            </a:prstGeom>
            <a:solidFill>
              <a:srgbClr val="FF1D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6" name="Rectangle 7265">
              <a:extLst>
                <a:ext uri="{FF2B5EF4-FFF2-40B4-BE49-F238E27FC236}">
                  <a16:creationId xmlns:a16="http://schemas.microsoft.com/office/drawing/2014/main" id="{296C24C3-CDEA-C5F0-025C-B2170D7BC8ED}"/>
                </a:ext>
              </a:extLst>
            </p:cNvPr>
            <p:cNvSpPr/>
            <p:nvPr/>
          </p:nvSpPr>
          <p:spPr>
            <a:xfrm>
              <a:off x="5993310" y="2763114"/>
              <a:ext cx="126908" cy="19050"/>
            </a:xfrm>
            <a:prstGeom prst="rect">
              <a:avLst/>
            </a:prstGeom>
            <a:solidFill>
              <a:srgbClr val="FF18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7" name="Rectangle 7266">
              <a:extLst>
                <a:ext uri="{FF2B5EF4-FFF2-40B4-BE49-F238E27FC236}">
                  <a16:creationId xmlns:a16="http://schemas.microsoft.com/office/drawing/2014/main" id="{8BE0146C-8CA9-5E9E-F6FB-F9443BECED4B}"/>
                </a:ext>
              </a:extLst>
            </p:cNvPr>
            <p:cNvSpPr/>
            <p:nvPr/>
          </p:nvSpPr>
          <p:spPr>
            <a:xfrm>
              <a:off x="5993310" y="2744064"/>
              <a:ext cx="126908" cy="19050"/>
            </a:xfrm>
            <a:prstGeom prst="rect">
              <a:avLst/>
            </a:prstGeom>
            <a:solidFill>
              <a:srgbClr val="FF13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8" name="Rectangle 7267">
              <a:extLst>
                <a:ext uri="{FF2B5EF4-FFF2-40B4-BE49-F238E27FC236}">
                  <a16:creationId xmlns:a16="http://schemas.microsoft.com/office/drawing/2014/main" id="{9CDBC588-CA03-7C99-70FC-452E7DCE2D0E}"/>
                </a:ext>
              </a:extLst>
            </p:cNvPr>
            <p:cNvSpPr/>
            <p:nvPr/>
          </p:nvSpPr>
          <p:spPr>
            <a:xfrm>
              <a:off x="5993310" y="2725014"/>
              <a:ext cx="126908" cy="19050"/>
            </a:xfrm>
            <a:prstGeom prst="rect">
              <a:avLst/>
            </a:prstGeom>
            <a:solidFill>
              <a:srgbClr val="FF0E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9" name="Rectangle 7268">
              <a:extLst>
                <a:ext uri="{FF2B5EF4-FFF2-40B4-BE49-F238E27FC236}">
                  <a16:creationId xmlns:a16="http://schemas.microsoft.com/office/drawing/2014/main" id="{A1F2A3BD-B074-B41D-65BC-F3C8FB5969E6}"/>
                </a:ext>
              </a:extLst>
            </p:cNvPr>
            <p:cNvSpPr/>
            <p:nvPr/>
          </p:nvSpPr>
          <p:spPr>
            <a:xfrm>
              <a:off x="5993310" y="2705964"/>
              <a:ext cx="126908" cy="19050"/>
            </a:xfrm>
            <a:prstGeom prst="rect">
              <a:avLst/>
            </a:prstGeom>
            <a:solidFill>
              <a:srgbClr val="FF09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0" name="Rectangle 7269">
              <a:extLst>
                <a:ext uri="{FF2B5EF4-FFF2-40B4-BE49-F238E27FC236}">
                  <a16:creationId xmlns:a16="http://schemas.microsoft.com/office/drawing/2014/main" id="{0995500E-C061-E040-49F0-E6514EE098A7}"/>
                </a:ext>
              </a:extLst>
            </p:cNvPr>
            <p:cNvSpPr/>
            <p:nvPr/>
          </p:nvSpPr>
          <p:spPr>
            <a:xfrm>
              <a:off x="5993310" y="2686914"/>
              <a:ext cx="126908" cy="19050"/>
            </a:xfrm>
            <a:prstGeom prst="rect">
              <a:avLst/>
            </a:prstGeom>
            <a:solidFill>
              <a:srgbClr val="FF04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1" name="Rectangle 7270">
              <a:extLst>
                <a:ext uri="{FF2B5EF4-FFF2-40B4-BE49-F238E27FC236}">
                  <a16:creationId xmlns:a16="http://schemas.microsoft.com/office/drawing/2014/main" id="{200D8D66-96F0-3822-4672-BCD71076BB86}"/>
                </a:ext>
              </a:extLst>
            </p:cNvPr>
            <p:cNvSpPr/>
            <p:nvPr/>
          </p:nvSpPr>
          <p:spPr>
            <a:xfrm>
              <a:off x="5993310" y="2667864"/>
              <a:ext cx="126908" cy="19050"/>
            </a:xfrm>
            <a:prstGeom prst="rect">
              <a:avLst/>
            </a:prstGeom>
            <a:solidFill>
              <a:srgbClr val="FE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2" name="Rectangle 7271">
              <a:extLst>
                <a:ext uri="{FF2B5EF4-FFF2-40B4-BE49-F238E27FC236}">
                  <a16:creationId xmlns:a16="http://schemas.microsoft.com/office/drawing/2014/main" id="{12303FC6-6921-3B81-0D4C-0B4B5CD54719}"/>
                </a:ext>
              </a:extLst>
            </p:cNvPr>
            <p:cNvSpPr/>
            <p:nvPr/>
          </p:nvSpPr>
          <p:spPr>
            <a:xfrm>
              <a:off x="5993310" y="2648814"/>
              <a:ext cx="126908" cy="19050"/>
            </a:xfrm>
            <a:prstGeom prst="rect">
              <a:avLst/>
            </a:prstGeom>
            <a:solidFill>
              <a:srgbClr val="FB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3" name="Rectangle 7272">
              <a:extLst>
                <a:ext uri="{FF2B5EF4-FFF2-40B4-BE49-F238E27FC236}">
                  <a16:creationId xmlns:a16="http://schemas.microsoft.com/office/drawing/2014/main" id="{A19520DD-4F17-67B5-23EB-95AA6494E4C9}"/>
                </a:ext>
              </a:extLst>
            </p:cNvPr>
            <p:cNvSpPr/>
            <p:nvPr/>
          </p:nvSpPr>
          <p:spPr>
            <a:xfrm>
              <a:off x="5993310" y="2629764"/>
              <a:ext cx="126908" cy="19050"/>
            </a:xfrm>
            <a:prstGeom prst="rect">
              <a:avLst/>
            </a:prstGeom>
            <a:solidFill>
              <a:srgbClr val="F7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" name="Rectangle 7273">
              <a:extLst>
                <a:ext uri="{FF2B5EF4-FFF2-40B4-BE49-F238E27FC236}">
                  <a16:creationId xmlns:a16="http://schemas.microsoft.com/office/drawing/2014/main" id="{4423EF9E-5FF5-556D-BA3F-8BBA18874107}"/>
                </a:ext>
              </a:extLst>
            </p:cNvPr>
            <p:cNvSpPr/>
            <p:nvPr/>
          </p:nvSpPr>
          <p:spPr>
            <a:xfrm>
              <a:off x="5993310" y="2610714"/>
              <a:ext cx="126908" cy="19050"/>
            </a:xfrm>
            <a:prstGeom prst="rect">
              <a:avLst/>
            </a:prstGeom>
            <a:solidFill>
              <a:srgbClr val="F4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5" name="Rectangle 7274">
              <a:extLst>
                <a:ext uri="{FF2B5EF4-FFF2-40B4-BE49-F238E27FC236}">
                  <a16:creationId xmlns:a16="http://schemas.microsoft.com/office/drawing/2014/main" id="{2CCF8C1B-422B-A8AD-C424-A1ECBC4AF054}"/>
                </a:ext>
              </a:extLst>
            </p:cNvPr>
            <p:cNvSpPr/>
            <p:nvPr/>
          </p:nvSpPr>
          <p:spPr>
            <a:xfrm>
              <a:off x="5993310" y="2591664"/>
              <a:ext cx="126908" cy="19050"/>
            </a:xfrm>
            <a:prstGeom prst="rect">
              <a:avLst/>
            </a:prstGeom>
            <a:solidFill>
              <a:srgbClr val="F0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6" name="Rectangle 7275">
              <a:extLst>
                <a:ext uri="{FF2B5EF4-FFF2-40B4-BE49-F238E27FC236}">
                  <a16:creationId xmlns:a16="http://schemas.microsoft.com/office/drawing/2014/main" id="{3047BBBA-5D8C-944C-61D9-F891ECE4C4C6}"/>
                </a:ext>
              </a:extLst>
            </p:cNvPr>
            <p:cNvSpPr/>
            <p:nvPr/>
          </p:nvSpPr>
          <p:spPr>
            <a:xfrm>
              <a:off x="5993310" y="2572614"/>
              <a:ext cx="126908" cy="19050"/>
            </a:xfrm>
            <a:prstGeom prst="rect">
              <a:avLst/>
            </a:prstGeom>
            <a:solidFill>
              <a:srgbClr val="ED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" name="Rectangle 7276">
              <a:extLst>
                <a:ext uri="{FF2B5EF4-FFF2-40B4-BE49-F238E27FC236}">
                  <a16:creationId xmlns:a16="http://schemas.microsoft.com/office/drawing/2014/main" id="{286C3BC9-7B5C-79C3-3316-5CA23A8D2412}"/>
                </a:ext>
              </a:extLst>
            </p:cNvPr>
            <p:cNvSpPr/>
            <p:nvPr/>
          </p:nvSpPr>
          <p:spPr>
            <a:xfrm>
              <a:off x="5993310" y="2553564"/>
              <a:ext cx="126908" cy="19050"/>
            </a:xfrm>
            <a:prstGeom prst="rect">
              <a:avLst/>
            </a:prstGeom>
            <a:solidFill>
              <a:srgbClr val="E9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8" name="Rectangle 7277">
              <a:extLst>
                <a:ext uri="{FF2B5EF4-FFF2-40B4-BE49-F238E27FC236}">
                  <a16:creationId xmlns:a16="http://schemas.microsoft.com/office/drawing/2014/main" id="{78474475-0C3D-D2D9-DB5D-8A3BACD226CA}"/>
                </a:ext>
              </a:extLst>
            </p:cNvPr>
            <p:cNvSpPr/>
            <p:nvPr/>
          </p:nvSpPr>
          <p:spPr>
            <a:xfrm>
              <a:off x="5993310" y="2534514"/>
              <a:ext cx="126908" cy="19050"/>
            </a:xfrm>
            <a:prstGeom prst="rect">
              <a:avLst/>
            </a:prstGeom>
            <a:solidFill>
              <a:srgbClr val="E6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" name="Rectangle 7278">
              <a:extLst>
                <a:ext uri="{FF2B5EF4-FFF2-40B4-BE49-F238E27FC236}">
                  <a16:creationId xmlns:a16="http://schemas.microsoft.com/office/drawing/2014/main" id="{4146CE8F-0D30-5CEE-F4F8-E399AC7FD3C6}"/>
                </a:ext>
              </a:extLst>
            </p:cNvPr>
            <p:cNvSpPr/>
            <p:nvPr/>
          </p:nvSpPr>
          <p:spPr>
            <a:xfrm>
              <a:off x="5993310" y="2515464"/>
              <a:ext cx="126908" cy="19050"/>
            </a:xfrm>
            <a:prstGeom prst="rect">
              <a:avLst/>
            </a:prstGeom>
            <a:solidFill>
              <a:srgbClr val="E2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0" name="Rectangle 7279">
              <a:extLst>
                <a:ext uri="{FF2B5EF4-FFF2-40B4-BE49-F238E27FC236}">
                  <a16:creationId xmlns:a16="http://schemas.microsoft.com/office/drawing/2014/main" id="{F1E5B923-C0A6-028F-059E-1141D84B595F}"/>
                </a:ext>
              </a:extLst>
            </p:cNvPr>
            <p:cNvSpPr/>
            <p:nvPr/>
          </p:nvSpPr>
          <p:spPr>
            <a:xfrm>
              <a:off x="5993310" y="2496414"/>
              <a:ext cx="126908" cy="19050"/>
            </a:xfrm>
            <a:prstGeom prst="rect">
              <a:avLst/>
            </a:prstGeom>
            <a:solidFill>
              <a:srgbClr val="DF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1" name="Rectangle 7280">
              <a:extLst>
                <a:ext uri="{FF2B5EF4-FFF2-40B4-BE49-F238E27FC236}">
                  <a16:creationId xmlns:a16="http://schemas.microsoft.com/office/drawing/2014/main" id="{FC4ED26D-7DC0-1B77-56AC-33D6F5D9B1A6}"/>
                </a:ext>
              </a:extLst>
            </p:cNvPr>
            <p:cNvSpPr/>
            <p:nvPr/>
          </p:nvSpPr>
          <p:spPr>
            <a:xfrm>
              <a:off x="5993310" y="2477364"/>
              <a:ext cx="126908" cy="19050"/>
            </a:xfrm>
            <a:prstGeom prst="rect">
              <a:avLst/>
            </a:prstGeom>
            <a:solidFill>
              <a:srgbClr val="DB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2" name="Rectangle 7281">
              <a:extLst>
                <a:ext uri="{FF2B5EF4-FFF2-40B4-BE49-F238E27FC236}">
                  <a16:creationId xmlns:a16="http://schemas.microsoft.com/office/drawing/2014/main" id="{4FA4608E-0478-4474-727A-49703F5B43F3}"/>
                </a:ext>
              </a:extLst>
            </p:cNvPr>
            <p:cNvSpPr/>
            <p:nvPr/>
          </p:nvSpPr>
          <p:spPr>
            <a:xfrm>
              <a:off x="5993310" y="2458314"/>
              <a:ext cx="126908" cy="19050"/>
            </a:xfrm>
            <a:prstGeom prst="rect">
              <a:avLst/>
            </a:prstGeom>
            <a:solidFill>
              <a:srgbClr val="D8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3" name="Rectangle 7282">
              <a:extLst>
                <a:ext uri="{FF2B5EF4-FFF2-40B4-BE49-F238E27FC236}">
                  <a16:creationId xmlns:a16="http://schemas.microsoft.com/office/drawing/2014/main" id="{8D64DBA6-B61B-A822-74DE-1FCDA7FCC30F}"/>
                </a:ext>
              </a:extLst>
            </p:cNvPr>
            <p:cNvSpPr/>
            <p:nvPr/>
          </p:nvSpPr>
          <p:spPr>
            <a:xfrm>
              <a:off x="5993310" y="2439264"/>
              <a:ext cx="126908" cy="19050"/>
            </a:xfrm>
            <a:prstGeom prst="rect">
              <a:avLst/>
            </a:prstGeom>
            <a:solidFill>
              <a:srgbClr val="D4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4" name="Rectangle 7283">
              <a:extLst>
                <a:ext uri="{FF2B5EF4-FFF2-40B4-BE49-F238E27FC236}">
                  <a16:creationId xmlns:a16="http://schemas.microsoft.com/office/drawing/2014/main" id="{419883AA-1348-3F0E-F486-F6FE37E36111}"/>
                </a:ext>
              </a:extLst>
            </p:cNvPr>
            <p:cNvSpPr/>
            <p:nvPr/>
          </p:nvSpPr>
          <p:spPr>
            <a:xfrm>
              <a:off x="5993310" y="2420214"/>
              <a:ext cx="126908" cy="19050"/>
            </a:xfrm>
            <a:prstGeom prst="rect">
              <a:avLst/>
            </a:prstGeom>
            <a:solidFill>
              <a:srgbClr val="D1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5" name="Rectangle 7284">
              <a:extLst>
                <a:ext uri="{FF2B5EF4-FFF2-40B4-BE49-F238E27FC236}">
                  <a16:creationId xmlns:a16="http://schemas.microsoft.com/office/drawing/2014/main" id="{185C40FF-CA46-BC81-7F07-6534937A116C}"/>
                </a:ext>
              </a:extLst>
            </p:cNvPr>
            <p:cNvSpPr/>
            <p:nvPr/>
          </p:nvSpPr>
          <p:spPr>
            <a:xfrm>
              <a:off x="5993310" y="2401164"/>
              <a:ext cx="126908" cy="19050"/>
            </a:xfrm>
            <a:prstGeom prst="rect">
              <a:avLst/>
            </a:prstGeom>
            <a:solidFill>
              <a:srgbClr val="CD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6" name="Rectangle 7285">
              <a:extLst>
                <a:ext uri="{FF2B5EF4-FFF2-40B4-BE49-F238E27FC236}">
                  <a16:creationId xmlns:a16="http://schemas.microsoft.com/office/drawing/2014/main" id="{D5762688-197E-C635-E06F-07DDB3E5405E}"/>
                </a:ext>
              </a:extLst>
            </p:cNvPr>
            <p:cNvSpPr/>
            <p:nvPr/>
          </p:nvSpPr>
          <p:spPr>
            <a:xfrm>
              <a:off x="5993310" y="2382114"/>
              <a:ext cx="126908" cy="19050"/>
            </a:xfrm>
            <a:prstGeom prst="rect">
              <a:avLst/>
            </a:prstGeom>
            <a:solidFill>
              <a:srgbClr val="CA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7" name="Rectangle 7286">
              <a:extLst>
                <a:ext uri="{FF2B5EF4-FFF2-40B4-BE49-F238E27FC236}">
                  <a16:creationId xmlns:a16="http://schemas.microsoft.com/office/drawing/2014/main" id="{38241B55-C3B0-2A69-ECD2-318F3C4DFBBA}"/>
                </a:ext>
              </a:extLst>
            </p:cNvPr>
            <p:cNvSpPr/>
            <p:nvPr/>
          </p:nvSpPr>
          <p:spPr>
            <a:xfrm>
              <a:off x="5993310" y="2363064"/>
              <a:ext cx="126908" cy="19050"/>
            </a:xfrm>
            <a:prstGeom prst="rect">
              <a:avLst/>
            </a:prstGeom>
            <a:solidFill>
              <a:srgbClr val="C6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8" name="Rectangle 7287">
              <a:extLst>
                <a:ext uri="{FF2B5EF4-FFF2-40B4-BE49-F238E27FC236}">
                  <a16:creationId xmlns:a16="http://schemas.microsoft.com/office/drawing/2014/main" id="{A3A75185-2D28-0FBC-EF17-2D01FE08E644}"/>
                </a:ext>
              </a:extLst>
            </p:cNvPr>
            <p:cNvSpPr/>
            <p:nvPr/>
          </p:nvSpPr>
          <p:spPr>
            <a:xfrm>
              <a:off x="5993310" y="2344014"/>
              <a:ext cx="126908" cy="19050"/>
            </a:xfrm>
            <a:prstGeom prst="rect">
              <a:avLst/>
            </a:prstGeom>
            <a:solidFill>
              <a:srgbClr val="C3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9" name="Rectangle 7288">
              <a:extLst>
                <a:ext uri="{FF2B5EF4-FFF2-40B4-BE49-F238E27FC236}">
                  <a16:creationId xmlns:a16="http://schemas.microsoft.com/office/drawing/2014/main" id="{E3FA80F1-B01D-DE77-85C2-6DF94BDD1E07}"/>
                </a:ext>
              </a:extLst>
            </p:cNvPr>
            <p:cNvSpPr/>
            <p:nvPr/>
          </p:nvSpPr>
          <p:spPr>
            <a:xfrm>
              <a:off x="5993310" y="2324964"/>
              <a:ext cx="126908" cy="19050"/>
            </a:xfrm>
            <a:prstGeom prst="rect">
              <a:avLst/>
            </a:prstGeom>
            <a:solidFill>
              <a:srgbClr val="BF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0" name="Rectangle 7289">
              <a:extLst>
                <a:ext uri="{FF2B5EF4-FFF2-40B4-BE49-F238E27FC236}">
                  <a16:creationId xmlns:a16="http://schemas.microsoft.com/office/drawing/2014/main" id="{F5AA2F37-D951-7D76-91C6-BD78B0181D52}"/>
                </a:ext>
              </a:extLst>
            </p:cNvPr>
            <p:cNvSpPr/>
            <p:nvPr/>
          </p:nvSpPr>
          <p:spPr>
            <a:xfrm>
              <a:off x="5993310" y="2305914"/>
              <a:ext cx="126908" cy="19050"/>
            </a:xfrm>
            <a:prstGeom prst="rect">
              <a:avLst/>
            </a:prstGeom>
            <a:solidFill>
              <a:srgbClr val="BC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1" name="Rectangle 7290">
              <a:extLst>
                <a:ext uri="{FF2B5EF4-FFF2-40B4-BE49-F238E27FC236}">
                  <a16:creationId xmlns:a16="http://schemas.microsoft.com/office/drawing/2014/main" id="{75EE9F05-3C51-EC1E-C269-BDAF729376E6}"/>
                </a:ext>
              </a:extLst>
            </p:cNvPr>
            <p:cNvSpPr/>
            <p:nvPr/>
          </p:nvSpPr>
          <p:spPr>
            <a:xfrm>
              <a:off x="5993310" y="2286864"/>
              <a:ext cx="126908" cy="19050"/>
            </a:xfrm>
            <a:prstGeom prst="rect">
              <a:avLst/>
            </a:prstGeom>
            <a:solidFill>
              <a:srgbClr val="B8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2" name="Rectangle 7291">
              <a:extLst>
                <a:ext uri="{FF2B5EF4-FFF2-40B4-BE49-F238E27FC236}">
                  <a16:creationId xmlns:a16="http://schemas.microsoft.com/office/drawing/2014/main" id="{112B5BAE-60B8-FB7D-319D-D24E3482E746}"/>
                </a:ext>
              </a:extLst>
            </p:cNvPr>
            <p:cNvSpPr/>
            <p:nvPr/>
          </p:nvSpPr>
          <p:spPr>
            <a:xfrm>
              <a:off x="5993310" y="2267814"/>
              <a:ext cx="126908" cy="19050"/>
            </a:xfrm>
            <a:prstGeom prst="rect">
              <a:avLst/>
            </a:prstGeom>
            <a:solidFill>
              <a:srgbClr val="B5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3" name="Rectangle 7292">
              <a:extLst>
                <a:ext uri="{FF2B5EF4-FFF2-40B4-BE49-F238E27FC236}">
                  <a16:creationId xmlns:a16="http://schemas.microsoft.com/office/drawing/2014/main" id="{232E4E7E-2711-8E07-5AEB-635937A74710}"/>
                </a:ext>
              </a:extLst>
            </p:cNvPr>
            <p:cNvSpPr/>
            <p:nvPr/>
          </p:nvSpPr>
          <p:spPr>
            <a:xfrm>
              <a:off x="5993310" y="2248764"/>
              <a:ext cx="126908" cy="19050"/>
            </a:xfrm>
            <a:prstGeom prst="rect">
              <a:avLst/>
            </a:prstGeom>
            <a:solidFill>
              <a:srgbClr val="B1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2" name="Rectangle 7301">
              <a:extLst>
                <a:ext uri="{FF2B5EF4-FFF2-40B4-BE49-F238E27FC236}">
                  <a16:creationId xmlns:a16="http://schemas.microsoft.com/office/drawing/2014/main" id="{22AFF197-6A82-D6C4-1C62-E4E048296B1C}"/>
                </a:ext>
              </a:extLst>
            </p:cNvPr>
            <p:cNvSpPr/>
            <p:nvPr/>
          </p:nvSpPr>
          <p:spPr>
            <a:xfrm>
              <a:off x="5993310" y="2229714"/>
              <a:ext cx="126908" cy="19050"/>
            </a:xfrm>
            <a:prstGeom prst="rect">
              <a:avLst/>
            </a:prstGeom>
            <a:solidFill>
              <a:srgbClr val="AE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3" name="Rectangle 7302">
              <a:extLst>
                <a:ext uri="{FF2B5EF4-FFF2-40B4-BE49-F238E27FC236}">
                  <a16:creationId xmlns:a16="http://schemas.microsoft.com/office/drawing/2014/main" id="{D866390B-3471-C0BD-B3C7-4EE8DD6ABBFF}"/>
                </a:ext>
              </a:extLst>
            </p:cNvPr>
            <p:cNvSpPr/>
            <p:nvPr/>
          </p:nvSpPr>
          <p:spPr>
            <a:xfrm>
              <a:off x="5993310" y="2210664"/>
              <a:ext cx="126908" cy="19050"/>
            </a:xfrm>
            <a:prstGeom prst="rect">
              <a:avLst/>
            </a:prstGeom>
            <a:solidFill>
              <a:srgbClr val="AA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4" name="Rectangle 7303">
              <a:extLst>
                <a:ext uri="{FF2B5EF4-FFF2-40B4-BE49-F238E27FC236}">
                  <a16:creationId xmlns:a16="http://schemas.microsoft.com/office/drawing/2014/main" id="{93B59A12-1200-E0A2-A569-27F523B3610F}"/>
                </a:ext>
              </a:extLst>
            </p:cNvPr>
            <p:cNvSpPr/>
            <p:nvPr/>
          </p:nvSpPr>
          <p:spPr>
            <a:xfrm>
              <a:off x="5993310" y="2191614"/>
              <a:ext cx="126908" cy="19050"/>
            </a:xfrm>
            <a:prstGeom prst="rect">
              <a:avLst/>
            </a:prstGeom>
            <a:solidFill>
              <a:srgbClr val="A7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5" name="Rectangle 7304">
              <a:extLst>
                <a:ext uri="{FF2B5EF4-FFF2-40B4-BE49-F238E27FC236}">
                  <a16:creationId xmlns:a16="http://schemas.microsoft.com/office/drawing/2014/main" id="{115EAD34-F493-8386-D87B-B1B02606FB65}"/>
                </a:ext>
              </a:extLst>
            </p:cNvPr>
            <p:cNvSpPr/>
            <p:nvPr/>
          </p:nvSpPr>
          <p:spPr>
            <a:xfrm>
              <a:off x="5993310" y="2172564"/>
              <a:ext cx="126908" cy="19050"/>
            </a:xfrm>
            <a:prstGeom prst="rect">
              <a:avLst/>
            </a:prstGeom>
            <a:solidFill>
              <a:srgbClr val="A3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6" name="Rectangle 7305">
              <a:extLst>
                <a:ext uri="{FF2B5EF4-FFF2-40B4-BE49-F238E27FC236}">
                  <a16:creationId xmlns:a16="http://schemas.microsoft.com/office/drawing/2014/main" id="{F1065C7E-5C69-25E4-11EA-E4DA68692FEC}"/>
                </a:ext>
              </a:extLst>
            </p:cNvPr>
            <p:cNvSpPr/>
            <p:nvPr/>
          </p:nvSpPr>
          <p:spPr>
            <a:xfrm>
              <a:off x="5993310" y="2153514"/>
              <a:ext cx="126908" cy="19050"/>
            </a:xfrm>
            <a:prstGeom prst="rect">
              <a:avLst/>
            </a:prstGeom>
            <a:solidFill>
              <a:srgbClr val="A0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7" name="Rectangle 7306">
              <a:extLst>
                <a:ext uri="{FF2B5EF4-FFF2-40B4-BE49-F238E27FC236}">
                  <a16:creationId xmlns:a16="http://schemas.microsoft.com/office/drawing/2014/main" id="{9FE014D5-FE79-D89D-BC3D-4D549C099DAD}"/>
                </a:ext>
              </a:extLst>
            </p:cNvPr>
            <p:cNvSpPr/>
            <p:nvPr/>
          </p:nvSpPr>
          <p:spPr>
            <a:xfrm>
              <a:off x="5993310" y="2134464"/>
              <a:ext cx="126908" cy="19050"/>
            </a:xfrm>
            <a:prstGeom prst="rect">
              <a:avLst/>
            </a:prstGeom>
            <a:solidFill>
              <a:srgbClr val="9C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8" name="Rectangle 7307">
              <a:extLst>
                <a:ext uri="{FF2B5EF4-FFF2-40B4-BE49-F238E27FC236}">
                  <a16:creationId xmlns:a16="http://schemas.microsoft.com/office/drawing/2014/main" id="{14435C1A-4E42-31A0-87DC-B66F2B0BFECC}"/>
                </a:ext>
              </a:extLst>
            </p:cNvPr>
            <p:cNvSpPr/>
            <p:nvPr/>
          </p:nvSpPr>
          <p:spPr>
            <a:xfrm>
              <a:off x="5993310" y="2115414"/>
              <a:ext cx="126908" cy="19050"/>
            </a:xfrm>
            <a:prstGeom prst="rect">
              <a:avLst/>
            </a:prstGeom>
            <a:solidFill>
              <a:srgbClr val="99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9" name="Rectangle 7308">
              <a:extLst>
                <a:ext uri="{FF2B5EF4-FFF2-40B4-BE49-F238E27FC236}">
                  <a16:creationId xmlns:a16="http://schemas.microsoft.com/office/drawing/2014/main" id="{434D48B0-7DD6-ACD6-DB54-443BA0EC0BFC}"/>
                </a:ext>
              </a:extLst>
            </p:cNvPr>
            <p:cNvSpPr/>
            <p:nvPr/>
          </p:nvSpPr>
          <p:spPr>
            <a:xfrm>
              <a:off x="5993310" y="2096364"/>
              <a:ext cx="126908" cy="19050"/>
            </a:xfrm>
            <a:prstGeom prst="rect">
              <a:avLst/>
            </a:prstGeom>
            <a:solidFill>
              <a:srgbClr val="95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0" name="Rectangle 7309">
              <a:extLst>
                <a:ext uri="{FF2B5EF4-FFF2-40B4-BE49-F238E27FC236}">
                  <a16:creationId xmlns:a16="http://schemas.microsoft.com/office/drawing/2014/main" id="{9A272D3B-6801-C6CE-EEC2-DA2AE9EA3E6D}"/>
                </a:ext>
              </a:extLst>
            </p:cNvPr>
            <p:cNvSpPr/>
            <p:nvPr/>
          </p:nvSpPr>
          <p:spPr>
            <a:xfrm>
              <a:off x="5993310" y="2077314"/>
              <a:ext cx="126908" cy="19050"/>
            </a:xfrm>
            <a:prstGeom prst="rect">
              <a:avLst/>
            </a:prstGeom>
            <a:solidFill>
              <a:srgbClr val="92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1" name="Rectangle 7310">
              <a:extLst>
                <a:ext uri="{FF2B5EF4-FFF2-40B4-BE49-F238E27FC236}">
                  <a16:creationId xmlns:a16="http://schemas.microsoft.com/office/drawing/2014/main" id="{1447C629-C421-ADC0-0260-FA5418B5BD89}"/>
                </a:ext>
              </a:extLst>
            </p:cNvPr>
            <p:cNvSpPr/>
            <p:nvPr/>
          </p:nvSpPr>
          <p:spPr>
            <a:xfrm>
              <a:off x="5993310" y="2058264"/>
              <a:ext cx="126908" cy="19050"/>
            </a:xfrm>
            <a:prstGeom prst="rect">
              <a:avLst/>
            </a:prstGeom>
            <a:solidFill>
              <a:srgbClr val="8E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2" name="Rectangle 7311">
              <a:extLst>
                <a:ext uri="{FF2B5EF4-FFF2-40B4-BE49-F238E27FC236}">
                  <a16:creationId xmlns:a16="http://schemas.microsoft.com/office/drawing/2014/main" id="{4167B90C-04E6-AE2C-C3BA-9DD63B5F7BAF}"/>
                </a:ext>
              </a:extLst>
            </p:cNvPr>
            <p:cNvSpPr/>
            <p:nvPr/>
          </p:nvSpPr>
          <p:spPr>
            <a:xfrm>
              <a:off x="5993310" y="2039214"/>
              <a:ext cx="126908" cy="19050"/>
            </a:xfrm>
            <a:prstGeom prst="rect">
              <a:avLst/>
            </a:prstGeom>
            <a:solidFill>
              <a:srgbClr val="8B0000"/>
            </a:solidFill>
            <a:ln w="9518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3" name="TextBox 7312">
              <a:extLst>
                <a:ext uri="{FF2B5EF4-FFF2-40B4-BE49-F238E27FC236}">
                  <a16:creationId xmlns:a16="http://schemas.microsoft.com/office/drawing/2014/main" id="{A8270323-6E58-6605-F1D4-79996955B0E5}"/>
                </a:ext>
              </a:extLst>
            </p:cNvPr>
            <p:cNvSpPr txBox="1"/>
            <p:nvPr/>
          </p:nvSpPr>
          <p:spPr>
            <a:xfrm rot="5400000">
              <a:off x="6079541" y="3828990"/>
              <a:ext cx="25346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7314" name="TextBox 7313">
              <a:extLst>
                <a:ext uri="{FF2B5EF4-FFF2-40B4-BE49-F238E27FC236}">
                  <a16:creationId xmlns:a16="http://schemas.microsoft.com/office/drawing/2014/main" id="{8CE2852E-A65E-C3B3-817C-E101C2714698}"/>
                </a:ext>
              </a:extLst>
            </p:cNvPr>
            <p:cNvSpPr txBox="1"/>
            <p:nvPr/>
          </p:nvSpPr>
          <p:spPr>
            <a:xfrm rot="5400000">
              <a:off x="6026621" y="3447990"/>
              <a:ext cx="359299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0.2</a:t>
              </a:r>
            </a:p>
          </p:txBody>
        </p:sp>
        <p:sp>
          <p:nvSpPr>
            <p:cNvPr id="7315" name="TextBox 7314">
              <a:extLst>
                <a:ext uri="{FF2B5EF4-FFF2-40B4-BE49-F238E27FC236}">
                  <a16:creationId xmlns:a16="http://schemas.microsoft.com/office/drawing/2014/main" id="{52E62CD0-A898-2AFB-DF9E-504C35DDD959}"/>
                </a:ext>
              </a:extLst>
            </p:cNvPr>
            <p:cNvSpPr txBox="1"/>
            <p:nvPr/>
          </p:nvSpPr>
          <p:spPr>
            <a:xfrm rot="5400000">
              <a:off x="6026621" y="3066990"/>
              <a:ext cx="359299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0.4</a:t>
              </a:r>
            </a:p>
          </p:txBody>
        </p:sp>
        <p:sp>
          <p:nvSpPr>
            <p:cNvPr id="7316" name="TextBox 7315">
              <a:extLst>
                <a:ext uri="{FF2B5EF4-FFF2-40B4-BE49-F238E27FC236}">
                  <a16:creationId xmlns:a16="http://schemas.microsoft.com/office/drawing/2014/main" id="{273FA171-64DF-9F49-621C-674E0608ADCB}"/>
                </a:ext>
              </a:extLst>
            </p:cNvPr>
            <p:cNvSpPr txBox="1"/>
            <p:nvPr/>
          </p:nvSpPr>
          <p:spPr>
            <a:xfrm rot="5400000">
              <a:off x="6026621" y="2685991"/>
              <a:ext cx="359299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0.6</a:t>
              </a:r>
            </a:p>
          </p:txBody>
        </p:sp>
        <p:sp>
          <p:nvSpPr>
            <p:cNvPr id="7317" name="TextBox 7316">
              <a:extLst>
                <a:ext uri="{FF2B5EF4-FFF2-40B4-BE49-F238E27FC236}">
                  <a16:creationId xmlns:a16="http://schemas.microsoft.com/office/drawing/2014/main" id="{AF2436A9-0DB5-FAB2-154C-71F9934A899B}"/>
                </a:ext>
              </a:extLst>
            </p:cNvPr>
            <p:cNvSpPr txBox="1"/>
            <p:nvPr/>
          </p:nvSpPr>
          <p:spPr>
            <a:xfrm rot="5400000">
              <a:off x="6026621" y="2304991"/>
              <a:ext cx="359299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0.8</a:t>
              </a:r>
            </a:p>
          </p:txBody>
        </p:sp>
        <p:sp>
          <p:nvSpPr>
            <p:cNvPr id="7318" name="TextBox 7317">
              <a:extLst>
                <a:ext uri="{FF2B5EF4-FFF2-40B4-BE49-F238E27FC236}">
                  <a16:creationId xmlns:a16="http://schemas.microsoft.com/office/drawing/2014/main" id="{DFD9ED8A-AE4E-F28C-65D2-BD2496197C63}"/>
                </a:ext>
              </a:extLst>
            </p:cNvPr>
            <p:cNvSpPr txBox="1"/>
            <p:nvPr/>
          </p:nvSpPr>
          <p:spPr>
            <a:xfrm rot="5400000">
              <a:off x="6079541" y="1923990"/>
              <a:ext cx="25346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</p:grpSp>
      <p:sp>
        <p:nvSpPr>
          <p:cNvPr id="9717" name="TextBox 9716">
            <a:extLst>
              <a:ext uri="{FF2B5EF4-FFF2-40B4-BE49-F238E27FC236}">
                <a16:creationId xmlns:a16="http://schemas.microsoft.com/office/drawing/2014/main" id="{94865E0E-C423-3B6C-FA8D-32130EE440CF}"/>
              </a:ext>
            </a:extLst>
          </p:cNvPr>
          <p:cNvSpPr txBox="1"/>
          <p:nvPr/>
        </p:nvSpPr>
        <p:spPr>
          <a:xfrm>
            <a:off x="4001937" y="-53558"/>
            <a:ext cx="158179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b="1" err="1">
                <a:latin typeface="Arial" panose="020B0604020202020204" pitchFamily="34" charset="0"/>
                <a:cs typeface="Arial" panose="020B0604020202020204" pitchFamily="34" charset="0"/>
              </a:rPr>
              <a:t>Multiome</a:t>
            </a:r>
            <a:r>
              <a:rPr lang="en-US" sz="1100" b="1">
                <a:latin typeface="Arial" panose="020B0604020202020204" pitchFamily="34" charset="0"/>
                <a:cs typeface="Arial" panose="020B0604020202020204" pitchFamily="34" charset="0"/>
              </a:rPr>
              <a:t> → Regions</a:t>
            </a:r>
          </a:p>
        </p:txBody>
      </p:sp>
      <p:sp>
        <p:nvSpPr>
          <p:cNvPr id="9718" name="TextBox 9717">
            <a:extLst>
              <a:ext uri="{FF2B5EF4-FFF2-40B4-BE49-F238E27FC236}">
                <a16:creationId xmlns:a16="http://schemas.microsoft.com/office/drawing/2014/main" id="{0CDBCF2C-EF8A-298E-BDD5-34D96022C54B}"/>
              </a:ext>
            </a:extLst>
          </p:cNvPr>
          <p:cNvSpPr txBox="1"/>
          <p:nvPr/>
        </p:nvSpPr>
        <p:spPr>
          <a:xfrm>
            <a:off x="4001937" y="2253068"/>
            <a:ext cx="165982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>
                <a:latin typeface="Arial" panose="020B0604020202020204" pitchFamily="34" charset="0"/>
                <a:cs typeface="Arial" panose="020B0604020202020204" pitchFamily="34" charset="0"/>
              </a:rPr>
              <a:t>Region</a:t>
            </a:r>
          </a:p>
        </p:txBody>
      </p:sp>
      <p:sp>
        <p:nvSpPr>
          <p:cNvPr id="9719" name="TextBox 9718">
            <a:extLst>
              <a:ext uri="{FF2B5EF4-FFF2-40B4-BE49-F238E27FC236}">
                <a16:creationId xmlns:a16="http://schemas.microsoft.com/office/drawing/2014/main" id="{1B1D70DB-EFD2-E0B0-7E6B-E406C6CE4BBD}"/>
              </a:ext>
            </a:extLst>
          </p:cNvPr>
          <p:cNvSpPr txBox="1"/>
          <p:nvPr/>
        </p:nvSpPr>
        <p:spPr>
          <a:xfrm rot="16200000">
            <a:off x="1706334" y="977548"/>
            <a:ext cx="186194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err="1">
                <a:latin typeface="Arial" panose="020B0604020202020204" pitchFamily="34" charset="0"/>
                <a:cs typeface="Arial" panose="020B0604020202020204" pitchFamily="34" charset="0"/>
              </a:rPr>
              <a:t>Multiome</a:t>
            </a:r>
            <a:r>
              <a:rPr lang="en-US" sz="1050">
                <a:latin typeface="Arial" panose="020B0604020202020204" pitchFamily="34" charset="0"/>
                <a:cs typeface="Arial" panose="020B0604020202020204" pitchFamily="34" charset="0"/>
              </a:rPr>
              <a:t> Cluster</a:t>
            </a:r>
          </a:p>
        </p:txBody>
      </p:sp>
      <p:grpSp>
        <p:nvGrpSpPr>
          <p:cNvPr id="11023" name="Group 11022">
            <a:extLst>
              <a:ext uri="{FF2B5EF4-FFF2-40B4-BE49-F238E27FC236}">
                <a16:creationId xmlns:a16="http://schemas.microsoft.com/office/drawing/2014/main" id="{A4982936-4F7C-E1CB-95DB-D807B34A4C34}"/>
              </a:ext>
            </a:extLst>
          </p:cNvPr>
          <p:cNvGrpSpPr/>
          <p:nvPr/>
        </p:nvGrpSpPr>
        <p:grpSpPr>
          <a:xfrm>
            <a:off x="2645781" y="112480"/>
            <a:ext cx="4239921" cy="2253784"/>
            <a:chOff x="2683359" y="306633"/>
            <a:chExt cx="4239921" cy="2253784"/>
          </a:xfrm>
        </p:grpSpPr>
        <p:grpSp>
          <p:nvGrpSpPr>
            <p:cNvPr id="9720" name="Group 9719">
              <a:extLst>
                <a:ext uri="{FF2B5EF4-FFF2-40B4-BE49-F238E27FC236}">
                  <a16:creationId xmlns:a16="http://schemas.microsoft.com/office/drawing/2014/main" id="{76EEEC60-4118-22E3-8004-7D1B46D5C4BD}"/>
                </a:ext>
              </a:extLst>
            </p:cNvPr>
            <p:cNvGrpSpPr/>
            <p:nvPr/>
          </p:nvGrpSpPr>
          <p:grpSpPr>
            <a:xfrm>
              <a:off x="2861669" y="2127284"/>
              <a:ext cx="4061611" cy="433133"/>
              <a:chOff x="2805303" y="2127284"/>
              <a:chExt cx="3789898" cy="433133"/>
            </a:xfrm>
          </p:grpSpPr>
          <p:sp>
            <p:nvSpPr>
              <p:cNvPr id="9721" name="TextBox 9720">
                <a:extLst>
                  <a:ext uri="{FF2B5EF4-FFF2-40B4-BE49-F238E27FC236}">
                    <a16:creationId xmlns:a16="http://schemas.microsoft.com/office/drawing/2014/main" id="{D31CFC49-C14D-1E32-4591-D52B7229894D}"/>
                  </a:ext>
                </a:extLst>
              </p:cNvPr>
              <p:cNvSpPr txBox="1"/>
              <p:nvPr/>
            </p:nvSpPr>
            <p:spPr>
              <a:xfrm rot="16200000">
                <a:off x="2762022" y="2170566"/>
                <a:ext cx="27122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ac</a:t>
                </a:r>
              </a:p>
            </p:txBody>
          </p:sp>
          <p:sp>
            <p:nvSpPr>
              <p:cNvPr id="9722" name="TextBox 9721">
                <a:extLst>
                  <a:ext uri="{FF2B5EF4-FFF2-40B4-BE49-F238E27FC236}">
                    <a16:creationId xmlns:a16="http://schemas.microsoft.com/office/drawing/2014/main" id="{C9FB64A9-0408-7238-59BF-5111BA4FCA65}"/>
                  </a:ext>
                </a:extLst>
              </p:cNvPr>
              <p:cNvSpPr txBox="1"/>
              <p:nvPr/>
            </p:nvSpPr>
            <p:spPr>
              <a:xfrm rot="16200000">
                <a:off x="2787964" y="2201825"/>
                <a:ext cx="33374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ATn</a:t>
                </a:r>
              </a:p>
            </p:txBody>
          </p:sp>
          <p:sp>
            <p:nvSpPr>
              <p:cNvPr id="9723" name="TextBox 9722">
                <a:extLst>
                  <a:ext uri="{FF2B5EF4-FFF2-40B4-BE49-F238E27FC236}">
                    <a16:creationId xmlns:a16="http://schemas.microsoft.com/office/drawing/2014/main" id="{B3C79387-7DD1-9FC2-D0F8-F9709E94F964}"/>
                  </a:ext>
                </a:extLst>
              </p:cNvPr>
              <p:cNvSpPr txBox="1"/>
              <p:nvPr/>
            </p:nvSpPr>
            <p:spPr>
              <a:xfrm rot="16200000">
                <a:off x="2859593" y="2187398"/>
                <a:ext cx="30489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CM</a:t>
                </a:r>
              </a:p>
            </p:txBody>
          </p:sp>
          <p:sp>
            <p:nvSpPr>
              <p:cNvPr id="9724" name="TextBox 9723">
                <a:extLst>
                  <a:ext uri="{FF2B5EF4-FFF2-40B4-BE49-F238E27FC236}">
                    <a16:creationId xmlns:a16="http://schemas.microsoft.com/office/drawing/2014/main" id="{538AD999-6732-5A7E-6A30-C9F6A75D352A}"/>
                  </a:ext>
                </a:extLst>
              </p:cNvPr>
              <p:cNvSpPr txBox="1"/>
              <p:nvPr/>
            </p:nvSpPr>
            <p:spPr>
              <a:xfrm rot="16200000">
                <a:off x="2923206" y="2180986"/>
                <a:ext cx="29206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CP</a:t>
                </a:r>
              </a:p>
            </p:txBody>
          </p:sp>
          <p:sp>
            <p:nvSpPr>
              <p:cNvPr id="9725" name="TextBox 9724">
                <a:extLst>
                  <a:ext uri="{FF2B5EF4-FFF2-40B4-BE49-F238E27FC236}">
                    <a16:creationId xmlns:a16="http://schemas.microsoft.com/office/drawing/2014/main" id="{3D661FFD-C2E2-F084-3D2F-A35537893453}"/>
                  </a:ext>
                </a:extLst>
              </p:cNvPr>
              <p:cNvSpPr txBox="1"/>
              <p:nvPr/>
            </p:nvSpPr>
            <p:spPr>
              <a:xfrm rot="16200000">
                <a:off x="2984556" y="2176978"/>
                <a:ext cx="28405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Dc</a:t>
                </a:r>
              </a:p>
            </p:txBody>
          </p:sp>
          <p:sp>
            <p:nvSpPr>
              <p:cNvPr id="9726" name="TextBox 9725">
                <a:extLst>
                  <a:ext uri="{FF2B5EF4-FFF2-40B4-BE49-F238E27FC236}">
                    <a16:creationId xmlns:a16="http://schemas.microsoft.com/office/drawing/2014/main" id="{CB94BC1F-61FD-2AD9-1B12-02A5A5517C99}"/>
                  </a:ext>
                </a:extLst>
              </p:cNvPr>
              <p:cNvSpPr txBox="1"/>
              <p:nvPr/>
            </p:nvSpPr>
            <p:spPr>
              <a:xfrm rot="16200000">
                <a:off x="3007292" y="2211443"/>
                <a:ext cx="35298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Dc-2</a:t>
                </a:r>
              </a:p>
            </p:txBody>
          </p:sp>
          <p:sp>
            <p:nvSpPr>
              <p:cNvPr id="9727" name="TextBox 9726">
                <a:extLst>
                  <a:ext uri="{FF2B5EF4-FFF2-40B4-BE49-F238E27FC236}">
                    <a16:creationId xmlns:a16="http://schemas.microsoft.com/office/drawing/2014/main" id="{F5441820-6FB4-F6CD-0408-86CC741D9B3F}"/>
                  </a:ext>
                </a:extLst>
              </p:cNvPr>
              <p:cNvSpPr txBox="1"/>
              <p:nvPr/>
            </p:nvSpPr>
            <p:spPr>
              <a:xfrm rot="16200000">
                <a:off x="3097356" y="2178581"/>
                <a:ext cx="28725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</a:t>
                </a:r>
              </a:p>
            </p:txBody>
          </p:sp>
          <p:sp>
            <p:nvSpPr>
              <p:cNvPr id="9728" name="TextBox 9727">
                <a:extLst>
                  <a:ext uri="{FF2B5EF4-FFF2-40B4-BE49-F238E27FC236}">
                    <a16:creationId xmlns:a16="http://schemas.microsoft.com/office/drawing/2014/main" id="{68D9CEFA-C077-327E-C32C-17E2FF9B5F27}"/>
                  </a:ext>
                </a:extLst>
              </p:cNvPr>
              <p:cNvSpPr txBox="1"/>
              <p:nvPr/>
            </p:nvSpPr>
            <p:spPr>
              <a:xfrm rot="16200000">
                <a:off x="3118489" y="2214649"/>
                <a:ext cx="35939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Dd-d</a:t>
                </a:r>
              </a:p>
            </p:txBody>
          </p:sp>
          <p:sp>
            <p:nvSpPr>
              <p:cNvPr id="9729" name="TextBox 9728">
                <a:extLst>
                  <a:ext uri="{FF2B5EF4-FFF2-40B4-BE49-F238E27FC236}">
                    <a16:creationId xmlns:a16="http://schemas.microsoft.com/office/drawing/2014/main" id="{8EE53124-603C-6E9F-9A14-3B6ED64F9814}"/>
                  </a:ext>
                </a:extLst>
              </p:cNvPr>
              <p:cNvSpPr txBox="1"/>
              <p:nvPr/>
            </p:nvSpPr>
            <p:spPr>
              <a:xfrm rot="16200000">
                <a:off x="3177294" y="2213046"/>
                <a:ext cx="35618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Dd-v</a:t>
                </a:r>
              </a:p>
            </p:txBody>
          </p:sp>
          <p:sp>
            <p:nvSpPr>
              <p:cNvPr id="9730" name="TextBox 9729">
                <a:extLst>
                  <a:ext uri="{FF2B5EF4-FFF2-40B4-BE49-F238E27FC236}">
                    <a16:creationId xmlns:a16="http://schemas.microsoft.com/office/drawing/2014/main" id="{32CDB622-016D-595A-584D-B3682FBE2028}"/>
                  </a:ext>
                </a:extLst>
              </p:cNvPr>
              <p:cNvSpPr txBox="1"/>
              <p:nvPr/>
            </p:nvSpPr>
            <p:spPr>
              <a:xfrm rot="16200000">
                <a:off x="3245716" y="2201825"/>
                <a:ext cx="33374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Dl-g</a:t>
                </a:r>
              </a:p>
            </p:txBody>
          </p:sp>
          <p:sp>
            <p:nvSpPr>
              <p:cNvPr id="9731" name="TextBox 9730">
                <a:extLst>
                  <a:ext uri="{FF2B5EF4-FFF2-40B4-BE49-F238E27FC236}">
                    <a16:creationId xmlns:a16="http://schemas.microsoft.com/office/drawing/2014/main" id="{D07BC5C7-DA32-9DA3-C4F7-AA173FBBCF5A}"/>
                  </a:ext>
                </a:extLst>
              </p:cNvPr>
              <p:cNvSpPr txBox="1"/>
              <p:nvPr/>
            </p:nvSpPr>
            <p:spPr>
              <a:xfrm rot="16200000">
                <a:off x="3279815" y="2225068"/>
                <a:ext cx="38023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Dl-gd</a:t>
                </a:r>
              </a:p>
            </p:txBody>
          </p:sp>
          <p:sp>
            <p:nvSpPr>
              <p:cNvPr id="9732" name="TextBox 9731">
                <a:extLst>
                  <a:ext uri="{FF2B5EF4-FFF2-40B4-BE49-F238E27FC236}">
                    <a16:creationId xmlns:a16="http://schemas.microsoft.com/office/drawing/2014/main" id="{68125D7A-147E-5C9E-FE74-5F895117F645}"/>
                  </a:ext>
                </a:extLst>
              </p:cNvPr>
              <p:cNvSpPr txBox="1"/>
              <p:nvPr/>
            </p:nvSpPr>
            <p:spPr>
              <a:xfrm rot="16200000">
                <a:off x="3340222" y="2221862"/>
                <a:ext cx="37382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Dl-v2</a:t>
                </a:r>
              </a:p>
            </p:txBody>
          </p:sp>
          <p:sp>
            <p:nvSpPr>
              <p:cNvPr id="9733" name="TextBox 9732">
                <a:extLst>
                  <a:ext uri="{FF2B5EF4-FFF2-40B4-BE49-F238E27FC236}">
                    <a16:creationId xmlns:a16="http://schemas.microsoft.com/office/drawing/2014/main" id="{D5D3F5C7-2BE6-691E-ADAA-596F28AEAA0D}"/>
                  </a:ext>
                </a:extLst>
              </p:cNvPr>
              <p:cNvSpPr txBox="1"/>
              <p:nvPr/>
            </p:nvSpPr>
            <p:spPr>
              <a:xfrm rot="16200000">
                <a:off x="3374179" y="2245106"/>
                <a:ext cx="42030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Dl-v2d</a:t>
                </a:r>
              </a:p>
            </p:txBody>
          </p:sp>
          <p:sp>
            <p:nvSpPr>
              <p:cNvPr id="9734" name="TextBox 9733">
                <a:extLst>
                  <a:ext uri="{FF2B5EF4-FFF2-40B4-BE49-F238E27FC236}">
                    <a16:creationId xmlns:a16="http://schemas.microsoft.com/office/drawing/2014/main" id="{534DC432-85C2-AF15-0C85-749446003EDF}"/>
                  </a:ext>
                </a:extLst>
              </p:cNvPr>
              <p:cNvSpPr txBox="1"/>
              <p:nvPr/>
            </p:nvSpPr>
            <p:spPr>
              <a:xfrm rot="16200000">
                <a:off x="3453022" y="2223465"/>
                <a:ext cx="37702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Dln</a:t>
                </a:r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-c</a:t>
                </a:r>
              </a:p>
            </p:txBody>
          </p:sp>
          <p:sp>
            <p:nvSpPr>
              <p:cNvPr id="9735" name="TextBox 9734">
                <a:extLst>
                  <a:ext uri="{FF2B5EF4-FFF2-40B4-BE49-F238E27FC236}">
                    <a16:creationId xmlns:a16="http://schemas.microsoft.com/office/drawing/2014/main" id="{06A8BA41-E2B9-C7E7-9F05-0C8E88BB90A8}"/>
                  </a:ext>
                </a:extLst>
              </p:cNvPr>
              <p:cNvSpPr txBox="1"/>
              <p:nvPr/>
            </p:nvSpPr>
            <p:spPr>
              <a:xfrm rot="16200000">
                <a:off x="3516635" y="2217053"/>
                <a:ext cx="36420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Dln-r</a:t>
                </a:r>
              </a:p>
            </p:txBody>
          </p:sp>
          <p:sp>
            <p:nvSpPr>
              <p:cNvPr id="9736" name="TextBox 9735">
                <a:extLst>
                  <a:ext uri="{FF2B5EF4-FFF2-40B4-BE49-F238E27FC236}">
                    <a16:creationId xmlns:a16="http://schemas.microsoft.com/office/drawing/2014/main" id="{2B9A1204-A83F-3864-EC30-C71B11D4A5CA}"/>
                  </a:ext>
                </a:extLst>
              </p:cNvPr>
              <p:cNvSpPr txBox="1"/>
              <p:nvPr/>
            </p:nvSpPr>
            <p:spPr>
              <a:xfrm rot="16200000">
                <a:off x="3566623" y="2224267"/>
                <a:ext cx="37863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Dm-1</a:t>
                </a:r>
              </a:p>
            </p:txBody>
          </p:sp>
          <p:sp>
            <p:nvSpPr>
              <p:cNvPr id="9737" name="TextBox 9736">
                <a:extLst>
                  <a:ext uri="{FF2B5EF4-FFF2-40B4-BE49-F238E27FC236}">
                    <a16:creationId xmlns:a16="http://schemas.microsoft.com/office/drawing/2014/main" id="{11A06FED-4B29-DE42-B84D-40C25EFCE4D7}"/>
                  </a:ext>
                </a:extLst>
              </p:cNvPr>
              <p:cNvSpPr txBox="1"/>
              <p:nvPr/>
            </p:nvSpPr>
            <p:spPr>
              <a:xfrm rot="16200000">
                <a:off x="3608736" y="2239495"/>
                <a:ext cx="40908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Dm-2r</a:t>
                </a:r>
              </a:p>
            </p:txBody>
          </p:sp>
          <p:sp>
            <p:nvSpPr>
              <p:cNvPr id="9738" name="TextBox 9737">
                <a:extLst>
                  <a:ext uri="{FF2B5EF4-FFF2-40B4-BE49-F238E27FC236}">
                    <a16:creationId xmlns:a16="http://schemas.microsoft.com/office/drawing/2014/main" id="{76DC3445-D76E-6541-99F7-811FE45F002B}"/>
                  </a:ext>
                </a:extLst>
              </p:cNvPr>
              <p:cNvSpPr txBox="1"/>
              <p:nvPr/>
            </p:nvSpPr>
            <p:spPr>
              <a:xfrm rot="16200000">
                <a:off x="3681166" y="2224267"/>
                <a:ext cx="37863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Dm-3</a:t>
                </a:r>
              </a:p>
            </p:txBody>
          </p:sp>
          <p:sp>
            <p:nvSpPr>
              <p:cNvPr id="9739" name="TextBox 9738">
                <a:extLst>
                  <a:ext uri="{FF2B5EF4-FFF2-40B4-BE49-F238E27FC236}">
                    <a16:creationId xmlns:a16="http://schemas.microsoft.com/office/drawing/2014/main" id="{D8324335-FA46-829D-7F05-25B16BD69C0D}"/>
                  </a:ext>
                </a:extLst>
              </p:cNvPr>
              <p:cNvSpPr txBox="1"/>
              <p:nvPr/>
            </p:nvSpPr>
            <p:spPr>
              <a:xfrm rot="16200000">
                <a:off x="3784053" y="2178581"/>
                <a:ext cx="28725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Dp</a:t>
                </a:r>
              </a:p>
            </p:txBody>
          </p:sp>
          <p:sp>
            <p:nvSpPr>
              <p:cNvPr id="9740" name="TextBox 9739">
                <a:extLst>
                  <a:ext uri="{FF2B5EF4-FFF2-40B4-BE49-F238E27FC236}">
                    <a16:creationId xmlns:a16="http://schemas.microsoft.com/office/drawing/2014/main" id="{512DF96E-409C-9A4B-276F-35124D552636}"/>
                  </a:ext>
                </a:extLst>
              </p:cNvPr>
              <p:cNvSpPr txBox="1"/>
              <p:nvPr/>
            </p:nvSpPr>
            <p:spPr>
              <a:xfrm rot="16200000">
                <a:off x="3839652" y="2180184"/>
                <a:ext cx="29046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Gn</a:t>
                </a:r>
              </a:p>
            </p:txBody>
          </p:sp>
          <p:sp>
            <p:nvSpPr>
              <p:cNvPr id="9741" name="TextBox 9740">
                <a:extLst>
                  <a:ext uri="{FF2B5EF4-FFF2-40B4-BE49-F238E27FC236}">
                    <a16:creationId xmlns:a16="http://schemas.microsoft.com/office/drawing/2014/main" id="{8F0788C3-1A5C-5E05-80E6-BCA242D386B8}"/>
                  </a:ext>
                </a:extLst>
              </p:cNvPr>
              <p:cNvSpPr txBox="1"/>
              <p:nvPr/>
            </p:nvSpPr>
            <p:spPr>
              <a:xfrm rot="16200000">
                <a:off x="3895250" y="2181787"/>
                <a:ext cx="29367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Illn</a:t>
                </a:r>
              </a:p>
            </p:txBody>
          </p:sp>
          <p:sp>
            <p:nvSpPr>
              <p:cNvPr id="9742" name="TextBox 9741">
                <a:extLst>
                  <a:ext uri="{FF2B5EF4-FFF2-40B4-BE49-F238E27FC236}">
                    <a16:creationId xmlns:a16="http://schemas.microsoft.com/office/drawing/2014/main" id="{11AD76EA-1FCB-DFD5-5810-2FBD37AAAD23}"/>
                  </a:ext>
                </a:extLst>
              </p:cNvPr>
              <p:cNvSpPr txBox="1"/>
              <p:nvPr/>
            </p:nvSpPr>
            <p:spPr>
              <a:xfrm rot="16200000">
                <a:off x="3973431" y="2160948"/>
                <a:ext cx="25199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ln</a:t>
                </a:r>
              </a:p>
            </p:txBody>
          </p:sp>
          <p:sp>
            <p:nvSpPr>
              <p:cNvPr id="9743" name="TextBox 9742">
                <a:extLst>
                  <a:ext uri="{FF2B5EF4-FFF2-40B4-BE49-F238E27FC236}">
                    <a16:creationId xmlns:a16="http://schemas.microsoft.com/office/drawing/2014/main" id="{532DCE28-2C04-6F49-9601-B06C2CEFEA02}"/>
                  </a:ext>
                </a:extLst>
              </p:cNvPr>
              <p:cNvSpPr txBox="1"/>
              <p:nvPr/>
            </p:nvSpPr>
            <p:spPr>
              <a:xfrm rot="16200000">
                <a:off x="4008190" y="2183390"/>
                <a:ext cx="29687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NC</a:t>
                </a:r>
              </a:p>
            </p:txBody>
          </p:sp>
          <p:sp>
            <p:nvSpPr>
              <p:cNvPr id="9744" name="TextBox 9743">
                <a:extLst>
                  <a:ext uri="{FF2B5EF4-FFF2-40B4-BE49-F238E27FC236}">
                    <a16:creationId xmlns:a16="http://schemas.microsoft.com/office/drawing/2014/main" id="{8FED6AAA-464F-C62F-B050-EACCBBF29B5E}"/>
                  </a:ext>
                </a:extLst>
              </p:cNvPr>
              <p:cNvSpPr txBox="1"/>
              <p:nvPr/>
            </p:nvSpPr>
            <p:spPr>
              <a:xfrm rot="16200000">
                <a:off x="4021309" y="2227473"/>
                <a:ext cx="38504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NDILI</a:t>
                </a:r>
              </a:p>
            </p:txBody>
          </p:sp>
          <p:sp>
            <p:nvSpPr>
              <p:cNvPr id="9745" name="TextBox 9744">
                <a:extLst>
                  <a:ext uri="{FF2B5EF4-FFF2-40B4-BE49-F238E27FC236}">
                    <a16:creationId xmlns:a16="http://schemas.microsoft.com/office/drawing/2014/main" id="{CF503C6F-F347-7337-5B18-3394A44A311C}"/>
                  </a:ext>
                </a:extLst>
              </p:cNvPr>
              <p:cNvSpPr txBox="1"/>
              <p:nvPr/>
            </p:nvSpPr>
            <p:spPr>
              <a:xfrm rot="16200000">
                <a:off x="4054465" y="2251518"/>
                <a:ext cx="43313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NDILm</a:t>
                </a:r>
              </a:p>
            </p:txBody>
          </p:sp>
          <p:sp>
            <p:nvSpPr>
              <p:cNvPr id="9746" name="TextBox 9745">
                <a:extLst>
                  <a:ext uri="{FF2B5EF4-FFF2-40B4-BE49-F238E27FC236}">
                    <a16:creationId xmlns:a16="http://schemas.microsoft.com/office/drawing/2014/main" id="{A93B673C-1E95-31FA-0FAD-46F34A694030}"/>
                  </a:ext>
                </a:extLst>
              </p:cNvPr>
              <p:cNvSpPr txBox="1"/>
              <p:nvPr/>
            </p:nvSpPr>
            <p:spPr>
              <a:xfrm rot="16200000">
                <a:off x="4127696" y="2235488"/>
                <a:ext cx="40107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nGMp</a:t>
                </a:r>
              </a:p>
            </p:txBody>
          </p:sp>
          <p:sp>
            <p:nvSpPr>
              <p:cNvPr id="9747" name="TextBox 9746">
                <a:extLst>
                  <a:ext uri="{FF2B5EF4-FFF2-40B4-BE49-F238E27FC236}">
                    <a16:creationId xmlns:a16="http://schemas.microsoft.com/office/drawing/2014/main" id="{92F913B2-4981-1960-2230-6FE7BF89BD71}"/>
                  </a:ext>
                </a:extLst>
              </p:cNvPr>
              <p:cNvSpPr txBox="1"/>
              <p:nvPr/>
            </p:nvSpPr>
            <p:spPr>
              <a:xfrm rot="16200000">
                <a:off x="4218561" y="2201825"/>
                <a:ext cx="33374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nHd</a:t>
                </a:r>
                <a:endPara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9748" name="TextBox 9747">
                <a:extLst>
                  <a:ext uri="{FF2B5EF4-FFF2-40B4-BE49-F238E27FC236}">
                    <a16:creationId xmlns:a16="http://schemas.microsoft.com/office/drawing/2014/main" id="{FAD38C6C-4726-C698-A0A5-9BBEB55611B8}"/>
                  </a:ext>
                </a:extLst>
              </p:cNvPr>
              <p:cNvSpPr txBox="1"/>
              <p:nvPr/>
            </p:nvSpPr>
            <p:spPr>
              <a:xfrm rot="16200000">
                <a:off x="4277505" y="2200222"/>
                <a:ext cx="33054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nHv</a:t>
                </a:r>
              </a:p>
            </p:txBody>
          </p:sp>
          <p:sp>
            <p:nvSpPr>
              <p:cNvPr id="9749" name="TextBox 9748">
                <a:extLst>
                  <a:ext uri="{FF2B5EF4-FFF2-40B4-BE49-F238E27FC236}">
                    <a16:creationId xmlns:a16="http://schemas.microsoft.com/office/drawing/2014/main" id="{E4016F1D-11FE-347A-24C3-7E17F5283BCA}"/>
                  </a:ext>
                </a:extLst>
              </p:cNvPr>
              <p:cNvSpPr txBox="1"/>
              <p:nvPr/>
            </p:nvSpPr>
            <p:spPr>
              <a:xfrm rot="16200000">
                <a:off x="4333104" y="2201825"/>
                <a:ext cx="33374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</a:t>
                </a:r>
              </a:p>
            </p:txBody>
          </p:sp>
          <p:sp>
            <p:nvSpPr>
              <p:cNvPr id="9750" name="TextBox 9749">
                <a:extLst>
                  <a:ext uri="{FF2B5EF4-FFF2-40B4-BE49-F238E27FC236}">
                    <a16:creationId xmlns:a16="http://schemas.microsoft.com/office/drawing/2014/main" id="{B0FE5331-9CBF-B2B5-58FF-C8D2307F609C}"/>
                  </a:ext>
                </a:extLst>
              </p:cNvPr>
              <p:cNvSpPr txBox="1"/>
              <p:nvPr/>
            </p:nvSpPr>
            <p:spPr>
              <a:xfrm rot="16200000">
                <a:off x="4367062" y="2225068"/>
                <a:ext cx="38023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NLTd</a:t>
                </a:r>
              </a:p>
            </p:txBody>
          </p:sp>
          <p:sp>
            <p:nvSpPr>
              <p:cNvPr id="9751" name="TextBox 9750">
                <a:extLst>
                  <a:ext uri="{FF2B5EF4-FFF2-40B4-BE49-F238E27FC236}">
                    <a16:creationId xmlns:a16="http://schemas.microsoft.com/office/drawing/2014/main" id="{9B8090A2-45A0-BDEE-B56E-CF0C8B1156C6}"/>
                  </a:ext>
                </a:extLst>
              </p:cNvPr>
              <p:cNvSpPr txBox="1"/>
              <p:nvPr/>
            </p:nvSpPr>
            <p:spPr>
              <a:xfrm rot="16200000">
                <a:off x="4437088" y="2212244"/>
                <a:ext cx="35458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NLTi</a:t>
                </a:r>
              </a:p>
            </p:txBody>
          </p:sp>
          <p:sp>
            <p:nvSpPr>
              <p:cNvPr id="9752" name="TextBox 9751">
                <a:extLst>
                  <a:ext uri="{FF2B5EF4-FFF2-40B4-BE49-F238E27FC236}">
                    <a16:creationId xmlns:a16="http://schemas.microsoft.com/office/drawing/2014/main" id="{744E5E83-9981-6A6F-B785-4F53CB5BAE4B}"/>
                  </a:ext>
                </a:extLst>
              </p:cNvPr>
              <p:cNvSpPr txBox="1"/>
              <p:nvPr/>
            </p:nvSpPr>
            <p:spPr>
              <a:xfrm rot="16200000">
                <a:off x="4470244" y="2236289"/>
                <a:ext cx="40267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NLTm</a:t>
                </a:r>
              </a:p>
            </p:txBody>
          </p:sp>
          <p:sp>
            <p:nvSpPr>
              <p:cNvPr id="9753" name="TextBox 9752">
                <a:extLst>
                  <a:ext uri="{FF2B5EF4-FFF2-40B4-BE49-F238E27FC236}">
                    <a16:creationId xmlns:a16="http://schemas.microsoft.com/office/drawing/2014/main" id="{5D5A0542-9ADA-04D7-5995-36DCDB808ECD}"/>
                  </a:ext>
                </a:extLst>
              </p:cNvPr>
              <p:cNvSpPr txBox="1"/>
              <p:nvPr/>
            </p:nvSpPr>
            <p:spPr>
              <a:xfrm rot="16200000">
                <a:off x="4540410" y="2223465"/>
                <a:ext cx="37702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NLTv</a:t>
                </a:r>
              </a:p>
            </p:txBody>
          </p:sp>
          <p:sp>
            <p:nvSpPr>
              <p:cNvPr id="9754" name="TextBox 9753">
                <a:extLst>
                  <a:ext uri="{FF2B5EF4-FFF2-40B4-BE49-F238E27FC236}">
                    <a16:creationId xmlns:a16="http://schemas.microsoft.com/office/drawing/2014/main" id="{813208EE-126E-5725-330C-CCF690FF6756}"/>
                  </a:ext>
                </a:extLst>
              </p:cNvPr>
              <p:cNvSpPr txBox="1"/>
              <p:nvPr/>
            </p:nvSpPr>
            <p:spPr>
              <a:xfrm rot="16200000">
                <a:off x="4583184" y="2237892"/>
                <a:ext cx="40588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nMMp</a:t>
                </a:r>
                <a:endPara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9755" name="TextBox 9754">
                <a:extLst>
                  <a:ext uri="{FF2B5EF4-FFF2-40B4-BE49-F238E27FC236}">
                    <a16:creationId xmlns:a16="http://schemas.microsoft.com/office/drawing/2014/main" id="{7F5E19D6-DA25-99BD-D5ED-24537B41F111}"/>
                  </a:ext>
                </a:extLst>
              </p:cNvPr>
              <p:cNvSpPr txBox="1"/>
              <p:nvPr/>
            </p:nvSpPr>
            <p:spPr>
              <a:xfrm rot="16200000">
                <a:off x="4697292" y="2180986"/>
                <a:ext cx="29206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</a:t>
                </a:r>
              </a:p>
            </p:txBody>
          </p:sp>
          <p:sp>
            <p:nvSpPr>
              <p:cNvPr id="9756" name="TextBox 9755">
                <a:extLst>
                  <a:ext uri="{FF2B5EF4-FFF2-40B4-BE49-F238E27FC236}">
                    <a16:creationId xmlns:a16="http://schemas.microsoft.com/office/drawing/2014/main" id="{4B6BC06A-FBF1-36EA-8F08-C1CA8267B21C}"/>
                  </a:ext>
                </a:extLst>
              </p:cNvPr>
              <p:cNvSpPr txBox="1"/>
              <p:nvPr/>
            </p:nvSpPr>
            <p:spPr>
              <a:xfrm rot="16200000">
                <a:off x="4703999" y="2231480"/>
                <a:ext cx="39305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nPMp</a:t>
                </a:r>
              </a:p>
            </p:txBody>
          </p:sp>
          <p:sp>
            <p:nvSpPr>
              <p:cNvPr id="9757" name="TextBox 9756">
                <a:extLst>
                  <a:ext uri="{FF2B5EF4-FFF2-40B4-BE49-F238E27FC236}">
                    <a16:creationId xmlns:a16="http://schemas.microsoft.com/office/drawing/2014/main" id="{EEDEF928-ADD7-73C8-FE57-DBADAF23B79E}"/>
                  </a:ext>
                </a:extLst>
              </p:cNvPr>
              <p:cNvSpPr txBox="1"/>
              <p:nvPr/>
            </p:nvSpPr>
            <p:spPr>
              <a:xfrm rot="16200000">
                <a:off x="4769215" y="2223465"/>
                <a:ext cx="37702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nPPa</a:t>
                </a:r>
              </a:p>
            </p:txBody>
          </p:sp>
          <p:sp>
            <p:nvSpPr>
              <p:cNvPr id="9758" name="TextBox 9757">
                <a:extLst>
                  <a:ext uri="{FF2B5EF4-FFF2-40B4-BE49-F238E27FC236}">
                    <a16:creationId xmlns:a16="http://schemas.microsoft.com/office/drawing/2014/main" id="{FFB6B7F1-37A8-E3F6-FC58-3A12992412D3}"/>
                  </a:ext>
                </a:extLst>
              </p:cNvPr>
              <p:cNvSpPr txBox="1"/>
              <p:nvPr/>
            </p:nvSpPr>
            <p:spPr>
              <a:xfrm rot="16200000">
                <a:off x="4824814" y="2225068"/>
                <a:ext cx="38023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nPPp</a:t>
                </a:r>
              </a:p>
            </p:txBody>
          </p:sp>
          <p:sp>
            <p:nvSpPr>
              <p:cNvPr id="9759" name="TextBox 9758">
                <a:extLst>
                  <a:ext uri="{FF2B5EF4-FFF2-40B4-BE49-F238E27FC236}">
                    <a16:creationId xmlns:a16="http://schemas.microsoft.com/office/drawing/2014/main" id="{937FCA4F-7C41-956B-D046-2BD5EA91C237}"/>
                  </a:ext>
                </a:extLst>
              </p:cNvPr>
              <p:cNvSpPr txBox="1"/>
              <p:nvPr/>
            </p:nvSpPr>
            <p:spPr>
              <a:xfrm rot="16200000">
                <a:off x="4900589" y="2206634"/>
                <a:ext cx="34336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NRL</a:t>
                </a:r>
              </a:p>
            </p:txBody>
          </p:sp>
          <p:sp>
            <p:nvSpPr>
              <p:cNvPr id="9760" name="TextBox 9759">
                <a:extLst>
                  <a:ext uri="{FF2B5EF4-FFF2-40B4-BE49-F238E27FC236}">
                    <a16:creationId xmlns:a16="http://schemas.microsoft.com/office/drawing/2014/main" id="{B19F2B0E-E78E-7488-8AB5-3EDC876DEB12}"/>
                  </a:ext>
                </a:extLst>
              </p:cNvPr>
              <p:cNvSpPr txBox="1"/>
              <p:nvPr/>
            </p:nvSpPr>
            <p:spPr>
              <a:xfrm rot="16200000">
                <a:off x="4985844" y="2178581"/>
                <a:ext cx="28725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NT</a:t>
                </a:r>
              </a:p>
            </p:txBody>
          </p:sp>
          <p:sp>
            <p:nvSpPr>
              <p:cNvPr id="9761" name="TextBox 9760">
                <a:extLst>
                  <a:ext uri="{FF2B5EF4-FFF2-40B4-BE49-F238E27FC236}">
                    <a16:creationId xmlns:a16="http://schemas.microsoft.com/office/drawing/2014/main" id="{5C0E6D71-758B-A578-09A0-2DF9FEDE2782}"/>
                  </a:ext>
                </a:extLst>
              </p:cNvPr>
              <p:cNvSpPr txBox="1"/>
              <p:nvPr/>
            </p:nvSpPr>
            <p:spPr>
              <a:xfrm rot="16200000">
                <a:off x="5022206" y="2199420"/>
                <a:ext cx="3289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nTE</a:t>
                </a:r>
              </a:p>
            </p:txBody>
          </p:sp>
          <p:sp>
            <p:nvSpPr>
              <p:cNvPr id="9762" name="TextBox 9761">
                <a:extLst>
                  <a:ext uri="{FF2B5EF4-FFF2-40B4-BE49-F238E27FC236}">
                    <a16:creationId xmlns:a16="http://schemas.microsoft.com/office/drawing/2014/main" id="{6C30ED3B-68A4-8ED7-AEEB-EC18BF9D0AA9}"/>
                  </a:ext>
                </a:extLst>
              </p:cNvPr>
              <p:cNvSpPr txBox="1"/>
              <p:nvPr/>
            </p:nvSpPr>
            <p:spPr>
              <a:xfrm rot="16200000">
                <a:off x="5093835" y="2184993"/>
                <a:ext cx="30008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ON</a:t>
                </a:r>
              </a:p>
            </p:txBody>
          </p:sp>
          <p:sp>
            <p:nvSpPr>
              <p:cNvPr id="9763" name="TextBox 9762">
                <a:extLst>
                  <a:ext uri="{FF2B5EF4-FFF2-40B4-BE49-F238E27FC236}">
                    <a16:creationId xmlns:a16="http://schemas.microsoft.com/office/drawing/2014/main" id="{EA1B49AF-E81A-F624-C831-DFD8797E0E31}"/>
                  </a:ext>
                </a:extLst>
              </p:cNvPr>
              <p:cNvSpPr txBox="1"/>
              <p:nvPr/>
            </p:nvSpPr>
            <p:spPr>
              <a:xfrm rot="16200000">
                <a:off x="5155845" y="2180184"/>
                <a:ext cx="29046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OT</a:t>
                </a:r>
              </a:p>
            </p:txBody>
          </p:sp>
          <p:sp>
            <p:nvSpPr>
              <p:cNvPr id="9764" name="TextBox 9763">
                <a:extLst>
                  <a:ext uri="{FF2B5EF4-FFF2-40B4-BE49-F238E27FC236}">
                    <a16:creationId xmlns:a16="http://schemas.microsoft.com/office/drawing/2014/main" id="{570F2776-D81F-DD55-8FB3-77D40A8FBBD0}"/>
                  </a:ext>
                </a:extLst>
              </p:cNvPr>
              <p:cNvSpPr txBox="1"/>
              <p:nvPr/>
            </p:nvSpPr>
            <p:spPr>
              <a:xfrm rot="16200000">
                <a:off x="5189142" y="2204229"/>
                <a:ext cx="33855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PGa</a:t>
                </a:r>
              </a:p>
            </p:txBody>
          </p:sp>
          <p:sp>
            <p:nvSpPr>
              <p:cNvPr id="9765" name="TextBox 9764">
                <a:extLst>
                  <a:ext uri="{FF2B5EF4-FFF2-40B4-BE49-F238E27FC236}">
                    <a16:creationId xmlns:a16="http://schemas.microsoft.com/office/drawing/2014/main" id="{2E4DBA5B-9399-DB92-0DEE-BD58A0F5F596}"/>
                  </a:ext>
                </a:extLst>
              </p:cNvPr>
              <p:cNvSpPr txBox="1"/>
              <p:nvPr/>
            </p:nvSpPr>
            <p:spPr>
              <a:xfrm rot="16200000">
                <a:off x="5233519" y="2217053"/>
                <a:ext cx="36420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PGm</a:t>
                </a:r>
              </a:p>
            </p:txBody>
          </p:sp>
          <p:sp>
            <p:nvSpPr>
              <p:cNvPr id="9766" name="TextBox 9765">
                <a:extLst>
                  <a:ext uri="{FF2B5EF4-FFF2-40B4-BE49-F238E27FC236}">
                    <a16:creationId xmlns:a16="http://schemas.microsoft.com/office/drawing/2014/main" id="{EB4B544A-DA9D-91AE-ECC7-916D4DB2CAA7}"/>
                  </a:ext>
                </a:extLst>
              </p:cNvPr>
              <p:cNvSpPr txBox="1"/>
              <p:nvPr/>
            </p:nvSpPr>
            <p:spPr>
              <a:xfrm rot="16200000">
                <a:off x="5301942" y="2205832"/>
                <a:ext cx="34176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PGn</a:t>
                </a:r>
              </a:p>
            </p:txBody>
          </p:sp>
          <p:sp>
            <p:nvSpPr>
              <p:cNvPr id="9767" name="TextBox 9766">
                <a:extLst>
                  <a:ext uri="{FF2B5EF4-FFF2-40B4-BE49-F238E27FC236}">
                    <a16:creationId xmlns:a16="http://schemas.microsoft.com/office/drawing/2014/main" id="{EF11C45B-D3CA-D9FE-1E24-F16924D50900}"/>
                  </a:ext>
                </a:extLst>
              </p:cNvPr>
              <p:cNvSpPr txBox="1"/>
              <p:nvPr/>
            </p:nvSpPr>
            <p:spPr>
              <a:xfrm rot="16200000">
                <a:off x="5386394" y="2178581"/>
                <a:ext cx="28725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</a:t>
                </a:r>
              </a:p>
            </p:txBody>
          </p:sp>
          <p:sp>
            <p:nvSpPr>
              <p:cNvPr id="9768" name="TextBox 9767">
                <a:extLst>
                  <a:ext uri="{FF2B5EF4-FFF2-40B4-BE49-F238E27FC236}">
                    <a16:creationId xmlns:a16="http://schemas.microsoft.com/office/drawing/2014/main" id="{D3AA9790-F573-DD48-81F2-17689F6E7120}"/>
                  </a:ext>
                </a:extLst>
              </p:cNvPr>
              <p:cNvSpPr txBox="1"/>
              <p:nvPr/>
            </p:nvSpPr>
            <p:spPr>
              <a:xfrm rot="16200000">
                <a:off x="5433176" y="2189001"/>
                <a:ext cx="30809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PSi</a:t>
                </a:r>
              </a:p>
            </p:txBody>
          </p:sp>
          <p:sp>
            <p:nvSpPr>
              <p:cNvPr id="9769" name="TextBox 9768">
                <a:extLst>
                  <a:ext uri="{FF2B5EF4-FFF2-40B4-BE49-F238E27FC236}">
                    <a16:creationId xmlns:a16="http://schemas.microsoft.com/office/drawing/2014/main" id="{107CAF7C-DC92-C468-0EB2-BF43B354D53F}"/>
                  </a:ext>
                </a:extLst>
              </p:cNvPr>
              <p:cNvSpPr txBox="1"/>
              <p:nvPr/>
            </p:nvSpPr>
            <p:spPr>
              <a:xfrm rot="16200000">
                <a:off x="5466332" y="2213046"/>
                <a:ext cx="35618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PSm</a:t>
                </a:r>
              </a:p>
            </p:txBody>
          </p:sp>
          <p:sp>
            <p:nvSpPr>
              <p:cNvPr id="9770" name="TextBox 9769">
                <a:extLst>
                  <a:ext uri="{FF2B5EF4-FFF2-40B4-BE49-F238E27FC236}">
                    <a16:creationId xmlns:a16="http://schemas.microsoft.com/office/drawing/2014/main" id="{09ADCA06-6208-E40C-755E-B5AD3E763B2D}"/>
                  </a:ext>
                </a:extLst>
              </p:cNvPr>
              <p:cNvSpPr txBox="1"/>
              <p:nvPr/>
            </p:nvSpPr>
            <p:spPr>
              <a:xfrm rot="16200000">
                <a:off x="5532490" y="2204229"/>
                <a:ext cx="33855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PSP</a:t>
                </a:r>
              </a:p>
            </p:txBody>
          </p:sp>
          <p:sp>
            <p:nvSpPr>
              <p:cNvPr id="9771" name="TextBox 9770">
                <a:extLst>
                  <a:ext uri="{FF2B5EF4-FFF2-40B4-BE49-F238E27FC236}">
                    <a16:creationId xmlns:a16="http://schemas.microsoft.com/office/drawing/2014/main" id="{6C84BB82-4D7E-0021-534C-88FD9776BC5F}"/>
                  </a:ext>
                </a:extLst>
              </p:cNvPr>
              <p:cNvSpPr txBox="1"/>
              <p:nvPr/>
            </p:nvSpPr>
            <p:spPr>
              <a:xfrm rot="16200000">
                <a:off x="5585684" y="2208237"/>
                <a:ext cx="34657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TGN</a:t>
                </a:r>
              </a:p>
            </p:txBody>
          </p:sp>
          <p:sp>
            <p:nvSpPr>
              <p:cNvPr id="9772" name="TextBox 9771">
                <a:extLst>
                  <a:ext uri="{FF2B5EF4-FFF2-40B4-BE49-F238E27FC236}">
                    <a16:creationId xmlns:a16="http://schemas.microsoft.com/office/drawing/2014/main" id="{FDC334AE-3F78-4C17-C264-54762900B74A}"/>
                  </a:ext>
                </a:extLst>
              </p:cNvPr>
              <p:cNvSpPr txBox="1"/>
              <p:nvPr/>
            </p:nvSpPr>
            <p:spPr>
              <a:xfrm rot="16200000">
                <a:off x="5677350" y="2173772"/>
                <a:ext cx="27764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TL</a:t>
                </a:r>
              </a:p>
            </p:txBody>
          </p:sp>
          <p:sp>
            <p:nvSpPr>
              <p:cNvPr id="9773" name="TextBox 9772">
                <a:extLst>
                  <a:ext uri="{FF2B5EF4-FFF2-40B4-BE49-F238E27FC236}">
                    <a16:creationId xmlns:a16="http://schemas.microsoft.com/office/drawing/2014/main" id="{DFCC6559-C593-5B22-0831-04F4630A37A9}"/>
                  </a:ext>
                </a:extLst>
              </p:cNvPr>
              <p:cNvSpPr txBox="1"/>
              <p:nvPr/>
            </p:nvSpPr>
            <p:spPr>
              <a:xfrm rot="16200000">
                <a:off x="5712911" y="2195413"/>
                <a:ext cx="32092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TLa</a:t>
                </a:r>
              </a:p>
            </p:txBody>
          </p:sp>
          <p:sp>
            <p:nvSpPr>
              <p:cNvPr id="9774" name="TextBox 9773">
                <a:extLst>
                  <a:ext uri="{FF2B5EF4-FFF2-40B4-BE49-F238E27FC236}">
                    <a16:creationId xmlns:a16="http://schemas.microsoft.com/office/drawing/2014/main" id="{1D704E3A-3985-8AB6-59FD-86BF5C071485}"/>
                  </a:ext>
                </a:extLst>
              </p:cNvPr>
              <p:cNvSpPr txBox="1"/>
              <p:nvPr/>
            </p:nvSpPr>
            <p:spPr>
              <a:xfrm rot="16200000">
                <a:off x="5766105" y="2199420"/>
                <a:ext cx="3289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TPp</a:t>
                </a:r>
              </a:p>
            </p:txBody>
          </p:sp>
          <p:sp>
            <p:nvSpPr>
              <p:cNvPr id="9775" name="TextBox 9774">
                <a:extLst>
                  <a:ext uri="{FF2B5EF4-FFF2-40B4-BE49-F238E27FC236}">
                    <a16:creationId xmlns:a16="http://schemas.microsoft.com/office/drawing/2014/main" id="{E67A16C9-5BA1-443A-6916-B8F9A78EEEC1}"/>
                  </a:ext>
                </a:extLst>
              </p:cNvPr>
              <p:cNvSpPr txBox="1"/>
              <p:nvPr/>
            </p:nvSpPr>
            <p:spPr>
              <a:xfrm rot="16200000">
                <a:off x="5848153" y="2174574"/>
                <a:ext cx="27924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Vc</a:t>
                </a:r>
              </a:p>
            </p:txBody>
          </p:sp>
          <p:sp>
            <p:nvSpPr>
              <p:cNvPr id="9776" name="TextBox 9775">
                <a:extLst>
                  <a:ext uri="{FF2B5EF4-FFF2-40B4-BE49-F238E27FC236}">
                    <a16:creationId xmlns:a16="http://schemas.microsoft.com/office/drawing/2014/main" id="{5B16122E-0DD8-F46F-1DE6-F5FD23464D1D}"/>
                  </a:ext>
                </a:extLst>
              </p:cNvPr>
              <p:cNvSpPr txBox="1"/>
              <p:nvPr/>
            </p:nvSpPr>
            <p:spPr>
              <a:xfrm rot="16200000">
                <a:off x="5869427" y="2210641"/>
                <a:ext cx="35137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Vd-c</a:t>
                </a:r>
              </a:p>
            </p:txBody>
          </p:sp>
          <p:sp>
            <p:nvSpPr>
              <p:cNvPr id="9777" name="TextBox 9776">
                <a:extLst>
                  <a:ext uri="{FF2B5EF4-FFF2-40B4-BE49-F238E27FC236}">
                    <a16:creationId xmlns:a16="http://schemas.microsoft.com/office/drawing/2014/main" id="{566B6F91-0652-367A-249B-9FEED58CFC16}"/>
                  </a:ext>
                </a:extLst>
              </p:cNvPr>
              <p:cNvSpPr txBox="1"/>
              <p:nvPr/>
            </p:nvSpPr>
            <p:spPr>
              <a:xfrm rot="16200000">
                <a:off x="5933041" y="2204229"/>
                <a:ext cx="33855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Vd-r</a:t>
                </a:r>
              </a:p>
            </p:txBody>
          </p:sp>
          <p:sp>
            <p:nvSpPr>
              <p:cNvPr id="9778" name="TextBox 9777">
                <a:extLst>
                  <a:ext uri="{FF2B5EF4-FFF2-40B4-BE49-F238E27FC236}">
                    <a16:creationId xmlns:a16="http://schemas.microsoft.com/office/drawing/2014/main" id="{ADB409CD-962F-6933-BF7C-200944D9A487}"/>
                  </a:ext>
                </a:extLst>
              </p:cNvPr>
              <p:cNvSpPr txBox="1"/>
              <p:nvPr/>
            </p:nvSpPr>
            <p:spPr>
              <a:xfrm rot="16200000">
                <a:off x="6031118" y="2163353"/>
                <a:ext cx="256802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Vi</a:t>
                </a:r>
              </a:p>
            </p:txBody>
          </p:sp>
          <p:sp>
            <p:nvSpPr>
              <p:cNvPr id="9779" name="TextBox 9778">
                <a:extLst>
                  <a:ext uri="{FF2B5EF4-FFF2-40B4-BE49-F238E27FC236}">
                    <a16:creationId xmlns:a16="http://schemas.microsoft.com/office/drawing/2014/main" id="{1F0E4101-7512-6290-B059-C22E16039FE9}"/>
                  </a:ext>
                </a:extLst>
              </p:cNvPr>
              <p:cNvSpPr txBox="1"/>
              <p:nvPr/>
            </p:nvSpPr>
            <p:spPr>
              <a:xfrm rot="16200000">
                <a:off x="6043436" y="2208237"/>
                <a:ext cx="34657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VMn</a:t>
                </a:r>
              </a:p>
            </p:txBody>
          </p:sp>
          <p:sp>
            <p:nvSpPr>
              <p:cNvPr id="9780" name="TextBox 9779">
                <a:extLst>
                  <a:ext uri="{FF2B5EF4-FFF2-40B4-BE49-F238E27FC236}">
                    <a16:creationId xmlns:a16="http://schemas.microsoft.com/office/drawing/2014/main" id="{7C97A980-9DF3-1029-2840-5C5C10254B41}"/>
                  </a:ext>
                </a:extLst>
              </p:cNvPr>
              <p:cNvSpPr txBox="1"/>
              <p:nvPr/>
            </p:nvSpPr>
            <p:spPr>
              <a:xfrm rot="16200000">
                <a:off x="6103042" y="2205832"/>
                <a:ext cx="34176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VOT</a:t>
                </a:r>
              </a:p>
            </p:txBody>
          </p:sp>
          <p:sp>
            <p:nvSpPr>
              <p:cNvPr id="9781" name="TextBox 9780">
                <a:extLst>
                  <a:ext uri="{FF2B5EF4-FFF2-40B4-BE49-F238E27FC236}">
                    <a16:creationId xmlns:a16="http://schemas.microsoft.com/office/drawing/2014/main" id="{61D65244-481A-C5FE-AA18-FCAC900F07BD}"/>
                  </a:ext>
                </a:extLst>
              </p:cNvPr>
              <p:cNvSpPr txBox="1"/>
              <p:nvPr/>
            </p:nvSpPr>
            <p:spPr>
              <a:xfrm rot="16200000">
                <a:off x="6190038" y="2176177"/>
                <a:ext cx="28245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Vp</a:t>
                </a:r>
              </a:p>
            </p:txBody>
          </p:sp>
          <p:sp>
            <p:nvSpPr>
              <p:cNvPr id="9782" name="TextBox 9781">
                <a:extLst>
                  <a:ext uri="{FF2B5EF4-FFF2-40B4-BE49-F238E27FC236}">
                    <a16:creationId xmlns:a16="http://schemas.microsoft.com/office/drawing/2014/main" id="{0FCFA0D3-317A-5C8E-5ED4-275330DC70DD}"/>
                  </a:ext>
                </a:extLst>
              </p:cNvPr>
              <p:cNvSpPr txBox="1"/>
              <p:nvPr/>
            </p:nvSpPr>
            <p:spPr>
              <a:xfrm rot="16200000">
                <a:off x="6201555" y="2221862"/>
                <a:ext cx="37382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Vs-m</a:t>
                </a:r>
              </a:p>
            </p:txBody>
          </p:sp>
          <p:sp>
            <p:nvSpPr>
              <p:cNvPr id="9783" name="TextBox 9782">
                <a:extLst>
                  <a:ext uri="{FF2B5EF4-FFF2-40B4-BE49-F238E27FC236}">
                    <a16:creationId xmlns:a16="http://schemas.microsoft.com/office/drawing/2014/main" id="{7C5CFB14-FC75-06D3-907C-80621CDC9691}"/>
                  </a:ext>
                </a:extLst>
              </p:cNvPr>
              <p:cNvSpPr txBox="1"/>
              <p:nvPr/>
            </p:nvSpPr>
            <p:spPr>
              <a:xfrm rot="16200000">
                <a:off x="6278794" y="2201824"/>
                <a:ext cx="333745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Vsst</a:t>
                </a:r>
              </a:p>
            </p:txBody>
          </p:sp>
          <p:sp>
            <p:nvSpPr>
              <p:cNvPr id="9784" name="TextBox 9783">
                <a:extLst>
                  <a:ext uri="{FF2B5EF4-FFF2-40B4-BE49-F238E27FC236}">
                    <a16:creationId xmlns:a16="http://schemas.microsoft.com/office/drawing/2014/main" id="{596782A6-7218-EC8F-0ADB-812F95F6A2A0}"/>
                  </a:ext>
                </a:extLst>
              </p:cNvPr>
              <p:cNvSpPr txBox="1"/>
              <p:nvPr/>
            </p:nvSpPr>
            <p:spPr>
              <a:xfrm rot="16200000">
                <a:off x="6363246" y="2174574"/>
                <a:ext cx="27924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Vv</a:t>
                </a:r>
              </a:p>
            </p:txBody>
          </p:sp>
        </p:grpSp>
        <p:grpSp>
          <p:nvGrpSpPr>
            <p:cNvPr id="9785" name="Group 9784">
              <a:extLst>
                <a:ext uri="{FF2B5EF4-FFF2-40B4-BE49-F238E27FC236}">
                  <a16:creationId xmlns:a16="http://schemas.microsoft.com/office/drawing/2014/main" id="{A5776543-9871-E707-BE49-5581333FF1CD}"/>
                </a:ext>
              </a:extLst>
            </p:cNvPr>
            <p:cNvGrpSpPr/>
            <p:nvPr/>
          </p:nvGrpSpPr>
          <p:grpSpPr>
            <a:xfrm>
              <a:off x="2683359" y="306633"/>
              <a:ext cx="300082" cy="1967978"/>
              <a:chOff x="2626992" y="351785"/>
              <a:chExt cx="300082" cy="1967978"/>
            </a:xfrm>
          </p:grpSpPr>
          <p:sp>
            <p:nvSpPr>
              <p:cNvPr id="9786" name="TextBox 9785">
                <a:extLst>
                  <a:ext uri="{FF2B5EF4-FFF2-40B4-BE49-F238E27FC236}">
                    <a16:creationId xmlns:a16="http://schemas.microsoft.com/office/drawing/2014/main" id="{D5D72409-6525-1F6F-7DAF-9B3F89AA2A2E}"/>
                  </a:ext>
                </a:extLst>
              </p:cNvPr>
              <p:cNvSpPr txBox="1"/>
              <p:nvPr/>
            </p:nvSpPr>
            <p:spPr>
              <a:xfrm>
                <a:off x="2684700" y="2104319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9787" name="TextBox 9786">
                <a:extLst>
                  <a:ext uri="{FF2B5EF4-FFF2-40B4-BE49-F238E27FC236}">
                    <a16:creationId xmlns:a16="http://schemas.microsoft.com/office/drawing/2014/main" id="{67F58ADF-607D-F4A6-F870-90C371FBEA71}"/>
                  </a:ext>
                </a:extLst>
              </p:cNvPr>
              <p:cNvSpPr txBox="1"/>
              <p:nvPr/>
            </p:nvSpPr>
            <p:spPr>
              <a:xfrm>
                <a:off x="2684700" y="2006968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9788" name="TextBox 9787">
                <a:extLst>
                  <a:ext uri="{FF2B5EF4-FFF2-40B4-BE49-F238E27FC236}">
                    <a16:creationId xmlns:a16="http://schemas.microsoft.com/office/drawing/2014/main" id="{88605C18-F10B-0738-7C49-DEF919946786}"/>
                  </a:ext>
                </a:extLst>
              </p:cNvPr>
              <p:cNvSpPr txBox="1"/>
              <p:nvPr/>
            </p:nvSpPr>
            <p:spPr>
              <a:xfrm>
                <a:off x="2684700" y="1909616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9789" name="TextBox 9788">
                <a:extLst>
                  <a:ext uri="{FF2B5EF4-FFF2-40B4-BE49-F238E27FC236}">
                    <a16:creationId xmlns:a16="http://schemas.microsoft.com/office/drawing/2014/main" id="{5FF13449-0B01-124B-38D8-AB9F92DB03D6}"/>
                  </a:ext>
                </a:extLst>
              </p:cNvPr>
              <p:cNvSpPr txBox="1"/>
              <p:nvPr/>
            </p:nvSpPr>
            <p:spPr>
              <a:xfrm>
                <a:off x="2684700" y="1812265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9790" name="TextBox 9789">
                <a:extLst>
                  <a:ext uri="{FF2B5EF4-FFF2-40B4-BE49-F238E27FC236}">
                    <a16:creationId xmlns:a16="http://schemas.microsoft.com/office/drawing/2014/main" id="{8362770A-DEE4-2B67-3B4C-E9AA960248E2}"/>
                  </a:ext>
                </a:extLst>
              </p:cNvPr>
              <p:cNvSpPr txBox="1"/>
              <p:nvPr/>
            </p:nvSpPr>
            <p:spPr>
              <a:xfrm>
                <a:off x="2684700" y="1714845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9791" name="TextBox 9790">
                <a:extLst>
                  <a:ext uri="{FF2B5EF4-FFF2-40B4-BE49-F238E27FC236}">
                    <a16:creationId xmlns:a16="http://schemas.microsoft.com/office/drawing/2014/main" id="{10B29E50-5232-ED95-C300-E84796D59F58}"/>
                  </a:ext>
                </a:extLst>
              </p:cNvPr>
              <p:cNvSpPr txBox="1"/>
              <p:nvPr/>
            </p:nvSpPr>
            <p:spPr>
              <a:xfrm>
                <a:off x="2684700" y="1617493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9792" name="TextBox 9791">
                <a:extLst>
                  <a:ext uri="{FF2B5EF4-FFF2-40B4-BE49-F238E27FC236}">
                    <a16:creationId xmlns:a16="http://schemas.microsoft.com/office/drawing/2014/main" id="{917BC6EC-5440-4034-4815-53C8B103AA83}"/>
                  </a:ext>
                </a:extLst>
              </p:cNvPr>
              <p:cNvSpPr txBox="1"/>
              <p:nvPr/>
            </p:nvSpPr>
            <p:spPr>
              <a:xfrm>
                <a:off x="2684700" y="152014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9793" name="TextBox 9792">
                <a:extLst>
                  <a:ext uri="{FF2B5EF4-FFF2-40B4-BE49-F238E27FC236}">
                    <a16:creationId xmlns:a16="http://schemas.microsoft.com/office/drawing/2014/main" id="{17C8FECB-BC25-8812-127A-A5B56210435D}"/>
                  </a:ext>
                </a:extLst>
              </p:cNvPr>
              <p:cNvSpPr txBox="1"/>
              <p:nvPr/>
            </p:nvSpPr>
            <p:spPr>
              <a:xfrm>
                <a:off x="2626992" y="142278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</a:t>
                </a:r>
              </a:p>
            </p:txBody>
          </p:sp>
          <p:sp>
            <p:nvSpPr>
              <p:cNvPr id="9794" name="TextBox 9793">
                <a:extLst>
                  <a:ext uri="{FF2B5EF4-FFF2-40B4-BE49-F238E27FC236}">
                    <a16:creationId xmlns:a16="http://schemas.microsoft.com/office/drawing/2014/main" id="{AFF6F7F8-4F55-4F7C-8B72-A76CF9A6E74C}"/>
                  </a:ext>
                </a:extLst>
              </p:cNvPr>
              <p:cNvSpPr txBox="1"/>
              <p:nvPr/>
            </p:nvSpPr>
            <p:spPr>
              <a:xfrm>
                <a:off x="2626992" y="132543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9795" name="TextBox 9794">
                <a:extLst>
                  <a:ext uri="{FF2B5EF4-FFF2-40B4-BE49-F238E27FC236}">
                    <a16:creationId xmlns:a16="http://schemas.microsoft.com/office/drawing/2014/main" id="{CE657F74-9951-3E64-EDBC-27BC9A31C75C}"/>
                  </a:ext>
                </a:extLst>
              </p:cNvPr>
              <p:cNvSpPr txBox="1"/>
              <p:nvPr/>
            </p:nvSpPr>
            <p:spPr>
              <a:xfrm>
                <a:off x="2626992" y="122808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14</a:t>
                </a:r>
              </a:p>
            </p:txBody>
          </p:sp>
          <p:sp>
            <p:nvSpPr>
              <p:cNvPr id="9796" name="TextBox 9795">
                <a:extLst>
                  <a:ext uri="{FF2B5EF4-FFF2-40B4-BE49-F238E27FC236}">
                    <a16:creationId xmlns:a16="http://schemas.microsoft.com/office/drawing/2014/main" id="{82EB530A-380C-9925-675A-BA858B4BD3ED}"/>
                  </a:ext>
                </a:extLst>
              </p:cNvPr>
              <p:cNvSpPr txBox="1"/>
              <p:nvPr/>
            </p:nvSpPr>
            <p:spPr>
              <a:xfrm>
                <a:off x="2626992" y="113066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16</a:t>
                </a:r>
              </a:p>
            </p:txBody>
          </p:sp>
          <p:sp>
            <p:nvSpPr>
              <p:cNvPr id="9797" name="TextBox 9796">
                <a:extLst>
                  <a:ext uri="{FF2B5EF4-FFF2-40B4-BE49-F238E27FC236}">
                    <a16:creationId xmlns:a16="http://schemas.microsoft.com/office/drawing/2014/main" id="{C98CC801-A12A-4FE1-9E97-62D8613AB445}"/>
                  </a:ext>
                </a:extLst>
              </p:cNvPr>
              <p:cNvSpPr txBox="1"/>
              <p:nvPr/>
            </p:nvSpPr>
            <p:spPr>
              <a:xfrm>
                <a:off x="2626992" y="1033314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17</a:t>
                </a:r>
              </a:p>
            </p:txBody>
          </p:sp>
          <p:sp>
            <p:nvSpPr>
              <p:cNvPr id="9798" name="TextBox 9797">
                <a:extLst>
                  <a:ext uri="{FF2B5EF4-FFF2-40B4-BE49-F238E27FC236}">
                    <a16:creationId xmlns:a16="http://schemas.microsoft.com/office/drawing/2014/main" id="{23AC5C28-C339-C080-632F-DB48F62BE7BE}"/>
                  </a:ext>
                </a:extLst>
              </p:cNvPr>
              <p:cNvSpPr txBox="1"/>
              <p:nvPr/>
            </p:nvSpPr>
            <p:spPr>
              <a:xfrm>
                <a:off x="2626992" y="935963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18</a:t>
                </a:r>
              </a:p>
            </p:txBody>
          </p:sp>
          <p:sp>
            <p:nvSpPr>
              <p:cNvPr id="9799" name="TextBox 9798">
                <a:extLst>
                  <a:ext uri="{FF2B5EF4-FFF2-40B4-BE49-F238E27FC236}">
                    <a16:creationId xmlns:a16="http://schemas.microsoft.com/office/drawing/2014/main" id="{C21A599F-4D25-3444-B364-612252402707}"/>
                  </a:ext>
                </a:extLst>
              </p:cNvPr>
              <p:cNvSpPr txBox="1"/>
              <p:nvPr/>
            </p:nvSpPr>
            <p:spPr>
              <a:xfrm>
                <a:off x="2626992" y="838611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19</a:t>
                </a:r>
              </a:p>
            </p:txBody>
          </p:sp>
          <p:sp>
            <p:nvSpPr>
              <p:cNvPr id="9800" name="TextBox 9799">
                <a:extLst>
                  <a:ext uri="{FF2B5EF4-FFF2-40B4-BE49-F238E27FC236}">
                    <a16:creationId xmlns:a16="http://schemas.microsoft.com/office/drawing/2014/main" id="{5549D59B-A942-19FE-D984-702D8FBF6647}"/>
                  </a:ext>
                </a:extLst>
              </p:cNvPr>
              <p:cNvSpPr txBox="1"/>
              <p:nvPr/>
            </p:nvSpPr>
            <p:spPr>
              <a:xfrm>
                <a:off x="2626992" y="74125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21</a:t>
                </a:r>
              </a:p>
            </p:txBody>
          </p:sp>
          <p:sp>
            <p:nvSpPr>
              <p:cNvPr id="9801" name="TextBox 9800">
                <a:extLst>
                  <a:ext uri="{FF2B5EF4-FFF2-40B4-BE49-F238E27FC236}">
                    <a16:creationId xmlns:a16="http://schemas.microsoft.com/office/drawing/2014/main" id="{0B385D75-4835-EC4E-7C37-E5998ECF15B1}"/>
                  </a:ext>
                </a:extLst>
              </p:cNvPr>
              <p:cNvSpPr txBox="1"/>
              <p:nvPr/>
            </p:nvSpPr>
            <p:spPr>
              <a:xfrm>
                <a:off x="2626992" y="64383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22</a:t>
                </a:r>
              </a:p>
            </p:txBody>
          </p:sp>
          <p:sp>
            <p:nvSpPr>
              <p:cNvPr id="9802" name="TextBox 9801">
                <a:extLst>
                  <a:ext uri="{FF2B5EF4-FFF2-40B4-BE49-F238E27FC236}">
                    <a16:creationId xmlns:a16="http://schemas.microsoft.com/office/drawing/2014/main" id="{2665227E-038F-A6F7-EF8D-04E80E076948}"/>
                  </a:ext>
                </a:extLst>
              </p:cNvPr>
              <p:cNvSpPr txBox="1"/>
              <p:nvPr/>
            </p:nvSpPr>
            <p:spPr>
              <a:xfrm>
                <a:off x="2626992" y="54648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23</a:t>
                </a:r>
              </a:p>
            </p:txBody>
          </p:sp>
          <p:sp>
            <p:nvSpPr>
              <p:cNvPr id="9803" name="TextBox 9802">
                <a:extLst>
                  <a:ext uri="{FF2B5EF4-FFF2-40B4-BE49-F238E27FC236}">
                    <a16:creationId xmlns:a16="http://schemas.microsoft.com/office/drawing/2014/main" id="{674D02D4-9D2F-0DC4-96B4-A2263C9F55FB}"/>
                  </a:ext>
                </a:extLst>
              </p:cNvPr>
              <p:cNvSpPr txBox="1"/>
              <p:nvPr/>
            </p:nvSpPr>
            <p:spPr>
              <a:xfrm>
                <a:off x="2626992" y="44913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24</a:t>
                </a:r>
              </a:p>
            </p:txBody>
          </p:sp>
          <p:sp>
            <p:nvSpPr>
              <p:cNvPr id="9804" name="TextBox 9803">
                <a:extLst>
                  <a:ext uri="{FF2B5EF4-FFF2-40B4-BE49-F238E27FC236}">
                    <a16:creationId xmlns:a16="http://schemas.microsoft.com/office/drawing/2014/main" id="{88D578AA-7A38-301B-BA0E-D6D5EEEB4402}"/>
                  </a:ext>
                </a:extLst>
              </p:cNvPr>
              <p:cNvSpPr txBox="1"/>
              <p:nvPr/>
            </p:nvSpPr>
            <p:spPr>
              <a:xfrm>
                <a:off x="2626992" y="35178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25</a:t>
                </a:r>
              </a:p>
            </p:txBody>
          </p:sp>
        </p:grpSp>
        <p:grpSp>
          <p:nvGrpSpPr>
            <p:cNvPr id="9805" name="Group 9804">
              <a:extLst>
                <a:ext uri="{FF2B5EF4-FFF2-40B4-BE49-F238E27FC236}">
                  <a16:creationId xmlns:a16="http://schemas.microsoft.com/office/drawing/2014/main" id="{F4EC983A-79E2-5ED4-2C62-56BCECBCC307}"/>
                </a:ext>
              </a:extLst>
            </p:cNvPr>
            <p:cNvGrpSpPr/>
            <p:nvPr/>
          </p:nvGrpSpPr>
          <p:grpSpPr>
            <a:xfrm>
              <a:off x="2938282" y="350081"/>
              <a:ext cx="3919798" cy="1842978"/>
              <a:chOff x="2881891" y="350081"/>
              <a:chExt cx="3657542" cy="1842978"/>
            </a:xfrm>
          </p:grpSpPr>
          <p:sp>
            <p:nvSpPr>
              <p:cNvPr id="9806" name="Rectangle 9805">
                <a:extLst>
                  <a:ext uri="{FF2B5EF4-FFF2-40B4-BE49-F238E27FC236}">
                    <a16:creationId xmlns:a16="http://schemas.microsoft.com/office/drawing/2014/main" id="{4E19B08A-4F3F-6E4C-A1FB-290BE4AE2E85}"/>
                  </a:ext>
                </a:extLst>
              </p:cNvPr>
              <p:cNvSpPr/>
              <p:nvPr/>
            </p:nvSpPr>
            <p:spPr>
              <a:xfrm rot="16200000">
                <a:off x="571945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7" name="Rectangle 9806">
                <a:extLst>
                  <a:ext uri="{FF2B5EF4-FFF2-40B4-BE49-F238E27FC236}">
                    <a16:creationId xmlns:a16="http://schemas.microsoft.com/office/drawing/2014/main" id="{68FF8BD6-0125-F646-7841-5E7CF6FA768B}"/>
                  </a:ext>
                </a:extLst>
              </p:cNvPr>
              <p:cNvSpPr/>
              <p:nvPr/>
            </p:nvSpPr>
            <p:spPr>
              <a:xfrm rot="16200000">
                <a:off x="577657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8" name="Rectangle 9807">
                <a:extLst>
                  <a:ext uri="{FF2B5EF4-FFF2-40B4-BE49-F238E27FC236}">
                    <a16:creationId xmlns:a16="http://schemas.microsoft.com/office/drawing/2014/main" id="{CA6CC5AE-A5DD-201E-0520-1EB6161DA298}"/>
                  </a:ext>
                </a:extLst>
              </p:cNvPr>
              <p:cNvSpPr/>
              <p:nvPr/>
            </p:nvSpPr>
            <p:spPr>
              <a:xfrm rot="16200000">
                <a:off x="583370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9" name="Rectangle 9808">
                <a:extLst>
                  <a:ext uri="{FF2B5EF4-FFF2-40B4-BE49-F238E27FC236}">
                    <a16:creationId xmlns:a16="http://schemas.microsoft.com/office/drawing/2014/main" id="{FE5BEAB8-5D4B-AF50-8428-6711A81EAF8C}"/>
                  </a:ext>
                </a:extLst>
              </p:cNvPr>
              <p:cNvSpPr/>
              <p:nvPr/>
            </p:nvSpPr>
            <p:spPr>
              <a:xfrm rot="16200000">
                <a:off x="451927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0" name="Rectangle 9809">
                <a:extLst>
                  <a:ext uri="{FF2B5EF4-FFF2-40B4-BE49-F238E27FC236}">
                    <a16:creationId xmlns:a16="http://schemas.microsoft.com/office/drawing/2014/main" id="{9EB8FDFF-296D-B71F-A8AC-97E70AAB6FBF}"/>
                  </a:ext>
                </a:extLst>
              </p:cNvPr>
              <p:cNvSpPr/>
              <p:nvPr/>
            </p:nvSpPr>
            <p:spPr>
              <a:xfrm rot="16200000">
                <a:off x="463366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1" name="Rectangle 9810">
                <a:extLst>
                  <a:ext uri="{FF2B5EF4-FFF2-40B4-BE49-F238E27FC236}">
                    <a16:creationId xmlns:a16="http://schemas.microsoft.com/office/drawing/2014/main" id="{F75CD380-7047-DC98-F476-DBD427AB4533}"/>
                  </a:ext>
                </a:extLst>
              </p:cNvPr>
              <p:cNvSpPr/>
              <p:nvPr/>
            </p:nvSpPr>
            <p:spPr>
              <a:xfrm rot="16200000">
                <a:off x="286196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2" name="Rectangle 9811">
                <a:extLst>
                  <a:ext uri="{FF2B5EF4-FFF2-40B4-BE49-F238E27FC236}">
                    <a16:creationId xmlns:a16="http://schemas.microsoft.com/office/drawing/2014/main" id="{7D43F4DA-CC08-D277-5CC7-71206B745932}"/>
                  </a:ext>
                </a:extLst>
              </p:cNvPr>
              <p:cNvSpPr/>
              <p:nvPr/>
            </p:nvSpPr>
            <p:spPr>
              <a:xfrm rot="16200000">
                <a:off x="291908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3" name="Rectangle 9812">
                <a:extLst>
                  <a:ext uri="{FF2B5EF4-FFF2-40B4-BE49-F238E27FC236}">
                    <a16:creationId xmlns:a16="http://schemas.microsoft.com/office/drawing/2014/main" id="{FE3E3682-51B5-3501-7A37-4C20EFD66AD8}"/>
                  </a:ext>
                </a:extLst>
              </p:cNvPr>
              <p:cNvSpPr/>
              <p:nvPr/>
            </p:nvSpPr>
            <p:spPr>
              <a:xfrm rot="16200000">
                <a:off x="3947749" y="370013"/>
                <a:ext cx="96987" cy="57125"/>
              </a:xfrm>
              <a:prstGeom prst="rect">
                <a:avLst/>
              </a:prstGeom>
              <a:solidFill>
                <a:srgbClr val="F2EDE3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4" name="Rectangle 9813">
                <a:extLst>
                  <a:ext uri="{FF2B5EF4-FFF2-40B4-BE49-F238E27FC236}">
                    <a16:creationId xmlns:a16="http://schemas.microsoft.com/office/drawing/2014/main" id="{5ABA299A-534D-D9B2-218B-648289558173}"/>
                  </a:ext>
                </a:extLst>
              </p:cNvPr>
              <p:cNvSpPr/>
              <p:nvPr/>
            </p:nvSpPr>
            <p:spPr>
              <a:xfrm rot="16200000">
                <a:off x="406213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5" name="Rectangle 9814">
                <a:extLst>
                  <a:ext uri="{FF2B5EF4-FFF2-40B4-BE49-F238E27FC236}">
                    <a16:creationId xmlns:a16="http://schemas.microsoft.com/office/drawing/2014/main" id="{1E0A586F-CE2E-2859-CA53-EAD2544BC40B}"/>
                  </a:ext>
                </a:extLst>
              </p:cNvPr>
              <p:cNvSpPr/>
              <p:nvPr/>
            </p:nvSpPr>
            <p:spPr>
              <a:xfrm rot="16200000">
                <a:off x="400501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6" name="Rectangle 9815">
                <a:extLst>
                  <a:ext uri="{FF2B5EF4-FFF2-40B4-BE49-F238E27FC236}">
                    <a16:creationId xmlns:a16="http://schemas.microsoft.com/office/drawing/2014/main" id="{21307C87-5140-9F79-101B-563DAC4C730F}"/>
                  </a:ext>
                </a:extLst>
              </p:cNvPr>
              <p:cNvSpPr/>
              <p:nvPr/>
            </p:nvSpPr>
            <p:spPr>
              <a:xfrm rot="16200000">
                <a:off x="4233512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7" name="Rectangle 9816">
                <a:extLst>
                  <a:ext uri="{FF2B5EF4-FFF2-40B4-BE49-F238E27FC236}">
                    <a16:creationId xmlns:a16="http://schemas.microsoft.com/office/drawing/2014/main" id="{C5E799A2-69FC-1B5D-BFD1-B8EE3FEE9311}"/>
                  </a:ext>
                </a:extLst>
              </p:cNvPr>
              <p:cNvSpPr/>
              <p:nvPr/>
            </p:nvSpPr>
            <p:spPr>
              <a:xfrm rot="16200000">
                <a:off x="457640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818" name="Group 9817">
                <a:extLst>
                  <a:ext uri="{FF2B5EF4-FFF2-40B4-BE49-F238E27FC236}">
                    <a16:creationId xmlns:a16="http://schemas.microsoft.com/office/drawing/2014/main" id="{6E00471F-2B56-6FC4-C3E4-AF23782A3055}"/>
                  </a:ext>
                </a:extLst>
              </p:cNvPr>
              <p:cNvGrpSpPr/>
              <p:nvPr/>
            </p:nvGrpSpPr>
            <p:grpSpPr>
              <a:xfrm rot="16200000">
                <a:off x="3837671" y="-508704"/>
                <a:ext cx="1745986" cy="3657539"/>
                <a:chOff x="2056109" y="2039214"/>
                <a:chExt cx="3262429" cy="3325748"/>
              </a:xfrm>
            </p:grpSpPr>
            <p:sp>
              <p:nvSpPr>
                <p:cNvPr id="9871" name="Rectangle 9870">
                  <a:extLst>
                    <a:ext uri="{FF2B5EF4-FFF2-40B4-BE49-F238E27FC236}">
                      <a16:creationId xmlns:a16="http://schemas.microsoft.com/office/drawing/2014/main" id="{2BCCFA46-CF67-18FB-69C5-07763F1DAC1F}"/>
                    </a:ext>
                  </a:extLst>
                </p:cNvPr>
                <p:cNvSpPr/>
                <p:nvPr/>
              </p:nvSpPr>
              <p:spPr>
                <a:xfrm>
                  <a:off x="2056109" y="2039214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2" name="Rectangle 9871">
                  <a:extLst>
                    <a:ext uri="{FF2B5EF4-FFF2-40B4-BE49-F238E27FC236}">
                      <a16:creationId xmlns:a16="http://schemas.microsoft.com/office/drawing/2014/main" id="{4BAB0443-CE3E-05D0-E3BA-37562A06BFC6}"/>
                    </a:ext>
                  </a:extLst>
                </p:cNvPr>
                <p:cNvSpPr/>
                <p:nvPr/>
              </p:nvSpPr>
              <p:spPr>
                <a:xfrm>
                  <a:off x="2056109" y="2143100"/>
                  <a:ext cx="181224" cy="51943"/>
                </a:xfrm>
                <a:prstGeom prst="rect">
                  <a:avLst/>
                </a:prstGeom>
                <a:solidFill>
                  <a:srgbClr val="F9C566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3" name="Rectangle 9872">
                  <a:extLst>
                    <a:ext uri="{FF2B5EF4-FFF2-40B4-BE49-F238E27FC236}">
                      <a16:creationId xmlns:a16="http://schemas.microsoft.com/office/drawing/2014/main" id="{127F7528-B46A-DD56-8E62-A2CF3F01B80E}"/>
                    </a:ext>
                  </a:extLst>
                </p:cNvPr>
                <p:cNvSpPr/>
                <p:nvPr/>
              </p:nvSpPr>
              <p:spPr>
                <a:xfrm>
                  <a:off x="2056109" y="2247113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4" name="Rectangle 9873">
                  <a:extLst>
                    <a:ext uri="{FF2B5EF4-FFF2-40B4-BE49-F238E27FC236}">
                      <a16:creationId xmlns:a16="http://schemas.microsoft.com/office/drawing/2014/main" id="{A8147AC8-836F-EC40-1DB4-FA31EFE3F16A}"/>
                    </a:ext>
                  </a:extLst>
                </p:cNvPr>
                <p:cNvSpPr/>
                <p:nvPr/>
              </p:nvSpPr>
              <p:spPr>
                <a:xfrm>
                  <a:off x="2056109" y="2299056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5" name="Rectangle 9874">
                  <a:extLst>
                    <a:ext uri="{FF2B5EF4-FFF2-40B4-BE49-F238E27FC236}">
                      <a16:creationId xmlns:a16="http://schemas.microsoft.com/office/drawing/2014/main" id="{9EEC99A8-AEEA-253E-8174-5BA18F63B751}"/>
                    </a:ext>
                  </a:extLst>
                </p:cNvPr>
                <p:cNvSpPr/>
                <p:nvPr/>
              </p:nvSpPr>
              <p:spPr>
                <a:xfrm>
                  <a:off x="2056109" y="2402942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6" name="Rectangle 9875">
                  <a:extLst>
                    <a:ext uri="{FF2B5EF4-FFF2-40B4-BE49-F238E27FC236}">
                      <a16:creationId xmlns:a16="http://schemas.microsoft.com/office/drawing/2014/main" id="{46E4F170-A6C7-E882-84A6-07CFC9DFDF76}"/>
                    </a:ext>
                  </a:extLst>
                </p:cNvPr>
                <p:cNvSpPr/>
                <p:nvPr/>
              </p:nvSpPr>
              <p:spPr>
                <a:xfrm>
                  <a:off x="2056109" y="2454885"/>
                  <a:ext cx="181224" cy="51942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7" name="Rectangle 9876">
                  <a:extLst>
                    <a:ext uri="{FF2B5EF4-FFF2-40B4-BE49-F238E27FC236}">
                      <a16:creationId xmlns:a16="http://schemas.microsoft.com/office/drawing/2014/main" id="{D84AEDD5-637B-05CF-A952-D2F9671071D5}"/>
                    </a:ext>
                  </a:extLst>
                </p:cNvPr>
                <p:cNvSpPr/>
                <p:nvPr/>
              </p:nvSpPr>
              <p:spPr>
                <a:xfrm>
                  <a:off x="2056109" y="2506955"/>
                  <a:ext cx="181224" cy="51943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8" name="Rectangle 9877">
                  <a:extLst>
                    <a:ext uri="{FF2B5EF4-FFF2-40B4-BE49-F238E27FC236}">
                      <a16:creationId xmlns:a16="http://schemas.microsoft.com/office/drawing/2014/main" id="{368A1878-E885-C021-AE7D-1C2190DA1659}"/>
                    </a:ext>
                  </a:extLst>
                </p:cNvPr>
                <p:cNvSpPr/>
                <p:nvPr/>
              </p:nvSpPr>
              <p:spPr>
                <a:xfrm>
                  <a:off x="2056109" y="2558898"/>
                  <a:ext cx="181224" cy="51943"/>
                </a:xfrm>
                <a:prstGeom prst="rect">
                  <a:avLst/>
                </a:prstGeom>
                <a:solidFill>
                  <a:srgbClr val="FFA4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79" name="Rectangle 9878">
                  <a:extLst>
                    <a:ext uri="{FF2B5EF4-FFF2-40B4-BE49-F238E27FC236}">
                      <a16:creationId xmlns:a16="http://schemas.microsoft.com/office/drawing/2014/main" id="{A0CB15B2-9113-EE28-7D0A-1D35AE48A2FD}"/>
                    </a:ext>
                  </a:extLst>
                </p:cNvPr>
                <p:cNvSpPr/>
                <p:nvPr/>
              </p:nvSpPr>
              <p:spPr>
                <a:xfrm>
                  <a:off x="2056109" y="2610841"/>
                  <a:ext cx="181224" cy="51942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0" name="Rectangle 9879">
                  <a:extLst>
                    <a:ext uri="{FF2B5EF4-FFF2-40B4-BE49-F238E27FC236}">
                      <a16:creationId xmlns:a16="http://schemas.microsoft.com/office/drawing/2014/main" id="{73A708EB-CEA7-9186-7FC6-84CB775F5568}"/>
                    </a:ext>
                  </a:extLst>
                </p:cNvPr>
                <p:cNvSpPr/>
                <p:nvPr/>
              </p:nvSpPr>
              <p:spPr>
                <a:xfrm>
                  <a:off x="2056109" y="2714727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1" name="Rectangle 9880">
                  <a:extLst>
                    <a:ext uri="{FF2B5EF4-FFF2-40B4-BE49-F238E27FC236}">
                      <a16:creationId xmlns:a16="http://schemas.microsoft.com/office/drawing/2014/main" id="{9C6A8D7F-1110-D191-0136-DD1DCC9C6A71}"/>
                    </a:ext>
                  </a:extLst>
                </p:cNvPr>
                <p:cNvSpPr/>
                <p:nvPr/>
              </p:nvSpPr>
              <p:spPr>
                <a:xfrm>
                  <a:off x="2056109" y="2766797"/>
                  <a:ext cx="181224" cy="51942"/>
                </a:xfrm>
                <a:prstGeom prst="rect">
                  <a:avLst/>
                </a:prstGeom>
                <a:solidFill>
                  <a:srgbClr val="FBB73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2" name="Rectangle 9881">
                  <a:extLst>
                    <a:ext uri="{FF2B5EF4-FFF2-40B4-BE49-F238E27FC236}">
                      <a16:creationId xmlns:a16="http://schemas.microsoft.com/office/drawing/2014/main" id="{59CF5163-83E1-107F-2086-C59D5D3E16E0}"/>
                    </a:ext>
                  </a:extLst>
                </p:cNvPr>
                <p:cNvSpPr/>
                <p:nvPr/>
              </p:nvSpPr>
              <p:spPr>
                <a:xfrm>
                  <a:off x="2056109" y="2818740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3" name="Rectangle 9882">
                  <a:extLst>
                    <a:ext uri="{FF2B5EF4-FFF2-40B4-BE49-F238E27FC236}">
                      <a16:creationId xmlns:a16="http://schemas.microsoft.com/office/drawing/2014/main" id="{18117AEB-6340-788F-5DE0-36AE73B06381}"/>
                    </a:ext>
                  </a:extLst>
                </p:cNvPr>
                <p:cNvSpPr/>
                <p:nvPr/>
              </p:nvSpPr>
              <p:spPr>
                <a:xfrm>
                  <a:off x="2056109" y="2870683"/>
                  <a:ext cx="181224" cy="51943"/>
                </a:xfrm>
                <a:prstGeom prst="rect">
                  <a:avLst/>
                </a:prstGeom>
                <a:solidFill>
                  <a:srgbClr val="F9C566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4" name="Rectangle 9883">
                  <a:extLst>
                    <a:ext uri="{FF2B5EF4-FFF2-40B4-BE49-F238E27FC236}">
                      <a16:creationId xmlns:a16="http://schemas.microsoft.com/office/drawing/2014/main" id="{498114FF-95B0-8670-E5FC-3A2BCC61649B}"/>
                    </a:ext>
                  </a:extLst>
                </p:cNvPr>
                <p:cNvSpPr/>
                <p:nvPr/>
              </p:nvSpPr>
              <p:spPr>
                <a:xfrm>
                  <a:off x="2056109" y="2922626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5" name="Rectangle 9884">
                  <a:extLst>
                    <a:ext uri="{FF2B5EF4-FFF2-40B4-BE49-F238E27FC236}">
                      <a16:creationId xmlns:a16="http://schemas.microsoft.com/office/drawing/2014/main" id="{0F2C32E0-CA6B-D8B7-2910-2EEF9C618848}"/>
                    </a:ext>
                  </a:extLst>
                </p:cNvPr>
                <p:cNvSpPr/>
                <p:nvPr/>
              </p:nvSpPr>
              <p:spPr>
                <a:xfrm>
                  <a:off x="2056109" y="2974569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6" name="Rectangle 9885">
                  <a:extLst>
                    <a:ext uri="{FF2B5EF4-FFF2-40B4-BE49-F238E27FC236}">
                      <a16:creationId xmlns:a16="http://schemas.microsoft.com/office/drawing/2014/main" id="{DE615EB3-612B-0639-55EB-F722FA7ADE77}"/>
                    </a:ext>
                  </a:extLst>
                </p:cNvPr>
                <p:cNvSpPr/>
                <p:nvPr/>
              </p:nvSpPr>
              <p:spPr>
                <a:xfrm>
                  <a:off x="2056109" y="3026512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7" name="Rectangle 9886">
                  <a:extLst>
                    <a:ext uri="{FF2B5EF4-FFF2-40B4-BE49-F238E27FC236}">
                      <a16:creationId xmlns:a16="http://schemas.microsoft.com/office/drawing/2014/main" id="{833D5508-4A1D-6F7E-3878-D665E76D1904}"/>
                    </a:ext>
                  </a:extLst>
                </p:cNvPr>
                <p:cNvSpPr/>
                <p:nvPr/>
              </p:nvSpPr>
              <p:spPr>
                <a:xfrm>
                  <a:off x="2056109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8" name="Rectangle 9887">
                  <a:extLst>
                    <a:ext uri="{FF2B5EF4-FFF2-40B4-BE49-F238E27FC236}">
                      <a16:creationId xmlns:a16="http://schemas.microsoft.com/office/drawing/2014/main" id="{A00A36A0-75EF-900F-4215-3E88117F1B4A}"/>
                    </a:ext>
                  </a:extLst>
                </p:cNvPr>
                <p:cNvSpPr/>
                <p:nvPr/>
              </p:nvSpPr>
              <p:spPr>
                <a:xfrm>
                  <a:off x="2056109" y="3182468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9" name="Rectangle 9888">
                  <a:extLst>
                    <a:ext uri="{FF2B5EF4-FFF2-40B4-BE49-F238E27FC236}">
                      <a16:creationId xmlns:a16="http://schemas.microsoft.com/office/drawing/2014/main" id="{4E2D2073-ECDE-4343-EA1A-FDFA5872938C}"/>
                    </a:ext>
                  </a:extLst>
                </p:cNvPr>
                <p:cNvSpPr/>
                <p:nvPr/>
              </p:nvSpPr>
              <p:spPr>
                <a:xfrm>
                  <a:off x="2056109" y="3234411"/>
                  <a:ext cx="181224" cy="51943"/>
                </a:xfrm>
                <a:prstGeom prst="rect">
                  <a:avLst/>
                </a:prstGeom>
                <a:solidFill>
                  <a:srgbClr val="FEA90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0" name="Rectangle 9889">
                  <a:extLst>
                    <a:ext uri="{FF2B5EF4-FFF2-40B4-BE49-F238E27FC236}">
                      <a16:creationId xmlns:a16="http://schemas.microsoft.com/office/drawing/2014/main" id="{F3CA7C76-B726-433A-8EBD-D24834B816C8}"/>
                    </a:ext>
                  </a:extLst>
                </p:cNvPr>
                <p:cNvSpPr/>
                <p:nvPr/>
              </p:nvSpPr>
              <p:spPr>
                <a:xfrm>
                  <a:off x="2056109" y="3286354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1" name="Rectangle 9890">
                  <a:extLst>
                    <a:ext uri="{FF2B5EF4-FFF2-40B4-BE49-F238E27FC236}">
                      <a16:creationId xmlns:a16="http://schemas.microsoft.com/office/drawing/2014/main" id="{BDF59A18-68A8-BED6-C888-48D3E164BD41}"/>
                    </a:ext>
                  </a:extLst>
                </p:cNvPr>
                <p:cNvSpPr/>
                <p:nvPr/>
              </p:nvSpPr>
              <p:spPr>
                <a:xfrm>
                  <a:off x="2056109" y="3390367"/>
                  <a:ext cx="181224" cy="51943"/>
                </a:xfrm>
                <a:prstGeom prst="rect">
                  <a:avLst/>
                </a:prstGeom>
                <a:solidFill>
                  <a:srgbClr val="F7CF8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2" name="Rectangle 9891">
                  <a:extLst>
                    <a:ext uri="{FF2B5EF4-FFF2-40B4-BE49-F238E27FC236}">
                      <a16:creationId xmlns:a16="http://schemas.microsoft.com/office/drawing/2014/main" id="{E87E2335-79EF-34C2-03ED-29C5F5EC6A3C}"/>
                    </a:ext>
                  </a:extLst>
                </p:cNvPr>
                <p:cNvSpPr/>
                <p:nvPr/>
              </p:nvSpPr>
              <p:spPr>
                <a:xfrm>
                  <a:off x="2056109" y="3442310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3" name="Rectangle 9892">
                  <a:extLst>
                    <a:ext uri="{FF2B5EF4-FFF2-40B4-BE49-F238E27FC236}">
                      <a16:creationId xmlns:a16="http://schemas.microsoft.com/office/drawing/2014/main" id="{7CDD0E43-886F-083E-90CF-8F1B45E6F3DB}"/>
                    </a:ext>
                  </a:extLst>
                </p:cNvPr>
                <p:cNvSpPr/>
                <p:nvPr/>
              </p:nvSpPr>
              <p:spPr>
                <a:xfrm>
                  <a:off x="2056109" y="3546196"/>
                  <a:ext cx="181224" cy="51943"/>
                </a:xfrm>
                <a:prstGeom prst="rect">
                  <a:avLst/>
                </a:prstGeom>
                <a:solidFill>
                  <a:srgbClr val="FF91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4" name="Rectangle 9893">
                  <a:extLst>
                    <a:ext uri="{FF2B5EF4-FFF2-40B4-BE49-F238E27FC236}">
                      <a16:creationId xmlns:a16="http://schemas.microsoft.com/office/drawing/2014/main" id="{C6453EE6-EA3C-75C9-B57C-5483A974CB5E}"/>
                    </a:ext>
                  </a:extLst>
                </p:cNvPr>
                <p:cNvSpPr/>
                <p:nvPr/>
              </p:nvSpPr>
              <p:spPr>
                <a:xfrm>
                  <a:off x="2056109" y="3598139"/>
                  <a:ext cx="181224" cy="51943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5" name="Rectangle 9894">
                  <a:extLst>
                    <a:ext uri="{FF2B5EF4-FFF2-40B4-BE49-F238E27FC236}">
                      <a16:creationId xmlns:a16="http://schemas.microsoft.com/office/drawing/2014/main" id="{474F2F4B-6195-8D48-4070-D1FB7FA69952}"/>
                    </a:ext>
                  </a:extLst>
                </p:cNvPr>
                <p:cNvSpPr/>
                <p:nvPr/>
              </p:nvSpPr>
              <p:spPr>
                <a:xfrm>
                  <a:off x="2056109" y="3650209"/>
                  <a:ext cx="181224" cy="51943"/>
                </a:xfrm>
                <a:prstGeom prst="rect">
                  <a:avLst/>
                </a:prstGeom>
                <a:solidFill>
                  <a:srgbClr val="FBB73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6" name="Rectangle 9895">
                  <a:extLst>
                    <a:ext uri="{FF2B5EF4-FFF2-40B4-BE49-F238E27FC236}">
                      <a16:creationId xmlns:a16="http://schemas.microsoft.com/office/drawing/2014/main" id="{888B70FF-34B1-D110-14C0-586B5A91D74D}"/>
                    </a:ext>
                  </a:extLst>
                </p:cNvPr>
                <p:cNvSpPr/>
                <p:nvPr/>
              </p:nvSpPr>
              <p:spPr>
                <a:xfrm>
                  <a:off x="2056109" y="3702152"/>
                  <a:ext cx="181224" cy="51943"/>
                </a:xfrm>
                <a:prstGeom prst="rect">
                  <a:avLst/>
                </a:prstGeom>
                <a:solidFill>
                  <a:srgbClr val="FFA4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7" name="Rectangle 9896">
                  <a:extLst>
                    <a:ext uri="{FF2B5EF4-FFF2-40B4-BE49-F238E27FC236}">
                      <a16:creationId xmlns:a16="http://schemas.microsoft.com/office/drawing/2014/main" id="{A53BD870-4297-150C-14DA-4B3F4CEAEA62}"/>
                    </a:ext>
                  </a:extLst>
                </p:cNvPr>
                <p:cNvSpPr/>
                <p:nvPr/>
              </p:nvSpPr>
              <p:spPr>
                <a:xfrm>
                  <a:off x="2056109" y="3754095"/>
                  <a:ext cx="181224" cy="51943"/>
                </a:xfrm>
                <a:prstGeom prst="rect">
                  <a:avLst/>
                </a:prstGeom>
                <a:solidFill>
                  <a:srgbClr val="F9C35F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8" name="Rectangle 9897">
                  <a:extLst>
                    <a:ext uri="{FF2B5EF4-FFF2-40B4-BE49-F238E27FC236}">
                      <a16:creationId xmlns:a16="http://schemas.microsoft.com/office/drawing/2014/main" id="{38F43BB8-989E-7878-6518-2F2AEB95680D}"/>
                    </a:ext>
                  </a:extLst>
                </p:cNvPr>
                <p:cNvSpPr/>
                <p:nvPr/>
              </p:nvSpPr>
              <p:spPr>
                <a:xfrm>
                  <a:off x="2056109" y="3857981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99" name="Rectangle 9898">
                  <a:extLst>
                    <a:ext uri="{FF2B5EF4-FFF2-40B4-BE49-F238E27FC236}">
                      <a16:creationId xmlns:a16="http://schemas.microsoft.com/office/drawing/2014/main" id="{014AF3CA-6FF2-4CA6-DBF6-986B9EF5C926}"/>
                    </a:ext>
                  </a:extLst>
                </p:cNvPr>
                <p:cNvSpPr/>
                <p:nvPr/>
              </p:nvSpPr>
              <p:spPr>
                <a:xfrm>
                  <a:off x="2056109" y="3909924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0" name="Rectangle 9899">
                  <a:extLst>
                    <a:ext uri="{FF2B5EF4-FFF2-40B4-BE49-F238E27FC236}">
                      <a16:creationId xmlns:a16="http://schemas.microsoft.com/office/drawing/2014/main" id="{3CA22510-AD78-B815-F45E-41082A2B9C62}"/>
                    </a:ext>
                  </a:extLst>
                </p:cNvPr>
                <p:cNvSpPr/>
                <p:nvPr/>
              </p:nvSpPr>
              <p:spPr>
                <a:xfrm>
                  <a:off x="2056109" y="3961994"/>
                  <a:ext cx="181224" cy="51943"/>
                </a:xfrm>
                <a:prstGeom prst="rect">
                  <a:avLst/>
                </a:prstGeom>
                <a:solidFill>
                  <a:srgbClr val="FF8B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1" name="Rectangle 9900">
                  <a:extLst>
                    <a:ext uri="{FF2B5EF4-FFF2-40B4-BE49-F238E27FC236}">
                      <a16:creationId xmlns:a16="http://schemas.microsoft.com/office/drawing/2014/main" id="{91B01BAE-EC64-89CF-54AE-B3FB208EA85A}"/>
                    </a:ext>
                  </a:extLst>
                </p:cNvPr>
                <p:cNvSpPr/>
                <p:nvPr/>
              </p:nvSpPr>
              <p:spPr>
                <a:xfrm>
                  <a:off x="2056109" y="4013937"/>
                  <a:ext cx="181224" cy="51943"/>
                </a:xfrm>
                <a:prstGeom prst="rect">
                  <a:avLst/>
                </a:prstGeom>
                <a:solidFill>
                  <a:srgbClr val="F9C86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2" name="Rectangle 9901">
                  <a:extLst>
                    <a:ext uri="{FF2B5EF4-FFF2-40B4-BE49-F238E27FC236}">
                      <a16:creationId xmlns:a16="http://schemas.microsoft.com/office/drawing/2014/main" id="{9E11BE26-7706-CA9E-9B91-F19D54820D0A}"/>
                    </a:ext>
                  </a:extLst>
                </p:cNvPr>
                <p:cNvSpPr/>
                <p:nvPr/>
              </p:nvSpPr>
              <p:spPr>
                <a:xfrm>
                  <a:off x="2056109" y="4065880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3" name="Rectangle 9902">
                  <a:extLst>
                    <a:ext uri="{FF2B5EF4-FFF2-40B4-BE49-F238E27FC236}">
                      <a16:creationId xmlns:a16="http://schemas.microsoft.com/office/drawing/2014/main" id="{594EF10D-C126-E0D2-ECCB-11F2AF9B9497}"/>
                    </a:ext>
                  </a:extLst>
                </p:cNvPr>
                <p:cNvSpPr/>
                <p:nvPr/>
              </p:nvSpPr>
              <p:spPr>
                <a:xfrm>
                  <a:off x="2056109" y="4169766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4" name="Rectangle 9903">
                  <a:extLst>
                    <a:ext uri="{FF2B5EF4-FFF2-40B4-BE49-F238E27FC236}">
                      <a16:creationId xmlns:a16="http://schemas.microsoft.com/office/drawing/2014/main" id="{D76A3C73-B1D6-7DDD-1A9A-D49F9ED0831B}"/>
                    </a:ext>
                  </a:extLst>
                </p:cNvPr>
                <p:cNvSpPr/>
                <p:nvPr/>
              </p:nvSpPr>
              <p:spPr>
                <a:xfrm>
                  <a:off x="2056109" y="4221836"/>
                  <a:ext cx="181224" cy="51943"/>
                </a:xfrm>
                <a:prstGeom prst="rect">
                  <a:avLst/>
                </a:prstGeom>
                <a:solidFill>
                  <a:srgbClr val="FF78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5" name="Rectangle 9904">
                  <a:extLst>
                    <a:ext uri="{FF2B5EF4-FFF2-40B4-BE49-F238E27FC236}">
                      <a16:creationId xmlns:a16="http://schemas.microsoft.com/office/drawing/2014/main" id="{78B26D38-7AF5-4044-8229-3EE6E1C52EFD}"/>
                    </a:ext>
                  </a:extLst>
                </p:cNvPr>
                <p:cNvSpPr/>
                <p:nvPr/>
              </p:nvSpPr>
              <p:spPr>
                <a:xfrm>
                  <a:off x="2056109" y="4273779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6" name="Rectangle 9905">
                  <a:extLst>
                    <a:ext uri="{FF2B5EF4-FFF2-40B4-BE49-F238E27FC236}">
                      <a16:creationId xmlns:a16="http://schemas.microsoft.com/office/drawing/2014/main" id="{E625CB49-5E5E-131D-79AB-5BAEEA436646}"/>
                    </a:ext>
                  </a:extLst>
                </p:cNvPr>
                <p:cNvSpPr/>
                <p:nvPr/>
              </p:nvSpPr>
              <p:spPr>
                <a:xfrm>
                  <a:off x="2056109" y="4325722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7" name="Rectangle 9906">
                  <a:extLst>
                    <a:ext uri="{FF2B5EF4-FFF2-40B4-BE49-F238E27FC236}">
                      <a16:creationId xmlns:a16="http://schemas.microsoft.com/office/drawing/2014/main" id="{BE7B3FF1-9FD4-8208-E4E2-61EDB00476BF}"/>
                    </a:ext>
                  </a:extLst>
                </p:cNvPr>
                <p:cNvSpPr/>
                <p:nvPr/>
              </p:nvSpPr>
              <p:spPr>
                <a:xfrm>
                  <a:off x="2056109" y="4377665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8" name="Rectangle 9907">
                  <a:extLst>
                    <a:ext uri="{FF2B5EF4-FFF2-40B4-BE49-F238E27FC236}">
                      <a16:creationId xmlns:a16="http://schemas.microsoft.com/office/drawing/2014/main" id="{29868745-1F91-1B11-2C0A-70AC5CE45014}"/>
                    </a:ext>
                  </a:extLst>
                </p:cNvPr>
                <p:cNvSpPr/>
                <p:nvPr/>
              </p:nvSpPr>
              <p:spPr>
                <a:xfrm>
                  <a:off x="2056109" y="4429608"/>
                  <a:ext cx="181224" cy="51943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09" name="Rectangle 9908">
                  <a:extLst>
                    <a:ext uri="{FF2B5EF4-FFF2-40B4-BE49-F238E27FC236}">
                      <a16:creationId xmlns:a16="http://schemas.microsoft.com/office/drawing/2014/main" id="{2F5B018E-6B63-9536-C46A-B3139A5BBB11}"/>
                    </a:ext>
                  </a:extLst>
                </p:cNvPr>
                <p:cNvSpPr/>
                <p:nvPr/>
              </p:nvSpPr>
              <p:spPr>
                <a:xfrm>
                  <a:off x="2056109" y="4481551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0" name="Rectangle 9909">
                  <a:extLst>
                    <a:ext uri="{FF2B5EF4-FFF2-40B4-BE49-F238E27FC236}">
                      <a16:creationId xmlns:a16="http://schemas.microsoft.com/office/drawing/2014/main" id="{7EFB5B5B-3CAB-CB99-9C3B-F475445E1375}"/>
                    </a:ext>
                  </a:extLst>
                </p:cNvPr>
                <p:cNvSpPr/>
                <p:nvPr/>
              </p:nvSpPr>
              <p:spPr>
                <a:xfrm>
                  <a:off x="2056109" y="4533621"/>
                  <a:ext cx="181224" cy="51943"/>
                </a:xfrm>
                <a:prstGeom prst="rect">
                  <a:avLst/>
                </a:prstGeom>
                <a:solidFill>
                  <a:srgbClr val="FF6D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1" name="Rectangle 9910">
                  <a:extLst>
                    <a:ext uri="{FF2B5EF4-FFF2-40B4-BE49-F238E27FC236}">
                      <a16:creationId xmlns:a16="http://schemas.microsoft.com/office/drawing/2014/main" id="{7FCD0DF6-2C83-0225-E18E-CD016F1F1149}"/>
                    </a:ext>
                  </a:extLst>
                </p:cNvPr>
                <p:cNvSpPr/>
                <p:nvPr/>
              </p:nvSpPr>
              <p:spPr>
                <a:xfrm>
                  <a:off x="2056109" y="4585564"/>
                  <a:ext cx="181224" cy="51943"/>
                </a:xfrm>
                <a:prstGeom prst="rect">
                  <a:avLst/>
                </a:prstGeom>
                <a:solidFill>
                  <a:srgbClr val="FF8B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2" name="Rectangle 9911">
                  <a:extLst>
                    <a:ext uri="{FF2B5EF4-FFF2-40B4-BE49-F238E27FC236}">
                      <a16:creationId xmlns:a16="http://schemas.microsoft.com/office/drawing/2014/main" id="{628AB667-1BE1-DE3F-76E0-6C4E7B681E78}"/>
                    </a:ext>
                  </a:extLst>
                </p:cNvPr>
                <p:cNvSpPr/>
                <p:nvPr/>
              </p:nvSpPr>
              <p:spPr>
                <a:xfrm>
                  <a:off x="2056109" y="4637507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3" name="Rectangle 9912">
                  <a:extLst>
                    <a:ext uri="{FF2B5EF4-FFF2-40B4-BE49-F238E27FC236}">
                      <a16:creationId xmlns:a16="http://schemas.microsoft.com/office/drawing/2014/main" id="{37D9FC37-3176-85F2-6E90-97B7AE9C54F9}"/>
                    </a:ext>
                  </a:extLst>
                </p:cNvPr>
                <p:cNvSpPr/>
                <p:nvPr/>
              </p:nvSpPr>
              <p:spPr>
                <a:xfrm>
                  <a:off x="2056109" y="4689450"/>
                  <a:ext cx="181224" cy="51943"/>
                </a:xfrm>
                <a:prstGeom prst="rect">
                  <a:avLst/>
                </a:prstGeom>
                <a:solidFill>
                  <a:srgbClr val="FBB73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4" name="Rectangle 9913">
                  <a:extLst>
                    <a:ext uri="{FF2B5EF4-FFF2-40B4-BE49-F238E27FC236}">
                      <a16:creationId xmlns:a16="http://schemas.microsoft.com/office/drawing/2014/main" id="{14430696-EACC-338E-1600-55684EE42E89}"/>
                    </a:ext>
                  </a:extLst>
                </p:cNvPr>
                <p:cNvSpPr/>
                <p:nvPr/>
              </p:nvSpPr>
              <p:spPr>
                <a:xfrm>
                  <a:off x="2056109" y="4741393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5" name="Rectangle 9914">
                  <a:extLst>
                    <a:ext uri="{FF2B5EF4-FFF2-40B4-BE49-F238E27FC236}">
                      <a16:creationId xmlns:a16="http://schemas.microsoft.com/office/drawing/2014/main" id="{8EC7C4ED-D998-C47D-9409-B8FCC04AD4B8}"/>
                    </a:ext>
                  </a:extLst>
                </p:cNvPr>
                <p:cNvSpPr/>
                <p:nvPr/>
              </p:nvSpPr>
              <p:spPr>
                <a:xfrm>
                  <a:off x="2056109" y="4793463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6" name="Rectangle 9915">
                  <a:extLst>
                    <a:ext uri="{FF2B5EF4-FFF2-40B4-BE49-F238E27FC236}">
                      <a16:creationId xmlns:a16="http://schemas.microsoft.com/office/drawing/2014/main" id="{3E7A3029-CBFB-0344-6590-61BB77F2E1AF}"/>
                    </a:ext>
                  </a:extLst>
                </p:cNvPr>
                <p:cNvSpPr/>
                <p:nvPr/>
              </p:nvSpPr>
              <p:spPr>
                <a:xfrm>
                  <a:off x="2056109" y="4845406"/>
                  <a:ext cx="181224" cy="51943"/>
                </a:xfrm>
                <a:prstGeom prst="rect">
                  <a:avLst/>
                </a:prstGeom>
                <a:solidFill>
                  <a:srgbClr val="F6D69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7" name="Rectangle 9916">
                  <a:extLst>
                    <a:ext uri="{FF2B5EF4-FFF2-40B4-BE49-F238E27FC236}">
                      <a16:creationId xmlns:a16="http://schemas.microsoft.com/office/drawing/2014/main" id="{E292AAA3-D078-A9D3-DAEA-11CC7BEB5A0E}"/>
                    </a:ext>
                  </a:extLst>
                </p:cNvPr>
                <p:cNvSpPr/>
                <p:nvPr/>
              </p:nvSpPr>
              <p:spPr>
                <a:xfrm>
                  <a:off x="2056109" y="4897349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8" name="Rectangle 9917">
                  <a:extLst>
                    <a:ext uri="{FF2B5EF4-FFF2-40B4-BE49-F238E27FC236}">
                      <a16:creationId xmlns:a16="http://schemas.microsoft.com/office/drawing/2014/main" id="{2AACEC1E-B97A-7492-DDD4-E59F73813A18}"/>
                    </a:ext>
                  </a:extLst>
                </p:cNvPr>
                <p:cNvSpPr/>
                <p:nvPr/>
              </p:nvSpPr>
              <p:spPr>
                <a:xfrm>
                  <a:off x="2056109" y="4949292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19" name="Rectangle 9918">
                  <a:extLst>
                    <a:ext uri="{FF2B5EF4-FFF2-40B4-BE49-F238E27FC236}">
                      <a16:creationId xmlns:a16="http://schemas.microsoft.com/office/drawing/2014/main" id="{14E74AD2-0371-E4F9-19A2-3726B9F14C6A}"/>
                    </a:ext>
                  </a:extLst>
                </p:cNvPr>
                <p:cNvSpPr/>
                <p:nvPr/>
              </p:nvSpPr>
              <p:spPr>
                <a:xfrm>
                  <a:off x="2056109" y="5001235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0" name="Rectangle 9919">
                  <a:extLst>
                    <a:ext uri="{FF2B5EF4-FFF2-40B4-BE49-F238E27FC236}">
                      <a16:creationId xmlns:a16="http://schemas.microsoft.com/office/drawing/2014/main" id="{C89074A7-EAD7-1431-8D42-837225A9CCF6}"/>
                    </a:ext>
                  </a:extLst>
                </p:cNvPr>
                <p:cNvSpPr/>
                <p:nvPr/>
              </p:nvSpPr>
              <p:spPr>
                <a:xfrm>
                  <a:off x="2056109" y="5105248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1" name="Rectangle 9920">
                  <a:extLst>
                    <a:ext uri="{FF2B5EF4-FFF2-40B4-BE49-F238E27FC236}">
                      <a16:creationId xmlns:a16="http://schemas.microsoft.com/office/drawing/2014/main" id="{355D92D9-3CEB-CAE4-F2AE-6B790C6DED91}"/>
                    </a:ext>
                  </a:extLst>
                </p:cNvPr>
                <p:cNvSpPr/>
                <p:nvPr/>
              </p:nvSpPr>
              <p:spPr>
                <a:xfrm>
                  <a:off x="2056109" y="5157191"/>
                  <a:ext cx="181224" cy="51943"/>
                </a:xfrm>
                <a:prstGeom prst="rect">
                  <a:avLst/>
                </a:prstGeom>
                <a:solidFill>
                  <a:srgbClr val="FDAC1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2" name="Rectangle 9921">
                  <a:extLst>
                    <a:ext uri="{FF2B5EF4-FFF2-40B4-BE49-F238E27FC236}">
                      <a16:creationId xmlns:a16="http://schemas.microsoft.com/office/drawing/2014/main" id="{4AE62CDB-E9BF-95F6-14EF-CBAD2143977D}"/>
                    </a:ext>
                  </a:extLst>
                </p:cNvPr>
                <p:cNvSpPr/>
                <p:nvPr/>
              </p:nvSpPr>
              <p:spPr>
                <a:xfrm>
                  <a:off x="2056109" y="5209134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3" name="Rectangle 9922">
                  <a:extLst>
                    <a:ext uri="{FF2B5EF4-FFF2-40B4-BE49-F238E27FC236}">
                      <a16:creationId xmlns:a16="http://schemas.microsoft.com/office/drawing/2014/main" id="{CD2512B4-97DF-C1EB-BD2B-1C5CCD56F320}"/>
                    </a:ext>
                  </a:extLst>
                </p:cNvPr>
                <p:cNvSpPr/>
                <p:nvPr/>
              </p:nvSpPr>
              <p:spPr>
                <a:xfrm>
                  <a:off x="2056109" y="5261077"/>
                  <a:ext cx="181224" cy="51942"/>
                </a:xfrm>
                <a:prstGeom prst="rect">
                  <a:avLst/>
                </a:prstGeom>
                <a:solidFill>
                  <a:srgbClr val="F7CF8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4" name="Rectangle 9923">
                  <a:extLst>
                    <a:ext uri="{FF2B5EF4-FFF2-40B4-BE49-F238E27FC236}">
                      <a16:creationId xmlns:a16="http://schemas.microsoft.com/office/drawing/2014/main" id="{D337B05C-A1EA-B2B2-2EF9-565A5480179A}"/>
                    </a:ext>
                  </a:extLst>
                </p:cNvPr>
                <p:cNvSpPr/>
                <p:nvPr/>
              </p:nvSpPr>
              <p:spPr>
                <a:xfrm>
                  <a:off x="2056109" y="5313020"/>
                  <a:ext cx="181224" cy="51942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5" name="Rectangle 9924">
                  <a:extLst>
                    <a:ext uri="{FF2B5EF4-FFF2-40B4-BE49-F238E27FC236}">
                      <a16:creationId xmlns:a16="http://schemas.microsoft.com/office/drawing/2014/main" id="{7D284E1B-D166-29EA-1554-00AFF93AE149}"/>
                    </a:ext>
                  </a:extLst>
                </p:cNvPr>
                <p:cNvSpPr/>
                <p:nvPr/>
              </p:nvSpPr>
              <p:spPr>
                <a:xfrm>
                  <a:off x="2237334" y="203921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6" name="Rectangle 9925">
                  <a:extLst>
                    <a:ext uri="{FF2B5EF4-FFF2-40B4-BE49-F238E27FC236}">
                      <a16:creationId xmlns:a16="http://schemas.microsoft.com/office/drawing/2014/main" id="{F6ECFE11-44E8-3949-6F70-84508AF3045E}"/>
                    </a:ext>
                  </a:extLst>
                </p:cNvPr>
                <p:cNvSpPr/>
                <p:nvPr/>
              </p:nvSpPr>
              <p:spPr>
                <a:xfrm>
                  <a:off x="2237334" y="2091157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7" name="Rectangle 9926">
                  <a:extLst>
                    <a:ext uri="{FF2B5EF4-FFF2-40B4-BE49-F238E27FC236}">
                      <a16:creationId xmlns:a16="http://schemas.microsoft.com/office/drawing/2014/main" id="{F985E8CB-6C36-DF46-A8A3-4CBA0D33F742}"/>
                    </a:ext>
                  </a:extLst>
                </p:cNvPr>
                <p:cNvSpPr/>
                <p:nvPr/>
              </p:nvSpPr>
              <p:spPr>
                <a:xfrm>
                  <a:off x="2237334" y="2195170"/>
                  <a:ext cx="181224" cy="51943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8" name="Rectangle 9927">
                  <a:extLst>
                    <a:ext uri="{FF2B5EF4-FFF2-40B4-BE49-F238E27FC236}">
                      <a16:creationId xmlns:a16="http://schemas.microsoft.com/office/drawing/2014/main" id="{A6912A18-7CDB-283A-1CAB-5503D4DBC7C3}"/>
                    </a:ext>
                  </a:extLst>
                </p:cNvPr>
                <p:cNvSpPr/>
                <p:nvPr/>
              </p:nvSpPr>
              <p:spPr>
                <a:xfrm>
                  <a:off x="2237334" y="2299056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29" name="Rectangle 9928">
                  <a:extLst>
                    <a:ext uri="{FF2B5EF4-FFF2-40B4-BE49-F238E27FC236}">
                      <a16:creationId xmlns:a16="http://schemas.microsoft.com/office/drawing/2014/main" id="{13C4BC4B-E9AE-86A6-239A-67466AEB6732}"/>
                    </a:ext>
                  </a:extLst>
                </p:cNvPr>
                <p:cNvSpPr/>
                <p:nvPr/>
              </p:nvSpPr>
              <p:spPr>
                <a:xfrm>
                  <a:off x="2237334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0" name="Rectangle 9929">
                  <a:extLst>
                    <a:ext uri="{FF2B5EF4-FFF2-40B4-BE49-F238E27FC236}">
                      <a16:creationId xmlns:a16="http://schemas.microsoft.com/office/drawing/2014/main" id="{70BE117F-FCE1-E985-87DE-E3480EA71903}"/>
                    </a:ext>
                  </a:extLst>
                </p:cNvPr>
                <p:cNvSpPr/>
                <p:nvPr/>
              </p:nvSpPr>
              <p:spPr>
                <a:xfrm>
                  <a:off x="2237334" y="2402942"/>
                  <a:ext cx="181224" cy="51943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1" name="Rectangle 9930">
                  <a:extLst>
                    <a:ext uri="{FF2B5EF4-FFF2-40B4-BE49-F238E27FC236}">
                      <a16:creationId xmlns:a16="http://schemas.microsoft.com/office/drawing/2014/main" id="{BFF00DBF-2C4D-E991-1B62-1C0ED4CF9ED4}"/>
                    </a:ext>
                  </a:extLst>
                </p:cNvPr>
                <p:cNvSpPr/>
                <p:nvPr/>
              </p:nvSpPr>
              <p:spPr>
                <a:xfrm>
                  <a:off x="2237334" y="2454885"/>
                  <a:ext cx="181224" cy="51942"/>
                </a:xfrm>
                <a:prstGeom prst="rect">
                  <a:avLst/>
                </a:prstGeom>
                <a:solidFill>
                  <a:srgbClr val="F9C35F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2" name="Rectangle 9931">
                  <a:extLst>
                    <a:ext uri="{FF2B5EF4-FFF2-40B4-BE49-F238E27FC236}">
                      <a16:creationId xmlns:a16="http://schemas.microsoft.com/office/drawing/2014/main" id="{CB7CE15F-0F74-9C1A-EFC3-DE957309BE2E}"/>
                    </a:ext>
                  </a:extLst>
                </p:cNvPr>
                <p:cNvSpPr/>
                <p:nvPr/>
              </p:nvSpPr>
              <p:spPr>
                <a:xfrm>
                  <a:off x="2237334" y="2506955"/>
                  <a:ext cx="181224" cy="51943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3" name="Rectangle 9932">
                  <a:extLst>
                    <a:ext uri="{FF2B5EF4-FFF2-40B4-BE49-F238E27FC236}">
                      <a16:creationId xmlns:a16="http://schemas.microsoft.com/office/drawing/2014/main" id="{EB3B69EE-83D8-E084-C5DA-EDA27BB8F3AC}"/>
                    </a:ext>
                  </a:extLst>
                </p:cNvPr>
                <p:cNvSpPr/>
                <p:nvPr/>
              </p:nvSpPr>
              <p:spPr>
                <a:xfrm>
                  <a:off x="2237334" y="2558898"/>
                  <a:ext cx="181224" cy="51943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4" name="Rectangle 9933">
                  <a:extLst>
                    <a:ext uri="{FF2B5EF4-FFF2-40B4-BE49-F238E27FC236}">
                      <a16:creationId xmlns:a16="http://schemas.microsoft.com/office/drawing/2014/main" id="{0E2A24ED-8136-A1B3-B46C-95D0BEA0A8CE}"/>
                    </a:ext>
                  </a:extLst>
                </p:cNvPr>
                <p:cNvSpPr/>
                <p:nvPr/>
              </p:nvSpPr>
              <p:spPr>
                <a:xfrm>
                  <a:off x="2237334" y="2610841"/>
                  <a:ext cx="181224" cy="51942"/>
                </a:xfrm>
                <a:prstGeom prst="rect">
                  <a:avLst/>
                </a:prstGeom>
                <a:solidFill>
                  <a:srgbClr val="FF82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5" name="Rectangle 9934">
                  <a:extLst>
                    <a:ext uri="{FF2B5EF4-FFF2-40B4-BE49-F238E27FC236}">
                      <a16:creationId xmlns:a16="http://schemas.microsoft.com/office/drawing/2014/main" id="{8FD30049-EE12-3833-98DA-8D03A9388B2E}"/>
                    </a:ext>
                  </a:extLst>
                </p:cNvPr>
                <p:cNvSpPr/>
                <p:nvPr/>
              </p:nvSpPr>
              <p:spPr>
                <a:xfrm>
                  <a:off x="2237334" y="2662784"/>
                  <a:ext cx="181224" cy="51942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6" name="Rectangle 9935">
                  <a:extLst>
                    <a:ext uri="{FF2B5EF4-FFF2-40B4-BE49-F238E27FC236}">
                      <a16:creationId xmlns:a16="http://schemas.microsoft.com/office/drawing/2014/main" id="{AB8B4461-A396-7B85-5432-C384BA97954A}"/>
                    </a:ext>
                  </a:extLst>
                </p:cNvPr>
                <p:cNvSpPr/>
                <p:nvPr/>
              </p:nvSpPr>
              <p:spPr>
                <a:xfrm>
                  <a:off x="2237334" y="2714727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7" name="Rectangle 9936">
                  <a:extLst>
                    <a:ext uri="{FF2B5EF4-FFF2-40B4-BE49-F238E27FC236}">
                      <a16:creationId xmlns:a16="http://schemas.microsoft.com/office/drawing/2014/main" id="{5C4103A7-5D9B-A8CC-D4A5-B655E7D4FA10}"/>
                    </a:ext>
                  </a:extLst>
                </p:cNvPr>
                <p:cNvSpPr/>
                <p:nvPr/>
              </p:nvSpPr>
              <p:spPr>
                <a:xfrm>
                  <a:off x="2237334" y="2766797"/>
                  <a:ext cx="181224" cy="51942"/>
                </a:xfrm>
                <a:prstGeom prst="rect">
                  <a:avLst/>
                </a:prstGeom>
                <a:solidFill>
                  <a:srgbClr val="FDAC1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8" name="Rectangle 9937">
                  <a:extLst>
                    <a:ext uri="{FF2B5EF4-FFF2-40B4-BE49-F238E27FC236}">
                      <a16:creationId xmlns:a16="http://schemas.microsoft.com/office/drawing/2014/main" id="{5C6B3DB4-0F16-E222-6797-EFA9611802FB}"/>
                    </a:ext>
                  </a:extLst>
                </p:cNvPr>
                <p:cNvSpPr/>
                <p:nvPr/>
              </p:nvSpPr>
              <p:spPr>
                <a:xfrm>
                  <a:off x="2237334" y="2922626"/>
                  <a:ext cx="181224" cy="51943"/>
                </a:xfrm>
                <a:prstGeom prst="rect">
                  <a:avLst/>
                </a:prstGeom>
                <a:solidFill>
                  <a:srgbClr val="FF78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39" name="Rectangle 9938">
                  <a:extLst>
                    <a:ext uri="{FF2B5EF4-FFF2-40B4-BE49-F238E27FC236}">
                      <a16:creationId xmlns:a16="http://schemas.microsoft.com/office/drawing/2014/main" id="{F50D55A3-ACB6-A031-B35B-785C0461C455}"/>
                    </a:ext>
                  </a:extLst>
                </p:cNvPr>
                <p:cNvSpPr/>
                <p:nvPr/>
              </p:nvSpPr>
              <p:spPr>
                <a:xfrm>
                  <a:off x="2237334" y="2974569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0" name="Rectangle 9939">
                  <a:extLst>
                    <a:ext uri="{FF2B5EF4-FFF2-40B4-BE49-F238E27FC236}">
                      <a16:creationId xmlns:a16="http://schemas.microsoft.com/office/drawing/2014/main" id="{A76F0E0B-010E-9AB3-4BA3-349406CCBB02}"/>
                    </a:ext>
                  </a:extLst>
                </p:cNvPr>
                <p:cNvSpPr/>
                <p:nvPr/>
              </p:nvSpPr>
              <p:spPr>
                <a:xfrm>
                  <a:off x="2237334" y="3026512"/>
                  <a:ext cx="181224" cy="51943"/>
                </a:xfrm>
                <a:prstGeom prst="rect">
                  <a:avLst/>
                </a:prstGeom>
                <a:solidFill>
                  <a:srgbClr val="FCB32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" name="Rectangle 9940">
                  <a:extLst>
                    <a:ext uri="{FF2B5EF4-FFF2-40B4-BE49-F238E27FC236}">
                      <a16:creationId xmlns:a16="http://schemas.microsoft.com/office/drawing/2014/main" id="{3839BF89-368B-FFE9-AD1B-4D4F13CEDBE1}"/>
                    </a:ext>
                  </a:extLst>
                </p:cNvPr>
                <p:cNvSpPr/>
                <p:nvPr/>
              </p:nvSpPr>
              <p:spPr>
                <a:xfrm>
                  <a:off x="2237334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" name="Rectangle 9941">
                  <a:extLst>
                    <a:ext uri="{FF2B5EF4-FFF2-40B4-BE49-F238E27FC236}">
                      <a16:creationId xmlns:a16="http://schemas.microsoft.com/office/drawing/2014/main" id="{9FDA344F-C090-E41B-1EE7-24E32EF1B515}"/>
                    </a:ext>
                  </a:extLst>
                </p:cNvPr>
                <p:cNvSpPr/>
                <p:nvPr/>
              </p:nvSpPr>
              <p:spPr>
                <a:xfrm>
                  <a:off x="2237334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" name="Rectangle 9942">
                  <a:extLst>
                    <a:ext uri="{FF2B5EF4-FFF2-40B4-BE49-F238E27FC236}">
                      <a16:creationId xmlns:a16="http://schemas.microsoft.com/office/drawing/2014/main" id="{EFE387E6-9F1B-B4D4-9B63-1FCD2FED7FE5}"/>
                    </a:ext>
                  </a:extLst>
                </p:cNvPr>
                <p:cNvSpPr/>
                <p:nvPr/>
              </p:nvSpPr>
              <p:spPr>
                <a:xfrm>
                  <a:off x="2237334" y="3182468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" name="Rectangle 9943">
                  <a:extLst>
                    <a:ext uri="{FF2B5EF4-FFF2-40B4-BE49-F238E27FC236}">
                      <a16:creationId xmlns:a16="http://schemas.microsoft.com/office/drawing/2014/main" id="{D7862DBD-2D65-5229-F341-4AD064147F25}"/>
                    </a:ext>
                  </a:extLst>
                </p:cNvPr>
                <p:cNvSpPr/>
                <p:nvPr/>
              </p:nvSpPr>
              <p:spPr>
                <a:xfrm>
                  <a:off x="2237334" y="3234411"/>
                  <a:ext cx="181224" cy="51943"/>
                </a:xfrm>
                <a:prstGeom prst="rect">
                  <a:avLst/>
                </a:prstGeom>
                <a:solidFill>
                  <a:srgbClr val="FF9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" name="Rectangle 9944">
                  <a:extLst>
                    <a:ext uri="{FF2B5EF4-FFF2-40B4-BE49-F238E27FC236}">
                      <a16:creationId xmlns:a16="http://schemas.microsoft.com/office/drawing/2014/main" id="{64350AEF-A0B5-16DA-8E35-6F945708EEAC}"/>
                    </a:ext>
                  </a:extLst>
                </p:cNvPr>
                <p:cNvSpPr/>
                <p:nvPr/>
              </p:nvSpPr>
              <p:spPr>
                <a:xfrm>
                  <a:off x="2237334" y="3286354"/>
                  <a:ext cx="181224" cy="51943"/>
                </a:xfrm>
                <a:prstGeom prst="rect">
                  <a:avLst/>
                </a:prstGeom>
                <a:solidFill>
                  <a:srgbClr val="FCB32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" name="Rectangle 9945">
                  <a:extLst>
                    <a:ext uri="{FF2B5EF4-FFF2-40B4-BE49-F238E27FC236}">
                      <a16:creationId xmlns:a16="http://schemas.microsoft.com/office/drawing/2014/main" id="{7931CBBC-EBEE-04E8-581B-E0AA1426270E}"/>
                    </a:ext>
                  </a:extLst>
                </p:cNvPr>
                <p:cNvSpPr/>
                <p:nvPr/>
              </p:nvSpPr>
              <p:spPr>
                <a:xfrm>
                  <a:off x="2237334" y="3338297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" name="Rectangle 9946">
                  <a:extLst>
                    <a:ext uri="{FF2B5EF4-FFF2-40B4-BE49-F238E27FC236}">
                      <a16:creationId xmlns:a16="http://schemas.microsoft.com/office/drawing/2014/main" id="{ADDD566E-59F5-F47D-B15F-76FC2868DB68}"/>
                    </a:ext>
                  </a:extLst>
                </p:cNvPr>
                <p:cNvSpPr/>
                <p:nvPr/>
              </p:nvSpPr>
              <p:spPr>
                <a:xfrm>
                  <a:off x="2237334" y="3390367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" name="Rectangle 9947">
                  <a:extLst>
                    <a:ext uri="{FF2B5EF4-FFF2-40B4-BE49-F238E27FC236}">
                      <a16:creationId xmlns:a16="http://schemas.microsoft.com/office/drawing/2014/main" id="{9D4D311A-1151-0436-9D2F-B8AAC5FB9886}"/>
                    </a:ext>
                  </a:extLst>
                </p:cNvPr>
                <p:cNvSpPr/>
                <p:nvPr/>
              </p:nvSpPr>
              <p:spPr>
                <a:xfrm>
                  <a:off x="2237334" y="3442310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" name="Rectangle 9948">
                  <a:extLst>
                    <a:ext uri="{FF2B5EF4-FFF2-40B4-BE49-F238E27FC236}">
                      <a16:creationId xmlns:a16="http://schemas.microsoft.com/office/drawing/2014/main" id="{451CFC30-EE55-0BC0-BBAA-E5C794C02058}"/>
                    </a:ext>
                  </a:extLst>
                </p:cNvPr>
                <p:cNvSpPr/>
                <p:nvPr/>
              </p:nvSpPr>
              <p:spPr>
                <a:xfrm>
                  <a:off x="2237334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" name="Rectangle 9949">
                  <a:extLst>
                    <a:ext uri="{FF2B5EF4-FFF2-40B4-BE49-F238E27FC236}">
                      <a16:creationId xmlns:a16="http://schemas.microsoft.com/office/drawing/2014/main" id="{9D12CBC9-0D06-69E3-6456-B098B4B5C163}"/>
                    </a:ext>
                  </a:extLst>
                </p:cNvPr>
                <p:cNvSpPr/>
                <p:nvPr/>
              </p:nvSpPr>
              <p:spPr>
                <a:xfrm>
                  <a:off x="2237334" y="3546196"/>
                  <a:ext cx="181224" cy="51943"/>
                </a:xfrm>
                <a:prstGeom prst="rect">
                  <a:avLst/>
                </a:prstGeom>
                <a:solidFill>
                  <a:srgbClr val="F9C86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" name="Rectangle 9950">
                  <a:extLst>
                    <a:ext uri="{FF2B5EF4-FFF2-40B4-BE49-F238E27FC236}">
                      <a16:creationId xmlns:a16="http://schemas.microsoft.com/office/drawing/2014/main" id="{2ED6A52A-4457-BB78-2995-D349CBE5BB56}"/>
                    </a:ext>
                  </a:extLst>
                </p:cNvPr>
                <p:cNvSpPr/>
                <p:nvPr/>
              </p:nvSpPr>
              <p:spPr>
                <a:xfrm>
                  <a:off x="2237334" y="3598139"/>
                  <a:ext cx="181224" cy="51943"/>
                </a:xfrm>
                <a:prstGeom prst="rect">
                  <a:avLst/>
                </a:prstGeom>
                <a:solidFill>
                  <a:srgbClr val="F9C566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" name="Rectangle 9951">
                  <a:extLst>
                    <a:ext uri="{FF2B5EF4-FFF2-40B4-BE49-F238E27FC236}">
                      <a16:creationId xmlns:a16="http://schemas.microsoft.com/office/drawing/2014/main" id="{9EE838EC-9F4A-D13E-469A-C2157F7BB3F2}"/>
                    </a:ext>
                  </a:extLst>
                </p:cNvPr>
                <p:cNvSpPr/>
                <p:nvPr/>
              </p:nvSpPr>
              <p:spPr>
                <a:xfrm>
                  <a:off x="2237334" y="3650209"/>
                  <a:ext cx="181224" cy="51943"/>
                </a:xfrm>
                <a:prstGeom prst="rect">
                  <a:avLst/>
                </a:prstGeom>
                <a:solidFill>
                  <a:srgbClr val="FF82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" name="Rectangle 9952">
                  <a:extLst>
                    <a:ext uri="{FF2B5EF4-FFF2-40B4-BE49-F238E27FC236}">
                      <a16:creationId xmlns:a16="http://schemas.microsoft.com/office/drawing/2014/main" id="{B4DFC13D-E0B9-A007-D53B-20AD4E5F381B}"/>
                    </a:ext>
                  </a:extLst>
                </p:cNvPr>
                <p:cNvSpPr/>
                <p:nvPr/>
              </p:nvSpPr>
              <p:spPr>
                <a:xfrm>
                  <a:off x="2237334" y="3702152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" name="Rectangle 9953">
                  <a:extLst>
                    <a:ext uri="{FF2B5EF4-FFF2-40B4-BE49-F238E27FC236}">
                      <a16:creationId xmlns:a16="http://schemas.microsoft.com/office/drawing/2014/main" id="{8E87B870-D9FA-4AFF-BB94-911B447D445B}"/>
                    </a:ext>
                  </a:extLst>
                </p:cNvPr>
                <p:cNvSpPr/>
                <p:nvPr/>
              </p:nvSpPr>
              <p:spPr>
                <a:xfrm>
                  <a:off x="2237334" y="3754095"/>
                  <a:ext cx="181224" cy="51943"/>
                </a:xfrm>
                <a:prstGeom prst="rect">
                  <a:avLst/>
                </a:prstGeom>
                <a:solidFill>
                  <a:srgbClr val="FBB73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" name="Rectangle 9954">
                  <a:extLst>
                    <a:ext uri="{FF2B5EF4-FFF2-40B4-BE49-F238E27FC236}">
                      <a16:creationId xmlns:a16="http://schemas.microsoft.com/office/drawing/2014/main" id="{A8D04B53-C9BE-B976-00BD-3AB0FE09150C}"/>
                    </a:ext>
                  </a:extLst>
                </p:cNvPr>
                <p:cNvSpPr/>
                <p:nvPr/>
              </p:nvSpPr>
              <p:spPr>
                <a:xfrm>
                  <a:off x="2237334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" name="Rectangle 9955">
                  <a:extLst>
                    <a:ext uri="{FF2B5EF4-FFF2-40B4-BE49-F238E27FC236}">
                      <a16:creationId xmlns:a16="http://schemas.microsoft.com/office/drawing/2014/main" id="{EA4365BD-D0FB-699D-4D87-3A3F7BEF9723}"/>
                    </a:ext>
                  </a:extLst>
                </p:cNvPr>
                <p:cNvSpPr/>
                <p:nvPr/>
              </p:nvSpPr>
              <p:spPr>
                <a:xfrm>
                  <a:off x="2237334" y="3857981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" name="Rectangle 9956">
                  <a:extLst>
                    <a:ext uri="{FF2B5EF4-FFF2-40B4-BE49-F238E27FC236}">
                      <a16:creationId xmlns:a16="http://schemas.microsoft.com/office/drawing/2014/main" id="{8B66FED0-4C1C-0678-9512-3A263F048F81}"/>
                    </a:ext>
                  </a:extLst>
                </p:cNvPr>
                <p:cNvSpPr/>
                <p:nvPr/>
              </p:nvSpPr>
              <p:spPr>
                <a:xfrm>
                  <a:off x="2237334" y="390992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" name="Rectangle 9957">
                  <a:extLst>
                    <a:ext uri="{FF2B5EF4-FFF2-40B4-BE49-F238E27FC236}">
                      <a16:creationId xmlns:a16="http://schemas.microsoft.com/office/drawing/2014/main" id="{23833408-7C9B-12D5-86D6-BD47AAB71586}"/>
                    </a:ext>
                  </a:extLst>
                </p:cNvPr>
                <p:cNvSpPr/>
                <p:nvPr/>
              </p:nvSpPr>
              <p:spPr>
                <a:xfrm>
                  <a:off x="2237334" y="3961994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" name="Rectangle 9958">
                  <a:extLst>
                    <a:ext uri="{FF2B5EF4-FFF2-40B4-BE49-F238E27FC236}">
                      <a16:creationId xmlns:a16="http://schemas.microsoft.com/office/drawing/2014/main" id="{8C5F2C88-4BAF-D7D2-DAF1-DC88D61071BB}"/>
                    </a:ext>
                  </a:extLst>
                </p:cNvPr>
                <p:cNvSpPr/>
                <p:nvPr/>
              </p:nvSpPr>
              <p:spPr>
                <a:xfrm>
                  <a:off x="2237334" y="4065880"/>
                  <a:ext cx="181224" cy="51943"/>
                </a:xfrm>
                <a:prstGeom prst="rect">
                  <a:avLst/>
                </a:prstGeom>
                <a:solidFill>
                  <a:srgbClr val="F7CF8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" name="Rectangle 9959">
                  <a:extLst>
                    <a:ext uri="{FF2B5EF4-FFF2-40B4-BE49-F238E27FC236}">
                      <a16:creationId xmlns:a16="http://schemas.microsoft.com/office/drawing/2014/main" id="{6B13362B-1282-D19F-852A-583F790AF6D7}"/>
                    </a:ext>
                  </a:extLst>
                </p:cNvPr>
                <p:cNvSpPr/>
                <p:nvPr/>
              </p:nvSpPr>
              <p:spPr>
                <a:xfrm>
                  <a:off x="2237334" y="4169766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" name="Rectangle 9960">
                  <a:extLst>
                    <a:ext uri="{FF2B5EF4-FFF2-40B4-BE49-F238E27FC236}">
                      <a16:creationId xmlns:a16="http://schemas.microsoft.com/office/drawing/2014/main" id="{A1C055B3-9E04-ADC9-5F6B-9D7C3169BCD7}"/>
                    </a:ext>
                  </a:extLst>
                </p:cNvPr>
                <p:cNvSpPr/>
                <p:nvPr/>
              </p:nvSpPr>
              <p:spPr>
                <a:xfrm>
                  <a:off x="2237334" y="4221836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2" name="Rectangle 9961">
                  <a:extLst>
                    <a:ext uri="{FF2B5EF4-FFF2-40B4-BE49-F238E27FC236}">
                      <a16:creationId xmlns:a16="http://schemas.microsoft.com/office/drawing/2014/main" id="{C9EFB8A0-F008-9979-5905-3BB4ED879F1F}"/>
                    </a:ext>
                  </a:extLst>
                </p:cNvPr>
                <p:cNvSpPr/>
                <p:nvPr/>
              </p:nvSpPr>
              <p:spPr>
                <a:xfrm>
                  <a:off x="2237334" y="4273779"/>
                  <a:ext cx="181224" cy="51943"/>
                </a:xfrm>
                <a:prstGeom prst="rect">
                  <a:avLst/>
                </a:prstGeom>
                <a:solidFill>
                  <a:srgbClr val="FEA90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3" name="Rectangle 9962">
                  <a:extLst>
                    <a:ext uri="{FF2B5EF4-FFF2-40B4-BE49-F238E27FC236}">
                      <a16:creationId xmlns:a16="http://schemas.microsoft.com/office/drawing/2014/main" id="{9A0CFB38-16F7-DEAE-FF1B-CDF4888174D3}"/>
                    </a:ext>
                  </a:extLst>
                </p:cNvPr>
                <p:cNvSpPr/>
                <p:nvPr/>
              </p:nvSpPr>
              <p:spPr>
                <a:xfrm>
                  <a:off x="2237334" y="4325722"/>
                  <a:ext cx="181224" cy="51943"/>
                </a:xfrm>
                <a:prstGeom prst="rect">
                  <a:avLst/>
                </a:prstGeom>
                <a:solidFill>
                  <a:srgbClr val="FF9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4" name="Rectangle 9963">
                  <a:extLst>
                    <a:ext uri="{FF2B5EF4-FFF2-40B4-BE49-F238E27FC236}">
                      <a16:creationId xmlns:a16="http://schemas.microsoft.com/office/drawing/2014/main" id="{C5CB9B8A-5646-FFCD-8BAD-C83656CAB94B}"/>
                    </a:ext>
                  </a:extLst>
                </p:cNvPr>
                <p:cNvSpPr/>
                <p:nvPr/>
              </p:nvSpPr>
              <p:spPr>
                <a:xfrm>
                  <a:off x="2237334" y="4377665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5" name="Rectangle 9964">
                  <a:extLst>
                    <a:ext uri="{FF2B5EF4-FFF2-40B4-BE49-F238E27FC236}">
                      <a16:creationId xmlns:a16="http://schemas.microsoft.com/office/drawing/2014/main" id="{07FCB82B-5958-1599-D33E-8E0D5F9FA235}"/>
                    </a:ext>
                  </a:extLst>
                </p:cNvPr>
                <p:cNvSpPr/>
                <p:nvPr/>
              </p:nvSpPr>
              <p:spPr>
                <a:xfrm>
                  <a:off x="2237334" y="4429608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6" name="Rectangle 9965">
                  <a:extLst>
                    <a:ext uri="{FF2B5EF4-FFF2-40B4-BE49-F238E27FC236}">
                      <a16:creationId xmlns:a16="http://schemas.microsoft.com/office/drawing/2014/main" id="{0F80BE4C-FC3C-F0D3-4DDF-F0BDA0B1FC83}"/>
                    </a:ext>
                  </a:extLst>
                </p:cNvPr>
                <p:cNvSpPr/>
                <p:nvPr/>
              </p:nvSpPr>
              <p:spPr>
                <a:xfrm>
                  <a:off x="2237334" y="4481551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7" name="Rectangle 9966">
                  <a:extLst>
                    <a:ext uri="{FF2B5EF4-FFF2-40B4-BE49-F238E27FC236}">
                      <a16:creationId xmlns:a16="http://schemas.microsoft.com/office/drawing/2014/main" id="{1E7A78D9-3F95-073B-F702-6EB1422F4A61}"/>
                    </a:ext>
                  </a:extLst>
                </p:cNvPr>
                <p:cNvSpPr/>
                <p:nvPr/>
              </p:nvSpPr>
              <p:spPr>
                <a:xfrm>
                  <a:off x="2237334" y="4533621"/>
                  <a:ext cx="181224" cy="51943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8" name="Rectangle 9967">
                  <a:extLst>
                    <a:ext uri="{FF2B5EF4-FFF2-40B4-BE49-F238E27FC236}">
                      <a16:creationId xmlns:a16="http://schemas.microsoft.com/office/drawing/2014/main" id="{470F1080-522C-D072-5F9D-77F82D27627F}"/>
                    </a:ext>
                  </a:extLst>
                </p:cNvPr>
                <p:cNvSpPr/>
                <p:nvPr/>
              </p:nvSpPr>
              <p:spPr>
                <a:xfrm>
                  <a:off x="2237334" y="4585564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9" name="Rectangle 9968">
                  <a:extLst>
                    <a:ext uri="{FF2B5EF4-FFF2-40B4-BE49-F238E27FC236}">
                      <a16:creationId xmlns:a16="http://schemas.microsoft.com/office/drawing/2014/main" id="{55E61661-C509-4F65-0A34-A8A11697A6EC}"/>
                    </a:ext>
                  </a:extLst>
                </p:cNvPr>
                <p:cNvSpPr/>
                <p:nvPr/>
              </p:nvSpPr>
              <p:spPr>
                <a:xfrm>
                  <a:off x="2237334" y="4637507"/>
                  <a:ext cx="181224" cy="51943"/>
                </a:xfrm>
                <a:prstGeom prst="rect">
                  <a:avLst/>
                </a:prstGeom>
                <a:solidFill>
                  <a:srgbClr val="F9C35F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0" name="Rectangle 9969">
                  <a:extLst>
                    <a:ext uri="{FF2B5EF4-FFF2-40B4-BE49-F238E27FC236}">
                      <a16:creationId xmlns:a16="http://schemas.microsoft.com/office/drawing/2014/main" id="{BFFDC4AF-A929-84ED-1813-CEF41D52C914}"/>
                    </a:ext>
                  </a:extLst>
                </p:cNvPr>
                <p:cNvSpPr/>
                <p:nvPr/>
              </p:nvSpPr>
              <p:spPr>
                <a:xfrm>
                  <a:off x="2237334" y="4689450"/>
                  <a:ext cx="181224" cy="51943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1" name="Rectangle 9970">
                  <a:extLst>
                    <a:ext uri="{FF2B5EF4-FFF2-40B4-BE49-F238E27FC236}">
                      <a16:creationId xmlns:a16="http://schemas.microsoft.com/office/drawing/2014/main" id="{C46FBD1C-B193-04E2-546A-86ADB8EE4D9C}"/>
                    </a:ext>
                  </a:extLst>
                </p:cNvPr>
                <p:cNvSpPr/>
                <p:nvPr/>
              </p:nvSpPr>
              <p:spPr>
                <a:xfrm>
                  <a:off x="2237334" y="4741393"/>
                  <a:ext cx="181224" cy="51943"/>
                </a:xfrm>
                <a:prstGeom prst="rect">
                  <a:avLst/>
                </a:prstGeom>
                <a:solidFill>
                  <a:srgbClr val="FEA90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2" name="Rectangle 9971">
                  <a:extLst>
                    <a:ext uri="{FF2B5EF4-FFF2-40B4-BE49-F238E27FC236}">
                      <a16:creationId xmlns:a16="http://schemas.microsoft.com/office/drawing/2014/main" id="{E8CC5772-AE68-2FD5-7438-054F556E74A5}"/>
                    </a:ext>
                  </a:extLst>
                </p:cNvPr>
                <p:cNvSpPr/>
                <p:nvPr/>
              </p:nvSpPr>
              <p:spPr>
                <a:xfrm>
                  <a:off x="2237334" y="4793463"/>
                  <a:ext cx="181224" cy="51943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3" name="Rectangle 9972">
                  <a:extLst>
                    <a:ext uri="{FF2B5EF4-FFF2-40B4-BE49-F238E27FC236}">
                      <a16:creationId xmlns:a16="http://schemas.microsoft.com/office/drawing/2014/main" id="{E4F00C76-25BD-D394-5E45-5F06F2B1A994}"/>
                    </a:ext>
                  </a:extLst>
                </p:cNvPr>
                <p:cNvSpPr/>
                <p:nvPr/>
              </p:nvSpPr>
              <p:spPr>
                <a:xfrm>
                  <a:off x="2237334" y="5001235"/>
                  <a:ext cx="181224" cy="51943"/>
                </a:xfrm>
                <a:prstGeom prst="rect">
                  <a:avLst/>
                </a:prstGeom>
                <a:solidFill>
                  <a:srgbClr val="F6D8A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4" name="Rectangle 9973">
                  <a:extLst>
                    <a:ext uri="{FF2B5EF4-FFF2-40B4-BE49-F238E27FC236}">
                      <a16:creationId xmlns:a16="http://schemas.microsoft.com/office/drawing/2014/main" id="{25A7692D-532F-B8CB-9FAC-B6C138641045}"/>
                    </a:ext>
                  </a:extLst>
                </p:cNvPr>
                <p:cNvSpPr/>
                <p:nvPr/>
              </p:nvSpPr>
              <p:spPr>
                <a:xfrm>
                  <a:off x="2237334" y="5053178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5" name="Rectangle 9974">
                  <a:extLst>
                    <a:ext uri="{FF2B5EF4-FFF2-40B4-BE49-F238E27FC236}">
                      <a16:creationId xmlns:a16="http://schemas.microsoft.com/office/drawing/2014/main" id="{D0501315-B82B-8868-DC5F-5EEE76350D1E}"/>
                    </a:ext>
                  </a:extLst>
                </p:cNvPr>
                <p:cNvSpPr/>
                <p:nvPr/>
              </p:nvSpPr>
              <p:spPr>
                <a:xfrm>
                  <a:off x="2237334" y="5105248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6" name="Rectangle 9975">
                  <a:extLst>
                    <a:ext uri="{FF2B5EF4-FFF2-40B4-BE49-F238E27FC236}">
                      <a16:creationId xmlns:a16="http://schemas.microsoft.com/office/drawing/2014/main" id="{FCFCE795-B059-958E-861B-D3CD313B9CE2}"/>
                    </a:ext>
                  </a:extLst>
                </p:cNvPr>
                <p:cNvSpPr/>
                <p:nvPr/>
              </p:nvSpPr>
              <p:spPr>
                <a:xfrm>
                  <a:off x="2237334" y="5157191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7" name="Rectangle 9976">
                  <a:extLst>
                    <a:ext uri="{FF2B5EF4-FFF2-40B4-BE49-F238E27FC236}">
                      <a16:creationId xmlns:a16="http://schemas.microsoft.com/office/drawing/2014/main" id="{F1EA3CBC-0B89-40CB-0547-0302FB5C2935}"/>
                    </a:ext>
                  </a:extLst>
                </p:cNvPr>
                <p:cNvSpPr/>
                <p:nvPr/>
              </p:nvSpPr>
              <p:spPr>
                <a:xfrm>
                  <a:off x="2237334" y="5261077"/>
                  <a:ext cx="181224" cy="51942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8" name="Rectangle 9977">
                  <a:extLst>
                    <a:ext uri="{FF2B5EF4-FFF2-40B4-BE49-F238E27FC236}">
                      <a16:creationId xmlns:a16="http://schemas.microsoft.com/office/drawing/2014/main" id="{127EE5E1-B2E2-B588-11D2-08F607333B1D}"/>
                    </a:ext>
                  </a:extLst>
                </p:cNvPr>
                <p:cNvSpPr/>
                <p:nvPr/>
              </p:nvSpPr>
              <p:spPr>
                <a:xfrm>
                  <a:off x="2237334" y="5313020"/>
                  <a:ext cx="181224" cy="51942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79" name="Rectangle 9978">
                  <a:extLst>
                    <a:ext uri="{FF2B5EF4-FFF2-40B4-BE49-F238E27FC236}">
                      <a16:creationId xmlns:a16="http://schemas.microsoft.com/office/drawing/2014/main" id="{B88F14CC-ED31-6AE8-1F4A-744B04D600C6}"/>
                    </a:ext>
                  </a:extLst>
                </p:cNvPr>
                <p:cNvSpPr/>
                <p:nvPr/>
              </p:nvSpPr>
              <p:spPr>
                <a:xfrm>
                  <a:off x="2418559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0" name="Rectangle 9979">
                  <a:extLst>
                    <a:ext uri="{FF2B5EF4-FFF2-40B4-BE49-F238E27FC236}">
                      <a16:creationId xmlns:a16="http://schemas.microsoft.com/office/drawing/2014/main" id="{5217AD00-B36E-2B79-C444-64572C9851AB}"/>
                    </a:ext>
                  </a:extLst>
                </p:cNvPr>
                <p:cNvSpPr/>
                <p:nvPr/>
              </p:nvSpPr>
              <p:spPr>
                <a:xfrm>
                  <a:off x="2418559" y="2091157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1" name="Rectangle 9980">
                  <a:extLst>
                    <a:ext uri="{FF2B5EF4-FFF2-40B4-BE49-F238E27FC236}">
                      <a16:creationId xmlns:a16="http://schemas.microsoft.com/office/drawing/2014/main" id="{EF88FA76-8F19-C73C-CE7C-D8567DA34A88}"/>
                    </a:ext>
                  </a:extLst>
                </p:cNvPr>
                <p:cNvSpPr/>
                <p:nvPr/>
              </p:nvSpPr>
              <p:spPr>
                <a:xfrm>
                  <a:off x="2418559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2" name="Rectangle 9981">
                  <a:extLst>
                    <a:ext uri="{FF2B5EF4-FFF2-40B4-BE49-F238E27FC236}">
                      <a16:creationId xmlns:a16="http://schemas.microsoft.com/office/drawing/2014/main" id="{E837370B-FF4D-35E7-A27D-ABA21CC4728E}"/>
                    </a:ext>
                  </a:extLst>
                </p:cNvPr>
                <p:cNvSpPr/>
                <p:nvPr/>
              </p:nvSpPr>
              <p:spPr>
                <a:xfrm>
                  <a:off x="2418559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3" name="Rectangle 9982">
                  <a:extLst>
                    <a:ext uri="{FF2B5EF4-FFF2-40B4-BE49-F238E27FC236}">
                      <a16:creationId xmlns:a16="http://schemas.microsoft.com/office/drawing/2014/main" id="{81620EEC-07EC-D3AD-9BF4-C98F8C382616}"/>
                    </a:ext>
                  </a:extLst>
                </p:cNvPr>
                <p:cNvSpPr/>
                <p:nvPr/>
              </p:nvSpPr>
              <p:spPr>
                <a:xfrm>
                  <a:off x="2418559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4" name="Rectangle 9983">
                  <a:extLst>
                    <a:ext uri="{FF2B5EF4-FFF2-40B4-BE49-F238E27FC236}">
                      <a16:creationId xmlns:a16="http://schemas.microsoft.com/office/drawing/2014/main" id="{9F7DCE7B-64BC-D84B-E362-7E8DC489013C}"/>
                    </a:ext>
                  </a:extLst>
                </p:cNvPr>
                <p:cNvSpPr/>
                <p:nvPr/>
              </p:nvSpPr>
              <p:spPr>
                <a:xfrm>
                  <a:off x="2418559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5" name="Rectangle 9984">
                  <a:extLst>
                    <a:ext uri="{FF2B5EF4-FFF2-40B4-BE49-F238E27FC236}">
                      <a16:creationId xmlns:a16="http://schemas.microsoft.com/office/drawing/2014/main" id="{9196C980-ECBD-7FB7-CECE-B1474043721E}"/>
                    </a:ext>
                  </a:extLst>
                </p:cNvPr>
                <p:cNvSpPr/>
                <p:nvPr/>
              </p:nvSpPr>
              <p:spPr>
                <a:xfrm>
                  <a:off x="2418559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6" name="Rectangle 9985">
                  <a:extLst>
                    <a:ext uri="{FF2B5EF4-FFF2-40B4-BE49-F238E27FC236}">
                      <a16:creationId xmlns:a16="http://schemas.microsoft.com/office/drawing/2014/main" id="{8A695695-83BE-D94B-9E5F-4E9043FB311B}"/>
                    </a:ext>
                  </a:extLst>
                </p:cNvPr>
                <p:cNvSpPr/>
                <p:nvPr/>
              </p:nvSpPr>
              <p:spPr>
                <a:xfrm>
                  <a:off x="2418559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7" name="Rectangle 9986">
                  <a:extLst>
                    <a:ext uri="{FF2B5EF4-FFF2-40B4-BE49-F238E27FC236}">
                      <a16:creationId xmlns:a16="http://schemas.microsoft.com/office/drawing/2014/main" id="{A0ED29C9-BAFE-AD48-C379-1CF11F6CA440}"/>
                    </a:ext>
                  </a:extLst>
                </p:cNvPr>
                <p:cNvSpPr/>
                <p:nvPr/>
              </p:nvSpPr>
              <p:spPr>
                <a:xfrm>
                  <a:off x="2418559" y="2454885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8" name="Rectangle 9987">
                  <a:extLst>
                    <a:ext uri="{FF2B5EF4-FFF2-40B4-BE49-F238E27FC236}">
                      <a16:creationId xmlns:a16="http://schemas.microsoft.com/office/drawing/2014/main" id="{B1DA50E3-88B2-D7F8-F684-C85EAD97E694}"/>
                    </a:ext>
                  </a:extLst>
                </p:cNvPr>
                <p:cNvSpPr/>
                <p:nvPr/>
              </p:nvSpPr>
              <p:spPr>
                <a:xfrm>
                  <a:off x="2418559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89" name="Rectangle 9988">
                  <a:extLst>
                    <a:ext uri="{FF2B5EF4-FFF2-40B4-BE49-F238E27FC236}">
                      <a16:creationId xmlns:a16="http://schemas.microsoft.com/office/drawing/2014/main" id="{F5B34E34-A33F-DF9B-EC49-5D88A7C33B74}"/>
                    </a:ext>
                  </a:extLst>
                </p:cNvPr>
                <p:cNvSpPr/>
                <p:nvPr/>
              </p:nvSpPr>
              <p:spPr>
                <a:xfrm>
                  <a:off x="2418559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0" name="Rectangle 9989">
                  <a:extLst>
                    <a:ext uri="{FF2B5EF4-FFF2-40B4-BE49-F238E27FC236}">
                      <a16:creationId xmlns:a16="http://schemas.microsoft.com/office/drawing/2014/main" id="{9780F742-94C3-3B6D-FFB2-89047420E335}"/>
                    </a:ext>
                  </a:extLst>
                </p:cNvPr>
                <p:cNvSpPr/>
                <p:nvPr/>
              </p:nvSpPr>
              <p:spPr>
                <a:xfrm>
                  <a:off x="2418559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1" name="Rectangle 9990">
                  <a:extLst>
                    <a:ext uri="{FF2B5EF4-FFF2-40B4-BE49-F238E27FC236}">
                      <a16:creationId xmlns:a16="http://schemas.microsoft.com/office/drawing/2014/main" id="{0A5D3375-15B0-6F5E-3F95-9664EC456E7C}"/>
                    </a:ext>
                  </a:extLst>
                </p:cNvPr>
                <p:cNvSpPr/>
                <p:nvPr/>
              </p:nvSpPr>
              <p:spPr>
                <a:xfrm>
                  <a:off x="2418559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2" name="Rectangle 9991">
                  <a:extLst>
                    <a:ext uri="{FF2B5EF4-FFF2-40B4-BE49-F238E27FC236}">
                      <a16:creationId xmlns:a16="http://schemas.microsoft.com/office/drawing/2014/main" id="{F784A30D-E4F5-A4FD-ECFF-6F12008A5E8D}"/>
                    </a:ext>
                  </a:extLst>
                </p:cNvPr>
                <p:cNvSpPr/>
                <p:nvPr/>
              </p:nvSpPr>
              <p:spPr>
                <a:xfrm>
                  <a:off x="2418559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3" name="Rectangle 9992">
                  <a:extLst>
                    <a:ext uri="{FF2B5EF4-FFF2-40B4-BE49-F238E27FC236}">
                      <a16:creationId xmlns:a16="http://schemas.microsoft.com/office/drawing/2014/main" id="{DC484BA8-1DB2-CA98-743E-C1052EA103D4}"/>
                    </a:ext>
                  </a:extLst>
                </p:cNvPr>
                <p:cNvSpPr/>
                <p:nvPr/>
              </p:nvSpPr>
              <p:spPr>
                <a:xfrm>
                  <a:off x="2418559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4" name="Rectangle 9993">
                  <a:extLst>
                    <a:ext uri="{FF2B5EF4-FFF2-40B4-BE49-F238E27FC236}">
                      <a16:creationId xmlns:a16="http://schemas.microsoft.com/office/drawing/2014/main" id="{B37FC99B-E819-81BD-78EE-DF9E919B22C6}"/>
                    </a:ext>
                  </a:extLst>
                </p:cNvPr>
                <p:cNvSpPr/>
                <p:nvPr/>
              </p:nvSpPr>
              <p:spPr>
                <a:xfrm>
                  <a:off x="2418559" y="281874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5" name="Rectangle 9994">
                  <a:extLst>
                    <a:ext uri="{FF2B5EF4-FFF2-40B4-BE49-F238E27FC236}">
                      <a16:creationId xmlns:a16="http://schemas.microsoft.com/office/drawing/2014/main" id="{3C01047D-2EFE-CA69-0063-A444651F3880}"/>
                    </a:ext>
                  </a:extLst>
                </p:cNvPr>
                <p:cNvSpPr/>
                <p:nvPr/>
              </p:nvSpPr>
              <p:spPr>
                <a:xfrm>
                  <a:off x="2418559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6" name="Rectangle 9995">
                  <a:extLst>
                    <a:ext uri="{FF2B5EF4-FFF2-40B4-BE49-F238E27FC236}">
                      <a16:creationId xmlns:a16="http://schemas.microsoft.com/office/drawing/2014/main" id="{A47E5AE3-8A2F-E8AD-9E17-ADD2E1D7008F}"/>
                    </a:ext>
                  </a:extLst>
                </p:cNvPr>
                <p:cNvSpPr/>
                <p:nvPr/>
              </p:nvSpPr>
              <p:spPr>
                <a:xfrm>
                  <a:off x="2418559" y="292262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7" name="Rectangle 9996">
                  <a:extLst>
                    <a:ext uri="{FF2B5EF4-FFF2-40B4-BE49-F238E27FC236}">
                      <a16:creationId xmlns:a16="http://schemas.microsoft.com/office/drawing/2014/main" id="{32049D9C-180B-DE18-76B3-DA360B279B1E}"/>
                    </a:ext>
                  </a:extLst>
                </p:cNvPr>
                <p:cNvSpPr/>
                <p:nvPr/>
              </p:nvSpPr>
              <p:spPr>
                <a:xfrm>
                  <a:off x="2418559" y="2974569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8" name="Rectangle 9997">
                  <a:extLst>
                    <a:ext uri="{FF2B5EF4-FFF2-40B4-BE49-F238E27FC236}">
                      <a16:creationId xmlns:a16="http://schemas.microsoft.com/office/drawing/2014/main" id="{0711E3A8-CE9B-CF1A-C5AE-717CAC5C008F}"/>
                    </a:ext>
                  </a:extLst>
                </p:cNvPr>
                <p:cNvSpPr/>
                <p:nvPr/>
              </p:nvSpPr>
              <p:spPr>
                <a:xfrm>
                  <a:off x="2418559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99" name="Rectangle 9998">
                  <a:extLst>
                    <a:ext uri="{FF2B5EF4-FFF2-40B4-BE49-F238E27FC236}">
                      <a16:creationId xmlns:a16="http://schemas.microsoft.com/office/drawing/2014/main" id="{66CAFFCB-27B0-ABD5-2E38-5DD48B1210A9}"/>
                    </a:ext>
                  </a:extLst>
                </p:cNvPr>
                <p:cNvSpPr/>
                <p:nvPr/>
              </p:nvSpPr>
              <p:spPr>
                <a:xfrm>
                  <a:off x="2418559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0" name="Rectangle 9999">
                  <a:extLst>
                    <a:ext uri="{FF2B5EF4-FFF2-40B4-BE49-F238E27FC236}">
                      <a16:creationId xmlns:a16="http://schemas.microsoft.com/office/drawing/2014/main" id="{596327F4-9660-0A58-FDFA-7018C3233593}"/>
                    </a:ext>
                  </a:extLst>
                </p:cNvPr>
                <p:cNvSpPr/>
                <p:nvPr/>
              </p:nvSpPr>
              <p:spPr>
                <a:xfrm>
                  <a:off x="2418559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1" name="Rectangle 10000">
                  <a:extLst>
                    <a:ext uri="{FF2B5EF4-FFF2-40B4-BE49-F238E27FC236}">
                      <a16:creationId xmlns:a16="http://schemas.microsoft.com/office/drawing/2014/main" id="{18297F94-E707-4F2B-2C88-12298EA75FD8}"/>
                    </a:ext>
                  </a:extLst>
                </p:cNvPr>
                <p:cNvSpPr/>
                <p:nvPr/>
              </p:nvSpPr>
              <p:spPr>
                <a:xfrm>
                  <a:off x="2418559" y="318246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2" name="Rectangle 10001">
                  <a:extLst>
                    <a:ext uri="{FF2B5EF4-FFF2-40B4-BE49-F238E27FC236}">
                      <a16:creationId xmlns:a16="http://schemas.microsoft.com/office/drawing/2014/main" id="{80B85882-C947-6632-FC14-B22B9BB27DA0}"/>
                    </a:ext>
                  </a:extLst>
                </p:cNvPr>
                <p:cNvSpPr/>
                <p:nvPr/>
              </p:nvSpPr>
              <p:spPr>
                <a:xfrm>
                  <a:off x="2418559" y="3234411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3" name="Rectangle 10002">
                  <a:extLst>
                    <a:ext uri="{FF2B5EF4-FFF2-40B4-BE49-F238E27FC236}">
                      <a16:creationId xmlns:a16="http://schemas.microsoft.com/office/drawing/2014/main" id="{7B51B3CD-302F-68E5-1871-001A488763C2}"/>
                    </a:ext>
                  </a:extLst>
                </p:cNvPr>
                <p:cNvSpPr/>
                <p:nvPr/>
              </p:nvSpPr>
              <p:spPr>
                <a:xfrm>
                  <a:off x="2418559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4" name="Rectangle 10003">
                  <a:extLst>
                    <a:ext uri="{FF2B5EF4-FFF2-40B4-BE49-F238E27FC236}">
                      <a16:creationId xmlns:a16="http://schemas.microsoft.com/office/drawing/2014/main" id="{FED2A1D5-B298-369D-6DE1-2CEADEDBC650}"/>
                    </a:ext>
                  </a:extLst>
                </p:cNvPr>
                <p:cNvSpPr/>
                <p:nvPr/>
              </p:nvSpPr>
              <p:spPr>
                <a:xfrm>
                  <a:off x="2418559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5" name="Rectangle 10004">
                  <a:extLst>
                    <a:ext uri="{FF2B5EF4-FFF2-40B4-BE49-F238E27FC236}">
                      <a16:creationId xmlns:a16="http://schemas.microsoft.com/office/drawing/2014/main" id="{1369197A-B396-9042-3888-0D125B2316EA}"/>
                    </a:ext>
                  </a:extLst>
                </p:cNvPr>
                <p:cNvSpPr/>
                <p:nvPr/>
              </p:nvSpPr>
              <p:spPr>
                <a:xfrm>
                  <a:off x="2418559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6" name="Rectangle 10005">
                  <a:extLst>
                    <a:ext uri="{FF2B5EF4-FFF2-40B4-BE49-F238E27FC236}">
                      <a16:creationId xmlns:a16="http://schemas.microsoft.com/office/drawing/2014/main" id="{B7CE13D5-19DB-37E9-4DDB-E4CF0525C4B0}"/>
                    </a:ext>
                  </a:extLst>
                </p:cNvPr>
                <p:cNvSpPr/>
                <p:nvPr/>
              </p:nvSpPr>
              <p:spPr>
                <a:xfrm>
                  <a:off x="2418559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7" name="Rectangle 10006">
                  <a:extLst>
                    <a:ext uri="{FF2B5EF4-FFF2-40B4-BE49-F238E27FC236}">
                      <a16:creationId xmlns:a16="http://schemas.microsoft.com/office/drawing/2014/main" id="{29DE0722-5A0B-23FD-F6F2-CC60E13FAF1E}"/>
                    </a:ext>
                  </a:extLst>
                </p:cNvPr>
                <p:cNvSpPr/>
                <p:nvPr/>
              </p:nvSpPr>
              <p:spPr>
                <a:xfrm>
                  <a:off x="2418559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8" name="Rectangle 10007">
                  <a:extLst>
                    <a:ext uri="{FF2B5EF4-FFF2-40B4-BE49-F238E27FC236}">
                      <a16:creationId xmlns:a16="http://schemas.microsoft.com/office/drawing/2014/main" id="{C7A6263D-4504-197C-3226-F033E48CA39C}"/>
                    </a:ext>
                  </a:extLst>
                </p:cNvPr>
                <p:cNvSpPr/>
                <p:nvPr/>
              </p:nvSpPr>
              <p:spPr>
                <a:xfrm>
                  <a:off x="2418559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09" name="Rectangle 10008">
                  <a:extLst>
                    <a:ext uri="{FF2B5EF4-FFF2-40B4-BE49-F238E27FC236}">
                      <a16:creationId xmlns:a16="http://schemas.microsoft.com/office/drawing/2014/main" id="{6EE210AA-4148-6F4E-A69C-865ADF6BCCFC}"/>
                    </a:ext>
                  </a:extLst>
                </p:cNvPr>
                <p:cNvSpPr/>
                <p:nvPr/>
              </p:nvSpPr>
              <p:spPr>
                <a:xfrm>
                  <a:off x="2418559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0" name="Rectangle 10009">
                  <a:extLst>
                    <a:ext uri="{FF2B5EF4-FFF2-40B4-BE49-F238E27FC236}">
                      <a16:creationId xmlns:a16="http://schemas.microsoft.com/office/drawing/2014/main" id="{839E3822-E96C-BC5F-629E-8F4CE0794CE4}"/>
                    </a:ext>
                  </a:extLst>
                </p:cNvPr>
                <p:cNvSpPr/>
                <p:nvPr/>
              </p:nvSpPr>
              <p:spPr>
                <a:xfrm>
                  <a:off x="2418559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1" name="Rectangle 10010">
                  <a:extLst>
                    <a:ext uri="{FF2B5EF4-FFF2-40B4-BE49-F238E27FC236}">
                      <a16:creationId xmlns:a16="http://schemas.microsoft.com/office/drawing/2014/main" id="{80734DF5-B1B4-7C6E-50B3-8EA86BA8D107}"/>
                    </a:ext>
                  </a:extLst>
                </p:cNvPr>
                <p:cNvSpPr/>
                <p:nvPr/>
              </p:nvSpPr>
              <p:spPr>
                <a:xfrm>
                  <a:off x="2418559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2" name="Rectangle 10011">
                  <a:extLst>
                    <a:ext uri="{FF2B5EF4-FFF2-40B4-BE49-F238E27FC236}">
                      <a16:creationId xmlns:a16="http://schemas.microsoft.com/office/drawing/2014/main" id="{EC611968-9BB4-67B5-C8D1-D0CD9AA8B525}"/>
                    </a:ext>
                  </a:extLst>
                </p:cNvPr>
                <p:cNvSpPr/>
                <p:nvPr/>
              </p:nvSpPr>
              <p:spPr>
                <a:xfrm>
                  <a:off x="2418559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3" name="Rectangle 10012">
                  <a:extLst>
                    <a:ext uri="{FF2B5EF4-FFF2-40B4-BE49-F238E27FC236}">
                      <a16:creationId xmlns:a16="http://schemas.microsoft.com/office/drawing/2014/main" id="{D15D6E5D-06F0-C3E3-05D8-F2C320DDE8E7}"/>
                    </a:ext>
                  </a:extLst>
                </p:cNvPr>
                <p:cNvSpPr/>
                <p:nvPr/>
              </p:nvSpPr>
              <p:spPr>
                <a:xfrm>
                  <a:off x="2418559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4" name="Rectangle 10013">
                  <a:extLst>
                    <a:ext uri="{FF2B5EF4-FFF2-40B4-BE49-F238E27FC236}">
                      <a16:creationId xmlns:a16="http://schemas.microsoft.com/office/drawing/2014/main" id="{360753E1-BE02-8A35-1AB9-1325F80C922C}"/>
                    </a:ext>
                  </a:extLst>
                </p:cNvPr>
                <p:cNvSpPr/>
                <p:nvPr/>
              </p:nvSpPr>
              <p:spPr>
                <a:xfrm>
                  <a:off x="2418559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5" name="Rectangle 10014">
                  <a:extLst>
                    <a:ext uri="{FF2B5EF4-FFF2-40B4-BE49-F238E27FC236}">
                      <a16:creationId xmlns:a16="http://schemas.microsoft.com/office/drawing/2014/main" id="{AE29288D-6AED-0CB6-DD47-0D9AA0234C0F}"/>
                    </a:ext>
                  </a:extLst>
                </p:cNvPr>
                <p:cNvSpPr/>
                <p:nvPr/>
              </p:nvSpPr>
              <p:spPr>
                <a:xfrm>
                  <a:off x="2418559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6" name="Rectangle 10015">
                  <a:extLst>
                    <a:ext uri="{FF2B5EF4-FFF2-40B4-BE49-F238E27FC236}">
                      <a16:creationId xmlns:a16="http://schemas.microsoft.com/office/drawing/2014/main" id="{3A4E0C5D-DA56-DDBD-0B93-355BC5519987}"/>
                    </a:ext>
                  </a:extLst>
                </p:cNvPr>
                <p:cNvSpPr/>
                <p:nvPr/>
              </p:nvSpPr>
              <p:spPr>
                <a:xfrm>
                  <a:off x="2418559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7" name="Rectangle 10016">
                  <a:extLst>
                    <a:ext uri="{FF2B5EF4-FFF2-40B4-BE49-F238E27FC236}">
                      <a16:creationId xmlns:a16="http://schemas.microsoft.com/office/drawing/2014/main" id="{4B650F7C-7D74-697F-038A-9E2E3869E02D}"/>
                    </a:ext>
                  </a:extLst>
                </p:cNvPr>
                <p:cNvSpPr/>
                <p:nvPr/>
              </p:nvSpPr>
              <p:spPr>
                <a:xfrm>
                  <a:off x="2418559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8" name="Rectangle 10017">
                  <a:extLst>
                    <a:ext uri="{FF2B5EF4-FFF2-40B4-BE49-F238E27FC236}">
                      <a16:creationId xmlns:a16="http://schemas.microsoft.com/office/drawing/2014/main" id="{C269ED4B-EC24-63A1-7F4C-725C0B12C8DA}"/>
                    </a:ext>
                  </a:extLst>
                </p:cNvPr>
                <p:cNvSpPr/>
                <p:nvPr/>
              </p:nvSpPr>
              <p:spPr>
                <a:xfrm>
                  <a:off x="2418559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19" name="Rectangle 10018">
                  <a:extLst>
                    <a:ext uri="{FF2B5EF4-FFF2-40B4-BE49-F238E27FC236}">
                      <a16:creationId xmlns:a16="http://schemas.microsoft.com/office/drawing/2014/main" id="{F420010E-088D-3796-4DEC-A9373EE80A2C}"/>
                    </a:ext>
                  </a:extLst>
                </p:cNvPr>
                <p:cNvSpPr/>
                <p:nvPr/>
              </p:nvSpPr>
              <p:spPr>
                <a:xfrm>
                  <a:off x="2418559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0" name="Rectangle 10019">
                  <a:extLst>
                    <a:ext uri="{FF2B5EF4-FFF2-40B4-BE49-F238E27FC236}">
                      <a16:creationId xmlns:a16="http://schemas.microsoft.com/office/drawing/2014/main" id="{C6AFF9E5-72DD-3A0C-2332-D5E17F843E1A}"/>
                    </a:ext>
                  </a:extLst>
                </p:cNvPr>
                <p:cNvSpPr/>
                <p:nvPr/>
              </p:nvSpPr>
              <p:spPr>
                <a:xfrm>
                  <a:off x="2418559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1" name="Rectangle 10020">
                  <a:extLst>
                    <a:ext uri="{FF2B5EF4-FFF2-40B4-BE49-F238E27FC236}">
                      <a16:creationId xmlns:a16="http://schemas.microsoft.com/office/drawing/2014/main" id="{1D9E5204-631B-0D82-0E86-0B4311350F80}"/>
                    </a:ext>
                  </a:extLst>
                </p:cNvPr>
                <p:cNvSpPr/>
                <p:nvPr/>
              </p:nvSpPr>
              <p:spPr>
                <a:xfrm>
                  <a:off x="2418559" y="422183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2" name="Rectangle 10021">
                  <a:extLst>
                    <a:ext uri="{FF2B5EF4-FFF2-40B4-BE49-F238E27FC236}">
                      <a16:creationId xmlns:a16="http://schemas.microsoft.com/office/drawing/2014/main" id="{0F95AD5A-F62F-589A-89EE-42FCB3E37805}"/>
                    </a:ext>
                  </a:extLst>
                </p:cNvPr>
                <p:cNvSpPr/>
                <p:nvPr/>
              </p:nvSpPr>
              <p:spPr>
                <a:xfrm>
                  <a:off x="2418559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3" name="Rectangle 10022">
                  <a:extLst>
                    <a:ext uri="{FF2B5EF4-FFF2-40B4-BE49-F238E27FC236}">
                      <a16:creationId xmlns:a16="http://schemas.microsoft.com/office/drawing/2014/main" id="{D32A74BC-375F-7589-9189-52268F0AB3CA}"/>
                    </a:ext>
                  </a:extLst>
                </p:cNvPr>
                <p:cNvSpPr/>
                <p:nvPr/>
              </p:nvSpPr>
              <p:spPr>
                <a:xfrm>
                  <a:off x="2418559" y="432572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4" name="Rectangle 10023">
                  <a:extLst>
                    <a:ext uri="{FF2B5EF4-FFF2-40B4-BE49-F238E27FC236}">
                      <a16:creationId xmlns:a16="http://schemas.microsoft.com/office/drawing/2014/main" id="{E3D42D23-0879-B58C-A813-57EB2E285C72}"/>
                    </a:ext>
                  </a:extLst>
                </p:cNvPr>
                <p:cNvSpPr/>
                <p:nvPr/>
              </p:nvSpPr>
              <p:spPr>
                <a:xfrm>
                  <a:off x="2418559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5" name="Rectangle 10024">
                  <a:extLst>
                    <a:ext uri="{FF2B5EF4-FFF2-40B4-BE49-F238E27FC236}">
                      <a16:creationId xmlns:a16="http://schemas.microsoft.com/office/drawing/2014/main" id="{BCD7CA5A-6479-EB59-A08F-B967E0E5039F}"/>
                    </a:ext>
                  </a:extLst>
                </p:cNvPr>
                <p:cNvSpPr/>
                <p:nvPr/>
              </p:nvSpPr>
              <p:spPr>
                <a:xfrm>
                  <a:off x="2418559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6" name="Rectangle 10025">
                  <a:extLst>
                    <a:ext uri="{FF2B5EF4-FFF2-40B4-BE49-F238E27FC236}">
                      <a16:creationId xmlns:a16="http://schemas.microsoft.com/office/drawing/2014/main" id="{2879679A-5E3A-A8F3-1769-BD95FA7698D7}"/>
                    </a:ext>
                  </a:extLst>
                </p:cNvPr>
                <p:cNvSpPr/>
                <p:nvPr/>
              </p:nvSpPr>
              <p:spPr>
                <a:xfrm>
                  <a:off x="2418559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7" name="Rectangle 10026">
                  <a:extLst>
                    <a:ext uri="{FF2B5EF4-FFF2-40B4-BE49-F238E27FC236}">
                      <a16:creationId xmlns:a16="http://schemas.microsoft.com/office/drawing/2014/main" id="{7F691FC5-6133-AF5A-691E-93F2327B3D01}"/>
                    </a:ext>
                  </a:extLst>
                </p:cNvPr>
                <p:cNvSpPr/>
                <p:nvPr/>
              </p:nvSpPr>
              <p:spPr>
                <a:xfrm>
                  <a:off x="2418559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8" name="Rectangle 10027">
                  <a:extLst>
                    <a:ext uri="{FF2B5EF4-FFF2-40B4-BE49-F238E27FC236}">
                      <a16:creationId xmlns:a16="http://schemas.microsoft.com/office/drawing/2014/main" id="{A8901121-EF6E-7ED7-BA93-8B78509050D4}"/>
                    </a:ext>
                  </a:extLst>
                </p:cNvPr>
                <p:cNvSpPr/>
                <p:nvPr/>
              </p:nvSpPr>
              <p:spPr>
                <a:xfrm>
                  <a:off x="2418559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29" name="Rectangle 10028">
                  <a:extLst>
                    <a:ext uri="{FF2B5EF4-FFF2-40B4-BE49-F238E27FC236}">
                      <a16:creationId xmlns:a16="http://schemas.microsoft.com/office/drawing/2014/main" id="{1607745E-33A7-BC04-FDCC-9CCD736BA05A}"/>
                    </a:ext>
                  </a:extLst>
                </p:cNvPr>
                <p:cNvSpPr/>
                <p:nvPr/>
              </p:nvSpPr>
              <p:spPr>
                <a:xfrm>
                  <a:off x="2418559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0" name="Rectangle 10029">
                  <a:extLst>
                    <a:ext uri="{FF2B5EF4-FFF2-40B4-BE49-F238E27FC236}">
                      <a16:creationId xmlns:a16="http://schemas.microsoft.com/office/drawing/2014/main" id="{C53E0538-1F42-75E7-F24F-B0EDEC8D318F}"/>
                    </a:ext>
                  </a:extLst>
                </p:cNvPr>
                <p:cNvSpPr/>
                <p:nvPr/>
              </p:nvSpPr>
              <p:spPr>
                <a:xfrm>
                  <a:off x="2418559" y="4741393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1" name="Rectangle 10030">
                  <a:extLst>
                    <a:ext uri="{FF2B5EF4-FFF2-40B4-BE49-F238E27FC236}">
                      <a16:creationId xmlns:a16="http://schemas.microsoft.com/office/drawing/2014/main" id="{4C6DDFA8-7E15-01DB-40FF-D76D0CF646C6}"/>
                    </a:ext>
                  </a:extLst>
                </p:cNvPr>
                <p:cNvSpPr/>
                <p:nvPr/>
              </p:nvSpPr>
              <p:spPr>
                <a:xfrm>
                  <a:off x="2418559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2" name="Rectangle 10031">
                  <a:extLst>
                    <a:ext uri="{FF2B5EF4-FFF2-40B4-BE49-F238E27FC236}">
                      <a16:creationId xmlns:a16="http://schemas.microsoft.com/office/drawing/2014/main" id="{389A8B35-FABE-C62A-8EE8-45E23D5FF7DA}"/>
                    </a:ext>
                  </a:extLst>
                </p:cNvPr>
                <p:cNvSpPr/>
                <p:nvPr/>
              </p:nvSpPr>
              <p:spPr>
                <a:xfrm>
                  <a:off x="2418559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3" name="Rectangle 10032">
                  <a:extLst>
                    <a:ext uri="{FF2B5EF4-FFF2-40B4-BE49-F238E27FC236}">
                      <a16:creationId xmlns:a16="http://schemas.microsoft.com/office/drawing/2014/main" id="{90159FD3-FDD3-7ACD-8020-AA08D8D03739}"/>
                    </a:ext>
                  </a:extLst>
                </p:cNvPr>
                <p:cNvSpPr/>
                <p:nvPr/>
              </p:nvSpPr>
              <p:spPr>
                <a:xfrm>
                  <a:off x="2418559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4" name="Rectangle 10033">
                  <a:extLst>
                    <a:ext uri="{FF2B5EF4-FFF2-40B4-BE49-F238E27FC236}">
                      <a16:creationId xmlns:a16="http://schemas.microsoft.com/office/drawing/2014/main" id="{B4DDFDA6-D5A3-547B-4CFC-79E4A28728A9}"/>
                    </a:ext>
                  </a:extLst>
                </p:cNvPr>
                <p:cNvSpPr/>
                <p:nvPr/>
              </p:nvSpPr>
              <p:spPr>
                <a:xfrm>
                  <a:off x="2418559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5" name="Rectangle 10034">
                  <a:extLst>
                    <a:ext uri="{FF2B5EF4-FFF2-40B4-BE49-F238E27FC236}">
                      <a16:creationId xmlns:a16="http://schemas.microsoft.com/office/drawing/2014/main" id="{75D54AE7-41C1-8AAA-55E6-7495ADD99005}"/>
                    </a:ext>
                  </a:extLst>
                </p:cNvPr>
                <p:cNvSpPr/>
                <p:nvPr/>
              </p:nvSpPr>
              <p:spPr>
                <a:xfrm>
                  <a:off x="2418559" y="500123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6" name="Rectangle 10035">
                  <a:extLst>
                    <a:ext uri="{FF2B5EF4-FFF2-40B4-BE49-F238E27FC236}">
                      <a16:creationId xmlns:a16="http://schemas.microsoft.com/office/drawing/2014/main" id="{CC3996B9-8C82-2506-5C97-BF0674FCD5EC}"/>
                    </a:ext>
                  </a:extLst>
                </p:cNvPr>
                <p:cNvSpPr/>
                <p:nvPr/>
              </p:nvSpPr>
              <p:spPr>
                <a:xfrm>
                  <a:off x="2418559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7" name="Rectangle 10036">
                  <a:extLst>
                    <a:ext uri="{FF2B5EF4-FFF2-40B4-BE49-F238E27FC236}">
                      <a16:creationId xmlns:a16="http://schemas.microsoft.com/office/drawing/2014/main" id="{D2BB4789-F6B7-EA92-A07F-7EA3B1A34440}"/>
                    </a:ext>
                  </a:extLst>
                </p:cNvPr>
                <p:cNvSpPr/>
                <p:nvPr/>
              </p:nvSpPr>
              <p:spPr>
                <a:xfrm>
                  <a:off x="2418559" y="5105248"/>
                  <a:ext cx="181224" cy="51943"/>
                </a:xfrm>
                <a:prstGeom prst="rect">
                  <a:avLst/>
                </a:prstGeom>
                <a:solidFill>
                  <a:srgbClr val="F6D69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8" name="Rectangle 10037">
                  <a:extLst>
                    <a:ext uri="{FF2B5EF4-FFF2-40B4-BE49-F238E27FC236}">
                      <a16:creationId xmlns:a16="http://schemas.microsoft.com/office/drawing/2014/main" id="{37DBD2D1-183E-9414-54C6-DDBB8CEAC7F1}"/>
                    </a:ext>
                  </a:extLst>
                </p:cNvPr>
                <p:cNvSpPr/>
                <p:nvPr/>
              </p:nvSpPr>
              <p:spPr>
                <a:xfrm>
                  <a:off x="2418559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39" name="Rectangle 10038">
                  <a:extLst>
                    <a:ext uri="{FF2B5EF4-FFF2-40B4-BE49-F238E27FC236}">
                      <a16:creationId xmlns:a16="http://schemas.microsoft.com/office/drawing/2014/main" id="{DB57C701-7385-5FC9-6C7D-5AA6AA27B579}"/>
                    </a:ext>
                  </a:extLst>
                </p:cNvPr>
                <p:cNvSpPr/>
                <p:nvPr/>
              </p:nvSpPr>
              <p:spPr>
                <a:xfrm>
                  <a:off x="2418559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0" name="Rectangle 10039">
                  <a:extLst>
                    <a:ext uri="{FF2B5EF4-FFF2-40B4-BE49-F238E27FC236}">
                      <a16:creationId xmlns:a16="http://schemas.microsoft.com/office/drawing/2014/main" id="{E2CACFE3-2D2A-71C1-8172-A3BC90BF4A00}"/>
                    </a:ext>
                  </a:extLst>
                </p:cNvPr>
                <p:cNvSpPr/>
                <p:nvPr/>
              </p:nvSpPr>
              <p:spPr>
                <a:xfrm>
                  <a:off x="2418559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1" name="Rectangle 10040">
                  <a:extLst>
                    <a:ext uri="{FF2B5EF4-FFF2-40B4-BE49-F238E27FC236}">
                      <a16:creationId xmlns:a16="http://schemas.microsoft.com/office/drawing/2014/main" id="{A431CBC3-9ACC-65D2-2684-003064CE1DC0}"/>
                    </a:ext>
                  </a:extLst>
                </p:cNvPr>
                <p:cNvSpPr/>
                <p:nvPr/>
              </p:nvSpPr>
              <p:spPr>
                <a:xfrm>
                  <a:off x="2418559" y="5313020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2" name="Rectangle 10041">
                  <a:extLst>
                    <a:ext uri="{FF2B5EF4-FFF2-40B4-BE49-F238E27FC236}">
                      <a16:creationId xmlns:a16="http://schemas.microsoft.com/office/drawing/2014/main" id="{DD2AFB35-D9E0-64F8-B8A0-592FAD2E48B9}"/>
                    </a:ext>
                  </a:extLst>
                </p:cNvPr>
                <p:cNvSpPr/>
                <p:nvPr/>
              </p:nvSpPr>
              <p:spPr>
                <a:xfrm>
                  <a:off x="2599910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3" name="Rectangle 10042">
                  <a:extLst>
                    <a:ext uri="{FF2B5EF4-FFF2-40B4-BE49-F238E27FC236}">
                      <a16:creationId xmlns:a16="http://schemas.microsoft.com/office/drawing/2014/main" id="{8453A520-978B-C7D1-F606-78151C5073E3}"/>
                    </a:ext>
                  </a:extLst>
                </p:cNvPr>
                <p:cNvSpPr/>
                <p:nvPr/>
              </p:nvSpPr>
              <p:spPr>
                <a:xfrm>
                  <a:off x="2599910" y="2091157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4" name="Rectangle 10043">
                  <a:extLst>
                    <a:ext uri="{FF2B5EF4-FFF2-40B4-BE49-F238E27FC236}">
                      <a16:creationId xmlns:a16="http://schemas.microsoft.com/office/drawing/2014/main" id="{8DA415E2-7680-5412-DDF0-9EC9A2BC7AE7}"/>
                    </a:ext>
                  </a:extLst>
                </p:cNvPr>
                <p:cNvSpPr/>
                <p:nvPr/>
              </p:nvSpPr>
              <p:spPr>
                <a:xfrm>
                  <a:off x="2599910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5" name="Rectangle 10044">
                  <a:extLst>
                    <a:ext uri="{FF2B5EF4-FFF2-40B4-BE49-F238E27FC236}">
                      <a16:creationId xmlns:a16="http://schemas.microsoft.com/office/drawing/2014/main" id="{9423E9F7-5D4C-A007-28DF-5B5081F0A9F3}"/>
                    </a:ext>
                  </a:extLst>
                </p:cNvPr>
                <p:cNvSpPr/>
                <p:nvPr/>
              </p:nvSpPr>
              <p:spPr>
                <a:xfrm>
                  <a:off x="2599910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6" name="Rectangle 10045">
                  <a:extLst>
                    <a:ext uri="{FF2B5EF4-FFF2-40B4-BE49-F238E27FC236}">
                      <a16:creationId xmlns:a16="http://schemas.microsoft.com/office/drawing/2014/main" id="{3E8D5755-42AD-23C8-CBE4-95CE40CD5FF7}"/>
                    </a:ext>
                  </a:extLst>
                </p:cNvPr>
                <p:cNvSpPr/>
                <p:nvPr/>
              </p:nvSpPr>
              <p:spPr>
                <a:xfrm>
                  <a:off x="2599910" y="2247113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7" name="Rectangle 10046">
                  <a:extLst>
                    <a:ext uri="{FF2B5EF4-FFF2-40B4-BE49-F238E27FC236}">
                      <a16:creationId xmlns:a16="http://schemas.microsoft.com/office/drawing/2014/main" id="{66DDAA72-BB4B-86CB-AAD9-0E023068FDB8}"/>
                    </a:ext>
                  </a:extLst>
                </p:cNvPr>
                <p:cNvSpPr/>
                <p:nvPr/>
              </p:nvSpPr>
              <p:spPr>
                <a:xfrm>
                  <a:off x="2599910" y="2299056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8" name="Rectangle 10047">
                  <a:extLst>
                    <a:ext uri="{FF2B5EF4-FFF2-40B4-BE49-F238E27FC236}">
                      <a16:creationId xmlns:a16="http://schemas.microsoft.com/office/drawing/2014/main" id="{F71DCCED-B586-5B01-DCA0-1239E6EC0839}"/>
                    </a:ext>
                  </a:extLst>
                </p:cNvPr>
                <p:cNvSpPr/>
                <p:nvPr/>
              </p:nvSpPr>
              <p:spPr>
                <a:xfrm>
                  <a:off x="2599910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9" name="Rectangle 10048">
                  <a:extLst>
                    <a:ext uri="{FF2B5EF4-FFF2-40B4-BE49-F238E27FC236}">
                      <a16:creationId xmlns:a16="http://schemas.microsoft.com/office/drawing/2014/main" id="{67797348-DB9F-1C4F-D9CE-02C680687F83}"/>
                    </a:ext>
                  </a:extLst>
                </p:cNvPr>
                <p:cNvSpPr/>
                <p:nvPr/>
              </p:nvSpPr>
              <p:spPr>
                <a:xfrm>
                  <a:off x="2599910" y="2402942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0" name="Rectangle 10049">
                  <a:extLst>
                    <a:ext uri="{FF2B5EF4-FFF2-40B4-BE49-F238E27FC236}">
                      <a16:creationId xmlns:a16="http://schemas.microsoft.com/office/drawing/2014/main" id="{E4AF9B76-2CCB-61FB-0AC5-07DD7A838610}"/>
                    </a:ext>
                  </a:extLst>
                </p:cNvPr>
                <p:cNvSpPr/>
                <p:nvPr/>
              </p:nvSpPr>
              <p:spPr>
                <a:xfrm>
                  <a:off x="2599910" y="2454885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1" name="Rectangle 10050">
                  <a:extLst>
                    <a:ext uri="{FF2B5EF4-FFF2-40B4-BE49-F238E27FC236}">
                      <a16:creationId xmlns:a16="http://schemas.microsoft.com/office/drawing/2014/main" id="{6BEB63CD-92A0-D0D3-C4FB-95955A6CCA90}"/>
                    </a:ext>
                  </a:extLst>
                </p:cNvPr>
                <p:cNvSpPr/>
                <p:nvPr/>
              </p:nvSpPr>
              <p:spPr>
                <a:xfrm>
                  <a:off x="2599910" y="250695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2" name="Rectangle 10051">
                  <a:extLst>
                    <a:ext uri="{FF2B5EF4-FFF2-40B4-BE49-F238E27FC236}">
                      <a16:creationId xmlns:a16="http://schemas.microsoft.com/office/drawing/2014/main" id="{A063CD3F-A5E8-CCD4-4A12-594C3F0A73DB}"/>
                    </a:ext>
                  </a:extLst>
                </p:cNvPr>
                <p:cNvSpPr/>
                <p:nvPr/>
              </p:nvSpPr>
              <p:spPr>
                <a:xfrm>
                  <a:off x="2599910" y="255889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3" name="Rectangle 10052">
                  <a:extLst>
                    <a:ext uri="{FF2B5EF4-FFF2-40B4-BE49-F238E27FC236}">
                      <a16:creationId xmlns:a16="http://schemas.microsoft.com/office/drawing/2014/main" id="{441EA3E3-E009-C2B0-2503-725710344A73}"/>
                    </a:ext>
                  </a:extLst>
                </p:cNvPr>
                <p:cNvSpPr/>
                <p:nvPr/>
              </p:nvSpPr>
              <p:spPr>
                <a:xfrm>
                  <a:off x="2599910" y="2610841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4" name="Rectangle 10053">
                  <a:extLst>
                    <a:ext uri="{FF2B5EF4-FFF2-40B4-BE49-F238E27FC236}">
                      <a16:creationId xmlns:a16="http://schemas.microsoft.com/office/drawing/2014/main" id="{79B6B287-6FB6-F77E-468B-B617DB68401A}"/>
                    </a:ext>
                  </a:extLst>
                </p:cNvPr>
                <p:cNvSpPr/>
                <p:nvPr/>
              </p:nvSpPr>
              <p:spPr>
                <a:xfrm>
                  <a:off x="2599910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5" name="Rectangle 10054">
                  <a:extLst>
                    <a:ext uri="{FF2B5EF4-FFF2-40B4-BE49-F238E27FC236}">
                      <a16:creationId xmlns:a16="http://schemas.microsoft.com/office/drawing/2014/main" id="{1D99A69E-5FD6-BEE9-1154-59FE7BBA9D28}"/>
                    </a:ext>
                  </a:extLst>
                </p:cNvPr>
                <p:cNvSpPr/>
                <p:nvPr/>
              </p:nvSpPr>
              <p:spPr>
                <a:xfrm>
                  <a:off x="2599910" y="2714727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6" name="Rectangle 10055">
                  <a:extLst>
                    <a:ext uri="{FF2B5EF4-FFF2-40B4-BE49-F238E27FC236}">
                      <a16:creationId xmlns:a16="http://schemas.microsoft.com/office/drawing/2014/main" id="{95DE6D7F-293A-4879-01DB-34EDA254523E}"/>
                    </a:ext>
                  </a:extLst>
                </p:cNvPr>
                <p:cNvSpPr/>
                <p:nvPr/>
              </p:nvSpPr>
              <p:spPr>
                <a:xfrm>
                  <a:off x="2599910" y="2766797"/>
                  <a:ext cx="181224" cy="51942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7" name="Rectangle 10056">
                  <a:extLst>
                    <a:ext uri="{FF2B5EF4-FFF2-40B4-BE49-F238E27FC236}">
                      <a16:creationId xmlns:a16="http://schemas.microsoft.com/office/drawing/2014/main" id="{680663E9-753C-9BC1-3C39-1B325DA47106}"/>
                    </a:ext>
                  </a:extLst>
                </p:cNvPr>
                <p:cNvSpPr/>
                <p:nvPr/>
              </p:nvSpPr>
              <p:spPr>
                <a:xfrm>
                  <a:off x="2599910" y="2818740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8" name="Rectangle 10057">
                  <a:extLst>
                    <a:ext uri="{FF2B5EF4-FFF2-40B4-BE49-F238E27FC236}">
                      <a16:creationId xmlns:a16="http://schemas.microsoft.com/office/drawing/2014/main" id="{C8E7A645-5A8A-4A79-DC00-B1F4CF19DAA2}"/>
                    </a:ext>
                  </a:extLst>
                </p:cNvPr>
                <p:cNvSpPr/>
                <p:nvPr/>
              </p:nvSpPr>
              <p:spPr>
                <a:xfrm>
                  <a:off x="2599910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59" name="Rectangle 10058">
                  <a:extLst>
                    <a:ext uri="{FF2B5EF4-FFF2-40B4-BE49-F238E27FC236}">
                      <a16:creationId xmlns:a16="http://schemas.microsoft.com/office/drawing/2014/main" id="{FE406680-1D8C-5BA2-EA9D-474EA275EA32}"/>
                    </a:ext>
                  </a:extLst>
                </p:cNvPr>
                <p:cNvSpPr/>
                <p:nvPr/>
              </p:nvSpPr>
              <p:spPr>
                <a:xfrm>
                  <a:off x="2599910" y="292262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0" name="Rectangle 10059">
                  <a:extLst>
                    <a:ext uri="{FF2B5EF4-FFF2-40B4-BE49-F238E27FC236}">
                      <a16:creationId xmlns:a16="http://schemas.microsoft.com/office/drawing/2014/main" id="{D866C148-845B-6FBF-05BC-BAEF092FBA07}"/>
                    </a:ext>
                  </a:extLst>
                </p:cNvPr>
                <p:cNvSpPr/>
                <p:nvPr/>
              </p:nvSpPr>
              <p:spPr>
                <a:xfrm>
                  <a:off x="2599910" y="2974569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1" name="Rectangle 10060">
                  <a:extLst>
                    <a:ext uri="{FF2B5EF4-FFF2-40B4-BE49-F238E27FC236}">
                      <a16:creationId xmlns:a16="http://schemas.microsoft.com/office/drawing/2014/main" id="{63A45CB2-247B-2241-83FB-08C1D569E855}"/>
                    </a:ext>
                  </a:extLst>
                </p:cNvPr>
                <p:cNvSpPr/>
                <p:nvPr/>
              </p:nvSpPr>
              <p:spPr>
                <a:xfrm>
                  <a:off x="2599910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2" name="Rectangle 10061">
                  <a:extLst>
                    <a:ext uri="{FF2B5EF4-FFF2-40B4-BE49-F238E27FC236}">
                      <a16:creationId xmlns:a16="http://schemas.microsoft.com/office/drawing/2014/main" id="{98A3D132-122A-B0D9-0582-28E3E0C3EF09}"/>
                    </a:ext>
                  </a:extLst>
                </p:cNvPr>
                <p:cNvSpPr/>
                <p:nvPr/>
              </p:nvSpPr>
              <p:spPr>
                <a:xfrm>
                  <a:off x="2599910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3" name="Rectangle 10062">
                  <a:extLst>
                    <a:ext uri="{FF2B5EF4-FFF2-40B4-BE49-F238E27FC236}">
                      <a16:creationId xmlns:a16="http://schemas.microsoft.com/office/drawing/2014/main" id="{59D2E13D-B9E6-9D14-48CB-C56143C9C858}"/>
                    </a:ext>
                  </a:extLst>
                </p:cNvPr>
                <p:cNvSpPr/>
                <p:nvPr/>
              </p:nvSpPr>
              <p:spPr>
                <a:xfrm>
                  <a:off x="2599910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4" name="Rectangle 10063">
                  <a:extLst>
                    <a:ext uri="{FF2B5EF4-FFF2-40B4-BE49-F238E27FC236}">
                      <a16:creationId xmlns:a16="http://schemas.microsoft.com/office/drawing/2014/main" id="{05B252F0-C78F-BD63-D868-AE61FA3D6EA3}"/>
                    </a:ext>
                  </a:extLst>
                </p:cNvPr>
                <p:cNvSpPr/>
                <p:nvPr/>
              </p:nvSpPr>
              <p:spPr>
                <a:xfrm>
                  <a:off x="2599910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5" name="Rectangle 10064">
                  <a:extLst>
                    <a:ext uri="{FF2B5EF4-FFF2-40B4-BE49-F238E27FC236}">
                      <a16:creationId xmlns:a16="http://schemas.microsoft.com/office/drawing/2014/main" id="{677223F5-3268-D594-E0C0-4233F8D0AE51}"/>
                    </a:ext>
                  </a:extLst>
                </p:cNvPr>
                <p:cNvSpPr/>
                <p:nvPr/>
              </p:nvSpPr>
              <p:spPr>
                <a:xfrm>
                  <a:off x="2599910" y="323441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6" name="Rectangle 10065">
                  <a:extLst>
                    <a:ext uri="{FF2B5EF4-FFF2-40B4-BE49-F238E27FC236}">
                      <a16:creationId xmlns:a16="http://schemas.microsoft.com/office/drawing/2014/main" id="{1EF61205-DC72-A890-55BC-7301DA81A2A7}"/>
                    </a:ext>
                  </a:extLst>
                </p:cNvPr>
                <p:cNvSpPr/>
                <p:nvPr/>
              </p:nvSpPr>
              <p:spPr>
                <a:xfrm>
                  <a:off x="2599910" y="328635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7" name="Rectangle 10066">
                  <a:extLst>
                    <a:ext uri="{FF2B5EF4-FFF2-40B4-BE49-F238E27FC236}">
                      <a16:creationId xmlns:a16="http://schemas.microsoft.com/office/drawing/2014/main" id="{ED8839D7-8D1E-4786-BEB6-321BF56F60AB}"/>
                    </a:ext>
                  </a:extLst>
                </p:cNvPr>
                <p:cNvSpPr/>
                <p:nvPr/>
              </p:nvSpPr>
              <p:spPr>
                <a:xfrm>
                  <a:off x="2599910" y="333829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8" name="Rectangle 10067">
                  <a:extLst>
                    <a:ext uri="{FF2B5EF4-FFF2-40B4-BE49-F238E27FC236}">
                      <a16:creationId xmlns:a16="http://schemas.microsoft.com/office/drawing/2014/main" id="{32F73300-F9D0-90A2-7B79-9D10D7622A81}"/>
                    </a:ext>
                  </a:extLst>
                </p:cNvPr>
                <p:cNvSpPr/>
                <p:nvPr/>
              </p:nvSpPr>
              <p:spPr>
                <a:xfrm>
                  <a:off x="2599910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69" name="Rectangle 10068">
                  <a:extLst>
                    <a:ext uri="{FF2B5EF4-FFF2-40B4-BE49-F238E27FC236}">
                      <a16:creationId xmlns:a16="http://schemas.microsoft.com/office/drawing/2014/main" id="{4C9D2722-51C7-4C1A-0E46-74009D9B0568}"/>
                    </a:ext>
                  </a:extLst>
                </p:cNvPr>
                <p:cNvSpPr/>
                <p:nvPr/>
              </p:nvSpPr>
              <p:spPr>
                <a:xfrm>
                  <a:off x="2599910" y="344231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0" name="Rectangle 10069">
                  <a:extLst>
                    <a:ext uri="{FF2B5EF4-FFF2-40B4-BE49-F238E27FC236}">
                      <a16:creationId xmlns:a16="http://schemas.microsoft.com/office/drawing/2014/main" id="{E3D8E020-9998-78E0-CE51-4ACB00534119}"/>
                    </a:ext>
                  </a:extLst>
                </p:cNvPr>
                <p:cNvSpPr/>
                <p:nvPr/>
              </p:nvSpPr>
              <p:spPr>
                <a:xfrm>
                  <a:off x="2599910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1" name="Rectangle 10070">
                  <a:extLst>
                    <a:ext uri="{FF2B5EF4-FFF2-40B4-BE49-F238E27FC236}">
                      <a16:creationId xmlns:a16="http://schemas.microsoft.com/office/drawing/2014/main" id="{A6791E02-387D-3F6B-C22C-9918FB42CFFC}"/>
                    </a:ext>
                  </a:extLst>
                </p:cNvPr>
                <p:cNvSpPr/>
                <p:nvPr/>
              </p:nvSpPr>
              <p:spPr>
                <a:xfrm>
                  <a:off x="2599910" y="3546196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2" name="Rectangle 10071">
                  <a:extLst>
                    <a:ext uri="{FF2B5EF4-FFF2-40B4-BE49-F238E27FC236}">
                      <a16:creationId xmlns:a16="http://schemas.microsoft.com/office/drawing/2014/main" id="{E73A47CE-4E6C-3FB6-7FA4-B1272C110232}"/>
                    </a:ext>
                  </a:extLst>
                </p:cNvPr>
                <p:cNvSpPr/>
                <p:nvPr/>
              </p:nvSpPr>
              <p:spPr>
                <a:xfrm>
                  <a:off x="2599910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3" name="Rectangle 10072">
                  <a:extLst>
                    <a:ext uri="{FF2B5EF4-FFF2-40B4-BE49-F238E27FC236}">
                      <a16:creationId xmlns:a16="http://schemas.microsoft.com/office/drawing/2014/main" id="{60948CEB-6F8D-04D9-024E-B15912E7E582}"/>
                    </a:ext>
                  </a:extLst>
                </p:cNvPr>
                <p:cNvSpPr/>
                <p:nvPr/>
              </p:nvSpPr>
              <p:spPr>
                <a:xfrm>
                  <a:off x="2599910" y="3650209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4" name="Rectangle 10073">
                  <a:extLst>
                    <a:ext uri="{FF2B5EF4-FFF2-40B4-BE49-F238E27FC236}">
                      <a16:creationId xmlns:a16="http://schemas.microsoft.com/office/drawing/2014/main" id="{025B8F50-C824-BDE0-7B6E-7879EE6791A6}"/>
                    </a:ext>
                  </a:extLst>
                </p:cNvPr>
                <p:cNvSpPr/>
                <p:nvPr/>
              </p:nvSpPr>
              <p:spPr>
                <a:xfrm>
                  <a:off x="2599910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5" name="Rectangle 10074">
                  <a:extLst>
                    <a:ext uri="{FF2B5EF4-FFF2-40B4-BE49-F238E27FC236}">
                      <a16:creationId xmlns:a16="http://schemas.microsoft.com/office/drawing/2014/main" id="{AFD97B3B-C70C-AF24-E774-24681DFC2FEB}"/>
                    </a:ext>
                  </a:extLst>
                </p:cNvPr>
                <p:cNvSpPr/>
                <p:nvPr/>
              </p:nvSpPr>
              <p:spPr>
                <a:xfrm>
                  <a:off x="2599910" y="375409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6" name="Rectangle 10075">
                  <a:extLst>
                    <a:ext uri="{FF2B5EF4-FFF2-40B4-BE49-F238E27FC236}">
                      <a16:creationId xmlns:a16="http://schemas.microsoft.com/office/drawing/2014/main" id="{E959AE47-9BF2-8382-DBD3-55F29C171665}"/>
                    </a:ext>
                  </a:extLst>
                </p:cNvPr>
                <p:cNvSpPr/>
                <p:nvPr/>
              </p:nvSpPr>
              <p:spPr>
                <a:xfrm>
                  <a:off x="2599910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7" name="Rectangle 10076">
                  <a:extLst>
                    <a:ext uri="{FF2B5EF4-FFF2-40B4-BE49-F238E27FC236}">
                      <a16:creationId xmlns:a16="http://schemas.microsoft.com/office/drawing/2014/main" id="{6703257A-9974-A76A-7C3F-EF32D2F1BA78}"/>
                    </a:ext>
                  </a:extLst>
                </p:cNvPr>
                <p:cNvSpPr/>
                <p:nvPr/>
              </p:nvSpPr>
              <p:spPr>
                <a:xfrm>
                  <a:off x="2599910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8" name="Rectangle 10077">
                  <a:extLst>
                    <a:ext uri="{FF2B5EF4-FFF2-40B4-BE49-F238E27FC236}">
                      <a16:creationId xmlns:a16="http://schemas.microsoft.com/office/drawing/2014/main" id="{BCC4F71D-37DF-10E1-3241-09CFB8E8FA0E}"/>
                    </a:ext>
                  </a:extLst>
                </p:cNvPr>
                <p:cNvSpPr/>
                <p:nvPr/>
              </p:nvSpPr>
              <p:spPr>
                <a:xfrm>
                  <a:off x="2599910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9" name="Rectangle 10078">
                  <a:extLst>
                    <a:ext uri="{FF2B5EF4-FFF2-40B4-BE49-F238E27FC236}">
                      <a16:creationId xmlns:a16="http://schemas.microsoft.com/office/drawing/2014/main" id="{C613F6D6-BBF3-0310-7101-E8CDD86FEF75}"/>
                    </a:ext>
                  </a:extLst>
                </p:cNvPr>
                <p:cNvSpPr/>
                <p:nvPr/>
              </p:nvSpPr>
              <p:spPr>
                <a:xfrm>
                  <a:off x="2599910" y="3961994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0" name="Rectangle 10079">
                  <a:extLst>
                    <a:ext uri="{FF2B5EF4-FFF2-40B4-BE49-F238E27FC236}">
                      <a16:creationId xmlns:a16="http://schemas.microsoft.com/office/drawing/2014/main" id="{9342C4D9-2C82-D8B9-0670-9B67A6BA7D38}"/>
                    </a:ext>
                  </a:extLst>
                </p:cNvPr>
                <p:cNvSpPr/>
                <p:nvPr/>
              </p:nvSpPr>
              <p:spPr>
                <a:xfrm>
                  <a:off x="2599910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1" name="Rectangle 10080">
                  <a:extLst>
                    <a:ext uri="{FF2B5EF4-FFF2-40B4-BE49-F238E27FC236}">
                      <a16:creationId xmlns:a16="http://schemas.microsoft.com/office/drawing/2014/main" id="{2CED91F5-5C92-B5AE-5C64-8B0D8AB38052}"/>
                    </a:ext>
                  </a:extLst>
                </p:cNvPr>
                <p:cNvSpPr/>
                <p:nvPr/>
              </p:nvSpPr>
              <p:spPr>
                <a:xfrm>
                  <a:off x="2599910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2" name="Rectangle 10081">
                  <a:extLst>
                    <a:ext uri="{FF2B5EF4-FFF2-40B4-BE49-F238E27FC236}">
                      <a16:creationId xmlns:a16="http://schemas.microsoft.com/office/drawing/2014/main" id="{D12A7F7A-DEAA-11D1-E5C6-7EB084237F48}"/>
                    </a:ext>
                  </a:extLst>
                </p:cNvPr>
                <p:cNvSpPr/>
                <p:nvPr/>
              </p:nvSpPr>
              <p:spPr>
                <a:xfrm>
                  <a:off x="2599910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3" name="Rectangle 10082">
                  <a:extLst>
                    <a:ext uri="{FF2B5EF4-FFF2-40B4-BE49-F238E27FC236}">
                      <a16:creationId xmlns:a16="http://schemas.microsoft.com/office/drawing/2014/main" id="{965F53EA-3363-AF4E-8616-C884F8DAD30F}"/>
                    </a:ext>
                  </a:extLst>
                </p:cNvPr>
                <p:cNvSpPr/>
                <p:nvPr/>
              </p:nvSpPr>
              <p:spPr>
                <a:xfrm>
                  <a:off x="2599910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4" name="Rectangle 10083">
                  <a:extLst>
                    <a:ext uri="{FF2B5EF4-FFF2-40B4-BE49-F238E27FC236}">
                      <a16:creationId xmlns:a16="http://schemas.microsoft.com/office/drawing/2014/main" id="{F730BA4E-BC25-83E7-E729-A6430488E684}"/>
                    </a:ext>
                  </a:extLst>
                </p:cNvPr>
                <p:cNvSpPr/>
                <p:nvPr/>
              </p:nvSpPr>
              <p:spPr>
                <a:xfrm>
                  <a:off x="2599910" y="422183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5" name="Rectangle 10084">
                  <a:extLst>
                    <a:ext uri="{FF2B5EF4-FFF2-40B4-BE49-F238E27FC236}">
                      <a16:creationId xmlns:a16="http://schemas.microsoft.com/office/drawing/2014/main" id="{AC357BC3-2FDF-A61A-28A4-85129CEC18A9}"/>
                    </a:ext>
                  </a:extLst>
                </p:cNvPr>
                <p:cNvSpPr/>
                <p:nvPr/>
              </p:nvSpPr>
              <p:spPr>
                <a:xfrm>
                  <a:off x="2599910" y="4273779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6" name="Rectangle 10085">
                  <a:extLst>
                    <a:ext uri="{FF2B5EF4-FFF2-40B4-BE49-F238E27FC236}">
                      <a16:creationId xmlns:a16="http://schemas.microsoft.com/office/drawing/2014/main" id="{42FAA06F-11C1-5875-B776-6CCBC1FD413E}"/>
                    </a:ext>
                  </a:extLst>
                </p:cNvPr>
                <p:cNvSpPr/>
                <p:nvPr/>
              </p:nvSpPr>
              <p:spPr>
                <a:xfrm>
                  <a:off x="2599910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7" name="Rectangle 10086">
                  <a:extLst>
                    <a:ext uri="{FF2B5EF4-FFF2-40B4-BE49-F238E27FC236}">
                      <a16:creationId xmlns:a16="http://schemas.microsoft.com/office/drawing/2014/main" id="{D3AABA38-6B4A-E8ED-C0D3-9A7AB212031D}"/>
                    </a:ext>
                  </a:extLst>
                </p:cNvPr>
                <p:cNvSpPr/>
                <p:nvPr/>
              </p:nvSpPr>
              <p:spPr>
                <a:xfrm>
                  <a:off x="2599910" y="437766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8" name="Rectangle 10087">
                  <a:extLst>
                    <a:ext uri="{FF2B5EF4-FFF2-40B4-BE49-F238E27FC236}">
                      <a16:creationId xmlns:a16="http://schemas.microsoft.com/office/drawing/2014/main" id="{DC24940B-99C9-86A9-5A42-E7A95063A59F}"/>
                    </a:ext>
                  </a:extLst>
                </p:cNvPr>
                <p:cNvSpPr/>
                <p:nvPr/>
              </p:nvSpPr>
              <p:spPr>
                <a:xfrm>
                  <a:off x="2599910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89" name="Rectangle 10088">
                  <a:extLst>
                    <a:ext uri="{FF2B5EF4-FFF2-40B4-BE49-F238E27FC236}">
                      <a16:creationId xmlns:a16="http://schemas.microsoft.com/office/drawing/2014/main" id="{56EF0819-A345-9568-D499-DB96FCFEB14B}"/>
                    </a:ext>
                  </a:extLst>
                </p:cNvPr>
                <p:cNvSpPr/>
                <p:nvPr/>
              </p:nvSpPr>
              <p:spPr>
                <a:xfrm>
                  <a:off x="2599910" y="4481551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0" name="Rectangle 10089">
                  <a:extLst>
                    <a:ext uri="{FF2B5EF4-FFF2-40B4-BE49-F238E27FC236}">
                      <a16:creationId xmlns:a16="http://schemas.microsoft.com/office/drawing/2014/main" id="{6A18A689-2EAD-1D68-1738-49B93606B66D}"/>
                    </a:ext>
                  </a:extLst>
                </p:cNvPr>
                <p:cNvSpPr/>
                <p:nvPr/>
              </p:nvSpPr>
              <p:spPr>
                <a:xfrm>
                  <a:off x="2599910" y="4533621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1" name="Rectangle 10090">
                  <a:extLst>
                    <a:ext uri="{FF2B5EF4-FFF2-40B4-BE49-F238E27FC236}">
                      <a16:creationId xmlns:a16="http://schemas.microsoft.com/office/drawing/2014/main" id="{F11ADE34-C654-D809-B975-735DDC6012AC}"/>
                    </a:ext>
                  </a:extLst>
                </p:cNvPr>
                <p:cNvSpPr/>
                <p:nvPr/>
              </p:nvSpPr>
              <p:spPr>
                <a:xfrm>
                  <a:off x="2599910" y="458556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2" name="Rectangle 10091">
                  <a:extLst>
                    <a:ext uri="{FF2B5EF4-FFF2-40B4-BE49-F238E27FC236}">
                      <a16:creationId xmlns:a16="http://schemas.microsoft.com/office/drawing/2014/main" id="{FEBDE064-2054-3A23-354A-87F4E7FF5D50}"/>
                    </a:ext>
                  </a:extLst>
                </p:cNvPr>
                <p:cNvSpPr/>
                <p:nvPr/>
              </p:nvSpPr>
              <p:spPr>
                <a:xfrm>
                  <a:off x="2599910" y="4637507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3" name="Rectangle 10092">
                  <a:extLst>
                    <a:ext uri="{FF2B5EF4-FFF2-40B4-BE49-F238E27FC236}">
                      <a16:creationId xmlns:a16="http://schemas.microsoft.com/office/drawing/2014/main" id="{C504DE02-7876-D61E-D339-C78AA946D921}"/>
                    </a:ext>
                  </a:extLst>
                </p:cNvPr>
                <p:cNvSpPr/>
                <p:nvPr/>
              </p:nvSpPr>
              <p:spPr>
                <a:xfrm>
                  <a:off x="2599910" y="468945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4" name="Rectangle 10093">
                  <a:extLst>
                    <a:ext uri="{FF2B5EF4-FFF2-40B4-BE49-F238E27FC236}">
                      <a16:creationId xmlns:a16="http://schemas.microsoft.com/office/drawing/2014/main" id="{FC0D4FB9-97B2-A2F5-EDE5-EA21AFF62E83}"/>
                    </a:ext>
                  </a:extLst>
                </p:cNvPr>
                <p:cNvSpPr/>
                <p:nvPr/>
              </p:nvSpPr>
              <p:spPr>
                <a:xfrm>
                  <a:off x="2599910" y="4741393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5" name="Rectangle 10094">
                  <a:extLst>
                    <a:ext uri="{FF2B5EF4-FFF2-40B4-BE49-F238E27FC236}">
                      <a16:creationId xmlns:a16="http://schemas.microsoft.com/office/drawing/2014/main" id="{7DB75BFC-8C4A-44D8-4856-1EB9BE13DDE2}"/>
                    </a:ext>
                  </a:extLst>
                </p:cNvPr>
                <p:cNvSpPr/>
                <p:nvPr/>
              </p:nvSpPr>
              <p:spPr>
                <a:xfrm>
                  <a:off x="2599910" y="4793463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6" name="Rectangle 10095">
                  <a:extLst>
                    <a:ext uri="{FF2B5EF4-FFF2-40B4-BE49-F238E27FC236}">
                      <a16:creationId xmlns:a16="http://schemas.microsoft.com/office/drawing/2014/main" id="{AA8C153E-7CB3-EACA-F20B-146635F7EB62}"/>
                    </a:ext>
                  </a:extLst>
                </p:cNvPr>
                <p:cNvSpPr/>
                <p:nvPr/>
              </p:nvSpPr>
              <p:spPr>
                <a:xfrm>
                  <a:off x="2599910" y="484540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7" name="Rectangle 10096">
                  <a:extLst>
                    <a:ext uri="{FF2B5EF4-FFF2-40B4-BE49-F238E27FC236}">
                      <a16:creationId xmlns:a16="http://schemas.microsoft.com/office/drawing/2014/main" id="{A2F7053A-B273-6B01-19CA-8135B5FBEED8}"/>
                    </a:ext>
                  </a:extLst>
                </p:cNvPr>
                <p:cNvSpPr/>
                <p:nvPr/>
              </p:nvSpPr>
              <p:spPr>
                <a:xfrm>
                  <a:off x="2599910" y="4897349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8" name="Rectangle 10097">
                  <a:extLst>
                    <a:ext uri="{FF2B5EF4-FFF2-40B4-BE49-F238E27FC236}">
                      <a16:creationId xmlns:a16="http://schemas.microsoft.com/office/drawing/2014/main" id="{9A93834D-CF33-DF49-3F29-97751E7D4EF5}"/>
                    </a:ext>
                  </a:extLst>
                </p:cNvPr>
                <p:cNvSpPr/>
                <p:nvPr/>
              </p:nvSpPr>
              <p:spPr>
                <a:xfrm>
                  <a:off x="2599910" y="494929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99" name="Rectangle 10098">
                  <a:extLst>
                    <a:ext uri="{FF2B5EF4-FFF2-40B4-BE49-F238E27FC236}">
                      <a16:creationId xmlns:a16="http://schemas.microsoft.com/office/drawing/2014/main" id="{ADB678F2-590B-82B9-05C3-4B44AD3A8DFA}"/>
                    </a:ext>
                  </a:extLst>
                </p:cNvPr>
                <p:cNvSpPr/>
                <p:nvPr/>
              </p:nvSpPr>
              <p:spPr>
                <a:xfrm>
                  <a:off x="2599910" y="5001235"/>
                  <a:ext cx="181224" cy="51943"/>
                </a:xfrm>
                <a:prstGeom prst="rect">
                  <a:avLst/>
                </a:prstGeom>
                <a:solidFill>
                  <a:srgbClr val="F6D8A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0" name="Rectangle 10099">
                  <a:extLst>
                    <a:ext uri="{FF2B5EF4-FFF2-40B4-BE49-F238E27FC236}">
                      <a16:creationId xmlns:a16="http://schemas.microsoft.com/office/drawing/2014/main" id="{A02E0A35-9CF0-894E-31AF-543FD9C5ABF3}"/>
                    </a:ext>
                  </a:extLst>
                </p:cNvPr>
                <p:cNvSpPr/>
                <p:nvPr/>
              </p:nvSpPr>
              <p:spPr>
                <a:xfrm>
                  <a:off x="2599910" y="5105248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1" name="Rectangle 10100">
                  <a:extLst>
                    <a:ext uri="{FF2B5EF4-FFF2-40B4-BE49-F238E27FC236}">
                      <a16:creationId xmlns:a16="http://schemas.microsoft.com/office/drawing/2014/main" id="{D1F08669-9B39-71FA-E46E-F528C110029F}"/>
                    </a:ext>
                  </a:extLst>
                </p:cNvPr>
                <p:cNvSpPr/>
                <p:nvPr/>
              </p:nvSpPr>
              <p:spPr>
                <a:xfrm>
                  <a:off x="2599910" y="5157191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2" name="Rectangle 10101">
                  <a:extLst>
                    <a:ext uri="{FF2B5EF4-FFF2-40B4-BE49-F238E27FC236}">
                      <a16:creationId xmlns:a16="http://schemas.microsoft.com/office/drawing/2014/main" id="{A29F70CA-CA4F-58A9-3616-696BDABB1AB4}"/>
                    </a:ext>
                  </a:extLst>
                </p:cNvPr>
                <p:cNvSpPr/>
                <p:nvPr/>
              </p:nvSpPr>
              <p:spPr>
                <a:xfrm>
                  <a:off x="2599910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3" name="Rectangle 10102">
                  <a:extLst>
                    <a:ext uri="{FF2B5EF4-FFF2-40B4-BE49-F238E27FC236}">
                      <a16:creationId xmlns:a16="http://schemas.microsoft.com/office/drawing/2014/main" id="{3A91C8C5-D940-FA0F-275F-58FACB8D2489}"/>
                    </a:ext>
                  </a:extLst>
                </p:cNvPr>
                <p:cNvSpPr/>
                <p:nvPr/>
              </p:nvSpPr>
              <p:spPr>
                <a:xfrm>
                  <a:off x="2599910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4" name="Rectangle 10103">
                  <a:extLst>
                    <a:ext uri="{FF2B5EF4-FFF2-40B4-BE49-F238E27FC236}">
                      <a16:creationId xmlns:a16="http://schemas.microsoft.com/office/drawing/2014/main" id="{A9B14B9F-FCCF-2983-B47E-856D96D695AB}"/>
                    </a:ext>
                  </a:extLst>
                </p:cNvPr>
                <p:cNvSpPr/>
                <p:nvPr/>
              </p:nvSpPr>
              <p:spPr>
                <a:xfrm>
                  <a:off x="2599910" y="5313020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5" name="Rectangle 10104">
                  <a:extLst>
                    <a:ext uri="{FF2B5EF4-FFF2-40B4-BE49-F238E27FC236}">
                      <a16:creationId xmlns:a16="http://schemas.microsoft.com/office/drawing/2014/main" id="{13BF485C-5D63-C17A-ED17-51A9DD074D05}"/>
                    </a:ext>
                  </a:extLst>
                </p:cNvPr>
                <p:cNvSpPr/>
                <p:nvPr/>
              </p:nvSpPr>
              <p:spPr>
                <a:xfrm>
                  <a:off x="2781135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6" name="Rectangle 10105">
                  <a:extLst>
                    <a:ext uri="{FF2B5EF4-FFF2-40B4-BE49-F238E27FC236}">
                      <a16:creationId xmlns:a16="http://schemas.microsoft.com/office/drawing/2014/main" id="{71FF0CA9-941C-C2A9-D334-EFACE66E421D}"/>
                    </a:ext>
                  </a:extLst>
                </p:cNvPr>
                <p:cNvSpPr/>
                <p:nvPr/>
              </p:nvSpPr>
              <p:spPr>
                <a:xfrm>
                  <a:off x="2781135" y="2091157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7" name="Rectangle 10106">
                  <a:extLst>
                    <a:ext uri="{FF2B5EF4-FFF2-40B4-BE49-F238E27FC236}">
                      <a16:creationId xmlns:a16="http://schemas.microsoft.com/office/drawing/2014/main" id="{19049F01-379A-7125-BAB8-91FA62C996A1}"/>
                    </a:ext>
                  </a:extLst>
                </p:cNvPr>
                <p:cNvSpPr/>
                <p:nvPr/>
              </p:nvSpPr>
              <p:spPr>
                <a:xfrm>
                  <a:off x="2781135" y="214310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8" name="Rectangle 10107">
                  <a:extLst>
                    <a:ext uri="{FF2B5EF4-FFF2-40B4-BE49-F238E27FC236}">
                      <a16:creationId xmlns:a16="http://schemas.microsoft.com/office/drawing/2014/main" id="{8B1B0EB2-5DD9-C8EF-2599-C5571EC2725A}"/>
                    </a:ext>
                  </a:extLst>
                </p:cNvPr>
                <p:cNvSpPr/>
                <p:nvPr/>
              </p:nvSpPr>
              <p:spPr>
                <a:xfrm>
                  <a:off x="2781135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09" name="Rectangle 10108">
                  <a:extLst>
                    <a:ext uri="{FF2B5EF4-FFF2-40B4-BE49-F238E27FC236}">
                      <a16:creationId xmlns:a16="http://schemas.microsoft.com/office/drawing/2014/main" id="{2B29CFF2-B857-E51E-1910-01605276E0FA}"/>
                    </a:ext>
                  </a:extLst>
                </p:cNvPr>
                <p:cNvSpPr/>
                <p:nvPr/>
              </p:nvSpPr>
              <p:spPr>
                <a:xfrm>
                  <a:off x="2781135" y="2247113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0" name="Rectangle 10109">
                  <a:extLst>
                    <a:ext uri="{FF2B5EF4-FFF2-40B4-BE49-F238E27FC236}">
                      <a16:creationId xmlns:a16="http://schemas.microsoft.com/office/drawing/2014/main" id="{7244511F-67AF-7BC8-9261-BF0D9B35C61F}"/>
                    </a:ext>
                  </a:extLst>
                </p:cNvPr>
                <p:cNvSpPr/>
                <p:nvPr/>
              </p:nvSpPr>
              <p:spPr>
                <a:xfrm>
                  <a:off x="2781135" y="2299056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1" name="Rectangle 10110">
                  <a:extLst>
                    <a:ext uri="{FF2B5EF4-FFF2-40B4-BE49-F238E27FC236}">
                      <a16:creationId xmlns:a16="http://schemas.microsoft.com/office/drawing/2014/main" id="{FF764D24-2BEB-EF48-E28D-B9A500CD350F}"/>
                    </a:ext>
                  </a:extLst>
                </p:cNvPr>
                <p:cNvSpPr/>
                <p:nvPr/>
              </p:nvSpPr>
              <p:spPr>
                <a:xfrm>
                  <a:off x="2781135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2" name="Rectangle 10111">
                  <a:extLst>
                    <a:ext uri="{FF2B5EF4-FFF2-40B4-BE49-F238E27FC236}">
                      <a16:creationId xmlns:a16="http://schemas.microsoft.com/office/drawing/2014/main" id="{FE0F3A98-15A6-B612-B301-592230DFB71A}"/>
                    </a:ext>
                  </a:extLst>
                </p:cNvPr>
                <p:cNvSpPr/>
                <p:nvPr/>
              </p:nvSpPr>
              <p:spPr>
                <a:xfrm>
                  <a:off x="2781135" y="240294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3" name="Rectangle 10112">
                  <a:extLst>
                    <a:ext uri="{FF2B5EF4-FFF2-40B4-BE49-F238E27FC236}">
                      <a16:creationId xmlns:a16="http://schemas.microsoft.com/office/drawing/2014/main" id="{C0AEEB59-0211-7B06-AF69-EE403414B227}"/>
                    </a:ext>
                  </a:extLst>
                </p:cNvPr>
                <p:cNvSpPr/>
                <p:nvPr/>
              </p:nvSpPr>
              <p:spPr>
                <a:xfrm>
                  <a:off x="2781135" y="2454885"/>
                  <a:ext cx="181224" cy="51942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4" name="Rectangle 10113">
                  <a:extLst>
                    <a:ext uri="{FF2B5EF4-FFF2-40B4-BE49-F238E27FC236}">
                      <a16:creationId xmlns:a16="http://schemas.microsoft.com/office/drawing/2014/main" id="{BCF15BB1-4C81-DFAE-DE01-C14547E995B3}"/>
                    </a:ext>
                  </a:extLst>
                </p:cNvPr>
                <p:cNvSpPr/>
                <p:nvPr/>
              </p:nvSpPr>
              <p:spPr>
                <a:xfrm>
                  <a:off x="2781135" y="250695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5" name="Rectangle 10114">
                  <a:extLst>
                    <a:ext uri="{FF2B5EF4-FFF2-40B4-BE49-F238E27FC236}">
                      <a16:creationId xmlns:a16="http://schemas.microsoft.com/office/drawing/2014/main" id="{0868683A-D0FC-DBED-DF0F-E3AD73F72009}"/>
                    </a:ext>
                  </a:extLst>
                </p:cNvPr>
                <p:cNvSpPr/>
                <p:nvPr/>
              </p:nvSpPr>
              <p:spPr>
                <a:xfrm>
                  <a:off x="2781135" y="2558898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6" name="Rectangle 10115">
                  <a:extLst>
                    <a:ext uri="{FF2B5EF4-FFF2-40B4-BE49-F238E27FC236}">
                      <a16:creationId xmlns:a16="http://schemas.microsoft.com/office/drawing/2014/main" id="{0636339A-58D5-5BE9-CF11-710CE17B8F67}"/>
                    </a:ext>
                  </a:extLst>
                </p:cNvPr>
                <p:cNvSpPr/>
                <p:nvPr/>
              </p:nvSpPr>
              <p:spPr>
                <a:xfrm>
                  <a:off x="2781135" y="2610841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7" name="Rectangle 10116">
                  <a:extLst>
                    <a:ext uri="{FF2B5EF4-FFF2-40B4-BE49-F238E27FC236}">
                      <a16:creationId xmlns:a16="http://schemas.microsoft.com/office/drawing/2014/main" id="{06B27A74-C92E-02ED-F22F-1E698273D575}"/>
                    </a:ext>
                  </a:extLst>
                </p:cNvPr>
                <p:cNvSpPr/>
                <p:nvPr/>
              </p:nvSpPr>
              <p:spPr>
                <a:xfrm>
                  <a:off x="2781135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8" name="Rectangle 10117">
                  <a:extLst>
                    <a:ext uri="{FF2B5EF4-FFF2-40B4-BE49-F238E27FC236}">
                      <a16:creationId xmlns:a16="http://schemas.microsoft.com/office/drawing/2014/main" id="{CFAAA97C-F388-1E75-C949-AADC4841D128}"/>
                    </a:ext>
                  </a:extLst>
                </p:cNvPr>
                <p:cNvSpPr/>
                <p:nvPr/>
              </p:nvSpPr>
              <p:spPr>
                <a:xfrm>
                  <a:off x="2781135" y="2714727"/>
                  <a:ext cx="181224" cy="51943"/>
                </a:xfrm>
                <a:prstGeom prst="rect">
                  <a:avLst/>
                </a:prstGeom>
                <a:solidFill>
                  <a:srgbClr val="F6D69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19" name="Rectangle 10118">
                  <a:extLst>
                    <a:ext uri="{FF2B5EF4-FFF2-40B4-BE49-F238E27FC236}">
                      <a16:creationId xmlns:a16="http://schemas.microsoft.com/office/drawing/2014/main" id="{47C3810D-FE62-2254-468D-F57C44034F3D}"/>
                    </a:ext>
                  </a:extLst>
                </p:cNvPr>
                <p:cNvSpPr/>
                <p:nvPr/>
              </p:nvSpPr>
              <p:spPr>
                <a:xfrm>
                  <a:off x="2781135" y="2766797"/>
                  <a:ext cx="181224" cy="51942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0" name="Rectangle 10119">
                  <a:extLst>
                    <a:ext uri="{FF2B5EF4-FFF2-40B4-BE49-F238E27FC236}">
                      <a16:creationId xmlns:a16="http://schemas.microsoft.com/office/drawing/2014/main" id="{D4A88C8A-16D4-430D-EEBB-5ECAC67C9043}"/>
                    </a:ext>
                  </a:extLst>
                </p:cNvPr>
                <p:cNvSpPr/>
                <p:nvPr/>
              </p:nvSpPr>
              <p:spPr>
                <a:xfrm>
                  <a:off x="2781135" y="281874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1" name="Rectangle 10120">
                  <a:extLst>
                    <a:ext uri="{FF2B5EF4-FFF2-40B4-BE49-F238E27FC236}">
                      <a16:creationId xmlns:a16="http://schemas.microsoft.com/office/drawing/2014/main" id="{67D04500-4DE8-FD92-B93C-C1452C09DA0F}"/>
                    </a:ext>
                  </a:extLst>
                </p:cNvPr>
                <p:cNvSpPr/>
                <p:nvPr/>
              </p:nvSpPr>
              <p:spPr>
                <a:xfrm>
                  <a:off x="2781135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2" name="Rectangle 10121">
                  <a:extLst>
                    <a:ext uri="{FF2B5EF4-FFF2-40B4-BE49-F238E27FC236}">
                      <a16:creationId xmlns:a16="http://schemas.microsoft.com/office/drawing/2014/main" id="{DC034ADF-33E2-E3DF-8D02-8EE62E10678C}"/>
                    </a:ext>
                  </a:extLst>
                </p:cNvPr>
                <p:cNvSpPr/>
                <p:nvPr/>
              </p:nvSpPr>
              <p:spPr>
                <a:xfrm>
                  <a:off x="2781135" y="2922626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3" name="Rectangle 10122">
                  <a:extLst>
                    <a:ext uri="{FF2B5EF4-FFF2-40B4-BE49-F238E27FC236}">
                      <a16:creationId xmlns:a16="http://schemas.microsoft.com/office/drawing/2014/main" id="{FB4D32AD-B871-3BD7-02AC-048AD36E8EC5}"/>
                    </a:ext>
                  </a:extLst>
                </p:cNvPr>
                <p:cNvSpPr/>
                <p:nvPr/>
              </p:nvSpPr>
              <p:spPr>
                <a:xfrm>
                  <a:off x="2781135" y="2974569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4" name="Rectangle 10123">
                  <a:extLst>
                    <a:ext uri="{FF2B5EF4-FFF2-40B4-BE49-F238E27FC236}">
                      <a16:creationId xmlns:a16="http://schemas.microsoft.com/office/drawing/2014/main" id="{5D16FDF0-6DFF-9E17-DD19-BF8A73B4700E}"/>
                    </a:ext>
                  </a:extLst>
                </p:cNvPr>
                <p:cNvSpPr/>
                <p:nvPr/>
              </p:nvSpPr>
              <p:spPr>
                <a:xfrm>
                  <a:off x="2781135" y="302651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5" name="Rectangle 10124">
                  <a:extLst>
                    <a:ext uri="{FF2B5EF4-FFF2-40B4-BE49-F238E27FC236}">
                      <a16:creationId xmlns:a16="http://schemas.microsoft.com/office/drawing/2014/main" id="{BCCFDFD5-2A81-5EB2-12D2-6D4BAAB122F3}"/>
                    </a:ext>
                  </a:extLst>
                </p:cNvPr>
                <p:cNvSpPr/>
                <p:nvPr/>
              </p:nvSpPr>
              <p:spPr>
                <a:xfrm>
                  <a:off x="2781135" y="3078582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6" name="Rectangle 10125">
                  <a:extLst>
                    <a:ext uri="{FF2B5EF4-FFF2-40B4-BE49-F238E27FC236}">
                      <a16:creationId xmlns:a16="http://schemas.microsoft.com/office/drawing/2014/main" id="{B366BA42-8968-6BF2-3002-5464E52B2A94}"/>
                    </a:ext>
                  </a:extLst>
                </p:cNvPr>
                <p:cNvSpPr/>
                <p:nvPr/>
              </p:nvSpPr>
              <p:spPr>
                <a:xfrm>
                  <a:off x="2781135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7" name="Rectangle 10126">
                  <a:extLst>
                    <a:ext uri="{FF2B5EF4-FFF2-40B4-BE49-F238E27FC236}">
                      <a16:creationId xmlns:a16="http://schemas.microsoft.com/office/drawing/2014/main" id="{9981C545-C351-3D3F-F0B5-46682397AACA}"/>
                    </a:ext>
                  </a:extLst>
                </p:cNvPr>
                <p:cNvSpPr/>
                <p:nvPr/>
              </p:nvSpPr>
              <p:spPr>
                <a:xfrm>
                  <a:off x="2781135" y="3182468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8" name="Rectangle 10127">
                  <a:extLst>
                    <a:ext uri="{FF2B5EF4-FFF2-40B4-BE49-F238E27FC236}">
                      <a16:creationId xmlns:a16="http://schemas.microsoft.com/office/drawing/2014/main" id="{F69F5A88-37DC-A089-03ED-20EEB41CF3BE}"/>
                    </a:ext>
                  </a:extLst>
                </p:cNvPr>
                <p:cNvSpPr/>
                <p:nvPr/>
              </p:nvSpPr>
              <p:spPr>
                <a:xfrm>
                  <a:off x="2781135" y="3234411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29" name="Rectangle 10128">
                  <a:extLst>
                    <a:ext uri="{FF2B5EF4-FFF2-40B4-BE49-F238E27FC236}">
                      <a16:creationId xmlns:a16="http://schemas.microsoft.com/office/drawing/2014/main" id="{35DB7336-D206-03F8-F54C-EDF1D40A3CC0}"/>
                    </a:ext>
                  </a:extLst>
                </p:cNvPr>
                <p:cNvSpPr/>
                <p:nvPr/>
              </p:nvSpPr>
              <p:spPr>
                <a:xfrm>
                  <a:off x="2781135" y="328635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0" name="Rectangle 10129">
                  <a:extLst>
                    <a:ext uri="{FF2B5EF4-FFF2-40B4-BE49-F238E27FC236}">
                      <a16:creationId xmlns:a16="http://schemas.microsoft.com/office/drawing/2014/main" id="{EDE9D7D8-825F-B64A-0792-DCB8BB370806}"/>
                    </a:ext>
                  </a:extLst>
                </p:cNvPr>
                <p:cNvSpPr/>
                <p:nvPr/>
              </p:nvSpPr>
              <p:spPr>
                <a:xfrm>
                  <a:off x="2781135" y="3338297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1" name="Rectangle 10130">
                  <a:extLst>
                    <a:ext uri="{FF2B5EF4-FFF2-40B4-BE49-F238E27FC236}">
                      <a16:creationId xmlns:a16="http://schemas.microsoft.com/office/drawing/2014/main" id="{7AA8C0D3-F67A-B796-986A-77E6CF19BDBC}"/>
                    </a:ext>
                  </a:extLst>
                </p:cNvPr>
                <p:cNvSpPr/>
                <p:nvPr/>
              </p:nvSpPr>
              <p:spPr>
                <a:xfrm>
                  <a:off x="2781135" y="339036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2" name="Rectangle 10131">
                  <a:extLst>
                    <a:ext uri="{FF2B5EF4-FFF2-40B4-BE49-F238E27FC236}">
                      <a16:creationId xmlns:a16="http://schemas.microsoft.com/office/drawing/2014/main" id="{33C992F1-6262-2F95-3C5B-0492159EC556}"/>
                    </a:ext>
                  </a:extLst>
                </p:cNvPr>
                <p:cNvSpPr/>
                <p:nvPr/>
              </p:nvSpPr>
              <p:spPr>
                <a:xfrm>
                  <a:off x="2781135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3" name="Rectangle 10132">
                  <a:extLst>
                    <a:ext uri="{FF2B5EF4-FFF2-40B4-BE49-F238E27FC236}">
                      <a16:creationId xmlns:a16="http://schemas.microsoft.com/office/drawing/2014/main" id="{CFDC193B-C202-3AD3-0EAC-A0FA82CF5EED}"/>
                    </a:ext>
                  </a:extLst>
                </p:cNvPr>
                <p:cNvSpPr/>
                <p:nvPr/>
              </p:nvSpPr>
              <p:spPr>
                <a:xfrm>
                  <a:off x="2781135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4" name="Rectangle 10133">
                  <a:extLst>
                    <a:ext uri="{FF2B5EF4-FFF2-40B4-BE49-F238E27FC236}">
                      <a16:creationId xmlns:a16="http://schemas.microsoft.com/office/drawing/2014/main" id="{CB35CD2A-F83C-3780-364C-565B7C27DF53}"/>
                    </a:ext>
                  </a:extLst>
                </p:cNvPr>
                <p:cNvSpPr/>
                <p:nvPr/>
              </p:nvSpPr>
              <p:spPr>
                <a:xfrm>
                  <a:off x="2781135" y="3546196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5" name="Rectangle 10134">
                  <a:extLst>
                    <a:ext uri="{FF2B5EF4-FFF2-40B4-BE49-F238E27FC236}">
                      <a16:creationId xmlns:a16="http://schemas.microsoft.com/office/drawing/2014/main" id="{5D693D50-82FB-16C9-BBC5-E24B95461DBD}"/>
                    </a:ext>
                  </a:extLst>
                </p:cNvPr>
                <p:cNvSpPr/>
                <p:nvPr/>
              </p:nvSpPr>
              <p:spPr>
                <a:xfrm>
                  <a:off x="2781135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6" name="Rectangle 10135">
                  <a:extLst>
                    <a:ext uri="{FF2B5EF4-FFF2-40B4-BE49-F238E27FC236}">
                      <a16:creationId xmlns:a16="http://schemas.microsoft.com/office/drawing/2014/main" id="{A5816AB0-943A-5703-97D4-FA6BE68996D9}"/>
                    </a:ext>
                  </a:extLst>
                </p:cNvPr>
                <p:cNvSpPr/>
                <p:nvPr/>
              </p:nvSpPr>
              <p:spPr>
                <a:xfrm>
                  <a:off x="2781135" y="3650209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7" name="Rectangle 10136">
                  <a:extLst>
                    <a:ext uri="{FF2B5EF4-FFF2-40B4-BE49-F238E27FC236}">
                      <a16:creationId xmlns:a16="http://schemas.microsoft.com/office/drawing/2014/main" id="{0B0188A1-F14D-CEBF-92E6-CD5C6A4DC407}"/>
                    </a:ext>
                  </a:extLst>
                </p:cNvPr>
                <p:cNvSpPr/>
                <p:nvPr/>
              </p:nvSpPr>
              <p:spPr>
                <a:xfrm>
                  <a:off x="2781135" y="3702152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8" name="Rectangle 10137">
                  <a:extLst>
                    <a:ext uri="{FF2B5EF4-FFF2-40B4-BE49-F238E27FC236}">
                      <a16:creationId xmlns:a16="http://schemas.microsoft.com/office/drawing/2014/main" id="{69BCDE2B-8458-F6E3-DC69-E2E3D9B148FD}"/>
                    </a:ext>
                  </a:extLst>
                </p:cNvPr>
                <p:cNvSpPr/>
                <p:nvPr/>
              </p:nvSpPr>
              <p:spPr>
                <a:xfrm>
                  <a:off x="2781135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39" name="Rectangle 10138">
                  <a:extLst>
                    <a:ext uri="{FF2B5EF4-FFF2-40B4-BE49-F238E27FC236}">
                      <a16:creationId xmlns:a16="http://schemas.microsoft.com/office/drawing/2014/main" id="{9B6B545E-9F7B-8A21-7500-7FBE518B009D}"/>
                    </a:ext>
                  </a:extLst>
                </p:cNvPr>
                <p:cNvSpPr/>
                <p:nvPr/>
              </p:nvSpPr>
              <p:spPr>
                <a:xfrm>
                  <a:off x="2781135" y="3961994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0" name="Rectangle 10139">
                  <a:extLst>
                    <a:ext uri="{FF2B5EF4-FFF2-40B4-BE49-F238E27FC236}">
                      <a16:creationId xmlns:a16="http://schemas.microsoft.com/office/drawing/2014/main" id="{726C5550-2056-CD38-E4CE-A39F93570006}"/>
                    </a:ext>
                  </a:extLst>
                </p:cNvPr>
                <p:cNvSpPr/>
                <p:nvPr/>
              </p:nvSpPr>
              <p:spPr>
                <a:xfrm>
                  <a:off x="2781135" y="4013937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1" name="Rectangle 10140">
                  <a:extLst>
                    <a:ext uri="{FF2B5EF4-FFF2-40B4-BE49-F238E27FC236}">
                      <a16:creationId xmlns:a16="http://schemas.microsoft.com/office/drawing/2014/main" id="{E402102B-CBCA-3F87-EBDA-87E581435949}"/>
                    </a:ext>
                  </a:extLst>
                </p:cNvPr>
                <p:cNvSpPr/>
                <p:nvPr/>
              </p:nvSpPr>
              <p:spPr>
                <a:xfrm>
                  <a:off x="2781135" y="4065880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2" name="Rectangle 10141">
                  <a:extLst>
                    <a:ext uri="{FF2B5EF4-FFF2-40B4-BE49-F238E27FC236}">
                      <a16:creationId xmlns:a16="http://schemas.microsoft.com/office/drawing/2014/main" id="{56024DD6-DFEC-13AB-EA5E-B4DD5227D008}"/>
                    </a:ext>
                  </a:extLst>
                </p:cNvPr>
                <p:cNvSpPr/>
                <p:nvPr/>
              </p:nvSpPr>
              <p:spPr>
                <a:xfrm>
                  <a:off x="2781135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3" name="Rectangle 10142">
                  <a:extLst>
                    <a:ext uri="{FF2B5EF4-FFF2-40B4-BE49-F238E27FC236}">
                      <a16:creationId xmlns:a16="http://schemas.microsoft.com/office/drawing/2014/main" id="{FC03F8A8-04B9-A086-CA41-28C460143166}"/>
                    </a:ext>
                  </a:extLst>
                </p:cNvPr>
                <p:cNvSpPr/>
                <p:nvPr/>
              </p:nvSpPr>
              <p:spPr>
                <a:xfrm>
                  <a:off x="2781135" y="4169766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4" name="Rectangle 10143">
                  <a:extLst>
                    <a:ext uri="{FF2B5EF4-FFF2-40B4-BE49-F238E27FC236}">
                      <a16:creationId xmlns:a16="http://schemas.microsoft.com/office/drawing/2014/main" id="{42634AFC-698E-8282-9871-BEE4828BCC69}"/>
                    </a:ext>
                  </a:extLst>
                </p:cNvPr>
                <p:cNvSpPr/>
                <p:nvPr/>
              </p:nvSpPr>
              <p:spPr>
                <a:xfrm>
                  <a:off x="2781135" y="4221836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5" name="Rectangle 10144">
                  <a:extLst>
                    <a:ext uri="{FF2B5EF4-FFF2-40B4-BE49-F238E27FC236}">
                      <a16:creationId xmlns:a16="http://schemas.microsoft.com/office/drawing/2014/main" id="{08D750B5-EE72-D1B5-4A53-056B6ED958F0}"/>
                    </a:ext>
                  </a:extLst>
                </p:cNvPr>
                <p:cNvSpPr/>
                <p:nvPr/>
              </p:nvSpPr>
              <p:spPr>
                <a:xfrm>
                  <a:off x="2781135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6" name="Rectangle 10145">
                  <a:extLst>
                    <a:ext uri="{FF2B5EF4-FFF2-40B4-BE49-F238E27FC236}">
                      <a16:creationId xmlns:a16="http://schemas.microsoft.com/office/drawing/2014/main" id="{1A726F0F-490F-863C-1D54-7C949972B461}"/>
                    </a:ext>
                  </a:extLst>
                </p:cNvPr>
                <p:cNvSpPr/>
                <p:nvPr/>
              </p:nvSpPr>
              <p:spPr>
                <a:xfrm>
                  <a:off x="2781135" y="432572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7" name="Rectangle 10146">
                  <a:extLst>
                    <a:ext uri="{FF2B5EF4-FFF2-40B4-BE49-F238E27FC236}">
                      <a16:creationId xmlns:a16="http://schemas.microsoft.com/office/drawing/2014/main" id="{BC7AB415-769B-396F-2804-4034B192FDA4}"/>
                    </a:ext>
                  </a:extLst>
                </p:cNvPr>
                <p:cNvSpPr/>
                <p:nvPr/>
              </p:nvSpPr>
              <p:spPr>
                <a:xfrm>
                  <a:off x="2781135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8" name="Rectangle 10147">
                  <a:extLst>
                    <a:ext uri="{FF2B5EF4-FFF2-40B4-BE49-F238E27FC236}">
                      <a16:creationId xmlns:a16="http://schemas.microsoft.com/office/drawing/2014/main" id="{18B4CE34-EA20-4C87-6040-BDD11F715F42}"/>
                    </a:ext>
                  </a:extLst>
                </p:cNvPr>
                <p:cNvSpPr/>
                <p:nvPr/>
              </p:nvSpPr>
              <p:spPr>
                <a:xfrm>
                  <a:off x="2781135" y="442960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49" name="Rectangle 10148">
                  <a:extLst>
                    <a:ext uri="{FF2B5EF4-FFF2-40B4-BE49-F238E27FC236}">
                      <a16:creationId xmlns:a16="http://schemas.microsoft.com/office/drawing/2014/main" id="{F423757D-175E-039C-76E6-AE29FB88621D}"/>
                    </a:ext>
                  </a:extLst>
                </p:cNvPr>
                <p:cNvSpPr/>
                <p:nvPr/>
              </p:nvSpPr>
              <p:spPr>
                <a:xfrm>
                  <a:off x="2781135" y="4481551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0" name="Rectangle 10149">
                  <a:extLst>
                    <a:ext uri="{FF2B5EF4-FFF2-40B4-BE49-F238E27FC236}">
                      <a16:creationId xmlns:a16="http://schemas.microsoft.com/office/drawing/2014/main" id="{A97133FC-21D3-2A50-7362-0C40C9132D12}"/>
                    </a:ext>
                  </a:extLst>
                </p:cNvPr>
                <p:cNvSpPr/>
                <p:nvPr/>
              </p:nvSpPr>
              <p:spPr>
                <a:xfrm>
                  <a:off x="2781135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1" name="Rectangle 10150">
                  <a:extLst>
                    <a:ext uri="{FF2B5EF4-FFF2-40B4-BE49-F238E27FC236}">
                      <a16:creationId xmlns:a16="http://schemas.microsoft.com/office/drawing/2014/main" id="{A32F4571-5CBF-7587-AD4C-E1AB1D3EF96B}"/>
                    </a:ext>
                  </a:extLst>
                </p:cNvPr>
                <p:cNvSpPr/>
                <p:nvPr/>
              </p:nvSpPr>
              <p:spPr>
                <a:xfrm>
                  <a:off x="2781135" y="4585564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2" name="Rectangle 10151">
                  <a:extLst>
                    <a:ext uri="{FF2B5EF4-FFF2-40B4-BE49-F238E27FC236}">
                      <a16:creationId xmlns:a16="http://schemas.microsoft.com/office/drawing/2014/main" id="{53A93AC7-4991-519F-6DA8-1367C0D302F3}"/>
                    </a:ext>
                  </a:extLst>
                </p:cNvPr>
                <p:cNvSpPr/>
                <p:nvPr/>
              </p:nvSpPr>
              <p:spPr>
                <a:xfrm>
                  <a:off x="2781135" y="463750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3" name="Rectangle 10152">
                  <a:extLst>
                    <a:ext uri="{FF2B5EF4-FFF2-40B4-BE49-F238E27FC236}">
                      <a16:creationId xmlns:a16="http://schemas.microsoft.com/office/drawing/2014/main" id="{609D9B8B-5C22-B78D-BF21-69E458D57C1C}"/>
                    </a:ext>
                  </a:extLst>
                </p:cNvPr>
                <p:cNvSpPr/>
                <p:nvPr/>
              </p:nvSpPr>
              <p:spPr>
                <a:xfrm>
                  <a:off x="2781135" y="468945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4" name="Rectangle 10153">
                  <a:extLst>
                    <a:ext uri="{FF2B5EF4-FFF2-40B4-BE49-F238E27FC236}">
                      <a16:creationId xmlns:a16="http://schemas.microsoft.com/office/drawing/2014/main" id="{787951BA-77E0-6887-671D-6460F1A333D4}"/>
                    </a:ext>
                  </a:extLst>
                </p:cNvPr>
                <p:cNvSpPr/>
                <p:nvPr/>
              </p:nvSpPr>
              <p:spPr>
                <a:xfrm>
                  <a:off x="2781135" y="4741393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5" name="Rectangle 10154">
                  <a:extLst>
                    <a:ext uri="{FF2B5EF4-FFF2-40B4-BE49-F238E27FC236}">
                      <a16:creationId xmlns:a16="http://schemas.microsoft.com/office/drawing/2014/main" id="{0D49B900-7913-EC58-93BD-493C214A0B79}"/>
                    </a:ext>
                  </a:extLst>
                </p:cNvPr>
                <p:cNvSpPr/>
                <p:nvPr/>
              </p:nvSpPr>
              <p:spPr>
                <a:xfrm>
                  <a:off x="2781135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6" name="Rectangle 10155">
                  <a:extLst>
                    <a:ext uri="{FF2B5EF4-FFF2-40B4-BE49-F238E27FC236}">
                      <a16:creationId xmlns:a16="http://schemas.microsoft.com/office/drawing/2014/main" id="{2E482762-1E6D-BB24-B91E-4D3CCC1680D8}"/>
                    </a:ext>
                  </a:extLst>
                </p:cNvPr>
                <p:cNvSpPr/>
                <p:nvPr/>
              </p:nvSpPr>
              <p:spPr>
                <a:xfrm>
                  <a:off x="2781135" y="4845406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7" name="Rectangle 10156">
                  <a:extLst>
                    <a:ext uri="{FF2B5EF4-FFF2-40B4-BE49-F238E27FC236}">
                      <a16:creationId xmlns:a16="http://schemas.microsoft.com/office/drawing/2014/main" id="{09CC86FE-3E2A-D680-FC87-5BBE875D5D01}"/>
                    </a:ext>
                  </a:extLst>
                </p:cNvPr>
                <p:cNvSpPr/>
                <p:nvPr/>
              </p:nvSpPr>
              <p:spPr>
                <a:xfrm>
                  <a:off x="2781135" y="4897349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8" name="Rectangle 10157">
                  <a:extLst>
                    <a:ext uri="{FF2B5EF4-FFF2-40B4-BE49-F238E27FC236}">
                      <a16:creationId xmlns:a16="http://schemas.microsoft.com/office/drawing/2014/main" id="{15470A07-AF5B-2C28-33C9-B5C8CD9A2C4B}"/>
                    </a:ext>
                  </a:extLst>
                </p:cNvPr>
                <p:cNvSpPr/>
                <p:nvPr/>
              </p:nvSpPr>
              <p:spPr>
                <a:xfrm>
                  <a:off x="2781135" y="4949292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59" name="Rectangle 10158">
                  <a:extLst>
                    <a:ext uri="{FF2B5EF4-FFF2-40B4-BE49-F238E27FC236}">
                      <a16:creationId xmlns:a16="http://schemas.microsoft.com/office/drawing/2014/main" id="{C1AA6E37-DB27-539B-E33B-CB48D1DB740E}"/>
                    </a:ext>
                  </a:extLst>
                </p:cNvPr>
                <p:cNvSpPr/>
                <p:nvPr/>
              </p:nvSpPr>
              <p:spPr>
                <a:xfrm>
                  <a:off x="2781135" y="500123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0" name="Rectangle 10159">
                  <a:extLst>
                    <a:ext uri="{FF2B5EF4-FFF2-40B4-BE49-F238E27FC236}">
                      <a16:creationId xmlns:a16="http://schemas.microsoft.com/office/drawing/2014/main" id="{91E3E932-6F10-621F-6BDA-C1466DF3123A}"/>
                    </a:ext>
                  </a:extLst>
                </p:cNvPr>
                <p:cNvSpPr/>
                <p:nvPr/>
              </p:nvSpPr>
              <p:spPr>
                <a:xfrm>
                  <a:off x="2781135" y="5053178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1" name="Rectangle 10160">
                  <a:extLst>
                    <a:ext uri="{FF2B5EF4-FFF2-40B4-BE49-F238E27FC236}">
                      <a16:creationId xmlns:a16="http://schemas.microsoft.com/office/drawing/2014/main" id="{B5BEB66F-4305-D03C-841F-7090C545D6BF}"/>
                    </a:ext>
                  </a:extLst>
                </p:cNvPr>
                <p:cNvSpPr/>
                <p:nvPr/>
              </p:nvSpPr>
              <p:spPr>
                <a:xfrm>
                  <a:off x="2781135" y="5105248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2" name="Rectangle 10161">
                  <a:extLst>
                    <a:ext uri="{FF2B5EF4-FFF2-40B4-BE49-F238E27FC236}">
                      <a16:creationId xmlns:a16="http://schemas.microsoft.com/office/drawing/2014/main" id="{6CB6AFF1-3B7F-2BF4-2232-70C049DC4DF0}"/>
                    </a:ext>
                  </a:extLst>
                </p:cNvPr>
                <p:cNvSpPr/>
                <p:nvPr/>
              </p:nvSpPr>
              <p:spPr>
                <a:xfrm>
                  <a:off x="2781135" y="5157191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3" name="Rectangle 10162">
                  <a:extLst>
                    <a:ext uri="{FF2B5EF4-FFF2-40B4-BE49-F238E27FC236}">
                      <a16:creationId xmlns:a16="http://schemas.microsoft.com/office/drawing/2014/main" id="{3C93F411-E1F5-D575-98F7-C470C2AAAE6D}"/>
                    </a:ext>
                  </a:extLst>
                </p:cNvPr>
                <p:cNvSpPr/>
                <p:nvPr/>
              </p:nvSpPr>
              <p:spPr>
                <a:xfrm>
                  <a:off x="2781135" y="5209134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4" name="Rectangle 10163">
                  <a:extLst>
                    <a:ext uri="{FF2B5EF4-FFF2-40B4-BE49-F238E27FC236}">
                      <a16:creationId xmlns:a16="http://schemas.microsoft.com/office/drawing/2014/main" id="{7084A9E7-3623-FD6A-57C4-434CE45182DE}"/>
                    </a:ext>
                  </a:extLst>
                </p:cNvPr>
                <p:cNvSpPr/>
                <p:nvPr/>
              </p:nvSpPr>
              <p:spPr>
                <a:xfrm>
                  <a:off x="2781135" y="5261077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5" name="Rectangle 10164">
                  <a:extLst>
                    <a:ext uri="{FF2B5EF4-FFF2-40B4-BE49-F238E27FC236}">
                      <a16:creationId xmlns:a16="http://schemas.microsoft.com/office/drawing/2014/main" id="{7E96E638-360D-4D06-975F-8909051B477B}"/>
                    </a:ext>
                  </a:extLst>
                </p:cNvPr>
                <p:cNvSpPr/>
                <p:nvPr/>
              </p:nvSpPr>
              <p:spPr>
                <a:xfrm>
                  <a:off x="2781135" y="5313020"/>
                  <a:ext cx="181224" cy="51942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6" name="Rectangle 10165">
                  <a:extLst>
                    <a:ext uri="{FF2B5EF4-FFF2-40B4-BE49-F238E27FC236}">
                      <a16:creationId xmlns:a16="http://schemas.microsoft.com/office/drawing/2014/main" id="{6FD5EDF0-CD3D-0239-BD81-F0F3D73090C1}"/>
                    </a:ext>
                  </a:extLst>
                </p:cNvPr>
                <p:cNvSpPr/>
                <p:nvPr/>
              </p:nvSpPr>
              <p:spPr>
                <a:xfrm>
                  <a:off x="2962360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7" name="Rectangle 10166">
                  <a:extLst>
                    <a:ext uri="{FF2B5EF4-FFF2-40B4-BE49-F238E27FC236}">
                      <a16:creationId xmlns:a16="http://schemas.microsoft.com/office/drawing/2014/main" id="{C43009D4-5432-8147-B924-9C81100E2F88}"/>
                    </a:ext>
                  </a:extLst>
                </p:cNvPr>
                <p:cNvSpPr/>
                <p:nvPr/>
              </p:nvSpPr>
              <p:spPr>
                <a:xfrm>
                  <a:off x="2962360" y="209115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8" name="Rectangle 10167">
                  <a:extLst>
                    <a:ext uri="{FF2B5EF4-FFF2-40B4-BE49-F238E27FC236}">
                      <a16:creationId xmlns:a16="http://schemas.microsoft.com/office/drawing/2014/main" id="{104F6013-D992-5D97-6E63-A38CE5EF04E9}"/>
                    </a:ext>
                  </a:extLst>
                </p:cNvPr>
                <p:cNvSpPr/>
                <p:nvPr/>
              </p:nvSpPr>
              <p:spPr>
                <a:xfrm>
                  <a:off x="2962360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69" name="Rectangle 10168">
                  <a:extLst>
                    <a:ext uri="{FF2B5EF4-FFF2-40B4-BE49-F238E27FC236}">
                      <a16:creationId xmlns:a16="http://schemas.microsoft.com/office/drawing/2014/main" id="{07E4B193-1EA3-254E-ADB4-72E00BD5B22E}"/>
                    </a:ext>
                  </a:extLst>
                </p:cNvPr>
                <p:cNvSpPr/>
                <p:nvPr/>
              </p:nvSpPr>
              <p:spPr>
                <a:xfrm>
                  <a:off x="2962360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0" name="Rectangle 10169">
                  <a:extLst>
                    <a:ext uri="{FF2B5EF4-FFF2-40B4-BE49-F238E27FC236}">
                      <a16:creationId xmlns:a16="http://schemas.microsoft.com/office/drawing/2014/main" id="{5456BCAF-C3B6-7B52-E849-129271BD3E04}"/>
                    </a:ext>
                  </a:extLst>
                </p:cNvPr>
                <p:cNvSpPr/>
                <p:nvPr/>
              </p:nvSpPr>
              <p:spPr>
                <a:xfrm>
                  <a:off x="2962360" y="2247113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1" name="Rectangle 10170">
                  <a:extLst>
                    <a:ext uri="{FF2B5EF4-FFF2-40B4-BE49-F238E27FC236}">
                      <a16:creationId xmlns:a16="http://schemas.microsoft.com/office/drawing/2014/main" id="{2370210B-0FA1-5A74-7BDC-EE89028DE0F7}"/>
                    </a:ext>
                  </a:extLst>
                </p:cNvPr>
                <p:cNvSpPr/>
                <p:nvPr/>
              </p:nvSpPr>
              <p:spPr>
                <a:xfrm>
                  <a:off x="2962360" y="2299056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2" name="Rectangle 10171">
                  <a:extLst>
                    <a:ext uri="{FF2B5EF4-FFF2-40B4-BE49-F238E27FC236}">
                      <a16:creationId xmlns:a16="http://schemas.microsoft.com/office/drawing/2014/main" id="{EA5960A5-E63B-67A9-E1BE-7F159139ED21}"/>
                    </a:ext>
                  </a:extLst>
                </p:cNvPr>
                <p:cNvSpPr/>
                <p:nvPr/>
              </p:nvSpPr>
              <p:spPr>
                <a:xfrm>
                  <a:off x="2962360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3" name="Rectangle 10172">
                  <a:extLst>
                    <a:ext uri="{FF2B5EF4-FFF2-40B4-BE49-F238E27FC236}">
                      <a16:creationId xmlns:a16="http://schemas.microsoft.com/office/drawing/2014/main" id="{0B49050F-A860-2FF0-2BCE-C096A610D036}"/>
                    </a:ext>
                  </a:extLst>
                </p:cNvPr>
                <p:cNvSpPr/>
                <p:nvPr/>
              </p:nvSpPr>
              <p:spPr>
                <a:xfrm>
                  <a:off x="2962360" y="2402942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4" name="Rectangle 10173">
                  <a:extLst>
                    <a:ext uri="{FF2B5EF4-FFF2-40B4-BE49-F238E27FC236}">
                      <a16:creationId xmlns:a16="http://schemas.microsoft.com/office/drawing/2014/main" id="{8D34999F-E1DC-5776-F103-0606B6282831}"/>
                    </a:ext>
                  </a:extLst>
                </p:cNvPr>
                <p:cNvSpPr/>
                <p:nvPr/>
              </p:nvSpPr>
              <p:spPr>
                <a:xfrm>
                  <a:off x="2962360" y="2454885"/>
                  <a:ext cx="181224" cy="51942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5" name="Rectangle 10174">
                  <a:extLst>
                    <a:ext uri="{FF2B5EF4-FFF2-40B4-BE49-F238E27FC236}">
                      <a16:creationId xmlns:a16="http://schemas.microsoft.com/office/drawing/2014/main" id="{140626C2-1875-A77F-3FC0-2A50A71195D0}"/>
                    </a:ext>
                  </a:extLst>
                </p:cNvPr>
                <p:cNvSpPr/>
                <p:nvPr/>
              </p:nvSpPr>
              <p:spPr>
                <a:xfrm>
                  <a:off x="2962360" y="2506955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6" name="Rectangle 10175">
                  <a:extLst>
                    <a:ext uri="{FF2B5EF4-FFF2-40B4-BE49-F238E27FC236}">
                      <a16:creationId xmlns:a16="http://schemas.microsoft.com/office/drawing/2014/main" id="{53F98895-4A9A-1ADA-619B-E43CA893D565}"/>
                    </a:ext>
                  </a:extLst>
                </p:cNvPr>
                <p:cNvSpPr/>
                <p:nvPr/>
              </p:nvSpPr>
              <p:spPr>
                <a:xfrm>
                  <a:off x="2962360" y="2558898"/>
                  <a:ext cx="181224" cy="51943"/>
                </a:xfrm>
                <a:prstGeom prst="rect">
                  <a:avLst/>
                </a:prstGeom>
                <a:solidFill>
                  <a:srgbClr val="F6D8A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7" name="Rectangle 10176">
                  <a:extLst>
                    <a:ext uri="{FF2B5EF4-FFF2-40B4-BE49-F238E27FC236}">
                      <a16:creationId xmlns:a16="http://schemas.microsoft.com/office/drawing/2014/main" id="{566D9A0B-E9A6-56F7-D9AA-51CE0F744D57}"/>
                    </a:ext>
                  </a:extLst>
                </p:cNvPr>
                <p:cNvSpPr/>
                <p:nvPr/>
              </p:nvSpPr>
              <p:spPr>
                <a:xfrm>
                  <a:off x="2962360" y="2610841"/>
                  <a:ext cx="181224" cy="51942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8" name="Rectangle 10177">
                  <a:extLst>
                    <a:ext uri="{FF2B5EF4-FFF2-40B4-BE49-F238E27FC236}">
                      <a16:creationId xmlns:a16="http://schemas.microsoft.com/office/drawing/2014/main" id="{05CBAEB0-9D02-A66A-F651-7BC63AC847A4}"/>
                    </a:ext>
                  </a:extLst>
                </p:cNvPr>
                <p:cNvSpPr/>
                <p:nvPr/>
              </p:nvSpPr>
              <p:spPr>
                <a:xfrm>
                  <a:off x="2962360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79" name="Rectangle 10178">
                  <a:extLst>
                    <a:ext uri="{FF2B5EF4-FFF2-40B4-BE49-F238E27FC236}">
                      <a16:creationId xmlns:a16="http://schemas.microsoft.com/office/drawing/2014/main" id="{0FD524EE-22C8-AE87-0AE2-B28E34F1E19F}"/>
                    </a:ext>
                  </a:extLst>
                </p:cNvPr>
                <p:cNvSpPr/>
                <p:nvPr/>
              </p:nvSpPr>
              <p:spPr>
                <a:xfrm>
                  <a:off x="2962360" y="271472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0" name="Rectangle 10179">
                  <a:extLst>
                    <a:ext uri="{FF2B5EF4-FFF2-40B4-BE49-F238E27FC236}">
                      <a16:creationId xmlns:a16="http://schemas.microsoft.com/office/drawing/2014/main" id="{B80E8AE0-8C39-1E29-760E-C01CA68F1944}"/>
                    </a:ext>
                  </a:extLst>
                </p:cNvPr>
                <p:cNvSpPr/>
                <p:nvPr/>
              </p:nvSpPr>
              <p:spPr>
                <a:xfrm>
                  <a:off x="2962360" y="2766797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1" name="Rectangle 10180">
                  <a:extLst>
                    <a:ext uri="{FF2B5EF4-FFF2-40B4-BE49-F238E27FC236}">
                      <a16:creationId xmlns:a16="http://schemas.microsoft.com/office/drawing/2014/main" id="{A14E9C6B-38AC-1178-79A6-5B4DDD5A91AA}"/>
                    </a:ext>
                  </a:extLst>
                </p:cNvPr>
                <p:cNvSpPr/>
                <p:nvPr/>
              </p:nvSpPr>
              <p:spPr>
                <a:xfrm>
                  <a:off x="2962360" y="2818740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2" name="Rectangle 10181">
                  <a:extLst>
                    <a:ext uri="{FF2B5EF4-FFF2-40B4-BE49-F238E27FC236}">
                      <a16:creationId xmlns:a16="http://schemas.microsoft.com/office/drawing/2014/main" id="{3CA291A7-5903-D79F-2691-F45A29C09FD4}"/>
                    </a:ext>
                  </a:extLst>
                </p:cNvPr>
                <p:cNvSpPr/>
                <p:nvPr/>
              </p:nvSpPr>
              <p:spPr>
                <a:xfrm>
                  <a:off x="2962360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3" name="Rectangle 10182">
                  <a:extLst>
                    <a:ext uri="{FF2B5EF4-FFF2-40B4-BE49-F238E27FC236}">
                      <a16:creationId xmlns:a16="http://schemas.microsoft.com/office/drawing/2014/main" id="{46386245-8857-0BEB-5002-B700AC50AB8F}"/>
                    </a:ext>
                  </a:extLst>
                </p:cNvPr>
                <p:cNvSpPr/>
                <p:nvPr/>
              </p:nvSpPr>
              <p:spPr>
                <a:xfrm>
                  <a:off x="2962360" y="292262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4" name="Rectangle 10183">
                  <a:extLst>
                    <a:ext uri="{FF2B5EF4-FFF2-40B4-BE49-F238E27FC236}">
                      <a16:creationId xmlns:a16="http://schemas.microsoft.com/office/drawing/2014/main" id="{C685F547-152E-82E0-A207-516E95621FDF}"/>
                    </a:ext>
                  </a:extLst>
                </p:cNvPr>
                <p:cNvSpPr/>
                <p:nvPr/>
              </p:nvSpPr>
              <p:spPr>
                <a:xfrm>
                  <a:off x="2962360" y="2974569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5" name="Rectangle 10184">
                  <a:extLst>
                    <a:ext uri="{FF2B5EF4-FFF2-40B4-BE49-F238E27FC236}">
                      <a16:creationId xmlns:a16="http://schemas.microsoft.com/office/drawing/2014/main" id="{A665A08A-819D-BAA9-E2BF-C67A04179F2A}"/>
                    </a:ext>
                  </a:extLst>
                </p:cNvPr>
                <p:cNvSpPr/>
                <p:nvPr/>
              </p:nvSpPr>
              <p:spPr>
                <a:xfrm>
                  <a:off x="2962360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6" name="Rectangle 10185">
                  <a:extLst>
                    <a:ext uri="{FF2B5EF4-FFF2-40B4-BE49-F238E27FC236}">
                      <a16:creationId xmlns:a16="http://schemas.microsoft.com/office/drawing/2014/main" id="{33AB206D-A413-A976-6024-55636C7CDB56}"/>
                    </a:ext>
                  </a:extLst>
                </p:cNvPr>
                <p:cNvSpPr/>
                <p:nvPr/>
              </p:nvSpPr>
              <p:spPr>
                <a:xfrm>
                  <a:off x="2962360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7" name="Rectangle 10186">
                  <a:extLst>
                    <a:ext uri="{FF2B5EF4-FFF2-40B4-BE49-F238E27FC236}">
                      <a16:creationId xmlns:a16="http://schemas.microsoft.com/office/drawing/2014/main" id="{6698D437-2655-EA99-FC05-C1C6CB9F4B5D}"/>
                    </a:ext>
                  </a:extLst>
                </p:cNvPr>
                <p:cNvSpPr/>
                <p:nvPr/>
              </p:nvSpPr>
              <p:spPr>
                <a:xfrm>
                  <a:off x="2962360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8" name="Rectangle 10187">
                  <a:extLst>
                    <a:ext uri="{FF2B5EF4-FFF2-40B4-BE49-F238E27FC236}">
                      <a16:creationId xmlns:a16="http://schemas.microsoft.com/office/drawing/2014/main" id="{A52ABA7A-5594-5722-0E64-685C8D36BA4D}"/>
                    </a:ext>
                  </a:extLst>
                </p:cNvPr>
                <p:cNvSpPr/>
                <p:nvPr/>
              </p:nvSpPr>
              <p:spPr>
                <a:xfrm>
                  <a:off x="2962360" y="3182468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89" name="Rectangle 10188">
                  <a:extLst>
                    <a:ext uri="{FF2B5EF4-FFF2-40B4-BE49-F238E27FC236}">
                      <a16:creationId xmlns:a16="http://schemas.microsoft.com/office/drawing/2014/main" id="{F0D898D2-1B60-1EF7-52AF-64521CE6E190}"/>
                    </a:ext>
                  </a:extLst>
                </p:cNvPr>
                <p:cNvSpPr/>
                <p:nvPr/>
              </p:nvSpPr>
              <p:spPr>
                <a:xfrm>
                  <a:off x="2962360" y="3234411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0" name="Rectangle 10189">
                  <a:extLst>
                    <a:ext uri="{FF2B5EF4-FFF2-40B4-BE49-F238E27FC236}">
                      <a16:creationId xmlns:a16="http://schemas.microsoft.com/office/drawing/2014/main" id="{03A3EE7F-E378-5E0E-1928-EC1E402D408B}"/>
                    </a:ext>
                  </a:extLst>
                </p:cNvPr>
                <p:cNvSpPr/>
                <p:nvPr/>
              </p:nvSpPr>
              <p:spPr>
                <a:xfrm>
                  <a:off x="2962360" y="328635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1" name="Rectangle 10190">
                  <a:extLst>
                    <a:ext uri="{FF2B5EF4-FFF2-40B4-BE49-F238E27FC236}">
                      <a16:creationId xmlns:a16="http://schemas.microsoft.com/office/drawing/2014/main" id="{8B054B6B-3A70-8EEB-5FEA-0357B3DC4931}"/>
                    </a:ext>
                  </a:extLst>
                </p:cNvPr>
                <p:cNvSpPr/>
                <p:nvPr/>
              </p:nvSpPr>
              <p:spPr>
                <a:xfrm>
                  <a:off x="2962360" y="333829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2" name="Rectangle 10191">
                  <a:extLst>
                    <a:ext uri="{FF2B5EF4-FFF2-40B4-BE49-F238E27FC236}">
                      <a16:creationId xmlns:a16="http://schemas.microsoft.com/office/drawing/2014/main" id="{2106E7E3-206E-721A-F683-F9150E8B1E4B}"/>
                    </a:ext>
                  </a:extLst>
                </p:cNvPr>
                <p:cNvSpPr/>
                <p:nvPr/>
              </p:nvSpPr>
              <p:spPr>
                <a:xfrm>
                  <a:off x="2962360" y="339036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3" name="Rectangle 10192">
                  <a:extLst>
                    <a:ext uri="{FF2B5EF4-FFF2-40B4-BE49-F238E27FC236}">
                      <a16:creationId xmlns:a16="http://schemas.microsoft.com/office/drawing/2014/main" id="{881958EC-79C7-2AC2-E09D-0F8EE85405A8}"/>
                    </a:ext>
                  </a:extLst>
                </p:cNvPr>
                <p:cNvSpPr/>
                <p:nvPr/>
              </p:nvSpPr>
              <p:spPr>
                <a:xfrm>
                  <a:off x="2962360" y="344231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4" name="Rectangle 10193">
                  <a:extLst>
                    <a:ext uri="{FF2B5EF4-FFF2-40B4-BE49-F238E27FC236}">
                      <a16:creationId xmlns:a16="http://schemas.microsoft.com/office/drawing/2014/main" id="{ACB16432-A49A-7FA5-DE39-B8A92BF8F866}"/>
                    </a:ext>
                  </a:extLst>
                </p:cNvPr>
                <p:cNvSpPr/>
                <p:nvPr/>
              </p:nvSpPr>
              <p:spPr>
                <a:xfrm>
                  <a:off x="2962360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5" name="Rectangle 10194">
                  <a:extLst>
                    <a:ext uri="{FF2B5EF4-FFF2-40B4-BE49-F238E27FC236}">
                      <a16:creationId xmlns:a16="http://schemas.microsoft.com/office/drawing/2014/main" id="{C5634536-247A-1824-3A1E-50A5E193C8E6}"/>
                    </a:ext>
                  </a:extLst>
                </p:cNvPr>
                <p:cNvSpPr/>
                <p:nvPr/>
              </p:nvSpPr>
              <p:spPr>
                <a:xfrm>
                  <a:off x="2962360" y="3546196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6" name="Rectangle 10195">
                  <a:extLst>
                    <a:ext uri="{FF2B5EF4-FFF2-40B4-BE49-F238E27FC236}">
                      <a16:creationId xmlns:a16="http://schemas.microsoft.com/office/drawing/2014/main" id="{3A9489BA-4891-3142-E2AF-0C218C7BC535}"/>
                    </a:ext>
                  </a:extLst>
                </p:cNvPr>
                <p:cNvSpPr/>
                <p:nvPr/>
              </p:nvSpPr>
              <p:spPr>
                <a:xfrm>
                  <a:off x="2962360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7" name="Rectangle 10196">
                  <a:extLst>
                    <a:ext uri="{FF2B5EF4-FFF2-40B4-BE49-F238E27FC236}">
                      <a16:creationId xmlns:a16="http://schemas.microsoft.com/office/drawing/2014/main" id="{8EF0C7D3-8992-8718-35E9-253FC584C339}"/>
                    </a:ext>
                  </a:extLst>
                </p:cNvPr>
                <p:cNvSpPr/>
                <p:nvPr/>
              </p:nvSpPr>
              <p:spPr>
                <a:xfrm>
                  <a:off x="2962360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8" name="Rectangle 10197">
                  <a:extLst>
                    <a:ext uri="{FF2B5EF4-FFF2-40B4-BE49-F238E27FC236}">
                      <a16:creationId xmlns:a16="http://schemas.microsoft.com/office/drawing/2014/main" id="{A80EED85-FBE4-4B0A-A636-D77FA1E7780F}"/>
                    </a:ext>
                  </a:extLst>
                </p:cNvPr>
                <p:cNvSpPr/>
                <p:nvPr/>
              </p:nvSpPr>
              <p:spPr>
                <a:xfrm>
                  <a:off x="2962360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9" name="Rectangle 10198">
                  <a:extLst>
                    <a:ext uri="{FF2B5EF4-FFF2-40B4-BE49-F238E27FC236}">
                      <a16:creationId xmlns:a16="http://schemas.microsoft.com/office/drawing/2014/main" id="{BAB9BE60-45C3-C793-4A11-F19BD73E30E8}"/>
                    </a:ext>
                  </a:extLst>
                </p:cNvPr>
                <p:cNvSpPr/>
                <p:nvPr/>
              </p:nvSpPr>
              <p:spPr>
                <a:xfrm>
                  <a:off x="2962360" y="375409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0" name="Rectangle 10199">
                  <a:extLst>
                    <a:ext uri="{FF2B5EF4-FFF2-40B4-BE49-F238E27FC236}">
                      <a16:creationId xmlns:a16="http://schemas.microsoft.com/office/drawing/2014/main" id="{B3FCC81E-494B-713B-40D2-7E2364AF96E0}"/>
                    </a:ext>
                  </a:extLst>
                </p:cNvPr>
                <p:cNvSpPr/>
                <p:nvPr/>
              </p:nvSpPr>
              <p:spPr>
                <a:xfrm>
                  <a:off x="2962360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1" name="Rectangle 10200">
                  <a:extLst>
                    <a:ext uri="{FF2B5EF4-FFF2-40B4-BE49-F238E27FC236}">
                      <a16:creationId xmlns:a16="http://schemas.microsoft.com/office/drawing/2014/main" id="{BFCCC428-0EF5-C3B5-521F-068378203F2E}"/>
                    </a:ext>
                  </a:extLst>
                </p:cNvPr>
                <p:cNvSpPr/>
                <p:nvPr/>
              </p:nvSpPr>
              <p:spPr>
                <a:xfrm>
                  <a:off x="2962360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2" name="Rectangle 10201">
                  <a:extLst>
                    <a:ext uri="{FF2B5EF4-FFF2-40B4-BE49-F238E27FC236}">
                      <a16:creationId xmlns:a16="http://schemas.microsoft.com/office/drawing/2014/main" id="{ECA59A5B-2732-C472-ACC1-FFF0B3245795}"/>
                    </a:ext>
                  </a:extLst>
                </p:cNvPr>
                <p:cNvSpPr/>
                <p:nvPr/>
              </p:nvSpPr>
              <p:spPr>
                <a:xfrm>
                  <a:off x="2962360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3" name="Rectangle 10202">
                  <a:extLst>
                    <a:ext uri="{FF2B5EF4-FFF2-40B4-BE49-F238E27FC236}">
                      <a16:creationId xmlns:a16="http://schemas.microsoft.com/office/drawing/2014/main" id="{4533F653-7E87-904F-52C5-9A2C3005BD4E}"/>
                    </a:ext>
                  </a:extLst>
                </p:cNvPr>
                <p:cNvSpPr/>
                <p:nvPr/>
              </p:nvSpPr>
              <p:spPr>
                <a:xfrm>
                  <a:off x="2962360" y="396199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4" name="Rectangle 10203">
                  <a:extLst>
                    <a:ext uri="{FF2B5EF4-FFF2-40B4-BE49-F238E27FC236}">
                      <a16:creationId xmlns:a16="http://schemas.microsoft.com/office/drawing/2014/main" id="{CCDC16E3-EE49-F693-1340-C551958832CF}"/>
                    </a:ext>
                  </a:extLst>
                </p:cNvPr>
                <p:cNvSpPr/>
                <p:nvPr/>
              </p:nvSpPr>
              <p:spPr>
                <a:xfrm>
                  <a:off x="2962360" y="401393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5" name="Rectangle 10204">
                  <a:extLst>
                    <a:ext uri="{FF2B5EF4-FFF2-40B4-BE49-F238E27FC236}">
                      <a16:creationId xmlns:a16="http://schemas.microsoft.com/office/drawing/2014/main" id="{2157BBFA-03E5-DDE3-8EC6-7D8E19D770CF}"/>
                    </a:ext>
                  </a:extLst>
                </p:cNvPr>
                <p:cNvSpPr/>
                <p:nvPr/>
              </p:nvSpPr>
              <p:spPr>
                <a:xfrm>
                  <a:off x="2962360" y="4065880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6" name="Rectangle 10205">
                  <a:extLst>
                    <a:ext uri="{FF2B5EF4-FFF2-40B4-BE49-F238E27FC236}">
                      <a16:creationId xmlns:a16="http://schemas.microsoft.com/office/drawing/2014/main" id="{AC2D02DD-666D-493E-CCDB-85B7FD30C79A}"/>
                    </a:ext>
                  </a:extLst>
                </p:cNvPr>
                <p:cNvSpPr/>
                <p:nvPr/>
              </p:nvSpPr>
              <p:spPr>
                <a:xfrm>
                  <a:off x="2962360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7" name="Rectangle 10206">
                  <a:extLst>
                    <a:ext uri="{FF2B5EF4-FFF2-40B4-BE49-F238E27FC236}">
                      <a16:creationId xmlns:a16="http://schemas.microsoft.com/office/drawing/2014/main" id="{23BBB426-74E5-634E-F731-1544F999D7E1}"/>
                    </a:ext>
                  </a:extLst>
                </p:cNvPr>
                <p:cNvSpPr/>
                <p:nvPr/>
              </p:nvSpPr>
              <p:spPr>
                <a:xfrm>
                  <a:off x="2962360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8" name="Rectangle 10207">
                  <a:extLst>
                    <a:ext uri="{FF2B5EF4-FFF2-40B4-BE49-F238E27FC236}">
                      <a16:creationId xmlns:a16="http://schemas.microsoft.com/office/drawing/2014/main" id="{74E8A333-835C-21CF-31B5-198B74C76488}"/>
                    </a:ext>
                  </a:extLst>
                </p:cNvPr>
                <p:cNvSpPr/>
                <p:nvPr/>
              </p:nvSpPr>
              <p:spPr>
                <a:xfrm>
                  <a:off x="2962360" y="4221836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09" name="Rectangle 10208">
                  <a:extLst>
                    <a:ext uri="{FF2B5EF4-FFF2-40B4-BE49-F238E27FC236}">
                      <a16:creationId xmlns:a16="http://schemas.microsoft.com/office/drawing/2014/main" id="{ACC9C929-8A52-18C1-38ED-57F77DFCC941}"/>
                    </a:ext>
                  </a:extLst>
                </p:cNvPr>
                <p:cNvSpPr/>
                <p:nvPr/>
              </p:nvSpPr>
              <p:spPr>
                <a:xfrm>
                  <a:off x="2962360" y="4273779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0" name="Rectangle 10209">
                  <a:extLst>
                    <a:ext uri="{FF2B5EF4-FFF2-40B4-BE49-F238E27FC236}">
                      <a16:creationId xmlns:a16="http://schemas.microsoft.com/office/drawing/2014/main" id="{F8A30916-F19E-1C88-64C2-12A351717F50}"/>
                    </a:ext>
                  </a:extLst>
                </p:cNvPr>
                <p:cNvSpPr/>
                <p:nvPr/>
              </p:nvSpPr>
              <p:spPr>
                <a:xfrm>
                  <a:off x="2962360" y="4325722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1" name="Rectangle 10210">
                  <a:extLst>
                    <a:ext uri="{FF2B5EF4-FFF2-40B4-BE49-F238E27FC236}">
                      <a16:creationId xmlns:a16="http://schemas.microsoft.com/office/drawing/2014/main" id="{82CC8595-3EE5-9352-74E0-E1BB0BC609CB}"/>
                    </a:ext>
                  </a:extLst>
                </p:cNvPr>
                <p:cNvSpPr/>
                <p:nvPr/>
              </p:nvSpPr>
              <p:spPr>
                <a:xfrm>
                  <a:off x="2962360" y="4377665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2" name="Rectangle 10211">
                  <a:extLst>
                    <a:ext uri="{FF2B5EF4-FFF2-40B4-BE49-F238E27FC236}">
                      <a16:creationId xmlns:a16="http://schemas.microsoft.com/office/drawing/2014/main" id="{5E1380DD-807B-D6AA-3834-F49447264A9E}"/>
                    </a:ext>
                  </a:extLst>
                </p:cNvPr>
                <p:cNvSpPr/>
                <p:nvPr/>
              </p:nvSpPr>
              <p:spPr>
                <a:xfrm>
                  <a:off x="2962360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3" name="Rectangle 10212">
                  <a:extLst>
                    <a:ext uri="{FF2B5EF4-FFF2-40B4-BE49-F238E27FC236}">
                      <a16:creationId xmlns:a16="http://schemas.microsoft.com/office/drawing/2014/main" id="{A272FFBE-9A1A-A594-F89A-EA4692796CE7}"/>
                    </a:ext>
                  </a:extLst>
                </p:cNvPr>
                <p:cNvSpPr/>
                <p:nvPr/>
              </p:nvSpPr>
              <p:spPr>
                <a:xfrm>
                  <a:off x="2962360" y="4481551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4" name="Rectangle 10213">
                  <a:extLst>
                    <a:ext uri="{FF2B5EF4-FFF2-40B4-BE49-F238E27FC236}">
                      <a16:creationId xmlns:a16="http://schemas.microsoft.com/office/drawing/2014/main" id="{B9F36C34-4E0C-0C23-2C66-BCDE88238497}"/>
                    </a:ext>
                  </a:extLst>
                </p:cNvPr>
                <p:cNvSpPr/>
                <p:nvPr/>
              </p:nvSpPr>
              <p:spPr>
                <a:xfrm>
                  <a:off x="2962360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5" name="Rectangle 10214">
                  <a:extLst>
                    <a:ext uri="{FF2B5EF4-FFF2-40B4-BE49-F238E27FC236}">
                      <a16:creationId xmlns:a16="http://schemas.microsoft.com/office/drawing/2014/main" id="{6AFF5E73-D1BC-34E2-077D-19D9BF907DF0}"/>
                    </a:ext>
                  </a:extLst>
                </p:cNvPr>
                <p:cNvSpPr/>
                <p:nvPr/>
              </p:nvSpPr>
              <p:spPr>
                <a:xfrm>
                  <a:off x="2962360" y="458556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6" name="Rectangle 10215">
                  <a:extLst>
                    <a:ext uri="{FF2B5EF4-FFF2-40B4-BE49-F238E27FC236}">
                      <a16:creationId xmlns:a16="http://schemas.microsoft.com/office/drawing/2014/main" id="{A6DC0410-BF9A-309D-9ED7-8DD1271EF75B}"/>
                    </a:ext>
                  </a:extLst>
                </p:cNvPr>
                <p:cNvSpPr/>
                <p:nvPr/>
              </p:nvSpPr>
              <p:spPr>
                <a:xfrm>
                  <a:off x="2962360" y="463750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7" name="Rectangle 10216">
                  <a:extLst>
                    <a:ext uri="{FF2B5EF4-FFF2-40B4-BE49-F238E27FC236}">
                      <a16:creationId xmlns:a16="http://schemas.microsoft.com/office/drawing/2014/main" id="{AF4DE5A8-EB3A-9CE0-0A0D-6BD8FBC01146}"/>
                    </a:ext>
                  </a:extLst>
                </p:cNvPr>
                <p:cNvSpPr/>
                <p:nvPr/>
              </p:nvSpPr>
              <p:spPr>
                <a:xfrm>
                  <a:off x="2962360" y="4689450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8" name="Rectangle 10217">
                  <a:extLst>
                    <a:ext uri="{FF2B5EF4-FFF2-40B4-BE49-F238E27FC236}">
                      <a16:creationId xmlns:a16="http://schemas.microsoft.com/office/drawing/2014/main" id="{DA88F25F-2B62-C759-1AB4-908229561BBF}"/>
                    </a:ext>
                  </a:extLst>
                </p:cNvPr>
                <p:cNvSpPr/>
                <p:nvPr/>
              </p:nvSpPr>
              <p:spPr>
                <a:xfrm>
                  <a:off x="2962360" y="4741393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9" name="Rectangle 10218">
                  <a:extLst>
                    <a:ext uri="{FF2B5EF4-FFF2-40B4-BE49-F238E27FC236}">
                      <a16:creationId xmlns:a16="http://schemas.microsoft.com/office/drawing/2014/main" id="{B0844C61-531F-7F56-9DD1-392AA3629D17}"/>
                    </a:ext>
                  </a:extLst>
                </p:cNvPr>
                <p:cNvSpPr/>
                <p:nvPr/>
              </p:nvSpPr>
              <p:spPr>
                <a:xfrm>
                  <a:off x="2962360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0" name="Rectangle 10219">
                  <a:extLst>
                    <a:ext uri="{FF2B5EF4-FFF2-40B4-BE49-F238E27FC236}">
                      <a16:creationId xmlns:a16="http://schemas.microsoft.com/office/drawing/2014/main" id="{58DDADDB-597E-921F-8B0B-4D30F5F91641}"/>
                    </a:ext>
                  </a:extLst>
                </p:cNvPr>
                <p:cNvSpPr/>
                <p:nvPr/>
              </p:nvSpPr>
              <p:spPr>
                <a:xfrm>
                  <a:off x="2962360" y="484540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1" name="Rectangle 10220">
                  <a:extLst>
                    <a:ext uri="{FF2B5EF4-FFF2-40B4-BE49-F238E27FC236}">
                      <a16:creationId xmlns:a16="http://schemas.microsoft.com/office/drawing/2014/main" id="{05599820-6CA2-C450-525D-5E045C68486E}"/>
                    </a:ext>
                  </a:extLst>
                </p:cNvPr>
                <p:cNvSpPr/>
                <p:nvPr/>
              </p:nvSpPr>
              <p:spPr>
                <a:xfrm>
                  <a:off x="2962360" y="4897349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2" name="Rectangle 10221">
                  <a:extLst>
                    <a:ext uri="{FF2B5EF4-FFF2-40B4-BE49-F238E27FC236}">
                      <a16:creationId xmlns:a16="http://schemas.microsoft.com/office/drawing/2014/main" id="{C99D0859-80C2-685B-221F-BE600990EB90}"/>
                    </a:ext>
                  </a:extLst>
                </p:cNvPr>
                <p:cNvSpPr/>
                <p:nvPr/>
              </p:nvSpPr>
              <p:spPr>
                <a:xfrm>
                  <a:off x="2962360" y="4949292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3" name="Rectangle 10222">
                  <a:extLst>
                    <a:ext uri="{FF2B5EF4-FFF2-40B4-BE49-F238E27FC236}">
                      <a16:creationId xmlns:a16="http://schemas.microsoft.com/office/drawing/2014/main" id="{BAC8DABE-48C9-5FB5-689E-E7A559653CE6}"/>
                    </a:ext>
                  </a:extLst>
                </p:cNvPr>
                <p:cNvSpPr/>
                <p:nvPr/>
              </p:nvSpPr>
              <p:spPr>
                <a:xfrm>
                  <a:off x="2962360" y="500123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4" name="Rectangle 10223">
                  <a:extLst>
                    <a:ext uri="{FF2B5EF4-FFF2-40B4-BE49-F238E27FC236}">
                      <a16:creationId xmlns:a16="http://schemas.microsoft.com/office/drawing/2014/main" id="{CA8D5D19-799E-C88D-C8B0-AE48872AB07F}"/>
                    </a:ext>
                  </a:extLst>
                </p:cNvPr>
                <p:cNvSpPr/>
                <p:nvPr/>
              </p:nvSpPr>
              <p:spPr>
                <a:xfrm>
                  <a:off x="2962360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5" name="Rectangle 10224">
                  <a:extLst>
                    <a:ext uri="{FF2B5EF4-FFF2-40B4-BE49-F238E27FC236}">
                      <a16:creationId xmlns:a16="http://schemas.microsoft.com/office/drawing/2014/main" id="{6EF33087-855D-9962-636A-D77B069A1323}"/>
                    </a:ext>
                  </a:extLst>
                </p:cNvPr>
                <p:cNvSpPr/>
                <p:nvPr/>
              </p:nvSpPr>
              <p:spPr>
                <a:xfrm>
                  <a:off x="2962360" y="5157191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6" name="Rectangle 10225">
                  <a:extLst>
                    <a:ext uri="{FF2B5EF4-FFF2-40B4-BE49-F238E27FC236}">
                      <a16:creationId xmlns:a16="http://schemas.microsoft.com/office/drawing/2014/main" id="{5C2E7EF4-7DE7-B780-2C94-02048BFB0192}"/>
                    </a:ext>
                  </a:extLst>
                </p:cNvPr>
                <p:cNvSpPr/>
                <p:nvPr/>
              </p:nvSpPr>
              <p:spPr>
                <a:xfrm>
                  <a:off x="2962360" y="520913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7" name="Rectangle 10226">
                  <a:extLst>
                    <a:ext uri="{FF2B5EF4-FFF2-40B4-BE49-F238E27FC236}">
                      <a16:creationId xmlns:a16="http://schemas.microsoft.com/office/drawing/2014/main" id="{476DD49A-7B7A-7D83-91DA-FFC10E84CF96}"/>
                    </a:ext>
                  </a:extLst>
                </p:cNvPr>
                <p:cNvSpPr/>
                <p:nvPr/>
              </p:nvSpPr>
              <p:spPr>
                <a:xfrm>
                  <a:off x="2962360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8" name="Rectangle 10227">
                  <a:extLst>
                    <a:ext uri="{FF2B5EF4-FFF2-40B4-BE49-F238E27FC236}">
                      <a16:creationId xmlns:a16="http://schemas.microsoft.com/office/drawing/2014/main" id="{5F5191B4-D262-6365-AF20-4AC9C2B2B7A4}"/>
                    </a:ext>
                  </a:extLst>
                </p:cNvPr>
                <p:cNvSpPr/>
                <p:nvPr/>
              </p:nvSpPr>
              <p:spPr>
                <a:xfrm>
                  <a:off x="2962360" y="5313020"/>
                  <a:ext cx="181224" cy="51942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29" name="Rectangle 10228">
                  <a:extLst>
                    <a:ext uri="{FF2B5EF4-FFF2-40B4-BE49-F238E27FC236}">
                      <a16:creationId xmlns:a16="http://schemas.microsoft.com/office/drawing/2014/main" id="{7AC08834-FB40-87E6-B75F-9039BF278C6D}"/>
                    </a:ext>
                  </a:extLst>
                </p:cNvPr>
                <p:cNvSpPr/>
                <p:nvPr/>
              </p:nvSpPr>
              <p:spPr>
                <a:xfrm>
                  <a:off x="3143585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0" name="Rectangle 10229">
                  <a:extLst>
                    <a:ext uri="{FF2B5EF4-FFF2-40B4-BE49-F238E27FC236}">
                      <a16:creationId xmlns:a16="http://schemas.microsoft.com/office/drawing/2014/main" id="{45F81427-7E80-A50B-2DC8-CEE080E23DCA}"/>
                    </a:ext>
                  </a:extLst>
                </p:cNvPr>
                <p:cNvSpPr/>
                <p:nvPr/>
              </p:nvSpPr>
              <p:spPr>
                <a:xfrm>
                  <a:off x="3143585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1" name="Rectangle 10230">
                  <a:extLst>
                    <a:ext uri="{FF2B5EF4-FFF2-40B4-BE49-F238E27FC236}">
                      <a16:creationId xmlns:a16="http://schemas.microsoft.com/office/drawing/2014/main" id="{F3F8BA51-6564-B7F6-A8F4-10F5AF234DC1}"/>
                    </a:ext>
                  </a:extLst>
                </p:cNvPr>
                <p:cNvSpPr/>
                <p:nvPr/>
              </p:nvSpPr>
              <p:spPr>
                <a:xfrm>
                  <a:off x="3143585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2" name="Rectangle 10231">
                  <a:extLst>
                    <a:ext uri="{FF2B5EF4-FFF2-40B4-BE49-F238E27FC236}">
                      <a16:creationId xmlns:a16="http://schemas.microsoft.com/office/drawing/2014/main" id="{4BB3579C-42E7-1DC5-DF7A-A3BD13601D1E}"/>
                    </a:ext>
                  </a:extLst>
                </p:cNvPr>
                <p:cNvSpPr/>
                <p:nvPr/>
              </p:nvSpPr>
              <p:spPr>
                <a:xfrm>
                  <a:off x="3143585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3" name="Rectangle 10232">
                  <a:extLst>
                    <a:ext uri="{FF2B5EF4-FFF2-40B4-BE49-F238E27FC236}">
                      <a16:creationId xmlns:a16="http://schemas.microsoft.com/office/drawing/2014/main" id="{F6E3EA4C-5A63-3B80-D5F3-7DB8109F4687}"/>
                    </a:ext>
                  </a:extLst>
                </p:cNvPr>
                <p:cNvSpPr/>
                <p:nvPr/>
              </p:nvSpPr>
              <p:spPr>
                <a:xfrm>
                  <a:off x="3143585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4" name="Rectangle 10233">
                  <a:extLst>
                    <a:ext uri="{FF2B5EF4-FFF2-40B4-BE49-F238E27FC236}">
                      <a16:creationId xmlns:a16="http://schemas.microsoft.com/office/drawing/2014/main" id="{66F2789F-1210-1812-F01B-38CBDE481250}"/>
                    </a:ext>
                  </a:extLst>
                </p:cNvPr>
                <p:cNvSpPr/>
                <p:nvPr/>
              </p:nvSpPr>
              <p:spPr>
                <a:xfrm>
                  <a:off x="3143585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5" name="Rectangle 10234">
                  <a:extLst>
                    <a:ext uri="{FF2B5EF4-FFF2-40B4-BE49-F238E27FC236}">
                      <a16:creationId xmlns:a16="http://schemas.microsoft.com/office/drawing/2014/main" id="{6CB5CFD2-64F7-9DB0-81F0-849C64BA311D}"/>
                    </a:ext>
                  </a:extLst>
                </p:cNvPr>
                <p:cNvSpPr/>
                <p:nvPr/>
              </p:nvSpPr>
              <p:spPr>
                <a:xfrm>
                  <a:off x="3143585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6" name="Rectangle 10235">
                  <a:extLst>
                    <a:ext uri="{FF2B5EF4-FFF2-40B4-BE49-F238E27FC236}">
                      <a16:creationId xmlns:a16="http://schemas.microsoft.com/office/drawing/2014/main" id="{2BB3B7C1-4304-422B-EB55-8A5B7183AE24}"/>
                    </a:ext>
                  </a:extLst>
                </p:cNvPr>
                <p:cNvSpPr/>
                <p:nvPr/>
              </p:nvSpPr>
              <p:spPr>
                <a:xfrm>
                  <a:off x="3143585" y="240294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7" name="Rectangle 10236">
                  <a:extLst>
                    <a:ext uri="{FF2B5EF4-FFF2-40B4-BE49-F238E27FC236}">
                      <a16:creationId xmlns:a16="http://schemas.microsoft.com/office/drawing/2014/main" id="{908B63AD-3A56-2B89-5BB3-136F9585BF4A}"/>
                    </a:ext>
                  </a:extLst>
                </p:cNvPr>
                <p:cNvSpPr/>
                <p:nvPr/>
              </p:nvSpPr>
              <p:spPr>
                <a:xfrm>
                  <a:off x="3143585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8" name="Rectangle 10237">
                  <a:extLst>
                    <a:ext uri="{FF2B5EF4-FFF2-40B4-BE49-F238E27FC236}">
                      <a16:creationId xmlns:a16="http://schemas.microsoft.com/office/drawing/2014/main" id="{0C4490FD-C450-27FF-D19C-B0B3443AE9D8}"/>
                    </a:ext>
                  </a:extLst>
                </p:cNvPr>
                <p:cNvSpPr/>
                <p:nvPr/>
              </p:nvSpPr>
              <p:spPr>
                <a:xfrm>
                  <a:off x="3143585" y="250695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39" name="Rectangle 10238">
                  <a:extLst>
                    <a:ext uri="{FF2B5EF4-FFF2-40B4-BE49-F238E27FC236}">
                      <a16:creationId xmlns:a16="http://schemas.microsoft.com/office/drawing/2014/main" id="{77CB9FD8-48E0-701C-F04E-1136C3FC9DD2}"/>
                    </a:ext>
                  </a:extLst>
                </p:cNvPr>
                <p:cNvSpPr/>
                <p:nvPr/>
              </p:nvSpPr>
              <p:spPr>
                <a:xfrm>
                  <a:off x="3143585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0" name="Rectangle 10239">
                  <a:extLst>
                    <a:ext uri="{FF2B5EF4-FFF2-40B4-BE49-F238E27FC236}">
                      <a16:creationId xmlns:a16="http://schemas.microsoft.com/office/drawing/2014/main" id="{F2776240-DC6B-9F9C-43A5-EF5BEEB3ABA3}"/>
                    </a:ext>
                  </a:extLst>
                </p:cNvPr>
                <p:cNvSpPr/>
                <p:nvPr/>
              </p:nvSpPr>
              <p:spPr>
                <a:xfrm>
                  <a:off x="3143585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1" name="Rectangle 10240">
                  <a:extLst>
                    <a:ext uri="{FF2B5EF4-FFF2-40B4-BE49-F238E27FC236}">
                      <a16:creationId xmlns:a16="http://schemas.microsoft.com/office/drawing/2014/main" id="{0B0AB718-179A-1851-8156-38BD31106359}"/>
                    </a:ext>
                  </a:extLst>
                </p:cNvPr>
                <p:cNvSpPr/>
                <p:nvPr/>
              </p:nvSpPr>
              <p:spPr>
                <a:xfrm>
                  <a:off x="3143585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2" name="Rectangle 10241">
                  <a:extLst>
                    <a:ext uri="{FF2B5EF4-FFF2-40B4-BE49-F238E27FC236}">
                      <a16:creationId xmlns:a16="http://schemas.microsoft.com/office/drawing/2014/main" id="{4AB3DE0E-38ED-AAEF-DF9C-4129593205EB}"/>
                    </a:ext>
                  </a:extLst>
                </p:cNvPr>
                <p:cNvSpPr/>
                <p:nvPr/>
              </p:nvSpPr>
              <p:spPr>
                <a:xfrm>
                  <a:off x="3143585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3" name="Rectangle 10242">
                  <a:extLst>
                    <a:ext uri="{FF2B5EF4-FFF2-40B4-BE49-F238E27FC236}">
                      <a16:creationId xmlns:a16="http://schemas.microsoft.com/office/drawing/2014/main" id="{3ABDB2E5-F85D-09D4-E3F9-36354A6AA852}"/>
                    </a:ext>
                  </a:extLst>
                </p:cNvPr>
                <p:cNvSpPr/>
                <p:nvPr/>
              </p:nvSpPr>
              <p:spPr>
                <a:xfrm>
                  <a:off x="3143585" y="2766797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4" name="Rectangle 10243">
                  <a:extLst>
                    <a:ext uri="{FF2B5EF4-FFF2-40B4-BE49-F238E27FC236}">
                      <a16:creationId xmlns:a16="http://schemas.microsoft.com/office/drawing/2014/main" id="{C891B521-5179-7946-2856-307B0CCB67AD}"/>
                    </a:ext>
                  </a:extLst>
                </p:cNvPr>
                <p:cNvSpPr/>
                <p:nvPr/>
              </p:nvSpPr>
              <p:spPr>
                <a:xfrm>
                  <a:off x="3143585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5" name="Rectangle 10244">
                  <a:extLst>
                    <a:ext uri="{FF2B5EF4-FFF2-40B4-BE49-F238E27FC236}">
                      <a16:creationId xmlns:a16="http://schemas.microsoft.com/office/drawing/2014/main" id="{FF4FBBD4-FA60-8DA8-A39B-F734E238BCEE}"/>
                    </a:ext>
                  </a:extLst>
                </p:cNvPr>
                <p:cNvSpPr/>
                <p:nvPr/>
              </p:nvSpPr>
              <p:spPr>
                <a:xfrm>
                  <a:off x="3143585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6" name="Rectangle 10245">
                  <a:extLst>
                    <a:ext uri="{FF2B5EF4-FFF2-40B4-BE49-F238E27FC236}">
                      <a16:creationId xmlns:a16="http://schemas.microsoft.com/office/drawing/2014/main" id="{968B3C15-5CE2-32D7-6EAA-E9C320CD44A9}"/>
                    </a:ext>
                  </a:extLst>
                </p:cNvPr>
                <p:cNvSpPr/>
                <p:nvPr/>
              </p:nvSpPr>
              <p:spPr>
                <a:xfrm>
                  <a:off x="3143585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7" name="Rectangle 10246">
                  <a:extLst>
                    <a:ext uri="{FF2B5EF4-FFF2-40B4-BE49-F238E27FC236}">
                      <a16:creationId xmlns:a16="http://schemas.microsoft.com/office/drawing/2014/main" id="{89708A7E-A28D-E560-8411-65571E9051A1}"/>
                    </a:ext>
                  </a:extLst>
                </p:cNvPr>
                <p:cNvSpPr/>
                <p:nvPr/>
              </p:nvSpPr>
              <p:spPr>
                <a:xfrm>
                  <a:off x="3143585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8" name="Rectangle 10247">
                  <a:extLst>
                    <a:ext uri="{FF2B5EF4-FFF2-40B4-BE49-F238E27FC236}">
                      <a16:creationId xmlns:a16="http://schemas.microsoft.com/office/drawing/2014/main" id="{DE306BED-B78F-2251-BF5C-D64BCAEAAF90}"/>
                    </a:ext>
                  </a:extLst>
                </p:cNvPr>
                <p:cNvSpPr/>
                <p:nvPr/>
              </p:nvSpPr>
              <p:spPr>
                <a:xfrm>
                  <a:off x="3143585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49" name="Rectangle 10248">
                  <a:extLst>
                    <a:ext uri="{FF2B5EF4-FFF2-40B4-BE49-F238E27FC236}">
                      <a16:creationId xmlns:a16="http://schemas.microsoft.com/office/drawing/2014/main" id="{16590C74-BDE9-C28A-4B61-4FCAF439F773}"/>
                    </a:ext>
                  </a:extLst>
                </p:cNvPr>
                <p:cNvSpPr/>
                <p:nvPr/>
              </p:nvSpPr>
              <p:spPr>
                <a:xfrm>
                  <a:off x="3143585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0" name="Rectangle 10249">
                  <a:extLst>
                    <a:ext uri="{FF2B5EF4-FFF2-40B4-BE49-F238E27FC236}">
                      <a16:creationId xmlns:a16="http://schemas.microsoft.com/office/drawing/2014/main" id="{EEC2C36C-A13E-9687-85D8-208E10A6537E}"/>
                    </a:ext>
                  </a:extLst>
                </p:cNvPr>
                <p:cNvSpPr/>
                <p:nvPr/>
              </p:nvSpPr>
              <p:spPr>
                <a:xfrm>
                  <a:off x="3143585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1" name="Rectangle 10250">
                  <a:extLst>
                    <a:ext uri="{FF2B5EF4-FFF2-40B4-BE49-F238E27FC236}">
                      <a16:creationId xmlns:a16="http://schemas.microsoft.com/office/drawing/2014/main" id="{7BA3BC18-D914-7B11-A385-AEA497358DE9}"/>
                    </a:ext>
                  </a:extLst>
                </p:cNvPr>
                <p:cNvSpPr/>
                <p:nvPr/>
              </p:nvSpPr>
              <p:spPr>
                <a:xfrm>
                  <a:off x="3143585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2" name="Rectangle 10251">
                  <a:extLst>
                    <a:ext uri="{FF2B5EF4-FFF2-40B4-BE49-F238E27FC236}">
                      <a16:creationId xmlns:a16="http://schemas.microsoft.com/office/drawing/2014/main" id="{A476BF59-2440-7020-275E-80B83288DE40}"/>
                    </a:ext>
                  </a:extLst>
                </p:cNvPr>
                <p:cNvSpPr/>
                <p:nvPr/>
              </p:nvSpPr>
              <p:spPr>
                <a:xfrm>
                  <a:off x="3143585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3" name="Rectangle 10252">
                  <a:extLst>
                    <a:ext uri="{FF2B5EF4-FFF2-40B4-BE49-F238E27FC236}">
                      <a16:creationId xmlns:a16="http://schemas.microsoft.com/office/drawing/2014/main" id="{8FA28CB2-3016-E6A5-0007-98E5CDB0D41F}"/>
                    </a:ext>
                  </a:extLst>
                </p:cNvPr>
                <p:cNvSpPr/>
                <p:nvPr/>
              </p:nvSpPr>
              <p:spPr>
                <a:xfrm>
                  <a:off x="3143585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4" name="Rectangle 10253">
                  <a:extLst>
                    <a:ext uri="{FF2B5EF4-FFF2-40B4-BE49-F238E27FC236}">
                      <a16:creationId xmlns:a16="http://schemas.microsoft.com/office/drawing/2014/main" id="{09395395-A7B8-1B93-1157-FA586BCBCC82}"/>
                    </a:ext>
                  </a:extLst>
                </p:cNvPr>
                <p:cNvSpPr/>
                <p:nvPr/>
              </p:nvSpPr>
              <p:spPr>
                <a:xfrm>
                  <a:off x="3143585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5" name="Rectangle 10254">
                  <a:extLst>
                    <a:ext uri="{FF2B5EF4-FFF2-40B4-BE49-F238E27FC236}">
                      <a16:creationId xmlns:a16="http://schemas.microsoft.com/office/drawing/2014/main" id="{8AD12287-DE57-4E42-8D34-1EF844397687}"/>
                    </a:ext>
                  </a:extLst>
                </p:cNvPr>
                <p:cNvSpPr/>
                <p:nvPr/>
              </p:nvSpPr>
              <p:spPr>
                <a:xfrm>
                  <a:off x="3143585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6" name="Rectangle 10255">
                  <a:extLst>
                    <a:ext uri="{FF2B5EF4-FFF2-40B4-BE49-F238E27FC236}">
                      <a16:creationId xmlns:a16="http://schemas.microsoft.com/office/drawing/2014/main" id="{3C98C24F-FEAC-5EE0-2D98-28EA13F14A48}"/>
                    </a:ext>
                  </a:extLst>
                </p:cNvPr>
                <p:cNvSpPr/>
                <p:nvPr/>
              </p:nvSpPr>
              <p:spPr>
                <a:xfrm>
                  <a:off x="3143585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7" name="Rectangle 10256">
                  <a:extLst>
                    <a:ext uri="{FF2B5EF4-FFF2-40B4-BE49-F238E27FC236}">
                      <a16:creationId xmlns:a16="http://schemas.microsoft.com/office/drawing/2014/main" id="{3549B76B-3023-81F0-BD49-425C7BD8201F}"/>
                    </a:ext>
                  </a:extLst>
                </p:cNvPr>
                <p:cNvSpPr/>
                <p:nvPr/>
              </p:nvSpPr>
              <p:spPr>
                <a:xfrm>
                  <a:off x="3143585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8" name="Rectangle 10257">
                  <a:extLst>
                    <a:ext uri="{FF2B5EF4-FFF2-40B4-BE49-F238E27FC236}">
                      <a16:creationId xmlns:a16="http://schemas.microsoft.com/office/drawing/2014/main" id="{804161FC-8F93-CB5C-228E-EAD39DC221BC}"/>
                    </a:ext>
                  </a:extLst>
                </p:cNvPr>
                <p:cNvSpPr/>
                <p:nvPr/>
              </p:nvSpPr>
              <p:spPr>
                <a:xfrm>
                  <a:off x="3143585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59" name="Rectangle 10258">
                  <a:extLst>
                    <a:ext uri="{FF2B5EF4-FFF2-40B4-BE49-F238E27FC236}">
                      <a16:creationId xmlns:a16="http://schemas.microsoft.com/office/drawing/2014/main" id="{B1E57074-D7C8-3B68-D1EC-101F53239F35}"/>
                    </a:ext>
                  </a:extLst>
                </p:cNvPr>
                <p:cNvSpPr/>
                <p:nvPr/>
              </p:nvSpPr>
              <p:spPr>
                <a:xfrm>
                  <a:off x="3143585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0" name="Rectangle 10259">
                  <a:extLst>
                    <a:ext uri="{FF2B5EF4-FFF2-40B4-BE49-F238E27FC236}">
                      <a16:creationId xmlns:a16="http://schemas.microsoft.com/office/drawing/2014/main" id="{699735DE-3C87-7577-DA19-DA65A7F38FEC}"/>
                    </a:ext>
                  </a:extLst>
                </p:cNvPr>
                <p:cNvSpPr/>
                <p:nvPr/>
              </p:nvSpPr>
              <p:spPr>
                <a:xfrm>
                  <a:off x="3143585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1" name="Rectangle 10260">
                  <a:extLst>
                    <a:ext uri="{FF2B5EF4-FFF2-40B4-BE49-F238E27FC236}">
                      <a16:creationId xmlns:a16="http://schemas.microsoft.com/office/drawing/2014/main" id="{22C3FDC7-A761-C13B-5D15-CCE67FF961C6}"/>
                    </a:ext>
                  </a:extLst>
                </p:cNvPr>
                <p:cNvSpPr/>
                <p:nvPr/>
              </p:nvSpPr>
              <p:spPr>
                <a:xfrm>
                  <a:off x="3143585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2" name="Rectangle 10261">
                  <a:extLst>
                    <a:ext uri="{FF2B5EF4-FFF2-40B4-BE49-F238E27FC236}">
                      <a16:creationId xmlns:a16="http://schemas.microsoft.com/office/drawing/2014/main" id="{59F6570A-7F46-DA5D-E800-83F09B0B09E7}"/>
                    </a:ext>
                  </a:extLst>
                </p:cNvPr>
                <p:cNvSpPr/>
                <p:nvPr/>
              </p:nvSpPr>
              <p:spPr>
                <a:xfrm>
                  <a:off x="3143585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3" name="Rectangle 10262">
                  <a:extLst>
                    <a:ext uri="{FF2B5EF4-FFF2-40B4-BE49-F238E27FC236}">
                      <a16:creationId xmlns:a16="http://schemas.microsoft.com/office/drawing/2014/main" id="{E2534BBA-69A8-92A0-09FC-CEEAB2CA7377}"/>
                    </a:ext>
                  </a:extLst>
                </p:cNvPr>
                <p:cNvSpPr/>
                <p:nvPr/>
              </p:nvSpPr>
              <p:spPr>
                <a:xfrm>
                  <a:off x="3143585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4" name="Rectangle 10263">
                  <a:extLst>
                    <a:ext uri="{FF2B5EF4-FFF2-40B4-BE49-F238E27FC236}">
                      <a16:creationId xmlns:a16="http://schemas.microsoft.com/office/drawing/2014/main" id="{DCBF1082-52A7-1D0C-F027-6FE39F38A55E}"/>
                    </a:ext>
                  </a:extLst>
                </p:cNvPr>
                <p:cNvSpPr/>
                <p:nvPr/>
              </p:nvSpPr>
              <p:spPr>
                <a:xfrm>
                  <a:off x="3143585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5" name="Rectangle 10264">
                  <a:extLst>
                    <a:ext uri="{FF2B5EF4-FFF2-40B4-BE49-F238E27FC236}">
                      <a16:creationId xmlns:a16="http://schemas.microsoft.com/office/drawing/2014/main" id="{E31CA9DA-AA36-5F27-98BB-F3DC0D65FB87}"/>
                    </a:ext>
                  </a:extLst>
                </p:cNvPr>
                <p:cNvSpPr/>
                <p:nvPr/>
              </p:nvSpPr>
              <p:spPr>
                <a:xfrm>
                  <a:off x="3143585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6" name="Rectangle 10265">
                  <a:extLst>
                    <a:ext uri="{FF2B5EF4-FFF2-40B4-BE49-F238E27FC236}">
                      <a16:creationId xmlns:a16="http://schemas.microsoft.com/office/drawing/2014/main" id="{9872251E-91AC-A8C2-454E-7DBDBDAC4FD6}"/>
                    </a:ext>
                  </a:extLst>
                </p:cNvPr>
                <p:cNvSpPr/>
                <p:nvPr/>
              </p:nvSpPr>
              <p:spPr>
                <a:xfrm>
                  <a:off x="3143585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7" name="Rectangle 10266">
                  <a:extLst>
                    <a:ext uri="{FF2B5EF4-FFF2-40B4-BE49-F238E27FC236}">
                      <a16:creationId xmlns:a16="http://schemas.microsoft.com/office/drawing/2014/main" id="{0F50EBF0-0404-40F1-ED10-2287A1BC80AC}"/>
                    </a:ext>
                  </a:extLst>
                </p:cNvPr>
                <p:cNvSpPr/>
                <p:nvPr/>
              </p:nvSpPr>
              <p:spPr>
                <a:xfrm>
                  <a:off x="3143585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8" name="Rectangle 10267">
                  <a:extLst>
                    <a:ext uri="{FF2B5EF4-FFF2-40B4-BE49-F238E27FC236}">
                      <a16:creationId xmlns:a16="http://schemas.microsoft.com/office/drawing/2014/main" id="{51D66F16-767D-9F57-EFAC-58CD6C8438DE}"/>
                    </a:ext>
                  </a:extLst>
                </p:cNvPr>
                <p:cNvSpPr/>
                <p:nvPr/>
              </p:nvSpPr>
              <p:spPr>
                <a:xfrm>
                  <a:off x="3143585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69" name="Rectangle 10268">
                  <a:extLst>
                    <a:ext uri="{FF2B5EF4-FFF2-40B4-BE49-F238E27FC236}">
                      <a16:creationId xmlns:a16="http://schemas.microsoft.com/office/drawing/2014/main" id="{33043F21-38D8-900E-B984-BB9453899748}"/>
                    </a:ext>
                  </a:extLst>
                </p:cNvPr>
                <p:cNvSpPr/>
                <p:nvPr/>
              </p:nvSpPr>
              <p:spPr>
                <a:xfrm>
                  <a:off x="3143585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0" name="Rectangle 10269">
                  <a:extLst>
                    <a:ext uri="{FF2B5EF4-FFF2-40B4-BE49-F238E27FC236}">
                      <a16:creationId xmlns:a16="http://schemas.microsoft.com/office/drawing/2014/main" id="{67E9EFF1-68FE-4D23-AAB6-AF7C2B0E2629}"/>
                    </a:ext>
                  </a:extLst>
                </p:cNvPr>
                <p:cNvSpPr/>
                <p:nvPr/>
              </p:nvSpPr>
              <p:spPr>
                <a:xfrm>
                  <a:off x="3143585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1" name="Rectangle 10270">
                  <a:extLst>
                    <a:ext uri="{FF2B5EF4-FFF2-40B4-BE49-F238E27FC236}">
                      <a16:creationId xmlns:a16="http://schemas.microsoft.com/office/drawing/2014/main" id="{E5D2C690-ED79-543B-87A5-3B13820B4FCE}"/>
                    </a:ext>
                  </a:extLst>
                </p:cNvPr>
                <p:cNvSpPr/>
                <p:nvPr/>
              </p:nvSpPr>
              <p:spPr>
                <a:xfrm>
                  <a:off x="3143585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2" name="Rectangle 10271">
                  <a:extLst>
                    <a:ext uri="{FF2B5EF4-FFF2-40B4-BE49-F238E27FC236}">
                      <a16:creationId xmlns:a16="http://schemas.microsoft.com/office/drawing/2014/main" id="{45A2DE49-D103-1FB0-A6B0-42973CDA2EF8}"/>
                    </a:ext>
                  </a:extLst>
                </p:cNvPr>
                <p:cNvSpPr/>
                <p:nvPr/>
              </p:nvSpPr>
              <p:spPr>
                <a:xfrm>
                  <a:off x="3143585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3" name="Rectangle 10272">
                  <a:extLst>
                    <a:ext uri="{FF2B5EF4-FFF2-40B4-BE49-F238E27FC236}">
                      <a16:creationId xmlns:a16="http://schemas.microsoft.com/office/drawing/2014/main" id="{00F9D694-BACB-DE6E-60EB-0A0E89D73503}"/>
                    </a:ext>
                  </a:extLst>
                </p:cNvPr>
                <p:cNvSpPr/>
                <p:nvPr/>
              </p:nvSpPr>
              <p:spPr>
                <a:xfrm>
                  <a:off x="3143585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4" name="Rectangle 10273">
                  <a:extLst>
                    <a:ext uri="{FF2B5EF4-FFF2-40B4-BE49-F238E27FC236}">
                      <a16:creationId xmlns:a16="http://schemas.microsoft.com/office/drawing/2014/main" id="{6160409A-7021-CB86-5EC6-B96C80C908C4}"/>
                    </a:ext>
                  </a:extLst>
                </p:cNvPr>
                <p:cNvSpPr/>
                <p:nvPr/>
              </p:nvSpPr>
              <p:spPr>
                <a:xfrm>
                  <a:off x="3143585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5" name="Rectangle 10274">
                  <a:extLst>
                    <a:ext uri="{FF2B5EF4-FFF2-40B4-BE49-F238E27FC236}">
                      <a16:creationId xmlns:a16="http://schemas.microsoft.com/office/drawing/2014/main" id="{FA9EDC8C-3FE3-0A3C-B1EC-16DCE3948FC0}"/>
                    </a:ext>
                  </a:extLst>
                </p:cNvPr>
                <p:cNvSpPr/>
                <p:nvPr/>
              </p:nvSpPr>
              <p:spPr>
                <a:xfrm>
                  <a:off x="3143585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6" name="Rectangle 10275">
                  <a:extLst>
                    <a:ext uri="{FF2B5EF4-FFF2-40B4-BE49-F238E27FC236}">
                      <a16:creationId xmlns:a16="http://schemas.microsoft.com/office/drawing/2014/main" id="{6DA8B5CD-CB35-D199-B680-7C8695376F33}"/>
                    </a:ext>
                  </a:extLst>
                </p:cNvPr>
                <p:cNvSpPr/>
                <p:nvPr/>
              </p:nvSpPr>
              <p:spPr>
                <a:xfrm>
                  <a:off x="3143585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7" name="Rectangle 10276">
                  <a:extLst>
                    <a:ext uri="{FF2B5EF4-FFF2-40B4-BE49-F238E27FC236}">
                      <a16:creationId xmlns:a16="http://schemas.microsoft.com/office/drawing/2014/main" id="{46623E91-3BCE-6032-5A9C-F304097F0EAF}"/>
                    </a:ext>
                  </a:extLst>
                </p:cNvPr>
                <p:cNvSpPr/>
                <p:nvPr/>
              </p:nvSpPr>
              <p:spPr>
                <a:xfrm>
                  <a:off x="3143585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8" name="Rectangle 10277">
                  <a:extLst>
                    <a:ext uri="{FF2B5EF4-FFF2-40B4-BE49-F238E27FC236}">
                      <a16:creationId xmlns:a16="http://schemas.microsoft.com/office/drawing/2014/main" id="{A34B6A05-11DE-550E-0F15-A80553910E12}"/>
                    </a:ext>
                  </a:extLst>
                </p:cNvPr>
                <p:cNvSpPr/>
                <p:nvPr/>
              </p:nvSpPr>
              <p:spPr>
                <a:xfrm>
                  <a:off x="3143585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79" name="Rectangle 10278">
                  <a:extLst>
                    <a:ext uri="{FF2B5EF4-FFF2-40B4-BE49-F238E27FC236}">
                      <a16:creationId xmlns:a16="http://schemas.microsoft.com/office/drawing/2014/main" id="{1373F26E-FDFB-EBF9-C920-F3F5B87B0531}"/>
                    </a:ext>
                  </a:extLst>
                </p:cNvPr>
                <p:cNvSpPr/>
                <p:nvPr/>
              </p:nvSpPr>
              <p:spPr>
                <a:xfrm>
                  <a:off x="3143585" y="468945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0" name="Rectangle 10279">
                  <a:extLst>
                    <a:ext uri="{FF2B5EF4-FFF2-40B4-BE49-F238E27FC236}">
                      <a16:creationId xmlns:a16="http://schemas.microsoft.com/office/drawing/2014/main" id="{12C6CBB0-7A6B-CB18-03FB-70C29D4CD48D}"/>
                    </a:ext>
                  </a:extLst>
                </p:cNvPr>
                <p:cNvSpPr/>
                <p:nvPr/>
              </p:nvSpPr>
              <p:spPr>
                <a:xfrm>
                  <a:off x="3143585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1" name="Rectangle 10280">
                  <a:extLst>
                    <a:ext uri="{FF2B5EF4-FFF2-40B4-BE49-F238E27FC236}">
                      <a16:creationId xmlns:a16="http://schemas.microsoft.com/office/drawing/2014/main" id="{ECFE220F-7C90-E9CF-AE2F-55BA056BEBB7}"/>
                    </a:ext>
                  </a:extLst>
                </p:cNvPr>
                <p:cNvSpPr/>
                <p:nvPr/>
              </p:nvSpPr>
              <p:spPr>
                <a:xfrm>
                  <a:off x="3143585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2" name="Rectangle 10281">
                  <a:extLst>
                    <a:ext uri="{FF2B5EF4-FFF2-40B4-BE49-F238E27FC236}">
                      <a16:creationId xmlns:a16="http://schemas.microsoft.com/office/drawing/2014/main" id="{FE5A8374-0AA4-0D16-57D1-904E5B2DFA56}"/>
                    </a:ext>
                  </a:extLst>
                </p:cNvPr>
                <p:cNvSpPr/>
                <p:nvPr/>
              </p:nvSpPr>
              <p:spPr>
                <a:xfrm>
                  <a:off x="3143585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3" name="Rectangle 10282">
                  <a:extLst>
                    <a:ext uri="{FF2B5EF4-FFF2-40B4-BE49-F238E27FC236}">
                      <a16:creationId xmlns:a16="http://schemas.microsoft.com/office/drawing/2014/main" id="{FD5849DD-E82B-3882-AD7A-901E35334D58}"/>
                    </a:ext>
                  </a:extLst>
                </p:cNvPr>
                <p:cNvSpPr/>
                <p:nvPr/>
              </p:nvSpPr>
              <p:spPr>
                <a:xfrm>
                  <a:off x="3143585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4" name="Rectangle 10283">
                  <a:extLst>
                    <a:ext uri="{FF2B5EF4-FFF2-40B4-BE49-F238E27FC236}">
                      <a16:creationId xmlns:a16="http://schemas.microsoft.com/office/drawing/2014/main" id="{5F67FD6E-1E1A-DCC0-079A-FE550F5CD51A}"/>
                    </a:ext>
                  </a:extLst>
                </p:cNvPr>
                <p:cNvSpPr/>
                <p:nvPr/>
              </p:nvSpPr>
              <p:spPr>
                <a:xfrm>
                  <a:off x="3143585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5" name="Rectangle 10284">
                  <a:extLst>
                    <a:ext uri="{FF2B5EF4-FFF2-40B4-BE49-F238E27FC236}">
                      <a16:creationId xmlns:a16="http://schemas.microsoft.com/office/drawing/2014/main" id="{9D261691-24CB-D97D-DDE6-E9939D182FB1}"/>
                    </a:ext>
                  </a:extLst>
                </p:cNvPr>
                <p:cNvSpPr/>
                <p:nvPr/>
              </p:nvSpPr>
              <p:spPr>
                <a:xfrm>
                  <a:off x="3143585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6" name="Rectangle 10285">
                  <a:extLst>
                    <a:ext uri="{FF2B5EF4-FFF2-40B4-BE49-F238E27FC236}">
                      <a16:creationId xmlns:a16="http://schemas.microsoft.com/office/drawing/2014/main" id="{C60BEE0F-D339-6775-9F2F-FA8AB78E1226}"/>
                    </a:ext>
                  </a:extLst>
                </p:cNvPr>
                <p:cNvSpPr/>
                <p:nvPr/>
              </p:nvSpPr>
              <p:spPr>
                <a:xfrm>
                  <a:off x="3143585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7" name="Rectangle 10286">
                  <a:extLst>
                    <a:ext uri="{FF2B5EF4-FFF2-40B4-BE49-F238E27FC236}">
                      <a16:creationId xmlns:a16="http://schemas.microsoft.com/office/drawing/2014/main" id="{E91378A6-ACFD-DB50-5B2D-2C6587D26725}"/>
                    </a:ext>
                  </a:extLst>
                </p:cNvPr>
                <p:cNvSpPr/>
                <p:nvPr/>
              </p:nvSpPr>
              <p:spPr>
                <a:xfrm>
                  <a:off x="3143585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8" name="Rectangle 10287">
                  <a:extLst>
                    <a:ext uri="{FF2B5EF4-FFF2-40B4-BE49-F238E27FC236}">
                      <a16:creationId xmlns:a16="http://schemas.microsoft.com/office/drawing/2014/main" id="{EAA6CF4E-9DA8-767E-9104-66EAC98C9248}"/>
                    </a:ext>
                  </a:extLst>
                </p:cNvPr>
                <p:cNvSpPr/>
                <p:nvPr/>
              </p:nvSpPr>
              <p:spPr>
                <a:xfrm>
                  <a:off x="3143585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89" name="Rectangle 10288">
                  <a:extLst>
                    <a:ext uri="{FF2B5EF4-FFF2-40B4-BE49-F238E27FC236}">
                      <a16:creationId xmlns:a16="http://schemas.microsoft.com/office/drawing/2014/main" id="{E1FBB51C-7A52-092B-72EA-997F7917BAD2}"/>
                    </a:ext>
                  </a:extLst>
                </p:cNvPr>
                <p:cNvSpPr/>
                <p:nvPr/>
              </p:nvSpPr>
              <p:spPr>
                <a:xfrm>
                  <a:off x="3143585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0" name="Rectangle 10289">
                  <a:extLst>
                    <a:ext uri="{FF2B5EF4-FFF2-40B4-BE49-F238E27FC236}">
                      <a16:creationId xmlns:a16="http://schemas.microsoft.com/office/drawing/2014/main" id="{65A3178B-AF97-73F3-8B3E-375F3307A2F6}"/>
                    </a:ext>
                  </a:extLst>
                </p:cNvPr>
                <p:cNvSpPr/>
                <p:nvPr/>
              </p:nvSpPr>
              <p:spPr>
                <a:xfrm>
                  <a:off x="3143585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1" name="Rectangle 10290">
                  <a:extLst>
                    <a:ext uri="{FF2B5EF4-FFF2-40B4-BE49-F238E27FC236}">
                      <a16:creationId xmlns:a16="http://schemas.microsoft.com/office/drawing/2014/main" id="{6432E028-E7AD-2FE0-97F7-3E8BC5CC1B26}"/>
                    </a:ext>
                  </a:extLst>
                </p:cNvPr>
                <p:cNvSpPr/>
                <p:nvPr/>
              </p:nvSpPr>
              <p:spPr>
                <a:xfrm>
                  <a:off x="3143585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2" name="Rectangle 10291">
                  <a:extLst>
                    <a:ext uri="{FF2B5EF4-FFF2-40B4-BE49-F238E27FC236}">
                      <a16:creationId xmlns:a16="http://schemas.microsoft.com/office/drawing/2014/main" id="{667F86AF-1C00-F523-A9C4-0BD23A6F6439}"/>
                    </a:ext>
                  </a:extLst>
                </p:cNvPr>
                <p:cNvSpPr/>
                <p:nvPr/>
              </p:nvSpPr>
              <p:spPr>
                <a:xfrm>
                  <a:off x="3324810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3" name="Rectangle 10292">
                  <a:extLst>
                    <a:ext uri="{FF2B5EF4-FFF2-40B4-BE49-F238E27FC236}">
                      <a16:creationId xmlns:a16="http://schemas.microsoft.com/office/drawing/2014/main" id="{AD17CBBE-465E-1AC1-B08D-21CBD331964C}"/>
                    </a:ext>
                  </a:extLst>
                </p:cNvPr>
                <p:cNvSpPr/>
                <p:nvPr/>
              </p:nvSpPr>
              <p:spPr>
                <a:xfrm>
                  <a:off x="3324810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4" name="Rectangle 10293">
                  <a:extLst>
                    <a:ext uri="{FF2B5EF4-FFF2-40B4-BE49-F238E27FC236}">
                      <a16:creationId xmlns:a16="http://schemas.microsoft.com/office/drawing/2014/main" id="{E3A05EE4-20E7-7FE4-A06D-71892242692E}"/>
                    </a:ext>
                  </a:extLst>
                </p:cNvPr>
                <p:cNvSpPr/>
                <p:nvPr/>
              </p:nvSpPr>
              <p:spPr>
                <a:xfrm>
                  <a:off x="3324810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5" name="Rectangle 10294">
                  <a:extLst>
                    <a:ext uri="{FF2B5EF4-FFF2-40B4-BE49-F238E27FC236}">
                      <a16:creationId xmlns:a16="http://schemas.microsoft.com/office/drawing/2014/main" id="{ACAC66C5-19CB-B470-1218-6C814720A6C7}"/>
                    </a:ext>
                  </a:extLst>
                </p:cNvPr>
                <p:cNvSpPr/>
                <p:nvPr/>
              </p:nvSpPr>
              <p:spPr>
                <a:xfrm>
                  <a:off x="3324810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6" name="Rectangle 10295">
                  <a:extLst>
                    <a:ext uri="{FF2B5EF4-FFF2-40B4-BE49-F238E27FC236}">
                      <a16:creationId xmlns:a16="http://schemas.microsoft.com/office/drawing/2014/main" id="{389D4A5F-3077-5CA9-292E-99A042BD7172}"/>
                    </a:ext>
                  </a:extLst>
                </p:cNvPr>
                <p:cNvSpPr/>
                <p:nvPr/>
              </p:nvSpPr>
              <p:spPr>
                <a:xfrm>
                  <a:off x="3324810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7" name="Rectangle 10296">
                  <a:extLst>
                    <a:ext uri="{FF2B5EF4-FFF2-40B4-BE49-F238E27FC236}">
                      <a16:creationId xmlns:a16="http://schemas.microsoft.com/office/drawing/2014/main" id="{E43809F6-0229-24F6-1A90-AA01454E1E70}"/>
                    </a:ext>
                  </a:extLst>
                </p:cNvPr>
                <p:cNvSpPr/>
                <p:nvPr/>
              </p:nvSpPr>
              <p:spPr>
                <a:xfrm>
                  <a:off x="3324810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8" name="Rectangle 10297">
                  <a:extLst>
                    <a:ext uri="{FF2B5EF4-FFF2-40B4-BE49-F238E27FC236}">
                      <a16:creationId xmlns:a16="http://schemas.microsoft.com/office/drawing/2014/main" id="{C6AB5DED-E45B-1F82-9FDA-A261E48C389D}"/>
                    </a:ext>
                  </a:extLst>
                </p:cNvPr>
                <p:cNvSpPr/>
                <p:nvPr/>
              </p:nvSpPr>
              <p:spPr>
                <a:xfrm>
                  <a:off x="3324810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99" name="Rectangle 10298">
                  <a:extLst>
                    <a:ext uri="{FF2B5EF4-FFF2-40B4-BE49-F238E27FC236}">
                      <a16:creationId xmlns:a16="http://schemas.microsoft.com/office/drawing/2014/main" id="{E7CE2133-56D4-EEF2-B86A-2E448FD54C5E}"/>
                    </a:ext>
                  </a:extLst>
                </p:cNvPr>
                <p:cNvSpPr/>
                <p:nvPr/>
              </p:nvSpPr>
              <p:spPr>
                <a:xfrm>
                  <a:off x="3324810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0" name="Rectangle 10299">
                  <a:extLst>
                    <a:ext uri="{FF2B5EF4-FFF2-40B4-BE49-F238E27FC236}">
                      <a16:creationId xmlns:a16="http://schemas.microsoft.com/office/drawing/2014/main" id="{05820CE8-2430-DAB5-599E-BD714FED7501}"/>
                    </a:ext>
                  </a:extLst>
                </p:cNvPr>
                <p:cNvSpPr/>
                <p:nvPr/>
              </p:nvSpPr>
              <p:spPr>
                <a:xfrm>
                  <a:off x="3324810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1" name="Rectangle 10300">
                  <a:extLst>
                    <a:ext uri="{FF2B5EF4-FFF2-40B4-BE49-F238E27FC236}">
                      <a16:creationId xmlns:a16="http://schemas.microsoft.com/office/drawing/2014/main" id="{D24E7E19-55E0-4C7A-E2F7-525B1915EA62}"/>
                    </a:ext>
                  </a:extLst>
                </p:cNvPr>
                <p:cNvSpPr/>
                <p:nvPr/>
              </p:nvSpPr>
              <p:spPr>
                <a:xfrm>
                  <a:off x="3324810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2" name="Rectangle 10301">
                  <a:extLst>
                    <a:ext uri="{FF2B5EF4-FFF2-40B4-BE49-F238E27FC236}">
                      <a16:creationId xmlns:a16="http://schemas.microsoft.com/office/drawing/2014/main" id="{A75AA79D-244E-86B4-8732-827067A4C0C8}"/>
                    </a:ext>
                  </a:extLst>
                </p:cNvPr>
                <p:cNvSpPr/>
                <p:nvPr/>
              </p:nvSpPr>
              <p:spPr>
                <a:xfrm>
                  <a:off x="3324810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3" name="Rectangle 10302">
                  <a:extLst>
                    <a:ext uri="{FF2B5EF4-FFF2-40B4-BE49-F238E27FC236}">
                      <a16:creationId xmlns:a16="http://schemas.microsoft.com/office/drawing/2014/main" id="{D6CF27C0-1495-AF9C-DA69-D44911A0C6DD}"/>
                    </a:ext>
                  </a:extLst>
                </p:cNvPr>
                <p:cNvSpPr/>
                <p:nvPr/>
              </p:nvSpPr>
              <p:spPr>
                <a:xfrm>
                  <a:off x="3324810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4" name="Rectangle 10303">
                  <a:extLst>
                    <a:ext uri="{FF2B5EF4-FFF2-40B4-BE49-F238E27FC236}">
                      <a16:creationId xmlns:a16="http://schemas.microsoft.com/office/drawing/2014/main" id="{67C5A094-7FF1-990D-EB60-CFD895AAB6ED}"/>
                    </a:ext>
                  </a:extLst>
                </p:cNvPr>
                <p:cNvSpPr/>
                <p:nvPr/>
              </p:nvSpPr>
              <p:spPr>
                <a:xfrm>
                  <a:off x="3324810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5" name="Rectangle 10304">
                  <a:extLst>
                    <a:ext uri="{FF2B5EF4-FFF2-40B4-BE49-F238E27FC236}">
                      <a16:creationId xmlns:a16="http://schemas.microsoft.com/office/drawing/2014/main" id="{A33FF3B8-DDB0-4616-35CE-91AFD785899A}"/>
                    </a:ext>
                  </a:extLst>
                </p:cNvPr>
                <p:cNvSpPr/>
                <p:nvPr/>
              </p:nvSpPr>
              <p:spPr>
                <a:xfrm>
                  <a:off x="3324810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6" name="Rectangle 10305">
                  <a:extLst>
                    <a:ext uri="{FF2B5EF4-FFF2-40B4-BE49-F238E27FC236}">
                      <a16:creationId xmlns:a16="http://schemas.microsoft.com/office/drawing/2014/main" id="{BAB05E8B-200A-CDEA-321C-EF19FFBCB115}"/>
                    </a:ext>
                  </a:extLst>
                </p:cNvPr>
                <p:cNvSpPr/>
                <p:nvPr/>
              </p:nvSpPr>
              <p:spPr>
                <a:xfrm>
                  <a:off x="3324810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7" name="Rectangle 10306">
                  <a:extLst>
                    <a:ext uri="{FF2B5EF4-FFF2-40B4-BE49-F238E27FC236}">
                      <a16:creationId xmlns:a16="http://schemas.microsoft.com/office/drawing/2014/main" id="{234278EF-A448-B0AF-280B-9E102D7CFA45}"/>
                    </a:ext>
                  </a:extLst>
                </p:cNvPr>
                <p:cNvSpPr/>
                <p:nvPr/>
              </p:nvSpPr>
              <p:spPr>
                <a:xfrm>
                  <a:off x="3324810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8" name="Rectangle 10307">
                  <a:extLst>
                    <a:ext uri="{FF2B5EF4-FFF2-40B4-BE49-F238E27FC236}">
                      <a16:creationId xmlns:a16="http://schemas.microsoft.com/office/drawing/2014/main" id="{3820C960-61E0-BE5F-A2A5-C834E6AAF57B}"/>
                    </a:ext>
                  </a:extLst>
                </p:cNvPr>
                <p:cNvSpPr/>
                <p:nvPr/>
              </p:nvSpPr>
              <p:spPr>
                <a:xfrm>
                  <a:off x="3324810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09" name="Rectangle 10308">
                  <a:extLst>
                    <a:ext uri="{FF2B5EF4-FFF2-40B4-BE49-F238E27FC236}">
                      <a16:creationId xmlns:a16="http://schemas.microsoft.com/office/drawing/2014/main" id="{6A41F90F-2B02-03F0-BF4A-33EF1558A399}"/>
                    </a:ext>
                  </a:extLst>
                </p:cNvPr>
                <p:cNvSpPr/>
                <p:nvPr/>
              </p:nvSpPr>
              <p:spPr>
                <a:xfrm>
                  <a:off x="3324810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0" name="Rectangle 10309">
                  <a:extLst>
                    <a:ext uri="{FF2B5EF4-FFF2-40B4-BE49-F238E27FC236}">
                      <a16:creationId xmlns:a16="http://schemas.microsoft.com/office/drawing/2014/main" id="{45A1872A-6A0F-4564-5931-4A59CCFD328E}"/>
                    </a:ext>
                  </a:extLst>
                </p:cNvPr>
                <p:cNvSpPr/>
                <p:nvPr/>
              </p:nvSpPr>
              <p:spPr>
                <a:xfrm>
                  <a:off x="3324810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1" name="Rectangle 10310">
                  <a:extLst>
                    <a:ext uri="{FF2B5EF4-FFF2-40B4-BE49-F238E27FC236}">
                      <a16:creationId xmlns:a16="http://schemas.microsoft.com/office/drawing/2014/main" id="{AC62C7F6-F77A-F68D-B5C5-4C480FC531D8}"/>
                    </a:ext>
                  </a:extLst>
                </p:cNvPr>
                <p:cNvSpPr/>
                <p:nvPr/>
              </p:nvSpPr>
              <p:spPr>
                <a:xfrm>
                  <a:off x="3324810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2" name="Rectangle 10311">
                  <a:extLst>
                    <a:ext uri="{FF2B5EF4-FFF2-40B4-BE49-F238E27FC236}">
                      <a16:creationId xmlns:a16="http://schemas.microsoft.com/office/drawing/2014/main" id="{15CBBE63-6004-D877-D442-A5A16CD0825B}"/>
                    </a:ext>
                  </a:extLst>
                </p:cNvPr>
                <p:cNvSpPr/>
                <p:nvPr/>
              </p:nvSpPr>
              <p:spPr>
                <a:xfrm>
                  <a:off x="3324810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3" name="Rectangle 10312">
                  <a:extLst>
                    <a:ext uri="{FF2B5EF4-FFF2-40B4-BE49-F238E27FC236}">
                      <a16:creationId xmlns:a16="http://schemas.microsoft.com/office/drawing/2014/main" id="{A95BE6E5-B16C-826B-4D54-AF60CA0D0DE8}"/>
                    </a:ext>
                  </a:extLst>
                </p:cNvPr>
                <p:cNvSpPr/>
                <p:nvPr/>
              </p:nvSpPr>
              <p:spPr>
                <a:xfrm>
                  <a:off x="3324810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4" name="Rectangle 10313">
                  <a:extLst>
                    <a:ext uri="{FF2B5EF4-FFF2-40B4-BE49-F238E27FC236}">
                      <a16:creationId xmlns:a16="http://schemas.microsoft.com/office/drawing/2014/main" id="{134D6C50-4A25-9FDB-82E7-34C692EE826C}"/>
                    </a:ext>
                  </a:extLst>
                </p:cNvPr>
                <p:cNvSpPr/>
                <p:nvPr/>
              </p:nvSpPr>
              <p:spPr>
                <a:xfrm>
                  <a:off x="3324810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5" name="Rectangle 10314">
                  <a:extLst>
                    <a:ext uri="{FF2B5EF4-FFF2-40B4-BE49-F238E27FC236}">
                      <a16:creationId xmlns:a16="http://schemas.microsoft.com/office/drawing/2014/main" id="{E10E9C18-3932-1C52-4760-B2218125D536}"/>
                    </a:ext>
                  </a:extLst>
                </p:cNvPr>
                <p:cNvSpPr/>
                <p:nvPr/>
              </p:nvSpPr>
              <p:spPr>
                <a:xfrm>
                  <a:off x="3324810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6" name="Rectangle 10315">
                  <a:extLst>
                    <a:ext uri="{FF2B5EF4-FFF2-40B4-BE49-F238E27FC236}">
                      <a16:creationId xmlns:a16="http://schemas.microsoft.com/office/drawing/2014/main" id="{0F1E7B64-7CAA-04F6-93D6-AAAF3CAEFCEE}"/>
                    </a:ext>
                  </a:extLst>
                </p:cNvPr>
                <p:cNvSpPr/>
                <p:nvPr/>
              </p:nvSpPr>
              <p:spPr>
                <a:xfrm>
                  <a:off x="3324810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7" name="Rectangle 10316">
                  <a:extLst>
                    <a:ext uri="{FF2B5EF4-FFF2-40B4-BE49-F238E27FC236}">
                      <a16:creationId xmlns:a16="http://schemas.microsoft.com/office/drawing/2014/main" id="{0CC71706-24B3-A365-2362-6E721BBEAA3F}"/>
                    </a:ext>
                  </a:extLst>
                </p:cNvPr>
                <p:cNvSpPr/>
                <p:nvPr/>
              </p:nvSpPr>
              <p:spPr>
                <a:xfrm>
                  <a:off x="3324810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8" name="Rectangle 10317">
                  <a:extLst>
                    <a:ext uri="{FF2B5EF4-FFF2-40B4-BE49-F238E27FC236}">
                      <a16:creationId xmlns:a16="http://schemas.microsoft.com/office/drawing/2014/main" id="{5C2A0346-D9E4-6579-0CAF-7161B80F3945}"/>
                    </a:ext>
                  </a:extLst>
                </p:cNvPr>
                <p:cNvSpPr/>
                <p:nvPr/>
              </p:nvSpPr>
              <p:spPr>
                <a:xfrm>
                  <a:off x="3324810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19" name="Rectangle 10318">
                  <a:extLst>
                    <a:ext uri="{FF2B5EF4-FFF2-40B4-BE49-F238E27FC236}">
                      <a16:creationId xmlns:a16="http://schemas.microsoft.com/office/drawing/2014/main" id="{BCB6072A-3EC8-A849-7613-A1FC89AE7024}"/>
                    </a:ext>
                  </a:extLst>
                </p:cNvPr>
                <p:cNvSpPr/>
                <p:nvPr/>
              </p:nvSpPr>
              <p:spPr>
                <a:xfrm>
                  <a:off x="3324810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0" name="Rectangle 10319">
                  <a:extLst>
                    <a:ext uri="{FF2B5EF4-FFF2-40B4-BE49-F238E27FC236}">
                      <a16:creationId xmlns:a16="http://schemas.microsoft.com/office/drawing/2014/main" id="{FB24E611-45AD-7528-5197-7C0C1158B564}"/>
                    </a:ext>
                  </a:extLst>
                </p:cNvPr>
                <p:cNvSpPr/>
                <p:nvPr/>
              </p:nvSpPr>
              <p:spPr>
                <a:xfrm>
                  <a:off x="3324810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1" name="Rectangle 10320">
                  <a:extLst>
                    <a:ext uri="{FF2B5EF4-FFF2-40B4-BE49-F238E27FC236}">
                      <a16:creationId xmlns:a16="http://schemas.microsoft.com/office/drawing/2014/main" id="{E4155D29-7F82-6CBB-151F-FE63C6F6CD9A}"/>
                    </a:ext>
                  </a:extLst>
                </p:cNvPr>
                <p:cNvSpPr/>
                <p:nvPr/>
              </p:nvSpPr>
              <p:spPr>
                <a:xfrm>
                  <a:off x="3324810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2" name="Rectangle 10321">
                  <a:extLst>
                    <a:ext uri="{FF2B5EF4-FFF2-40B4-BE49-F238E27FC236}">
                      <a16:creationId xmlns:a16="http://schemas.microsoft.com/office/drawing/2014/main" id="{1BF37367-C859-FC9E-1DB3-99F71975CCBB}"/>
                    </a:ext>
                  </a:extLst>
                </p:cNvPr>
                <p:cNvSpPr/>
                <p:nvPr/>
              </p:nvSpPr>
              <p:spPr>
                <a:xfrm>
                  <a:off x="3324810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3" name="Rectangle 10322">
                  <a:extLst>
                    <a:ext uri="{FF2B5EF4-FFF2-40B4-BE49-F238E27FC236}">
                      <a16:creationId xmlns:a16="http://schemas.microsoft.com/office/drawing/2014/main" id="{29517697-3108-42AA-F837-A240E7D439C4}"/>
                    </a:ext>
                  </a:extLst>
                </p:cNvPr>
                <p:cNvSpPr/>
                <p:nvPr/>
              </p:nvSpPr>
              <p:spPr>
                <a:xfrm>
                  <a:off x="3324810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4" name="Rectangle 10323">
                  <a:extLst>
                    <a:ext uri="{FF2B5EF4-FFF2-40B4-BE49-F238E27FC236}">
                      <a16:creationId xmlns:a16="http://schemas.microsoft.com/office/drawing/2014/main" id="{D2D50AD4-4888-57D1-245C-1C624BCC6143}"/>
                    </a:ext>
                  </a:extLst>
                </p:cNvPr>
                <p:cNvSpPr/>
                <p:nvPr/>
              </p:nvSpPr>
              <p:spPr>
                <a:xfrm>
                  <a:off x="3324810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5" name="Rectangle 10324">
                  <a:extLst>
                    <a:ext uri="{FF2B5EF4-FFF2-40B4-BE49-F238E27FC236}">
                      <a16:creationId xmlns:a16="http://schemas.microsoft.com/office/drawing/2014/main" id="{7B8260D6-E257-00CF-A77D-5C038BFC6AD2}"/>
                    </a:ext>
                  </a:extLst>
                </p:cNvPr>
                <p:cNvSpPr/>
                <p:nvPr/>
              </p:nvSpPr>
              <p:spPr>
                <a:xfrm>
                  <a:off x="3324810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6" name="Rectangle 10325">
                  <a:extLst>
                    <a:ext uri="{FF2B5EF4-FFF2-40B4-BE49-F238E27FC236}">
                      <a16:creationId xmlns:a16="http://schemas.microsoft.com/office/drawing/2014/main" id="{1B7C58A7-BA93-DE93-5837-F8D5CEB94A18}"/>
                    </a:ext>
                  </a:extLst>
                </p:cNvPr>
                <p:cNvSpPr/>
                <p:nvPr/>
              </p:nvSpPr>
              <p:spPr>
                <a:xfrm>
                  <a:off x="3324810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7" name="Rectangle 10326">
                  <a:extLst>
                    <a:ext uri="{FF2B5EF4-FFF2-40B4-BE49-F238E27FC236}">
                      <a16:creationId xmlns:a16="http://schemas.microsoft.com/office/drawing/2014/main" id="{9C629A83-CEC3-CE1B-7926-D7CD5F3DFB54}"/>
                    </a:ext>
                  </a:extLst>
                </p:cNvPr>
                <p:cNvSpPr/>
                <p:nvPr/>
              </p:nvSpPr>
              <p:spPr>
                <a:xfrm>
                  <a:off x="3324810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8" name="Rectangle 10327">
                  <a:extLst>
                    <a:ext uri="{FF2B5EF4-FFF2-40B4-BE49-F238E27FC236}">
                      <a16:creationId xmlns:a16="http://schemas.microsoft.com/office/drawing/2014/main" id="{52A7E511-152A-B4CB-C091-97993FE3AFF5}"/>
                    </a:ext>
                  </a:extLst>
                </p:cNvPr>
                <p:cNvSpPr/>
                <p:nvPr/>
              </p:nvSpPr>
              <p:spPr>
                <a:xfrm>
                  <a:off x="3324810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29" name="Rectangle 10328">
                  <a:extLst>
                    <a:ext uri="{FF2B5EF4-FFF2-40B4-BE49-F238E27FC236}">
                      <a16:creationId xmlns:a16="http://schemas.microsoft.com/office/drawing/2014/main" id="{FCCB9BC2-66A0-B2A3-1E1F-367FDA186461}"/>
                    </a:ext>
                  </a:extLst>
                </p:cNvPr>
                <p:cNvSpPr/>
                <p:nvPr/>
              </p:nvSpPr>
              <p:spPr>
                <a:xfrm>
                  <a:off x="3324810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0" name="Rectangle 10329">
                  <a:extLst>
                    <a:ext uri="{FF2B5EF4-FFF2-40B4-BE49-F238E27FC236}">
                      <a16:creationId xmlns:a16="http://schemas.microsoft.com/office/drawing/2014/main" id="{18D7EDC8-E3BA-E797-B524-D875990C6471}"/>
                    </a:ext>
                  </a:extLst>
                </p:cNvPr>
                <p:cNvSpPr/>
                <p:nvPr/>
              </p:nvSpPr>
              <p:spPr>
                <a:xfrm>
                  <a:off x="3324810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1" name="Rectangle 10330">
                  <a:extLst>
                    <a:ext uri="{FF2B5EF4-FFF2-40B4-BE49-F238E27FC236}">
                      <a16:creationId xmlns:a16="http://schemas.microsoft.com/office/drawing/2014/main" id="{F50C3DBD-F981-EB1F-B9F2-576CA6B77898}"/>
                    </a:ext>
                  </a:extLst>
                </p:cNvPr>
                <p:cNvSpPr/>
                <p:nvPr/>
              </p:nvSpPr>
              <p:spPr>
                <a:xfrm>
                  <a:off x="3324810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2" name="Rectangle 10331">
                  <a:extLst>
                    <a:ext uri="{FF2B5EF4-FFF2-40B4-BE49-F238E27FC236}">
                      <a16:creationId xmlns:a16="http://schemas.microsoft.com/office/drawing/2014/main" id="{CD253A92-F026-9808-3EF2-0F535DB6D0D7}"/>
                    </a:ext>
                  </a:extLst>
                </p:cNvPr>
                <p:cNvSpPr/>
                <p:nvPr/>
              </p:nvSpPr>
              <p:spPr>
                <a:xfrm>
                  <a:off x="3324810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3" name="Rectangle 10332">
                  <a:extLst>
                    <a:ext uri="{FF2B5EF4-FFF2-40B4-BE49-F238E27FC236}">
                      <a16:creationId xmlns:a16="http://schemas.microsoft.com/office/drawing/2014/main" id="{B09E3329-FB33-2ADF-6EA5-BCADD6FA41A1}"/>
                    </a:ext>
                  </a:extLst>
                </p:cNvPr>
                <p:cNvSpPr/>
                <p:nvPr/>
              </p:nvSpPr>
              <p:spPr>
                <a:xfrm>
                  <a:off x="3324810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4" name="Rectangle 10333">
                  <a:extLst>
                    <a:ext uri="{FF2B5EF4-FFF2-40B4-BE49-F238E27FC236}">
                      <a16:creationId xmlns:a16="http://schemas.microsoft.com/office/drawing/2014/main" id="{19E6A8A8-A753-C3F8-59CE-1B13409D8486}"/>
                    </a:ext>
                  </a:extLst>
                </p:cNvPr>
                <p:cNvSpPr/>
                <p:nvPr/>
              </p:nvSpPr>
              <p:spPr>
                <a:xfrm>
                  <a:off x="3324810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5" name="Rectangle 10334">
                  <a:extLst>
                    <a:ext uri="{FF2B5EF4-FFF2-40B4-BE49-F238E27FC236}">
                      <a16:creationId xmlns:a16="http://schemas.microsoft.com/office/drawing/2014/main" id="{EA223FEC-FA27-F727-E149-8C086DEC6F76}"/>
                    </a:ext>
                  </a:extLst>
                </p:cNvPr>
                <p:cNvSpPr/>
                <p:nvPr/>
              </p:nvSpPr>
              <p:spPr>
                <a:xfrm>
                  <a:off x="3324810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6" name="Rectangle 10335">
                  <a:extLst>
                    <a:ext uri="{FF2B5EF4-FFF2-40B4-BE49-F238E27FC236}">
                      <a16:creationId xmlns:a16="http://schemas.microsoft.com/office/drawing/2014/main" id="{E14E20C7-FCDF-5EF2-3729-3FB01B9BB7E6}"/>
                    </a:ext>
                  </a:extLst>
                </p:cNvPr>
                <p:cNvSpPr/>
                <p:nvPr/>
              </p:nvSpPr>
              <p:spPr>
                <a:xfrm>
                  <a:off x="3324810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7" name="Rectangle 10336">
                  <a:extLst>
                    <a:ext uri="{FF2B5EF4-FFF2-40B4-BE49-F238E27FC236}">
                      <a16:creationId xmlns:a16="http://schemas.microsoft.com/office/drawing/2014/main" id="{5491F696-D2E8-EC44-41AC-9B589EF19E3F}"/>
                    </a:ext>
                  </a:extLst>
                </p:cNvPr>
                <p:cNvSpPr/>
                <p:nvPr/>
              </p:nvSpPr>
              <p:spPr>
                <a:xfrm>
                  <a:off x="3324810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8" name="Rectangle 10337">
                  <a:extLst>
                    <a:ext uri="{FF2B5EF4-FFF2-40B4-BE49-F238E27FC236}">
                      <a16:creationId xmlns:a16="http://schemas.microsoft.com/office/drawing/2014/main" id="{6E688423-4C20-52B2-8344-96EE61F675F5}"/>
                    </a:ext>
                  </a:extLst>
                </p:cNvPr>
                <p:cNvSpPr/>
                <p:nvPr/>
              </p:nvSpPr>
              <p:spPr>
                <a:xfrm>
                  <a:off x="3324810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39" name="Rectangle 10338">
                  <a:extLst>
                    <a:ext uri="{FF2B5EF4-FFF2-40B4-BE49-F238E27FC236}">
                      <a16:creationId xmlns:a16="http://schemas.microsoft.com/office/drawing/2014/main" id="{E6E275DF-512A-8D59-591F-49EF9F42EA9B}"/>
                    </a:ext>
                  </a:extLst>
                </p:cNvPr>
                <p:cNvSpPr/>
                <p:nvPr/>
              </p:nvSpPr>
              <p:spPr>
                <a:xfrm>
                  <a:off x="3324810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0" name="Rectangle 10339">
                  <a:extLst>
                    <a:ext uri="{FF2B5EF4-FFF2-40B4-BE49-F238E27FC236}">
                      <a16:creationId xmlns:a16="http://schemas.microsoft.com/office/drawing/2014/main" id="{D830689E-41A5-82BF-8B19-11412DB2547B}"/>
                    </a:ext>
                  </a:extLst>
                </p:cNvPr>
                <p:cNvSpPr/>
                <p:nvPr/>
              </p:nvSpPr>
              <p:spPr>
                <a:xfrm>
                  <a:off x="3324810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1" name="Rectangle 10340">
                  <a:extLst>
                    <a:ext uri="{FF2B5EF4-FFF2-40B4-BE49-F238E27FC236}">
                      <a16:creationId xmlns:a16="http://schemas.microsoft.com/office/drawing/2014/main" id="{AE0AB3D3-BAC2-D89A-5E97-C65D5BBB8800}"/>
                    </a:ext>
                  </a:extLst>
                </p:cNvPr>
                <p:cNvSpPr/>
                <p:nvPr/>
              </p:nvSpPr>
              <p:spPr>
                <a:xfrm>
                  <a:off x="3324810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2" name="Rectangle 10341">
                  <a:extLst>
                    <a:ext uri="{FF2B5EF4-FFF2-40B4-BE49-F238E27FC236}">
                      <a16:creationId xmlns:a16="http://schemas.microsoft.com/office/drawing/2014/main" id="{1407F1E7-9BA8-AA48-639E-222C098B2B94}"/>
                    </a:ext>
                  </a:extLst>
                </p:cNvPr>
                <p:cNvSpPr/>
                <p:nvPr/>
              </p:nvSpPr>
              <p:spPr>
                <a:xfrm>
                  <a:off x="3324810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3" name="Rectangle 10342">
                  <a:extLst>
                    <a:ext uri="{FF2B5EF4-FFF2-40B4-BE49-F238E27FC236}">
                      <a16:creationId xmlns:a16="http://schemas.microsoft.com/office/drawing/2014/main" id="{900A199E-545D-DF71-FCF9-A5F9D2DFE2EA}"/>
                    </a:ext>
                  </a:extLst>
                </p:cNvPr>
                <p:cNvSpPr/>
                <p:nvPr/>
              </p:nvSpPr>
              <p:spPr>
                <a:xfrm>
                  <a:off x="3324810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4" name="Rectangle 10343">
                  <a:extLst>
                    <a:ext uri="{FF2B5EF4-FFF2-40B4-BE49-F238E27FC236}">
                      <a16:creationId xmlns:a16="http://schemas.microsoft.com/office/drawing/2014/main" id="{B8A5604C-0BAE-9854-C349-E2DE6E0D60F8}"/>
                    </a:ext>
                  </a:extLst>
                </p:cNvPr>
                <p:cNvSpPr/>
                <p:nvPr/>
              </p:nvSpPr>
              <p:spPr>
                <a:xfrm>
                  <a:off x="3324810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5" name="Rectangle 10344">
                  <a:extLst>
                    <a:ext uri="{FF2B5EF4-FFF2-40B4-BE49-F238E27FC236}">
                      <a16:creationId xmlns:a16="http://schemas.microsoft.com/office/drawing/2014/main" id="{A2FF5763-AD86-A8B7-016F-69BFCBA7443C}"/>
                    </a:ext>
                  </a:extLst>
                </p:cNvPr>
                <p:cNvSpPr/>
                <p:nvPr/>
              </p:nvSpPr>
              <p:spPr>
                <a:xfrm>
                  <a:off x="3324810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6" name="Rectangle 10345">
                  <a:extLst>
                    <a:ext uri="{FF2B5EF4-FFF2-40B4-BE49-F238E27FC236}">
                      <a16:creationId xmlns:a16="http://schemas.microsoft.com/office/drawing/2014/main" id="{99A5D4AD-2473-AD1D-891E-3B1018A2391C}"/>
                    </a:ext>
                  </a:extLst>
                </p:cNvPr>
                <p:cNvSpPr/>
                <p:nvPr/>
              </p:nvSpPr>
              <p:spPr>
                <a:xfrm>
                  <a:off x="3324810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7" name="Rectangle 10346">
                  <a:extLst>
                    <a:ext uri="{FF2B5EF4-FFF2-40B4-BE49-F238E27FC236}">
                      <a16:creationId xmlns:a16="http://schemas.microsoft.com/office/drawing/2014/main" id="{908D6117-B3D6-4EC4-5D65-7E0A475526C6}"/>
                    </a:ext>
                  </a:extLst>
                </p:cNvPr>
                <p:cNvSpPr/>
                <p:nvPr/>
              </p:nvSpPr>
              <p:spPr>
                <a:xfrm>
                  <a:off x="3324810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8" name="Rectangle 10347">
                  <a:extLst>
                    <a:ext uri="{FF2B5EF4-FFF2-40B4-BE49-F238E27FC236}">
                      <a16:creationId xmlns:a16="http://schemas.microsoft.com/office/drawing/2014/main" id="{E6DD5711-5640-22AC-A7B8-BC93116306EE}"/>
                    </a:ext>
                  </a:extLst>
                </p:cNvPr>
                <p:cNvSpPr/>
                <p:nvPr/>
              </p:nvSpPr>
              <p:spPr>
                <a:xfrm>
                  <a:off x="3324810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49" name="Rectangle 10348">
                  <a:extLst>
                    <a:ext uri="{FF2B5EF4-FFF2-40B4-BE49-F238E27FC236}">
                      <a16:creationId xmlns:a16="http://schemas.microsoft.com/office/drawing/2014/main" id="{1B78A625-AEEA-F6DC-DCD0-F8A48B0A178C}"/>
                    </a:ext>
                  </a:extLst>
                </p:cNvPr>
                <p:cNvSpPr/>
                <p:nvPr/>
              </p:nvSpPr>
              <p:spPr>
                <a:xfrm>
                  <a:off x="3324810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0" name="Rectangle 10349">
                  <a:extLst>
                    <a:ext uri="{FF2B5EF4-FFF2-40B4-BE49-F238E27FC236}">
                      <a16:creationId xmlns:a16="http://schemas.microsoft.com/office/drawing/2014/main" id="{1B7DC22A-4428-3CB0-0CCD-128B285394C9}"/>
                    </a:ext>
                  </a:extLst>
                </p:cNvPr>
                <p:cNvSpPr/>
                <p:nvPr/>
              </p:nvSpPr>
              <p:spPr>
                <a:xfrm>
                  <a:off x="3324810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1" name="Rectangle 10350">
                  <a:extLst>
                    <a:ext uri="{FF2B5EF4-FFF2-40B4-BE49-F238E27FC236}">
                      <a16:creationId xmlns:a16="http://schemas.microsoft.com/office/drawing/2014/main" id="{76690662-EA0D-2C88-40A7-C2F912EED8BC}"/>
                    </a:ext>
                  </a:extLst>
                </p:cNvPr>
                <p:cNvSpPr/>
                <p:nvPr/>
              </p:nvSpPr>
              <p:spPr>
                <a:xfrm>
                  <a:off x="3324810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2" name="Rectangle 10351">
                  <a:extLst>
                    <a:ext uri="{FF2B5EF4-FFF2-40B4-BE49-F238E27FC236}">
                      <a16:creationId xmlns:a16="http://schemas.microsoft.com/office/drawing/2014/main" id="{982C86F2-A319-3C57-783F-3C5D6842CBD4}"/>
                    </a:ext>
                  </a:extLst>
                </p:cNvPr>
                <p:cNvSpPr/>
                <p:nvPr/>
              </p:nvSpPr>
              <p:spPr>
                <a:xfrm>
                  <a:off x="3324810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3" name="Rectangle 10352">
                  <a:extLst>
                    <a:ext uri="{FF2B5EF4-FFF2-40B4-BE49-F238E27FC236}">
                      <a16:creationId xmlns:a16="http://schemas.microsoft.com/office/drawing/2014/main" id="{E83B3162-E328-A31C-F96B-8368A67C0FA3}"/>
                    </a:ext>
                  </a:extLst>
                </p:cNvPr>
                <p:cNvSpPr/>
                <p:nvPr/>
              </p:nvSpPr>
              <p:spPr>
                <a:xfrm>
                  <a:off x="3324810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4" name="Rectangle 10353">
                  <a:extLst>
                    <a:ext uri="{FF2B5EF4-FFF2-40B4-BE49-F238E27FC236}">
                      <a16:creationId xmlns:a16="http://schemas.microsoft.com/office/drawing/2014/main" id="{9EA129D2-2E73-29B1-ACCB-A3CE915A6D48}"/>
                    </a:ext>
                  </a:extLst>
                </p:cNvPr>
                <p:cNvSpPr/>
                <p:nvPr/>
              </p:nvSpPr>
              <p:spPr>
                <a:xfrm>
                  <a:off x="3506035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5" name="Rectangle 10354">
                  <a:extLst>
                    <a:ext uri="{FF2B5EF4-FFF2-40B4-BE49-F238E27FC236}">
                      <a16:creationId xmlns:a16="http://schemas.microsoft.com/office/drawing/2014/main" id="{7E146D27-B8CB-B066-D3D5-9499CD5AFD60}"/>
                    </a:ext>
                  </a:extLst>
                </p:cNvPr>
                <p:cNvSpPr/>
                <p:nvPr/>
              </p:nvSpPr>
              <p:spPr>
                <a:xfrm>
                  <a:off x="3506035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6" name="Rectangle 10355">
                  <a:extLst>
                    <a:ext uri="{FF2B5EF4-FFF2-40B4-BE49-F238E27FC236}">
                      <a16:creationId xmlns:a16="http://schemas.microsoft.com/office/drawing/2014/main" id="{C0610FEA-0FF6-0078-A87B-3C041ED1BC54}"/>
                    </a:ext>
                  </a:extLst>
                </p:cNvPr>
                <p:cNvSpPr/>
                <p:nvPr/>
              </p:nvSpPr>
              <p:spPr>
                <a:xfrm>
                  <a:off x="3506035" y="214310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7" name="Rectangle 10356">
                  <a:extLst>
                    <a:ext uri="{FF2B5EF4-FFF2-40B4-BE49-F238E27FC236}">
                      <a16:creationId xmlns:a16="http://schemas.microsoft.com/office/drawing/2014/main" id="{94969133-D2F2-91E7-1AC7-C718E4341C3B}"/>
                    </a:ext>
                  </a:extLst>
                </p:cNvPr>
                <p:cNvSpPr/>
                <p:nvPr/>
              </p:nvSpPr>
              <p:spPr>
                <a:xfrm>
                  <a:off x="3506035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8" name="Rectangle 10357">
                  <a:extLst>
                    <a:ext uri="{FF2B5EF4-FFF2-40B4-BE49-F238E27FC236}">
                      <a16:creationId xmlns:a16="http://schemas.microsoft.com/office/drawing/2014/main" id="{AB6CAF29-1792-F9F0-8B67-BFA0907D66C1}"/>
                    </a:ext>
                  </a:extLst>
                </p:cNvPr>
                <p:cNvSpPr/>
                <p:nvPr/>
              </p:nvSpPr>
              <p:spPr>
                <a:xfrm>
                  <a:off x="3506035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59" name="Rectangle 10358">
                  <a:extLst>
                    <a:ext uri="{FF2B5EF4-FFF2-40B4-BE49-F238E27FC236}">
                      <a16:creationId xmlns:a16="http://schemas.microsoft.com/office/drawing/2014/main" id="{97C89D02-B221-BA60-6EAD-4FF50019A5FE}"/>
                    </a:ext>
                  </a:extLst>
                </p:cNvPr>
                <p:cNvSpPr/>
                <p:nvPr/>
              </p:nvSpPr>
              <p:spPr>
                <a:xfrm>
                  <a:off x="3506035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0" name="Rectangle 10359">
                  <a:extLst>
                    <a:ext uri="{FF2B5EF4-FFF2-40B4-BE49-F238E27FC236}">
                      <a16:creationId xmlns:a16="http://schemas.microsoft.com/office/drawing/2014/main" id="{07D069BD-2825-730E-9090-D286468E11A8}"/>
                    </a:ext>
                  </a:extLst>
                </p:cNvPr>
                <p:cNvSpPr/>
                <p:nvPr/>
              </p:nvSpPr>
              <p:spPr>
                <a:xfrm>
                  <a:off x="3506035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1" name="Rectangle 10360">
                  <a:extLst>
                    <a:ext uri="{FF2B5EF4-FFF2-40B4-BE49-F238E27FC236}">
                      <a16:creationId xmlns:a16="http://schemas.microsoft.com/office/drawing/2014/main" id="{48DE7458-5427-4D55-A678-E95323F730E3}"/>
                    </a:ext>
                  </a:extLst>
                </p:cNvPr>
                <p:cNvSpPr/>
                <p:nvPr/>
              </p:nvSpPr>
              <p:spPr>
                <a:xfrm>
                  <a:off x="3506035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2" name="Rectangle 10361">
                  <a:extLst>
                    <a:ext uri="{FF2B5EF4-FFF2-40B4-BE49-F238E27FC236}">
                      <a16:creationId xmlns:a16="http://schemas.microsoft.com/office/drawing/2014/main" id="{B18ED9DA-3EA5-EADB-9A28-21C3CF0F65C3}"/>
                    </a:ext>
                  </a:extLst>
                </p:cNvPr>
                <p:cNvSpPr/>
                <p:nvPr/>
              </p:nvSpPr>
              <p:spPr>
                <a:xfrm>
                  <a:off x="3506035" y="2454885"/>
                  <a:ext cx="181224" cy="51942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3" name="Rectangle 10362">
                  <a:extLst>
                    <a:ext uri="{FF2B5EF4-FFF2-40B4-BE49-F238E27FC236}">
                      <a16:creationId xmlns:a16="http://schemas.microsoft.com/office/drawing/2014/main" id="{3CFC1C7B-E556-1444-76DA-BF53D9857097}"/>
                    </a:ext>
                  </a:extLst>
                </p:cNvPr>
                <p:cNvSpPr/>
                <p:nvPr/>
              </p:nvSpPr>
              <p:spPr>
                <a:xfrm>
                  <a:off x="3506035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4" name="Rectangle 10363">
                  <a:extLst>
                    <a:ext uri="{FF2B5EF4-FFF2-40B4-BE49-F238E27FC236}">
                      <a16:creationId xmlns:a16="http://schemas.microsoft.com/office/drawing/2014/main" id="{1FD38E3A-0E64-D177-5F9A-76CC5582973B}"/>
                    </a:ext>
                  </a:extLst>
                </p:cNvPr>
                <p:cNvSpPr/>
                <p:nvPr/>
              </p:nvSpPr>
              <p:spPr>
                <a:xfrm>
                  <a:off x="3506035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5" name="Rectangle 10364">
                  <a:extLst>
                    <a:ext uri="{FF2B5EF4-FFF2-40B4-BE49-F238E27FC236}">
                      <a16:creationId xmlns:a16="http://schemas.microsoft.com/office/drawing/2014/main" id="{DB75115C-A5F8-D3F2-8E5E-EBFB9485D69F}"/>
                    </a:ext>
                  </a:extLst>
                </p:cNvPr>
                <p:cNvSpPr/>
                <p:nvPr/>
              </p:nvSpPr>
              <p:spPr>
                <a:xfrm>
                  <a:off x="3506035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6" name="Rectangle 10365">
                  <a:extLst>
                    <a:ext uri="{FF2B5EF4-FFF2-40B4-BE49-F238E27FC236}">
                      <a16:creationId xmlns:a16="http://schemas.microsoft.com/office/drawing/2014/main" id="{563A5177-82F4-C252-3F50-39FEAF235B89}"/>
                    </a:ext>
                  </a:extLst>
                </p:cNvPr>
                <p:cNvSpPr/>
                <p:nvPr/>
              </p:nvSpPr>
              <p:spPr>
                <a:xfrm>
                  <a:off x="3506035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7" name="Rectangle 10366">
                  <a:extLst>
                    <a:ext uri="{FF2B5EF4-FFF2-40B4-BE49-F238E27FC236}">
                      <a16:creationId xmlns:a16="http://schemas.microsoft.com/office/drawing/2014/main" id="{95FA91C0-A07E-B661-BC46-EDB195D987AF}"/>
                    </a:ext>
                  </a:extLst>
                </p:cNvPr>
                <p:cNvSpPr/>
                <p:nvPr/>
              </p:nvSpPr>
              <p:spPr>
                <a:xfrm>
                  <a:off x="3506035" y="2714727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8" name="Rectangle 10367">
                  <a:extLst>
                    <a:ext uri="{FF2B5EF4-FFF2-40B4-BE49-F238E27FC236}">
                      <a16:creationId xmlns:a16="http://schemas.microsoft.com/office/drawing/2014/main" id="{45AC7E02-068A-7A55-F599-F287470D4918}"/>
                    </a:ext>
                  </a:extLst>
                </p:cNvPr>
                <p:cNvSpPr/>
                <p:nvPr/>
              </p:nvSpPr>
              <p:spPr>
                <a:xfrm>
                  <a:off x="3506035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69" name="Rectangle 10368">
                  <a:extLst>
                    <a:ext uri="{FF2B5EF4-FFF2-40B4-BE49-F238E27FC236}">
                      <a16:creationId xmlns:a16="http://schemas.microsoft.com/office/drawing/2014/main" id="{0D9136BC-9F5B-FF80-FD52-8F74A3622A05}"/>
                    </a:ext>
                  </a:extLst>
                </p:cNvPr>
                <p:cNvSpPr/>
                <p:nvPr/>
              </p:nvSpPr>
              <p:spPr>
                <a:xfrm>
                  <a:off x="3506035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0" name="Rectangle 10369">
                  <a:extLst>
                    <a:ext uri="{FF2B5EF4-FFF2-40B4-BE49-F238E27FC236}">
                      <a16:creationId xmlns:a16="http://schemas.microsoft.com/office/drawing/2014/main" id="{AA9DDBAE-5B9F-4C7C-768C-70CEEA1F4847}"/>
                    </a:ext>
                  </a:extLst>
                </p:cNvPr>
                <p:cNvSpPr/>
                <p:nvPr/>
              </p:nvSpPr>
              <p:spPr>
                <a:xfrm>
                  <a:off x="3506035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1" name="Rectangle 10370">
                  <a:extLst>
                    <a:ext uri="{FF2B5EF4-FFF2-40B4-BE49-F238E27FC236}">
                      <a16:creationId xmlns:a16="http://schemas.microsoft.com/office/drawing/2014/main" id="{24942C7F-FAA8-C99E-F15A-A972FEEA316C}"/>
                    </a:ext>
                  </a:extLst>
                </p:cNvPr>
                <p:cNvSpPr/>
                <p:nvPr/>
              </p:nvSpPr>
              <p:spPr>
                <a:xfrm>
                  <a:off x="3506035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2" name="Rectangle 10371">
                  <a:extLst>
                    <a:ext uri="{FF2B5EF4-FFF2-40B4-BE49-F238E27FC236}">
                      <a16:creationId xmlns:a16="http://schemas.microsoft.com/office/drawing/2014/main" id="{C1D2E82A-837F-8297-9DED-3D9F8B94BEEC}"/>
                    </a:ext>
                  </a:extLst>
                </p:cNvPr>
                <p:cNvSpPr/>
                <p:nvPr/>
              </p:nvSpPr>
              <p:spPr>
                <a:xfrm>
                  <a:off x="3506035" y="2974569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3" name="Rectangle 10372">
                  <a:extLst>
                    <a:ext uri="{FF2B5EF4-FFF2-40B4-BE49-F238E27FC236}">
                      <a16:creationId xmlns:a16="http://schemas.microsoft.com/office/drawing/2014/main" id="{D009628D-3B95-5678-DF45-0F2281534B38}"/>
                    </a:ext>
                  </a:extLst>
                </p:cNvPr>
                <p:cNvSpPr/>
                <p:nvPr/>
              </p:nvSpPr>
              <p:spPr>
                <a:xfrm>
                  <a:off x="3506035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4" name="Rectangle 10373">
                  <a:extLst>
                    <a:ext uri="{FF2B5EF4-FFF2-40B4-BE49-F238E27FC236}">
                      <a16:creationId xmlns:a16="http://schemas.microsoft.com/office/drawing/2014/main" id="{E661F927-E0A3-AEDB-C38C-8E00AB5226FB}"/>
                    </a:ext>
                  </a:extLst>
                </p:cNvPr>
                <p:cNvSpPr/>
                <p:nvPr/>
              </p:nvSpPr>
              <p:spPr>
                <a:xfrm>
                  <a:off x="3506035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5" name="Rectangle 10374">
                  <a:extLst>
                    <a:ext uri="{FF2B5EF4-FFF2-40B4-BE49-F238E27FC236}">
                      <a16:creationId xmlns:a16="http://schemas.microsoft.com/office/drawing/2014/main" id="{99F5CA41-2B9B-CD9C-F169-62637C02C8E9}"/>
                    </a:ext>
                  </a:extLst>
                </p:cNvPr>
                <p:cNvSpPr/>
                <p:nvPr/>
              </p:nvSpPr>
              <p:spPr>
                <a:xfrm>
                  <a:off x="3506035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6" name="Rectangle 10375">
                  <a:extLst>
                    <a:ext uri="{FF2B5EF4-FFF2-40B4-BE49-F238E27FC236}">
                      <a16:creationId xmlns:a16="http://schemas.microsoft.com/office/drawing/2014/main" id="{6772E97C-8D4B-FFB9-CAB2-F584292C5DC6}"/>
                    </a:ext>
                  </a:extLst>
                </p:cNvPr>
                <p:cNvSpPr/>
                <p:nvPr/>
              </p:nvSpPr>
              <p:spPr>
                <a:xfrm>
                  <a:off x="3506035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7" name="Rectangle 10376">
                  <a:extLst>
                    <a:ext uri="{FF2B5EF4-FFF2-40B4-BE49-F238E27FC236}">
                      <a16:creationId xmlns:a16="http://schemas.microsoft.com/office/drawing/2014/main" id="{7B2104EE-A50B-2705-490F-9FC4831655D9}"/>
                    </a:ext>
                  </a:extLst>
                </p:cNvPr>
                <p:cNvSpPr/>
                <p:nvPr/>
              </p:nvSpPr>
              <p:spPr>
                <a:xfrm>
                  <a:off x="3506035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8" name="Rectangle 10377">
                  <a:extLst>
                    <a:ext uri="{FF2B5EF4-FFF2-40B4-BE49-F238E27FC236}">
                      <a16:creationId xmlns:a16="http://schemas.microsoft.com/office/drawing/2014/main" id="{E16DED69-0C46-943A-9AD6-3D60415EB7C0}"/>
                    </a:ext>
                  </a:extLst>
                </p:cNvPr>
                <p:cNvSpPr/>
                <p:nvPr/>
              </p:nvSpPr>
              <p:spPr>
                <a:xfrm>
                  <a:off x="3506035" y="328635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9" name="Rectangle 10378">
                  <a:extLst>
                    <a:ext uri="{FF2B5EF4-FFF2-40B4-BE49-F238E27FC236}">
                      <a16:creationId xmlns:a16="http://schemas.microsoft.com/office/drawing/2014/main" id="{5FCD647C-4E52-6DA9-EAE6-9A2D20D1E744}"/>
                    </a:ext>
                  </a:extLst>
                </p:cNvPr>
                <p:cNvSpPr/>
                <p:nvPr/>
              </p:nvSpPr>
              <p:spPr>
                <a:xfrm>
                  <a:off x="3506035" y="333829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0" name="Rectangle 10379">
                  <a:extLst>
                    <a:ext uri="{FF2B5EF4-FFF2-40B4-BE49-F238E27FC236}">
                      <a16:creationId xmlns:a16="http://schemas.microsoft.com/office/drawing/2014/main" id="{EC73C997-86D6-78CA-2B43-9F5DFBA27CC7}"/>
                    </a:ext>
                  </a:extLst>
                </p:cNvPr>
                <p:cNvSpPr/>
                <p:nvPr/>
              </p:nvSpPr>
              <p:spPr>
                <a:xfrm>
                  <a:off x="3506035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1" name="Rectangle 10380">
                  <a:extLst>
                    <a:ext uri="{FF2B5EF4-FFF2-40B4-BE49-F238E27FC236}">
                      <a16:creationId xmlns:a16="http://schemas.microsoft.com/office/drawing/2014/main" id="{AA6FD78E-6014-755C-A1CA-D1A7A64024E4}"/>
                    </a:ext>
                  </a:extLst>
                </p:cNvPr>
                <p:cNvSpPr/>
                <p:nvPr/>
              </p:nvSpPr>
              <p:spPr>
                <a:xfrm>
                  <a:off x="3506035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2" name="Rectangle 10381">
                  <a:extLst>
                    <a:ext uri="{FF2B5EF4-FFF2-40B4-BE49-F238E27FC236}">
                      <a16:creationId xmlns:a16="http://schemas.microsoft.com/office/drawing/2014/main" id="{111E1359-B1AB-88B5-7573-4822588EC3E6}"/>
                    </a:ext>
                  </a:extLst>
                </p:cNvPr>
                <p:cNvSpPr/>
                <p:nvPr/>
              </p:nvSpPr>
              <p:spPr>
                <a:xfrm>
                  <a:off x="3506035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3" name="Rectangle 10382">
                  <a:extLst>
                    <a:ext uri="{FF2B5EF4-FFF2-40B4-BE49-F238E27FC236}">
                      <a16:creationId xmlns:a16="http://schemas.microsoft.com/office/drawing/2014/main" id="{D61392AD-31A7-7AC0-6FD5-B50B23E3FC8D}"/>
                    </a:ext>
                  </a:extLst>
                </p:cNvPr>
                <p:cNvSpPr/>
                <p:nvPr/>
              </p:nvSpPr>
              <p:spPr>
                <a:xfrm>
                  <a:off x="3506035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4" name="Rectangle 10383">
                  <a:extLst>
                    <a:ext uri="{FF2B5EF4-FFF2-40B4-BE49-F238E27FC236}">
                      <a16:creationId xmlns:a16="http://schemas.microsoft.com/office/drawing/2014/main" id="{2675A630-3B13-C484-E9E0-1B488B97A11E}"/>
                    </a:ext>
                  </a:extLst>
                </p:cNvPr>
                <p:cNvSpPr/>
                <p:nvPr/>
              </p:nvSpPr>
              <p:spPr>
                <a:xfrm>
                  <a:off x="3506035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5" name="Rectangle 10384">
                  <a:extLst>
                    <a:ext uri="{FF2B5EF4-FFF2-40B4-BE49-F238E27FC236}">
                      <a16:creationId xmlns:a16="http://schemas.microsoft.com/office/drawing/2014/main" id="{AD75A43A-7204-B17B-2B23-4BC823FE94E4}"/>
                    </a:ext>
                  </a:extLst>
                </p:cNvPr>
                <p:cNvSpPr/>
                <p:nvPr/>
              </p:nvSpPr>
              <p:spPr>
                <a:xfrm>
                  <a:off x="3506035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6" name="Rectangle 10385">
                  <a:extLst>
                    <a:ext uri="{FF2B5EF4-FFF2-40B4-BE49-F238E27FC236}">
                      <a16:creationId xmlns:a16="http://schemas.microsoft.com/office/drawing/2014/main" id="{CAF2450E-B9A4-4E44-94B7-46D80672AD6F}"/>
                    </a:ext>
                  </a:extLst>
                </p:cNvPr>
                <p:cNvSpPr/>
                <p:nvPr/>
              </p:nvSpPr>
              <p:spPr>
                <a:xfrm>
                  <a:off x="3506035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7" name="Rectangle 10386">
                  <a:extLst>
                    <a:ext uri="{FF2B5EF4-FFF2-40B4-BE49-F238E27FC236}">
                      <a16:creationId xmlns:a16="http://schemas.microsoft.com/office/drawing/2014/main" id="{77016A44-A001-87BC-3425-191575407313}"/>
                    </a:ext>
                  </a:extLst>
                </p:cNvPr>
                <p:cNvSpPr/>
                <p:nvPr/>
              </p:nvSpPr>
              <p:spPr>
                <a:xfrm>
                  <a:off x="3506035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8" name="Rectangle 10387">
                  <a:extLst>
                    <a:ext uri="{FF2B5EF4-FFF2-40B4-BE49-F238E27FC236}">
                      <a16:creationId xmlns:a16="http://schemas.microsoft.com/office/drawing/2014/main" id="{A01D8713-63D7-10E2-EA3E-6D60C2C88599}"/>
                    </a:ext>
                  </a:extLst>
                </p:cNvPr>
                <p:cNvSpPr/>
                <p:nvPr/>
              </p:nvSpPr>
              <p:spPr>
                <a:xfrm>
                  <a:off x="3506035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89" name="Rectangle 10388">
                  <a:extLst>
                    <a:ext uri="{FF2B5EF4-FFF2-40B4-BE49-F238E27FC236}">
                      <a16:creationId xmlns:a16="http://schemas.microsoft.com/office/drawing/2014/main" id="{664069A1-393E-7255-D64C-DBABB6DF9993}"/>
                    </a:ext>
                  </a:extLst>
                </p:cNvPr>
                <p:cNvSpPr/>
                <p:nvPr/>
              </p:nvSpPr>
              <p:spPr>
                <a:xfrm>
                  <a:off x="3506035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0" name="Rectangle 10389">
                  <a:extLst>
                    <a:ext uri="{FF2B5EF4-FFF2-40B4-BE49-F238E27FC236}">
                      <a16:creationId xmlns:a16="http://schemas.microsoft.com/office/drawing/2014/main" id="{4EF9F5DC-8812-F02C-020C-550A117F9602}"/>
                    </a:ext>
                  </a:extLst>
                </p:cNvPr>
                <p:cNvSpPr/>
                <p:nvPr/>
              </p:nvSpPr>
              <p:spPr>
                <a:xfrm>
                  <a:off x="3506035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1" name="Rectangle 10390">
                  <a:extLst>
                    <a:ext uri="{FF2B5EF4-FFF2-40B4-BE49-F238E27FC236}">
                      <a16:creationId xmlns:a16="http://schemas.microsoft.com/office/drawing/2014/main" id="{8B535F35-91D3-7410-2B9D-B64BE52AB5D5}"/>
                    </a:ext>
                  </a:extLst>
                </p:cNvPr>
                <p:cNvSpPr/>
                <p:nvPr/>
              </p:nvSpPr>
              <p:spPr>
                <a:xfrm>
                  <a:off x="3506035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2" name="Rectangle 10391">
                  <a:extLst>
                    <a:ext uri="{FF2B5EF4-FFF2-40B4-BE49-F238E27FC236}">
                      <a16:creationId xmlns:a16="http://schemas.microsoft.com/office/drawing/2014/main" id="{F54BECA4-6545-F726-AC36-023719C6C617}"/>
                    </a:ext>
                  </a:extLst>
                </p:cNvPr>
                <p:cNvSpPr/>
                <p:nvPr/>
              </p:nvSpPr>
              <p:spPr>
                <a:xfrm>
                  <a:off x="3506035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3" name="Rectangle 10392">
                  <a:extLst>
                    <a:ext uri="{FF2B5EF4-FFF2-40B4-BE49-F238E27FC236}">
                      <a16:creationId xmlns:a16="http://schemas.microsoft.com/office/drawing/2014/main" id="{A6DBA062-A2B2-1E89-AA27-738959728F2B}"/>
                    </a:ext>
                  </a:extLst>
                </p:cNvPr>
                <p:cNvSpPr/>
                <p:nvPr/>
              </p:nvSpPr>
              <p:spPr>
                <a:xfrm>
                  <a:off x="3506035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4" name="Rectangle 10393">
                  <a:extLst>
                    <a:ext uri="{FF2B5EF4-FFF2-40B4-BE49-F238E27FC236}">
                      <a16:creationId xmlns:a16="http://schemas.microsoft.com/office/drawing/2014/main" id="{CFA39E80-12CE-382D-8C4E-2D16F952AAED}"/>
                    </a:ext>
                  </a:extLst>
                </p:cNvPr>
                <p:cNvSpPr/>
                <p:nvPr/>
              </p:nvSpPr>
              <p:spPr>
                <a:xfrm>
                  <a:off x="3506035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5" name="Rectangle 10394">
                  <a:extLst>
                    <a:ext uri="{FF2B5EF4-FFF2-40B4-BE49-F238E27FC236}">
                      <a16:creationId xmlns:a16="http://schemas.microsoft.com/office/drawing/2014/main" id="{AA415945-8A3C-1473-C738-47A8F6045993}"/>
                    </a:ext>
                  </a:extLst>
                </p:cNvPr>
                <p:cNvSpPr/>
                <p:nvPr/>
              </p:nvSpPr>
              <p:spPr>
                <a:xfrm>
                  <a:off x="3506035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6" name="Rectangle 10395">
                  <a:extLst>
                    <a:ext uri="{FF2B5EF4-FFF2-40B4-BE49-F238E27FC236}">
                      <a16:creationId xmlns:a16="http://schemas.microsoft.com/office/drawing/2014/main" id="{0255D801-868F-FD5F-3723-FC86D4A59A1E}"/>
                    </a:ext>
                  </a:extLst>
                </p:cNvPr>
                <p:cNvSpPr/>
                <p:nvPr/>
              </p:nvSpPr>
              <p:spPr>
                <a:xfrm>
                  <a:off x="3506035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7" name="Rectangle 10396">
                  <a:extLst>
                    <a:ext uri="{FF2B5EF4-FFF2-40B4-BE49-F238E27FC236}">
                      <a16:creationId xmlns:a16="http://schemas.microsoft.com/office/drawing/2014/main" id="{5562F800-250E-4B4A-5CA6-090A58643B82}"/>
                    </a:ext>
                  </a:extLst>
                </p:cNvPr>
                <p:cNvSpPr/>
                <p:nvPr/>
              </p:nvSpPr>
              <p:spPr>
                <a:xfrm>
                  <a:off x="3506035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8" name="Rectangle 10397">
                  <a:extLst>
                    <a:ext uri="{FF2B5EF4-FFF2-40B4-BE49-F238E27FC236}">
                      <a16:creationId xmlns:a16="http://schemas.microsoft.com/office/drawing/2014/main" id="{0FEE4375-0025-908B-7836-49FCCDB97FC0}"/>
                    </a:ext>
                  </a:extLst>
                </p:cNvPr>
                <p:cNvSpPr/>
                <p:nvPr/>
              </p:nvSpPr>
              <p:spPr>
                <a:xfrm>
                  <a:off x="3506035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99" name="Rectangle 10398">
                  <a:extLst>
                    <a:ext uri="{FF2B5EF4-FFF2-40B4-BE49-F238E27FC236}">
                      <a16:creationId xmlns:a16="http://schemas.microsoft.com/office/drawing/2014/main" id="{D44735EF-8722-DFF5-40CD-E38E8E036A18}"/>
                    </a:ext>
                  </a:extLst>
                </p:cNvPr>
                <p:cNvSpPr/>
                <p:nvPr/>
              </p:nvSpPr>
              <p:spPr>
                <a:xfrm>
                  <a:off x="3506035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0" name="Rectangle 10399">
                  <a:extLst>
                    <a:ext uri="{FF2B5EF4-FFF2-40B4-BE49-F238E27FC236}">
                      <a16:creationId xmlns:a16="http://schemas.microsoft.com/office/drawing/2014/main" id="{E2C46B56-C173-55D8-EAB1-64AB70E28CF5}"/>
                    </a:ext>
                  </a:extLst>
                </p:cNvPr>
                <p:cNvSpPr/>
                <p:nvPr/>
              </p:nvSpPr>
              <p:spPr>
                <a:xfrm>
                  <a:off x="3506035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1" name="Rectangle 10400">
                  <a:extLst>
                    <a:ext uri="{FF2B5EF4-FFF2-40B4-BE49-F238E27FC236}">
                      <a16:creationId xmlns:a16="http://schemas.microsoft.com/office/drawing/2014/main" id="{B1966D60-CACB-BB63-D35F-64AC0042DECE}"/>
                    </a:ext>
                  </a:extLst>
                </p:cNvPr>
                <p:cNvSpPr/>
                <p:nvPr/>
              </p:nvSpPr>
              <p:spPr>
                <a:xfrm>
                  <a:off x="3506035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2" name="Rectangle 10401">
                  <a:extLst>
                    <a:ext uri="{FF2B5EF4-FFF2-40B4-BE49-F238E27FC236}">
                      <a16:creationId xmlns:a16="http://schemas.microsoft.com/office/drawing/2014/main" id="{1B59A95B-4AD8-9C83-06B9-85FE12EF80A5}"/>
                    </a:ext>
                  </a:extLst>
                </p:cNvPr>
                <p:cNvSpPr/>
                <p:nvPr/>
              </p:nvSpPr>
              <p:spPr>
                <a:xfrm>
                  <a:off x="3506035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3" name="Rectangle 10402">
                  <a:extLst>
                    <a:ext uri="{FF2B5EF4-FFF2-40B4-BE49-F238E27FC236}">
                      <a16:creationId xmlns:a16="http://schemas.microsoft.com/office/drawing/2014/main" id="{55F0A75F-C5E0-B0AA-C01C-78E880317236}"/>
                    </a:ext>
                  </a:extLst>
                </p:cNvPr>
                <p:cNvSpPr/>
                <p:nvPr/>
              </p:nvSpPr>
              <p:spPr>
                <a:xfrm>
                  <a:off x="3506035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4" name="Rectangle 10403">
                  <a:extLst>
                    <a:ext uri="{FF2B5EF4-FFF2-40B4-BE49-F238E27FC236}">
                      <a16:creationId xmlns:a16="http://schemas.microsoft.com/office/drawing/2014/main" id="{8F9211C7-42D0-39E7-9976-28D46B2F549E}"/>
                    </a:ext>
                  </a:extLst>
                </p:cNvPr>
                <p:cNvSpPr/>
                <p:nvPr/>
              </p:nvSpPr>
              <p:spPr>
                <a:xfrm>
                  <a:off x="3506035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5" name="Rectangle 10404">
                  <a:extLst>
                    <a:ext uri="{FF2B5EF4-FFF2-40B4-BE49-F238E27FC236}">
                      <a16:creationId xmlns:a16="http://schemas.microsoft.com/office/drawing/2014/main" id="{90A29F6C-0E16-09DD-E912-DACFA91D54DE}"/>
                    </a:ext>
                  </a:extLst>
                </p:cNvPr>
                <p:cNvSpPr/>
                <p:nvPr/>
              </p:nvSpPr>
              <p:spPr>
                <a:xfrm>
                  <a:off x="3506035" y="468945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6" name="Rectangle 10405">
                  <a:extLst>
                    <a:ext uri="{FF2B5EF4-FFF2-40B4-BE49-F238E27FC236}">
                      <a16:creationId xmlns:a16="http://schemas.microsoft.com/office/drawing/2014/main" id="{0A51403A-810C-ACCF-EC24-AC52262EA1B2}"/>
                    </a:ext>
                  </a:extLst>
                </p:cNvPr>
                <p:cNvSpPr/>
                <p:nvPr/>
              </p:nvSpPr>
              <p:spPr>
                <a:xfrm>
                  <a:off x="3506035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7" name="Rectangle 10406">
                  <a:extLst>
                    <a:ext uri="{FF2B5EF4-FFF2-40B4-BE49-F238E27FC236}">
                      <a16:creationId xmlns:a16="http://schemas.microsoft.com/office/drawing/2014/main" id="{0AB15715-EEBE-44DE-101F-81F86DE19CBF}"/>
                    </a:ext>
                  </a:extLst>
                </p:cNvPr>
                <p:cNvSpPr/>
                <p:nvPr/>
              </p:nvSpPr>
              <p:spPr>
                <a:xfrm>
                  <a:off x="3506035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8" name="Rectangle 10407">
                  <a:extLst>
                    <a:ext uri="{FF2B5EF4-FFF2-40B4-BE49-F238E27FC236}">
                      <a16:creationId xmlns:a16="http://schemas.microsoft.com/office/drawing/2014/main" id="{F8478E2B-1B86-6C4F-ACB3-26337FD10A68}"/>
                    </a:ext>
                  </a:extLst>
                </p:cNvPr>
                <p:cNvSpPr/>
                <p:nvPr/>
              </p:nvSpPr>
              <p:spPr>
                <a:xfrm>
                  <a:off x="3506035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9" name="Rectangle 10408">
                  <a:extLst>
                    <a:ext uri="{FF2B5EF4-FFF2-40B4-BE49-F238E27FC236}">
                      <a16:creationId xmlns:a16="http://schemas.microsoft.com/office/drawing/2014/main" id="{A7FDB873-F3E7-9205-722D-4890F5B1D972}"/>
                    </a:ext>
                  </a:extLst>
                </p:cNvPr>
                <p:cNvSpPr/>
                <p:nvPr/>
              </p:nvSpPr>
              <p:spPr>
                <a:xfrm>
                  <a:off x="3506035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0" name="Rectangle 10409">
                  <a:extLst>
                    <a:ext uri="{FF2B5EF4-FFF2-40B4-BE49-F238E27FC236}">
                      <a16:creationId xmlns:a16="http://schemas.microsoft.com/office/drawing/2014/main" id="{DA61E649-DAE5-446D-97ED-6BB68AEFA5D3}"/>
                    </a:ext>
                  </a:extLst>
                </p:cNvPr>
                <p:cNvSpPr/>
                <p:nvPr/>
              </p:nvSpPr>
              <p:spPr>
                <a:xfrm>
                  <a:off x="3506035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1" name="Rectangle 10410">
                  <a:extLst>
                    <a:ext uri="{FF2B5EF4-FFF2-40B4-BE49-F238E27FC236}">
                      <a16:creationId xmlns:a16="http://schemas.microsoft.com/office/drawing/2014/main" id="{9E8312FA-69BE-93DB-8A0E-603BC3AE866E}"/>
                    </a:ext>
                  </a:extLst>
                </p:cNvPr>
                <p:cNvSpPr/>
                <p:nvPr/>
              </p:nvSpPr>
              <p:spPr>
                <a:xfrm>
                  <a:off x="3506035" y="5001235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2" name="Rectangle 10411">
                  <a:extLst>
                    <a:ext uri="{FF2B5EF4-FFF2-40B4-BE49-F238E27FC236}">
                      <a16:creationId xmlns:a16="http://schemas.microsoft.com/office/drawing/2014/main" id="{DFE4E8D5-750E-15ED-4ED3-35E88819F609}"/>
                    </a:ext>
                  </a:extLst>
                </p:cNvPr>
                <p:cNvSpPr/>
                <p:nvPr/>
              </p:nvSpPr>
              <p:spPr>
                <a:xfrm>
                  <a:off x="3506035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3" name="Rectangle 10412">
                  <a:extLst>
                    <a:ext uri="{FF2B5EF4-FFF2-40B4-BE49-F238E27FC236}">
                      <a16:creationId xmlns:a16="http://schemas.microsoft.com/office/drawing/2014/main" id="{FD0B87AE-67BA-ED98-8C26-128A3C2E93D8}"/>
                    </a:ext>
                  </a:extLst>
                </p:cNvPr>
                <p:cNvSpPr/>
                <p:nvPr/>
              </p:nvSpPr>
              <p:spPr>
                <a:xfrm>
                  <a:off x="3506035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4" name="Rectangle 10413">
                  <a:extLst>
                    <a:ext uri="{FF2B5EF4-FFF2-40B4-BE49-F238E27FC236}">
                      <a16:creationId xmlns:a16="http://schemas.microsoft.com/office/drawing/2014/main" id="{9BBD8BDB-0908-EE7E-A1BD-D2E91ADDD176}"/>
                    </a:ext>
                  </a:extLst>
                </p:cNvPr>
                <p:cNvSpPr/>
                <p:nvPr/>
              </p:nvSpPr>
              <p:spPr>
                <a:xfrm>
                  <a:off x="3506035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5" name="Rectangle 10414">
                  <a:extLst>
                    <a:ext uri="{FF2B5EF4-FFF2-40B4-BE49-F238E27FC236}">
                      <a16:creationId xmlns:a16="http://schemas.microsoft.com/office/drawing/2014/main" id="{157112E4-EEAB-951E-26D4-BF29A87DB39A}"/>
                    </a:ext>
                  </a:extLst>
                </p:cNvPr>
                <p:cNvSpPr/>
                <p:nvPr/>
              </p:nvSpPr>
              <p:spPr>
                <a:xfrm>
                  <a:off x="3506035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6" name="Rectangle 10415">
                  <a:extLst>
                    <a:ext uri="{FF2B5EF4-FFF2-40B4-BE49-F238E27FC236}">
                      <a16:creationId xmlns:a16="http://schemas.microsoft.com/office/drawing/2014/main" id="{D7786AF7-0AEA-E10A-0409-C0F8BF0CB21F}"/>
                    </a:ext>
                  </a:extLst>
                </p:cNvPr>
                <p:cNvSpPr/>
                <p:nvPr/>
              </p:nvSpPr>
              <p:spPr>
                <a:xfrm>
                  <a:off x="3506035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7" name="Rectangle 10416">
                  <a:extLst>
                    <a:ext uri="{FF2B5EF4-FFF2-40B4-BE49-F238E27FC236}">
                      <a16:creationId xmlns:a16="http://schemas.microsoft.com/office/drawing/2014/main" id="{4B29D41C-ADAB-372E-4274-E246F3C1ABD4}"/>
                    </a:ext>
                  </a:extLst>
                </p:cNvPr>
                <p:cNvSpPr/>
                <p:nvPr/>
              </p:nvSpPr>
              <p:spPr>
                <a:xfrm>
                  <a:off x="3687387" y="203921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8" name="Rectangle 10417">
                  <a:extLst>
                    <a:ext uri="{FF2B5EF4-FFF2-40B4-BE49-F238E27FC236}">
                      <a16:creationId xmlns:a16="http://schemas.microsoft.com/office/drawing/2014/main" id="{84E26139-2B83-75B5-9918-89ADE85E7B65}"/>
                    </a:ext>
                  </a:extLst>
                </p:cNvPr>
                <p:cNvSpPr/>
                <p:nvPr/>
              </p:nvSpPr>
              <p:spPr>
                <a:xfrm>
                  <a:off x="3687387" y="2091157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19" name="Rectangle 10418">
                  <a:extLst>
                    <a:ext uri="{FF2B5EF4-FFF2-40B4-BE49-F238E27FC236}">
                      <a16:creationId xmlns:a16="http://schemas.microsoft.com/office/drawing/2014/main" id="{2A2E9C16-64CE-9F89-E55A-0775D296DB46}"/>
                    </a:ext>
                  </a:extLst>
                </p:cNvPr>
                <p:cNvSpPr/>
                <p:nvPr/>
              </p:nvSpPr>
              <p:spPr>
                <a:xfrm>
                  <a:off x="3687387" y="214310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0" name="Rectangle 10419">
                  <a:extLst>
                    <a:ext uri="{FF2B5EF4-FFF2-40B4-BE49-F238E27FC236}">
                      <a16:creationId xmlns:a16="http://schemas.microsoft.com/office/drawing/2014/main" id="{5323B6F0-3BC1-2949-B382-FB9EF75100E9}"/>
                    </a:ext>
                  </a:extLst>
                </p:cNvPr>
                <p:cNvSpPr/>
                <p:nvPr/>
              </p:nvSpPr>
              <p:spPr>
                <a:xfrm>
                  <a:off x="3687387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1" name="Rectangle 10420">
                  <a:extLst>
                    <a:ext uri="{FF2B5EF4-FFF2-40B4-BE49-F238E27FC236}">
                      <a16:creationId xmlns:a16="http://schemas.microsoft.com/office/drawing/2014/main" id="{1396BAB6-49E8-20D9-C333-6E24D03DEC22}"/>
                    </a:ext>
                  </a:extLst>
                </p:cNvPr>
                <p:cNvSpPr/>
                <p:nvPr/>
              </p:nvSpPr>
              <p:spPr>
                <a:xfrm>
                  <a:off x="3687387" y="2247113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2" name="Rectangle 10421">
                  <a:extLst>
                    <a:ext uri="{FF2B5EF4-FFF2-40B4-BE49-F238E27FC236}">
                      <a16:creationId xmlns:a16="http://schemas.microsoft.com/office/drawing/2014/main" id="{18F2F426-A81E-A8F4-46BF-79F0B4256B68}"/>
                    </a:ext>
                  </a:extLst>
                </p:cNvPr>
                <p:cNvSpPr/>
                <p:nvPr/>
              </p:nvSpPr>
              <p:spPr>
                <a:xfrm>
                  <a:off x="3687387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3" name="Rectangle 10422">
                  <a:extLst>
                    <a:ext uri="{FF2B5EF4-FFF2-40B4-BE49-F238E27FC236}">
                      <a16:creationId xmlns:a16="http://schemas.microsoft.com/office/drawing/2014/main" id="{A9521AA0-56FE-A243-632D-26D0219DCA6F}"/>
                    </a:ext>
                  </a:extLst>
                </p:cNvPr>
                <p:cNvSpPr/>
                <p:nvPr/>
              </p:nvSpPr>
              <p:spPr>
                <a:xfrm>
                  <a:off x="3687387" y="240294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4" name="Rectangle 10423">
                  <a:extLst>
                    <a:ext uri="{FF2B5EF4-FFF2-40B4-BE49-F238E27FC236}">
                      <a16:creationId xmlns:a16="http://schemas.microsoft.com/office/drawing/2014/main" id="{A1CF6004-1052-0DDC-3ED3-7FFBB9557801}"/>
                    </a:ext>
                  </a:extLst>
                </p:cNvPr>
                <p:cNvSpPr/>
                <p:nvPr/>
              </p:nvSpPr>
              <p:spPr>
                <a:xfrm>
                  <a:off x="3687387" y="2454885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5" name="Rectangle 10424">
                  <a:extLst>
                    <a:ext uri="{FF2B5EF4-FFF2-40B4-BE49-F238E27FC236}">
                      <a16:creationId xmlns:a16="http://schemas.microsoft.com/office/drawing/2014/main" id="{3567F551-CF75-594B-4CE7-5A6C440FB76B}"/>
                    </a:ext>
                  </a:extLst>
                </p:cNvPr>
                <p:cNvSpPr/>
                <p:nvPr/>
              </p:nvSpPr>
              <p:spPr>
                <a:xfrm>
                  <a:off x="3687387" y="2506955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6" name="Rectangle 10425">
                  <a:extLst>
                    <a:ext uri="{FF2B5EF4-FFF2-40B4-BE49-F238E27FC236}">
                      <a16:creationId xmlns:a16="http://schemas.microsoft.com/office/drawing/2014/main" id="{1CEC8692-0FD6-D810-71AB-815CFE95AABE}"/>
                    </a:ext>
                  </a:extLst>
                </p:cNvPr>
                <p:cNvSpPr/>
                <p:nvPr/>
              </p:nvSpPr>
              <p:spPr>
                <a:xfrm>
                  <a:off x="3687387" y="255889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7" name="Rectangle 10426">
                  <a:extLst>
                    <a:ext uri="{FF2B5EF4-FFF2-40B4-BE49-F238E27FC236}">
                      <a16:creationId xmlns:a16="http://schemas.microsoft.com/office/drawing/2014/main" id="{50BBE335-9A9B-625F-3EE3-549381294477}"/>
                    </a:ext>
                  </a:extLst>
                </p:cNvPr>
                <p:cNvSpPr/>
                <p:nvPr/>
              </p:nvSpPr>
              <p:spPr>
                <a:xfrm>
                  <a:off x="3687387" y="2610841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8" name="Rectangle 10427">
                  <a:extLst>
                    <a:ext uri="{FF2B5EF4-FFF2-40B4-BE49-F238E27FC236}">
                      <a16:creationId xmlns:a16="http://schemas.microsoft.com/office/drawing/2014/main" id="{A3ECC1E8-1868-A00A-5F95-FF78927162E5}"/>
                    </a:ext>
                  </a:extLst>
                </p:cNvPr>
                <p:cNvSpPr/>
                <p:nvPr/>
              </p:nvSpPr>
              <p:spPr>
                <a:xfrm>
                  <a:off x="3687387" y="271472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29" name="Rectangle 10428">
                  <a:extLst>
                    <a:ext uri="{FF2B5EF4-FFF2-40B4-BE49-F238E27FC236}">
                      <a16:creationId xmlns:a16="http://schemas.microsoft.com/office/drawing/2014/main" id="{46200CBD-BB23-B277-A6F8-BF5DAD0FFA41}"/>
                    </a:ext>
                  </a:extLst>
                </p:cNvPr>
                <p:cNvSpPr/>
                <p:nvPr/>
              </p:nvSpPr>
              <p:spPr>
                <a:xfrm>
                  <a:off x="3687387" y="2766797"/>
                  <a:ext cx="181224" cy="51942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0" name="Rectangle 10429">
                  <a:extLst>
                    <a:ext uri="{FF2B5EF4-FFF2-40B4-BE49-F238E27FC236}">
                      <a16:creationId xmlns:a16="http://schemas.microsoft.com/office/drawing/2014/main" id="{B5A10BA6-A622-069E-7FD3-508BE2BB16CA}"/>
                    </a:ext>
                  </a:extLst>
                </p:cNvPr>
                <p:cNvSpPr/>
                <p:nvPr/>
              </p:nvSpPr>
              <p:spPr>
                <a:xfrm>
                  <a:off x="3687387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1" name="Rectangle 10430">
                  <a:extLst>
                    <a:ext uri="{FF2B5EF4-FFF2-40B4-BE49-F238E27FC236}">
                      <a16:creationId xmlns:a16="http://schemas.microsoft.com/office/drawing/2014/main" id="{36702C0E-FEC0-AC48-DC6B-076654532AC8}"/>
                    </a:ext>
                  </a:extLst>
                </p:cNvPr>
                <p:cNvSpPr/>
                <p:nvPr/>
              </p:nvSpPr>
              <p:spPr>
                <a:xfrm>
                  <a:off x="3687387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2" name="Rectangle 10431">
                  <a:extLst>
                    <a:ext uri="{FF2B5EF4-FFF2-40B4-BE49-F238E27FC236}">
                      <a16:creationId xmlns:a16="http://schemas.microsoft.com/office/drawing/2014/main" id="{AFBA23C6-0C98-0CD0-56CD-8A6CBACFAB36}"/>
                    </a:ext>
                  </a:extLst>
                </p:cNvPr>
                <p:cNvSpPr/>
                <p:nvPr/>
              </p:nvSpPr>
              <p:spPr>
                <a:xfrm>
                  <a:off x="3687387" y="2922626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3" name="Rectangle 10432">
                  <a:extLst>
                    <a:ext uri="{FF2B5EF4-FFF2-40B4-BE49-F238E27FC236}">
                      <a16:creationId xmlns:a16="http://schemas.microsoft.com/office/drawing/2014/main" id="{E312CEA1-7EC5-0B4F-BB07-A35960D0D996}"/>
                    </a:ext>
                  </a:extLst>
                </p:cNvPr>
                <p:cNvSpPr/>
                <p:nvPr/>
              </p:nvSpPr>
              <p:spPr>
                <a:xfrm>
                  <a:off x="3687387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4" name="Rectangle 10433">
                  <a:extLst>
                    <a:ext uri="{FF2B5EF4-FFF2-40B4-BE49-F238E27FC236}">
                      <a16:creationId xmlns:a16="http://schemas.microsoft.com/office/drawing/2014/main" id="{3C401B30-AA11-C6E5-11BA-C328C920B1CD}"/>
                    </a:ext>
                  </a:extLst>
                </p:cNvPr>
                <p:cNvSpPr/>
                <p:nvPr/>
              </p:nvSpPr>
              <p:spPr>
                <a:xfrm>
                  <a:off x="3687387" y="302651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5" name="Rectangle 10434">
                  <a:extLst>
                    <a:ext uri="{FF2B5EF4-FFF2-40B4-BE49-F238E27FC236}">
                      <a16:creationId xmlns:a16="http://schemas.microsoft.com/office/drawing/2014/main" id="{65DEE896-F794-A714-AF1B-390128EA23CD}"/>
                    </a:ext>
                  </a:extLst>
                </p:cNvPr>
                <p:cNvSpPr/>
                <p:nvPr/>
              </p:nvSpPr>
              <p:spPr>
                <a:xfrm>
                  <a:off x="3687387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6" name="Rectangle 10435">
                  <a:extLst>
                    <a:ext uri="{FF2B5EF4-FFF2-40B4-BE49-F238E27FC236}">
                      <a16:creationId xmlns:a16="http://schemas.microsoft.com/office/drawing/2014/main" id="{71497633-368F-DE03-8EA7-526A3F256DCC}"/>
                    </a:ext>
                  </a:extLst>
                </p:cNvPr>
                <p:cNvSpPr/>
                <p:nvPr/>
              </p:nvSpPr>
              <p:spPr>
                <a:xfrm>
                  <a:off x="3687387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7" name="Rectangle 10436">
                  <a:extLst>
                    <a:ext uri="{FF2B5EF4-FFF2-40B4-BE49-F238E27FC236}">
                      <a16:creationId xmlns:a16="http://schemas.microsoft.com/office/drawing/2014/main" id="{0E25BC11-06EB-5269-D122-FB820AC8E85D}"/>
                    </a:ext>
                  </a:extLst>
                </p:cNvPr>
                <p:cNvSpPr/>
                <p:nvPr/>
              </p:nvSpPr>
              <p:spPr>
                <a:xfrm>
                  <a:off x="3687387" y="3182468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8" name="Rectangle 10437">
                  <a:extLst>
                    <a:ext uri="{FF2B5EF4-FFF2-40B4-BE49-F238E27FC236}">
                      <a16:creationId xmlns:a16="http://schemas.microsoft.com/office/drawing/2014/main" id="{DBF7FE74-F6CA-C122-609D-7CAD703B2E69}"/>
                    </a:ext>
                  </a:extLst>
                </p:cNvPr>
                <p:cNvSpPr/>
                <p:nvPr/>
              </p:nvSpPr>
              <p:spPr>
                <a:xfrm>
                  <a:off x="3687387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39" name="Rectangle 10438">
                  <a:extLst>
                    <a:ext uri="{FF2B5EF4-FFF2-40B4-BE49-F238E27FC236}">
                      <a16:creationId xmlns:a16="http://schemas.microsoft.com/office/drawing/2014/main" id="{4572CAB0-3C49-0D32-B07C-FAE33120D470}"/>
                    </a:ext>
                  </a:extLst>
                </p:cNvPr>
                <p:cNvSpPr/>
                <p:nvPr/>
              </p:nvSpPr>
              <p:spPr>
                <a:xfrm>
                  <a:off x="3687387" y="3286354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0" name="Rectangle 10439">
                  <a:extLst>
                    <a:ext uri="{FF2B5EF4-FFF2-40B4-BE49-F238E27FC236}">
                      <a16:creationId xmlns:a16="http://schemas.microsoft.com/office/drawing/2014/main" id="{629608F5-3C1F-B917-505E-8A2D225B1FE9}"/>
                    </a:ext>
                  </a:extLst>
                </p:cNvPr>
                <p:cNvSpPr/>
                <p:nvPr/>
              </p:nvSpPr>
              <p:spPr>
                <a:xfrm>
                  <a:off x="3687387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1" name="Rectangle 10440">
                  <a:extLst>
                    <a:ext uri="{FF2B5EF4-FFF2-40B4-BE49-F238E27FC236}">
                      <a16:creationId xmlns:a16="http://schemas.microsoft.com/office/drawing/2014/main" id="{DF3E8CC5-9F65-8339-8AB7-1C03E5B7A0F3}"/>
                    </a:ext>
                  </a:extLst>
                </p:cNvPr>
                <p:cNvSpPr/>
                <p:nvPr/>
              </p:nvSpPr>
              <p:spPr>
                <a:xfrm>
                  <a:off x="3687387" y="339036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2" name="Rectangle 10441">
                  <a:extLst>
                    <a:ext uri="{FF2B5EF4-FFF2-40B4-BE49-F238E27FC236}">
                      <a16:creationId xmlns:a16="http://schemas.microsoft.com/office/drawing/2014/main" id="{19C6C05D-82C0-1F2A-2D23-C9D958C1BA0F}"/>
                    </a:ext>
                  </a:extLst>
                </p:cNvPr>
                <p:cNvSpPr/>
                <p:nvPr/>
              </p:nvSpPr>
              <p:spPr>
                <a:xfrm>
                  <a:off x="3687387" y="3442310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3" name="Rectangle 10442">
                  <a:extLst>
                    <a:ext uri="{FF2B5EF4-FFF2-40B4-BE49-F238E27FC236}">
                      <a16:creationId xmlns:a16="http://schemas.microsoft.com/office/drawing/2014/main" id="{FE2D876D-83F1-E60B-FD6C-51BC14D21522}"/>
                    </a:ext>
                  </a:extLst>
                </p:cNvPr>
                <p:cNvSpPr/>
                <p:nvPr/>
              </p:nvSpPr>
              <p:spPr>
                <a:xfrm>
                  <a:off x="3687387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4" name="Rectangle 10443">
                  <a:extLst>
                    <a:ext uri="{FF2B5EF4-FFF2-40B4-BE49-F238E27FC236}">
                      <a16:creationId xmlns:a16="http://schemas.microsoft.com/office/drawing/2014/main" id="{7E3E99F9-A811-BE07-5BEA-1E1355E907B4}"/>
                    </a:ext>
                  </a:extLst>
                </p:cNvPr>
                <p:cNvSpPr/>
                <p:nvPr/>
              </p:nvSpPr>
              <p:spPr>
                <a:xfrm>
                  <a:off x="3687387" y="3546196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5" name="Rectangle 10444">
                  <a:extLst>
                    <a:ext uri="{FF2B5EF4-FFF2-40B4-BE49-F238E27FC236}">
                      <a16:creationId xmlns:a16="http://schemas.microsoft.com/office/drawing/2014/main" id="{E2B475A3-3228-B8CD-F221-AE6F5C1F3337}"/>
                    </a:ext>
                  </a:extLst>
                </p:cNvPr>
                <p:cNvSpPr/>
                <p:nvPr/>
              </p:nvSpPr>
              <p:spPr>
                <a:xfrm>
                  <a:off x="3687387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6" name="Rectangle 10445">
                  <a:extLst>
                    <a:ext uri="{FF2B5EF4-FFF2-40B4-BE49-F238E27FC236}">
                      <a16:creationId xmlns:a16="http://schemas.microsoft.com/office/drawing/2014/main" id="{F2D82AB8-8ADF-AD2C-B585-BC3DEEC585DC}"/>
                    </a:ext>
                  </a:extLst>
                </p:cNvPr>
                <p:cNvSpPr/>
                <p:nvPr/>
              </p:nvSpPr>
              <p:spPr>
                <a:xfrm>
                  <a:off x="3687387" y="3650209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7" name="Rectangle 10446">
                  <a:extLst>
                    <a:ext uri="{FF2B5EF4-FFF2-40B4-BE49-F238E27FC236}">
                      <a16:creationId xmlns:a16="http://schemas.microsoft.com/office/drawing/2014/main" id="{C709F7A9-FF05-7D2B-0083-DCC8B6F17588}"/>
                    </a:ext>
                  </a:extLst>
                </p:cNvPr>
                <p:cNvSpPr/>
                <p:nvPr/>
              </p:nvSpPr>
              <p:spPr>
                <a:xfrm>
                  <a:off x="3687387" y="3702152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8" name="Rectangle 10447">
                  <a:extLst>
                    <a:ext uri="{FF2B5EF4-FFF2-40B4-BE49-F238E27FC236}">
                      <a16:creationId xmlns:a16="http://schemas.microsoft.com/office/drawing/2014/main" id="{3EF80607-FD4A-EDE6-E99D-B0E62501BF78}"/>
                    </a:ext>
                  </a:extLst>
                </p:cNvPr>
                <p:cNvSpPr/>
                <p:nvPr/>
              </p:nvSpPr>
              <p:spPr>
                <a:xfrm>
                  <a:off x="3687387" y="375409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49" name="Rectangle 10448">
                  <a:extLst>
                    <a:ext uri="{FF2B5EF4-FFF2-40B4-BE49-F238E27FC236}">
                      <a16:creationId xmlns:a16="http://schemas.microsoft.com/office/drawing/2014/main" id="{16A19C46-201F-813C-D9F7-2B422B4EFD55}"/>
                    </a:ext>
                  </a:extLst>
                </p:cNvPr>
                <p:cNvSpPr/>
                <p:nvPr/>
              </p:nvSpPr>
              <p:spPr>
                <a:xfrm>
                  <a:off x="3687387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0" name="Rectangle 10449">
                  <a:extLst>
                    <a:ext uri="{FF2B5EF4-FFF2-40B4-BE49-F238E27FC236}">
                      <a16:creationId xmlns:a16="http://schemas.microsoft.com/office/drawing/2014/main" id="{3FB1C6B8-0AB2-1E59-59EF-4922EDCA34D2}"/>
                    </a:ext>
                  </a:extLst>
                </p:cNvPr>
                <p:cNvSpPr/>
                <p:nvPr/>
              </p:nvSpPr>
              <p:spPr>
                <a:xfrm>
                  <a:off x="3687387" y="385798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1" name="Rectangle 10450">
                  <a:extLst>
                    <a:ext uri="{FF2B5EF4-FFF2-40B4-BE49-F238E27FC236}">
                      <a16:creationId xmlns:a16="http://schemas.microsoft.com/office/drawing/2014/main" id="{AC7B9959-5B73-430F-4E55-A4872908CCF7}"/>
                    </a:ext>
                  </a:extLst>
                </p:cNvPr>
                <p:cNvSpPr/>
                <p:nvPr/>
              </p:nvSpPr>
              <p:spPr>
                <a:xfrm>
                  <a:off x="3687387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2" name="Rectangle 10451">
                  <a:extLst>
                    <a:ext uri="{FF2B5EF4-FFF2-40B4-BE49-F238E27FC236}">
                      <a16:creationId xmlns:a16="http://schemas.microsoft.com/office/drawing/2014/main" id="{2D1812C8-3FE9-5B5C-135E-6951FC766F58}"/>
                    </a:ext>
                  </a:extLst>
                </p:cNvPr>
                <p:cNvSpPr/>
                <p:nvPr/>
              </p:nvSpPr>
              <p:spPr>
                <a:xfrm>
                  <a:off x="3687387" y="396199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3" name="Rectangle 10452">
                  <a:extLst>
                    <a:ext uri="{FF2B5EF4-FFF2-40B4-BE49-F238E27FC236}">
                      <a16:creationId xmlns:a16="http://schemas.microsoft.com/office/drawing/2014/main" id="{AB2D4D33-4795-CFCF-234A-97400C191904}"/>
                    </a:ext>
                  </a:extLst>
                </p:cNvPr>
                <p:cNvSpPr/>
                <p:nvPr/>
              </p:nvSpPr>
              <p:spPr>
                <a:xfrm>
                  <a:off x="3687387" y="401393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4" name="Rectangle 10453">
                  <a:extLst>
                    <a:ext uri="{FF2B5EF4-FFF2-40B4-BE49-F238E27FC236}">
                      <a16:creationId xmlns:a16="http://schemas.microsoft.com/office/drawing/2014/main" id="{A2BB44C0-7E4B-5555-922B-284CE8CA006F}"/>
                    </a:ext>
                  </a:extLst>
                </p:cNvPr>
                <p:cNvSpPr/>
                <p:nvPr/>
              </p:nvSpPr>
              <p:spPr>
                <a:xfrm>
                  <a:off x="3687387" y="406588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5" name="Rectangle 10454">
                  <a:extLst>
                    <a:ext uri="{FF2B5EF4-FFF2-40B4-BE49-F238E27FC236}">
                      <a16:creationId xmlns:a16="http://schemas.microsoft.com/office/drawing/2014/main" id="{2ECED70F-DBFF-C994-2388-944E262ABFE9}"/>
                    </a:ext>
                  </a:extLst>
                </p:cNvPr>
                <p:cNvSpPr/>
                <p:nvPr/>
              </p:nvSpPr>
              <p:spPr>
                <a:xfrm>
                  <a:off x="3687387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6" name="Rectangle 10455">
                  <a:extLst>
                    <a:ext uri="{FF2B5EF4-FFF2-40B4-BE49-F238E27FC236}">
                      <a16:creationId xmlns:a16="http://schemas.microsoft.com/office/drawing/2014/main" id="{548D59A2-599B-9F57-82CE-5076CB5B6EA5}"/>
                    </a:ext>
                  </a:extLst>
                </p:cNvPr>
                <p:cNvSpPr/>
                <p:nvPr/>
              </p:nvSpPr>
              <p:spPr>
                <a:xfrm>
                  <a:off x="3687387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7" name="Rectangle 10456">
                  <a:extLst>
                    <a:ext uri="{FF2B5EF4-FFF2-40B4-BE49-F238E27FC236}">
                      <a16:creationId xmlns:a16="http://schemas.microsoft.com/office/drawing/2014/main" id="{C1B887AE-E9C4-7F12-BD2F-677619DA2C95}"/>
                    </a:ext>
                  </a:extLst>
                </p:cNvPr>
                <p:cNvSpPr/>
                <p:nvPr/>
              </p:nvSpPr>
              <p:spPr>
                <a:xfrm>
                  <a:off x="3687387" y="4221836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8" name="Rectangle 10457">
                  <a:extLst>
                    <a:ext uri="{FF2B5EF4-FFF2-40B4-BE49-F238E27FC236}">
                      <a16:creationId xmlns:a16="http://schemas.microsoft.com/office/drawing/2014/main" id="{1CBAC613-0F71-2E49-B9AE-FCCCAEBA6195}"/>
                    </a:ext>
                  </a:extLst>
                </p:cNvPr>
                <p:cNvSpPr/>
                <p:nvPr/>
              </p:nvSpPr>
              <p:spPr>
                <a:xfrm>
                  <a:off x="3687387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59" name="Rectangle 10458">
                  <a:extLst>
                    <a:ext uri="{FF2B5EF4-FFF2-40B4-BE49-F238E27FC236}">
                      <a16:creationId xmlns:a16="http://schemas.microsoft.com/office/drawing/2014/main" id="{32A681E3-D404-EB4C-857E-C5674C056FDE}"/>
                    </a:ext>
                  </a:extLst>
                </p:cNvPr>
                <p:cNvSpPr/>
                <p:nvPr/>
              </p:nvSpPr>
              <p:spPr>
                <a:xfrm>
                  <a:off x="3687387" y="432572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0" name="Rectangle 10459">
                  <a:extLst>
                    <a:ext uri="{FF2B5EF4-FFF2-40B4-BE49-F238E27FC236}">
                      <a16:creationId xmlns:a16="http://schemas.microsoft.com/office/drawing/2014/main" id="{C06C7B4F-E124-02FB-AAE0-E3C5D02E9FB1}"/>
                    </a:ext>
                  </a:extLst>
                </p:cNvPr>
                <p:cNvSpPr/>
                <p:nvPr/>
              </p:nvSpPr>
              <p:spPr>
                <a:xfrm>
                  <a:off x="3687387" y="4377665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1" name="Rectangle 10460">
                  <a:extLst>
                    <a:ext uri="{FF2B5EF4-FFF2-40B4-BE49-F238E27FC236}">
                      <a16:creationId xmlns:a16="http://schemas.microsoft.com/office/drawing/2014/main" id="{69D87DE1-01AF-06A9-DA67-7FF88E84AAAE}"/>
                    </a:ext>
                  </a:extLst>
                </p:cNvPr>
                <p:cNvSpPr/>
                <p:nvPr/>
              </p:nvSpPr>
              <p:spPr>
                <a:xfrm>
                  <a:off x="3687387" y="442960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2" name="Rectangle 10461">
                  <a:extLst>
                    <a:ext uri="{FF2B5EF4-FFF2-40B4-BE49-F238E27FC236}">
                      <a16:creationId xmlns:a16="http://schemas.microsoft.com/office/drawing/2014/main" id="{2571DA17-27D4-4D1A-AA1A-4463CDBFF855}"/>
                    </a:ext>
                  </a:extLst>
                </p:cNvPr>
                <p:cNvSpPr/>
                <p:nvPr/>
              </p:nvSpPr>
              <p:spPr>
                <a:xfrm>
                  <a:off x="3687387" y="448155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3" name="Rectangle 10462">
                  <a:extLst>
                    <a:ext uri="{FF2B5EF4-FFF2-40B4-BE49-F238E27FC236}">
                      <a16:creationId xmlns:a16="http://schemas.microsoft.com/office/drawing/2014/main" id="{5E8538A0-0B28-2A57-65EB-EAF4D76144CD}"/>
                    </a:ext>
                  </a:extLst>
                </p:cNvPr>
                <p:cNvSpPr/>
                <p:nvPr/>
              </p:nvSpPr>
              <p:spPr>
                <a:xfrm>
                  <a:off x="3687387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4" name="Rectangle 10463">
                  <a:extLst>
                    <a:ext uri="{FF2B5EF4-FFF2-40B4-BE49-F238E27FC236}">
                      <a16:creationId xmlns:a16="http://schemas.microsoft.com/office/drawing/2014/main" id="{C71150C6-D094-8E66-DF85-AC03298AB123}"/>
                    </a:ext>
                  </a:extLst>
                </p:cNvPr>
                <p:cNvSpPr/>
                <p:nvPr/>
              </p:nvSpPr>
              <p:spPr>
                <a:xfrm>
                  <a:off x="3687387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5" name="Rectangle 10464">
                  <a:extLst>
                    <a:ext uri="{FF2B5EF4-FFF2-40B4-BE49-F238E27FC236}">
                      <a16:creationId xmlns:a16="http://schemas.microsoft.com/office/drawing/2014/main" id="{506F85D7-3A61-B6A3-B233-420F80BA5731}"/>
                    </a:ext>
                  </a:extLst>
                </p:cNvPr>
                <p:cNvSpPr/>
                <p:nvPr/>
              </p:nvSpPr>
              <p:spPr>
                <a:xfrm>
                  <a:off x="3687387" y="463750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6" name="Rectangle 10465">
                  <a:extLst>
                    <a:ext uri="{FF2B5EF4-FFF2-40B4-BE49-F238E27FC236}">
                      <a16:creationId xmlns:a16="http://schemas.microsoft.com/office/drawing/2014/main" id="{0AA2E471-AADD-16EE-4068-0D00CD887314}"/>
                    </a:ext>
                  </a:extLst>
                </p:cNvPr>
                <p:cNvSpPr/>
                <p:nvPr/>
              </p:nvSpPr>
              <p:spPr>
                <a:xfrm>
                  <a:off x="3687387" y="4689450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7" name="Rectangle 10466">
                  <a:extLst>
                    <a:ext uri="{FF2B5EF4-FFF2-40B4-BE49-F238E27FC236}">
                      <a16:creationId xmlns:a16="http://schemas.microsoft.com/office/drawing/2014/main" id="{D641CA9E-0D33-C024-0049-E4A9B2810CF5}"/>
                    </a:ext>
                  </a:extLst>
                </p:cNvPr>
                <p:cNvSpPr/>
                <p:nvPr/>
              </p:nvSpPr>
              <p:spPr>
                <a:xfrm>
                  <a:off x="3687387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8" name="Rectangle 10467">
                  <a:extLst>
                    <a:ext uri="{FF2B5EF4-FFF2-40B4-BE49-F238E27FC236}">
                      <a16:creationId xmlns:a16="http://schemas.microsoft.com/office/drawing/2014/main" id="{34334C4E-88D9-C54E-AE4E-92C8C1B77CE4}"/>
                    </a:ext>
                  </a:extLst>
                </p:cNvPr>
                <p:cNvSpPr/>
                <p:nvPr/>
              </p:nvSpPr>
              <p:spPr>
                <a:xfrm>
                  <a:off x="3687387" y="4793463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69" name="Rectangle 10468">
                  <a:extLst>
                    <a:ext uri="{FF2B5EF4-FFF2-40B4-BE49-F238E27FC236}">
                      <a16:creationId xmlns:a16="http://schemas.microsoft.com/office/drawing/2014/main" id="{2E9B263C-B37C-3C72-F026-D9A2F0DFC474}"/>
                    </a:ext>
                  </a:extLst>
                </p:cNvPr>
                <p:cNvSpPr/>
                <p:nvPr/>
              </p:nvSpPr>
              <p:spPr>
                <a:xfrm>
                  <a:off x="3687387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0" name="Rectangle 10469">
                  <a:extLst>
                    <a:ext uri="{FF2B5EF4-FFF2-40B4-BE49-F238E27FC236}">
                      <a16:creationId xmlns:a16="http://schemas.microsoft.com/office/drawing/2014/main" id="{D6299472-F060-0267-BBE4-6956B009FB18}"/>
                    </a:ext>
                  </a:extLst>
                </p:cNvPr>
                <p:cNvSpPr/>
                <p:nvPr/>
              </p:nvSpPr>
              <p:spPr>
                <a:xfrm>
                  <a:off x="3687387" y="4897349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1" name="Rectangle 10470">
                  <a:extLst>
                    <a:ext uri="{FF2B5EF4-FFF2-40B4-BE49-F238E27FC236}">
                      <a16:creationId xmlns:a16="http://schemas.microsoft.com/office/drawing/2014/main" id="{4FC6818C-D924-2A59-B45E-2521D6293F82}"/>
                    </a:ext>
                  </a:extLst>
                </p:cNvPr>
                <p:cNvSpPr/>
                <p:nvPr/>
              </p:nvSpPr>
              <p:spPr>
                <a:xfrm>
                  <a:off x="3687387" y="494929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2" name="Rectangle 10471">
                  <a:extLst>
                    <a:ext uri="{FF2B5EF4-FFF2-40B4-BE49-F238E27FC236}">
                      <a16:creationId xmlns:a16="http://schemas.microsoft.com/office/drawing/2014/main" id="{171A5D48-E85D-39B2-C1AD-BAC258221892}"/>
                    </a:ext>
                  </a:extLst>
                </p:cNvPr>
                <p:cNvSpPr/>
                <p:nvPr/>
              </p:nvSpPr>
              <p:spPr>
                <a:xfrm>
                  <a:off x="3687387" y="500123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3" name="Rectangle 10472">
                  <a:extLst>
                    <a:ext uri="{FF2B5EF4-FFF2-40B4-BE49-F238E27FC236}">
                      <a16:creationId xmlns:a16="http://schemas.microsoft.com/office/drawing/2014/main" id="{11967354-9E37-6578-BD97-8C7E8497F51D}"/>
                    </a:ext>
                  </a:extLst>
                </p:cNvPr>
                <p:cNvSpPr/>
                <p:nvPr/>
              </p:nvSpPr>
              <p:spPr>
                <a:xfrm>
                  <a:off x="3687387" y="5053178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4" name="Rectangle 10473">
                  <a:extLst>
                    <a:ext uri="{FF2B5EF4-FFF2-40B4-BE49-F238E27FC236}">
                      <a16:creationId xmlns:a16="http://schemas.microsoft.com/office/drawing/2014/main" id="{8A5FC0C1-FFBE-7AC7-F0C4-EB3BF2BB62CC}"/>
                    </a:ext>
                  </a:extLst>
                </p:cNvPr>
                <p:cNvSpPr/>
                <p:nvPr/>
              </p:nvSpPr>
              <p:spPr>
                <a:xfrm>
                  <a:off x="3687387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5" name="Rectangle 10474">
                  <a:extLst>
                    <a:ext uri="{FF2B5EF4-FFF2-40B4-BE49-F238E27FC236}">
                      <a16:creationId xmlns:a16="http://schemas.microsoft.com/office/drawing/2014/main" id="{956C9232-8E0A-5300-4518-9F7A51D652C3}"/>
                    </a:ext>
                  </a:extLst>
                </p:cNvPr>
                <p:cNvSpPr/>
                <p:nvPr/>
              </p:nvSpPr>
              <p:spPr>
                <a:xfrm>
                  <a:off x="3687387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6" name="Rectangle 10475">
                  <a:extLst>
                    <a:ext uri="{FF2B5EF4-FFF2-40B4-BE49-F238E27FC236}">
                      <a16:creationId xmlns:a16="http://schemas.microsoft.com/office/drawing/2014/main" id="{5FFA31FD-965D-9954-2397-077F2593BD3B}"/>
                    </a:ext>
                  </a:extLst>
                </p:cNvPr>
                <p:cNvSpPr/>
                <p:nvPr/>
              </p:nvSpPr>
              <p:spPr>
                <a:xfrm>
                  <a:off x="3687387" y="520913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7" name="Rectangle 10476">
                  <a:extLst>
                    <a:ext uri="{FF2B5EF4-FFF2-40B4-BE49-F238E27FC236}">
                      <a16:creationId xmlns:a16="http://schemas.microsoft.com/office/drawing/2014/main" id="{805E3523-0B70-A782-86F9-E1A0E0FC9628}"/>
                    </a:ext>
                  </a:extLst>
                </p:cNvPr>
                <p:cNvSpPr/>
                <p:nvPr/>
              </p:nvSpPr>
              <p:spPr>
                <a:xfrm>
                  <a:off x="3687387" y="5313020"/>
                  <a:ext cx="181224" cy="51942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8" name="Rectangle 10477">
                  <a:extLst>
                    <a:ext uri="{FF2B5EF4-FFF2-40B4-BE49-F238E27FC236}">
                      <a16:creationId xmlns:a16="http://schemas.microsoft.com/office/drawing/2014/main" id="{F3721D6F-A725-FF47-A65E-5C28E307D3C3}"/>
                    </a:ext>
                  </a:extLst>
                </p:cNvPr>
                <p:cNvSpPr/>
                <p:nvPr/>
              </p:nvSpPr>
              <p:spPr>
                <a:xfrm>
                  <a:off x="3868612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79" name="Rectangle 10478">
                  <a:extLst>
                    <a:ext uri="{FF2B5EF4-FFF2-40B4-BE49-F238E27FC236}">
                      <a16:creationId xmlns:a16="http://schemas.microsoft.com/office/drawing/2014/main" id="{DB64BAB1-6B6E-AAC6-7C32-C86126D95542}"/>
                    </a:ext>
                  </a:extLst>
                </p:cNvPr>
                <p:cNvSpPr/>
                <p:nvPr/>
              </p:nvSpPr>
              <p:spPr>
                <a:xfrm>
                  <a:off x="3868612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0" name="Rectangle 10479">
                  <a:extLst>
                    <a:ext uri="{FF2B5EF4-FFF2-40B4-BE49-F238E27FC236}">
                      <a16:creationId xmlns:a16="http://schemas.microsoft.com/office/drawing/2014/main" id="{B80E480F-3085-6639-5A32-660A49076260}"/>
                    </a:ext>
                  </a:extLst>
                </p:cNvPr>
                <p:cNvSpPr/>
                <p:nvPr/>
              </p:nvSpPr>
              <p:spPr>
                <a:xfrm>
                  <a:off x="3868612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1" name="Rectangle 10480">
                  <a:extLst>
                    <a:ext uri="{FF2B5EF4-FFF2-40B4-BE49-F238E27FC236}">
                      <a16:creationId xmlns:a16="http://schemas.microsoft.com/office/drawing/2014/main" id="{1E400D1C-E0B8-FFF9-CBB7-D0FEE386499D}"/>
                    </a:ext>
                  </a:extLst>
                </p:cNvPr>
                <p:cNvSpPr/>
                <p:nvPr/>
              </p:nvSpPr>
              <p:spPr>
                <a:xfrm>
                  <a:off x="3868612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2" name="Rectangle 10481">
                  <a:extLst>
                    <a:ext uri="{FF2B5EF4-FFF2-40B4-BE49-F238E27FC236}">
                      <a16:creationId xmlns:a16="http://schemas.microsoft.com/office/drawing/2014/main" id="{7B583C22-1F81-CBF2-8031-8A0722D3F551}"/>
                    </a:ext>
                  </a:extLst>
                </p:cNvPr>
                <p:cNvSpPr/>
                <p:nvPr/>
              </p:nvSpPr>
              <p:spPr>
                <a:xfrm>
                  <a:off x="3868612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3" name="Rectangle 10482">
                  <a:extLst>
                    <a:ext uri="{FF2B5EF4-FFF2-40B4-BE49-F238E27FC236}">
                      <a16:creationId xmlns:a16="http://schemas.microsoft.com/office/drawing/2014/main" id="{B624B2C1-A633-B007-F67A-2A3235249466}"/>
                    </a:ext>
                  </a:extLst>
                </p:cNvPr>
                <p:cNvSpPr/>
                <p:nvPr/>
              </p:nvSpPr>
              <p:spPr>
                <a:xfrm>
                  <a:off x="3868612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4" name="Rectangle 10483">
                  <a:extLst>
                    <a:ext uri="{FF2B5EF4-FFF2-40B4-BE49-F238E27FC236}">
                      <a16:creationId xmlns:a16="http://schemas.microsoft.com/office/drawing/2014/main" id="{BE92FAE3-4AAB-06E5-65EF-FFEE628185CF}"/>
                    </a:ext>
                  </a:extLst>
                </p:cNvPr>
                <p:cNvSpPr/>
                <p:nvPr/>
              </p:nvSpPr>
              <p:spPr>
                <a:xfrm>
                  <a:off x="3868612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5" name="Rectangle 10484">
                  <a:extLst>
                    <a:ext uri="{FF2B5EF4-FFF2-40B4-BE49-F238E27FC236}">
                      <a16:creationId xmlns:a16="http://schemas.microsoft.com/office/drawing/2014/main" id="{BD777B51-41BC-5E65-9472-1B9B3E6BD1DD}"/>
                    </a:ext>
                  </a:extLst>
                </p:cNvPr>
                <p:cNvSpPr/>
                <p:nvPr/>
              </p:nvSpPr>
              <p:spPr>
                <a:xfrm>
                  <a:off x="3868612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6" name="Rectangle 10485">
                  <a:extLst>
                    <a:ext uri="{FF2B5EF4-FFF2-40B4-BE49-F238E27FC236}">
                      <a16:creationId xmlns:a16="http://schemas.microsoft.com/office/drawing/2014/main" id="{2B1A996B-1FEC-C7A9-C9D2-30D2DC3E1D29}"/>
                    </a:ext>
                  </a:extLst>
                </p:cNvPr>
                <p:cNvSpPr/>
                <p:nvPr/>
              </p:nvSpPr>
              <p:spPr>
                <a:xfrm>
                  <a:off x="3868612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7" name="Rectangle 10486">
                  <a:extLst>
                    <a:ext uri="{FF2B5EF4-FFF2-40B4-BE49-F238E27FC236}">
                      <a16:creationId xmlns:a16="http://schemas.microsoft.com/office/drawing/2014/main" id="{DB808884-59D8-D168-DE64-19AE6A537FF0}"/>
                    </a:ext>
                  </a:extLst>
                </p:cNvPr>
                <p:cNvSpPr/>
                <p:nvPr/>
              </p:nvSpPr>
              <p:spPr>
                <a:xfrm>
                  <a:off x="3868612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8" name="Rectangle 10487">
                  <a:extLst>
                    <a:ext uri="{FF2B5EF4-FFF2-40B4-BE49-F238E27FC236}">
                      <a16:creationId xmlns:a16="http://schemas.microsoft.com/office/drawing/2014/main" id="{0662B80E-5357-5987-01F9-7A79C81D70BA}"/>
                    </a:ext>
                  </a:extLst>
                </p:cNvPr>
                <p:cNvSpPr/>
                <p:nvPr/>
              </p:nvSpPr>
              <p:spPr>
                <a:xfrm>
                  <a:off x="3868612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89" name="Rectangle 10488">
                  <a:extLst>
                    <a:ext uri="{FF2B5EF4-FFF2-40B4-BE49-F238E27FC236}">
                      <a16:creationId xmlns:a16="http://schemas.microsoft.com/office/drawing/2014/main" id="{8AA707A3-5A33-1FE8-A529-1174A5ED4230}"/>
                    </a:ext>
                  </a:extLst>
                </p:cNvPr>
                <p:cNvSpPr/>
                <p:nvPr/>
              </p:nvSpPr>
              <p:spPr>
                <a:xfrm>
                  <a:off x="3868612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0" name="Rectangle 10489">
                  <a:extLst>
                    <a:ext uri="{FF2B5EF4-FFF2-40B4-BE49-F238E27FC236}">
                      <a16:creationId xmlns:a16="http://schemas.microsoft.com/office/drawing/2014/main" id="{A06BFFCA-1383-78B7-0BDE-90687C5C9C26}"/>
                    </a:ext>
                  </a:extLst>
                </p:cNvPr>
                <p:cNvSpPr/>
                <p:nvPr/>
              </p:nvSpPr>
              <p:spPr>
                <a:xfrm>
                  <a:off x="3868612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1" name="Rectangle 10490">
                  <a:extLst>
                    <a:ext uri="{FF2B5EF4-FFF2-40B4-BE49-F238E27FC236}">
                      <a16:creationId xmlns:a16="http://schemas.microsoft.com/office/drawing/2014/main" id="{87F2105E-7469-8048-1ADC-ED61C38A4F5E}"/>
                    </a:ext>
                  </a:extLst>
                </p:cNvPr>
                <p:cNvSpPr/>
                <p:nvPr/>
              </p:nvSpPr>
              <p:spPr>
                <a:xfrm>
                  <a:off x="3868612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2" name="Rectangle 10491">
                  <a:extLst>
                    <a:ext uri="{FF2B5EF4-FFF2-40B4-BE49-F238E27FC236}">
                      <a16:creationId xmlns:a16="http://schemas.microsoft.com/office/drawing/2014/main" id="{8EBFE78D-DBFF-8BFB-7AC5-F94264E38461}"/>
                    </a:ext>
                  </a:extLst>
                </p:cNvPr>
                <p:cNvSpPr/>
                <p:nvPr/>
              </p:nvSpPr>
              <p:spPr>
                <a:xfrm>
                  <a:off x="3868612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3" name="Rectangle 10492">
                  <a:extLst>
                    <a:ext uri="{FF2B5EF4-FFF2-40B4-BE49-F238E27FC236}">
                      <a16:creationId xmlns:a16="http://schemas.microsoft.com/office/drawing/2014/main" id="{1C27D470-75CE-D668-9562-8DBCA7EE5EE0}"/>
                    </a:ext>
                  </a:extLst>
                </p:cNvPr>
                <p:cNvSpPr/>
                <p:nvPr/>
              </p:nvSpPr>
              <p:spPr>
                <a:xfrm>
                  <a:off x="3868612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4" name="Rectangle 10493">
                  <a:extLst>
                    <a:ext uri="{FF2B5EF4-FFF2-40B4-BE49-F238E27FC236}">
                      <a16:creationId xmlns:a16="http://schemas.microsoft.com/office/drawing/2014/main" id="{50391484-BDDE-626A-5D48-26BBC1D4B8BF}"/>
                    </a:ext>
                  </a:extLst>
                </p:cNvPr>
                <p:cNvSpPr/>
                <p:nvPr/>
              </p:nvSpPr>
              <p:spPr>
                <a:xfrm>
                  <a:off x="3868612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5" name="Rectangle 10494">
                  <a:extLst>
                    <a:ext uri="{FF2B5EF4-FFF2-40B4-BE49-F238E27FC236}">
                      <a16:creationId xmlns:a16="http://schemas.microsoft.com/office/drawing/2014/main" id="{0716207A-A489-1310-7BD9-1AD762399FFB}"/>
                    </a:ext>
                  </a:extLst>
                </p:cNvPr>
                <p:cNvSpPr/>
                <p:nvPr/>
              </p:nvSpPr>
              <p:spPr>
                <a:xfrm>
                  <a:off x="3868612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6" name="Rectangle 10495">
                  <a:extLst>
                    <a:ext uri="{FF2B5EF4-FFF2-40B4-BE49-F238E27FC236}">
                      <a16:creationId xmlns:a16="http://schemas.microsoft.com/office/drawing/2014/main" id="{10F03486-D0B3-40F9-AEEE-ABC90C961EE2}"/>
                    </a:ext>
                  </a:extLst>
                </p:cNvPr>
                <p:cNvSpPr/>
                <p:nvPr/>
              </p:nvSpPr>
              <p:spPr>
                <a:xfrm>
                  <a:off x="3868612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7" name="Rectangle 10496">
                  <a:extLst>
                    <a:ext uri="{FF2B5EF4-FFF2-40B4-BE49-F238E27FC236}">
                      <a16:creationId xmlns:a16="http://schemas.microsoft.com/office/drawing/2014/main" id="{6FBD62E5-EC6C-9213-FE43-56814745C4AD}"/>
                    </a:ext>
                  </a:extLst>
                </p:cNvPr>
                <p:cNvSpPr/>
                <p:nvPr/>
              </p:nvSpPr>
              <p:spPr>
                <a:xfrm>
                  <a:off x="3868612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8" name="Rectangle 10497">
                  <a:extLst>
                    <a:ext uri="{FF2B5EF4-FFF2-40B4-BE49-F238E27FC236}">
                      <a16:creationId xmlns:a16="http://schemas.microsoft.com/office/drawing/2014/main" id="{24FABE77-111A-4259-CD3B-B6A022F16109}"/>
                    </a:ext>
                  </a:extLst>
                </p:cNvPr>
                <p:cNvSpPr/>
                <p:nvPr/>
              </p:nvSpPr>
              <p:spPr>
                <a:xfrm>
                  <a:off x="3868612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99" name="Rectangle 10498">
                  <a:extLst>
                    <a:ext uri="{FF2B5EF4-FFF2-40B4-BE49-F238E27FC236}">
                      <a16:creationId xmlns:a16="http://schemas.microsoft.com/office/drawing/2014/main" id="{A7C21495-8A2B-94D2-676E-1274603AFA2D}"/>
                    </a:ext>
                  </a:extLst>
                </p:cNvPr>
                <p:cNvSpPr/>
                <p:nvPr/>
              </p:nvSpPr>
              <p:spPr>
                <a:xfrm>
                  <a:off x="3868612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0" name="Rectangle 10499">
                  <a:extLst>
                    <a:ext uri="{FF2B5EF4-FFF2-40B4-BE49-F238E27FC236}">
                      <a16:creationId xmlns:a16="http://schemas.microsoft.com/office/drawing/2014/main" id="{D5491B2B-62AA-6D42-B2D7-B89D79500171}"/>
                    </a:ext>
                  </a:extLst>
                </p:cNvPr>
                <p:cNvSpPr/>
                <p:nvPr/>
              </p:nvSpPr>
              <p:spPr>
                <a:xfrm>
                  <a:off x="3868612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1" name="Rectangle 10500">
                  <a:extLst>
                    <a:ext uri="{FF2B5EF4-FFF2-40B4-BE49-F238E27FC236}">
                      <a16:creationId xmlns:a16="http://schemas.microsoft.com/office/drawing/2014/main" id="{FFAE8C4E-9593-DDC6-4703-2F356E93A06D}"/>
                    </a:ext>
                  </a:extLst>
                </p:cNvPr>
                <p:cNvSpPr/>
                <p:nvPr/>
              </p:nvSpPr>
              <p:spPr>
                <a:xfrm>
                  <a:off x="3868612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2" name="Rectangle 10501">
                  <a:extLst>
                    <a:ext uri="{FF2B5EF4-FFF2-40B4-BE49-F238E27FC236}">
                      <a16:creationId xmlns:a16="http://schemas.microsoft.com/office/drawing/2014/main" id="{6C61BB29-D559-CBFD-0611-1C8A45F03FF7}"/>
                    </a:ext>
                  </a:extLst>
                </p:cNvPr>
                <p:cNvSpPr/>
                <p:nvPr/>
              </p:nvSpPr>
              <p:spPr>
                <a:xfrm>
                  <a:off x="3868612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3" name="Rectangle 10502">
                  <a:extLst>
                    <a:ext uri="{FF2B5EF4-FFF2-40B4-BE49-F238E27FC236}">
                      <a16:creationId xmlns:a16="http://schemas.microsoft.com/office/drawing/2014/main" id="{815CD4BB-70B8-272D-4825-F6A822FC08FC}"/>
                    </a:ext>
                  </a:extLst>
                </p:cNvPr>
                <p:cNvSpPr/>
                <p:nvPr/>
              </p:nvSpPr>
              <p:spPr>
                <a:xfrm>
                  <a:off x="3868612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4" name="Rectangle 10503">
                  <a:extLst>
                    <a:ext uri="{FF2B5EF4-FFF2-40B4-BE49-F238E27FC236}">
                      <a16:creationId xmlns:a16="http://schemas.microsoft.com/office/drawing/2014/main" id="{1A81A226-4F37-1C1E-5CA7-91C48DC42688}"/>
                    </a:ext>
                  </a:extLst>
                </p:cNvPr>
                <p:cNvSpPr/>
                <p:nvPr/>
              </p:nvSpPr>
              <p:spPr>
                <a:xfrm>
                  <a:off x="3868612" y="344231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5" name="Rectangle 10504">
                  <a:extLst>
                    <a:ext uri="{FF2B5EF4-FFF2-40B4-BE49-F238E27FC236}">
                      <a16:creationId xmlns:a16="http://schemas.microsoft.com/office/drawing/2014/main" id="{08307491-F9D3-A3D2-A502-CD5A81CD1C21}"/>
                    </a:ext>
                  </a:extLst>
                </p:cNvPr>
                <p:cNvSpPr/>
                <p:nvPr/>
              </p:nvSpPr>
              <p:spPr>
                <a:xfrm>
                  <a:off x="3868612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6" name="Rectangle 10505">
                  <a:extLst>
                    <a:ext uri="{FF2B5EF4-FFF2-40B4-BE49-F238E27FC236}">
                      <a16:creationId xmlns:a16="http://schemas.microsoft.com/office/drawing/2014/main" id="{1D052ED9-515F-0FF6-55B5-70C5A38DF8EA}"/>
                    </a:ext>
                  </a:extLst>
                </p:cNvPr>
                <p:cNvSpPr/>
                <p:nvPr/>
              </p:nvSpPr>
              <p:spPr>
                <a:xfrm>
                  <a:off x="3868612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7" name="Rectangle 10506">
                  <a:extLst>
                    <a:ext uri="{FF2B5EF4-FFF2-40B4-BE49-F238E27FC236}">
                      <a16:creationId xmlns:a16="http://schemas.microsoft.com/office/drawing/2014/main" id="{E4B2FA91-53F1-BFBD-B660-124E4D88A9C4}"/>
                    </a:ext>
                  </a:extLst>
                </p:cNvPr>
                <p:cNvSpPr/>
                <p:nvPr/>
              </p:nvSpPr>
              <p:spPr>
                <a:xfrm>
                  <a:off x="3868612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8" name="Rectangle 10507">
                  <a:extLst>
                    <a:ext uri="{FF2B5EF4-FFF2-40B4-BE49-F238E27FC236}">
                      <a16:creationId xmlns:a16="http://schemas.microsoft.com/office/drawing/2014/main" id="{2CDA3EBA-1AD9-9C35-6077-A318BDB46B5F}"/>
                    </a:ext>
                  </a:extLst>
                </p:cNvPr>
                <p:cNvSpPr/>
                <p:nvPr/>
              </p:nvSpPr>
              <p:spPr>
                <a:xfrm>
                  <a:off x="3868612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09" name="Rectangle 10508">
                  <a:extLst>
                    <a:ext uri="{FF2B5EF4-FFF2-40B4-BE49-F238E27FC236}">
                      <a16:creationId xmlns:a16="http://schemas.microsoft.com/office/drawing/2014/main" id="{3FF6AD1A-781D-EEE0-8B3A-F3832B15682D}"/>
                    </a:ext>
                  </a:extLst>
                </p:cNvPr>
                <p:cNvSpPr/>
                <p:nvPr/>
              </p:nvSpPr>
              <p:spPr>
                <a:xfrm>
                  <a:off x="3868612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0" name="Rectangle 10509">
                  <a:extLst>
                    <a:ext uri="{FF2B5EF4-FFF2-40B4-BE49-F238E27FC236}">
                      <a16:creationId xmlns:a16="http://schemas.microsoft.com/office/drawing/2014/main" id="{34B32CE1-16C9-32B7-E651-E1549E19ED50}"/>
                    </a:ext>
                  </a:extLst>
                </p:cNvPr>
                <p:cNvSpPr/>
                <p:nvPr/>
              </p:nvSpPr>
              <p:spPr>
                <a:xfrm>
                  <a:off x="3868612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1" name="Rectangle 10510">
                  <a:extLst>
                    <a:ext uri="{FF2B5EF4-FFF2-40B4-BE49-F238E27FC236}">
                      <a16:creationId xmlns:a16="http://schemas.microsoft.com/office/drawing/2014/main" id="{78BAAFF2-F4E4-E0E4-0A29-2576872A82D7}"/>
                    </a:ext>
                  </a:extLst>
                </p:cNvPr>
                <p:cNvSpPr/>
                <p:nvPr/>
              </p:nvSpPr>
              <p:spPr>
                <a:xfrm>
                  <a:off x="3868612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2" name="Rectangle 10511">
                  <a:extLst>
                    <a:ext uri="{FF2B5EF4-FFF2-40B4-BE49-F238E27FC236}">
                      <a16:creationId xmlns:a16="http://schemas.microsoft.com/office/drawing/2014/main" id="{28CFEA6D-0FFD-A8E1-5257-41A6307874C7}"/>
                    </a:ext>
                  </a:extLst>
                </p:cNvPr>
                <p:cNvSpPr/>
                <p:nvPr/>
              </p:nvSpPr>
              <p:spPr>
                <a:xfrm>
                  <a:off x="3868612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3" name="Rectangle 10512">
                  <a:extLst>
                    <a:ext uri="{FF2B5EF4-FFF2-40B4-BE49-F238E27FC236}">
                      <a16:creationId xmlns:a16="http://schemas.microsoft.com/office/drawing/2014/main" id="{A8ED92C9-4FBE-414B-A282-AEE24388204F}"/>
                    </a:ext>
                  </a:extLst>
                </p:cNvPr>
                <p:cNvSpPr/>
                <p:nvPr/>
              </p:nvSpPr>
              <p:spPr>
                <a:xfrm>
                  <a:off x="3868612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4" name="Rectangle 10513">
                  <a:extLst>
                    <a:ext uri="{FF2B5EF4-FFF2-40B4-BE49-F238E27FC236}">
                      <a16:creationId xmlns:a16="http://schemas.microsoft.com/office/drawing/2014/main" id="{717DE438-9D52-B13B-1111-2E20D38C20C4}"/>
                    </a:ext>
                  </a:extLst>
                </p:cNvPr>
                <p:cNvSpPr/>
                <p:nvPr/>
              </p:nvSpPr>
              <p:spPr>
                <a:xfrm>
                  <a:off x="3868612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5" name="Rectangle 10514">
                  <a:extLst>
                    <a:ext uri="{FF2B5EF4-FFF2-40B4-BE49-F238E27FC236}">
                      <a16:creationId xmlns:a16="http://schemas.microsoft.com/office/drawing/2014/main" id="{1671924A-96C7-4E2F-BE5D-90784BDEE12F}"/>
                    </a:ext>
                  </a:extLst>
                </p:cNvPr>
                <p:cNvSpPr/>
                <p:nvPr/>
              </p:nvSpPr>
              <p:spPr>
                <a:xfrm>
                  <a:off x="3868612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6" name="Rectangle 10515">
                  <a:extLst>
                    <a:ext uri="{FF2B5EF4-FFF2-40B4-BE49-F238E27FC236}">
                      <a16:creationId xmlns:a16="http://schemas.microsoft.com/office/drawing/2014/main" id="{7820EC39-D12D-6871-DCE3-00568506148E}"/>
                    </a:ext>
                  </a:extLst>
                </p:cNvPr>
                <p:cNvSpPr/>
                <p:nvPr/>
              </p:nvSpPr>
              <p:spPr>
                <a:xfrm>
                  <a:off x="3868612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7" name="Rectangle 10516">
                  <a:extLst>
                    <a:ext uri="{FF2B5EF4-FFF2-40B4-BE49-F238E27FC236}">
                      <a16:creationId xmlns:a16="http://schemas.microsoft.com/office/drawing/2014/main" id="{84BD6F69-6A3C-DAB1-4641-8D07BC8793F5}"/>
                    </a:ext>
                  </a:extLst>
                </p:cNvPr>
                <p:cNvSpPr/>
                <p:nvPr/>
              </p:nvSpPr>
              <p:spPr>
                <a:xfrm>
                  <a:off x="3868612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8" name="Rectangle 10517">
                  <a:extLst>
                    <a:ext uri="{FF2B5EF4-FFF2-40B4-BE49-F238E27FC236}">
                      <a16:creationId xmlns:a16="http://schemas.microsoft.com/office/drawing/2014/main" id="{E890A825-794D-1033-E867-9852AD2A55F2}"/>
                    </a:ext>
                  </a:extLst>
                </p:cNvPr>
                <p:cNvSpPr/>
                <p:nvPr/>
              </p:nvSpPr>
              <p:spPr>
                <a:xfrm>
                  <a:off x="3868612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19" name="Rectangle 10518">
                  <a:extLst>
                    <a:ext uri="{FF2B5EF4-FFF2-40B4-BE49-F238E27FC236}">
                      <a16:creationId xmlns:a16="http://schemas.microsoft.com/office/drawing/2014/main" id="{432E1254-5C5C-B7A6-F2A2-3664E30A9754}"/>
                    </a:ext>
                  </a:extLst>
                </p:cNvPr>
                <p:cNvSpPr/>
                <p:nvPr/>
              </p:nvSpPr>
              <p:spPr>
                <a:xfrm>
                  <a:off x="3868612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0" name="Rectangle 10519">
                  <a:extLst>
                    <a:ext uri="{FF2B5EF4-FFF2-40B4-BE49-F238E27FC236}">
                      <a16:creationId xmlns:a16="http://schemas.microsoft.com/office/drawing/2014/main" id="{4FDE3526-5594-2B38-491C-4CE6A72CDF80}"/>
                    </a:ext>
                  </a:extLst>
                </p:cNvPr>
                <p:cNvSpPr/>
                <p:nvPr/>
              </p:nvSpPr>
              <p:spPr>
                <a:xfrm>
                  <a:off x="3868612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1" name="Rectangle 10520">
                  <a:extLst>
                    <a:ext uri="{FF2B5EF4-FFF2-40B4-BE49-F238E27FC236}">
                      <a16:creationId xmlns:a16="http://schemas.microsoft.com/office/drawing/2014/main" id="{7E19F81A-673F-0444-552F-D1252E4C27A7}"/>
                    </a:ext>
                  </a:extLst>
                </p:cNvPr>
                <p:cNvSpPr/>
                <p:nvPr/>
              </p:nvSpPr>
              <p:spPr>
                <a:xfrm>
                  <a:off x="3868612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2" name="Rectangle 10521">
                  <a:extLst>
                    <a:ext uri="{FF2B5EF4-FFF2-40B4-BE49-F238E27FC236}">
                      <a16:creationId xmlns:a16="http://schemas.microsoft.com/office/drawing/2014/main" id="{25C9C8F0-9B55-7CEF-5CB8-907BF4DF0AC3}"/>
                    </a:ext>
                  </a:extLst>
                </p:cNvPr>
                <p:cNvSpPr/>
                <p:nvPr/>
              </p:nvSpPr>
              <p:spPr>
                <a:xfrm>
                  <a:off x="3868612" y="437766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3" name="Rectangle 10522">
                  <a:extLst>
                    <a:ext uri="{FF2B5EF4-FFF2-40B4-BE49-F238E27FC236}">
                      <a16:creationId xmlns:a16="http://schemas.microsoft.com/office/drawing/2014/main" id="{CE73F727-0F27-5753-59CB-E91A7D65B07F}"/>
                    </a:ext>
                  </a:extLst>
                </p:cNvPr>
                <p:cNvSpPr/>
                <p:nvPr/>
              </p:nvSpPr>
              <p:spPr>
                <a:xfrm>
                  <a:off x="3868612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4" name="Rectangle 10523">
                  <a:extLst>
                    <a:ext uri="{FF2B5EF4-FFF2-40B4-BE49-F238E27FC236}">
                      <a16:creationId xmlns:a16="http://schemas.microsoft.com/office/drawing/2014/main" id="{8445E993-62EF-564A-D9FD-E5928DC45228}"/>
                    </a:ext>
                  </a:extLst>
                </p:cNvPr>
                <p:cNvSpPr/>
                <p:nvPr/>
              </p:nvSpPr>
              <p:spPr>
                <a:xfrm>
                  <a:off x="3868612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5" name="Rectangle 10524">
                  <a:extLst>
                    <a:ext uri="{FF2B5EF4-FFF2-40B4-BE49-F238E27FC236}">
                      <a16:creationId xmlns:a16="http://schemas.microsoft.com/office/drawing/2014/main" id="{799294DF-651C-F436-7691-51AB9299CB69}"/>
                    </a:ext>
                  </a:extLst>
                </p:cNvPr>
                <p:cNvSpPr/>
                <p:nvPr/>
              </p:nvSpPr>
              <p:spPr>
                <a:xfrm>
                  <a:off x="3868612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6" name="Rectangle 10525">
                  <a:extLst>
                    <a:ext uri="{FF2B5EF4-FFF2-40B4-BE49-F238E27FC236}">
                      <a16:creationId xmlns:a16="http://schemas.microsoft.com/office/drawing/2014/main" id="{51144591-FDFC-3682-DF14-8BB0F216EA43}"/>
                    </a:ext>
                  </a:extLst>
                </p:cNvPr>
                <p:cNvSpPr/>
                <p:nvPr/>
              </p:nvSpPr>
              <p:spPr>
                <a:xfrm>
                  <a:off x="3868612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7" name="Rectangle 10526">
                  <a:extLst>
                    <a:ext uri="{FF2B5EF4-FFF2-40B4-BE49-F238E27FC236}">
                      <a16:creationId xmlns:a16="http://schemas.microsoft.com/office/drawing/2014/main" id="{95D7B143-7087-B879-01BA-9BB0B852EA9D}"/>
                    </a:ext>
                  </a:extLst>
                </p:cNvPr>
                <p:cNvSpPr/>
                <p:nvPr/>
              </p:nvSpPr>
              <p:spPr>
                <a:xfrm>
                  <a:off x="3868612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8" name="Rectangle 10527">
                  <a:extLst>
                    <a:ext uri="{FF2B5EF4-FFF2-40B4-BE49-F238E27FC236}">
                      <a16:creationId xmlns:a16="http://schemas.microsoft.com/office/drawing/2014/main" id="{BECCAFBD-469A-A2E5-F424-09DF434E989E}"/>
                    </a:ext>
                  </a:extLst>
                </p:cNvPr>
                <p:cNvSpPr/>
                <p:nvPr/>
              </p:nvSpPr>
              <p:spPr>
                <a:xfrm>
                  <a:off x="3868612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9" name="Rectangle 10528">
                  <a:extLst>
                    <a:ext uri="{FF2B5EF4-FFF2-40B4-BE49-F238E27FC236}">
                      <a16:creationId xmlns:a16="http://schemas.microsoft.com/office/drawing/2014/main" id="{418C7F63-DFCB-1F16-0C7B-146B7428E515}"/>
                    </a:ext>
                  </a:extLst>
                </p:cNvPr>
                <p:cNvSpPr/>
                <p:nvPr/>
              </p:nvSpPr>
              <p:spPr>
                <a:xfrm>
                  <a:off x="3868612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0" name="Rectangle 10529">
                  <a:extLst>
                    <a:ext uri="{FF2B5EF4-FFF2-40B4-BE49-F238E27FC236}">
                      <a16:creationId xmlns:a16="http://schemas.microsoft.com/office/drawing/2014/main" id="{C6786975-DE5A-F6D6-9D52-9B31D73B24C8}"/>
                    </a:ext>
                  </a:extLst>
                </p:cNvPr>
                <p:cNvSpPr/>
                <p:nvPr/>
              </p:nvSpPr>
              <p:spPr>
                <a:xfrm>
                  <a:off x="3868612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1" name="Rectangle 10530">
                  <a:extLst>
                    <a:ext uri="{FF2B5EF4-FFF2-40B4-BE49-F238E27FC236}">
                      <a16:creationId xmlns:a16="http://schemas.microsoft.com/office/drawing/2014/main" id="{1BCBD90B-3FDF-78CD-8142-6631F5E94AEC}"/>
                    </a:ext>
                  </a:extLst>
                </p:cNvPr>
                <p:cNvSpPr/>
                <p:nvPr/>
              </p:nvSpPr>
              <p:spPr>
                <a:xfrm>
                  <a:off x="3868612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2" name="Rectangle 10531">
                  <a:extLst>
                    <a:ext uri="{FF2B5EF4-FFF2-40B4-BE49-F238E27FC236}">
                      <a16:creationId xmlns:a16="http://schemas.microsoft.com/office/drawing/2014/main" id="{7DFFA52B-7996-8889-6FA2-834BB6606856}"/>
                    </a:ext>
                  </a:extLst>
                </p:cNvPr>
                <p:cNvSpPr/>
                <p:nvPr/>
              </p:nvSpPr>
              <p:spPr>
                <a:xfrm>
                  <a:off x="3868612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3" name="Rectangle 10532">
                  <a:extLst>
                    <a:ext uri="{FF2B5EF4-FFF2-40B4-BE49-F238E27FC236}">
                      <a16:creationId xmlns:a16="http://schemas.microsoft.com/office/drawing/2014/main" id="{71331265-D30E-4817-15E9-AAE9F451CFDA}"/>
                    </a:ext>
                  </a:extLst>
                </p:cNvPr>
                <p:cNvSpPr/>
                <p:nvPr/>
              </p:nvSpPr>
              <p:spPr>
                <a:xfrm>
                  <a:off x="3868612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4" name="Rectangle 10533">
                  <a:extLst>
                    <a:ext uri="{FF2B5EF4-FFF2-40B4-BE49-F238E27FC236}">
                      <a16:creationId xmlns:a16="http://schemas.microsoft.com/office/drawing/2014/main" id="{9CC12172-45DF-1B82-8277-B22A99DC15B6}"/>
                    </a:ext>
                  </a:extLst>
                </p:cNvPr>
                <p:cNvSpPr/>
                <p:nvPr/>
              </p:nvSpPr>
              <p:spPr>
                <a:xfrm>
                  <a:off x="3868612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5" name="Rectangle 10534">
                  <a:extLst>
                    <a:ext uri="{FF2B5EF4-FFF2-40B4-BE49-F238E27FC236}">
                      <a16:creationId xmlns:a16="http://schemas.microsoft.com/office/drawing/2014/main" id="{04D0E3DD-73BA-83E0-C499-654034D6795B}"/>
                    </a:ext>
                  </a:extLst>
                </p:cNvPr>
                <p:cNvSpPr/>
                <p:nvPr/>
              </p:nvSpPr>
              <p:spPr>
                <a:xfrm>
                  <a:off x="3868612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6" name="Rectangle 10535">
                  <a:extLst>
                    <a:ext uri="{FF2B5EF4-FFF2-40B4-BE49-F238E27FC236}">
                      <a16:creationId xmlns:a16="http://schemas.microsoft.com/office/drawing/2014/main" id="{06059A2D-EE2A-01FA-53F6-3504D49EC02A}"/>
                    </a:ext>
                  </a:extLst>
                </p:cNvPr>
                <p:cNvSpPr/>
                <p:nvPr/>
              </p:nvSpPr>
              <p:spPr>
                <a:xfrm>
                  <a:off x="3868612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7" name="Rectangle 10536">
                  <a:extLst>
                    <a:ext uri="{FF2B5EF4-FFF2-40B4-BE49-F238E27FC236}">
                      <a16:creationId xmlns:a16="http://schemas.microsoft.com/office/drawing/2014/main" id="{FD0042A4-3C41-7688-2E6B-80B6357F34EA}"/>
                    </a:ext>
                  </a:extLst>
                </p:cNvPr>
                <p:cNvSpPr/>
                <p:nvPr/>
              </p:nvSpPr>
              <p:spPr>
                <a:xfrm>
                  <a:off x="3868612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8" name="Rectangle 10537">
                  <a:extLst>
                    <a:ext uri="{FF2B5EF4-FFF2-40B4-BE49-F238E27FC236}">
                      <a16:creationId xmlns:a16="http://schemas.microsoft.com/office/drawing/2014/main" id="{0800193F-E74F-3158-B1E2-15AEE80C2D57}"/>
                    </a:ext>
                  </a:extLst>
                </p:cNvPr>
                <p:cNvSpPr/>
                <p:nvPr/>
              </p:nvSpPr>
              <p:spPr>
                <a:xfrm>
                  <a:off x="3868612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39" name="Rectangle 10538">
                  <a:extLst>
                    <a:ext uri="{FF2B5EF4-FFF2-40B4-BE49-F238E27FC236}">
                      <a16:creationId xmlns:a16="http://schemas.microsoft.com/office/drawing/2014/main" id="{EFDA6C29-CF8A-BFBC-4A04-77F7F8D5C28A}"/>
                    </a:ext>
                  </a:extLst>
                </p:cNvPr>
                <p:cNvSpPr/>
                <p:nvPr/>
              </p:nvSpPr>
              <p:spPr>
                <a:xfrm>
                  <a:off x="3868612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0" name="Rectangle 10539">
                  <a:extLst>
                    <a:ext uri="{FF2B5EF4-FFF2-40B4-BE49-F238E27FC236}">
                      <a16:creationId xmlns:a16="http://schemas.microsoft.com/office/drawing/2014/main" id="{1E149C89-6269-485C-A7E0-C026F9FDCAA1}"/>
                    </a:ext>
                  </a:extLst>
                </p:cNvPr>
                <p:cNvSpPr/>
                <p:nvPr/>
              </p:nvSpPr>
              <p:spPr>
                <a:xfrm>
                  <a:off x="3868612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1" name="Rectangle 10540">
                  <a:extLst>
                    <a:ext uri="{FF2B5EF4-FFF2-40B4-BE49-F238E27FC236}">
                      <a16:creationId xmlns:a16="http://schemas.microsoft.com/office/drawing/2014/main" id="{9C706B4E-EB43-1552-C69E-B60F4110F9CE}"/>
                    </a:ext>
                  </a:extLst>
                </p:cNvPr>
                <p:cNvSpPr/>
                <p:nvPr/>
              </p:nvSpPr>
              <p:spPr>
                <a:xfrm>
                  <a:off x="4049837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2" name="Rectangle 10541">
                  <a:extLst>
                    <a:ext uri="{FF2B5EF4-FFF2-40B4-BE49-F238E27FC236}">
                      <a16:creationId xmlns:a16="http://schemas.microsoft.com/office/drawing/2014/main" id="{0C699895-B7E5-E897-047B-11FE8FAF39C6}"/>
                    </a:ext>
                  </a:extLst>
                </p:cNvPr>
                <p:cNvSpPr/>
                <p:nvPr/>
              </p:nvSpPr>
              <p:spPr>
                <a:xfrm>
                  <a:off x="4049837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3" name="Rectangle 10542">
                  <a:extLst>
                    <a:ext uri="{FF2B5EF4-FFF2-40B4-BE49-F238E27FC236}">
                      <a16:creationId xmlns:a16="http://schemas.microsoft.com/office/drawing/2014/main" id="{5F1A8788-48AD-6C71-60E1-C2E58F138602}"/>
                    </a:ext>
                  </a:extLst>
                </p:cNvPr>
                <p:cNvSpPr/>
                <p:nvPr/>
              </p:nvSpPr>
              <p:spPr>
                <a:xfrm>
                  <a:off x="4049837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4" name="Rectangle 10543">
                  <a:extLst>
                    <a:ext uri="{FF2B5EF4-FFF2-40B4-BE49-F238E27FC236}">
                      <a16:creationId xmlns:a16="http://schemas.microsoft.com/office/drawing/2014/main" id="{881AAF2A-8A88-15C9-12A3-1F0B2F2B85EC}"/>
                    </a:ext>
                  </a:extLst>
                </p:cNvPr>
                <p:cNvSpPr/>
                <p:nvPr/>
              </p:nvSpPr>
              <p:spPr>
                <a:xfrm>
                  <a:off x="4049837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5" name="Rectangle 10544">
                  <a:extLst>
                    <a:ext uri="{FF2B5EF4-FFF2-40B4-BE49-F238E27FC236}">
                      <a16:creationId xmlns:a16="http://schemas.microsoft.com/office/drawing/2014/main" id="{BC8057CB-D9ED-1F2F-9140-F14464840BC6}"/>
                    </a:ext>
                  </a:extLst>
                </p:cNvPr>
                <p:cNvSpPr/>
                <p:nvPr/>
              </p:nvSpPr>
              <p:spPr>
                <a:xfrm>
                  <a:off x="4049837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6" name="Rectangle 10545">
                  <a:extLst>
                    <a:ext uri="{FF2B5EF4-FFF2-40B4-BE49-F238E27FC236}">
                      <a16:creationId xmlns:a16="http://schemas.microsoft.com/office/drawing/2014/main" id="{AFE77CB7-6CB8-729A-2CA0-95725DEB2D76}"/>
                    </a:ext>
                  </a:extLst>
                </p:cNvPr>
                <p:cNvSpPr/>
                <p:nvPr/>
              </p:nvSpPr>
              <p:spPr>
                <a:xfrm>
                  <a:off x="4049837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7" name="Rectangle 10546">
                  <a:extLst>
                    <a:ext uri="{FF2B5EF4-FFF2-40B4-BE49-F238E27FC236}">
                      <a16:creationId xmlns:a16="http://schemas.microsoft.com/office/drawing/2014/main" id="{12851263-9ADC-34A9-3458-C2A3AA16D1A1}"/>
                    </a:ext>
                  </a:extLst>
                </p:cNvPr>
                <p:cNvSpPr/>
                <p:nvPr/>
              </p:nvSpPr>
              <p:spPr>
                <a:xfrm>
                  <a:off x="4049837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8" name="Rectangle 10547">
                  <a:extLst>
                    <a:ext uri="{FF2B5EF4-FFF2-40B4-BE49-F238E27FC236}">
                      <a16:creationId xmlns:a16="http://schemas.microsoft.com/office/drawing/2014/main" id="{5EE7698F-8439-B938-DE3C-E49C412BE078}"/>
                    </a:ext>
                  </a:extLst>
                </p:cNvPr>
                <p:cNvSpPr/>
                <p:nvPr/>
              </p:nvSpPr>
              <p:spPr>
                <a:xfrm>
                  <a:off x="4049837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9" name="Rectangle 10548">
                  <a:extLst>
                    <a:ext uri="{FF2B5EF4-FFF2-40B4-BE49-F238E27FC236}">
                      <a16:creationId xmlns:a16="http://schemas.microsoft.com/office/drawing/2014/main" id="{3EEE830D-5BB4-0DD9-2804-35C90CAFABC9}"/>
                    </a:ext>
                  </a:extLst>
                </p:cNvPr>
                <p:cNvSpPr/>
                <p:nvPr/>
              </p:nvSpPr>
              <p:spPr>
                <a:xfrm>
                  <a:off x="4049837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0" name="Rectangle 10549">
                  <a:extLst>
                    <a:ext uri="{FF2B5EF4-FFF2-40B4-BE49-F238E27FC236}">
                      <a16:creationId xmlns:a16="http://schemas.microsoft.com/office/drawing/2014/main" id="{9BD5F15B-0B28-7427-50C3-89919CE059E5}"/>
                    </a:ext>
                  </a:extLst>
                </p:cNvPr>
                <p:cNvSpPr/>
                <p:nvPr/>
              </p:nvSpPr>
              <p:spPr>
                <a:xfrm>
                  <a:off x="4049837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1" name="Rectangle 10550">
                  <a:extLst>
                    <a:ext uri="{FF2B5EF4-FFF2-40B4-BE49-F238E27FC236}">
                      <a16:creationId xmlns:a16="http://schemas.microsoft.com/office/drawing/2014/main" id="{30CC1888-45AB-FF1D-6D48-5AACF12E7B63}"/>
                    </a:ext>
                  </a:extLst>
                </p:cNvPr>
                <p:cNvSpPr/>
                <p:nvPr/>
              </p:nvSpPr>
              <p:spPr>
                <a:xfrm>
                  <a:off x="4049837" y="2558898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2" name="Rectangle 10551">
                  <a:extLst>
                    <a:ext uri="{FF2B5EF4-FFF2-40B4-BE49-F238E27FC236}">
                      <a16:creationId xmlns:a16="http://schemas.microsoft.com/office/drawing/2014/main" id="{AD9CDC91-C6E6-8348-5D37-C7BE2EF65103}"/>
                    </a:ext>
                  </a:extLst>
                </p:cNvPr>
                <p:cNvSpPr/>
                <p:nvPr/>
              </p:nvSpPr>
              <p:spPr>
                <a:xfrm>
                  <a:off x="4049837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3" name="Rectangle 10552">
                  <a:extLst>
                    <a:ext uri="{FF2B5EF4-FFF2-40B4-BE49-F238E27FC236}">
                      <a16:creationId xmlns:a16="http://schemas.microsoft.com/office/drawing/2014/main" id="{54D0809E-5C9E-8F6A-D4FD-8D238D1BE6FB}"/>
                    </a:ext>
                  </a:extLst>
                </p:cNvPr>
                <p:cNvSpPr/>
                <p:nvPr/>
              </p:nvSpPr>
              <p:spPr>
                <a:xfrm>
                  <a:off x="4049837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4" name="Rectangle 10553">
                  <a:extLst>
                    <a:ext uri="{FF2B5EF4-FFF2-40B4-BE49-F238E27FC236}">
                      <a16:creationId xmlns:a16="http://schemas.microsoft.com/office/drawing/2014/main" id="{BF1154D3-6C1D-8B10-C8BE-A22B2B0D0CE9}"/>
                    </a:ext>
                  </a:extLst>
                </p:cNvPr>
                <p:cNvSpPr/>
                <p:nvPr/>
              </p:nvSpPr>
              <p:spPr>
                <a:xfrm>
                  <a:off x="4049837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5" name="Rectangle 10554">
                  <a:extLst>
                    <a:ext uri="{FF2B5EF4-FFF2-40B4-BE49-F238E27FC236}">
                      <a16:creationId xmlns:a16="http://schemas.microsoft.com/office/drawing/2014/main" id="{C444295F-F503-54F5-5479-F2251100D687}"/>
                    </a:ext>
                  </a:extLst>
                </p:cNvPr>
                <p:cNvSpPr/>
                <p:nvPr/>
              </p:nvSpPr>
              <p:spPr>
                <a:xfrm>
                  <a:off x="4049837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6" name="Rectangle 10555">
                  <a:extLst>
                    <a:ext uri="{FF2B5EF4-FFF2-40B4-BE49-F238E27FC236}">
                      <a16:creationId xmlns:a16="http://schemas.microsoft.com/office/drawing/2014/main" id="{807C5C68-ECA3-E24C-B4EA-DB83F6F42CF6}"/>
                    </a:ext>
                  </a:extLst>
                </p:cNvPr>
                <p:cNvSpPr/>
                <p:nvPr/>
              </p:nvSpPr>
              <p:spPr>
                <a:xfrm>
                  <a:off x="4049837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7" name="Rectangle 10556">
                  <a:extLst>
                    <a:ext uri="{FF2B5EF4-FFF2-40B4-BE49-F238E27FC236}">
                      <a16:creationId xmlns:a16="http://schemas.microsoft.com/office/drawing/2014/main" id="{1E4B2BC1-9FD3-A142-CAC4-F74D36FBE2A9}"/>
                    </a:ext>
                  </a:extLst>
                </p:cNvPr>
                <p:cNvSpPr/>
                <p:nvPr/>
              </p:nvSpPr>
              <p:spPr>
                <a:xfrm>
                  <a:off x="4049837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8" name="Rectangle 10557">
                  <a:extLst>
                    <a:ext uri="{FF2B5EF4-FFF2-40B4-BE49-F238E27FC236}">
                      <a16:creationId xmlns:a16="http://schemas.microsoft.com/office/drawing/2014/main" id="{694324C3-8DF6-54A2-7D2B-4E7C67BDDCB1}"/>
                    </a:ext>
                  </a:extLst>
                </p:cNvPr>
                <p:cNvSpPr/>
                <p:nvPr/>
              </p:nvSpPr>
              <p:spPr>
                <a:xfrm>
                  <a:off x="4049837" y="292262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59" name="Rectangle 10558">
                  <a:extLst>
                    <a:ext uri="{FF2B5EF4-FFF2-40B4-BE49-F238E27FC236}">
                      <a16:creationId xmlns:a16="http://schemas.microsoft.com/office/drawing/2014/main" id="{2CE39182-AF29-95C6-BC8E-5B281AC8962B}"/>
                    </a:ext>
                  </a:extLst>
                </p:cNvPr>
                <p:cNvSpPr/>
                <p:nvPr/>
              </p:nvSpPr>
              <p:spPr>
                <a:xfrm>
                  <a:off x="4049837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0" name="Rectangle 10559">
                  <a:extLst>
                    <a:ext uri="{FF2B5EF4-FFF2-40B4-BE49-F238E27FC236}">
                      <a16:creationId xmlns:a16="http://schemas.microsoft.com/office/drawing/2014/main" id="{BB89DBBD-6183-1074-1E3C-C8F94C579655}"/>
                    </a:ext>
                  </a:extLst>
                </p:cNvPr>
                <p:cNvSpPr/>
                <p:nvPr/>
              </p:nvSpPr>
              <p:spPr>
                <a:xfrm>
                  <a:off x="4049837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1" name="Rectangle 10560">
                  <a:extLst>
                    <a:ext uri="{FF2B5EF4-FFF2-40B4-BE49-F238E27FC236}">
                      <a16:creationId xmlns:a16="http://schemas.microsoft.com/office/drawing/2014/main" id="{B09414C6-9A8A-D3D5-FC95-F124E52183D1}"/>
                    </a:ext>
                  </a:extLst>
                </p:cNvPr>
                <p:cNvSpPr/>
                <p:nvPr/>
              </p:nvSpPr>
              <p:spPr>
                <a:xfrm>
                  <a:off x="4049837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2" name="Rectangle 10561">
                  <a:extLst>
                    <a:ext uri="{FF2B5EF4-FFF2-40B4-BE49-F238E27FC236}">
                      <a16:creationId xmlns:a16="http://schemas.microsoft.com/office/drawing/2014/main" id="{27C599E7-DEFA-DADA-CC41-F51016002FE7}"/>
                    </a:ext>
                  </a:extLst>
                </p:cNvPr>
                <p:cNvSpPr/>
                <p:nvPr/>
              </p:nvSpPr>
              <p:spPr>
                <a:xfrm>
                  <a:off x="4049837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3" name="Rectangle 10562">
                  <a:extLst>
                    <a:ext uri="{FF2B5EF4-FFF2-40B4-BE49-F238E27FC236}">
                      <a16:creationId xmlns:a16="http://schemas.microsoft.com/office/drawing/2014/main" id="{A4C555F2-7206-29D6-7681-725EA9C8FA07}"/>
                    </a:ext>
                  </a:extLst>
                </p:cNvPr>
                <p:cNvSpPr/>
                <p:nvPr/>
              </p:nvSpPr>
              <p:spPr>
                <a:xfrm>
                  <a:off x="4049837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4" name="Rectangle 10563">
                  <a:extLst>
                    <a:ext uri="{FF2B5EF4-FFF2-40B4-BE49-F238E27FC236}">
                      <a16:creationId xmlns:a16="http://schemas.microsoft.com/office/drawing/2014/main" id="{84ECCDE9-B445-C56D-140C-73262392E0CF}"/>
                    </a:ext>
                  </a:extLst>
                </p:cNvPr>
                <p:cNvSpPr/>
                <p:nvPr/>
              </p:nvSpPr>
              <p:spPr>
                <a:xfrm>
                  <a:off x="4049837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5" name="Rectangle 10564">
                  <a:extLst>
                    <a:ext uri="{FF2B5EF4-FFF2-40B4-BE49-F238E27FC236}">
                      <a16:creationId xmlns:a16="http://schemas.microsoft.com/office/drawing/2014/main" id="{46925D64-73EE-42D6-B0AB-9E46762C68E1}"/>
                    </a:ext>
                  </a:extLst>
                </p:cNvPr>
                <p:cNvSpPr/>
                <p:nvPr/>
              </p:nvSpPr>
              <p:spPr>
                <a:xfrm>
                  <a:off x="4049837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6" name="Rectangle 10565">
                  <a:extLst>
                    <a:ext uri="{FF2B5EF4-FFF2-40B4-BE49-F238E27FC236}">
                      <a16:creationId xmlns:a16="http://schemas.microsoft.com/office/drawing/2014/main" id="{B80AA6B6-03AD-C2B8-F695-71C5C7780FA7}"/>
                    </a:ext>
                  </a:extLst>
                </p:cNvPr>
                <p:cNvSpPr/>
                <p:nvPr/>
              </p:nvSpPr>
              <p:spPr>
                <a:xfrm>
                  <a:off x="4049837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7" name="Rectangle 10566">
                  <a:extLst>
                    <a:ext uri="{FF2B5EF4-FFF2-40B4-BE49-F238E27FC236}">
                      <a16:creationId xmlns:a16="http://schemas.microsoft.com/office/drawing/2014/main" id="{B9D144FD-CEBE-0F09-D025-0749F586E620}"/>
                    </a:ext>
                  </a:extLst>
                </p:cNvPr>
                <p:cNvSpPr/>
                <p:nvPr/>
              </p:nvSpPr>
              <p:spPr>
                <a:xfrm>
                  <a:off x="4049837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8" name="Rectangle 10567">
                  <a:extLst>
                    <a:ext uri="{FF2B5EF4-FFF2-40B4-BE49-F238E27FC236}">
                      <a16:creationId xmlns:a16="http://schemas.microsoft.com/office/drawing/2014/main" id="{5BD2529A-0D1D-94E5-227C-892935FA57CA}"/>
                    </a:ext>
                  </a:extLst>
                </p:cNvPr>
                <p:cNvSpPr/>
                <p:nvPr/>
              </p:nvSpPr>
              <p:spPr>
                <a:xfrm>
                  <a:off x="4049837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69" name="Rectangle 10568">
                  <a:extLst>
                    <a:ext uri="{FF2B5EF4-FFF2-40B4-BE49-F238E27FC236}">
                      <a16:creationId xmlns:a16="http://schemas.microsoft.com/office/drawing/2014/main" id="{C67DF3F4-2523-69D9-6618-1B75A748F24A}"/>
                    </a:ext>
                  </a:extLst>
                </p:cNvPr>
                <p:cNvSpPr/>
                <p:nvPr/>
              </p:nvSpPr>
              <p:spPr>
                <a:xfrm>
                  <a:off x="4049837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0" name="Rectangle 10569">
                  <a:extLst>
                    <a:ext uri="{FF2B5EF4-FFF2-40B4-BE49-F238E27FC236}">
                      <a16:creationId xmlns:a16="http://schemas.microsoft.com/office/drawing/2014/main" id="{C5B68278-768E-0110-D814-F777038EE95C}"/>
                    </a:ext>
                  </a:extLst>
                </p:cNvPr>
                <p:cNvSpPr/>
                <p:nvPr/>
              </p:nvSpPr>
              <p:spPr>
                <a:xfrm>
                  <a:off x="4049837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1" name="Rectangle 10570">
                  <a:extLst>
                    <a:ext uri="{FF2B5EF4-FFF2-40B4-BE49-F238E27FC236}">
                      <a16:creationId xmlns:a16="http://schemas.microsoft.com/office/drawing/2014/main" id="{538B4F4E-1FC3-D80D-3504-078178179244}"/>
                    </a:ext>
                  </a:extLst>
                </p:cNvPr>
                <p:cNvSpPr/>
                <p:nvPr/>
              </p:nvSpPr>
              <p:spPr>
                <a:xfrm>
                  <a:off x="4049837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2" name="Rectangle 10571">
                  <a:extLst>
                    <a:ext uri="{FF2B5EF4-FFF2-40B4-BE49-F238E27FC236}">
                      <a16:creationId xmlns:a16="http://schemas.microsoft.com/office/drawing/2014/main" id="{6FD471D2-7991-D5C0-FCAD-8EB9477BF24F}"/>
                    </a:ext>
                  </a:extLst>
                </p:cNvPr>
                <p:cNvSpPr/>
                <p:nvPr/>
              </p:nvSpPr>
              <p:spPr>
                <a:xfrm>
                  <a:off x="4049837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3" name="Rectangle 10572">
                  <a:extLst>
                    <a:ext uri="{FF2B5EF4-FFF2-40B4-BE49-F238E27FC236}">
                      <a16:creationId xmlns:a16="http://schemas.microsoft.com/office/drawing/2014/main" id="{CC123140-3CA5-8762-75CF-D5E443F2AED4}"/>
                    </a:ext>
                  </a:extLst>
                </p:cNvPr>
                <p:cNvSpPr/>
                <p:nvPr/>
              </p:nvSpPr>
              <p:spPr>
                <a:xfrm>
                  <a:off x="4049837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4" name="Rectangle 10573">
                  <a:extLst>
                    <a:ext uri="{FF2B5EF4-FFF2-40B4-BE49-F238E27FC236}">
                      <a16:creationId xmlns:a16="http://schemas.microsoft.com/office/drawing/2014/main" id="{93F13AC3-EE9D-2CC0-1918-576ACEA2B570}"/>
                    </a:ext>
                  </a:extLst>
                </p:cNvPr>
                <p:cNvSpPr/>
                <p:nvPr/>
              </p:nvSpPr>
              <p:spPr>
                <a:xfrm>
                  <a:off x="4049837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5" name="Rectangle 10574">
                  <a:extLst>
                    <a:ext uri="{FF2B5EF4-FFF2-40B4-BE49-F238E27FC236}">
                      <a16:creationId xmlns:a16="http://schemas.microsoft.com/office/drawing/2014/main" id="{0E991929-8F04-55EB-638A-17FA4A0212A4}"/>
                    </a:ext>
                  </a:extLst>
                </p:cNvPr>
                <p:cNvSpPr/>
                <p:nvPr/>
              </p:nvSpPr>
              <p:spPr>
                <a:xfrm>
                  <a:off x="4049837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6" name="Rectangle 10575">
                  <a:extLst>
                    <a:ext uri="{FF2B5EF4-FFF2-40B4-BE49-F238E27FC236}">
                      <a16:creationId xmlns:a16="http://schemas.microsoft.com/office/drawing/2014/main" id="{EC01A257-30C6-D602-06D4-A6E7F842712A}"/>
                    </a:ext>
                  </a:extLst>
                </p:cNvPr>
                <p:cNvSpPr/>
                <p:nvPr/>
              </p:nvSpPr>
              <p:spPr>
                <a:xfrm>
                  <a:off x="4049837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7" name="Rectangle 10576">
                  <a:extLst>
                    <a:ext uri="{FF2B5EF4-FFF2-40B4-BE49-F238E27FC236}">
                      <a16:creationId xmlns:a16="http://schemas.microsoft.com/office/drawing/2014/main" id="{8E510ABE-0D39-997D-24AD-EA943E8AACDC}"/>
                    </a:ext>
                  </a:extLst>
                </p:cNvPr>
                <p:cNvSpPr/>
                <p:nvPr/>
              </p:nvSpPr>
              <p:spPr>
                <a:xfrm>
                  <a:off x="4049837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8" name="Rectangle 10577">
                  <a:extLst>
                    <a:ext uri="{FF2B5EF4-FFF2-40B4-BE49-F238E27FC236}">
                      <a16:creationId xmlns:a16="http://schemas.microsoft.com/office/drawing/2014/main" id="{14C2EA4F-EE4F-0D3F-726F-0F0394E05C92}"/>
                    </a:ext>
                  </a:extLst>
                </p:cNvPr>
                <p:cNvSpPr/>
                <p:nvPr/>
              </p:nvSpPr>
              <p:spPr>
                <a:xfrm>
                  <a:off x="4049837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79" name="Rectangle 10578">
                  <a:extLst>
                    <a:ext uri="{FF2B5EF4-FFF2-40B4-BE49-F238E27FC236}">
                      <a16:creationId xmlns:a16="http://schemas.microsoft.com/office/drawing/2014/main" id="{A7496AE1-6B0D-E4C0-6188-E4D2FE82C52C}"/>
                    </a:ext>
                  </a:extLst>
                </p:cNvPr>
                <p:cNvSpPr/>
                <p:nvPr/>
              </p:nvSpPr>
              <p:spPr>
                <a:xfrm>
                  <a:off x="4049837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0" name="Rectangle 10579">
                  <a:extLst>
                    <a:ext uri="{FF2B5EF4-FFF2-40B4-BE49-F238E27FC236}">
                      <a16:creationId xmlns:a16="http://schemas.microsoft.com/office/drawing/2014/main" id="{791E9E81-F8AF-5975-BC21-146828353C41}"/>
                    </a:ext>
                  </a:extLst>
                </p:cNvPr>
                <p:cNvSpPr/>
                <p:nvPr/>
              </p:nvSpPr>
              <p:spPr>
                <a:xfrm>
                  <a:off x="4049837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1" name="Rectangle 10580">
                  <a:extLst>
                    <a:ext uri="{FF2B5EF4-FFF2-40B4-BE49-F238E27FC236}">
                      <a16:creationId xmlns:a16="http://schemas.microsoft.com/office/drawing/2014/main" id="{EDA67AD3-DDCB-14B0-BBFD-CE9A08F30E19}"/>
                    </a:ext>
                  </a:extLst>
                </p:cNvPr>
                <p:cNvSpPr/>
                <p:nvPr/>
              </p:nvSpPr>
              <p:spPr>
                <a:xfrm>
                  <a:off x="4049837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2" name="Rectangle 10581">
                  <a:extLst>
                    <a:ext uri="{FF2B5EF4-FFF2-40B4-BE49-F238E27FC236}">
                      <a16:creationId xmlns:a16="http://schemas.microsoft.com/office/drawing/2014/main" id="{565CB6FE-6F61-E878-1D03-9272E3080F0A}"/>
                    </a:ext>
                  </a:extLst>
                </p:cNvPr>
                <p:cNvSpPr/>
                <p:nvPr/>
              </p:nvSpPr>
              <p:spPr>
                <a:xfrm>
                  <a:off x="4049837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3" name="Rectangle 10582">
                  <a:extLst>
                    <a:ext uri="{FF2B5EF4-FFF2-40B4-BE49-F238E27FC236}">
                      <a16:creationId xmlns:a16="http://schemas.microsoft.com/office/drawing/2014/main" id="{04DC25E8-6711-3E99-E8BB-4BE50198894F}"/>
                    </a:ext>
                  </a:extLst>
                </p:cNvPr>
                <p:cNvSpPr/>
                <p:nvPr/>
              </p:nvSpPr>
              <p:spPr>
                <a:xfrm>
                  <a:off x="4049837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4" name="Rectangle 10583">
                  <a:extLst>
                    <a:ext uri="{FF2B5EF4-FFF2-40B4-BE49-F238E27FC236}">
                      <a16:creationId xmlns:a16="http://schemas.microsoft.com/office/drawing/2014/main" id="{C89F8647-0E58-332D-2BD2-082E24503E00}"/>
                    </a:ext>
                  </a:extLst>
                </p:cNvPr>
                <p:cNvSpPr/>
                <p:nvPr/>
              </p:nvSpPr>
              <p:spPr>
                <a:xfrm>
                  <a:off x="4049837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5" name="Rectangle 10584">
                  <a:extLst>
                    <a:ext uri="{FF2B5EF4-FFF2-40B4-BE49-F238E27FC236}">
                      <a16:creationId xmlns:a16="http://schemas.microsoft.com/office/drawing/2014/main" id="{A6594849-18DF-91E5-BD00-4FC64BC55DE4}"/>
                    </a:ext>
                  </a:extLst>
                </p:cNvPr>
                <p:cNvSpPr/>
                <p:nvPr/>
              </p:nvSpPr>
              <p:spPr>
                <a:xfrm>
                  <a:off x="4049837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6" name="Rectangle 10585">
                  <a:extLst>
                    <a:ext uri="{FF2B5EF4-FFF2-40B4-BE49-F238E27FC236}">
                      <a16:creationId xmlns:a16="http://schemas.microsoft.com/office/drawing/2014/main" id="{177577C2-9E6E-67AE-4287-DC1ACCCFF497}"/>
                    </a:ext>
                  </a:extLst>
                </p:cNvPr>
                <p:cNvSpPr/>
                <p:nvPr/>
              </p:nvSpPr>
              <p:spPr>
                <a:xfrm>
                  <a:off x="4049837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7" name="Rectangle 10586">
                  <a:extLst>
                    <a:ext uri="{FF2B5EF4-FFF2-40B4-BE49-F238E27FC236}">
                      <a16:creationId xmlns:a16="http://schemas.microsoft.com/office/drawing/2014/main" id="{3137D6A9-4AA3-4E00-9AB6-E0B4EABE18E2}"/>
                    </a:ext>
                  </a:extLst>
                </p:cNvPr>
                <p:cNvSpPr/>
                <p:nvPr/>
              </p:nvSpPr>
              <p:spPr>
                <a:xfrm>
                  <a:off x="4049837" y="4429608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8" name="Rectangle 10587">
                  <a:extLst>
                    <a:ext uri="{FF2B5EF4-FFF2-40B4-BE49-F238E27FC236}">
                      <a16:creationId xmlns:a16="http://schemas.microsoft.com/office/drawing/2014/main" id="{E6DD4A1E-D4F6-B5B8-C73C-D26F8CAD8F66}"/>
                    </a:ext>
                  </a:extLst>
                </p:cNvPr>
                <p:cNvSpPr/>
                <p:nvPr/>
              </p:nvSpPr>
              <p:spPr>
                <a:xfrm>
                  <a:off x="4049837" y="453362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89" name="Rectangle 10588">
                  <a:extLst>
                    <a:ext uri="{FF2B5EF4-FFF2-40B4-BE49-F238E27FC236}">
                      <a16:creationId xmlns:a16="http://schemas.microsoft.com/office/drawing/2014/main" id="{BF067005-EB3E-7A07-B143-27ADBBE6C987}"/>
                    </a:ext>
                  </a:extLst>
                </p:cNvPr>
                <p:cNvSpPr/>
                <p:nvPr/>
              </p:nvSpPr>
              <p:spPr>
                <a:xfrm>
                  <a:off x="4049837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0" name="Rectangle 10589">
                  <a:extLst>
                    <a:ext uri="{FF2B5EF4-FFF2-40B4-BE49-F238E27FC236}">
                      <a16:creationId xmlns:a16="http://schemas.microsoft.com/office/drawing/2014/main" id="{C1822B4A-35B7-D9BB-14AA-B8BBADC9C8D4}"/>
                    </a:ext>
                  </a:extLst>
                </p:cNvPr>
                <p:cNvSpPr/>
                <p:nvPr/>
              </p:nvSpPr>
              <p:spPr>
                <a:xfrm>
                  <a:off x="4049837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1" name="Rectangle 10590">
                  <a:extLst>
                    <a:ext uri="{FF2B5EF4-FFF2-40B4-BE49-F238E27FC236}">
                      <a16:creationId xmlns:a16="http://schemas.microsoft.com/office/drawing/2014/main" id="{FFF85781-5637-E68C-5FA8-B5DBE711BFFA}"/>
                    </a:ext>
                  </a:extLst>
                </p:cNvPr>
                <p:cNvSpPr/>
                <p:nvPr/>
              </p:nvSpPr>
              <p:spPr>
                <a:xfrm>
                  <a:off x="4049837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2" name="Rectangle 10591">
                  <a:extLst>
                    <a:ext uri="{FF2B5EF4-FFF2-40B4-BE49-F238E27FC236}">
                      <a16:creationId xmlns:a16="http://schemas.microsoft.com/office/drawing/2014/main" id="{FD48FFEF-D599-F5B9-BD12-948B9CAB92E1}"/>
                    </a:ext>
                  </a:extLst>
                </p:cNvPr>
                <p:cNvSpPr/>
                <p:nvPr/>
              </p:nvSpPr>
              <p:spPr>
                <a:xfrm>
                  <a:off x="4049837" y="4741393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3" name="Rectangle 10592">
                  <a:extLst>
                    <a:ext uri="{FF2B5EF4-FFF2-40B4-BE49-F238E27FC236}">
                      <a16:creationId xmlns:a16="http://schemas.microsoft.com/office/drawing/2014/main" id="{A169BE66-1E0A-BCD7-9525-A9DC36344792}"/>
                    </a:ext>
                  </a:extLst>
                </p:cNvPr>
                <p:cNvSpPr/>
                <p:nvPr/>
              </p:nvSpPr>
              <p:spPr>
                <a:xfrm>
                  <a:off x="4049837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4" name="Rectangle 10593">
                  <a:extLst>
                    <a:ext uri="{FF2B5EF4-FFF2-40B4-BE49-F238E27FC236}">
                      <a16:creationId xmlns:a16="http://schemas.microsoft.com/office/drawing/2014/main" id="{F0B089C7-34B7-FA4C-AAC4-3C197E512356}"/>
                    </a:ext>
                  </a:extLst>
                </p:cNvPr>
                <p:cNvSpPr/>
                <p:nvPr/>
              </p:nvSpPr>
              <p:spPr>
                <a:xfrm>
                  <a:off x="4049837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5" name="Rectangle 10594">
                  <a:extLst>
                    <a:ext uri="{FF2B5EF4-FFF2-40B4-BE49-F238E27FC236}">
                      <a16:creationId xmlns:a16="http://schemas.microsoft.com/office/drawing/2014/main" id="{F6314E4A-EAE3-9C3C-D3E3-FEF05DF43628}"/>
                    </a:ext>
                  </a:extLst>
                </p:cNvPr>
                <p:cNvSpPr/>
                <p:nvPr/>
              </p:nvSpPr>
              <p:spPr>
                <a:xfrm>
                  <a:off x="4049837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6" name="Rectangle 10595">
                  <a:extLst>
                    <a:ext uri="{FF2B5EF4-FFF2-40B4-BE49-F238E27FC236}">
                      <a16:creationId xmlns:a16="http://schemas.microsoft.com/office/drawing/2014/main" id="{90E2D999-3165-2EE4-5117-DA97ED99FA5D}"/>
                    </a:ext>
                  </a:extLst>
                </p:cNvPr>
                <p:cNvSpPr/>
                <p:nvPr/>
              </p:nvSpPr>
              <p:spPr>
                <a:xfrm>
                  <a:off x="4049836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7" name="Rectangle 10596">
                  <a:extLst>
                    <a:ext uri="{FF2B5EF4-FFF2-40B4-BE49-F238E27FC236}">
                      <a16:creationId xmlns:a16="http://schemas.microsoft.com/office/drawing/2014/main" id="{DC2DE9E6-66A2-D1E8-4754-80A40E568EFF}"/>
                    </a:ext>
                  </a:extLst>
                </p:cNvPr>
                <p:cNvSpPr/>
                <p:nvPr/>
              </p:nvSpPr>
              <p:spPr>
                <a:xfrm>
                  <a:off x="4049837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8" name="Rectangle 10597">
                  <a:extLst>
                    <a:ext uri="{FF2B5EF4-FFF2-40B4-BE49-F238E27FC236}">
                      <a16:creationId xmlns:a16="http://schemas.microsoft.com/office/drawing/2014/main" id="{0CB7290A-DA67-4770-1E85-E3805A060C44}"/>
                    </a:ext>
                  </a:extLst>
                </p:cNvPr>
                <p:cNvSpPr/>
                <p:nvPr/>
              </p:nvSpPr>
              <p:spPr>
                <a:xfrm>
                  <a:off x="4049837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99" name="Rectangle 10598">
                  <a:extLst>
                    <a:ext uri="{FF2B5EF4-FFF2-40B4-BE49-F238E27FC236}">
                      <a16:creationId xmlns:a16="http://schemas.microsoft.com/office/drawing/2014/main" id="{77A84945-A584-C6D3-9D52-8444781CCD4C}"/>
                    </a:ext>
                  </a:extLst>
                </p:cNvPr>
                <p:cNvSpPr/>
                <p:nvPr/>
              </p:nvSpPr>
              <p:spPr>
                <a:xfrm>
                  <a:off x="4049837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0" name="Rectangle 10599">
                  <a:extLst>
                    <a:ext uri="{FF2B5EF4-FFF2-40B4-BE49-F238E27FC236}">
                      <a16:creationId xmlns:a16="http://schemas.microsoft.com/office/drawing/2014/main" id="{70548CA4-E586-B72E-6B89-47648BBAAB86}"/>
                    </a:ext>
                  </a:extLst>
                </p:cNvPr>
                <p:cNvSpPr/>
                <p:nvPr/>
              </p:nvSpPr>
              <p:spPr>
                <a:xfrm>
                  <a:off x="4049837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1" name="Rectangle 10600">
                  <a:extLst>
                    <a:ext uri="{FF2B5EF4-FFF2-40B4-BE49-F238E27FC236}">
                      <a16:creationId xmlns:a16="http://schemas.microsoft.com/office/drawing/2014/main" id="{464EDFA8-FD9A-12AF-6D7C-F12B05BF35A0}"/>
                    </a:ext>
                  </a:extLst>
                </p:cNvPr>
                <p:cNvSpPr/>
                <p:nvPr/>
              </p:nvSpPr>
              <p:spPr>
                <a:xfrm>
                  <a:off x="4049837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2" name="Rectangle 10601">
                  <a:extLst>
                    <a:ext uri="{FF2B5EF4-FFF2-40B4-BE49-F238E27FC236}">
                      <a16:creationId xmlns:a16="http://schemas.microsoft.com/office/drawing/2014/main" id="{23A99829-D781-010C-DEA5-69CEBDD9EB91}"/>
                    </a:ext>
                  </a:extLst>
                </p:cNvPr>
                <p:cNvSpPr/>
                <p:nvPr/>
              </p:nvSpPr>
              <p:spPr>
                <a:xfrm>
                  <a:off x="4049837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3" name="Rectangle 10602">
                  <a:extLst>
                    <a:ext uri="{FF2B5EF4-FFF2-40B4-BE49-F238E27FC236}">
                      <a16:creationId xmlns:a16="http://schemas.microsoft.com/office/drawing/2014/main" id="{50B9480A-0A35-1558-EF06-E5586E23A230}"/>
                    </a:ext>
                  </a:extLst>
                </p:cNvPr>
                <p:cNvSpPr/>
                <p:nvPr/>
              </p:nvSpPr>
              <p:spPr>
                <a:xfrm>
                  <a:off x="4049837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4" name="Rectangle 10603">
                  <a:extLst>
                    <a:ext uri="{FF2B5EF4-FFF2-40B4-BE49-F238E27FC236}">
                      <a16:creationId xmlns:a16="http://schemas.microsoft.com/office/drawing/2014/main" id="{E9FC696E-E8A0-38DE-FCF3-2AFC6A64EF6B}"/>
                    </a:ext>
                  </a:extLst>
                </p:cNvPr>
                <p:cNvSpPr/>
                <p:nvPr/>
              </p:nvSpPr>
              <p:spPr>
                <a:xfrm>
                  <a:off x="4231062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5" name="Rectangle 10604">
                  <a:extLst>
                    <a:ext uri="{FF2B5EF4-FFF2-40B4-BE49-F238E27FC236}">
                      <a16:creationId xmlns:a16="http://schemas.microsoft.com/office/drawing/2014/main" id="{A96D4828-D16B-8B1E-8419-E06DB59F08E6}"/>
                    </a:ext>
                  </a:extLst>
                </p:cNvPr>
                <p:cNvSpPr/>
                <p:nvPr/>
              </p:nvSpPr>
              <p:spPr>
                <a:xfrm>
                  <a:off x="4231062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6" name="Rectangle 10605">
                  <a:extLst>
                    <a:ext uri="{FF2B5EF4-FFF2-40B4-BE49-F238E27FC236}">
                      <a16:creationId xmlns:a16="http://schemas.microsoft.com/office/drawing/2014/main" id="{603E2B3A-6BDC-AD43-F743-B8FA0B3EDE7A}"/>
                    </a:ext>
                  </a:extLst>
                </p:cNvPr>
                <p:cNvSpPr/>
                <p:nvPr/>
              </p:nvSpPr>
              <p:spPr>
                <a:xfrm>
                  <a:off x="4231062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7" name="Rectangle 10606">
                  <a:extLst>
                    <a:ext uri="{FF2B5EF4-FFF2-40B4-BE49-F238E27FC236}">
                      <a16:creationId xmlns:a16="http://schemas.microsoft.com/office/drawing/2014/main" id="{D20AB202-7D7D-5E1C-DDB7-8F45D2B07198}"/>
                    </a:ext>
                  </a:extLst>
                </p:cNvPr>
                <p:cNvSpPr/>
                <p:nvPr/>
              </p:nvSpPr>
              <p:spPr>
                <a:xfrm>
                  <a:off x="4231062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8" name="Rectangle 10607">
                  <a:extLst>
                    <a:ext uri="{FF2B5EF4-FFF2-40B4-BE49-F238E27FC236}">
                      <a16:creationId xmlns:a16="http://schemas.microsoft.com/office/drawing/2014/main" id="{6F23C279-F470-C22E-2788-8A3BF0BC9A28}"/>
                    </a:ext>
                  </a:extLst>
                </p:cNvPr>
                <p:cNvSpPr/>
                <p:nvPr/>
              </p:nvSpPr>
              <p:spPr>
                <a:xfrm>
                  <a:off x="4231062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09" name="Rectangle 10608">
                  <a:extLst>
                    <a:ext uri="{FF2B5EF4-FFF2-40B4-BE49-F238E27FC236}">
                      <a16:creationId xmlns:a16="http://schemas.microsoft.com/office/drawing/2014/main" id="{F8B7149C-F538-53DB-C749-B4FE1381F120}"/>
                    </a:ext>
                  </a:extLst>
                </p:cNvPr>
                <p:cNvSpPr/>
                <p:nvPr/>
              </p:nvSpPr>
              <p:spPr>
                <a:xfrm>
                  <a:off x="4231062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0" name="Rectangle 10609">
                  <a:extLst>
                    <a:ext uri="{FF2B5EF4-FFF2-40B4-BE49-F238E27FC236}">
                      <a16:creationId xmlns:a16="http://schemas.microsoft.com/office/drawing/2014/main" id="{E721B6FD-AE9E-D983-0D52-94DA246052D2}"/>
                    </a:ext>
                  </a:extLst>
                </p:cNvPr>
                <p:cNvSpPr/>
                <p:nvPr/>
              </p:nvSpPr>
              <p:spPr>
                <a:xfrm>
                  <a:off x="4231062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1" name="Rectangle 10610">
                  <a:extLst>
                    <a:ext uri="{FF2B5EF4-FFF2-40B4-BE49-F238E27FC236}">
                      <a16:creationId xmlns:a16="http://schemas.microsoft.com/office/drawing/2014/main" id="{FADFECC2-7C6D-A36F-5F11-A06D3B4C1099}"/>
                    </a:ext>
                  </a:extLst>
                </p:cNvPr>
                <p:cNvSpPr/>
                <p:nvPr/>
              </p:nvSpPr>
              <p:spPr>
                <a:xfrm>
                  <a:off x="4231062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2" name="Rectangle 10611">
                  <a:extLst>
                    <a:ext uri="{FF2B5EF4-FFF2-40B4-BE49-F238E27FC236}">
                      <a16:creationId xmlns:a16="http://schemas.microsoft.com/office/drawing/2014/main" id="{847536ED-FEA9-D314-25BC-897A30352ECB}"/>
                    </a:ext>
                  </a:extLst>
                </p:cNvPr>
                <p:cNvSpPr/>
                <p:nvPr/>
              </p:nvSpPr>
              <p:spPr>
                <a:xfrm>
                  <a:off x="4231062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3" name="Rectangle 10612">
                  <a:extLst>
                    <a:ext uri="{FF2B5EF4-FFF2-40B4-BE49-F238E27FC236}">
                      <a16:creationId xmlns:a16="http://schemas.microsoft.com/office/drawing/2014/main" id="{A0C349F1-E87B-C6F2-6D0C-4E895B6065DA}"/>
                    </a:ext>
                  </a:extLst>
                </p:cNvPr>
                <p:cNvSpPr/>
                <p:nvPr/>
              </p:nvSpPr>
              <p:spPr>
                <a:xfrm>
                  <a:off x="4231062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4" name="Rectangle 10613">
                  <a:extLst>
                    <a:ext uri="{FF2B5EF4-FFF2-40B4-BE49-F238E27FC236}">
                      <a16:creationId xmlns:a16="http://schemas.microsoft.com/office/drawing/2014/main" id="{0FCBB9DC-6E37-858E-4C5A-606874BD7725}"/>
                    </a:ext>
                  </a:extLst>
                </p:cNvPr>
                <p:cNvSpPr/>
                <p:nvPr/>
              </p:nvSpPr>
              <p:spPr>
                <a:xfrm>
                  <a:off x="4231062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5" name="Rectangle 10614">
                  <a:extLst>
                    <a:ext uri="{FF2B5EF4-FFF2-40B4-BE49-F238E27FC236}">
                      <a16:creationId xmlns:a16="http://schemas.microsoft.com/office/drawing/2014/main" id="{8C9DF52C-7508-8331-54B0-EE8729EEAF7A}"/>
                    </a:ext>
                  </a:extLst>
                </p:cNvPr>
                <p:cNvSpPr/>
                <p:nvPr/>
              </p:nvSpPr>
              <p:spPr>
                <a:xfrm>
                  <a:off x="4231062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6" name="Rectangle 10615">
                  <a:extLst>
                    <a:ext uri="{FF2B5EF4-FFF2-40B4-BE49-F238E27FC236}">
                      <a16:creationId xmlns:a16="http://schemas.microsoft.com/office/drawing/2014/main" id="{71A8445D-9021-B23A-A41F-81FFBB2C521D}"/>
                    </a:ext>
                  </a:extLst>
                </p:cNvPr>
                <p:cNvSpPr/>
                <p:nvPr/>
              </p:nvSpPr>
              <p:spPr>
                <a:xfrm>
                  <a:off x="4231062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7" name="Rectangle 10616">
                  <a:extLst>
                    <a:ext uri="{FF2B5EF4-FFF2-40B4-BE49-F238E27FC236}">
                      <a16:creationId xmlns:a16="http://schemas.microsoft.com/office/drawing/2014/main" id="{BF31B04C-F652-1D34-7FB3-95EF7711FAAB}"/>
                    </a:ext>
                  </a:extLst>
                </p:cNvPr>
                <p:cNvSpPr/>
                <p:nvPr/>
              </p:nvSpPr>
              <p:spPr>
                <a:xfrm>
                  <a:off x="4231062" y="271472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8" name="Rectangle 10617">
                  <a:extLst>
                    <a:ext uri="{FF2B5EF4-FFF2-40B4-BE49-F238E27FC236}">
                      <a16:creationId xmlns:a16="http://schemas.microsoft.com/office/drawing/2014/main" id="{41DF9B9C-5119-57FF-6D05-EBC32528575D}"/>
                    </a:ext>
                  </a:extLst>
                </p:cNvPr>
                <p:cNvSpPr/>
                <p:nvPr/>
              </p:nvSpPr>
              <p:spPr>
                <a:xfrm>
                  <a:off x="4231062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19" name="Rectangle 10618">
                  <a:extLst>
                    <a:ext uri="{FF2B5EF4-FFF2-40B4-BE49-F238E27FC236}">
                      <a16:creationId xmlns:a16="http://schemas.microsoft.com/office/drawing/2014/main" id="{1D581C15-8CFD-1277-1F0A-0EE478A0BAF4}"/>
                    </a:ext>
                  </a:extLst>
                </p:cNvPr>
                <p:cNvSpPr/>
                <p:nvPr/>
              </p:nvSpPr>
              <p:spPr>
                <a:xfrm>
                  <a:off x="4231062" y="281874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0" name="Rectangle 10619">
                  <a:extLst>
                    <a:ext uri="{FF2B5EF4-FFF2-40B4-BE49-F238E27FC236}">
                      <a16:creationId xmlns:a16="http://schemas.microsoft.com/office/drawing/2014/main" id="{7D48FAA4-60EC-2B72-2E22-E7881043D0BA}"/>
                    </a:ext>
                  </a:extLst>
                </p:cNvPr>
                <p:cNvSpPr/>
                <p:nvPr/>
              </p:nvSpPr>
              <p:spPr>
                <a:xfrm>
                  <a:off x="4231062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1" name="Rectangle 10620">
                  <a:extLst>
                    <a:ext uri="{FF2B5EF4-FFF2-40B4-BE49-F238E27FC236}">
                      <a16:creationId xmlns:a16="http://schemas.microsoft.com/office/drawing/2014/main" id="{D716F348-399A-4DC4-B766-C0CB47653F40}"/>
                    </a:ext>
                  </a:extLst>
                </p:cNvPr>
                <p:cNvSpPr/>
                <p:nvPr/>
              </p:nvSpPr>
              <p:spPr>
                <a:xfrm>
                  <a:off x="4231062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2" name="Rectangle 10621">
                  <a:extLst>
                    <a:ext uri="{FF2B5EF4-FFF2-40B4-BE49-F238E27FC236}">
                      <a16:creationId xmlns:a16="http://schemas.microsoft.com/office/drawing/2014/main" id="{2761666A-A477-052A-FB46-7E70A2D78272}"/>
                    </a:ext>
                  </a:extLst>
                </p:cNvPr>
                <p:cNvSpPr/>
                <p:nvPr/>
              </p:nvSpPr>
              <p:spPr>
                <a:xfrm>
                  <a:off x="4231062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3" name="Rectangle 10622">
                  <a:extLst>
                    <a:ext uri="{FF2B5EF4-FFF2-40B4-BE49-F238E27FC236}">
                      <a16:creationId xmlns:a16="http://schemas.microsoft.com/office/drawing/2014/main" id="{15870677-3998-5FE2-1626-996FC2082D75}"/>
                    </a:ext>
                  </a:extLst>
                </p:cNvPr>
                <p:cNvSpPr/>
                <p:nvPr/>
              </p:nvSpPr>
              <p:spPr>
                <a:xfrm>
                  <a:off x="4231062" y="302651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4" name="Rectangle 10623">
                  <a:extLst>
                    <a:ext uri="{FF2B5EF4-FFF2-40B4-BE49-F238E27FC236}">
                      <a16:creationId xmlns:a16="http://schemas.microsoft.com/office/drawing/2014/main" id="{9CA6B73F-C4C6-72A3-F686-4FF9897EDE65}"/>
                    </a:ext>
                  </a:extLst>
                </p:cNvPr>
                <p:cNvSpPr/>
                <p:nvPr/>
              </p:nvSpPr>
              <p:spPr>
                <a:xfrm>
                  <a:off x="4231062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5" name="Rectangle 10624">
                  <a:extLst>
                    <a:ext uri="{FF2B5EF4-FFF2-40B4-BE49-F238E27FC236}">
                      <a16:creationId xmlns:a16="http://schemas.microsoft.com/office/drawing/2014/main" id="{4BA0BC98-9B2C-46FA-7B5A-1D787AD24034}"/>
                    </a:ext>
                  </a:extLst>
                </p:cNvPr>
                <p:cNvSpPr/>
                <p:nvPr/>
              </p:nvSpPr>
              <p:spPr>
                <a:xfrm>
                  <a:off x="4231062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6" name="Rectangle 10625">
                  <a:extLst>
                    <a:ext uri="{FF2B5EF4-FFF2-40B4-BE49-F238E27FC236}">
                      <a16:creationId xmlns:a16="http://schemas.microsoft.com/office/drawing/2014/main" id="{351D5740-8599-891A-4B62-FC8A379575B8}"/>
                    </a:ext>
                  </a:extLst>
                </p:cNvPr>
                <p:cNvSpPr/>
                <p:nvPr/>
              </p:nvSpPr>
              <p:spPr>
                <a:xfrm>
                  <a:off x="4231062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7" name="Rectangle 10626">
                  <a:extLst>
                    <a:ext uri="{FF2B5EF4-FFF2-40B4-BE49-F238E27FC236}">
                      <a16:creationId xmlns:a16="http://schemas.microsoft.com/office/drawing/2014/main" id="{A0696653-FCFD-5CC7-86A2-D3CBAF9D551A}"/>
                    </a:ext>
                  </a:extLst>
                </p:cNvPr>
                <p:cNvSpPr/>
                <p:nvPr/>
              </p:nvSpPr>
              <p:spPr>
                <a:xfrm>
                  <a:off x="4231062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8" name="Rectangle 10627">
                  <a:extLst>
                    <a:ext uri="{FF2B5EF4-FFF2-40B4-BE49-F238E27FC236}">
                      <a16:creationId xmlns:a16="http://schemas.microsoft.com/office/drawing/2014/main" id="{FBA78EE6-A551-A8C0-014D-C7C186F1655C}"/>
                    </a:ext>
                  </a:extLst>
                </p:cNvPr>
                <p:cNvSpPr/>
                <p:nvPr/>
              </p:nvSpPr>
              <p:spPr>
                <a:xfrm>
                  <a:off x="4231062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29" name="Rectangle 10628">
                  <a:extLst>
                    <a:ext uri="{FF2B5EF4-FFF2-40B4-BE49-F238E27FC236}">
                      <a16:creationId xmlns:a16="http://schemas.microsoft.com/office/drawing/2014/main" id="{A9B0E7D8-1BC8-3664-2502-5EA63BC48B93}"/>
                    </a:ext>
                  </a:extLst>
                </p:cNvPr>
                <p:cNvSpPr/>
                <p:nvPr/>
              </p:nvSpPr>
              <p:spPr>
                <a:xfrm>
                  <a:off x="4231062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0" name="Rectangle 10629">
                  <a:extLst>
                    <a:ext uri="{FF2B5EF4-FFF2-40B4-BE49-F238E27FC236}">
                      <a16:creationId xmlns:a16="http://schemas.microsoft.com/office/drawing/2014/main" id="{1DF39554-80B1-76CC-8FD2-6EFBE0861874}"/>
                    </a:ext>
                  </a:extLst>
                </p:cNvPr>
                <p:cNvSpPr/>
                <p:nvPr/>
              </p:nvSpPr>
              <p:spPr>
                <a:xfrm>
                  <a:off x="4231062" y="339036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1" name="Rectangle 10630">
                  <a:extLst>
                    <a:ext uri="{FF2B5EF4-FFF2-40B4-BE49-F238E27FC236}">
                      <a16:creationId xmlns:a16="http://schemas.microsoft.com/office/drawing/2014/main" id="{7E85508D-0223-9D34-5707-9BC55CF8723B}"/>
                    </a:ext>
                  </a:extLst>
                </p:cNvPr>
                <p:cNvSpPr/>
                <p:nvPr/>
              </p:nvSpPr>
              <p:spPr>
                <a:xfrm>
                  <a:off x="4231062" y="3442310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2" name="Rectangle 10631">
                  <a:extLst>
                    <a:ext uri="{FF2B5EF4-FFF2-40B4-BE49-F238E27FC236}">
                      <a16:creationId xmlns:a16="http://schemas.microsoft.com/office/drawing/2014/main" id="{2496941F-8B61-62A4-EC17-2192AA383055}"/>
                    </a:ext>
                  </a:extLst>
                </p:cNvPr>
                <p:cNvSpPr/>
                <p:nvPr/>
              </p:nvSpPr>
              <p:spPr>
                <a:xfrm>
                  <a:off x="4231062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3" name="Rectangle 10632">
                  <a:extLst>
                    <a:ext uri="{FF2B5EF4-FFF2-40B4-BE49-F238E27FC236}">
                      <a16:creationId xmlns:a16="http://schemas.microsoft.com/office/drawing/2014/main" id="{36545135-DD05-3C61-07C4-8E9410718C25}"/>
                    </a:ext>
                  </a:extLst>
                </p:cNvPr>
                <p:cNvSpPr/>
                <p:nvPr/>
              </p:nvSpPr>
              <p:spPr>
                <a:xfrm>
                  <a:off x="4231062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4" name="Rectangle 10633">
                  <a:extLst>
                    <a:ext uri="{FF2B5EF4-FFF2-40B4-BE49-F238E27FC236}">
                      <a16:creationId xmlns:a16="http://schemas.microsoft.com/office/drawing/2014/main" id="{5DA6E1BA-E241-5F56-DEBE-2E4891759D62}"/>
                    </a:ext>
                  </a:extLst>
                </p:cNvPr>
                <p:cNvSpPr/>
                <p:nvPr/>
              </p:nvSpPr>
              <p:spPr>
                <a:xfrm>
                  <a:off x="4231062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5" name="Rectangle 10634">
                  <a:extLst>
                    <a:ext uri="{FF2B5EF4-FFF2-40B4-BE49-F238E27FC236}">
                      <a16:creationId xmlns:a16="http://schemas.microsoft.com/office/drawing/2014/main" id="{CBE86DF8-C270-7782-A0B3-941009460066}"/>
                    </a:ext>
                  </a:extLst>
                </p:cNvPr>
                <p:cNvSpPr/>
                <p:nvPr/>
              </p:nvSpPr>
              <p:spPr>
                <a:xfrm>
                  <a:off x="4231062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6" name="Rectangle 10635">
                  <a:extLst>
                    <a:ext uri="{FF2B5EF4-FFF2-40B4-BE49-F238E27FC236}">
                      <a16:creationId xmlns:a16="http://schemas.microsoft.com/office/drawing/2014/main" id="{0819B7F0-1642-FAF9-D74C-CA748C6AEFF2}"/>
                    </a:ext>
                  </a:extLst>
                </p:cNvPr>
                <p:cNvSpPr/>
                <p:nvPr/>
              </p:nvSpPr>
              <p:spPr>
                <a:xfrm>
                  <a:off x="4231062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7" name="Rectangle 10636">
                  <a:extLst>
                    <a:ext uri="{FF2B5EF4-FFF2-40B4-BE49-F238E27FC236}">
                      <a16:creationId xmlns:a16="http://schemas.microsoft.com/office/drawing/2014/main" id="{D3236919-06CB-32E3-784B-870D757B62FC}"/>
                    </a:ext>
                  </a:extLst>
                </p:cNvPr>
                <p:cNvSpPr/>
                <p:nvPr/>
              </p:nvSpPr>
              <p:spPr>
                <a:xfrm>
                  <a:off x="4231062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8" name="Rectangle 10637">
                  <a:extLst>
                    <a:ext uri="{FF2B5EF4-FFF2-40B4-BE49-F238E27FC236}">
                      <a16:creationId xmlns:a16="http://schemas.microsoft.com/office/drawing/2014/main" id="{283F7BEA-B735-3BA0-7315-9BCAFFAEBA7B}"/>
                    </a:ext>
                  </a:extLst>
                </p:cNvPr>
                <p:cNvSpPr/>
                <p:nvPr/>
              </p:nvSpPr>
              <p:spPr>
                <a:xfrm>
                  <a:off x="4231062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39" name="Rectangle 10638">
                  <a:extLst>
                    <a:ext uri="{FF2B5EF4-FFF2-40B4-BE49-F238E27FC236}">
                      <a16:creationId xmlns:a16="http://schemas.microsoft.com/office/drawing/2014/main" id="{3008F059-7A08-E5CF-1415-4DED57BD86BD}"/>
                    </a:ext>
                  </a:extLst>
                </p:cNvPr>
                <p:cNvSpPr/>
                <p:nvPr/>
              </p:nvSpPr>
              <p:spPr>
                <a:xfrm>
                  <a:off x="4231062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0" name="Rectangle 10639">
                  <a:extLst>
                    <a:ext uri="{FF2B5EF4-FFF2-40B4-BE49-F238E27FC236}">
                      <a16:creationId xmlns:a16="http://schemas.microsoft.com/office/drawing/2014/main" id="{AF945503-6909-0188-1A43-A73EADB1EFF2}"/>
                    </a:ext>
                  </a:extLst>
                </p:cNvPr>
                <p:cNvSpPr/>
                <p:nvPr/>
              </p:nvSpPr>
              <p:spPr>
                <a:xfrm>
                  <a:off x="4231062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1" name="Rectangle 10640">
                  <a:extLst>
                    <a:ext uri="{FF2B5EF4-FFF2-40B4-BE49-F238E27FC236}">
                      <a16:creationId xmlns:a16="http://schemas.microsoft.com/office/drawing/2014/main" id="{70F42A41-6E5C-16A5-52F2-16DCE68FE32A}"/>
                    </a:ext>
                  </a:extLst>
                </p:cNvPr>
                <p:cNvSpPr/>
                <p:nvPr/>
              </p:nvSpPr>
              <p:spPr>
                <a:xfrm>
                  <a:off x="4231062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2" name="Rectangle 10641">
                  <a:extLst>
                    <a:ext uri="{FF2B5EF4-FFF2-40B4-BE49-F238E27FC236}">
                      <a16:creationId xmlns:a16="http://schemas.microsoft.com/office/drawing/2014/main" id="{9AF39376-3855-DC1C-ED1D-AD4E54D25563}"/>
                    </a:ext>
                  </a:extLst>
                </p:cNvPr>
                <p:cNvSpPr/>
                <p:nvPr/>
              </p:nvSpPr>
              <p:spPr>
                <a:xfrm>
                  <a:off x="4231062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3" name="Rectangle 10642">
                  <a:extLst>
                    <a:ext uri="{FF2B5EF4-FFF2-40B4-BE49-F238E27FC236}">
                      <a16:creationId xmlns:a16="http://schemas.microsoft.com/office/drawing/2014/main" id="{2165AF78-AD85-4E56-A96E-94DE1D670028}"/>
                    </a:ext>
                  </a:extLst>
                </p:cNvPr>
                <p:cNvSpPr/>
                <p:nvPr/>
              </p:nvSpPr>
              <p:spPr>
                <a:xfrm>
                  <a:off x="4231062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4" name="Rectangle 10643">
                  <a:extLst>
                    <a:ext uri="{FF2B5EF4-FFF2-40B4-BE49-F238E27FC236}">
                      <a16:creationId xmlns:a16="http://schemas.microsoft.com/office/drawing/2014/main" id="{272FFFB1-8E28-C30A-D643-C02BDB5C6A71}"/>
                    </a:ext>
                  </a:extLst>
                </p:cNvPr>
                <p:cNvSpPr/>
                <p:nvPr/>
              </p:nvSpPr>
              <p:spPr>
                <a:xfrm>
                  <a:off x="4231062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5" name="Rectangle 10644">
                  <a:extLst>
                    <a:ext uri="{FF2B5EF4-FFF2-40B4-BE49-F238E27FC236}">
                      <a16:creationId xmlns:a16="http://schemas.microsoft.com/office/drawing/2014/main" id="{B6C281F7-005D-B98B-A191-36E310AE07B1}"/>
                    </a:ext>
                  </a:extLst>
                </p:cNvPr>
                <p:cNvSpPr/>
                <p:nvPr/>
              </p:nvSpPr>
              <p:spPr>
                <a:xfrm>
                  <a:off x="4231062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6" name="Rectangle 10645">
                  <a:extLst>
                    <a:ext uri="{FF2B5EF4-FFF2-40B4-BE49-F238E27FC236}">
                      <a16:creationId xmlns:a16="http://schemas.microsoft.com/office/drawing/2014/main" id="{5069F006-C100-56F2-C43B-7198557A6705}"/>
                    </a:ext>
                  </a:extLst>
                </p:cNvPr>
                <p:cNvSpPr/>
                <p:nvPr/>
              </p:nvSpPr>
              <p:spPr>
                <a:xfrm>
                  <a:off x="4231062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7" name="Rectangle 10646">
                  <a:extLst>
                    <a:ext uri="{FF2B5EF4-FFF2-40B4-BE49-F238E27FC236}">
                      <a16:creationId xmlns:a16="http://schemas.microsoft.com/office/drawing/2014/main" id="{24EED801-FE45-109F-8921-2AEA204C1905}"/>
                    </a:ext>
                  </a:extLst>
                </p:cNvPr>
                <p:cNvSpPr/>
                <p:nvPr/>
              </p:nvSpPr>
              <p:spPr>
                <a:xfrm>
                  <a:off x="4231062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8" name="Rectangle 10647">
                  <a:extLst>
                    <a:ext uri="{FF2B5EF4-FFF2-40B4-BE49-F238E27FC236}">
                      <a16:creationId xmlns:a16="http://schemas.microsoft.com/office/drawing/2014/main" id="{2115041D-17B0-B60F-553A-3E9BA3EA5A76}"/>
                    </a:ext>
                  </a:extLst>
                </p:cNvPr>
                <p:cNvSpPr/>
                <p:nvPr/>
              </p:nvSpPr>
              <p:spPr>
                <a:xfrm>
                  <a:off x="4231062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49" name="Rectangle 10648">
                  <a:extLst>
                    <a:ext uri="{FF2B5EF4-FFF2-40B4-BE49-F238E27FC236}">
                      <a16:creationId xmlns:a16="http://schemas.microsoft.com/office/drawing/2014/main" id="{86A6C6C8-2EB4-4485-8E76-401AB744C5AB}"/>
                    </a:ext>
                  </a:extLst>
                </p:cNvPr>
                <p:cNvSpPr/>
                <p:nvPr/>
              </p:nvSpPr>
              <p:spPr>
                <a:xfrm>
                  <a:off x="4231062" y="448155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0" name="Rectangle 10649">
                  <a:extLst>
                    <a:ext uri="{FF2B5EF4-FFF2-40B4-BE49-F238E27FC236}">
                      <a16:creationId xmlns:a16="http://schemas.microsoft.com/office/drawing/2014/main" id="{2FA01103-A028-FFEE-1D27-8736090F1204}"/>
                    </a:ext>
                  </a:extLst>
                </p:cNvPr>
                <p:cNvSpPr/>
                <p:nvPr/>
              </p:nvSpPr>
              <p:spPr>
                <a:xfrm>
                  <a:off x="4231062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1" name="Rectangle 10650">
                  <a:extLst>
                    <a:ext uri="{FF2B5EF4-FFF2-40B4-BE49-F238E27FC236}">
                      <a16:creationId xmlns:a16="http://schemas.microsoft.com/office/drawing/2014/main" id="{96CD0128-7BCF-1B79-158B-9CAD6FFDB257}"/>
                    </a:ext>
                  </a:extLst>
                </p:cNvPr>
                <p:cNvSpPr/>
                <p:nvPr/>
              </p:nvSpPr>
              <p:spPr>
                <a:xfrm>
                  <a:off x="4231062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2" name="Rectangle 10651">
                  <a:extLst>
                    <a:ext uri="{FF2B5EF4-FFF2-40B4-BE49-F238E27FC236}">
                      <a16:creationId xmlns:a16="http://schemas.microsoft.com/office/drawing/2014/main" id="{8B8BD607-F828-A210-1114-8D4E636187B6}"/>
                    </a:ext>
                  </a:extLst>
                </p:cNvPr>
                <p:cNvSpPr/>
                <p:nvPr/>
              </p:nvSpPr>
              <p:spPr>
                <a:xfrm>
                  <a:off x="4231062" y="463750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3" name="Rectangle 10652">
                  <a:extLst>
                    <a:ext uri="{FF2B5EF4-FFF2-40B4-BE49-F238E27FC236}">
                      <a16:creationId xmlns:a16="http://schemas.microsoft.com/office/drawing/2014/main" id="{32055743-2958-00C6-315C-28AAF08CD073}"/>
                    </a:ext>
                  </a:extLst>
                </p:cNvPr>
                <p:cNvSpPr/>
                <p:nvPr/>
              </p:nvSpPr>
              <p:spPr>
                <a:xfrm>
                  <a:off x="4231062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4" name="Rectangle 10653">
                  <a:extLst>
                    <a:ext uri="{FF2B5EF4-FFF2-40B4-BE49-F238E27FC236}">
                      <a16:creationId xmlns:a16="http://schemas.microsoft.com/office/drawing/2014/main" id="{CF650581-4562-0A8B-E747-8DC4E8D668AC}"/>
                    </a:ext>
                  </a:extLst>
                </p:cNvPr>
                <p:cNvSpPr/>
                <p:nvPr/>
              </p:nvSpPr>
              <p:spPr>
                <a:xfrm>
                  <a:off x="4231062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5" name="Rectangle 10654">
                  <a:extLst>
                    <a:ext uri="{FF2B5EF4-FFF2-40B4-BE49-F238E27FC236}">
                      <a16:creationId xmlns:a16="http://schemas.microsoft.com/office/drawing/2014/main" id="{69C19ECE-8743-41D9-64AC-9D808724D1CE}"/>
                    </a:ext>
                  </a:extLst>
                </p:cNvPr>
                <p:cNvSpPr/>
                <p:nvPr/>
              </p:nvSpPr>
              <p:spPr>
                <a:xfrm>
                  <a:off x="4231062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6" name="Rectangle 10655">
                  <a:extLst>
                    <a:ext uri="{FF2B5EF4-FFF2-40B4-BE49-F238E27FC236}">
                      <a16:creationId xmlns:a16="http://schemas.microsoft.com/office/drawing/2014/main" id="{8716D026-0284-1323-74B7-B1B5F815DF87}"/>
                    </a:ext>
                  </a:extLst>
                </p:cNvPr>
                <p:cNvSpPr/>
                <p:nvPr/>
              </p:nvSpPr>
              <p:spPr>
                <a:xfrm>
                  <a:off x="4231062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7" name="Rectangle 10656">
                  <a:extLst>
                    <a:ext uri="{FF2B5EF4-FFF2-40B4-BE49-F238E27FC236}">
                      <a16:creationId xmlns:a16="http://schemas.microsoft.com/office/drawing/2014/main" id="{68BCFFFD-ABE1-77AF-C768-C46EFE09C356}"/>
                    </a:ext>
                  </a:extLst>
                </p:cNvPr>
                <p:cNvSpPr/>
                <p:nvPr/>
              </p:nvSpPr>
              <p:spPr>
                <a:xfrm>
                  <a:off x="4231062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8" name="Rectangle 10657">
                  <a:extLst>
                    <a:ext uri="{FF2B5EF4-FFF2-40B4-BE49-F238E27FC236}">
                      <a16:creationId xmlns:a16="http://schemas.microsoft.com/office/drawing/2014/main" id="{2C097A26-8437-F3E9-61B3-5923D662ACEF}"/>
                    </a:ext>
                  </a:extLst>
                </p:cNvPr>
                <p:cNvSpPr/>
                <p:nvPr/>
              </p:nvSpPr>
              <p:spPr>
                <a:xfrm>
                  <a:off x="4231062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59" name="Rectangle 10658">
                  <a:extLst>
                    <a:ext uri="{FF2B5EF4-FFF2-40B4-BE49-F238E27FC236}">
                      <a16:creationId xmlns:a16="http://schemas.microsoft.com/office/drawing/2014/main" id="{35596538-DDC3-BD42-45EF-93DA093EBDCB}"/>
                    </a:ext>
                  </a:extLst>
                </p:cNvPr>
                <p:cNvSpPr/>
                <p:nvPr/>
              </p:nvSpPr>
              <p:spPr>
                <a:xfrm>
                  <a:off x="4231062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0" name="Rectangle 10659">
                  <a:extLst>
                    <a:ext uri="{FF2B5EF4-FFF2-40B4-BE49-F238E27FC236}">
                      <a16:creationId xmlns:a16="http://schemas.microsoft.com/office/drawing/2014/main" id="{8F676122-6410-36CB-6195-78D08C451F6E}"/>
                    </a:ext>
                  </a:extLst>
                </p:cNvPr>
                <p:cNvSpPr/>
                <p:nvPr/>
              </p:nvSpPr>
              <p:spPr>
                <a:xfrm>
                  <a:off x="4231062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1" name="Rectangle 10660">
                  <a:extLst>
                    <a:ext uri="{FF2B5EF4-FFF2-40B4-BE49-F238E27FC236}">
                      <a16:creationId xmlns:a16="http://schemas.microsoft.com/office/drawing/2014/main" id="{6C4C5BFA-7154-9AFF-5CBA-B23682D8FDCB}"/>
                    </a:ext>
                  </a:extLst>
                </p:cNvPr>
                <p:cNvSpPr/>
                <p:nvPr/>
              </p:nvSpPr>
              <p:spPr>
                <a:xfrm>
                  <a:off x="4231062" y="5105248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2" name="Rectangle 10661">
                  <a:extLst>
                    <a:ext uri="{FF2B5EF4-FFF2-40B4-BE49-F238E27FC236}">
                      <a16:creationId xmlns:a16="http://schemas.microsoft.com/office/drawing/2014/main" id="{8CED69AC-DADE-DA71-964F-A44384FE2B28}"/>
                    </a:ext>
                  </a:extLst>
                </p:cNvPr>
                <p:cNvSpPr/>
                <p:nvPr/>
              </p:nvSpPr>
              <p:spPr>
                <a:xfrm>
                  <a:off x="4231062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3" name="Rectangle 10662">
                  <a:extLst>
                    <a:ext uri="{FF2B5EF4-FFF2-40B4-BE49-F238E27FC236}">
                      <a16:creationId xmlns:a16="http://schemas.microsoft.com/office/drawing/2014/main" id="{0344B9AC-B6E3-464A-06C2-E722076D6920}"/>
                    </a:ext>
                  </a:extLst>
                </p:cNvPr>
                <p:cNvSpPr/>
                <p:nvPr/>
              </p:nvSpPr>
              <p:spPr>
                <a:xfrm>
                  <a:off x="4231062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4" name="Rectangle 10663">
                  <a:extLst>
                    <a:ext uri="{FF2B5EF4-FFF2-40B4-BE49-F238E27FC236}">
                      <a16:creationId xmlns:a16="http://schemas.microsoft.com/office/drawing/2014/main" id="{D8E9A02F-9577-C7FA-3151-62A5F79DC127}"/>
                    </a:ext>
                  </a:extLst>
                </p:cNvPr>
                <p:cNvSpPr/>
                <p:nvPr/>
              </p:nvSpPr>
              <p:spPr>
                <a:xfrm>
                  <a:off x="4231062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5" name="Rectangle 10664">
                  <a:extLst>
                    <a:ext uri="{FF2B5EF4-FFF2-40B4-BE49-F238E27FC236}">
                      <a16:creationId xmlns:a16="http://schemas.microsoft.com/office/drawing/2014/main" id="{6B9F2C9E-7816-6E4D-10B3-2B979F5F87EC}"/>
                    </a:ext>
                  </a:extLst>
                </p:cNvPr>
                <p:cNvSpPr/>
                <p:nvPr/>
              </p:nvSpPr>
              <p:spPr>
                <a:xfrm>
                  <a:off x="4231062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6" name="Rectangle 10665">
                  <a:extLst>
                    <a:ext uri="{FF2B5EF4-FFF2-40B4-BE49-F238E27FC236}">
                      <a16:creationId xmlns:a16="http://schemas.microsoft.com/office/drawing/2014/main" id="{82BA3F91-6AAD-DF13-D3C5-C5D470DD0681}"/>
                    </a:ext>
                  </a:extLst>
                </p:cNvPr>
                <p:cNvSpPr/>
                <p:nvPr/>
              </p:nvSpPr>
              <p:spPr>
                <a:xfrm>
                  <a:off x="4412287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7" name="Rectangle 10666">
                  <a:extLst>
                    <a:ext uri="{FF2B5EF4-FFF2-40B4-BE49-F238E27FC236}">
                      <a16:creationId xmlns:a16="http://schemas.microsoft.com/office/drawing/2014/main" id="{735B3852-999E-4356-AD56-4BDCE3F47172}"/>
                    </a:ext>
                  </a:extLst>
                </p:cNvPr>
                <p:cNvSpPr/>
                <p:nvPr/>
              </p:nvSpPr>
              <p:spPr>
                <a:xfrm>
                  <a:off x="4412287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8" name="Rectangle 10667">
                  <a:extLst>
                    <a:ext uri="{FF2B5EF4-FFF2-40B4-BE49-F238E27FC236}">
                      <a16:creationId xmlns:a16="http://schemas.microsoft.com/office/drawing/2014/main" id="{369726F3-FD3F-9C6E-EC38-BD1A55CB7513}"/>
                    </a:ext>
                  </a:extLst>
                </p:cNvPr>
                <p:cNvSpPr/>
                <p:nvPr/>
              </p:nvSpPr>
              <p:spPr>
                <a:xfrm>
                  <a:off x="4412287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69" name="Rectangle 10668">
                  <a:extLst>
                    <a:ext uri="{FF2B5EF4-FFF2-40B4-BE49-F238E27FC236}">
                      <a16:creationId xmlns:a16="http://schemas.microsoft.com/office/drawing/2014/main" id="{7516F8B4-7E73-1080-EBF5-D667C9AA80D5}"/>
                    </a:ext>
                  </a:extLst>
                </p:cNvPr>
                <p:cNvSpPr/>
                <p:nvPr/>
              </p:nvSpPr>
              <p:spPr>
                <a:xfrm>
                  <a:off x="4412287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0" name="Rectangle 10669">
                  <a:extLst>
                    <a:ext uri="{FF2B5EF4-FFF2-40B4-BE49-F238E27FC236}">
                      <a16:creationId xmlns:a16="http://schemas.microsoft.com/office/drawing/2014/main" id="{A932054A-FAD3-B887-D0C9-913C22249F66}"/>
                    </a:ext>
                  </a:extLst>
                </p:cNvPr>
                <p:cNvSpPr/>
                <p:nvPr/>
              </p:nvSpPr>
              <p:spPr>
                <a:xfrm>
                  <a:off x="4412287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1" name="Rectangle 10670">
                  <a:extLst>
                    <a:ext uri="{FF2B5EF4-FFF2-40B4-BE49-F238E27FC236}">
                      <a16:creationId xmlns:a16="http://schemas.microsoft.com/office/drawing/2014/main" id="{0A21EE5D-CC39-3991-8977-D3CE19EC63E9}"/>
                    </a:ext>
                  </a:extLst>
                </p:cNvPr>
                <p:cNvSpPr/>
                <p:nvPr/>
              </p:nvSpPr>
              <p:spPr>
                <a:xfrm>
                  <a:off x="4412287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2" name="Rectangle 10671">
                  <a:extLst>
                    <a:ext uri="{FF2B5EF4-FFF2-40B4-BE49-F238E27FC236}">
                      <a16:creationId xmlns:a16="http://schemas.microsoft.com/office/drawing/2014/main" id="{5D10BA02-0D5A-37E4-80ED-E88E719976FC}"/>
                    </a:ext>
                  </a:extLst>
                </p:cNvPr>
                <p:cNvSpPr/>
                <p:nvPr/>
              </p:nvSpPr>
              <p:spPr>
                <a:xfrm>
                  <a:off x="4412287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3" name="Rectangle 10672">
                  <a:extLst>
                    <a:ext uri="{FF2B5EF4-FFF2-40B4-BE49-F238E27FC236}">
                      <a16:creationId xmlns:a16="http://schemas.microsoft.com/office/drawing/2014/main" id="{9E002159-3076-969D-B386-CE3FA768B777}"/>
                    </a:ext>
                  </a:extLst>
                </p:cNvPr>
                <p:cNvSpPr/>
                <p:nvPr/>
              </p:nvSpPr>
              <p:spPr>
                <a:xfrm>
                  <a:off x="4412287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4" name="Rectangle 10673">
                  <a:extLst>
                    <a:ext uri="{FF2B5EF4-FFF2-40B4-BE49-F238E27FC236}">
                      <a16:creationId xmlns:a16="http://schemas.microsoft.com/office/drawing/2014/main" id="{5B6B3929-02A0-4143-6B68-1868D85B0D03}"/>
                    </a:ext>
                  </a:extLst>
                </p:cNvPr>
                <p:cNvSpPr/>
                <p:nvPr/>
              </p:nvSpPr>
              <p:spPr>
                <a:xfrm>
                  <a:off x="4412287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5" name="Rectangle 10674">
                  <a:extLst>
                    <a:ext uri="{FF2B5EF4-FFF2-40B4-BE49-F238E27FC236}">
                      <a16:creationId xmlns:a16="http://schemas.microsoft.com/office/drawing/2014/main" id="{2EBFB8CA-A2E0-1302-3131-7F598AE8365C}"/>
                    </a:ext>
                  </a:extLst>
                </p:cNvPr>
                <p:cNvSpPr/>
                <p:nvPr/>
              </p:nvSpPr>
              <p:spPr>
                <a:xfrm>
                  <a:off x="4412287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6" name="Rectangle 10675">
                  <a:extLst>
                    <a:ext uri="{FF2B5EF4-FFF2-40B4-BE49-F238E27FC236}">
                      <a16:creationId xmlns:a16="http://schemas.microsoft.com/office/drawing/2014/main" id="{EE67A874-C30D-9D5C-73AC-52F9A8DE2750}"/>
                    </a:ext>
                  </a:extLst>
                </p:cNvPr>
                <p:cNvSpPr/>
                <p:nvPr/>
              </p:nvSpPr>
              <p:spPr>
                <a:xfrm>
                  <a:off x="4412287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7" name="Rectangle 10676">
                  <a:extLst>
                    <a:ext uri="{FF2B5EF4-FFF2-40B4-BE49-F238E27FC236}">
                      <a16:creationId xmlns:a16="http://schemas.microsoft.com/office/drawing/2014/main" id="{62EE4F6D-1FA8-6BEA-5FFD-5C766F058C01}"/>
                    </a:ext>
                  </a:extLst>
                </p:cNvPr>
                <p:cNvSpPr/>
                <p:nvPr/>
              </p:nvSpPr>
              <p:spPr>
                <a:xfrm>
                  <a:off x="4412287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8" name="Rectangle 10677">
                  <a:extLst>
                    <a:ext uri="{FF2B5EF4-FFF2-40B4-BE49-F238E27FC236}">
                      <a16:creationId xmlns:a16="http://schemas.microsoft.com/office/drawing/2014/main" id="{9ADB193C-F639-FE65-98BF-DC0BC0A9EF98}"/>
                    </a:ext>
                  </a:extLst>
                </p:cNvPr>
                <p:cNvSpPr/>
                <p:nvPr/>
              </p:nvSpPr>
              <p:spPr>
                <a:xfrm>
                  <a:off x="4412287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79" name="Rectangle 10678">
                  <a:extLst>
                    <a:ext uri="{FF2B5EF4-FFF2-40B4-BE49-F238E27FC236}">
                      <a16:creationId xmlns:a16="http://schemas.microsoft.com/office/drawing/2014/main" id="{EC29CD56-44C5-3199-C75B-4EFD0D6F5BBD}"/>
                    </a:ext>
                  </a:extLst>
                </p:cNvPr>
                <p:cNvSpPr/>
                <p:nvPr/>
              </p:nvSpPr>
              <p:spPr>
                <a:xfrm>
                  <a:off x="4412287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0" name="Rectangle 10679">
                  <a:extLst>
                    <a:ext uri="{FF2B5EF4-FFF2-40B4-BE49-F238E27FC236}">
                      <a16:creationId xmlns:a16="http://schemas.microsoft.com/office/drawing/2014/main" id="{2C7B3AF6-F414-4FDD-9680-249B6A9C28CB}"/>
                    </a:ext>
                  </a:extLst>
                </p:cNvPr>
                <p:cNvSpPr/>
                <p:nvPr/>
              </p:nvSpPr>
              <p:spPr>
                <a:xfrm>
                  <a:off x="4412287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1" name="Rectangle 10680">
                  <a:extLst>
                    <a:ext uri="{FF2B5EF4-FFF2-40B4-BE49-F238E27FC236}">
                      <a16:creationId xmlns:a16="http://schemas.microsoft.com/office/drawing/2014/main" id="{02DBB5F6-6AB7-C42C-712B-72C54393AB39}"/>
                    </a:ext>
                  </a:extLst>
                </p:cNvPr>
                <p:cNvSpPr/>
                <p:nvPr/>
              </p:nvSpPr>
              <p:spPr>
                <a:xfrm>
                  <a:off x="4412287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2" name="Rectangle 10681">
                  <a:extLst>
                    <a:ext uri="{FF2B5EF4-FFF2-40B4-BE49-F238E27FC236}">
                      <a16:creationId xmlns:a16="http://schemas.microsoft.com/office/drawing/2014/main" id="{1BF1AB81-41F3-E8A9-04FF-FE929758A906}"/>
                    </a:ext>
                  </a:extLst>
                </p:cNvPr>
                <p:cNvSpPr/>
                <p:nvPr/>
              </p:nvSpPr>
              <p:spPr>
                <a:xfrm>
                  <a:off x="4412287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3" name="Rectangle 10682">
                  <a:extLst>
                    <a:ext uri="{FF2B5EF4-FFF2-40B4-BE49-F238E27FC236}">
                      <a16:creationId xmlns:a16="http://schemas.microsoft.com/office/drawing/2014/main" id="{19207979-781B-84A8-F26A-4C7BC4DC6DDE}"/>
                    </a:ext>
                  </a:extLst>
                </p:cNvPr>
                <p:cNvSpPr/>
                <p:nvPr/>
              </p:nvSpPr>
              <p:spPr>
                <a:xfrm>
                  <a:off x="4412287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4" name="Rectangle 10683">
                  <a:extLst>
                    <a:ext uri="{FF2B5EF4-FFF2-40B4-BE49-F238E27FC236}">
                      <a16:creationId xmlns:a16="http://schemas.microsoft.com/office/drawing/2014/main" id="{34F1C8BA-948A-C2F9-3664-B603F54C6863}"/>
                    </a:ext>
                  </a:extLst>
                </p:cNvPr>
                <p:cNvSpPr/>
                <p:nvPr/>
              </p:nvSpPr>
              <p:spPr>
                <a:xfrm>
                  <a:off x="4412287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5" name="Rectangle 10684">
                  <a:extLst>
                    <a:ext uri="{FF2B5EF4-FFF2-40B4-BE49-F238E27FC236}">
                      <a16:creationId xmlns:a16="http://schemas.microsoft.com/office/drawing/2014/main" id="{EDBF1D89-E33E-8D4C-2AFF-8599D68494C3}"/>
                    </a:ext>
                  </a:extLst>
                </p:cNvPr>
                <p:cNvSpPr/>
                <p:nvPr/>
              </p:nvSpPr>
              <p:spPr>
                <a:xfrm>
                  <a:off x="4412287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6" name="Rectangle 10685">
                  <a:extLst>
                    <a:ext uri="{FF2B5EF4-FFF2-40B4-BE49-F238E27FC236}">
                      <a16:creationId xmlns:a16="http://schemas.microsoft.com/office/drawing/2014/main" id="{608E2CEB-7915-5D8E-196F-3EE3FAE16C16}"/>
                    </a:ext>
                  </a:extLst>
                </p:cNvPr>
                <p:cNvSpPr/>
                <p:nvPr/>
              </p:nvSpPr>
              <p:spPr>
                <a:xfrm>
                  <a:off x="4412287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7" name="Rectangle 10686">
                  <a:extLst>
                    <a:ext uri="{FF2B5EF4-FFF2-40B4-BE49-F238E27FC236}">
                      <a16:creationId xmlns:a16="http://schemas.microsoft.com/office/drawing/2014/main" id="{4EA538ED-58C2-E76C-E1F7-B955A0F2DB0C}"/>
                    </a:ext>
                  </a:extLst>
                </p:cNvPr>
                <p:cNvSpPr/>
                <p:nvPr/>
              </p:nvSpPr>
              <p:spPr>
                <a:xfrm>
                  <a:off x="4412287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8" name="Rectangle 10687">
                  <a:extLst>
                    <a:ext uri="{FF2B5EF4-FFF2-40B4-BE49-F238E27FC236}">
                      <a16:creationId xmlns:a16="http://schemas.microsoft.com/office/drawing/2014/main" id="{ED6A0F6D-7BE2-2207-77E2-41C092F158D1}"/>
                    </a:ext>
                  </a:extLst>
                </p:cNvPr>
                <p:cNvSpPr/>
                <p:nvPr/>
              </p:nvSpPr>
              <p:spPr>
                <a:xfrm>
                  <a:off x="4412287" y="3182468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89" name="Rectangle 10688">
                  <a:extLst>
                    <a:ext uri="{FF2B5EF4-FFF2-40B4-BE49-F238E27FC236}">
                      <a16:creationId xmlns:a16="http://schemas.microsoft.com/office/drawing/2014/main" id="{A8FC17E6-F09E-685B-14ED-ABA209CA2D78}"/>
                    </a:ext>
                  </a:extLst>
                </p:cNvPr>
                <p:cNvSpPr/>
                <p:nvPr/>
              </p:nvSpPr>
              <p:spPr>
                <a:xfrm>
                  <a:off x="4412287" y="323441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0" name="Rectangle 10689">
                  <a:extLst>
                    <a:ext uri="{FF2B5EF4-FFF2-40B4-BE49-F238E27FC236}">
                      <a16:creationId xmlns:a16="http://schemas.microsoft.com/office/drawing/2014/main" id="{998D2141-767F-0047-4513-52393342AA01}"/>
                    </a:ext>
                  </a:extLst>
                </p:cNvPr>
                <p:cNvSpPr/>
                <p:nvPr/>
              </p:nvSpPr>
              <p:spPr>
                <a:xfrm>
                  <a:off x="4412287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1" name="Rectangle 10690">
                  <a:extLst>
                    <a:ext uri="{FF2B5EF4-FFF2-40B4-BE49-F238E27FC236}">
                      <a16:creationId xmlns:a16="http://schemas.microsoft.com/office/drawing/2014/main" id="{D198FC71-B3FD-8892-C1FF-4EC0451C0ABF}"/>
                    </a:ext>
                  </a:extLst>
                </p:cNvPr>
                <p:cNvSpPr/>
                <p:nvPr/>
              </p:nvSpPr>
              <p:spPr>
                <a:xfrm>
                  <a:off x="4412287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2" name="Rectangle 10691">
                  <a:extLst>
                    <a:ext uri="{FF2B5EF4-FFF2-40B4-BE49-F238E27FC236}">
                      <a16:creationId xmlns:a16="http://schemas.microsoft.com/office/drawing/2014/main" id="{2FB579A2-45EB-51CC-8636-9BE87D6F1647}"/>
                    </a:ext>
                  </a:extLst>
                </p:cNvPr>
                <p:cNvSpPr/>
                <p:nvPr/>
              </p:nvSpPr>
              <p:spPr>
                <a:xfrm>
                  <a:off x="4412287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3" name="Rectangle 10692">
                  <a:extLst>
                    <a:ext uri="{FF2B5EF4-FFF2-40B4-BE49-F238E27FC236}">
                      <a16:creationId xmlns:a16="http://schemas.microsoft.com/office/drawing/2014/main" id="{C99E8544-951C-8CB1-7FBD-F5CB51689E39}"/>
                    </a:ext>
                  </a:extLst>
                </p:cNvPr>
                <p:cNvSpPr/>
                <p:nvPr/>
              </p:nvSpPr>
              <p:spPr>
                <a:xfrm>
                  <a:off x="4412287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4" name="Rectangle 10693">
                  <a:extLst>
                    <a:ext uri="{FF2B5EF4-FFF2-40B4-BE49-F238E27FC236}">
                      <a16:creationId xmlns:a16="http://schemas.microsoft.com/office/drawing/2014/main" id="{B25ABE63-1A93-E82C-E768-FCC3BCF99B34}"/>
                    </a:ext>
                  </a:extLst>
                </p:cNvPr>
                <p:cNvSpPr/>
                <p:nvPr/>
              </p:nvSpPr>
              <p:spPr>
                <a:xfrm>
                  <a:off x="4412287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5" name="Rectangle 10694">
                  <a:extLst>
                    <a:ext uri="{FF2B5EF4-FFF2-40B4-BE49-F238E27FC236}">
                      <a16:creationId xmlns:a16="http://schemas.microsoft.com/office/drawing/2014/main" id="{60835C66-0AEC-C9CB-07BD-A276A2740EA8}"/>
                    </a:ext>
                  </a:extLst>
                </p:cNvPr>
                <p:cNvSpPr/>
                <p:nvPr/>
              </p:nvSpPr>
              <p:spPr>
                <a:xfrm>
                  <a:off x="4412287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6" name="Rectangle 10695">
                  <a:extLst>
                    <a:ext uri="{FF2B5EF4-FFF2-40B4-BE49-F238E27FC236}">
                      <a16:creationId xmlns:a16="http://schemas.microsoft.com/office/drawing/2014/main" id="{CEDADAB5-355B-93D4-3350-D07B936979BB}"/>
                    </a:ext>
                  </a:extLst>
                </p:cNvPr>
                <p:cNvSpPr/>
                <p:nvPr/>
              </p:nvSpPr>
              <p:spPr>
                <a:xfrm>
                  <a:off x="4412287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7" name="Rectangle 10696">
                  <a:extLst>
                    <a:ext uri="{FF2B5EF4-FFF2-40B4-BE49-F238E27FC236}">
                      <a16:creationId xmlns:a16="http://schemas.microsoft.com/office/drawing/2014/main" id="{33A1C877-DC93-0D8F-B365-CEB7E7094EBA}"/>
                    </a:ext>
                  </a:extLst>
                </p:cNvPr>
                <p:cNvSpPr/>
                <p:nvPr/>
              </p:nvSpPr>
              <p:spPr>
                <a:xfrm>
                  <a:off x="4412287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8" name="Rectangle 10697">
                  <a:extLst>
                    <a:ext uri="{FF2B5EF4-FFF2-40B4-BE49-F238E27FC236}">
                      <a16:creationId xmlns:a16="http://schemas.microsoft.com/office/drawing/2014/main" id="{8F96CD07-07FD-84A7-F073-0162293D62C1}"/>
                    </a:ext>
                  </a:extLst>
                </p:cNvPr>
                <p:cNvSpPr/>
                <p:nvPr/>
              </p:nvSpPr>
              <p:spPr>
                <a:xfrm>
                  <a:off x="4412287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99" name="Rectangle 10698">
                  <a:extLst>
                    <a:ext uri="{FF2B5EF4-FFF2-40B4-BE49-F238E27FC236}">
                      <a16:creationId xmlns:a16="http://schemas.microsoft.com/office/drawing/2014/main" id="{6F70B90B-035F-8DB0-E8CA-E22F79DDB958}"/>
                    </a:ext>
                  </a:extLst>
                </p:cNvPr>
                <p:cNvSpPr/>
                <p:nvPr/>
              </p:nvSpPr>
              <p:spPr>
                <a:xfrm>
                  <a:off x="4412287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0" name="Rectangle 10699">
                  <a:extLst>
                    <a:ext uri="{FF2B5EF4-FFF2-40B4-BE49-F238E27FC236}">
                      <a16:creationId xmlns:a16="http://schemas.microsoft.com/office/drawing/2014/main" id="{8DFDD8E3-05CD-EE6A-3650-376864DB2687}"/>
                    </a:ext>
                  </a:extLst>
                </p:cNvPr>
                <p:cNvSpPr/>
                <p:nvPr/>
              </p:nvSpPr>
              <p:spPr>
                <a:xfrm>
                  <a:off x="4412287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1" name="Rectangle 10700">
                  <a:extLst>
                    <a:ext uri="{FF2B5EF4-FFF2-40B4-BE49-F238E27FC236}">
                      <a16:creationId xmlns:a16="http://schemas.microsoft.com/office/drawing/2014/main" id="{040E5CFA-D181-D664-8A7C-4C5E0A2A72B0}"/>
                    </a:ext>
                  </a:extLst>
                </p:cNvPr>
                <p:cNvSpPr/>
                <p:nvPr/>
              </p:nvSpPr>
              <p:spPr>
                <a:xfrm>
                  <a:off x="4412287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2" name="Rectangle 10701">
                  <a:extLst>
                    <a:ext uri="{FF2B5EF4-FFF2-40B4-BE49-F238E27FC236}">
                      <a16:creationId xmlns:a16="http://schemas.microsoft.com/office/drawing/2014/main" id="{056C28A9-9312-B7AD-BBE3-463661FCA402}"/>
                    </a:ext>
                  </a:extLst>
                </p:cNvPr>
                <p:cNvSpPr/>
                <p:nvPr/>
              </p:nvSpPr>
              <p:spPr>
                <a:xfrm>
                  <a:off x="4412287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3" name="Rectangle 10702">
                  <a:extLst>
                    <a:ext uri="{FF2B5EF4-FFF2-40B4-BE49-F238E27FC236}">
                      <a16:creationId xmlns:a16="http://schemas.microsoft.com/office/drawing/2014/main" id="{AE257A67-387E-DAA7-83C9-E43E6A7C16AE}"/>
                    </a:ext>
                  </a:extLst>
                </p:cNvPr>
                <p:cNvSpPr/>
                <p:nvPr/>
              </p:nvSpPr>
              <p:spPr>
                <a:xfrm>
                  <a:off x="4412287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4" name="Rectangle 10703">
                  <a:extLst>
                    <a:ext uri="{FF2B5EF4-FFF2-40B4-BE49-F238E27FC236}">
                      <a16:creationId xmlns:a16="http://schemas.microsoft.com/office/drawing/2014/main" id="{EB58B0F4-DA2B-7330-A919-4154BE135A62}"/>
                    </a:ext>
                  </a:extLst>
                </p:cNvPr>
                <p:cNvSpPr/>
                <p:nvPr/>
              </p:nvSpPr>
              <p:spPr>
                <a:xfrm>
                  <a:off x="4412287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5" name="Rectangle 10704">
                  <a:extLst>
                    <a:ext uri="{FF2B5EF4-FFF2-40B4-BE49-F238E27FC236}">
                      <a16:creationId xmlns:a16="http://schemas.microsoft.com/office/drawing/2014/main" id="{5D6CFA9C-C184-6C56-9DBD-CAEC6CC42849}"/>
                    </a:ext>
                  </a:extLst>
                </p:cNvPr>
                <p:cNvSpPr/>
                <p:nvPr/>
              </p:nvSpPr>
              <p:spPr>
                <a:xfrm>
                  <a:off x="4412287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6" name="Rectangle 10705">
                  <a:extLst>
                    <a:ext uri="{FF2B5EF4-FFF2-40B4-BE49-F238E27FC236}">
                      <a16:creationId xmlns:a16="http://schemas.microsoft.com/office/drawing/2014/main" id="{49BB4CA7-8EB3-7A2F-C329-291145B5D598}"/>
                    </a:ext>
                  </a:extLst>
                </p:cNvPr>
                <p:cNvSpPr/>
                <p:nvPr/>
              </p:nvSpPr>
              <p:spPr>
                <a:xfrm>
                  <a:off x="4412287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7" name="Rectangle 10706">
                  <a:extLst>
                    <a:ext uri="{FF2B5EF4-FFF2-40B4-BE49-F238E27FC236}">
                      <a16:creationId xmlns:a16="http://schemas.microsoft.com/office/drawing/2014/main" id="{6004C443-CA00-CD85-CD09-3ED358A5A3EB}"/>
                    </a:ext>
                  </a:extLst>
                </p:cNvPr>
                <p:cNvSpPr/>
                <p:nvPr/>
              </p:nvSpPr>
              <p:spPr>
                <a:xfrm>
                  <a:off x="4412287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8" name="Rectangle 10707">
                  <a:extLst>
                    <a:ext uri="{FF2B5EF4-FFF2-40B4-BE49-F238E27FC236}">
                      <a16:creationId xmlns:a16="http://schemas.microsoft.com/office/drawing/2014/main" id="{0BD8D4FC-7B1B-A7DF-2B71-C65BE61512D4}"/>
                    </a:ext>
                  </a:extLst>
                </p:cNvPr>
                <p:cNvSpPr/>
                <p:nvPr/>
              </p:nvSpPr>
              <p:spPr>
                <a:xfrm>
                  <a:off x="4412287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09" name="Rectangle 10708">
                  <a:extLst>
                    <a:ext uri="{FF2B5EF4-FFF2-40B4-BE49-F238E27FC236}">
                      <a16:creationId xmlns:a16="http://schemas.microsoft.com/office/drawing/2014/main" id="{C8251B7E-1887-C488-D864-407E1F3C0A37}"/>
                    </a:ext>
                  </a:extLst>
                </p:cNvPr>
                <p:cNvSpPr/>
                <p:nvPr/>
              </p:nvSpPr>
              <p:spPr>
                <a:xfrm>
                  <a:off x="4412287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0" name="Rectangle 10709">
                  <a:extLst>
                    <a:ext uri="{FF2B5EF4-FFF2-40B4-BE49-F238E27FC236}">
                      <a16:creationId xmlns:a16="http://schemas.microsoft.com/office/drawing/2014/main" id="{09165AFB-104A-1C4F-D6F6-1A66D21522A2}"/>
                    </a:ext>
                  </a:extLst>
                </p:cNvPr>
                <p:cNvSpPr/>
                <p:nvPr/>
              </p:nvSpPr>
              <p:spPr>
                <a:xfrm>
                  <a:off x="4412287" y="432572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1" name="Rectangle 10710">
                  <a:extLst>
                    <a:ext uri="{FF2B5EF4-FFF2-40B4-BE49-F238E27FC236}">
                      <a16:creationId xmlns:a16="http://schemas.microsoft.com/office/drawing/2014/main" id="{568CBA05-4E48-617F-DD21-1468FA276EEF}"/>
                    </a:ext>
                  </a:extLst>
                </p:cNvPr>
                <p:cNvSpPr/>
                <p:nvPr/>
              </p:nvSpPr>
              <p:spPr>
                <a:xfrm>
                  <a:off x="4412287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2" name="Rectangle 10711">
                  <a:extLst>
                    <a:ext uri="{FF2B5EF4-FFF2-40B4-BE49-F238E27FC236}">
                      <a16:creationId xmlns:a16="http://schemas.microsoft.com/office/drawing/2014/main" id="{3F3EAB74-D176-7E6D-62A0-7FD9BCC10738}"/>
                    </a:ext>
                  </a:extLst>
                </p:cNvPr>
                <p:cNvSpPr/>
                <p:nvPr/>
              </p:nvSpPr>
              <p:spPr>
                <a:xfrm>
                  <a:off x="4412287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3" name="Rectangle 10712">
                  <a:extLst>
                    <a:ext uri="{FF2B5EF4-FFF2-40B4-BE49-F238E27FC236}">
                      <a16:creationId xmlns:a16="http://schemas.microsoft.com/office/drawing/2014/main" id="{5509A74C-3117-C009-D71D-B1FD9E23AA17}"/>
                    </a:ext>
                  </a:extLst>
                </p:cNvPr>
                <p:cNvSpPr/>
                <p:nvPr/>
              </p:nvSpPr>
              <p:spPr>
                <a:xfrm>
                  <a:off x="4412287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4" name="Rectangle 10713">
                  <a:extLst>
                    <a:ext uri="{FF2B5EF4-FFF2-40B4-BE49-F238E27FC236}">
                      <a16:creationId xmlns:a16="http://schemas.microsoft.com/office/drawing/2014/main" id="{BEBEB095-2819-E790-6E2F-D4402223D71D}"/>
                    </a:ext>
                  </a:extLst>
                </p:cNvPr>
                <p:cNvSpPr/>
                <p:nvPr/>
              </p:nvSpPr>
              <p:spPr>
                <a:xfrm>
                  <a:off x="4412287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5" name="Rectangle 10714">
                  <a:extLst>
                    <a:ext uri="{FF2B5EF4-FFF2-40B4-BE49-F238E27FC236}">
                      <a16:creationId xmlns:a16="http://schemas.microsoft.com/office/drawing/2014/main" id="{18AB601F-F1F3-967B-F376-58EDF6ECE08C}"/>
                    </a:ext>
                  </a:extLst>
                </p:cNvPr>
                <p:cNvSpPr/>
                <p:nvPr/>
              </p:nvSpPr>
              <p:spPr>
                <a:xfrm>
                  <a:off x="4412287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6" name="Rectangle 10715">
                  <a:extLst>
                    <a:ext uri="{FF2B5EF4-FFF2-40B4-BE49-F238E27FC236}">
                      <a16:creationId xmlns:a16="http://schemas.microsoft.com/office/drawing/2014/main" id="{B4C918DA-B611-09D4-7D77-C0AAD2801E77}"/>
                    </a:ext>
                  </a:extLst>
                </p:cNvPr>
                <p:cNvSpPr/>
                <p:nvPr/>
              </p:nvSpPr>
              <p:spPr>
                <a:xfrm>
                  <a:off x="4412287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7" name="Rectangle 10716">
                  <a:extLst>
                    <a:ext uri="{FF2B5EF4-FFF2-40B4-BE49-F238E27FC236}">
                      <a16:creationId xmlns:a16="http://schemas.microsoft.com/office/drawing/2014/main" id="{9FFC2192-1814-72D7-2A59-A27EAAF16B17}"/>
                    </a:ext>
                  </a:extLst>
                </p:cNvPr>
                <p:cNvSpPr/>
                <p:nvPr/>
              </p:nvSpPr>
              <p:spPr>
                <a:xfrm>
                  <a:off x="4412287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8" name="Rectangle 10717">
                  <a:extLst>
                    <a:ext uri="{FF2B5EF4-FFF2-40B4-BE49-F238E27FC236}">
                      <a16:creationId xmlns:a16="http://schemas.microsoft.com/office/drawing/2014/main" id="{FE6D1C42-76FC-B07E-AC26-7F5CD6CDB733}"/>
                    </a:ext>
                  </a:extLst>
                </p:cNvPr>
                <p:cNvSpPr/>
                <p:nvPr/>
              </p:nvSpPr>
              <p:spPr>
                <a:xfrm>
                  <a:off x="4412287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19" name="Rectangle 10718">
                  <a:extLst>
                    <a:ext uri="{FF2B5EF4-FFF2-40B4-BE49-F238E27FC236}">
                      <a16:creationId xmlns:a16="http://schemas.microsoft.com/office/drawing/2014/main" id="{8593D52C-A0E9-9D44-B6A5-14DC8366A5EB}"/>
                    </a:ext>
                  </a:extLst>
                </p:cNvPr>
                <p:cNvSpPr/>
                <p:nvPr/>
              </p:nvSpPr>
              <p:spPr>
                <a:xfrm>
                  <a:off x="4412287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0" name="Rectangle 10719">
                  <a:extLst>
                    <a:ext uri="{FF2B5EF4-FFF2-40B4-BE49-F238E27FC236}">
                      <a16:creationId xmlns:a16="http://schemas.microsoft.com/office/drawing/2014/main" id="{4C5812FA-6979-A9FA-3EAC-82000C2F7260}"/>
                    </a:ext>
                  </a:extLst>
                </p:cNvPr>
                <p:cNvSpPr/>
                <p:nvPr/>
              </p:nvSpPr>
              <p:spPr>
                <a:xfrm>
                  <a:off x="4412287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1" name="Rectangle 10720">
                  <a:extLst>
                    <a:ext uri="{FF2B5EF4-FFF2-40B4-BE49-F238E27FC236}">
                      <a16:creationId xmlns:a16="http://schemas.microsoft.com/office/drawing/2014/main" id="{38EDAA9B-1DC1-494B-52B9-F9F3CC719374}"/>
                    </a:ext>
                  </a:extLst>
                </p:cNvPr>
                <p:cNvSpPr/>
                <p:nvPr/>
              </p:nvSpPr>
              <p:spPr>
                <a:xfrm>
                  <a:off x="4412287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2" name="Rectangle 10721">
                  <a:extLst>
                    <a:ext uri="{FF2B5EF4-FFF2-40B4-BE49-F238E27FC236}">
                      <a16:creationId xmlns:a16="http://schemas.microsoft.com/office/drawing/2014/main" id="{3DD5D00B-E1FB-A4F9-1362-437BDB123FEC}"/>
                    </a:ext>
                  </a:extLst>
                </p:cNvPr>
                <p:cNvSpPr/>
                <p:nvPr/>
              </p:nvSpPr>
              <p:spPr>
                <a:xfrm>
                  <a:off x="4412287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3" name="Rectangle 10722">
                  <a:extLst>
                    <a:ext uri="{FF2B5EF4-FFF2-40B4-BE49-F238E27FC236}">
                      <a16:creationId xmlns:a16="http://schemas.microsoft.com/office/drawing/2014/main" id="{04AA727F-9ABE-7C66-FBAA-E6168CA899DC}"/>
                    </a:ext>
                  </a:extLst>
                </p:cNvPr>
                <p:cNvSpPr/>
                <p:nvPr/>
              </p:nvSpPr>
              <p:spPr>
                <a:xfrm>
                  <a:off x="4412287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4" name="Rectangle 10723">
                  <a:extLst>
                    <a:ext uri="{FF2B5EF4-FFF2-40B4-BE49-F238E27FC236}">
                      <a16:creationId xmlns:a16="http://schemas.microsoft.com/office/drawing/2014/main" id="{072910E3-331E-B13B-681E-BC4EBEEC10EC}"/>
                    </a:ext>
                  </a:extLst>
                </p:cNvPr>
                <p:cNvSpPr/>
                <p:nvPr/>
              </p:nvSpPr>
              <p:spPr>
                <a:xfrm>
                  <a:off x="4412287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5" name="Rectangle 10724">
                  <a:extLst>
                    <a:ext uri="{FF2B5EF4-FFF2-40B4-BE49-F238E27FC236}">
                      <a16:creationId xmlns:a16="http://schemas.microsoft.com/office/drawing/2014/main" id="{677AAF5C-E2FC-F0FC-DED9-DEBB4EDBF7DE}"/>
                    </a:ext>
                  </a:extLst>
                </p:cNvPr>
                <p:cNvSpPr/>
                <p:nvPr/>
              </p:nvSpPr>
              <p:spPr>
                <a:xfrm>
                  <a:off x="4412287" y="5105248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6" name="Rectangle 10725">
                  <a:extLst>
                    <a:ext uri="{FF2B5EF4-FFF2-40B4-BE49-F238E27FC236}">
                      <a16:creationId xmlns:a16="http://schemas.microsoft.com/office/drawing/2014/main" id="{8F438A33-0FE8-8A21-654E-CD355D350F7A}"/>
                    </a:ext>
                  </a:extLst>
                </p:cNvPr>
                <p:cNvSpPr/>
                <p:nvPr/>
              </p:nvSpPr>
              <p:spPr>
                <a:xfrm>
                  <a:off x="4412287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7" name="Rectangle 10726">
                  <a:extLst>
                    <a:ext uri="{FF2B5EF4-FFF2-40B4-BE49-F238E27FC236}">
                      <a16:creationId xmlns:a16="http://schemas.microsoft.com/office/drawing/2014/main" id="{FF1DBC7C-F928-AAD4-D26E-117C3AAE4F15}"/>
                    </a:ext>
                  </a:extLst>
                </p:cNvPr>
                <p:cNvSpPr/>
                <p:nvPr/>
              </p:nvSpPr>
              <p:spPr>
                <a:xfrm>
                  <a:off x="4412287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8" name="Rectangle 10727">
                  <a:extLst>
                    <a:ext uri="{FF2B5EF4-FFF2-40B4-BE49-F238E27FC236}">
                      <a16:creationId xmlns:a16="http://schemas.microsoft.com/office/drawing/2014/main" id="{14D8B98A-AA37-8933-3C8A-02F8C03FA0C0}"/>
                    </a:ext>
                  </a:extLst>
                </p:cNvPr>
                <p:cNvSpPr/>
                <p:nvPr/>
              </p:nvSpPr>
              <p:spPr>
                <a:xfrm>
                  <a:off x="4412287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29" name="Rectangle 10728">
                  <a:extLst>
                    <a:ext uri="{FF2B5EF4-FFF2-40B4-BE49-F238E27FC236}">
                      <a16:creationId xmlns:a16="http://schemas.microsoft.com/office/drawing/2014/main" id="{B25AD33F-A75B-E02E-8830-3CFE536A341E}"/>
                    </a:ext>
                  </a:extLst>
                </p:cNvPr>
                <p:cNvSpPr/>
                <p:nvPr/>
              </p:nvSpPr>
              <p:spPr>
                <a:xfrm>
                  <a:off x="4412287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0" name="Rectangle 10729">
                  <a:extLst>
                    <a:ext uri="{FF2B5EF4-FFF2-40B4-BE49-F238E27FC236}">
                      <a16:creationId xmlns:a16="http://schemas.microsoft.com/office/drawing/2014/main" id="{5F936359-5EF2-0A3F-37C4-C939E2ED042C}"/>
                    </a:ext>
                  </a:extLst>
                </p:cNvPr>
                <p:cNvSpPr/>
                <p:nvPr/>
              </p:nvSpPr>
              <p:spPr>
                <a:xfrm>
                  <a:off x="4593512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1" name="Rectangle 10730">
                  <a:extLst>
                    <a:ext uri="{FF2B5EF4-FFF2-40B4-BE49-F238E27FC236}">
                      <a16:creationId xmlns:a16="http://schemas.microsoft.com/office/drawing/2014/main" id="{57189FCF-C06C-3D12-2FE8-E5F2A59111DD}"/>
                    </a:ext>
                  </a:extLst>
                </p:cNvPr>
                <p:cNvSpPr/>
                <p:nvPr/>
              </p:nvSpPr>
              <p:spPr>
                <a:xfrm>
                  <a:off x="4593512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2" name="Rectangle 10731">
                  <a:extLst>
                    <a:ext uri="{FF2B5EF4-FFF2-40B4-BE49-F238E27FC236}">
                      <a16:creationId xmlns:a16="http://schemas.microsoft.com/office/drawing/2014/main" id="{A76FFCE5-D027-0EF4-CBB9-2D9048B2A8FA}"/>
                    </a:ext>
                  </a:extLst>
                </p:cNvPr>
                <p:cNvSpPr/>
                <p:nvPr/>
              </p:nvSpPr>
              <p:spPr>
                <a:xfrm>
                  <a:off x="4593512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3" name="Rectangle 10732">
                  <a:extLst>
                    <a:ext uri="{FF2B5EF4-FFF2-40B4-BE49-F238E27FC236}">
                      <a16:creationId xmlns:a16="http://schemas.microsoft.com/office/drawing/2014/main" id="{547191DA-4C00-E9CC-F29E-17E81D7F4BA0}"/>
                    </a:ext>
                  </a:extLst>
                </p:cNvPr>
                <p:cNvSpPr/>
                <p:nvPr/>
              </p:nvSpPr>
              <p:spPr>
                <a:xfrm>
                  <a:off x="4593512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4" name="Rectangle 10733">
                  <a:extLst>
                    <a:ext uri="{FF2B5EF4-FFF2-40B4-BE49-F238E27FC236}">
                      <a16:creationId xmlns:a16="http://schemas.microsoft.com/office/drawing/2014/main" id="{2A2C5765-1023-80FE-EAA3-412C32D545D1}"/>
                    </a:ext>
                  </a:extLst>
                </p:cNvPr>
                <p:cNvSpPr/>
                <p:nvPr/>
              </p:nvSpPr>
              <p:spPr>
                <a:xfrm>
                  <a:off x="4593512" y="229905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5" name="Rectangle 10734">
                  <a:extLst>
                    <a:ext uri="{FF2B5EF4-FFF2-40B4-BE49-F238E27FC236}">
                      <a16:creationId xmlns:a16="http://schemas.microsoft.com/office/drawing/2014/main" id="{CEBCE348-AAFF-39E6-288E-0960031C0BBF}"/>
                    </a:ext>
                  </a:extLst>
                </p:cNvPr>
                <p:cNvSpPr/>
                <p:nvPr/>
              </p:nvSpPr>
              <p:spPr>
                <a:xfrm>
                  <a:off x="4593512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6" name="Rectangle 10735">
                  <a:extLst>
                    <a:ext uri="{FF2B5EF4-FFF2-40B4-BE49-F238E27FC236}">
                      <a16:creationId xmlns:a16="http://schemas.microsoft.com/office/drawing/2014/main" id="{55A4D6D5-C440-4FA9-8BA8-B032C951C59D}"/>
                    </a:ext>
                  </a:extLst>
                </p:cNvPr>
                <p:cNvSpPr/>
                <p:nvPr/>
              </p:nvSpPr>
              <p:spPr>
                <a:xfrm>
                  <a:off x="4593512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7" name="Rectangle 10736">
                  <a:extLst>
                    <a:ext uri="{FF2B5EF4-FFF2-40B4-BE49-F238E27FC236}">
                      <a16:creationId xmlns:a16="http://schemas.microsoft.com/office/drawing/2014/main" id="{AC592E05-3061-2BB0-913B-CE1BDFDDF5B5}"/>
                    </a:ext>
                  </a:extLst>
                </p:cNvPr>
                <p:cNvSpPr/>
                <p:nvPr/>
              </p:nvSpPr>
              <p:spPr>
                <a:xfrm>
                  <a:off x="4593512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8" name="Rectangle 10737">
                  <a:extLst>
                    <a:ext uri="{FF2B5EF4-FFF2-40B4-BE49-F238E27FC236}">
                      <a16:creationId xmlns:a16="http://schemas.microsoft.com/office/drawing/2014/main" id="{69348F7C-5965-0EC3-344E-257A5CC3E6EE}"/>
                    </a:ext>
                  </a:extLst>
                </p:cNvPr>
                <p:cNvSpPr/>
                <p:nvPr/>
              </p:nvSpPr>
              <p:spPr>
                <a:xfrm>
                  <a:off x="4593512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39" name="Rectangle 10738">
                  <a:extLst>
                    <a:ext uri="{FF2B5EF4-FFF2-40B4-BE49-F238E27FC236}">
                      <a16:creationId xmlns:a16="http://schemas.microsoft.com/office/drawing/2014/main" id="{EFE3F70C-AC06-02E3-802C-3CB117885963}"/>
                    </a:ext>
                  </a:extLst>
                </p:cNvPr>
                <p:cNvSpPr/>
                <p:nvPr/>
              </p:nvSpPr>
              <p:spPr>
                <a:xfrm>
                  <a:off x="4593512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0" name="Rectangle 10739">
                  <a:extLst>
                    <a:ext uri="{FF2B5EF4-FFF2-40B4-BE49-F238E27FC236}">
                      <a16:creationId xmlns:a16="http://schemas.microsoft.com/office/drawing/2014/main" id="{317E7B2A-D3DC-9B63-0BDA-8056DD0142C9}"/>
                    </a:ext>
                  </a:extLst>
                </p:cNvPr>
                <p:cNvSpPr/>
                <p:nvPr/>
              </p:nvSpPr>
              <p:spPr>
                <a:xfrm>
                  <a:off x="4593512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1" name="Rectangle 10740">
                  <a:extLst>
                    <a:ext uri="{FF2B5EF4-FFF2-40B4-BE49-F238E27FC236}">
                      <a16:creationId xmlns:a16="http://schemas.microsoft.com/office/drawing/2014/main" id="{075C918D-0F56-DDF0-65FD-9BB02EB4C861}"/>
                    </a:ext>
                  </a:extLst>
                </p:cNvPr>
                <p:cNvSpPr/>
                <p:nvPr/>
              </p:nvSpPr>
              <p:spPr>
                <a:xfrm>
                  <a:off x="4593512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2" name="Rectangle 10741">
                  <a:extLst>
                    <a:ext uri="{FF2B5EF4-FFF2-40B4-BE49-F238E27FC236}">
                      <a16:creationId xmlns:a16="http://schemas.microsoft.com/office/drawing/2014/main" id="{94312A4F-A7F6-045C-DD48-FAD98DC4BA74}"/>
                    </a:ext>
                  </a:extLst>
                </p:cNvPr>
                <p:cNvSpPr/>
                <p:nvPr/>
              </p:nvSpPr>
              <p:spPr>
                <a:xfrm>
                  <a:off x="4593512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3" name="Rectangle 10742">
                  <a:extLst>
                    <a:ext uri="{FF2B5EF4-FFF2-40B4-BE49-F238E27FC236}">
                      <a16:creationId xmlns:a16="http://schemas.microsoft.com/office/drawing/2014/main" id="{080B5080-E6D3-B2C0-2F11-33739415906B}"/>
                    </a:ext>
                  </a:extLst>
                </p:cNvPr>
                <p:cNvSpPr/>
                <p:nvPr/>
              </p:nvSpPr>
              <p:spPr>
                <a:xfrm>
                  <a:off x="4593512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4" name="Rectangle 10743">
                  <a:extLst>
                    <a:ext uri="{FF2B5EF4-FFF2-40B4-BE49-F238E27FC236}">
                      <a16:creationId xmlns:a16="http://schemas.microsoft.com/office/drawing/2014/main" id="{3F974E7C-344A-E22A-B5D6-1E91BF8411B7}"/>
                    </a:ext>
                  </a:extLst>
                </p:cNvPr>
                <p:cNvSpPr/>
                <p:nvPr/>
              </p:nvSpPr>
              <p:spPr>
                <a:xfrm>
                  <a:off x="4593512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5" name="Rectangle 10744">
                  <a:extLst>
                    <a:ext uri="{FF2B5EF4-FFF2-40B4-BE49-F238E27FC236}">
                      <a16:creationId xmlns:a16="http://schemas.microsoft.com/office/drawing/2014/main" id="{09459B7F-05D3-0CD4-CF85-5A3C3B047AF1}"/>
                    </a:ext>
                  </a:extLst>
                </p:cNvPr>
                <p:cNvSpPr/>
                <p:nvPr/>
              </p:nvSpPr>
              <p:spPr>
                <a:xfrm>
                  <a:off x="4593512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6" name="Rectangle 10745">
                  <a:extLst>
                    <a:ext uri="{FF2B5EF4-FFF2-40B4-BE49-F238E27FC236}">
                      <a16:creationId xmlns:a16="http://schemas.microsoft.com/office/drawing/2014/main" id="{A89C6344-1E61-B8E7-003E-B3674B1DD60E}"/>
                    </a:ext>
                  </a:extLst>
                </p:cNvPr>
                <p:cNvSpPr/>
                <p:nvPr/>
              </p:nvSpPr>
              <p:spPr>
                <a:xfrm>
                  <a:off x="4593512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7" name="Rectangle 10746">
                  <a:extLst>
                    <a:ext uri="{FF2B5EF4-FFF2-40B4-BE49-F238E27FC236}">
                      <a16:creationId xmlns:a16="http://schemas.microsoft.com/office/drawing/2014/main" id="{1AC7AE02-0BAC-0837-F42D-3BDB84C32040}"/>
                    </a:ext>
                  </a:extLst>
                </p:cNvPr>
                <p:cNvSpPr/>
                <p:nvPr/>
              </p:nvSpPr>
              <p:spPr>
                <a:xfrm>
                  <a:off x="4593512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8" name="Rectangle 10747">
                  <a:extLst>
                    <a:ext uri="{FF2B5EF4-FFF2-40B4-BE49-F238E27FC236}">
                      <a16:creationId xmlns:a16="http://schemas.microsoft.com/office/drawing/2014/main" id="{09354522-0876-24AE-F64D-267877669DED}"/>
                    </a:ext>
                  </a:extLst>
                </p:cNvPr>
                <p:cNvSpPr/>
                <p:nvPr/>
              </p:nvSpPr>
              <p:spPr>
                <a:xfrm>
                  <a:off x="4593512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49" name="Rectangle 10748">
                  <a:extLst>
                    <a:ext uri="{FF2B5EF4-FFF2-40B4-BE49-F238E27FC236}">
                      <a16:creationId xmlns:a16="http://schemas.microsoft.com/office/drawing/2014/main" id="{88A212C1-3296-F777-8F33-74616B8A828D}"/>
                    </a:ext>
                  </a:extLst>
                </p:cNvPr>
                <p:cNvSpPr/>
                <p:nvPr/>
              </p:nvSpPr>
              <p:spPr>
                <a:xfrm>
                  <a:off x="4593512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0" name="Rectangle 10749">
                  <a:extLst>
                    <a:ext uri="{FF2B5EF4-FFF2-40B4-BE49-F238E27FC236}">
                      <a16:creationId xmlns:a16="http://schemas.microsoft.com/office/drawing/2014/main" id="{F2844C92-E64D-E5F6-3147-33E53CF8E8E5}"/>
                    </a:ext>
                  </a:extLst>
                </p:cNvPr>
                <p:cNvSpPr/>
                <p:nvPr/>
              </p:nvSpPr>
              <p:spPr>
                <a:xfrm>
                  <a:off x="4593512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1" name="Rectangle 10750">
                  <a:extLst>
                    <a:ext uri="{FF2B5EF4-FFF2-40B4-BE49-F238E27FC236}">
                      <a16:creationId xmlns:a16="http://schemas.microsoft.com/office/drawing/2014/main" id="{C7E57E0C-45F9-3EAA-E711-12FBB2F55641}"/>
                    </a:ext>
                  </a:extLst>
                </p:cNvPr>
                <p:cNvSpPr/>
                <p:nvPr/>
              </p:nvSpPr>
              <p:spPr>
                <a:xfrm>
                  <a:off x="4593512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2" name="Rectangle 10751">
                  <a:extLst>
                    <a:ext uri="{FF2B5EF4-FFF2-40B4-BE49-F238E27FC236}">
                      <a16:creationId xmlns:a16="http://schemas.microsoft.com/office/drawing/2014/main" id="{CCEDC20F-2FBC-5D17-D637-6073BC041BD3}"/>
                    </a:ext>
                  </a:extLst>
                </p:cNvPr>
                <p:cNvSpPr/>
                <p:nvPr/>
              </p:nvSpPr>
              <p:spPr>
                <a:xfrm>
                  <a:off x="4593512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3" name="Rectangle 10752">
                  <a:extLst>
                    <a:ext uri="{FF2B5EF4-FFF2-40B4-BE49-F238E27FC236}">
                      <a16:creationId xmlns:a16="http://schemas.microsoft.com/office/drawing/2014/main" id="{0551B52B-A015-67C2-EAB6-A79E1283C3C9}"/>
                    </a:ext>
                  </a:extLst>
                </p:cNvPr>
                <p:cNvSpPr/>
                <p:nvPr/>
              </p:nvSpPr>
              <p:spPr>
                <a:xfrm>
                  <a:off x="4593512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4" name="Rectangle 10753">
                  <a:extLst>
                    <a:ext uri="{FF2B5EF4-FFF2-40B4-BE49-F238E27FC236}">
                      <a16:creationId xmlns:a16="http://schemas.microsoft.com/office/drawing/2014/main" id="{231FD949-54DF-1859-5D85-7F1DC2443D5A}"/>
                    </a:ext>
                  </a:extLst>
                </p:cNvPr>
                <p:cNvSpPr/>
                <p:nvPr/>
              </p:nvSpPr>
              <p:spPr>
                <a:xfrm>
                  <a:off x="4593512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5" name="Rectangle 10754">
                  <a:extLst>
                    <a:ext uri="{FF2B5EF4-FFF2-40B4-BE49-F238E27FC236}">
                      <a16:creationId xmlns:a16="http://schemas.microsoft.com/office/drawing/2014/main" id="{80CE126B-A216-E1B8-A4A4-EF9F48B84EAA}"/>
                    </a:ext>
                  </a:extLst>
                </p:cNvPr>
                <p:cNvSpPr/>
                <p:nvPr/>
              </p:nvSpPr>
              <p:spPr>
                <a:xfrm>
                  <a:off x="4593512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6" name="Rectangle 10755">
                  <a:extLst>
                    <a:ext uri="{FF2B5EF4-FFF2-40B4-BE49-F238E27FC236}">
                      <a16:creationId xmlns:a16="http://schemas.microsoft.com/office/drawing/2014/main" id="{208D6C6B-1AA1-5E95-A057-E608C2E28AD7}"/>
                    </a:ext>
                  </a:extLst>
                </p:cNvPr>
                <p:cNvSpPr/>
                <p:nvPr/>
              </p:nvSpPr>
              <p:spPr>
                <a:xfrm>
                  <a:off x="4593512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7" name="Rectangle 10756">
                  <a:extLst>
                    <a:ext uri="{FF2B5EF4-FFF2-40B4-BE49-F238E27FC236}">
                      <a16:creationId xmlns:a16="http://schemas.microsoft.com/office/drawing/2014/main" id="{EEC0EFB4-994A-442C-3D82-EDBCE17061F7}"/>
                    </a:ext>
                  </a:extLst>
                </p:cNvPr>
                <p:cNvSpPr/>
                <p:nvPr/>
              </p:nvSpPr>
              <p:spPr>
                <a:xfrm>
                  <a:off x="4593512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8" name="Rectangle 10757">
                  <a:extLst>
                    <a:ext uri="{FF2B5EF4-FFF2-40B4-BE49-F238E27FC236}">
                      <a16:creationId xmlns:a16="http://schemas.microsoft.com/office/drawing/2014/main" id="{3EAF6D1D-7BC3-FA1C-746F-3BF7091E5602}"/>
                    </a:ext>
                  </a:extLst>
                </p:cNvPr>
                <p:cNvSpPr/>
                <p:nvPr/>
              </p:nvSpPr>
              <p:spPr>
                <a:xfrm>
                  <a:off x="4593512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59" name="Rectangle 10758">
                  <a:extLst>
                    <a:ext uri="{FF2B5EF4-FFF2-40B4-BE49-F238E27FC236}">
                      <a16:creationId xmlns:a16="http://schemas.microsoft.com/office/drawing/2014/main" id="{3F301C56-1120-2827-E45F-0D622C43C911}"/>
                    </a:ext>
                  </a:extLst>
                </p:cNvPr>
                <p:cNvSpPr/>
                <p:nvPr/>
              </p:nvSpPr>
              <p:spPr>
                <a:xfrm>
                  <a:off x="4593512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0" name="Rectangle 10759">
                  <a:extLst>
                    <a:ext uri="{FF2B5EF4-FFF2-40B4-BE49-F238E27FC236}">
                      <a16:creationId xmlns:a16="http://schemas.microsoft.com/office/drawing/2014/main" id="{5126ACDA-41D1-0E29-30C4-9F04EECACD3A}"/>
                    </a:ext>
                  </a:extLst>
                </p:cNvPr>
                <p:cNvSpPr/>
                <p:nvPr/>
              </p:nvSpPr>
              <p:spPr>
                <a:xfrm>
                  <a:off x="4593512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1" name="Rectangle 10760">
                  <a:extLst>
                    <a:ext uri="{FF2B5EF4-FFF2-40B4-BE49-F238E27FC236}">
                      <a16:creationId xmlns:a16="http://schemas.microsoft.com/office/drawing/2014/main" id="{6D0321D1-30BD-2B56-FFFF-8963F3D45190}"/>
                    </a:ext>
                  </a:extLst>
                </p:cNvPr>
                <p:cNvSpPr/>
                <p:nvPr/>
              </p:nvSpPr>
              <p:spPr>
                <a:xfrm>
                  <a:off x="4593512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2" name="Rectangle 10761">
                  <a:extLst>
                    <a:ext uri="{FF2B5EF4-FFF2-40B4-BE49-F238E27FC236}">
                      <a16:creationId xmlns:a16="http://schemas.microsoft.com/office/drawing/2014/main" id="{5503EEF2-9D14-F501-826B-C07FF1552C4D}"/>
                    </a:ext>
                  </a:extLst>
                </p:cNvPr>
                <p:cNvSpPr/>
                <p:nvPr/>
              </p:nvSpPr>
              <p:spPr>
                <a:xfrm>
                  <a:off x="4593512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3" name="Rectangle 10762">
                  <a:extLst>
                    <a:ext uri="{FF2B5EF4-FFF2-40B4-BE49-F238E27FC236}">
                      <a16:creationId xmlns:a16="http://schemas.microsoft.com/office/drawing/2014/main" id="{7A38764D-7278-7FE5-71CC-2AA20AB0A894}"/>
                    </a:ext>
                  </a:extLst>
                </p:cNvPr>
                <p:cNvSpPr/>
                <p:nvPr/>
              </p:nvSpPr>
              <p:spPr>
                <a:xfrm>
                  <a:off x="4593512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4" name="Rectangle 10763">
                  <a:extLst>
                    <a:ext uri="{FF2B5EF4-FFF2-40B4-BE49-F238E27FC236}">
                      <a16:creationId xmlns:a16="http://schemas.microsoft.com/office/drawing/2014/main" id="{D01C8D2E-B5B1-A4F1-344E-CD9BEDE9795D}"/>
                    </a:ext>
                  </a:extLst>
                </p:cNvPr>
                <p:cNvSpPr/>
                <p:nvPr/>
              </p:nvSpPr>
              <p:spPr>
                <a:xfrm>
                  <a:off x="4593512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5" name="Rectangle 10764">
                  <a:extLst>
                    <a:ext uri="{FF2B5EF4-FFF2-40B4-BE49-F238E27FC236}">
                      <a16:creationId xmlns:a16="http://schemas.microsoft.com/office/drawing/2014/main" id="{44849E7F-2FD0-E18B-09EA-800EB57F0A1E}"/>
                    </a:ext>
                  </a:extLst>
                </p:cNvPr>
                <p:cNvSpPr/>
                <p:nvPr/>
              </p:nvSpPr>
              <p:spPr>
                <a:xfrm>
                  <a:off x="4593512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6" name="Rectangle 10765">
                  <a:extLst>
                    <a:ext uri="{FF2B5EF4-FFF2-40B4-BE49-F238E27FC236}">
                      <a16:creationId xmlns:a16="http://schemas.microsoft.com/office/drawing/2014/main" id="{8643E5C2-D2EF-3492-F8B0-B873F3E91110}"/>
                    </a:ext>
                  </a:extLst>
                </p:cNvPr>
                <p:cNvSpPr/>
                <p:nvPr/>
              </p:nvSpPr>
              <p:spPr>
                <a:xfrm>
                  <a:off x="4593512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7" name="Rectangle 10766">
                  <a:extLst>
                    <a:ext uri="{FF2B5EF4-FFF2-40B4-BE49-F238E27FC236}">
                      <a16:creationId xmlns:a16="http://schemas.microsoft.com/office/drawing/2014/main" id="{600539CD-8D96-A16A-4024-EB9CBA6E2A7A}"/>
                    </a:ext>
                  </a:extLst>
                </p:cNvPr>
                <p:cNvSpPr/>
                <p:nvPr/>
              </p:nvSpPr>
              <p:spPr>
                <a:xfrm>
                  <a:off x="4593512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8" name="Rectangle 10767">
                  <a:extLst>
                    <a:ext uri="{FF2B5EF4-FFF2-40B4-BE49-F238E27FC236}">
                      <a16:creationId xmlns:a16="http://schemas.microsoft.com/office/drawing/2014/main" id="{4B752F9E-F694-1F3E-585C-B31E1FCDE16D}"/>
                    </a:ext>
                  </a:extLst>
                </p:cNvPr>
                <p:cNvSpPr/>
                <p:nvPr/>
              </p:nvSpPr>
              <p:spPr>
                <a:xfrm>
                  <a:off x="4593512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69" name="Rectangle 10768">
                  <a:extLst>
                    <a:ext uri="{FF2B5EF4-FFF2-40B4-BE49-F238E27FC236}">
                      <a16:creationId xmlns:a16="http://schemas.microsoft.com/office/drawing/2014/main" id="{D8D6A734-FBB6-9656-E2EB-A06082167E33}"/>
                    </a:ext>
                  </a:extLst>
                </p:cNvPr>
                <p:cNvSpPr/>
                <p:nvPr/>
              </p:nvSpPr>
              <p:spPr>
                <a:xfrm>
                  <a:off x="4593512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0" name="Rectangle 10769">
                  <a:extLst>
                    <a:ext uri="{FF2B5EF4-FFF2-40B4-BE49-F238E27FC236}">
                      <a16:creationId xmlns:a16="http://schemas.microsoft.com/office/drawing/2014/main" id="{6B107978-7997-1175-D76C-BAB7D97B5B25}"/>
                    </a:ext>
                  </a:extLst>
                </p:cNvPr>
                <p:cNvSpPr/>
                <p:nvPr/>
              </p:nvSpPr>
              <p:spPr>
                <a:xfrm>
                  <a:off x="4593512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1" name="Rectangle 10770">
                  <a:extLst>
                    <a:ext uri="{FF2B5EF4-FFF2-40B4-BE49-F238E27FC236}">
                      <a16:creationId xmlns:a16="http://schemas.microsoft.com/office/drawing/2014/main" id="{95FD6796-9988-CA52-7E22-C946B0B80A7B}"/>
                    </a:ext>
                  </a:extLst>
                </p:cNvPr>
                <p:cNvSpPr/>
                <p:nvPr/>
              </p:nvSpPr>
              <p:spPr>
                <a:xfrm>
                  <a:off x="4593512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2" name="Rectangle 10771">
                  <a:extLst>
                    <a:ext uri="{FF2B5EF4-FFF2-40B4-BE49-F238E27FC236}">
                      <a16:creationId xmlns:a16="http://schemas.microsoft.com/office/drawing/2014/main" id="{BBAA593F-1DF4-EE3E-6EC3-218871D5ECB9}"/>
                    </a:ext>
                  </a:extLst>
                </p:cNvPr>
                <p:cNvSpPr/>
                <p:nvPr/>
              </p:nvSpPr>
              <p:spPr>
                <a:xfrm>
                  <a:off x="4593512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3" name="Rectangle 10772">
                  <a:extLst>
                    <a:ext uri="{FF2B5EF4-FFF2-40B4-BE49-F238E27FC236}">
                      <a16:creationId xmlns:a16="http://schemas.microsoft.com/office/drawing/2014/main" id="{E1038ECA-F201-49AB-50FE-5339B9325044}"/>
                    </a:ext>
                  </a:extLst>
                </p:cNvPr>
                <p:cNvSpPr/>
                <p:nvPr/>
              </p:nvSpPr>
              <p:spPr>
                <a:xfrm>
                  <a:off x="4593512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4" name="Rectangle 10773">
                  <a:extLst>
                    <a:ext uri="{FF2B5EF4-FFF2-40B4-BE49-F238E27FC236}">
                      <a16:creationId xmlns:a16="http://schemas.microsoft.com/office/drawing/2014/main" id="{27A5D583-5D25-6C26-0C14-0AD3B6B331E5}"/>
                    </a:ext>
                  </a:extLst>
                </p:cNvPr>
                <p:cNvSpPr/>
                <p:nvPr/>
              </p:nvSpPr>
              <p:spPr>
                <a:xfrm>
                  <a:off x="4593512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5" name="Rectangle 10774">
                  <a:extLst>
                    <a:ext uri="{FF2B5EF4-FFF2-40B4-BE49-F238E27FC236}">
                      <a16:creationId xmlns:a16="http://schemas.microsoft.com/office/drawing/2014/main" id="{AB0E8B61-77DB-5F9C-C7DD-587885AFCEF6}"/>
                    </a:ext>
                  </a:extLst>
                </p:cNvPr>
                <p:cNvSpPr/>
                <p:nvPr/>
              </p:nvSpPr>
              <p:spPr>
                <a:xfrm>
                  <a:off x="4593512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6" name="Rectangle 10775">
                  <a:extLst>
                    <a:ext uri="{FF2B5EF4-FFF2-40B4-BE49-F238E27FC236}">
                      <a16:creationId xmlns:a16="http://schemas.microsoft.com/office/drawing/2014/main" id="{32367BD9-BD12-A3C9-1364-F84BE8C48B8C}"/>
                    </a:ext>
                  </a:extLst>
                </p:cNvPr>
                <p:cNvSpPr/>
                <p:nvPr/>
              </p:nvSpPr>
              <p:spPr>
                <a:xfrm>
                  <a:off x="4593512" y="448155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7" name="Rectangle 10776">
                  <a:extLst>
                    <a:ext uri="{FF2B5EF4-FFF2-40B4-BE49-F238E27FC236}">
                      <a16:creationId xmlns:a16="http://schemas.microsoft.com/office/drawing/2014/main" id="{AC6E257A-0A55-A5D6-ED2E-9A524F5B1590}"/>
                    </a:ext>
                  </a:extLst>
                </p:cNvPr>
                <p:cNvSpPr/>
                <p:nvPr/>
              </p:nvSpPr>
              <p:spPr>
                <a:xfrm>
                  <a:off x="4593512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8" name="Rectangle 10777">
                  <a:extLst>
                    <a:ext uri="{FF2B5EF4-FFF2-40B4-BE49-F238E27FC236}">
                      <a16:creationId xmlns:a16="http://schemas.microsoft.com/office/drawing/2014/main" id="{E9F94929-2D94-1AEB-8753-84626E12E905}"/>
                    </a:ext>
                  </a:extLst>
                </p:cNvPr>
                <p:cNvSpPr/>
                <p:nvPr/>
              </p:nvSpPr>
              <p:spPr>
                <a:xfrm>
                  <a:off x="4593512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79" name="Rectangle 10778">
                  <a:extLst>
                    <a:ext uri="{FF2B5EF4-FFF2-40B4-BE49-F238E27FC236}">
                      <a16:creationId xmlns:a16="http://schemas.microsoft.com/office/drawing/2014/main" id="{9DE40595-B54E-FCD8-8921-E0FEB3766C10}"/>
                    </a:ext>
                  </a:extLst>
                </p:cNvPr>
                <p:cNvSpPr/>
                <p:nvPr/>
              </p:nvSpPr>
              <p:spPr>
                <a:xfrm>
                  <a:off x="4593512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0" name="Rectangle 10779">
                  <a:extLst>
                    <a:ext uri="{FF2B5EF4-FFF2-40B4-BE49-F238E27FC236}">
                      <a16:creationId xmlns:a16="http://schemas.microsoft.com/office/drawing/2014/main" id="{23D36BA6-AAED-EF86-F10E-606816376F9E}"/>
                    </a:ext>
                  </a:extLst>
                </p:cNvPr>
                <p:cNvSpPr/>
                <p:nvPr/>
              </p:nvSpPr>
              <p:spPr>
                <a:xfrm>
                  <a:off x="4593512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1" name="Rectangle 10780">
                  <a:extLst>
                    <a:ext uri="{FF2B5EF4-FFF2-40B4-BE49-F238E27FC236}">
                      <a16:creationId xmlns:a16="http://schemas.microsoft.com/office/drawing/2014/main" id="{B0378B92-23BA-CE9F-5E32-B5EB42EACB49}"/>
                    </a:ext>
                  </a:extLst>
                </p:cNvPr>
                <p:cNvSpPr/>
                <p:nvPr/>
              </p:nvSpPr>
              <p:spPr>
                <a:xfrm>
                  <a:off x="4593512" y="474139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2" name="Rectangle 10781">
                  <a:extLst>
                    <a:ext uri="{FF2B5EF4-FFF2-40B4-BE49-F238E27FC236}">
                      <a16:creationId xmlns:a16="http://schemas.microsoft.com/office/drawing/2014/main" id="{30601A69-B400-C5AE-1012-7B051D3B5F7B}"/>
                    </a:ext>
                  </a:extLst>
                </p:cNvPr>
                <p:cNvSpPr/>
                <p:nvPr/>
              </p:nvSpPr>
              <p:spPr>
                <a:xfrm>
                  <a:off x="4593512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3" name="Rectangle 10782">
                  <a:extLst>
                    <a:ext uri="{FF2B5EF4-FFF2-40B4-BE49-F238E27FC236}">
                      <a16:creationId xmlns:a16="http://schemas.microsoft.com/office/drawing/2014/main" id="{6498C772-0EAE-4AFF-E98E-6F7EE4CAF067}"/>
                    </a:ext>
                  </a:extLst>
                </p:cNvPr>
                <p:cNvSpPr/>
                <p:nvPr/>
              </p:nvSpPr>
              <p:spPr>
                <a:xfrm>
                  <a:off x="4593512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4" name="Rectangle 10783">
                  <a:extLst>
                    <a:ext uri="{FF2B5EF4-FFF2-40B4-BE49-F238E27FC236}">
                      <a16:creationId xmlns:a16="http://schemas.microsoft.com/office/drawing/2014/main" id="{8E9C77F0-6AC5-3F34-0101-7D8C23D4C657}"/>
                    </a:ext>
                  </a:extLst>
                </p:cNvPr>
                <p:cNvSpPr/>
                <p:nvPr/>
              </p:nvSpPr>
              <p:spPr>
                <a:xfrm>
                  <a:off x="4593512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5" name="Rectangle 10784">
                  <a:extLst>
                    <a:ext uri="{FF2B5EF4-FFF2-40B4-BE49-F238E27FC236}">
                      <a16:creationId xmlns:a16="http://schemas.microsoft.com/office/drawing/2014/main" id="{88AD9CD2-C49D-1304-733F-E9E272F20752}"/>
                    </a:ext>
                  </a:extLst>
                </p:cNvPr>
                <p:cNvSpPr/>
                <p:nvPr/>
              </p:nvSpPr>
              <p:spPr>
                <a:xfrm>
                  <a:off x="4593512" y="4949292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6" name="Rectangle 10785">
                  <a:extLst>
                    <a:ext uri="{FF2B5EF4-FFF2-40B4-BE49-F238E27FC236}">
                      <a16:creationId xmlns:a16="http://schemas.microsoft.com/office/drawing/2014/main" id="{F21C52EF-C4E0-67F8-3307-98BF949E2633}"/>
                    </a:ext>
                  </a:extLst>
                </p:cNvPr>
                <p:cNvSpPr/>
                <p:nvPr/>
              </p:nvSpPr>
              <p:spPr>
                <a:xfrm>
                  <a:off x="4593512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7" name="Rectangle 10786">
                  <a:extLst>
                    <a:ext uri="{FF2B5EF4-FFF2-40B4-BE49-F238E27FC236}">
                      <a16:creationId xmlns:a16="http://schemas.microsoft.com/office/drawing/2014/main" id="{90B20F61-DEBA-C04B-AD63-67888799C5E6}"/>
                    </a:ext>
                  </a:extLst>
                </p:cNvPr>
                <p:cNvSpPr/>
                <p:nvPr/>
              </p:nvSpPr>
              <p:spPr>
                <a:xfrm>
                  <a:off x="4593512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8" name="Rectangle 10787">
                  <a:extLst>
                    <a:ext uri="{FF2B5EF4-FFF2-40B4-BE49-F238E27FC236}">
                      <a16:creationId xmlns:a16="http://schemas.microsoft.com/office/drawing/2014/main" id="{617FD735-D16A-7E86-1151-5EF91C0E5D42}"/>
                    </a:ext>
                  </a:extLst>
                </p:cNvPr>
                <p:cNvSpPr/>
                <p:nvPr/>
              </p:nvSpPr>
              <p:spPr>
                <a:xfrm>
                  <a:off x="4593512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89" name="Rectangle 10788">
                  <a:extLst>
                    <a:ext uri="{FF2B5EF4-FFF2-40B4-BE49-F238E27FC236}">
                      <a16:creationId xmlns:a16="http://schemas.microsoft.com/office/drawing/2014/main" id="{903D37E5-76B9-1604-BC7B-F38319391E3F}"/>
                    </a:ext>
                  </a:extLst>
                </p:cNvPr>
                <p:cNvSpPr/>
                <p:nvPr/>
              </p:nvSpPr>
              <p:spPr>
                <a:xfrm>
                  <a:off x="4593512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0" name="Rectangle 10789">
                  <a:extLst>
                    <a:ext uri="{FF2B5EF4-FFF2-40B4-BE49-F238E27FC236}">
                      <a16:creationId xmlns:a16="http://schemas.microsoft.com/office/drawing/2014/main" id="{F5A1440A-8781-E275-1FDB-135174D0E6AB}"/>
                    </a:ext>
                  </a:extLst>
                </p:cNvPr>
                <p:cNvSpPr/>
                <p:nvPr/>
              </p:nvSpPr>
              <p:spPr>
                <a:xfrm>
                  <a:off x="4593512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1" name="Rectangle 10790">
                  <a:extLst>
                    <a:ext uri="{FF2B5EF4-FFF2-40B4-BE49-F238E27FC236}">
                      <a16:creationId xmlns:a16="http://schemas.microsoft.com/office/drawing/2014/main" id="{111CB53C-B711-121B-20AD-CC711A887472}"/>
                    </a:ext>
                  </a:extLst>
                </p:cNvPr>
                <p:cNvSpPr/>
                <p:nvPr/>
              </p:nvSpPr>
              <p:spPr>
                <a:xfrm>
                  <a:off x="4593512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2" name="Rectangle 10791">
                  <a:extLst>
                    <a:ext uri="{FF2B5EF4-FFF2-40B4-BE49-F238E27FC236}">
                      <a16:creationId xmlns:a16="http://schemas.microsoft.com/office/drawing/2014/main" id="{7C5800D2-8AD6-3378-B599-86686609305D}"/>
                    </a:ext>
                  </a:extLst>
                </p:cNvPr>
                <p:cNvSpPr/>
                <p:nvPr/>
              </p:nvSpPr>
              <p:spPr>
                <a:xfrm>
                  <a:off x="4593512" y="5313020"/>
                  <a:ext cx="181224" cy="51942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3" name="Rectangle 10792">
                  <a:extLst>
                    <a:ext uri="{FF2B5EF4-FFF2-40B4-BE49-F238E27FC236}">
                      <a16:creationId xmlns:a16="http://schemas.microsoft.com/office/drawing/2014/main" id="{6DC59958-368F-2574-2482-31BF860AEE67}"/>
                    </a:ext>
                  </a:extLst>
                </p:cNvPr>
                <p:cNvSpPr/>
                <p:nvPr/>
              </p:nvSpPr>
              <p:spPr>
                <a:xfrm>
                  <a:off x="4774864" y="2039214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4" name="Rectangle 10793">
                  <a:extLst>
                    <a:ext uri="{FF2B5EF4-FFF2-40B4-BE49-F238E27FC236}">
                      <a16:creationId xmlns:a16="http://schemas.microsoft.com/office/drawing/2014/main" id="{148045CF-2919-9AF8-4233-43E8510E6B67}"/>
                    </a:ext>
                  </a:extLst>
                </p:cNvPr>
                <p:cNvSpPr/>
                <p:nvPr/>
              </p:nvSpPr>
              <p:spPr>
                <a:xfrm>
                  <a:off x="4774864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5" name="Rectangle 10794">
                  <a:extLst>
                    <a:ext uri="{FF2B5EF4-FFF2-40B4-BE49-F238E27FC236}">
                      <a16:creationId xmlns:a16="http://schemas.microsoft.com/office/drawing/2014/main" id="{8542E4FF-92A2-6A5C-04BB-97188988D55A}"/>
                    </a:ext>
                  </a:extLst>
                </p:cNvPr>
                <p:cNvSpPr/>
                <p:nvPr/>
              </p:nvSpPr>
              <p:spPr>
                <a:xfrm>
                  <a:off x="4774864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6" name="Rectangle 10795">
                  <a:extLst>
                    <a:ext uri="{FF2B5EF4-FFF2-40B4-BE49-F238E27FC236}">
                      <a16:creationId xmlns:a16="http://schemas.microsoft.com/office/drawing/2014/main" id="{1E231E8D-6BA1-54C9-3562-21C16453C225}"/>
                    </a:ext>
                  </a:extLst>
                </p:cNvPr>
                <p:cNvSpPr/>
                <p:nvPr/>
              </p:nvSpPr>
              <p:spPr>
                <a:xfrm>
                  <a:off x="4774864" y="219517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7" name="Rectangle 10796">
                  <a:extLst>
                    <a:ext uri="{FF2B5EF4-FFF2-40B4-BE49-F238E27FC236}">
                      <a16:creationId xmlns:a16="http://schemas.microsoft.com/office/drawing/2014/main" id="{A2F3FDD3-589B-75D0-E649-B8AE2915E307}"/>
                    </a:ext>
                  </a:extLst>
                </p:cNvPr>
                <p:cNvSpPr/>
                <p:nvPr/>
              </p:nvSpPr>
              <p:spPr>
                <a:xfrm>
                  <a:off x="4774864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8" name="Rectangle 10797">
                  <a:extLst>
                    <a:ext uri="{FF2B5EF4-FFF2-40B4-BE49-F238E27FC236}">
                      <a16:creationId xmlns:a16="http://schemas.microsoft.com/office/drawing/2014/main" id="{1B7A5373-E2C2-DA46-F919-66511121D791}"/>
                    </a:ext>
                  </a:extLst>
                </p:cNvPr>
                <p:cNvSpPr/>
                <p:nvPr/>
              </p:nvSpPr>
              <p:spPr>
                <a:xfrm>
                  <a:off x="4774864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99" name="Rectangle 10798">
                  <a:extLst>
                    <a:ext uri="{FF2B5EF4-FFF2-40B4-BE49-F238E27FC236}">
                      <a16:creationId xmlns:a16="http://schemas.microsoft.com/office/drawing/2014/main" id="{4A03FC84-D2AB-23B5-3364-96C654CCD77F}"/>
                    </a:ext>
                  </a:extLst>
                </p:cNvPr>
                <p:cNvSpPr/>
                <p:nvPr/>
              </p:nvSpPr>
              <p:spPr>
                <a:xfrm>
                  <a:off x="4774864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0" name="Rectangle 10799">
                  <a:extLst>
                    <a:ext uri="{FF2B5EF4-FFF2-40B4-BE49-F238E27FC236}">
                      <a16:creationId xmlns:a16="http://schemas.microsoft.com/office/drawing/2014/main" id="{CA291263-F6F7-A82B-AF7F-EEC836BFE9D1}"/>
                    </a:ext>
                  </a:extLst>
                </p:cNvPr>
                <p:cNvSpPr/>
                <p:nvPr/>
              </p:nvSpPr>
              <p:spPr>
                <a:xfrm>
                  <a:off x="4774864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1" name="Rectangle 10800">
                  <a:extLst>
                    <a:ext uri="{FF2B5EF4-FFF2-40B4-BE49-F238E27FC236}">
                      <a16:creationId xmlns:a16="http://schemas.microsoft.com/office/drawing/2014/main" id="{995AB845-4085-D874-E218-326F8CB4FA3D}"/>
                    </a:ext>
                  </a:extLst>
                </p:cNvPr>
                <p:cNvSpPr/>
                <p:nvPr/>
              </p:nvSpPr>
              <p:spPr>
                <a:xfrm>
                  <a:off x="4774864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2" name="Rectangle 10801">
                  <a:extLst>
                    <a:ext uri="{FF2B5EF4-FFF2-40B4-BE49-F238E27FC236}">
                      <a16:creationId xmlns:a16="http://schemas.microsoft.com/office/drawing/2014/main" id="{AE52619C-0CE6-AA80-7546-3491E4881898}"/>
                    </a:ext>
                  </a:extLst>
                </p:cNvPr>
                <p:cNvSpPr/>
                <p:nvPr/>
              </p:nvSpPr>
              <p:spPr>
                <a:xfrm>
                  <a:off x="4774864" y="250695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3" name="Rectangle 10802">
                  <a:extLst>
                    <a:ext uri="{FF2B5EF4-FFF2-40B4-BE49-F238E27FC236}">
                      <a16:creationId xmlns:a16="http://schemas.microsoft.com/office/drawing/2014/main" id="{84FAA86D-A12F-2ADD-AC00-48485F142485}"/>
                    </a:ext>
                  </a:extLst>
                </p:cNvPr>
                <p:cNvSpPr/>
                <p:nvPr/>
              </p:nvSpPr>
              <p:spPr>
                <a:xfrm>
                  <a:off x="4774864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4" name="Rectangle 10803">
                  <a:extLst>
                    <a:ext uri="{FF2B5EF4-FFF2-40B4-BE49-F238E27FC236}">
                      <a16:creationId xmlns:a16="http://schemas.microsoft.com/office/drawing/2014/main" id="{310B7C58-6849-71CC-8656-88D2D0297F92}"/>
                    </a:ext>
                  </a:extLst>
                </p:cNvPr>
                <p:cNvSpPr/>
                <p:nvPr/>
              </p:nvSpPr>
              <p:spPr>
                <a:xfrm>
                  <a:off x="4774864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5" name="Rectangle 10804">
                  <a:extLst>
                    <a:ext uri="{FF2B5EF4-FFF2-40B4-BE49-F238E27FC236}">
                      <a16:creationId xmlns:a16="http://schemas.microsoft.com/office/drawing/2014/main" id="{BAE9C940-0A36-CA26-09C9-734041EC8718}"/>
                    </a:ext>
                  </a:extLst>
                </p:cNvPr>
                <p:cNvSpPr/>
                <p:nvPr/>
              </p:nvSpPr>
              <p:spPr>
                <a:xfrm>
                  <a:off x="4774864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6" name="Rectangle 10805">
                  <a:extLst>
                    <a:ext uri="{FF2B5EF4-FFF2-40B4-BE49-F238E27FC236}">
                      <a16:creationId xmlns:a16="http://schemas.microsoft.com/office/drawing/2014/main" id="{30B6C508-9943-460D-3825-43C96B9B25A4}"/>
                    </a:ext>
                  </a:extLst>
                </p:cNvPr>
                <p:cNvSpPr/>
                <p:nvPr/>
              </p:nvSpPr>
              <p:spPr>
                <a:xfrm>
                  <a:off x="4774864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7" name="Rectangle 10806">
                  <a:extLst>
                    <a:ext uri="{FF2B5EF4-FFF2-40B4-BE49-F238E27FC236}">
                      <a16:creationId xmlns:a16="http://schemas.microsoft.com/office/drawing/2014/main" id="{46F6D8BD-98CD-C5FC-CD37-41CDA7DEDF05}"/>
                    </a:ext>
                  </a:extLst>
                </p:cNvPr>
                <p:cNvSpPr/>
                <p:nvPr/>
              </p:nvSpPr>
              <p:spPr>
                <a:xfrm>
                  <a:off x="4774864" y="276679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8" name="Rectangle 10807">
                  <a:extLst>
                    <a:ext uri="{FF2B5EF4-FFF2-40B4-BE49-F238E27FC236}">
                      <a16:creationId xmlns:a16="http://schemas.microsoft.com/office/drawing/2014/main" id="{143DA90E-5865-DA34-9D7F-444550372E88}"/>
                    </a:ext>
                  </a:extLst>
                </p:cNvPr>
                <p:cNvSpPr/>
                <p:nvPr/>
              </p:nvSpPr>
              <p:spPr>
                <a:xfrm>
                  <a:off x="4774864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09" name="Rectangle 10808">
                  <a:extLst>
                    <a:ext uri="{FF2B5EF4-FFF2-40B4-BE49-F238E27FC236}">
                      <a16:creationId xmlns:a16="http://schemas.microsoft.com/office/drawing/2014/main" id="{642BFEC8-57E7-375A-F879-DF4BD344D9F6}"/>
                    </a:ext>
                  </a:extLst>
                </p:cNvPr>
                <p:cNvSpPr/>
                <p:nvPr/>
              </p:nvSpPr>
              <p:spPr>
                <a:xfrm>
                  <a:off x="4774864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0" name="Rectangle 10809">
                  <a:extLst>
                    <a:ext uri="{FF2B5EF4-FFF2-40B4-BE49-F238E27FC236}">
                      <a16:creationId xmlns:a16="http://schemas.microsoft.com/office/drawing/2014/main" id="{E72055B1-3590-C9DC-E086-CB1911B10B5E}"/>
                    </a:ext>
                  </a:extLst>
                </p:cNvPr>
                <p:cNvSpPr/>
                <p:nvPr/>
              </p:nvSpPr>
              <p:spPr>
                <a:xfrm>
                  <a:off x="4774864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1" name="Rectangle 10810">
                  <a:extLst>
                    <a:ext uri="{FF2B5EF4-FFF2-40B4-BE49-F238E27FC236}">
                      <a16:creationId xmlns:a16="http://schemas.microsoft.com/office/drawing/2014/main" id="{D85163A4-6400-74CE-1A87-2EAAD7711F67}"/>
                    </a:ext>
                  </a:extLst>
                </p:cNvPr>
                <p:cNvSpPr/>
                <p:nvPr/>
              </p:nvSpPr>
              <p:spPr>
                <a:xfrm>
                  <a:off x="4774864" y="297456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2" name="Rectangle 10811">
                  <a:extLst>
                    <a:ext uri="{FF2B5EF4-FFF2-40B4-BE49-F238E27FC236}">
                      <a16:creationId xmlns:a16="http://schemas.microsoft.com/office/drawing/2014/main" id="{4E5CF6C9-2B58-BB59-3BAD-C2633EDD8287}"/>
                    </a:ext>
                  </a:extLst>
                </p:cNvPr>
                <p:cNvSpPr/>
                <p:nvPr/>
              </p:nvSpPr>
              <p:spPr>
                <a:xfrm>
                  <a:off x="4774864" y="302651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3" name="Rectangle 10812">
                  <a:extLst>
                    <a:ext uri="{FF2B5EF4-FFF2-40B4-BE49-F238E27FC236}">
                      <a16:creationId xmlns:a16="http://schemas.microsoft.com/office/drawing/2014/main" id="{DEB85E9C-5378-14F2-2608-0551AD66FF48}"/>
                    </a:ext>
                  </a:extLst>
                </p:cNvPr>
                <p:cNvSpPr/>
                <p:nvPr/>
              </p:nvSpPr>
              <p:spPr>
                <a:xfrm>
                  <a:off x="4774864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4" name="Rectangle 10813">
                  <a:extLst>
                    <a:ext uri="{FF2B5EF4-FFF2-40B4-BE49-F238E27FC236}">
                      <a16:creationId xmlns:a16="http://schemas.microsoft.com/office/drawing/2014/main" id="{8EE6B3C9-E32A-994C-2808-67F42994AF88}"/>
                    </a:ext>
                  </a:extLst>
                </p:cNvPr>
                <p:cNvSpPr/>
                <p:nvPr/>
              </p:nvSpPr>
              <p:spPr>
                <a:xfrm>
                  <a:off x="4774864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5" name="Rectangle 10814">
                  <a:extLst>
                    <a:ext uri="{FF2B5EF4-FFF2-40B4-BE49-F238E27FC236}">
                      <a16:creationId xmlns:a16="http://schemas.microsoft.com/office/drawing/2014/main" id="{239E7191-B74F-B25B-7A4F-871ACB302040}"/>
                    </a:ext>
                  </a:extLst>
                </p:cNvPr>
                <p:cNvSpPr/>
                <p:nvPr/>
              </p:nvSpPr>
              <p:spPr>
                <a:xfrm>
                  <a:off x="4774864" y="318246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6" name="Rectangle 10815">
                  <a:extLst>
                    <a:ext uri="{FF2B5EF4-FFF2-40B4-BE49-F238E27FC236}">
                      <a16:creationId xmlns:a16="http://schemas.microsoft.com/office/drawing/2014/main" id="{42F6DF63-36A9-1C86-8579-084225604FD8}"/>
                    </a:ext>
                  </a:extLst>
                </p:cNvPr>
                <p:cNvSpPr/>
                <p:nvPr/>
              </p:nvSpPr>
              <p:spPr>
                <a:xfrm>
                  <a:off x="4774864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7" name="Rectangle 10816">
                  <a:extLst>
                    <a:ext uri="{FF2B5EF4-FFF2-40B4-BE49-F238E27FC236}">
                      <a16:creationId xmlns:a16="http://schemas.microsoft.com/office/drawing/2014/main" id="{20287000-CC5C-10A8-0F02-39C6D004D6E1}"/>
                    </a:ext>
                  </a:extLst>
                </p:cNvPr>
                <p:cNvSpPr/>
                <p:nvPr/>
              </p:nvSpPr>
              <p:spPr>
                <a:xfrm>
                  <a:off x="4774864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8" name="Rectangle 10817">
                  <a:extLst>
                    <a:ext uri="{FF2B5EF4-FFF2-40B4-BE49-F238E27FC236}">
                      <a16:creationId xmlns:a16="http://schemas.microsoft.com/office/drawing/2014/main" id="{AB596E38-926F-E619-C9CA-61BE816E387A}"/>
                    </a:ext>
                  </a:extLst>
                </p:cNvPr>
                <p:cNvSpPr/>
                <p:nvPr/>
              </p:nvSpPr>
              <p:spPr>
                <a:xfrm>
                  <a:off x="4774864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19" name="Rectangle 10818">
                  <a:extLst>
                    <a:ext uri="{FF2B5EF4-FFF2-40B4-BE49-F238E27FC236}">
                      <a16:creationId xmlns:a16="http://schemas.microsoft.com/office/drawing/2014/main" id="{F7F68490-FE8F-8966-101B-B64A4573CC17}"/>
                    </a:ext>
                  </a:extLst>
                </p:cNvPr>
                <p:cNvSpPr/>
                <p:nvPr/>
              </p:nvSpPr>
              <p:spPr>
                <a:xfrm>
                  <a:off x="4774864" y="3390367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0" name="Rectangle 10819">
                  <a:extLst>
                    <a:ext uri="{FF2B5EF4-FFF2-40B4-BE49-F238E27FC236}">
                      <a16:creationId xmlns:a16="http://schemas.microsoft.com/office/drawing/2014/main" id="{6E8379EA-848F-4E49-B518-9D5F965E8E66}"/>
                    </a:ext>
                  </a:extLst>
                </p:cNvPr>
                <p:cNvSpPr/>
                <p:nvPr/>
              </p:nvSpPr>
              <p:spPr>
                <a:xfrm>
                  <a:off x="4774864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1" name="Rectangle 10820">
                  <a:extLst>
                    <a:ext uri="{FF2B5EF4-FFF2-40B4-BE49-F238E27FC236}">
                      <a16:creationId xmlns:a16="http://schemas.microsoft.com/office/drawing/2014/main" id="{CC4B4EBB-A9F2-E507-E8AA-5B9563058595}"/>
                    </a:ext>
                  </a:extLst>
                </p:cNvPr>
                <p:cNvSpPr/>
                <p:nvPr/>
              </p:nvSpPr>
              <p:spPr>
                <a:xfrm>
                  <a:off x="4774864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2" name="Rectangle 10821">
                  <a:extLst>
                    <a:ext uri="{FF2B5EF4-FFF2-40B4-BE49-F238E27FC236}">
                      <a16:creationId xmlns:a16="http://schemas.microsoft.com/office/drawing/2014/main" id="{2722C1F1-110F-73E4-6F6A-ED5E47BC7A06}"/>
                    </a:ext>
                  </a:extLst>
                </p:cNvPr>
                <p:cNvSpPr/>
                <p:nvPr/>
              </p:nvSpPr>
              <p:spPr>
                <a:xfrm>
                  <a:off x="4774864" y="354619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3" name="Rectangle 10822">
                  <a:extLst>
                    <a:ext uri="{FF2B5EF4-FFF2-40B4-BE49-F238E27FC236}">
                      <a16:creationId xmlns:a16="http://schemas.microsoft.com/office/drawing/2014/main" id="{32AAF406-1833-0F42-743D-4380C91979BD}"/>
                    </a:ext>
                  </a:extLst>
                </p:cNvPr>
                <p:cNvSpPr/>
                <p:nvPr/>
              </p:nvSpPr>
              <p:spPr>
                <a:xfrm>
                  <a:off x="4774864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4" name="Rectangle 10823">
                  <a:extLst>
                    <a:ext uri="{FF2B5EF4-FFF2-40B4-BE49-F238E27FC236}">
                      <a16:creationId xmlns:a16="http://schemas.microsoft.com/office/drawing/2014/main" id="{3D0864E0-0C3B-7B9C-8942-8721A66DD9D1}"/>
                    </a:ext>
                  </a:extLst>
                </p:cNvPr>
                <p:cNvSpPr/>
                <p:nvPr/>
              </p:nvSpPr>
              <p:spPr>
                <a:xfrm>
                  <a:off x="4774864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5" name="Rectangle 10824">
                  <a:extLst>
                    <a:ext uri="{FF2B5EF4-FFF2-40B4-BE49-F238E27FC236}">
                      <a16:creationId xmlns:a16="http://schemas.microsoft.com/office/drawing/2014/main" id="{DC9CB6B8-FE66-EDFC-8082-9D66E07E53C8}"/>
                    </a:ext>
                  </a:extLst>
                </p:cNvPr>
                <p:cNvSpPr/>
                <p:nvPr/>
              </p:nvSpPr>
              <p:spPr>
                <a:xfrm>
                  <a:off x="4774864" y="370215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6" name="Rectangle 10825">
                  <a:extLst>
                    <a:ext uri="{FF2B5EF4-FFF2-40B4-BE49-F238E27FC236}">
                      <a16:creationId xmlns:a16="http://schemas.microsoft.com/office/drawing/2014/main" id="{B754CB52-EC0E-B196-3CE6-FD0D9FDD349F}"/>
                    </a:ext>
                  </a:extLst>
                </p:cNvPr>
                <p:cNvSpPr/>
                <p:nvPr/>
              </p:nvSpPr>
              <p:spPr>
                <a:xfrm>
                  <a:off x="4774864" y="375409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7" name="Rectangle 10826">
                  <a:extLst>
                    <a:ext uri="{FF2B5EF4-FFF2-40B4-BE49-F238E27FC236}">
                      <a16:creationId xmlns:a16="http://schemas.microsoft.com/office/drawing/2014/main" id="{AEC036A6-B4BF-9857-788D-8421646DB52C}"/>
                    </a:ext>
                  </a:extLst>
                </p:cNvPr>
                <p:cNvSpPr/>
                <p:nvPr/>
              </p:nvSpPr>
              <p:spPr>
                <a:xfrm>
                  <a:off x="4774864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8" name="Rectangle 10827">
                  <a:extLst>
                    <a:ext uri="{FF2B5EF4-FFF2-40B4-BE49-F238E27FC236}">
                      <a16:creationId xmlns:a16="http://schemas.microsoft.com/office/drawing/2014/main" id="{53439CE2-4B94-F237-1A0D-6EF1D891F737}"/>
                    </a:ext>
                  </a:extLst>
                </p:cNvPr>
                <p:cNvSpPr/>
                <p:nvPr/>
              </p:nvSpPr>
              <p:spPr>
                <a:xfrm>
                  <a:off x="4774864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29" name="Rectangle 10828">
                  <a:extLst>
                    <a:ext uri="{FF2B5EF4-FFF2-40B4-BE49-F238E27FC236}">
                      <a16:creationId xmlns:a16="http://schemas.microsoft.com/office/drawing/2014/main" id="{8990A57B-1806-A756-DA84-D2E8B139EF0A}"/>
                    </a:ext>
                  </a:extLst>
                </p:cNvPr>
                <p:cNvSpPr/>
                <p:nvPr/>
              </p:nvSpPr>
              <p:spPr>
                <a:xfrm>
                  <a:off x="4774864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0" name="Rectangle 10829">
                  <a:extLst>
                    <a:ext uri="{FF2B5EF4-FFF2-40B4-BE49-F238E27FC236}">
                      <a16:creationId xmlns:a16="http://schemas.microsoft.com/office/drawing/2014/main" id="{9DAF24CE-B02E-4FCF-C201-24624CA7E693}"/>
                    </a:ext>
                  </a:extLst>
                </p:cNvPr>
                <p:cNvSpPr/>
                <p:nvPr/>
              </p:nvSpPr>
              <p:spPr>
                <a:xfrm>
                  <a:off x="4774864" y="396199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1" name="Rectangle 10830">
                  <a:extLst>
                    <a:ext uri="{FF2B5EF4-FFF2-40B4-BE49-F238E27FC236}">
                      <a16:creationId xmlns:a16="http://schemas.microsoft.com/office/drawing/2014/main" id="{77F865C8-26AD-5F87-1A1C-4D2CEF3B91D0}"/>
                    </a:ext>
                  </a:extLst>
                </p:cNvPr>
                <p:cNvSpPr/>
                <p:nvPr/>
              </p:nvSpPr>
              <p:spPr>
                <a:xfrm>
                  <a:off x="4774864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2" name="Rectangle 10831">
                  <a:extLst>
                    <a:ext uri="{FF2B5EF4-FFF2-40B4-BE49-F238E27FC236}">
                      <a16:creationId xmlns:a16="http://schemas.microsoft.com/office/drawing/2014/main" id="{23F807BC-AE93-61F7-146E-0B9372692C9D}"/>
                    </a:ext>
                  </a:extLst>
                </p:cNvPr>
                <p:cNvSpPr/>
                <p:nvPr/>
              </p:nvSpPr>
              <p:spPr>
                <a:xfrm>
                  <a:off x="4774864" y="406588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3" name="Rectangle 10832">
                  <a:extLst>
                    <a:ext uri="{FF2B5EF4-FFF2-40B4-BE49-F238E27FC236}">
                      <a16:creationId xmlns:a16="http://schemas.microsoft.com/office/drawing/2014/main" id="{D8666518-AF9B-643D-F28F-C41D79EB27BC}"/>
                    </a:ext>
                  </a:extLst>
                </p:cNvPr>
                <p:cNvSpPr/>
                <p:nvPr/>
              </p:nvSpPr>
              <p:spPr>
                <a:xfrm>
                  <a:off x="4774864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4" name="Rectangle 10833">
                  <a:extLst>
                    <a:ext uri="{FF2B5EF4-FFF2-40B4-BE49-F238E27FC236}">
                      <a16:creationId xmlns:a16="http://schemas.microsoft.com/office/drawing/2014/main" id="{94AFD451-624A-C5B8-14D4-8F7131CFB696}"/>
                    </a:ext>
                  </a:extLst>
                </p:cNvPr>
                <p:cNvSpPr/>
                <p:nvPr/>
              </p:nvSpPr>
              <p:spPr>
                <a:xfrm>
                  <a:off x="4774864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5" name="Rectangle 10834">
                  <a:extLst>
                    <a:ext uri="{FF2B5EF4-FFF2-40B4-BE49-F238E27FC236}">
                      <a16:creationId xmlns:a16="http://schemas.microsoft.com/office/drawing/2014/main" id="{17E36A8B-891D-68FB-92DE-07FC7909418B}"/>
                    </a:ext>
                  </a:extLst>
                </p:cNvPr>
                <p:cNvSpPr/>
                <p:nvPr/>
              </p:nvSpPr>
              <p:spPr>
                <a:xfrm>
                  <a:off x="4774864" y="422183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6" name="Rectangle 10835">
                  <a:extLst>
                    <a:ext uri="{FF2B5EF4-FFF2-40B4-BE49-F238E27FC236}">
                      <a16:creationId xmlns:a16="http://schemas.microsoft.com/office/drawing/2014/main" id="{2C193141-847C-8037-7545-64ABE9070908}"/>
                    </a:ext>
                  </a:extLst>
                </p:cNvPr>
                <p:cNvSpPr/>
                <p:nvPr/>
              </p:nvSpPr>
              <p:spPr>
                <a:xfrm>
                  <a:off x="4774864" y="427377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7" name="Rectangle 10836">
                  <a:extLst>
                    <a:ext uri="{FF2B5EF4-FFF2-40B4-BE49-F238E27FC236}">
                      <a16:creationId xmlns:a16="http://schemas.microsoft.com/office/drawing/2014/main" id="{02395AE7-E72D-12D4-1254-EE9DC8DF8802}"/>
                    </a:ext>
                  </a:extLst>
                </p:cNvPr>
                <p:cNvSpPr/>
                <p:nvPr/>
              </p:nvSpPr>
              <p:spPr>
                <a:xfrm>
                  <a:off x="4774864" y="4325722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8" name="Rectangle 10837">
                  <a:extLst>
                    <a:ext uri="{FF2B5EF4-FFF2-40B4-BE49-F238E27FC236}">
                      <a16:creationId xmlns:a16="http://schemas.microsoft.com/office/drawing/2014/main" id="{FE47E95E-49B7-0BCC-691E-C34869FB6A68}"/>
                    </a:ext>
                  </a:extLst>
                </p:cNvPr>
                <p:cNvSpPr/>
                <p:nvPr/>
              </p:nvSpPr>
              <p:spPr>
                <a:xfrm>
                  <a:off x="4774864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9" name="Rectangle 10838">
                  <a:extLst>
                    <a:ext uri="{FF2B5EF4-FFF2-40B4-BE49-F238E27FC236}">
                      <a16:creationId xmlns:a16="http://schemas.microsoft.com/office/drawing/2014/main" id="{5A5A812A-94FD-15D6-4589-99B7C8AD60B1}"/>
                    </a:ext>
                  </a:extLst>
                </p:cNvPr>
                <p:cNvSpPr/>
                <p:nvPr/>
              </p:nvSpPr>
              <p:spPr>
                <a:xfrm>
                  <a:off x="4774864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0" name="Rectangle 10839">
                  <a:extLst>
                    <a:ext uri="{FF2B5EF4-FFF2-40B4-BE49-F238E27FC236}">
                      <a16:creationId xmlns:a16="http://schemas.microsoft.com/office/drawing/2014/main" id="{C301ABBE-B647-C0AA-35C8-9C78AFBDE17B}"/>
                    </a:ext>
                  </a:extLst>
                </p:cNvPr>
                <p:cNvSpPr/>
                <p:nvPr/>
              </p:nvSpPr>
              <p:spPr>
                <a:xfrm>
                  <a:off x="4774864" y="458556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1" name="Rectangle 10840">
                  <a:extLst>
                    <a:ext uri="{FF2B5EF4-FFF2-40B4-BE49-F238E27FC236}">
                      <a16:creationId xmlns:a16="http://schemas.microsoft.com/office/drawing/2014/main" id="{2D7E43DE-A5E9-6228-904B-855C662A7956}"/>
                    </a:ext>
                  </a:extLst>
                </p:cNvPr>
                <p:cNvSpPr/>
                <p:nvPr/>
              </p:nvSpPr>
              <p:spPr>
                <a:xfrm>
                  <a:off x="4774864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2" name="Rectangle 10841">
                  <a:extLst>
                    <a:ext uri="{FF2B5EF4-FFF2-40B4-BE49-F238E27FC236}">
                      <a16:creationId xmlns:a16="http://schemas.microsoft.com/office/drawing/2014/main" id="{FAB149A1-D9F7-D576-1A15-91F39A140922}"/>
                    </a:ext>
                  </a:extLst>
                </p:cNvPr>
                <p:cNvSpPr/>
                <p:nvPr/>
              </p:nvSpPr>
              <p:spPr>
                <a:xfrm>
                  <a:off x="4774864" y="4689450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3" name="Rectangle 10842">
                  <a:extLst>
                    <a:ext uri="{FF2B5EF4-FFF2-40B4-BE49-F238E27FC236}">
                      <a16:creationId xmlns:a16="http://schemas.microsoft.com/office/drawing/2014/main" id="{B6261183-8C73-2F93-B81D-1D7A79F8EEA6}"/>
                    </a:ext>
                  </a:extLst>
                </p:cNvPr>
                <p:cNvSpPr/>
                <p:nvPr/>
              </p:nvSpPr>
              <p:spPr>
                <a:xfrm>
                  <a:off x="4774864" y="4741393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4" name="Rectangle 10843">
                  <a:extLst>
                    <a:ext uri="{FF2B5EF4-FFF2-40B4-BE49-F238E27FC236}">
                      <a16:creationId xmlns:a16="http://schemas.microsoft.com/office/drawing/2014/main" id="{936BEF11-5FE9-946B-0223-CC1ABFBD20B5}"/>
                    </a:ext>
                  </a:extLst>
                </p:cNvPr>
                <p:cNvSpPr/>
                <p:nvPr/>
              </p:nvSpPr>
              <p:spPr>
                <a:xfrm>
                  <a:off x="4774864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5" name="Rectangle 10844">
                  <a:extLst>
                    <a:ext uri="{FF2B5EF4-FFF2-40B4-BE49-F238E27FC236}">
                      <a16:creationId xmlns:a16="http://schemas.microsoft.com/office/drawing/2014/main" id="{A2647FA5-7FA8-8193-504A-6804F0742E71}"/>
                    </a:ext>
                  </a:extLst>
                </p:cNvPr>
                <p:cNvSpPr/>
                <p:nvPr/>
              </p:nvSpPr>
              <p:spPr>
                <a:xfrm>
                  <a:off x="4774864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6" name="Rectangle 10845">
                  <a:extLst>
                    <a:ext uri="{FF2B5EF4-FFF2-40B4-BE49-F238E27FC236}">
                      <a16:creationId xmlns:a16="http://schemas.microsoft.com/office/drawing/2014/main" id="{89B78266-DE75-A6D9-942A-143DBBD537C0}"/>
                    </a:ext>
                  </a:extLst>
                </p:cNvPr>
                <p:cNvSpPr/>
                <p:nvPr/>
              </p:nvSpPr>
              <p:spPr>
                <a:xfrm>
                  <a:off x="4774864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7" name="Rectangle 10846">
                  <a:extLst>
                    <a:ext uri="{FF2B5EF4-FFF2-40B4-BE49-F238E27FC236}">
                      <a16:creationId xmlns:a16="http://schemas.microsoft.com/office/drawing/2014/main" id="{9E750E38-27B0-C981-CDF7-D96C68C87A53}"/>
                    </a:ext>
                  </a:extLst>
                </p:cNvPr>
                <p:cNvSpPr/>
                <p:nvPr/>
              </p:nvSpPr>
              <p:spPr>
                <a:xfrm>
                  <a:off x="4774864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8" name="Rectangle 10847">
                  <a:extLst>
                    <a:ext uri="{FF2B5EF4-FFF2-40B4-BE49-F238E27FC236}">
                      <a16:creationId xmlns:a16="http://schemas.microsoft.com/office/drawing/2014/main" id="{41022073-FD08-ABC4-B877-376065AA9091}"/>
                    </a:ext>
                  </a:extLst>
                </p:cNvPr>
                <p:cNvSpPr/>
                <p:nvPr/>
              </p:nvSpPr>
              <p:spPr>
                <a:xfrm>
                  <a:off x="4774864" y="500123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49" name="Rectangle 10848">
                  <a:extLst>
                    <a:ext uri="{FF2B5EF4-FFF2-40B4-BE49-F238E27FC236}">
                      <a16:creationId xmlns:a16="http://schemas.microsoft.com/office/drawing/2014/main" id="{ECA81FA3-A718-5632-9820-EF40FBC09D14}"/>
                    </a:ext>
                  </a:extLst>
                </p:cNvPr>
                <p:cNvSpPr/>
                <p:nvPr/>
              </p:nvSpPr>
              <p:spPr>
                <a:xfrm>
                  <a:off x="4774864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0" name="Rectangle 10849">
                  <a:extLst>
                    <a:ext uri="{FF2B5EF4-FFF2-40B4-BE49-F238E27FC236}">
                      <a16:creationId xmlns:a16="http://schemas.microsoft.com/office/drawing/2014/main" id="{8EEB8112-D336-ACD2-5F6B-814EC9A99355}"/>
                    </a:ext>
                  </a:extLst>
                </p:cNvPr>
                <p:cNvSpPr/>
                <p:nvPr/>
              </p:nvSpPr>
              <p:spPr>
                <a:xfrm>
                  <a:off x="4774864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1" name="Rectangle 10850">
                  <a:extLst>
                    <a:ext uri="{FF2B5EF4-FFF2-40B4-BE49-F238E27FC236}">
                      <a16:creationId xmlns:a16="http://schemas.microsoft.com/office/drawing/2014/main" id="{9CA2DC7D-D2E0-5C86-C837-D69FCA62D21E}"/>
                    </a:ext>
                  </a:extLst>
                </p:cNvPr>
                <p:cNvSpPr/>
                <p:nvPr/>
              </p:nvSpPr>
              <p:spPr>
                <a:xfrm>
                  <a:off x="4774864" y="515719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2" name="Rectangle 10851">
                  <a:extLst>
                    <a:ext uri="{FF2B5EF4-FFF2-40B4-BE49-F238E27FC236}">
                      <a16:creationId xmlns:a16="http://schemas.microsoft.com/office/drawing/2014/main" id="{063B47D2-56B6-CD36-5AB8-45C1776C7B51}"/>
                    </a:ext>
                  </a:extLst>
                </p:cNvPr>
                <p:cNvSpPr/>
                <p:nvPr/>
              </p:nvSpPr>
              <p:spPr>
                <a:xfrm>
                  <a:off x="4774864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3" name="Rectangle 10852">
                  <a:extLst>
                    <a:ext uri="{FF2B5EF4-FFF2-40B4-BE49-F238E27FC236}">
                      <a16:creationId xmlns:a16="http://schemas.microsoft.com/office/drawing/2014/main" id="{FD89EC5D-6336-16A7-E9C0-4CDF2FCB0B44}"/>
                    </a:ext>
                  </a:extLst>
                </p:cNvPr>
                <p:cNvSpPr/>
                <p:nvPr/>
              </p:nvSpPr>
              <p:spPr>
                <a:xfrm>
                  <a:off x="4774864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4" name="Rectangle 10853">
                  <a:extLst>
                    <a:ext uri="{FF2B5EF4-FFF2-40B4-BE49-F238E27FC236}">
                      <a16:creationId xmlns:a16="http://schemas.microsoft.com/office/drawing/2014/main" id="{ADF8764F-A9A2-7ACC-5A27-1F77B55000BA}"/>
                    </a:ext>
                  </a:extLst>
                </p:cNvPr>
                <p:cNvSpPr/>
                <p:nvPr/>
              </p:nvSpPr>
              <p:spPr>
                <a:xfrm>
                  <a:off x="4774864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5" name="Rectangle 10854">
                  <a:extLst>
                    <a:ext uri="{FF2B5EF4-FFF2-40B4-BE49-F238E27FC236}">
                      <a16:creationId xmlns:a16="http://schemas.microsoft.com/office/drawing/2014/main" id="{D2CF86FF-A6AE-399E-17E9-C94333FC2008}"/>
                    </a:ext>
                  </a:extLst>
                </p:cNvPr>
                <p:cNvSpPr/>
                <p:nvPr/>
              </p:nvSpPr>
              <p:spPr>
                <a:xfrm>
                  <a:off x="4956089" y="203921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6" name="Rectangle 10855">
                  <a:extLst>
                    <a:ext uri="{FF2B5EF4-FFF2-40B4-BE49-F238E27FC236}">
                      <a16:creationId xmlns:a16="http://schemas.microsoft.com/office/drawing/2014/main" id="{7B98EB70-4838-E438-3662-E08205960F75}"/>
                    </a:ext>
                  </a:extLst>
                </p:cNvPr>
                <p:cNvSpPr/>
                <p:nvPr/>
              </p:nvSpPr>
              <p:spPr>
                <a:xfrm>
                  <a:off x="4956089" y="209115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7" name="Rectangle 10856">
                  <a:extLst>
                    <a:ext uri="{FF2B5EF4-FFF2-40B4-BE49-F238E27FC236}">
                      <a16:creationId xmlns:a16="http://schemas.microsoft.com/office/drawing/2014/main" id="{863973EC-7CE4-388A-0D08-9FA733262660}"/>
                    </a:ext>
                  </a:extLst>
                </p:cNvPr>
                <p:cNvSpPr/>
                <p:nvPr/>
              </p:nvSpPr>
              <p:spPr>
                <a:xfrm>
                  <a:off x="4956089" y="214310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8" name="Rectangle 10857">
                  <a:extLst>
                    <a:ext uri="{FF2B5EF4-FFF2-40B4-BE49-F238E27FC236}">
                      <a16:creationId xmlns:a16="http://schemas.microsoft.com/office/drawing/2014/main" id="{918D0A53-6507-B4AC-3495-C5BAF1AFD82E}"/>
                    </a:ext>
                  </a:extLst>
                </p:cNvPr>
                <p:cNvSpPr/>
                <p:nvPr/>
              </p:nvSpPr>
              <p:spPr>
                <a:xfrm>
                  <a:off x="4956089" y="2195170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9" name="Rectangle 10858">
                  <a:extLst>
                    <a:ext uri="{FF2B5EF4-FFF2-40B4-BE49-F238E27FC236}">
                      <a16:creationId xmlns:a16="http://schemas.microsoft.com/office/drawing/2014/main" id="{A33D99E2-933E-2F8D-2D48-19BC27FD5925}"/>
                    </a:ext>
                  </a:extLst>
                </p:cNvPr>
                <p:cNvSpPr/>
                <p:nvPr/>
              </p:nvSpPr>
              <p:spPr>
                <a:xfrm>
                  <a:off x="4956089" y="224711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0" name="Rectangle 10859">
                  <a:extLst>
                    <a:ext uri="{FF2B5EF4-FFF2-40B4-BE49-F238E27FC236}">
                      <a16:creationId xmlns:a16="http://schemas.microsoft.com/office/drawing/2014/main" id="{927A489F-6A05-666B-E4E2-EF64681BC24E}"/>
                    </a:ext>
                  </a:extLst>
                </p:cNvPr>
                <p:cNvSpPr/>
                <p:nvPr/>
              </p:nvSpPr>
              <p:spPr>
                <a:xfrm>
                  <a:off x="4956089" y="229905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1" name="Rectangle 10860">
                  <a:extLst>
                    <a:ext uri="{FF2B5EF4-FFF2-40B4-BE49-F238E27FC236}">
                      <a16:creationId xmlns:a16="http://schemas.microsoft.com/office/drawing/2014/main" id="{3C910D64-111A-E40F-233D-873F172300DA}"/>
                    </a:ext>
                  </a:extLst>
                </p:cNvPr>
                <p:cNvSpPr/>
                <p:nvPr/>
              </p:nvSpPr>
              <p:spPr>
                <a:xfrm>
                  <a:off x="4956089" y="235099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2" name="Rectangle 10861">
                  <a:extLst>
                    <a:ext uri="{FF2B5EF4-FFF2-40B4-BE49-F238E27FC236}">
                      <a16:creationId xmlns:a16="http://schemas.microsoft.com/office/drawing/2014/main" id="{48ADDA7E-B06B-B4F5-7932-4A0934288581}"/>
                    </a:ext>
                  </a:extLst>
                </p:cNvPr>
                <p:cNvSpPr/>
                <p:nvPr/>
              </p:nvSpPr>
              <p:spPr>
                <a:xfrm>
                  <a:off x="4956089" y="240294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3" name="Rectangle 10862">
                  <a:extLst>
                    <a:ext uri="{FF2B5EF4-FFF2-40B4-BE49-F238E27FC236}">
                      <a16:creationId xmlns:a16="http://schemas.microsoft.com/office/drawing/2014/main" id="{03FEDD2F-ECCE-9A47-4F82-0B3347091706}"/>
                    </a:ext>
                  </a:extLst>
                </p:cNvPr>
                <p:cNvSpPr/>
                <p:nvPr/>
              </p:nvSpPr>
              <p:spPr>
                <a:xfrm>
                  <a:off x="4956089" y="2454885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4" name="Rectangle 10863">
                  <a:extLst>
                    <a:ext uri="{FF2B5EF4-FFF2-40B4-BE49-F238E27FC236}">
                      <a16:creationId xmlns:a16="http://schemas.microsoft.com/office/drawing/2014/main" id="{A9324C12-2FD8-1D62-9384-35F3A671131B}"/>
                    </a:ext>
                  </a:extLst>
                </p:cNvPr>
                <p:cNvSpPr/>
                <p:nvPr/>
              </p:nvSpPr>
              <p:spPr>
                <a:xfrm>
                  <a:off x="4956089" y="250695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5" name="Rectangle 10864">
                  <a:extLst>
                    <a:ext uri="{FF2B5EF4-FFF2-40B4-BE49-F238E27FC236}">
                      <a16:creationId xmlns:a16="http://schemas.microsoft.com/office/drawing/2014/main" id="{8BE5B1DC-8F0C-B029-E547-C0A30AE333A9}"/>
                    </a:ext>
                  </a:extLst>
                </p:cNvPr>
                <p:cNvSpPr/>
                <p:nvPr/>
              </p:nvSpPr>
              <p:spPr>
                <a:xfrm>
                  <a:off x="4956089" y="255889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6" name="Rectangle 10865">
                  <a:extLst>
                    <a:ext uri="{FF2B5EF4-FFF2-40B4-BE49-F238E27FC236}">
                      <a16:creationId xmlns:a16="http://schemas.microsoft.com/office/drawing/2014/main" id="{1B0DEBC1-71B4-51BD-8AD7-CFF1FB8A01DD}"/>
                    </a:ext>
                  </a:extLst>
                </p:cNvPr>
                <p:cNvSpPr/>
                <p:nvPr/>
              </p:nvSpPr>
              <p:spPr>
                <a:xfrm>
                  <a:off x="4956089" y="2610841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7" name="Rectangle 10866">
                  <a:extLst>
                    <a:ext uri="{FF2B5EF4-FFF2-40B4-BE49-F238E27FC236}">
                      <a16:creationId xmlns:a16="http://schemas.microsoft.com/office/drawing/2014/main" id="{71DFAD54-DC2E-13F4-675F-56AF1F9961EA}"/>
                    </a:ext>
                  </a:extLst>
                </p:cNvPr>
                <p:cNvSpPr/>
                <p:nvPr/>
              </p:nvSpPr>
              <p:spPr>
                <a:xfrm>
                  <a:off x="4956089" y="2662784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8" name="Rectangle 10867">
                  <a:extLst>
                    <a:ext uri="{FF2B5EF4-FFF2-40B4-BE49-F238E27FC236}">
                      <a16:creationId xmlns:a16="http://schemas.microsoft.com/office/drawing/2014/main" id="{AA6E9BC0-8E95-218F-2F6D-87E5AC9609A0}"/>
                    </a:ext>
                  </a:extLst>
                </p:cNvPr>
                <p:cNvSpPr/>
                <p:nvPr/>
              </p:nvSpPr>
              <p:spPr>
                <a:xfrm>
                  <a:off x="4956089" y="271472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9" name="Rectangle 10868">
                  <a:extLst>
                    <a:ext uri="{FF2B5EF4-FFF2-40B4-BE49-F238E27FC236}">
                      <a16:creationId xmlns:a16="http://schemas.microsoft.com/office/drawing/2014/main" id="{4A9C7874-1D2C-BDF6-EEF9-F8D9F04F8999}"/>
                    </a:ext>
                  </a:extLst>
                </p:cNvPr>
                <p:cNvSpPr/>
                <p:nvPr/>
              </p:nvSpPr>
              <p:spPr>
                <a:xfrm>
                  <a:off x="4956089" y="2766797"/>
                  <a:ext cx="181224" cy="51942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0" name="Rectangle 10869">
                  <a:extLst>
                    <a:ext uri="{FF2B5EF4-FFF2-40B4-BE49-F238E27FC236}">
                      <a16:creationId xmlns:a16="http://schemas.microsoft.com/office/drawing/2014/main" id="{E2DE45FC-756B-196F-6F94-B24F0E6D7103}"/>
                    </a:ext>
                  </a:extLst>
                </p:cNvPr>
                <p:cNvSpPr/>
                <p:nvPr/>
              </p:nvSpPr>
              <p:spPr>
                <a:xfrm>
                  <a:off x="4956089" y="281874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1" name="Rectangle 10870">
                  <a:extLst>
                    <a:ext uri="{FF2B5EF4-FFF2-40B4-BE49-F238E27FC236}">
                      <a16:creationId xmlns:a16="http://schemas.microsoft.com/office/drawing/2014/main" id="{51E8EB69-84B8-82E4-7530-492C1C12787E}"/>
                    </a:ext>
                  </a:extLst>
                </p:cNvPr>
                <p:cNvSpPr/>
                <p:nvPr/>
              </p:nvSpPr>
              <p:spPr>
                <a:xfrm>
                  <a:off x="4956089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2" name="Rectangle 10871">
                  <a:extLst>
                    <a:ext uri="{FF2B5EF4-FFF2-40B4-BE49-F238E27FC236}">
                      <a16:creationId xmlns:a16="http://schemas.microsoft.com/office/drawing/2014/main" id="{7C8CB777-10E1-2DB1-C535-123474ACF269}"/>
                    </a:ext>
                  </a:extLst>
                </p:cNvPr>
                <p:cNvSpPr/>
                <p:nvPr/>
              </p:nvSpPr>
              <p:spPr>
                <a:xfrm>
                  <a:off x="4956089" y="292262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3" name="Rectangle 10872">
                  <a:extLst>
                    <a:ext uri="{FF2B5EF4-FFF2-40B4-BE49-F238E27FC236}">
                      <a16:creationId xmlns:a16="http://schemas.microsoft.com/office/drawing/2014/main" id="{A00AB932-B229-56C8-F9E8-1D3BA69DAB00}"/>
                    </a:ext>
                  </a:extLst>
                </p:cNvPr>
                <p:cNvSpPr/>
                <p:nvPr/>
              </p:nvSpPr>
              <p:spPr>
                <a:xfrm>
                  <a:off x="4956089" y="2974569"/>
                  <a:ext cx="181224" cy="51943"/>
                </a:xfrm>
                <a:prstGeom prst="rect">
                  <a:avLst/>
                </a:prstGeom>
                <a:solidFill>
                  <a:srgbClr val="F2EDE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4" name="Rectangle 10873">
                  <a:extLst>
                    <a:ext uri="{FF2B5EF4-FFF2-40B4-BE49-F238E27FC236}">
                      <a16:creationId xmlns:a16="http://schemas.microsoft.com/office/drawing/2014/main" id="{705DD9FB-AF24-009F-E43A-0CB2D75DE505}"/>
                    </a:ext>
                  </a:extLst>
                </p:cNvPr>
                <p:cNvSpPr/>
                <p:nvPr/>
              </p:nvSpPr>
              <p:spPr>
                <a:xfrm>
                  <a:off x="4956089" y="302651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5" name="Rectangle 10874">
                  <a:extLst>
                    <a:ext uri="{FF2B5EF4-FFF2-40B4-BE49-F238E27FC236}">
                      <a16:creationId xmlns:a16="http://schemas.microsoft.com/office/drawing/2014/main" id="{50434E34-C8B6-09C8-BCE8-27DCC6DB98C0}"/>
                    </a:ext>
                  </a:extLst>
                </p:cNvPr>
                <p:cNvSpPr/>
                <p:nvPr/>
              </p:nvSpPr>
              <p:spPr>
                <a:xfrm>
                  <a:off x="4956089" y="307858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6" name="Rectangle 10875">
                  <a:extLst>
                    <a:ext uri="{FF2B5EF4-FFF2-40B4-BE49-F238E27FC236}">
                      <a16:creationId xmlns:a16="http://schemas.microsoft.com/office/drawing/2014/main" id="{149D26C9-3329-9DE2-AB44-7A8F8F69E20D}"/>
                    </a:ext>
                  </a:extLst>
                </p:cNvPr>
                <p:cNvSpPr/>
                <p:nvPr/>
              </p:nvSpPr>
              <p:spPr>
                <a:xfrm>
                  <a:off x="4956089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7" name="Rectangle 10876">
                  <a:extLst>
                    <a:ext uri="{FF2B5EF4-FFF2-40B4-BE49-F238E27FC236}">
                      <a16:creationId xmlns:a16="http://schemas.microsoft.com/office/drawing/2014/main" id="{D7FB3C1F-0C07-09EF-0307-1962916EF1F7}"/>
                    </a:ext>
                  </a:extLst>
                </p:cNvPr>
                <p:cNvSpPr/>
                <p:nvPr/>
              </p:nvSpPr>
              <p:spPr>
                <a:xfrm>
                  <a:off x="4956089" y="3182468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8" name="Rectangle 10877">
                  <a:extLst>
                    <a:ext uri="{FF2B5EF4-FFF2-40B4-BE49-F238E27FC236}">
                      <a16:creationId xmlns:a16="http://schemas.microsoft.com/office/drawing/2014/main" id="{EBAB9F92-8E76-B6D7-882F-CB787039CE22}"/>
                    </a:ext>
                  </a:extLst>
                </p:cNvPr>
                <p:cNvSpPr/>
                <p:nvPr/>
              </p:nvSpPr>
              <p:spPr>
                <a:xfrm>
                  <a:off x="4956089" y="323441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79" name="Rectangle 10878">
                  <a:extLst>
                    <a:ext uri="{FF2B5EF4-FFF2-40B4-BE49-F238E27FC236}">
                      <a16:creationId xmlns:a16="http://schemas.microsoft.com/office/drawing/2014/main" id="{F80CEC68-F849-2C45-06F4-A745BAD3F7D9}"/>
                    </a:ext>
                  </a:extLst>
                </p:cNvPr>
                <p:cNvSpPr/>
                <p:nvPr/>
              </p:nvSpPr>
              <p:spPr>
                <a:xfrm>
                  <a:off x="4956089" y="328635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0" name="Rectangle 10879">
                  <a:extLst>
                    <a:ext uri="{FF2B5EF4-FFF2-40B4-BE49-F238E27FC236}">
                      <a16:creationId xmlns:a16="http://schemas.microsoft.com/office/drawing/2014/main" id="{4D7ADC09-8990-0AAA-936F-2615A8803B22}"/>
                    </a:ext>
                  </a:extLst>
                </p:cNvPr>
                <p:cNvSpPr/>
                <p:nvPr/>
              </p:nvSpPr>
              <p:spPr>
                <a:xfrm>
                  <a:off x="4956089" y="333829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1" name="Rectangle 10880">
                  <a:extLst>
                    <a:ext uri="{FF2B5EF4-FFF2-40B4-BE49-F238E27FC236}">
                      <a16:creationId xmlns:a16="http://schemas.microsoft.com/office/drawing/2014/main" id="{F795CA8D-C5D1-8F7F-9888-9D4579078B4A}"/>
                    </a:ext>
                  </a:extLst>
                </p:cNvPr>
                <p:cNvSpPr/>
                <p:nvPr/>
              </p:nvSpPr>
              <p:spPr>
                <a:xfrm>
                  <a:off x="4956089" y="339036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2" name="Rectangle 10881">
                  <a:extLst>
                    <a:ext uri="{FF2B5EF4-FFF2-40B4-BE49-F238E27FC236}">
                      <a16:creationId xmlns:a16="http://schemas.microsoft.com/office/drawing/2014/main" id="{A9D661AD-DCAA-1F1E-E3F2-E48E57F3099B}"/>
                    </a:ext>
                  </a:extLst>
                </p:cNvPr>
                <p:cNvSpPr/>
                <p:nvPr/>
              </p:nvSpPr>
              <p:spPr>
                <a:xfrm>
                  <a:off x="4956089" y="344231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3" name="Rectangle 10882">
                  <a:extLst>
                    <a:ext uri="{FF2B5EF4-FFF2-40B4-BE49-F238E27FC236}">
                      <a16:creationId xmlns:a16="http://schemas.microsoft.com/office/drawing/2014/main" id="{868B8EF0-34DA-ED97-2751-3695942736C4}"/>
                    </a:ext>
                  </a:extLst>
                </p:cNvPr>
                <p:cNvSpPr/>
                <p:nvPr/>
              </p:nvSpPr>
              <p:spPr>
                <a:xfrm>
                  <a:off x="4956089" y="349425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4" name="Rectangle 10883">
                  <a:extLst>
                    <a:ext uri="{FF2B5EF4-FFF2-40B4-BE49-F238E27FC236}">
                      <a16:creationId xmlns:a16="http://schemas.microsoft.com/office/drawing/2014/main" id="{67D974CC-476C-1A23-DA66-344D41C4D11D}"/>
                    </a:ext>
                  </a:extLst>
                </p:cNvPr>
                <p:cNvSpPr/>
                <p:nvPr/>
              </p:nvSpPr>
              <p:spPr>
                <a:xfrm>
                  <a:off x="4956089" y="359813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5" name="Rectangle 10884">
                  <a:extLst>
                    <a:ext uri="{FF2B5EF4-FFF2-40B4-BE49-F238E27FC236}">
                      <a16:creationId xmlns:a16="http://schemas.microsoft.com/office/drawing/2014/main" id="{AC49AE08-753E-C54E-5559-1617C280F368}"/>
                    </a:ext>
                  </a:extLst>
                </p:cNvPr>
                <p:cNvSpPr/>
                <p:nvPr/>
              </p:nvSpPr>
              <p:spPr>
                <a:xfrm>
                  <a:off x="4956089" y="365020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6" name="Rectangle 10885">
                  <a:extLst>
                    <a:ext uri="{FF2B5EF4-FFF2-40B4-BE49-F238E27FC236}">
                      <a16:creationId xmlns:a16="http://schemas.microsoft.com/office/drawing/2014/main" id="{F8142C67-7318-DC2F-7F6C-0F24E300CE84}"/>
                    </a:ext>
                  </a:extLst>
                </p:cNvPr>
                <p:cNvSpPr/>
                <p:nvPr/>
              </p:nvSpPr>
              <p:spPr>
                <a:xfrm>
                  <a:off x="4956089" y="3702152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7" name="Rectangle 10886">
                  <a:extLst>
                    <a:ext uri="{FF2B5EF4-FFF2-40B4-BE49-F238E27FC236}">
                      <a16:creationId xmlns:a16="http://schemas.microsoft.com/office/drawing/2014/main" id="{18CBFE98-CA36-359F-7CEC-D17934E048B6}"/>
                    </a:ext>
                  </a:extLst>
                </p:cNvPr>
                <p:cNvSpPr/>
                <p:nvPr/>
              </p:nvSpPr>
              <p:spPr>
                <a:xfrm>
                  <a:off x="4956089" y="3754095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8" name="Rectangle 10887">
                  <a:extLst>
                    <a:ext uri="{FF2B5EF4-FFF2-40B4-BE49-F238E27FC236}">
                      <a16:creationId xmlns:a16="http://schemas.microsoft.com/office/drawing/2014/main" id="{43432C61-A350-DA9F-359F-5237953FF714}"/>
                    </a:ext>
                  </a:extLst>
                </p:cNvPr>
                <p:cNvSpPr/>
                <p:nvPr/>
              </p:nvSpPr>
              <p:spPr>
                <a:xfrm>
                  <a:off x="4956089" y="380603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89" name="Rectangle 10888">
                  <a:extLst>
                    <a:ext uri="{FF2B5EF4-FFF2-40B4-BE49-F238E27FC236}">
                      <a16:creationId xmlns:a16="http://schemas.microsoft.com/office/drawing/2014/main" id="{5450D0AA-806D-0FC2-4892-B0C6B47CC113}"/>
                    </a:ext>
                  </a:extLst>
                </p:cNvPr>
                <p:cNvSpPr/>
                <p:nvPr/>
              </p:nvSpPr>
              <p:spPr>
                <a:xfrm>
                  <a:off x="4956089" y="385798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0" name="Rectangle 10889">
                  <a:extLst>
                    <a:ext uri="{FF2B5EF4-FFF2-40B4-BE49-F238E27FC236}">
                      <a16:creationId xmlns:a16="http://schemas.microsoft.com/office/drawing/2014/main" id="{E6D288F7-6008-7EBE-EEFD-04F328743F00}"/>
                    </a:ext>
                  </a:extLst>
                </p:cNvPr>
                <p:cNvSpPr/>
                <p:nvPr/>
              </p:nvSpPr>
              <p:spPr>
                <a:xfrm>
                  <a:off x="4956089" y="390992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1" name="Rectangle 10890">
                  <a:extLst>
                    <a:ext uri="{FF2B5EF4-FFF2-40B4-BE49-F238E27FC236}">
                      <a16:creationId xmlns:a16="http://schemas.microsoft.com/office/drawing/2014/main" id="{A5629F22-1896-2A48-6338-D2A063D1AED1}"/>
                    </a:ext>
                  </a:extLst>
                </p:cNvPr>
                <p:cNvSpPr/>
                <p:nvPr/>
              </p:nvSpPr>
              <p:spPr>
                <a:xfrm>
                  <a:off x="4956089" y="3961994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2" name="Rectangle 10891">
                  <a:extLst>
                    <a:ext uri="{FF2B5EF4-FFF2-40B4-BE49-F238E27FC236}">
                      <a16:creationId xmlns:a16="http://schemas.microsoft.com/office/drawing/2014/main" id="{A56E0355-3D01-A77B-96EB-7E5089F4CB3F}"/>
                    </a:ext>
                  </a:extLst>
                </p:cNvPr>
                <p:cNvSpPr/>
                <p:nvPr/>
              </p:nvSpPr>
              <p:spPr>
                <a:xfrm>
                  <a:off x="4956089" y="401393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3" name="Rectangle 10892">
                  <a:extLst>
                    <a:ext uri="{FF2B5EF4-FFF2-40B4-BE49-F238E27FC236}">
                      <a16:creationId xmlns:a16="http://schemas.microsoft.com/office/drawing/2014/main" id="{3E8B5872-2B4B-5E06-C3DF-F8F36C9BE995}"/>
                    </a:ext>
                  </a:extLst>
                </p:cNvPr>
                <p:cNvSpPr/>
                <p:nvPr/>
              </p:nvSpPr>
              <p:spPr>
                <a:xfrm>
                  <a:off x="4956089" y="406588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4" name="Rectangle 10893">
                  <a:extLst>
                    <a:ext uri="{FF2B5EF4-FFF2-40B4-BE49-F238E27FC236}">
                      <a16:creationId xmlns:a16="http://schemas.microsoft.com/office/drawing/2014/main" id="{6A4A7208-D937-A10B-DA26-B7073A0C7C48}"/>
                    </a:ext>
                  </a:extLst>
                </p:cNvPr>
                <p:cNvSpPr/>
                <p:nvPr/>
              </p:nvSpPr>
              <p:spPr>
                <a:xfrm>
                  <a:off x="4956089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5" name="Rectangle 10894">
                  <a:extLst>
                    <a:ext uri="{FF2B5EF4-FFF2-40B4-BE49-F238E27FC236}">
                      <a16:creationId xmlns:a16="http://schemas.microsoft.com/office/drawing/2014/main" id="{47A7C396-9685-C34F-6DF5-44349F8CFF26}"/>
                    </a:ext>
                  </a:extLst>
                </p:cNvPr>
                <p:cNvSpPr/>
                <p:nvPr/>
              </p:nvSpPr>
              <p:spPr>
                <a:xfrm>
                  <a:off x="4956089" y="416976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6" name="Rectangle 10895">
                  <a:extLst>
                    <a:ext uri="{FF2B5EF4-FFF2-40B4-BE49-F238E27FC236}">
                      <a16:creationId xmlns:a16="http://schemas.microsoft.com/office/drawing/2014/main" id="{A2C2D629-E6DD-3AD6-75F7-7D14B64CDDAA}"/>
                    </a:ext>
                  </a:extLst>
                </p:cNvPr>
                <p:cNvSpPr/>
                <p:nvPr/>
              </p:nvSpPr>
              <p:spPr>
                <a:xfrm>
                  <a:off x="4956089" y="4221836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7" name="Rectangle 10896">
                  <a:extLst>
                    <a:ext uri="{FF2B5EF4-FFF2-40B4-BE49-F238E27FC236}">
                      <a16:creationId xmlns:a16="http://schemas.microsoft.com/office/drawing/2014/main" id="{3C70DBD8-8B71-FE18-5CDA-7E64239B2FF1}"/>
                    </a:ext>
                  </a:extLst>
                </p:cNvPr>
                <p:cNvSpPr/>
                <p:nvPr/>
              </p:nvSpPr>
              <p:spPr>
                <a:xfrm>
                  <a:off x="4956089" y="4273779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8" name="Rectangle 10897">
                  <a:extLst>
                    <a:ext uri="{FF2B5EF4-FFF2-40B4-BE49-F238E27FC236}">
                      <a16:creationId xmlns:a16="http://schemas.microsoft.com/office/drawing/2014/main" id="{A2750714-830F-1126-97CE-9C831C6D6C3C}"/>
                    </a:ext>
                  </a:extLst>
                </p:cNvPr>
                <p:cNvSpPr/>
                <p:nvPr/>
              </p:nvSpPr>
              <p:spPr>
                <a:xfrm>
                  <a:off x="4956089" y="432572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99" name="Rectangle 10898">
                  <a:extLst>
                    <a:ext uri="{FF2B5EF4-FFF2-40B4-BE49-F238E27FC236}">
                      <a16:creationId xmlns:a16="http://schemas.microsoft.com/office/drawing/2014/main" id="{468811A3-3D8F-7C11-AD07-C215A09A06C8}"/>
                    </a:ext>
                  </a:extLst>
                </p:cNvPr>
                <p:cNvSpPr/>
                <p:nvPr/>
              </p:nvSpPr>
              <p:spPr>
                <a:xfrm>
                  <a:off x="4956089" y="437766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0" name="Rectangle 10899">
                  <a:extLst>
                    <a:ext uri="{FF2B5EF4-FFF2-40B4-BE49-F238E27FC236}">
                      <a16:creationId xmlns:a16="http://schemas.microsoft.com/office/drawing/2014/main" id="{8AAB13BB-3A63-500F-3A1D-982D0D152E7E}"/>
                    </a:ext>
                  </a:extLst>
                </p:cNvPr>
                <p:cNvSpPr/>
                <p:nvPr/>
              </p:nvSpPr>
              <p:spPr>
                <a:xfrm>
                  <a:off x="4956089" y="442960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1" name="Rectangle 10900">
                  <a:extLst>
                    <a:ext uri="{FF2B5EF4-FFF2-40B4-BE49-F238E27FC236}">
                      <a16:creationId xmlns:a16="http://schemas.microsoft.com/office/drawing/2014/main" id="{7A26469D-F8F7-A0E0-9038-B2F8A2EEDBC2}"/>
                    </a:ext>
                  </a:extLst>
                </p:cNvPr>
                <p:cNvSpPr/>
                <p:nvPr/>
              </p:nvSpPr>
              <p:spPr>
                <a:xfrm>
                  <a:off x="4956089" y="4481551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2" name="Rectangle 10901">
                  <a:extLst>
                    <a:ext uri="{FF2B5EF4-FFF2-40B4-BE49-F238E27FC236}">
                      <a16:creationId xmlns:a16="http://schemas.microsoft.com/office/drawing/2014/main" id="{5F5D1FBF-2A70-BF98-939C-663D3BB19BE3}"/>
                    </a:ext>
                  </a:extLst>
                </p:cNvPr>
                <p:cNvSpPr/>
                <p:nvPr/>
              </p:nvSpPr>
              <p:spPr>
                <a:xfrm>
                  <a:off x="4956089" y="4533621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3" name="Rectangle 10902">
                  <a:extLst>
                    <a:ext uri="{FF2B5EF4-FFF2-40B4-BE49-F238E27FC236}">
                      <a16:creationId xmlns:a16="http://schemas.microsoft.com/office/drawing/2014/main" id="{ECDE6B27-B601-516D-90CB-5A76D5154C3E}"/>
                    </a:ext>
                  </a:extLst>
                </p:cNvPr>
                <p:cNvSpPr/>
                <p:nvPr/>
              </p:nvSpPr>
              <p:spPr>
                <a:xfrm>
                  <a:off x="4956089" y="4585564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4" name="Rectangle 10903">
                  <a:extLst>
                    <a:ext uri="{FF2B5EF4-FFF2-40B4-BE49-F238E27FC236}">
                      <a16:creationId xmlns:a16="http://schemas.microsoft.com/office/drawing/2014/main" id="{35768415-16AE-AECB-1230-589BFF3EC928}"/>
                    </a:ext>
                  </a:extLst>
                </p:cNvPr>
                <p:cNvSpPr/>
                <p:nvPr/>
              </p:nvSpPr>
              <p:spPr>
                <a:xfrm>
                  <a:off x="4956089" y="4637507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5" name="Rectangle 10904">
                  <a:extLst>
                    <a:ext uri="{FF2B5EF4-FFF2-40B4-BE49-F238E27FC236}">
                      <a16:creationId xmlns:a16="http://schemas.microsoft.com/office/drawing/2014/main" id="{D80D1BA6-919E-AF05-1FDE-A2A3155110FA}"/>
                    </a:ext>
                  </a:extLst>
                </p:cNvPr>
                <p:cNvSpPr/>
                <p:nvPr/>
              </p:nvSpPr>
              <p:spPr>
                <a:xfrm>
                  <a:off x="4956089" y="4689450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6" name="Rectangle 10905">
                  <a:extLst>
                    <a:ext uri="{FF2B5EF4-FFF2-40B4-BE49-F238E27FC236}">
                      <a16:creationId xmlns:a16="http://schemas.microsoft.com/office/drawing/2014/main" id="{B91B34CE-4EB7-10AA-A93E-71DA8BB8D7B1}"/>
                    </a:ext>
                  </a:extLst>
                </p:cNvPr>
                <p:cNvSpPr/>
                <p:nvPr/>
              </p:nvSpPr>
              <p:spPr>
                <a:xfrm>
                  <a:off x="4956089" y="4741393"/>
                  <a:ext cx="181224" cy="51943"/>
                </a:xfrm>
                <a:prstGeom prst="rect">
                  <a:avLst/>
                </a:prstGeom>
                <a:solidFill>
                  <a:srgbClr val="F2EFE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7" name="Rectangle 10906">
                  <a:extLst>
                    <a:ext uri="{FF2B5EF4-FFF2-40B4-BE49-F238E27FC236}">
                      <a16:creationId xmlns:a16="http://schemas.microsoft.com/office/drawing/2014/main" id="{88661008-C27A-EFB2-99FD-D20F71294712}"/>
                    </a:ext>
                  </a:extLst>
                </p:cNvPr>
                <p:cNvSpPr/>
                <p:nvPr/>
              </p:nvSpPr>
              <p:spPr>
                <a:xfrm>
                  <a:off x="4956089" y="479346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8" name="Rectangle 10907">
                  <a:extLst>
                    <a:ext uri="{FF2B5EF4-FFF2-40B4-BE49-F238E27FC236}">
                      <a16:creationId xmlns:a16="http://schemas.microsoft.com/office/drawing/2014/main" id="{56FE4CF9-AB11-5DB9-07E4-DC6ADCF02A24}"/>
                    </a:ext>
                  </a:extLst>
                </p:cNvPr>
                <p:cNvSpPr/>
                <p:nvPr/>
              </p:nvSpPr>
              <p:spPr>
                <a:xfrm>
                  <a:off x="4956089" y="4845406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09" name="Rectangle 10908">
                  <a:extLst>
                    <a:ext uri="{FF2B5EF4-FFF2-40B4-BE49-F238E27FC236}">
                      <a16:creationId xmlns:a16="http://schemas.microsoft.com/office/drawing/2014/main" id="{9625EDE7-D23F-E2D1-1CF8-854B5EF1F31D}"/>
                    </a:ext>
                  </a:extLst>
                </p:cNvPr>
                <p:cNvSpPr/>
                <p:nvPr/>
              </p:nvSpPr>
              <p:spPr>
                <a:xfrm>
                  <a:off x="4956089" y="4897349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0" name="Rectangle 10909">
                  <a:extLst>
                    <a:ext uri="{FF2B5EF4-FFF2-40B4-BE49-F238E27FC236}">
                      <a16:creationId xmlns:a16="http://schemas.microsoft.com/office/drawing/2014/main" id="{C2DCFE57-E00A-7BC7-1627-F94CD1615387}"/>
                    </a:ext>
                  </a:extLst>
                </p:cNvPr>
                <p:cNvSpPr/>
                <p:nvPr/>
              </p:nvSpPr>
              <p:spPr>
                <a:xfrm>
                  <a:off x="4956089" y="4949292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1" name="Rectangle 10910">
                  <a:extLst>
                    <a:ext uri="{FF2B5EF4-FFF2-40B4-BE49-F238E27FC236}">
                      <a16:creationId xmlns:a16="http://schemas.microsoft.com/office/drawing/2014/main" id="{57E48561-D72E-B112-1BE2-6EFEDE0F7DA0}"/>
                    </a:ext>
                  </a:extLst>
                </p:cNvPr>
                <p:cNvSpPr/>
                <p:nvPr/>
              </p:nvSpPr>
              <p:spPr>
                <a:xfrm>
                  <a:off x="4956089" y="5001235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2" name="Rectangle 10911">
                  <a:extLst>
                    <a:ext uri="{FF2B5EF4-FFF2-40B4-BE49-F238E27FC236}">
                      <a16:creationId xmlns:a16="http://schemas.microsoft.com/office/drawing/2014/main" id="{BDC48C23-5B0D-9314-0CF5-EF472DDD121D}"/>
                    </a:ext>
                  </a:extLst>
                </p:cNvPr>
                <p:cNvSpPr/>
                <p:nvPr/>
              </p:nvSpPr>
              <p:spPr>
                <a:xfrm>
                  <a:off x="4956089" y="505317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3" name="Rectangle 10912">
                  <a:extLst>
                    <a:ext uri="{FF2B5EF4-FFF2-40B4-BE49-F238E27FC236}">
                      <a16:creationId xmlns:a16="http://schemas.microsoft.com/office/drawing/2014/main" id="{C5834809-A507-1FB5-A5A7-2F5930793F59}"/>
                    </a:ext>
                  </a:extLst>
                </p:cNvPr>
                <p:cNvSpPr/>
                <p:nvPr/>
              </p:nvSpPr>
              <p:spPr>
                <a:xfrm>
                  <a:off x="4956089" y="5105248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4" name="Rectangle 10913">
                  <a:extLst>
                    <a:ext uri="{FF2B5EF4-FFF2-40B4-BE49-F238E27FC236}">
                      <a16:creationId xmlns:a16="http://schemas.microsoft.com/office/drawing/2014/main" id="{505AF1C5-FD16-9CC4-C161-A68F01672925}"/>
                    </a:ext>
                  </a:extLst>
                </p:cNvPr>
                <p:cNvSpPr/>
                <p:nvPr/>
              </p:nvSpPr>
              <p:spPr>
                <a:xfrm>
                  <a:off x="4956089" y="5157191"/>
                  <a:ext cx="181224" cy="51943"/>
                </a:xfrm>
                <a:prstGeom prst="rect">
                  <a:avLst/>
                </a:prstGeom>
                <a:solidFill>
                  <a:srgbClr val="F3E8D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5" name="Rectangle 10914">
                  <a:extLst>
                    <a:ext uri="{FF2B5EF4-FFF2-40B4-BE49-F238E27FC236}">
                      <a16:creationId xmlns:a16="http://schemas.microsoft.com/office/drawing/2014/main" id="{6F6571E1-3A74-DCC5-FB9D-326A58EE52EF}"/>
                    </a:ext>
                  </a:extLst>
                </p:cNvPr>
                <p:cNvSpPr/>
                <p:nvPr/>
              </p:nvSpPr>
              <p:spPr>
                <a:xfrm>
                  <a:off x="4956089" y="5209134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6" name="Rectangle 10915">
                  <a:extLst>
                    <a:ext uri="{FF2B5EF4-FFF2-40B4-BE49-F238E27FC236}">
                      <a16:creationId xmlns:a16="http://schemas.microsoft.com/office/drawing/2014/main" id="{02A058D7-D4E7-BA2C-B046-C49172639D08}"/>
                    </a:ext>
                  </a:extLst>
                </p:cNvPr>
                <p:cNvSpPr/>
                <p:nvPr/>
              </p:nvSpPr>
              <p:spPr>
                <a:xfrm>
                  <a:off x="4956089" y="5261077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7" name="Rectangle 10916">
                  <a:extLst>
                    <a:ext uri="{FF2B5EF4-FFF2-40B4-BE49-F238E27FC236}">
                      <a16:creationId xmlns:a16="http://schemas.microsoft.com/office/drawing/2014/main" id="{A6765148-CC4B-45C5-B373-A666D4A2A869}"/>
                    </a:ext>
                  </a:extLst>
                </p:cNvPr>
                <p:cNvSpPr/>
                <p:nvPr/>
              </p:nvSpPr>
              <p:spPr>
                <a:xfrm>
                  <a:off x="4956089" y="5313020"/>
                  <a:ext cx="181224" cy="51942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8" name="Rectangle 10917">
                  <a:extLst>
                    <a:ext uri="{FF2B5EF4-FFF2-40B4-BE49-F238E27FC236}">
                      <a16:creationId xmlns:a16="http://schemas.microsoft.com/office/drawing/2014/main" id="{3E1D448B-0D89-E8C9-2C9B-0494C693B87A}"/>
                    </a:ext>
                  </a:extLst>
                </p:cNvPr>
                <p:cNvSpPr/>
                <p:nvPr/>
              </p:nvSpPr>
              <p:spPr>
                <a:xfrm>
                  <a:off x="5137314" y="2091157"/>
                  <a:ext cx="181224" cy="51943"/>
                </a:xfrm>
                <a:prstGeom prst="rect">
                  <a:avLst/>
                </a:prstGeom>
                <a:solidFill>
                  <a:srgbClr val="F6D69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19" name="Rectangle 10918">
                  <a:extLst>
                    <a:ext uri="{FF2B5EF4-FFF2-40B4-BE49-F238E27FC236}">
                      <a16:creationId xmlns:a16="http://schemas.microsoft.com/office/drawing/2014/main" id="{851DBA4E-359A-E491-9527-8103621644AF}"/>
                    </a:ext>
                  </a:extLst>
                </p:cNvPr>
                <p:cNvSpPr/>
                <p:nvPr/>
              </p:nvSpPr>
              <p:spPr>
                <a:xfrm>
                  <a:off x="5137314" y="2143100"/>
                  <a:ext cx="181224" cy="51943"/>
                </a:xfrm>
                <a:prstGeom prst="rect">
                  <a:avLst/>
                </a:prstGeom>
                <a:solidFill>
                  <a:srgbClr val="FEA90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0" name="Rectangle 10919">
                  <a:extLst>
                    <a:ext uri="{FF2B5EF4-FFF2-40B4-BE49-F238E27FC236}">
                      <a16:creationId xmlns:a16="http://schemas.microsoft.com/office/drawing/2014/main" id="{058D8071-0029-8C3F-C002-F50896C21BCD}"/>
                    </a:ext>
                  </a:extLst>
                </p:cNvPr>
                <p:cNvSpPr/>
                <p:nvPr/>
              </p:nvSpPr>
              <p:spPr>
                <a:xfrm>
                  <a:off x="5137314" y="2195170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1" name="Rectangle 10920">
                  <a:extLst>
                    <a:ext uri="{FF2B5EF4-FFF2-40B4-BE49-F238E27FC236}">
                      <a16:creationId xmlns:a16="http://schemas.microsoft.com/office/drawing/2014/main" id="{469C81C7-93DB-1EC6-1C2F-DA0A19957CC7}"/>
                    </a:ext>
                  </a:extLst>
                </p:cNvPr>
                <p:cNvSpPr/>
                <p:nvPr/>
              </p:nvSpPr>
              <p:spPr>
                <a:xfrm>
                  <a:off x="5137314" y="2247113"/>
                  <a:ext cx="181224" cy="51943"/>
                </a:xfrm>
                <a:prstGeom prst="rect">
                  <a:avLst/>
                </a:prstGeom>
                <a:solidFill>
                  <a:srgbClr val="F7CF8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2" name="Rectangle 10921">
                  <a:extLst>
                    <a:ext uri="{FF2B5EF4-FFF2-40B4-BE49-F238E27FC236}">
                      <a16:creationId xmlns:a16="http://schemas.microsoft.com/office/drawing/2014/main" id="{02BC2580-2DEC-DD52-4081-BC9E2B0BFF62}"/>
                    </a:ext>
                  </a:extLst>
                </p:cNvPr>
                <p:cNvSpPr/>
                <p:nvPr/>
              </p:nvSpPr>
              <p:spPr>
                <a:xfrm>
                  <a:off x="5137314" y="2299056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3" name="Rectangle 10922">
                  <a:extLst>
                    <a:ext uri="{FF2B5EF4-FFF2-40B4-BE49-F238E27FC236}">
                      <a16:creationId xmlns:a16="http://schemas.microsoft.com/office/drawing/2014/main" id="{74498F1B-73E1-029F-E4C5-9102C7800603}"/>
                    </a:ext>
                  </a:extLst>
                </p:cNvPr>
                <p:cNvSpPr/>
                <p:nvPr/>
              </p:nvSpPr>
              <p:spPr>
                <a:xfrm>
                  <a:off x="5137314" y="2350999"/>
                  <a:ext cx="181224" cy="51943"/>
                </a:xfrm>
                <a:prstGeom prst="rect">
                  <a:avLst/>
                </a:prstGeom>
                <a:solidFill>
                  <a:srgbClr val="FFA4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4" name="Rectangle 10923">
                  <a:extLst>
                    <a:ext uri="{FF2B5EF4-FFF2-40B4-BE49-F238E27FC236}">
                      <a16:creationId xmlns:a16="http://schemas.microsoft.com/office/drawing/2014/main" id="{79E7795A-FE15-2875-3370-6444288053EA}"/>
                    </a:ext>
                  </a:extLst>
                </p:cNvPr>
                <p:cNvSpPr/>
                <p:nvPr/>
              </p:nvSpPr>
              <p:spPr>
                <a:xfrm>
                  <a:off x="5137314" y="2402942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5" name="Rectangle 10924">
                  <a:extLst>
                    <a:ext uri="{FF2B5EF4-FFF2-40B4-BE49-F238E27FC236}">
                      <a16:creationId xmlns:a16="http://schemas.microsoft.com/office/drawing/2014/main" id="{8B62FCB2-721A-953A-8C78-30ED6A0E45AF}"/>
                    </a:ext>
                  </a:extLst>
                </p:cNvPr>
                <p:cNvSpPr/>
                <p:nvPr/>
              </p:nvSpPr>
              <p:spPr>
                <a:xfrm>
                  <a:off x="5137314" y="2454885"/>
                  <a:ext cx="181224" cy="51942"/>
                </a:xfrm>
                <a:prstGeom prst="rect">
                  <a:avLst/>
                </a:prstGeom>
                <a:solidFill>
                  <a:srgbClr val="F9C35F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6" name="Rectangle 10925">
                  <a:extLst>
                    <a:ext uri="{FF2B5EF4-FFF2-40B4-BE49-F238E27FC236}">
                      <a16:creationId xmlns:a16="http://schemas.microsoft.com/office/drawing/2014/main" id="{0C7AED43-BCD2-8444-0796-852B9147509A}"/>
                    </a:ext>
                  </a:extLst>
                </p:cNvPr>
                <p:cNvSpPr/>
                <p:nvPr/>
              </p:nvSpPr>
              <p:spPr>
                <a:xfrm>
                  <a:off x="5137314" y="2506955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7" name="Rectangle 10926">
                  <a:extLst>
                    <a:ext uri="{FF2B5EF4-FFF2-40B4-BE49-F238E27FC236}">
                      <a16:creationId xmlns:a16="http://schemas.microsoft.com/office/drawing/2014/main" id="{6562DF92-849C-2B99-F1CE-0AAC6A37F9AF}"/>
                    </a:ext>
                  </a:extLst>
                </p:cNvPr>
                <p:cNvSpPr/>
                <p:nvPr/>
              </p:nvSpPr>
              <p:spPr>
                <a:xfrm>
                  <a:off x="5137314" y="2558898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8" name="Rectangle 10927">
                  <a:extLst>
                    <a:ext uri="{FF2B5EF4-FFF2-40B4-BE49-F238E27FC236}">
                      <a16:creationId xmlns:a16="http://schemas.microsoft.com/office/drawing/2014/main" id="{FFEA8DE5-00D8-70AD-803A-6B71BB844367}"/>
                    </a:ext>
                  </a:extLst>
                </p:cNvPr>
                <p:cNvSpPr/>
                <p:nvPr/>
              </p:nvSpPr>
              <p:spPr>
                <a:xfrm>
                  <a:off x="5137314" y="2610841"/>
                  <a:ext cx="181224" cy="51942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29" name="Rectangle 10928">
                  <a:extLst>
                    <a:ext uri="{FF2B5EF4-FFF2-40B4-BE49-F238E27FC236}">
                      <a16:creationId xmlns:a16="http://schemas.microsoft.com/office/drawing/2014/main" id="{340F5B87-CE56-BB70-6F87-B2DBE2F001CF}"/>
                    </a:ext>
                  </a:extLst>
                </p:cNvPr>
                <p:cNvSpPr/>
                <p:nvPr/>
              </p:nvSpPr>
              <p:spPr>
                <a:xfrm>
                  <a:off x="5137314" y="2662784"/>
                  <a:ext cx="181224" cy="51942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0" name="Rectangle 10929">
                  <a:extLst>
                    <a:ext uri="{FF2B5EF4-FFF2-40B4-BE49-F238E27FC236}">
                      <a16:creationId xmlns:a16="http://schemas.microsoft.com/office/drawing/2014/main" id="{58EB00A1-690B-B0C6-4175-E20B82C6F861}"/>
                    </a:ext>
                  </a:extLst>
                </p:cNvPr>
                <p:cNvSpPr/>
                <p:nvPr/>
              </p:nvSpPr>
              <p:spPr>
                <a:xfrm>
                  <a:off x="5137314" y="2714727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1" name="Rectangle 10930">
                  <a:extLst>
                    <a:ext uri="{FF2B5EF4-FFF2-40B4-BE49-F238E27FC236}">
                      <a16:creationId xmlns:a16="http://schemas.microsoft.com/office/drawing/2014/main" id="{B3083C53-814D-924F-96BE-A5A6568F39F5}"/>
                    </a:ext>
                  </a:extLst>
                </p:cNvPr>
                <p:cNvSpPr/>
                <p:nvPr/>
              </p:nvSpPr>
              <p:spPr>
                <a:xfrm>
                  <a:off x="5137314" y="2766797"/>
                  <a:ext cx="181224" cy="51942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2" name="Rectangle 10931">
                  <a:extLst>
                    <a:ext uri="{FF2B5EF4-FFF2-40B4-BE49-F238E27FC236}">
                      <a16:creationId xmlns:a16="http://schemas.microsoft.com/office/drawing/2014/main" id="{06F4BEE8-13AA-481C-D69E-41735D69BE21}"/>
                    </a:ext>
                  </a:extLst>
                </p:cNvPr>
                <p:cNvSpPr/>
                <p:nvPr/>
              </p:nvSpPr>
              <p:spPr>
                <a:xfrm>
                  <a:off x="5137314" y="2818740"/>
                  <a:ext cx="181224" cy="51943"/>
                </a:xfrm>
                <a:prstGeom prst="rect">
                  <a:avLst/>
                </a:prstGeom>
                <a:solidFill>
                  <a:srgbClr val="F6D8A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3" name="Rectangle 10932">
                  <a:extLst>
                    <a:ext uri="{FF2B5EF4-FFF2-40B4-BE49-F238E27FC236}">
                      <a16:creationId xmlns:a16="http://schemas.microsoft.com/office/drawing/2014/main" id="{854E995D-CD1E-443E-F9B1-6CD3E29CDFF3}"/>
                    </a:ext>
                  </a:extLst>
                </p:cNvPr>
                <p:cNvSpPr/>
                <p:nvPr/>
              </p:nvSpPr>
              <p:spPr>
                <a:xfrm>
                  <a:off x="5137314" y="287068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4" name="Rectangle 10933">
                  <a:extLst>
                    <a:ext uri="{FF2B5EF4-FFF2-40B4-BE49-F238E27FC236}">
                      <a16:creationId xmlns:a16="http://schemas.microsoft.com/office/drawing/2014/main" id="{29ECA467-2D3E-A2FD-EB1F-074FB75F3328}"/>
                    </a:ext>
                  </a:extLst>
                </p:cNvPr>
                <p:cNvSpPr/>
                <p:nvPr/>
              </p:nvSpPr>
              <p:spPr>
                <a:xfrm>
                  <a:off x="5137314" y="2922626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5" name="Rectangle 10934">
                  <a:extLst>
                    <a:ext uri="{FF2B5EF4-FFF2-40B4-BE49-F238E27FC236}">
                      <a16:creationId xmlns:a16="http://schemas.microsoft.com/office/drawing/2014/main" id="{F568296E-5610-99A0-A9C9-FFF50D02ED9D}"/>
                    </a:ext>
                  </a:extLst>
                </p:cNvPr>
                <p:cNvSpPr/>
                <p:nvPr/>
              </p:nvSpPr>
              <p:spPr>
                <a:xfrm>
                  <a:off x="5137314" y="2974569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6" name="Rectangle 10935">
                  <a:extLst>
                    <a:ext uri="{FF2B5EF4-FFF2-40B4-BE49-F238E27FC236}">
                      <a16:creationId xmlns:a16="http://schemas.microsoft.com/office/drawing/2014/main" id="{FD152219-CB44-1771-90F7-35A402AD3D98}"/>
                    </a:ext>
                  </a:extLst>
                </p:cNvPr>
                <p:cNvSpPr/>
                <p:nvPr/>
              </p:nvSpPr>
              <p:spPr>
                <a:xfrm>
                  <a:off x="5137314" y="3026512"/>
                  <a:ext cx="181224" cy="51943"/>
                </a:xfrm>
                <a:prstGeom prst="rect">
                  <a:avLst/>
                </a:prstGeom>
                <a:solidFill>
                  <a:srgbClr val="FDB024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7" name="Rectangle 10936">
                  <a:extLst>
                    <a:ext uri="{FF2B5EF4-FFF2-40B4-BE49-F238E27FC236}">
                      <a16:creationId xmlns:a16="http://schemas.microsoft.com/office/drawing/2014/main" id="{474436D4-48D3-D15A-7585-A1CB3E9BE228}"/>
                    </a:ext>
                  </a:extLst>
                </p:cNvPr>
                <p:cNvSpPr/>
                <p:nvPr/>
              </p:nvSpPr>
              <p:spPr>
                <a:xfrm>
                  <a:off x="5137314" y="3130525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8" name="Rectangle 10937">
                  <a:extLst>
                    <a:ext uri="{FF2B5EF4-FFF2-40B4-BE49-F238E27FC236}">
                      <a16:creationId xmlns:a16="http://schemas.microsoft.com/office/drawing/2014/main" id="{173DB5E1-AAF2-3B2A-A5A2-EDD89EE4ABDB}"/>
                    </a:ext>
                  </a:extLst>
                </p:cNvPr>
                <p:cNvSpPr/>
                <p:nvPr/>
              </p:nvSpPr>
              <p:spPr>
                <a:xfrm>
                  <a:off x="5137314" y="3182468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39" name="Rectangle 10938">
                  <a:extLst>
                    <a:ext uri="{FF2B5EF4-FFF2-40B4-BE49-F238E27FC236}">
                      <a16:creationId xmlns:a16="http://schemas.microsoft.com/office/drawing/2014/main" id="{B8E4EE68-0218-DB57-9F45-AC759BC67E93}"/>
                    </a:ext>
                  </a:extLst>
                </p:cNvPr>
                <p:cNvSpPr/>
                <p:nvPr/>
              </p:nvSpPr>
              <p:spPr>
                <a:xfrm>
                  <a:off x="5137314" y="3234411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0" name="Rectangle 10939">
                  <a:extLst>
                    <a:ext uri="{FF2B5EF4-FFF2-40B4-BE49-F238E27FC236}">
                      <a16:creationId xmlns:a16="http://schemas.microsoft.com/office/drawing/2014/main" id="{1FF3EA1C-DC46-66C6-5265-83C33609F34B}"/>
                    </a:ext>
                  </a:extLst>
                </p:cNvPr>
                <p:cNvSpPr/>
                <p:nvPr/>
              </p:nvSpPr>
              <p:spPr>
                <a:xfrm>
                  <a:off x="5137314" y="3338297"/>
                  <a:ext cx="181224" cy="51943"/>
                </a:xfrm>
                <a:prstGeom prst="rect">
                  <a:avLst/>
                </a:prstGeom>
                <a:solidFill>
                  <a:srgbClr val="F5DFB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1" name="Rectangle 10940">
                  <a:extLst>
                    <a:ext uri="{FF2B5EF4-FFF2-40B4-BE49-F238E27FC236}">
                      <a16:creationId xmlns:a16="http://schemas.microsoft.com/office/drawing/2014/main" id="{783097B2-8688-EB3F-98AD-6A43C51DBC88}"/>
                    </a:ext>
                  </a:extLst>
                </p:cNvPr>
                <p:cNvSpPr/>
                <p:nvPr/>
              </p:nvSpPr>
              <p:spPr>
                <a:xfrm>
                  <a:off x="5137314" y="3390367"/>
                  <a:ext cx="181224" cy="51943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2" name="Rectangle 10941">
                  <a:extLst>
                    <a:ext uri="{FF2B5EF4-FFF2-40B4-BE49-F238E27FC236}">
                      <a16:creationId xmlns:a16="http://schemas.microsoft.com/office/drawing/2014/main" id="{56319463-0772-0086-B52E-B42DF1A672DC}"/>
                    </a:ext>
                  </a:extLst>
                </p:cNvPr>
                <p:cNvSpPr/>
                <p:nvPr/>
              </p:nvSpPr>
              <p:spPr>
                <a:xfrm>
                  <a:off x="5137314" y="3442310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3" name="Rectangle 10942">
                  <a:extLst>
                    <a:ext uri="{FF2B5EF4-FFF2-40B4-BE49-F238E27FC236}">
                      <a16:creationId xmlns:a16="http://schemas.microsoft.com/office/drawing/2014/main" id="{2FCDC95C-F393-FD1E-C048-323BB4B3167D}"/>
                    </a:ext>
                  </a:extLst>
                </p:cNvPr>
                <p:cNvSpPr/>
                <p:nvPr/>
              </p:nvSpPr>
              <p:spPr>
                <a:xfrm>
                  <a:off x="5137314" y="3494253"/>
                  <a:ext cx="181224" cy="51943"/>
                </a:xfrm>
                <a:prstGeom prst="rect">
                  <a:avLst/>
                </a:prstGeom>
                <a:solidFill>
                  <a:srgbClr val="FBBA41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4" name="Rectangle 10943">
                  <a:extLst>
                    <a:ext uri="{FF2B5EF4-FFF2-40B4-BE49-F238E27FC236}">
                      <a16:creationId xmlns:a16="http://schemas.microsoft.com/office/drawing/2014/main" id="{304D6441-BD96-687E-5ABB-4118A7D654A9}"/>
                    </a:ext>
                  </a:extLst>
                </p:cNvPr>
                <p:cNvSpPr/>
                <p:nvPr/>
              </p:nvSpPr>
              <p:spPr>
                <a:xfrm>
                  <a:off x="5137314" y="3546196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5" name="Rectangle 10944">
                  <a:extLst>
                    <a:ext uri="{FF2B5EF4-FFF2-40B4-BE49-F238E27FC236}">
                      <a16:creationId xmlns:a16="http://schemas.microsoft.com/office/drawing/2014/main" id="{A07B1BA9-9FB1-162C-3219-FF2EB4F28262}"/>
                    </a:ext>
                  </a:extLst>
                </p:cNvPr>
                <p:cNvSpPr/>
                <p:nvPr/>
              </p:nvSpPr>
              <p:spPr>
                <a:xfrm>
                  <a:off x="5137314" y="3650209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6" name="Rectangle 10945">
                  <a:extLst>
                    <a:ext uri="{FF2B5EF4-FFF2-40B4-BE49-F238E27FC236}">
                      <a16:creationId xmlns:a16="http://schemas.microsoft.com/office/drawing/2014/main" id="{68EDCAE6-D833-92C5-7FD0-C61A04E4A109}"/>
                    </a:ext>
                  </a:extLst>
                </p:cNvPr>
                <p:cNvSpPr/>
                <p:nvPr/>
              </p:nvSpPr>
              <p:spPr>
                <a:xfrm>
                  <a:off x="5137314" y="3702152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7" name="Rectangle 10946">
                  <a:extLst>
                    <a:ext uri="{FF2B5EF4-FFF2-40B4-BE49-F238E27FC236}">
                      <a16:creationId xmlns:a16="http://schemas.microsoft.com/office/drawing/2014/main" id="{52DEC038-C6FF-309A-2833-C5CB7F63BE62}"/>
                    </a:ext>
                  </a:extLst>
                </p:cNvPr>
                <p:cNvSpPr/>
                <p:nvPr/>
              </p:nvSpPr>
              <p:spPr>
                <a:xfrm>
                  <a:off x="5137314" y="3754095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8" name="Rectangle 10947">
                  <a:extLst>
                    <a:ext uri="{FF2B5EF4-FFF2-40B4-BE49-F238E27FC236}">
                      <a16:creationId xmlns:a16="http://schemas.microsoft.com/office/drawing/2014/main" id="{554ED234-4DF3-8A5B-8E3A-E5827E438EA4}"/>
                    </a:ext>
                  </a:extLst>
                </p:cNvPr>
                <p:cNvSpPr/>
                <p:nvPr/>
              </p:nvSpPr>
              <p:spPr>
                <a:xfrm>
                  <a:off x="5137314" y="3806038"/>
                  <a:ext cx="181224" cy="51943"/>
                </a:xfrm>
                <a:prstGeom prst="rect">
                  <a:avLst/>
                </a:prstGeom>
                <a:solidFill>
                  <a:srgbClr val="FFA4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49" name="Rectangle 10948">
                  <a:extLst>
                    <a:ext uri="{FF2B5EF4-FFF2-40B4-BE49-F238E27FC236}">
                      <a16:creationId xmlns:a16="http://schemas.microsoft.com/office/drawing/2014/main" id="{7E234E13-9AEC-40F2-AC52-376E50A97085}"/>
                    </a:ext>
                  </a:extLst>
                </p:cNvPr>
                <p:cNvSpPr/>
                <p:nvPr/>
              </p:nvSpPr>
              <p:spPr>
                <a:xfrm>
                  <a:off x="5137314" y="3857981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0" name="Rectangle 10949">
                  <a:extLst>
                    <a:ext uri="{FF2B5EF4-FFF2-40B4-BE49-F238E27FC236}">
                      <a16:creationId xmlns:a16="http://schemas.microsoft.com/office/drawing/2014/main" id="{1C83E8BD-2A41-DAFA-A76F-988FDC9AB5E4}"/>
                    </a:ext>
                  </a:extLst>
                </p:cNvPr>
                <p:cNvSpPr/>
                <p:nvPr/>
              </p:nvSpPr>
              <p:spPr>
                <a:xfrm>
                  <a:off x="5137314" y="3909924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1" name="Rectangle 10950">
                  <a:extLst>
                    <a:ext uri="{FF2B5EF4-FFF2-40B4-BE49-F238E27FC236}">
                      <a16:creationId xmlns:a16="http://schemas.microsoft.com/office/drawing/2014/main" id="{7FEBDFF1-9980-7685-18AC-B2040CE6C658}"/>
                    </a:ext>
                  </a:extLst>
                </p:cNvPr>
                <p:cNvSpPr/>
                <p:nvPr/>
              </p:nvSpPr>
              <p:spPr>
                <a:xfrm>
                  <a:off x="5137314" y="3961994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2" name="Rectangle 10951">
                  <a:extLst>
                    <a:ext uri="{FF2B5EF4-FFF2-40B4-BE49-F238E27FC236}">
                      <a16:creationId xmlns:a16="http://schemas.microsoft.com/office/drawing/2014/main" id="{EC1B2B26-7B5E-7643-9DE1-7235528A7550}"/>
                    </a:ext>
                  </a:extLst>
                </p:cNvPr>
                <p:cNvSpPr/>
                <p:nvPr/>
              </p:nvSpPr>
              <p:spPr>
                <a:xfrm>
                  <a:off x="5137314" y="4013937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3" name="Rectangle 10952">
                  <a:extLst>
                    <a:ext uri="{FF2B5EF4-FFF2-40B4-BE49-F238E27FC236}">
                      <a16:creationId xmlns:a16="http://schemas.microsoft.com/office/drawing/2014/main" id="{A8B26B61-6DA9-E596-A59D-DFA868EF9392}"/>
                    </a:ext>
                  </a:extLst>
                </p:cNvPr>
                <p:cNvSpPr/>
                <p:nvPr/>
              </p:nvSpPr>
              <p:spPr>
                <a:xfrm>
                  <a:off x="5137314" y="4065880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4" name="Rectangle 10953">
                  <a:extLst>
                    <a:ext uri="{FF2B5EF4-FFF2-40B4-BE49-F238E27FC236}">
                      <a16:creationId xmlns:a16="http://schemas.microsoft.com/office/drawing/2014/main" id="{9648C045-E19D-D5A1-F0B8-9AD98CB327DE}"/>
                    </a:ext>
                  </a:extLst>
                </p:cNvPr>
                <p:cNvSpPr/>
                <p:nvPr/>
              </p:nvSpPr>
              <p:spPr>
                <a:xfrm>
                  <a:off x="5137314" y="4117823"/>
                  <a:ext cx="181224" cy="51943"/>
                </a:xfrm>
                <a:prstGeom prst="rect">
                  <a:avLst/>
                </a:prstGeom>
                <a:solidFill>
                  <a:srgbClr val="F2F2F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5" name="Rectangle 10954">
                  <a:extLst>
                    <a:ext uri="{FF2B5EF4-FFF2-40B4-BE49-F238E27FC236}">
                      <a16:creationId xmlns:a16="http://schemas.microsoft.com/office/drawing/2014/main" id="{8E5F7F5A-50F3-051D-B62C-2E75E2D29B3A}"/>
                    </a:ext>
                  </a:extLst>
                </p:cNvPr>
                <p:cNvSpPr/>
                <p:nvPr/>
              </p:nvSpPr>
              <p:spPr>
                <a:xfrm>
                  <a:off x="5137314" y="4169766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6" name="Rectangle 10955">
                  <a:extLst>
                    <a:ext uri="{FF2B5EF4-FFF2-40B4-BE49-F238E27FC236}">
                      <a16:creationId xmlns:a16="http://schemas.microsoft.com/office/drawing/2014/main" id="{74ACF799-BE8A-464D-C208-6859078356CC}"/>
                    </a:ext>
                  </a:extLst>
                </p:cNvPr>
                <p:cNvSpPr/>
                <p:nvPr/>
              </p:nvSpPr>
              <p:spPr>
                <a:xfrm>
                  <a:off x="5137314" y="4221836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7" name="Rectangle 10956">
                  <a:extLst>
                    <a:ext uri="{FF2B5EF4-FFF2-40B4-BE49-F238E27FC236}">
                      <a16:creationId xmlns:a16="http://schemas.microsoft.com/office/drawing/2014/main" id="{13D54B6C-70E4-D3C2-EABE-901399337DAE}"/>
                    </a:ext>
                  </a:extLst>
                </p:cNvPr>
                <p:cNvSpPr/>
                <p:nvPr/>
              </p:nvSpPr>
              <p:spPr>
                <a:xfrm>
                  <a:off x="5137314" y="4273779"/>
                  <a:ext cx="181224" cy="51943"/>
                </a:xfrm>
                <a:prstGeom prst="rect">
                  <a:avLst/>
                </a:prstGeom>
                <a:solidFill>
                  <a:srgbClr val="F5DAA8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8" name="Rectangle 10957">
                  <a:extLst>
                    <a:ext uri="{FF2B5EF4-FFF2-40B4-BE49-F238E27FC236}">
                      <a16:creationId xmlns:a16="http://schemas.microsoft.com/office/drawing/2014/main" id="{5E5CFA9B-4A72-AACC-2755-385250E4FC44}"/>
                    </a:ext>
                  </a:extLst>
                </p:cNvPr>
                <p:cNvSpPr/>
                <p:nvPr/>
              </p:nvSpPr>
              <p:spPr>
                <a:xfrm>
                  <a:off x="5137314" y="4325722"/>
                  <a:ext cx="181224" cy="51943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59" name="Rectangle 10958">
                  <a:extLst>
                    <a:ext uri="{FF2B5EF4-FFF2-40B4-BE49-F238E27FC236}">
                      <a16:creationId xmlns:a16="http://schemas.microsoft.com/office/drawing/2014/main" id="{EDB91BF0-D6E3-B2BA-B5D2-3CF69E72A0FE}"/>
                    </a:ext>
                  </a:extLst>
                </p:cNvPr>
                <p:cNvSpPr/>
                <p:nvPr/>
              </p:nvSpPr>
              <p:spPr>
                <a:xfrm>
                  <a:off x="5137314" y="4377665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0" name="Rectangle 10959">
                  <a:extLst>
                    <a:ext uri="{FF2B5EF4-FFF2-40B4-BE49-F238E27FC236}">
                      <a16:creationId xmlns:a16="http://schemas.microsoft.com/office/drawing/2014/main" id="{D5558B15-8153-531C-1D7E-E9C1064981DD}"/>
                    </a:ext>
                  </a:extLst>
                </p:cNvPr>
                <p:cNvSpPr/>
                <p:nvPr/>
              </p:nvSpPr>
              <p:spPr>
                <a:xfrm>
                  <a:off x="5137314" y="4429608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1" name="Rectangle 10960">
                  <a:extLst>
                    <a:ext uri="{FF2B5EF4-FFF2-40B4-BE49-F238E27FC236}">
                      <a16:creationId xmlns:a16="http://schemas.microsoft.com/office/drawing/2014/main" id="{3B6B7ED9-3AF9-E017-346A-2A776D6488AC}"/>
                    </a:ext>
                  </a:extLst>
                </p:cNvPr>
                <p:cNvSpPr/>
                <p:nvPr/>
              </p:nvSpPr>
              <p:spPr>
                <a:xfrm>
                  <a:off x="5137314" y="4481551"/>
                  <a:ext cx="181224" cy="51943"/>
                </a:xfrm>
                <a:prstGeom prst="rect">
                  <a:avLst/>
                </a:prstGeom>
                <a:solidFill>
                  <a:srgbClr val="F7CF8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2" name="Rectangle 10961">
                  <a:extLst>
                    <a:ext uri="{FF2B5EF4-FFF2-40B4-BE49-F238E27FC236}">
                      <a16:creationId xmlns:a16="http://schemas.microsoft.com/office/drawing/2014/main" id="{BBC246A7-7A91-8DFE-D7E9-C805C30299B8}"/>
                    </a:ext>
                  </a:extLst>
                </p:cNvPr>
                <p:cNvSpPr/>
                <p:nvPr/>
              </p:nvSpPr>
              <p:spPr>
                <a:xfrm>
                  <a:off x="5137314" y="4533621"/>
                  <a:ext cx="181224" cy="51943"/>
                </a:xfrm>
                <a:prstGeom prst="rect">
                  <a:avLst/>
                </a:prstGeom>
                <a:solidFill>
                  <a:srgbClr val="FCB533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3" name="Rectangle 10962">
                  <a:extLst>
                    <a:ext uri="{FF2B5EF4-FFF2-40B4-BE49-F238E27FC236}">
                      <a16:creationId xmlns:a16="http://schemas.microsoft.com/office/drawing/2014/main" id="{343AD3AE-F4D8-A04E-EB3E-93C1EE328A56}"/>
                    </a:ext>
                  </a:extLst>
                </p:cNvPr>
                <p:cNvSpPr/>
                <p:nvPr/>
              </p:nvSpPr>
              <p:spPr>
                <a:xfrm>
                  <a:off x="5137314" y="4585564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4" name="Rectangle 10963">
                  <a:extLst>
                    <a:ext uri="{FF2B5EF4-FFF2-40B4-BE49-F238E27FC236}">
                      <a16:creationId xmlns:a16="http://schemas.microsoft.com/office/drawing/2014/main" id="{8D11EEC0-00ED-C742-FC03-2C1701966E1E}"/>
                    </a:ext>
                  </a:extLst>
                </p:cNvPr>
                <p:cNvSpPr/>
                <p:nvPr/>
              </p:nvSpPr>
              <p:spPr>
                <a:xfrm>
                  <a:off x="5137314" y="4637507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5" name="Rectangle 10964">
                  <a:extLst>
                    <a:ext uri="{FF2B5EF4-FFF2-40B4-BE49-F238E27FC236}">
                      <a16:creationId xmlns:a16="http://schemas.microsoft.com/office/drawing/2014/main" id="{8299F84D-DED0-2A22-179C-6098811B57D7}"/>
                    </a:ext>
                  </a:extLst>
                </p:cNvPr>
                <p:cNvSpPr/>
                <p:nvPr/>
              </p:nvSpPr>
              <p:spPr>
                <a:xfrm>
                  <a:off x="5137314" y="4741393"/>
                  <a:ext cx="181224" cy="51943"/>
                </a:xfrm>
                <a:prstGeom prst="rect">
                  <a:avLst/>
                </a:prstGeom>
                <a:solidFill>
                  <a:srgbClr val="F8CC7C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6" name="Rectangle 10965">
                  <a:extLst>
                    <a:ext uri="{FF2B5EF4-FFF2-40B4-BE49-F238E27FC236}">
                      <a16:creationId xmlns:a16="http://schemas.microsoft.com/office/drawing/2014/main" id="{84137A91-B7CF-8DA2-A059-4E6E4717CD64}"/>
                    </a:ext>
                  </a:extLst>
                </p:cNvPr>
                <p:cNvSpPr/>
                <p:nvPr/>
              </p:nvSpPr>
              <p:spPr>
                <a:xfrm>
                  <a:off x="5137314" y="4793463"/>
                  <a:ext cx="181224" cy="51943"/>
                </a:xfrm>
                <a:prstGeom prst="rect">
                  <a:avLst/>
                </a:prstGeom>
                <a:solidFill>
                  <a:srgbClr val="F9C566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7" name="Rectangle 10966">
                  <a:extLst>
                    <a:ext uri="{FF2B5EF4-FFF2-40B4-BE49-F238E27FC236}">
                      <a16:creationId xmlns:a16="http://schemas.microsoft.com/office/drawing/2014/main" id="{DC0D03DA-8E7F-1E5E-FB64-C888EABFBE25}"/>
                    </a:ext>
                  </a:extLst>
                </p:cNvPr>
                <p:cNvSpPr/>
                <p:nvPr/>
              </p:nvSpPr>
              <p:spPr>
                <a:xfrm>
                  <a:off x="5137314" y="4845406"/>
                  <a:ext cx="181224" cy="51943"/>
                </a:xfrm>
                <a:prstGeom prst="rect">
                  <a:avLst/>
                </a:prstGeom>
                <a:solidFill>
                  <a:srgbClr val="F4E1BE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8" name="Rectangle 10967">
                  <a:extLst>
                    <a:ext uri="{FF2B5EF4-FFF2-40B4-BE49-F238E27FC236}">
                      <a16:creationId xmlns:a16="http://schemas.microsoft.com/office/drawing/2014/main" id="{EB9887E0-B3CA-1AA2-5C15-D06E94E5B5A1}"/>
                    </a:ext>
                  </a:extLst>
                </p:cNvPr>
                <p:cNvSpPr/>
                <p:nvPr/>
              </p:nvSpPr>
              <p:spPr>
                <a:xfrm>
                  <a:off x="5137314" y="4897349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9" name="Rectangle 10968">
                  <a:extLst>
                    <a:ext uri="{FF2B5EF4-FFF2-40B4-BE49-F238E27FC236}">
                      <a16:creationId xmlns:a16="http://schemas.microsoft.com/office/drawing/2014/main" id="{E15B4490-A610-4407-DA32-C95DA1CD7BF6}"/>
                    </a:ext>
                  </a:extLst>
                </p:cNvPr>
                <p:cNvSpPr/>
                <p:nvPr/>
              </p:nvSpPr>
              <p:spPr>
                <a:xfrm>
                  <a:off x="5137314" y="4949292"/>
                  <a:ext cx="181224" cy="51943"/>
                </a:xfrm>
                <a:prstGeom prst="rect">
                  <a:avLst/>
                </a:prstGeom>
                <a:solidFill>
                  <a:srgbClr val="F6D69A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0" name="Rectangle 10969">
                  <a:extLst>
                    <a:ext uri="{FF2B5EF4-FFF2-40B4-BE49-F238E27FC236}">
                      <a16:creationId xmlns:a16="http://schemas.microsoft.com/office/drawing/2014/main" id="{DABF5913-1816-7CF0-3EF6-3170CCEA6901}"/>
                    </a:ext>
                  </a:extLst>
                </p:cNvPr>
                <p:cNvSpPr/>
                <p:nvPr/>
              </p:nvSpPr>
              <p:spPr>
                <a:xfrm>
                  <a:off x="5137314" y="5001235"/>
                  <a:ext cx="181224" cy="51943"/>
                </a:xfrm>
                <a:prstGeom prst="rect">
                  <a:avLst/>
                </a:prstGeom>
                <a:solidFill>
                  <a:srgbClr val="FABE5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1" name="Rectangle 10970">
                  <a:extLst>
                    <a:ext uri="{FF2B5EF4-FFF2-40B4-BE49-F238E27FC236}">
                      <a16:creationId xmlns:a16="http://schemas.microsoft.com/office/drawing/2014/main" id="{3DDA9861-0C7C-15D0-B975-9BEC68AFAF2F}"/>
                    </a:ext>
                  </a:extLst>
                </p:cNvPr>
                <p:cNvSpPr/>
                <p:nvPr/>
              </p:nvSpPr>
              <p:spPr>
                <a:xfrm>
                  <a:off x="5137314" y="5053178"/>
                  <a:ext cx="181224" cy="51943"/>
                </a:xfrm>
                <a:prstGeom prst="rect">
                  <a:avLst/>
                </a:prstGeom>
                <a:solidFill>
                  <a:srgbClr val="F3EBD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2" name="Rectangle 10971">
                  <a:extLst>
                    <a:ext uri="{FF2B5EF4-FFF2-40B4-BE49-F238E27FC236}">
                      <a16:creationId xmlns:a16="http://schemas.microsoft.com/office/drawing/2014/main" id="{7EC02059-ED08-9A1B-145D-3DB34F0C7518}"/>
                    </a:ext>
                  </a:extLst>
                </p:cNvPr>
                <p:cNvSpPr/>
                <p:nvPr/>
              </p:nvSpPr>
              <p:spPr>
                <a:xfrm>
                  <a:off x="5137314" y="5105248"/>
                  <a:ext cx="181224" cy="51943"/>
                </a:xfrm>
                <a:prstGeom prst="rect">
                  <a:avLst/>
                </a:prstGeom>
                <a:solidFill>
                  <a:srgbClr val="F8CA75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3" name="Rectangle 10972">
                  <a:extLst>
                    <a:ext uri="{FF2B5EF4-FFF2-40B4-BE49-F238E27FC236}">
                      <a16:creationId xmlns:a16="http://schemas.microsoft.com/office/drawing/2014/main" id="{9795B863-25CA-B402-9D16-6052723AEEBD}"/>
                    </a:ext>
                  </a:extLst>
                </p:cNvPr>
                <p:cNvSpPr/>
                <p:nvPr/>
              </p:nvSpPr>
              <p:spPr>
                <a:xfrm>
                  <a:off x="5137314" y="5157191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4" name="Rectangle 10973">
                  <a:extLst>
                    <a:ext uri="{FF2B5EF4-FFF2-40B4-BE49-F238E27FC236}">
                      <a16:creationId xmlns:a16="http://schemas.microsoft.com/office/drawing/2014/main" id="{1E10084A-62FB-7236-4794-ADDA4E5F419C}"/>
                    </a:ext>
                  </a:extLst>
                </p:cNvPr>
                <p:cNvSpPr/>
                <p:nvPr/>
              </p:nvSpPr>
              <p:spPr>
                <a:xfrm>
                  <a:off x="5137314" y="5209134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5" name="Rectangle 10974">
                  <a:extLst>
                    <a:ext uri="{FF2B5EF4-FFF2-40B4-BE49-F238E27FC236}">
                      <a16:creationId xmlns:a16="http://schemas.microsoft.com/office/drawing/2014/main" id="{229195EF-283A-C365-35FA-3D10A601FFA9}"/>
                    </a:ext>
                  </a:extLst>
                </p:cNvPr>
                <p:cNvSpPr/>
                <p:nvPr/>
              </p:nvSpPr>
              <p:spPr>
                <a:xfrm>
                  <a:off x="5137314" y="5261077"/>
                  <a:ext cx="181224" cy="51942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6" name="Rectangle 10975">
                  <a:extLst>
                    <a:ext uri="{FF2B5EF4-FFF2-40B4-BE49-F238E27FC236}">
                      <a16:creationId xmlns:a16="http://schemas.microsoft.com/office/drawing/2014/main" id="{8A477598-8133-4227-3697-44166DB1FB5F}"/>
                    </a:ext>
                  </a:extLst>
                </p:cNvPr>
                <p:cNvSpPr/>
                <p:nvPr/>
              </p:nvSpPr>
              <p:spPr>
                <a:xfrm>
                  <a:off x="5137314" y="5313020"/>
                  <a:ext cx="181224" cy="51942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7" name="Rectangle 10976">
                  <a:extLst>
                    <a:ext uri="{FF2B5EF4-FFF2-40B4-BE49-F238E27FC236}">
                      <a16:creationId xmlns:a16="http://schemas.microsoft.com/office/drawing/2014/main" id="{BF9A2F8D-6004-5C65-356E-2F95DA36D831}"/>
                    </a:ext>
                  </a:extLst>
                </p:cNvPr>
                <p:cNvSpPr/>
                <p:nvPr/>
              </p:nvSpPr>
              <p:spPr>
                <a:xfrm>
                  <a:off x="2056109" y="2091157"/>
                  <a:ext cx="181224" cy="51943"/>
                </a:xfrm>
                <a:prstGeom prst="rect">
                  <a:avLst/>
                </a:prstGeom>
                <a:solidFill>
                  <a:srgbClr val="FF68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8" name="Rectangle 10977">
                  <a:extLst>
                    <a:ext uri="{FF2B5EF4-FFF2-40B4-BE49-F238E27FC236}">
                      <a16:creationId xmlns:a16="http://schemas.microsoft.com/office/drawing/2014/main" id="{82D2D7B6-6030-1528-082D-95836284369D}"/>
                    </a:ext>
                  </a:extLst>
                </p:cNvPr>
                <p:cNvSpPr/>
                <p:nvPr/>
              </p:nvSpPr>
              <p:spPr>
                <a:xfrm>
                  <a:off x="2056109" y="2195170"/>
                  <a:ext cx="181224" cy="51943"/>
                </a:xfrm>
                <a:prstGeom prst="rect">
                  <a:avLst/>
                </a:prstGeom>
                <a:solidFill>
                  <a:srgbClr val="E2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9" name="Rectangle 10978">
                  <a:extLst>
                    <a:ext uri="{FF2B5EF4-FFF2-40B4-BE49-F238E27FC236}">
                      <a16:creationId xmlns:a16="http://schemas.microsoft.com/office/drawing/2014/main" id="{92C3BE5D-1173-4824-A05C-0859889F019A}"/>
                    </a:ext>
                  </a:extLst>
                </p:cNvPr>
                <p:cNvSpPr/>
                <p:nvPr/>
              </p:nvSpPr>
              <p:spPr>
                <a:xfrm>
                  <a:off x="2056109" y="2350999"/>
                  <a:ext cx="181224" cy="51943"/>
                </a:xfrm>
                <a:prstGeom prst="rect">
                  <a:avLst/>
                </a:prstGeom>
                <a:solidFill>
                  <a:srgbClr val="FE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0" name="Rectangle 10979">
                  <a:extLst>
                    <a:ext uri="{FF2B5EF4-FFF2-40B4-BE49-F238E27FC236}">
                      <a16:creationId xmlns:a16="http://schemas.microsoft.com/office/drawing/2014/main" id="{3AA14C5A-4B7D-EE88-A88C-AFE23C1C064B}"/>
                    </a:ext>
                  </a:extLst>
                </p:cNvPr>
                <p:cNvSpPr/>
                <p:nvPr/>
              </p:nvSpPr>
              <p:spPr>
                <a:xfrm>
                  <a:off x="2056109" y="2662784"/>
                  <a:ext cx="181224" cy="51942"/>
                </a:xfrm>
                <a:prstGeom prst="rect">
                  <a:avLst/>
                </a:prstGeom>
                <a:solidFill>
                  <a:srgbClr val="FF2C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1" name="Rectangle 10980">
                  <a:extLst>
                    <a:ext uri="{FF2B5EF4-FFF2-40B4-BE49-F238E27FC236}">
                      <a16:creationId xmlns:a16="http://schemas.microsoft.com/office/drawing/2014/main" id="{3D781409-7C4E-8559-1EE8-98757294A3A1}"/>
                    </a:ext>
                  </a:extLst>
                </p:cNvPr>
                <p:cNvSpPr/>
                <p:nvPr/>
              </p:nvSpPr>
              <p:spPr>
                <a:xfrm>
                  <a:off x="2056109" y="3130525"/>
                  <a:ext cx="181224" cy="51943"/>
                </a:xfrm>
                <a:prstGeom prst="rect">
                  <a:avLst/>
                </a:prstGeom>
                <a:solidFill>
                  <a:srgbClr val="8B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2" name="Rectangle 10981">
                  <a:extLst>
                    <a:ext uri="{FF2B5EF4-FFF2-40B4-BE49-F238E27FC236}">
                      <a16:creationId xmlns:a16="http://schemas.microsoft.com/office/drawing/2014/main" id="{B5B9F8FD-5DDC-EF27-D777-F3723B8A6508}"/>
                    </a:ext>
                  </a:extLst>
                </p:cNvPr>
                <p:cNvSpPr/>
                <p:nvPr/>
              </p:nvSpPr>
              <p:spPr>
                <a:xfrm>
                  <a:off x="2056109" y="3338297"/>
                  <a:ext cx="181224" cy="51943"/>
                </a:xfrm>
                <a:prstGeom prst="rect">
                  <a:avLst/>
                </a:prstGeom>
                <a:solidFill>
                  <a:srgbClr val="ED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3" name="Rectangle 10982">
                  <a:extLst>
                    <a:ext uri="{FF2B5EF4-FFF2-40B4-BE49-F238E27FC236}">
                      <a16:creationId xmlns:a16="http://schemas.microsoft.com/office/drawing/2014/main" id="{4DE377E9-765D-AFC7-E514-CF8060DB3578}"/>
                    </a:ext>
                  </a:extLst>
                </p:cNvPr>
                <p:cNvSpPr/>
                <p:nvPr/>
              </p:nvSpPr>
              <p:spPr>
                <a:xfrm>
                  <a:off x="2056109" y="3494253"/>
                  <a:ext cx="181224" cy="51943"/>
                </a:xfrm>
                <a:prstGeom prst="rect">
                  <a:avLst/>
                </a:prstGeom>
                <a:solidFill>
                  <a:srgbClr val="E2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4" name="Rectangle 10983">
                  <a:extLst>
                    <a:ext uri="{FF2B5EF4-FFF2-40B4-BE49-F238E27FC236}">
                      <a16:creationId xmlns:a16="http://schemas.microsoft.com/office/drawing/2014/main" id="{6CAB6318-F363-974C-AC50-37B98CB6AAE8}"/>
                    </a:ext>
                  </a:extLst>
                </p:cNvPr>
                <p:cNvSpPr/>
                <p:nvPr/>
              </p:nvSpPr>
              <p:spPr>
                <a:xfrm>
                  <a:off x="2056109" y="3806038"/>
                  <a:ext cx="181224" cy="51943"/>
                </a:xfrm>
                <a:prstGeom prst="rect">
                  <a:avLst/>
                </a:prstGeom>
                <a:solidFill>
                  <a:srgbClr val="FE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5" name="Rectangle 10984">
                  <a:extLst>
                    <a:ext uri="{FF2B5EF4-FFF2-40B4-BE49-F238E27FC236}">
                      <a16:creationId xmlns:a16="http://schemas.microsoft.com/office/drawing/2014/main" id="{3136508B-74EC-4431-45D1-2A727C9A48A0}"/>
                    </a:ext>
                  </a:extLst>
                </p:cNvPr>
                <p:cNvSpPr/>
                <p:nvPr/>
              </p:nvSpPr>
              <p:spPr>
                <a:xfrm>
                  <a:off x="2056109" y="4117823"/>
                  <a:ext cx="181224" cy="51943"/>
                </a:xfrm>
                <a:prstGeom prst="rect">
                  <a:avLst/>
                </a:prstGeom>
                <a:solidFill>
                  <a:srgbClr val="FF54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6" name="Rectangle 10985">
                  <a:extLst>
                    <a:ext uri="{FF2B5EF4-FFF2-40B4-BE49-F238E27FC236}">
                      <a16:creationId xmlns:a16="http://schemas.microsoft.com/office/drawing/2014/main" id="{95290AD2-2262-4DD0-C78F-76E12B2C3848}"/>
                    </a:ext>
                  </a:extLst>
                </p:cNvPr>
                <p:cNvSpPr/>
                <p:nvPr/>
              </p:nvSpPr>
              <p:spPr>
                <a:xfrm>
                  <a:off x="2056109" y="5053178"/>
                  <a:ext cx="181224" cy="51943"/>
                </a:xfrm>
                <a:prstGeom prst="rect">
                  <a:avLst/>
                </a:prstGeom>
                <a:solidFill>
                  <a:srgbClr val="FF22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7" name="Rectangle 10986">
                  <a:extLst>
                    <a:ext uri="{FF2B5EF4-FFF2-40B4-BE49-F238E27FC236}">
                      <a16:creationId xmlns:a16="http://schemas.microsoft.com/office/drawing/2014/main" id="{D85854F2-1726-2E49-6D33-6A96EF5BC7C6}"/>
                    </a:ext>
                  </a:extLst>
                </p:cNvPr>
                <p:cNvSpPr/>
                <p:nvPr/>
              </p:nvSpPr>
              <p:spPr>
                <a:xfrm>
                  <a:off x="2237334" y="2143100"/>
                  <a:ext cx="181224" cy="51943"/>
                </a:xfrm>
                <a:prstGeom prst="rect">
                  <a:avLst/>
                </a:prstGeom>
                <a:solidFill>
                  <a:srgbClr val="FF7C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8" name="Rectangle 10987">
                  <a:extLst>
                    <a:ext uri="{FF2B5EF4-FFF2-40B4-BE49-F238E27FC236}">
                      <a16:creationId xmlns:a16="http://schemas.microsoft.com/office/drawing/2014/main" id="{FC9429F1-CAAC-52B1-E34F-4DA509A352D4}"/>
                    </a:ext>
                  </a:extLst>
                </p:cNvPr>
                <p:cNvSpPr/>
                <p:nvPr/>
              </p:nvSpPr>
              <p:spPr>
                <a:xfrm>
                  <a:off x="2237334" y="2247113"/>
                  <a:ext cx="181224" cy="51943"/>
                </a:xfrm>
                <a:prstGeom prst="rect">
                  <a:avLst/>
                </a:prstGeom>
                <a:solidFill>
                  <a:srgbClr val="FF54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9" name="Rectangle 10988">
                  <a:extLst>
                    <a:ext uri="{FF2B5EF4-FFF2-40B4-BE49-F238E27FC236}">
                      <a16:creationId xmlns:a16="http://schemas.microsoft.com/office/drawing/2014/main" id="{B282DE0B-6AB3-4FEA-C5C0-D986BA8A54E4}"/>
                    </a:ext>
                  </a:extLst>
                </p:cNvPr>
                <p:cNvSpPr/>
                <p:nvPr/>
              </p:nvSpPr>
              <p:spPr>
                <a:xfrm>
                  <a:off x="2237334" y="2818740"/>
                  <a:ext cx="181224" cy="51943"/>
                </a:xfrm>
                <a:prstGeom prst="rect">
                  <a:avLst/>
                </a:prstGeom>
                <a:solidFill>
                  <a:srgbClr val="FF5900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0" name="Rectangle 10989">
                  <a:extLst>
                    <a:ext uri="{FF2B5EF4-FFF2-40B4-BE49-F238E27FC236}">
                      <a16:creationId xmlns:a16="http://schemas.microsoft.com/office/drawing/2014/main" id="{D2904C08-6A42-1312-4EFD-46DDEF18B494}"/>
                    </a:ext>
                  </a:extLst>
                </p:cNvPr>
                <p:cNvSpPr/>
                <p:nvPr/>
              </p:nvSpPr>
              <p:spPr>
                <a:xfrm>
                  <a:off x="2237334" y="2870683"/>
                  <a:ext cx="181224" cy="51943"/>
                </a:xfrm>
                <a:prstGeom prst="rect">
                  <a:avLst/>
                </a:prstGeom>
                <a:solidFill>
                  <a:srgbClr val="D1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1" name="Rectangle 10990">
                  <a:extLst>
                    <a:ext uri="{FF2B5EF4-FFF2-40B4-BE49-F238E27FC236}">
                      <a16:creationId xmlns:a16="http://schemas.microsoft.com/office/drawing/2014/main" id="{E8DE8250-B5A7-AD3B-BBAA-19E9B2F648F8}"/>
                    </a:ext>
                  </a:extLst>
                </p:cNvPr>
                <p:cNvSpPr/>
                <p:nvPr/>
              </p:nvSpPr>
              <p:spPr>
                <a:xfrm>
                  <a:off x="2237334" y="4013937"/>
                  <a:ext cx="181224" cy="51943"/>
                </a:xfrm>
                <a:prstGeom prst="rect">
                  <a:avLst/>
                </a:prstGeom>
                <a:solidFill>
                  <a:srgbClr val="FF27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2" name="Rectangle 10991">
                  <a:extLst>
                    <a:ext uri="{FF2B5EF4-FFF2-40B4-BE49-F238E27FC236}">
                      <a16:creationId xmlns:a16="http://schemas.microsoft.com/office/drawing/2014/main" id="{7DE5C71C-62C8-3049-832E-90D117F4336D}"/>
                    </a:ext>
                  </a:extLst>
                </p:cNvPr>
                <p:cNvSpPr/>
                <p:nvPr/>
              </p:nvSpPr>
              <p:spPr>
                <a:xfrm>
                  <a:off x="2237334" y="4117823"/>
                  <a:ext cx="181224" cy="51943"/>
                </a:xfrm>
                <a:prstGeom prst="rect">
                  <a:avLst/>
                </a:prstGeom>
                <a:solidFill>
                  <a:srgbClr val="FF54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3" name="Rectangle 10992">
                  <a:extLst>
                    <a:ext uri="{FF2B5EF4-FFF2-40B4-BE49-F238E27FC236}">
                      <a16:creationId xmlns:a16="http://schemas.microsoft.com/office/drawing/2014/main" id="{13C90ABE-71BF-204B-4458-0C5BED60E85E}"/>
                    </a:ext>
                  </a:extLst>
                </p:cNvPr>
                <p:cNvSpPr/>
                <p:nvPr/>
              </p:nvSpPr>
              <p:spPr>
                <a:xfrm>
                  <a:off x="2237334" y="4845406"/>
                  <a:ext cx="181224" cy="51943"/>
                </a:xfrm>
                <a:prstGeom prst="rect">
                  <a:avLst/>
                </a:prstGeom>
                <a:solidFill>
                  <a:srgbClr val="F0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4" name="Rectangle 10993">
                  <a:extLst>
                    <a:ext uri="{FF2B5EF4-FFF2-40B4-BE49-F238E27FC236}">
                      <a16:creationId xmlns:a16="http://schemas.microsoft.com/office/drawing/2014/main" id="{C8AEA666-7865-944E-2D3E-1B8D07327E98}"/>
                    </a:ext>
                  </a:extLst>
                </p:cNvPr>
                <p:cNvSpPr/>
                <p:nvPr/>
              </p:nvSpPr>
              <p:spPr>
                <a:xfrm>
                  <a:off x="2237334" y="5209134"/>
                  <a:ext cx="181224" cy="51943"/>
                </a:xfrm>
                <a:prstGeom prst="rect">
                  <a:avLst/>
                </a:prstGeom>
                <a:solidFill>
                  <a:srgbClr val="FF1D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5" name="Rectangle 10994">
                  <a:extLst>
                    <a:ext uri="{FF2B5EF4-FFF2-40B4-BE49-F238E27FC236}">
                      <a16:creationId xmlns:a16="http://schemas.microsoft.com/office/drawing/2014/main" id="{1E13175D-5EA5-FAF4-768E-78D4EAC94FBC}"/>
                    </a:ext>
                  </a:extLst>
                </p:cNvPr>
                <p:cNvSpPr/>
                <p:nvPr/>
              </p:nvSpPr>
              <p:spPr>
                <a:xfrm>
                  <a:off x="2781135" y="3857981"/>
                  <a:ext cx="181224" cy="51943"/>
                </a:xfrm>
                <a:prstGeom prst="rect">
                  <a:avLst/>
                </a:prstGeom>
                <a:solidFill>
                  <a:srgbClr val="CA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6" name="Rectangle 10995">
                  <a:extLst>
                    <a:ext uri="{FF2B5EF4-FFF2-40B4-BE49-F238E27FC236}">
                      <a16:creationId xmlns:a16="http://schemas.microsoft.com/office/drawing/2014/main" id="{8B06A6AA-12E5-72A9-0BC0-D023864DE01D}"/>
                    </a:ext>
                  </a:extLst>
                </p:cNvPr>
                <p:cNvSpPr/>
                <p:nvPr/>
              </p:nvSpPr>
              <p:spPr>
                <a:xfrm>
                  <a:off x="2781135" y="3909924"/>
                  <a:ext cx="181224" cy="51943"/>
                </a:xfrm>
                <a:prstGeom prst="rect">
                  <a:avLst/>
                </a:prstGeom>
                <a:solidFill>
                  <a:srgbClr val="FF04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7" name="Rectangle 10996">
                  <a:extLst>
                    <a:ext uri="{FF2B5EF4-FFF2-40B4-BE49-F238E27FC236}">
                      <a16:creationId xmlns:a16="http://schemas.microsoft.com/office/drawing/2014/main" id="{9A75B17A-C41F-F658-13CB-1F8EE43B68DA}"/>
                    </a:ext>
                  </a:extLst>
                </p:cNvPr>
                <p:cNvSpPr/>
                <p:nvPr/>
              </p:nvSpPr>
              <p:spPr>
                <a:xfrm>
                  <a:off x="2418559" y="4637507"/>
                  <a:ext cx="181224" cy="51943"/>
                </a:xfrm>
                <a:prstGeom prst="rect">
                  <a:avLst/>
                </a:prstGeom>
                <a:solidFill>
                  <a:srgbClr val="FEA707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8" name="Rectangle 10997">
                  <a:extLst>
                    <a:ext uri="{FF2B5EF4-FFF2-40B4-BE49-F238E27FC236}">
                      <a16:creationId xmlns:a16="http://schemas.microsoft.com/office/drawing/2014/main" id="{A5C3E828-DD02-1F19-4AE4-DC5295B8148D}"/>
                    </a:ext>
                  </a:extLst>
                </p:cNvPr>
                <p:cNvSpPr/>
                <p:nvPr/>
              </p:nvSpPr>
              <p:spPr>
                <a:xfrm>
                  <a:off x="2599910" y="5053178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99" name="Rectangle 10998">
                  <a:extLst>
                    <a:ext uri="{FF2B5EF4-FFF2-40B4-BE49-F238E27FC236}">
                      <a16:creationId xmlns:a16="http://schemas.microsoft.com/office/drawing/2014/main" id="{196E1255-ADA0-1A98-F58B-1237CCB88645}"/>
                    </a:ext>
                  </a:extLst>
                </p:cNvPr>
                <p:cNvSpPr/>
                <p:nvPr/>
              </p:nvSpPr>
              <p:spPr>
                <a:xfrm>
                  <a:off x="2962360" y="5105248"/>
                  <a:ext cx="181224" cy="51943"/>
                </a:xfrm>
                <a:prstGeom prst="rect">
                  <a:avLst/>
                </a:prstGeom>
                <a:solidFill>
                  <a:srgbClr val="FDAE1D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0" name="Rectangle 10999">
                  <a:extLst>
                    <a:ext uri="{FF2B5EF4-FFF2-40B4-BE49-F238E27FC236}">
                      <a16:creationId xmlns:a16="http://schemas.microsoft.com/office/drawing/2014/main" id="{1B5A4456-C704-4BC7-C03A-016A26FB6022}"/>
                    </a:ext>
                  </a:extLst>
                </p:cNvPr>
                <p:cNvSpPr/>
                <p:nvPr/>
              </p:nvSpPr>
              <p:spPr>
                <a:xfrm>
                  <a:off x="3687387" y="5261077"/>
                  <a:ext cx="181224" cy="51942"/>
                </a:xfrm>
                <a:prstGeom prst="rect">
                  <a:avLst/>
                </a:prstGeom>
                <a:solidFill>
                  <a:srgbClr val="FF22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1" name="Rectangle 11000">
                  <a:extLst>
                    <a:ext uri="{FF2B5EF4-FFF2-40B4-BE49-F238E27FC236}">
                      <a16:creationId xmlns:a16="http://schemas.microsoft.com/office/drawing/2014/main" id="{C0C634BA-3305-1E19-DFA1-CBD4C5F6105D}"/>
                    </a:ext>
                  </a:extLst>
                </p:cNvPr>
                <p:cNvSpPr/>
                <p:nvPr/>
              </p:nvSpPr>
              <p:spPr>
                <a:xfrm>
                  <a:off x="3143585" y="4273779"/>
                  <a:ext cx="181224" cy="51943"/>
                </a:xfrm>
                <a:prstGeom prst="rect">
                  <a:avLst/>
                </a:prstGeom>
                <a:solidFill>
                  <a:srgbClr val="FCB32B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2" name="Rectangle 11001">
                  <a:extLst>
                    <a:ext uri="{FF2B5EF4-FFF2-40B4-BE49-F238E27FC236}">
                      <a16:creationId xmlns:a16="http://schemas.microsoft.com/office/drawing/2014/main" id="{28A2DBB8-F535-0069-EC8C-C69E1342D97F}"/>
                    </a:ext>
                  </a:extLst>
                </p:cNvPr>
                <p:cNvSpPr/>
                <p:nvPr/>
              </p:nvSpPr>
              <p:spPr>
                <a:xfrm>
                  <a:off x="3324810" y="3390367"/>
                  <a:ext cx="181224" cy="51943"/>
                </a:xfrm>
                <a:prstGeom prst="rect">
                  <a:avLst/>
                </a:prstGeom>
                <a:solidFill>
                  <a:srgbClr val="FEA90E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3" name="Rectangle 11002">
                  <a:extLst>
                    <a:ext uri="{FF2B5EF4-FFF2-40B4-BE49-F238E27FC236}">
                      <a16:creationId xmlns:a16="http://schemas.microsoft.com/office/drawing/2014/main" id="{BC719B22-794D-E68B-7A9C-3111A24FF341}"/>
                    </a:ext>
                  </a:extLst>
                </p:cNvPr>
                <p:cNvSpPr/>
                <p:nvPr/>
              </p:nvSpPr>
              <p:spPr>
                <a:xfrm>
                  <a:off x="3324810" y="3442310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4" name="Rectangle 11003">
                  <a:extLst>
                    <a:ext uri="{FF2B5EF4-FFF2-40B4-BE49-F238E27FC236}">
                      <a16:creationId xmlns:a16="http://schemas.microsoft.com/office/drawing/2014/main" id="{6A5C7CE9-ECFB-5EBD-A3E2-A14EEE564A1A}"/>
                    </a:ext>
                  </a:extLst>
                </p:cNvPr>
                <p:cNvSpPr/>
                <p:nvPr/>
              </p:nvSpPr>
              <p:spPr>
                <a:xfrm>
                  <a:off x="3506035" y="5157191"/>
                  <a:ext cx="181224" cy="51943"/>
                </a:xfrm>
                <a:prstGeom prst="rect">
                  <a:avLst/>
                </a:prstGeom>
                <a:solidFill>
                  <a:srgbClr val="FBBC49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5" name="Rectangle 11004">
                  <a:extLst>
                    <a:ext uri="{FF2B5EF4-FFF2-40B4-BE49-F238E27FC236}">
                      <a16:creationId xmlns:a16="http://schemas.microsoft.com/office/drawing/2014/main" id="{3D9841FE-C23F-8EFB-13D6-86176907FF3E}"/>
                    </a:ext>
                  </a:extLst>
                </p:cNvPr>
                <p:cNvSpPr/>
                <p:nvPr/>
              </p:nvSpPr>
              <p:spPr>
                <a:xfrm>
                  <a:off x="3687387" y="2299056"/>
                  <a:ext cx="181224" cy="51943"/>
                </a:xfrm>
                <a:prstGeom prst="rect">
                  <a:avLst/>
                </a:prstGeom>
                <a:solidFill>
                  <a:srgbClr val="F7D392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6" name="Rectangle 11005">
                  <a:extLst>
                    <a:ext uri="{FF2B5EF4-FFF2-40B4-BE49-F238E27FC236}">
                      <a16:creationId xmlns:a16="http://schemas.microsoft.com/office/drawing/2014/main" id="{FDF60D7F-AEA3-A9C7-0AD7-74A032E4581A}"/>
                    </a:ext>
                  </a:extLst>
                </p:cNvPr>
                <p:cNvSpPr/>
                <p:nvPr/>
              </p:nvSpPr>
              <p:spPr>
                <a:xfrm>
                  <a:off x="3687387" y="2662784"/>
                  <a:ext cx="181224" cy="51942"/>
                </a:xfrm>
                <a:prstGeom prst="rect">
                  <a:avLst/>
                </a:prstGeom>
                <a:solidFill>
                  <a:srgbClr val="F7D18B"/>
                </a:solidFill>
                <a:ln w="9518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7" name="Rectangle 11006">
                  <a:extLst>
                    <a:ext uri="{FF2B5EF4-FFF2-40B4-BE49-F238E27FC236}">
                      <a16:creationId xmlns:a16="http://schemas.microsoft.com/office/drawing/2014/main" id="{BBAE31B2-6445-F4BD-6924-83451BA27D7B}"/>
                    </a:ext>
                  </a:extLst>
                </p:cNvPr>
                <p:cNvSpPr/>
                <p:nvPr/>
              </p:nvSpPr>
              <p:spPr>
                <a:xfrm>
                  <a:off x="3868612" y="3390367"/>
                  <a:ext cx="181224" cy="51943"/>
                </a:xfrm>
                <a:prstGeom prst="rect">
                  <a:avLst/>
                </a:prstGeom>
                <a:solidFill>
                  <a:srgbClr val="F9C35F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8" name="Rectangle 11007">
                  <a:extLst>
                    <a:ext uri="{FF2B5EF4-FFF2-40B4-BE49-F238E27FC236}">
                      <a16:creationId xmlns:a16="http://schemas.microsoft.com/office/drawing/2014/main" id="{A7BC1E30-BA9E-1270-FCEC-D5705AE77CA3}"/>
                    </a:ext>
                  </a:extLst>
                </p:cNvPr>
                <p:cNvSpPr/>
                <p:nvPr/>
              </p:nvSpPr>
              <p:spPr>
                <a:xfrm>
                  <a:off x="4049837" y="4481551"/>
                  <a:ext cx="181224" cy="51943"/>
                </a:xfrm>
                <a:prstGeom prst="rect">
                  <a:avLst/>
                </a:prstGeom>
                <a:solidFill>
                  <a:srgbClr val="FAC157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9" name="Rectangle 11008">
                  <a:extLst>
                    <a:ext uri="{FF2B5EF4-FFF2-40B4-BE49-F238E27FC236}">
                      <a16:creationId xmlns:a16="http://schemas.microsoft.com/office/drawing/2014/main" id="{4912D2A8-A38D-445F-955A-A2EC2EA3A71A}"/>
                    </a:ext>
                  </a:extLst>
                </p:cNvPr>
                <p:cNvSpPr/>
                <p:nvPr/>
              </p:nvSpPr>
              <p:spPr>
                <a:xfrm>
                  <a:off x="4231062" y="4377665"/>
                  <a:ext cx="181224" cy="51943"/>
                </a:xfrm>
                <a:prstGeom prst="rect">
                  <a:avLst/>
                </a:prstGeom>
                <a:solidFill>
                  <a:srgbClr val="F5DDB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0" name="Rectangle 11009">
                  <a:extLst>
                    <a:ext uri="{FF2B5EF4-FFF2-40B4-BE49-F238E27FC236}">
                      <a16:creationId xmlns:a16="http://schemas.microsoft.com/office/drawing/2014/main" id="{2D8F4BC6-2401-7248-69CD-DE03D03F3BDC}"/>
                    </a:ext>
                  </a:extLst>
                </p:cNvPr>
                <p:cNvSpPr/>
                <p:nvPr/>
              </p:nvSpPr>
              <p:spPr>
                <a:xfrm>
                  <a:off x="4593512" y="2039214"/>
                  <a:ext cx="181224" cy="51943"/>
                </a:xfrm>
                <a:prstGeom prst="rect">
                  <a:avLst/>
                </a:prstGeom>
                <a:solidFill>
                  <a:srgbClr val="F4E3C5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1" name="Rectangle 11010">
                  <a:extLst>
                    <a:ext uri="{FF2B5EF4-FFF2-40B4-BE49-F238E27FC236}">
                      <a16:creationId xmlns:a16="http://schemas.microsoft.com/office/drawing/2014/main" id="{D65E7E99-1B8C-A897-9385-5DACDA149F1D}"/>
                    </a:ext>
                  </a:extLst>
                </p:cNvPr>
                <p:cNvSpPr/>
                <p:nvPr/>
              </p:nvSpPr>
              <p:spPr>
                <a:xfrm>
                  <a:off x="4956089" y="3546196"/>
                  <a:ext cx="181224" cy="51943"/>
                </a:xfrm>
                <a:prstGeom prst="rect">
                  <a:avLst/>
                </a:prstGeom>
                <a:solidFill>
                  <a:srgbClr val="F6D8A1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2" name="Rectangle 11011">
                  <a:extLst>
                    <a:ext uri="{FF2B5EF4-FFF2-40B4-BE49-F238E27FC236}">
                      <a16:creationId xmlns:a16="http://schemas.microsoft.com/office/drawing/2014/main" id="{B0AFF658-6A79-8544-0DA0-08B2819186F5}"/>
                    </a:ext>
                  </a:extLst>
                </p:cNvPr>
                <p:cNvSpPr/>
                <p:nvPr/>
              </p:nvSpPr>
              <p:spPr>
                <a:xfrm>
                  <a:off x="5137314" y="2039214"/>
                  <a:ext cx="181224" cy="51943"/>
                </a:xfrm>
                <a:prstGeom prst="rect">
                  <a:avLst/>
                </a:prstGeom>
                <a:solidFill>
                  <a:srgbClr val="FF0E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3" name="Rectangle 11012">
                  <a:extLst>
                    <a:ext uri="{FF2B5EF4-FFF2-40B4-BE49-F238E27FC236}">
                      <a16:creationId xmlns:a16="http://schemas.microsoft.com/office/drawing/2014/main" id="{96FB1D90-CCEA-6414-C330-8CF4F309794B}"/>
                    </a:ext>
                  </a:extLst>
                </p:cNvPr>
                <p:cNvSpPr/>
                <p:nvPr/>
              </p:nvSpPr>
              <p:spPr>
                <a:xfrm>
                  <a:off x="5137314" y="3078582"/>
                  <a:ext cx="181224" cy="51943"/>
                </a:xfrm>
                <a:prstGeom prst="rect">
                  <a:avLst/>
                </a:prstGeom>
                <a:solidFill>
                  <a:srgbClr val="E200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4" name="Rectangle 11013">
                  <a:extLst>
                    <a:ext uri="{FF2B5EF4-FFF2-40B4-BE49-F238E27FC236}">
                      <a16:creationId xmlns:a16="http://schemas.microsoft.com/office/drawing/2014/main" id="{8EA81D7C-EE98-B0F3-369C-AC35786324C6}"/>
                    </a:ext>
                  </a:extLst>
                </p:cNvPr>
                <p:cNvSpPr/>
                <p:nvPr/>
              </p:nvSpPr>
              <p:spPr>
                <a:xfrm>
                  <a:off x="5137314" y="3286354"/>
                  <a:ext cx="181224" cy="51943"/>
                </a:xfrm>
                <a:prstGeom prst="rect">
                  <a:avLst/>
                </a:prstGeom>
                <a:solidFill>
                  <a:srgbClr val="FF59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5" name="Rectangle 11014">
                  <a:extLst>
                    <a:ext uri="{FF2B5EF4-FFF2-40B4-BE49-F238E27FC236}">
                      <a16:creationId xmlns:a16="http://schemas.microsoft.com/office/drawing/2014/main" id="{BF7D0985-6F5C-BF63-6FA8-5B5754268502}"/>
                    </a:ext>
                  </a:extLst>
                </p:cNvPr>
                <p:cNvSpPr/>
                <p:nvPr/>
              </p:nvSpPr>
              <p:spPr>
                <a:xfrm>
                  <a:off x="5137314" y="3598139"/>
                  <a:ext cx="181224" cy="51943"/>
                </a:xfrm>
                <a:prstGeom prst="rect">
                  <a:avLst/>
                </a:prstGeom>
                <a:solidFill>
                  <a:srgbClr val="FF86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6" name="Rectangle 11015">
                  <a:extLst>
                    <a:ext uri="{FF2B5EF4-FFF2-40B4-BE49-F238E27FC236}">
                      <a16:creationId xmlns:a16="http://schemas.microsoft.com/office/drawing/2014/main" id="{C9C7E79E-CEBB-7463-3CD1-746BE643DCFC}"/>
                    </a:ext>
                  </a:extLst>
                </p:cNvPr>
                <p:cNvSpPr/>
                <p:nvPr/>
              </p:nvSpPr>
              <p:spPr>
                <a:xfrm>
                  <a:off x="5137314" y="4689450"/>
                  <a:ext cx="181224" cy="51943"/>
                </a:xfrm>
                <a:prstGeom prst="rect">
                  <a:avLst/>
                </a:prstGeom>
                <a:solidFill>
                  <a:srgbClr val="FF72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7" name="Rectangle 11016">
                  <a:extLst>
                    <a:ext uri="{FF2B5EF4-FFF2-40B4-BE49-F238E27FC236}">
                      <a16:creationId xmlns:a16="http://schemas.microsoft.com/office/drawing/2014/main" id="{0832EFED-953E-D9EA-BB1B-8632497D430B}"/>
                    </a:ext>
                  </a:extLst>
                </p:cNvPr>
                <p:cNvSpPr/>
                <p:nvPr/>
              </p:nvSpPr>
              <p:spPr>
                <a:xfrm>
                  <a:off x="4231062" y="4325722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8" name="Rectangle 11017">
                  <a:extLst>
                    <a:ext uri="{FF2B5EF4-FFF2-40B4-BE49-F238E27FC236}">
                      <a16:creationId xmlns:a16="http://schemas.microsoft.com/office/drawing/2014/main" id="{86BDDCE3-FEA7-3790-D9A2-C4DB3125F042}"/>
                    </a:ext>
                  </a:extLst>
                </p:cNvPr>
                <p:cNvSpPr/>
                <p:nvPr/>
              </p:nvSpPr>
              <p:spPr>
                <a:xfrm>
                  <a:off x="4774864" y="4481551"/>
                  <a:ext cx="181224" cy="51943"/>
                </a:xfrm>
                <a:prstGeom prst="rect">
                  <a:avLst/>
                </a:prstGeom>
                <a:solidFill>
                  <a:srgbClr val="F3E6CD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19" name="Rectangle 11018">
                  <a:extLst>
                    <a:ext uri="{FF2B5EF4-FFF2-40B4-BE49-F238E27FC236}">
                      <a16:creationId xmlns:a16="http://schemas.microsoft.com/office/drawing/2014/main" id="{E8D8CF5C-C27D-C385-C273-18E19400ECF6}"/>
                    </a:ext>
                  </a:extLst>
                </p:cNvPr>
                <p:cNvSpPr/>
                <p:nvPr/>
              </p:nvSpPr>
              <p:spPr>
                <a:xfrm>
                  <a:off x="4774864" y="4533621"/>
                  <a:ext cx="181224" cy="51943"/>
                </a:xfrm>
                <a:prstGeom prst="rect">
                  <a:avLst/>
                </a:prstGeom>
                <a:solidFill>
                  <a:srgbClr val="F5DFB7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20" name="Rectangle 11019">
                  <a:extLst>
                    <a:ext uri="{FF2B5EF4-FFF2-40B4-BE49-F238E27FC236}">
                      <a16:creationId xmlns:a16="http://schemas.microsoft.com/office/drawing/2014/main" id="{361C3B49-F866-BD24-3043-D7D4BD5BB349}"/>
                    </a:ext>
                  </a:extLst>
                </p:cNvPr>
                <p:cNvSpPr/>
                <p:nvPr/>
              </p:nvSpPr>
              <p:spPr>
                <a:xfrm>
                  <a:off x="2237334" y="4897349"/>
                  <a:ext cx="181224" cy="51943"/>
                </a:xfrm>
                <a:prstGeom prst="rect">
                  <a:avLst/>
                </a:prstGeom>
                <a:solidFill>
                  <a:srgbClr val="FF5E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21" name="Rectangle 11020">
                  <a:extLst>
                    <a:ext uri="{FF2B5EF4-FFF2-40B4-BE49-F238E27FC236}">
                      <a16:creationId xmlns:a16="http://schemas.microsoft.com/office/drawing/2014/main" id="{4A1C908D-68BB-75FB-6767-8E4A0D5F74CB}"/>
                    </a:ext>
                  </a:extLst>
                </p:cNvPr>
                <p:cNvSpPr/>
                <p:nvPr/>
              </p:nvSpPr>
              <p:spPr>
                <a:xfrm>
                  <a:off x="2237334" y="4949292"/>
                  <a:ext cx="181224" cy="51943"/>
                </a:xfrm>
                <a:prstGeom prst="rect">
                  <a:avLst/>
                </a:prstGeom>
                <a:solidFill>
                  <a:srgbClr val="FF63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22" name="Rectangle 11021">
                  <a:extLst>
                    <a:ext uri="{FF2B5EF4-FFF2-40B4-BE49-F238E27FC236}">
                      <a16:creationId xmlns:a16="http://schemas.microsoft.com/office/drawing/2014/main" id="{27E2BC34-1B3E-FFB5-8428-8CE952F1AB6E}"/>
                    </a:ext>
                  </a:extLst>
                </p:cNvPr>
                <p:cNvSpPr/>
                <p:nvPr/>
              </p:nvSpPr>
              <p:spPr>
                <a:xfrm>
                  <a:off x="2781135" y="3754095"/>
                  <a:ext cx="181224" cy="51943"/>
                </a:xfrm>
                <a:prstGeom prst="rect">
                  <a:avLst/>
                </a:prstGeom>
                <a:solidFill>
                  <a:srgbClr val="FF9F00"/>
                </a:solidFill>
                <a:ln w="9518" cap="rnd">
                  <a:solidFill>
                    <a:schemeClr val="accent1">
                      <a:shade val="15000"/>
                    </a:scheme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819" name="Rectangle 9818">
                <a:extLst>
                  <a:ext uri="{FF2B5EF4-FFF2-40B4-BE49-F238E27FC236}">
                    <a16:creationId xmlns:a16="http://schemas.microsoft.com/office/drawing/2014/main" id="{32BFC8AE-46DF-D326-87E4-89D155012CF1}"/>
                  </a:ext>
                </a:extLst>
              </p:cNvPr>
              <p:cNvSpPr/>
              <p:nvPr/>
            </p:nvSpPr>
            <p:spPr>
              <a:xfrm rot="16200000">
                <a:off x="2976210" y="370013"/>
                <a:ext cx="96987" cy="57125"/>
              </a:xfrm>
              <a:prstGeom prst="rect">
                <a:avLst/>
              </a:prstGeom>
              <a:solidFill>
                <a:srgbClr val="F2EFEA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0" name="Rectangle 9819">
                <a:extLst>
                  <a:ext uri="{FF2B5EF4-FFF2-40B4-BE49-F238E27FC236}">
                    <a16:creationId xmlns:a16="http://schemas.microsoft.com/office/drawing/2014/main" id="{43762257-9DD8-AB72-3C06-BF07C573F104}"/>
                  </a:ext>
                </a:extLst>
              </p:cNvPr>
              <p:cNvSpPr/>
              <p:nvPr/>
            </p:nvSpPr>
            <p:spPr>
              <a:xfrm rot="16200000">
                <a:off x="3033474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1" name="Rectangle 9820">
                <a:extLst>
                  <a:ext uri="{FF2B5EF4-FFF2-40B4-BE49-F238E27FC236}">
                    <a16:creationId xmlns:a16="http://schemas.microsoft.com/office/drawing/2014/main" id="{0B9A3759-5F43-EBA8-8AA8-9D7FB553C694}"/>
                  </a:ext>
                </a:extLst>
              </p:cNvPr>
              <p:cNvSpPr/>
              <p:nvPr/>
            </p:nvSpPr>
            <p:spPr>
              <a:xfrm rot="16200000">
                <a:off x="3090599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2" name="Rectangle 9821">
                <a:extLst>
                  <a:ext uri="{FF2B5EF4-FFF2-40B4-BE49-F238E27FC236}">
                    <a16:creationId xmlns:a16="http://schemas.microsoft.com/office/drawing/2014/main" id="{362F10DA-0F3D-B7C1-1AEC-D307D26BAB8E}"/>
                  </a:ext>
                </a:extLst>
              </p:cNvPr>
              <p:cNvSpPr/>
              <p:nvPr/>
            </p:nvSpPr>
            <p:spPr>
              <a:xfrm rot="16200000">
                <a:off x="3147724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3" name="Rectangle 9822">
                <a:extLst>
                  <a:ext uri="{FF2B5EF4-FFF2-40B4-BE49-F238E27FC236}">
                    <a16:creationId xmlns:a16="http://schemas.microsoft.com/office/drawing/2014/main" id="{C2587A83-9F40-A58E-9748-66949F677516}"/>
                  </a:ext>
                </a:extLst>
              </p:cNvPr>
              <p:cNvSpPr/>
              <p:nvPr/>
            </p:nvSpPr>
            <p:spPr>
              <a:xfrm rot="16200000">
                <a:off x="320484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4" name="Rectangle 9823">
                <a:extLst>
                  <a:ext uri="{FF2B5EF4-FFF2-40B4-BE49-F238E27FC236}">
                    <a16:creationId xmlns:a16="http://schemas.microsoft.com/office/drawing/2014/main" id="{702D3361-6534-A6EC-730F-D423EC32BC8E}"/>
                  </a:ext>
                </a:extLst>
              </p:cNvPr>
              <p:cNvSpPr/>
              <p:nvPr/>
            </p:nvSpPr>
            <p:spPr>
              <a:xfrm rot="16200000">
                <a:off x="326197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5" name="Rectangle 9824">
                <a:extLst>
                  <a:ext uri="{FF2B5EF4-FFF2-40B4-BE49-F238E27FC236}">
                    <a16:creationId xmlns:a16="http://schemas.microsoft.com/office/drawing/2014/main" id="{2E6A4B11-9A76-F3F8-461C-BE81FC813160}"/>
                  </a:ext>
                </a:extLst>
              </p:cNvPr>
              <p:cNvSpPr/>
              <p:nvPr/>
            </p:nvSpPr>
            <p:spPr>
              <a:xfrm rot="16200000">
                <a:off x="3319097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6" name="Rectangle 9825">
                <a:extLst>
                  <a:ext uri="{FF2B5EF4-FFF2-40B4-BE49-F238E27FC236}">
                    <a16:creationId xmlns:a16="http://schemas.microsoft.com/office/drawing/2014/main" id="{4D6096F4-ACB1-C235-B88B-CD9337EDBCE4}"/>
                  </a:ext>
                </a:extLst>
              </p:cNvPr>
              <p:cNvSpPr/>
              <p:nvPr/>
            </p:nvSpPr>
            <p:spPr>
              <a:xfrm rot="16200000">
                <a:off x="3376362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7" name="Rectangle 9826">
                <a:extLst>
                  <a:ext uri="{FF2B5EF4-FFF2-40B4-BE49-F238E27FC236}">
                    <a16:creationId xmlns:a16="http://schemas.microsoft.com/office/drawing/2014/main" id="{78A35195-21B1-889C-3B48-D686E1A605C6}"/>
                  </a:ext>
                </a:extLst>
              </p:cNvPr>
              <p:cNvSpPr/>
              <p:nvPr/>
            </p:nvSpPr>
            <p:spPr>
              <a:xfrm rot="16200000">
                <a:off x="3433487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8" name="Rectangle 9827">
                <a:extLst>
                  <a:ext uri="{FF2B5EF4-FFF2-40B4-BE49-F238E27FC236}">
                    <a16:creationId xmlns:a16="http://schemas.microsoft.com/office/drawing/2014/main" id="{0D965726-611A-8723-5D74-CC3D2C831CC9}"/>
                  </a:ext>
                </a:extLst>
              </p:cNvPr>
              <p:cNvSpPr/>
              <p:nvPr/>
            </p:nvSpPr>
            <p:spPr>
              <a:xfrm rot="16200000">
                <a:off x="3490611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9" name="Rectangle 9828">
                <a:extLst>
                  <a:ext uri="{FF2B5EF4-FFF2-40B4-BE49-F238E27FC236}">
                    <a16:creationId xmlns:a16="http://schemas.microsoft.com/office/drawing/2014/main" id="{4BE23D91-E1B1-11BF-9775-4C76441B1924}"/>
                  </a:ext>
                </a:extLst>
              </p:cNvPr>
              <p:cNvSpPr/>
              <p:nvPr/>
            </p:nvSpPr>
            <p:spPr>
              <a:xfrm rot="16200000">
                <a:off x="3547736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0" name="Rectangle 9829">
                <a:extLst>
                  <a:ext uri="{FF2B5EF4-FFF2-40B4-BE49-F238E27FC236}">
                    <a16:creationId xmlns:a16="http://schemas.microsoft.com/office/drawing/2014/main" id="{1FAF53CC-84B6-F40F-65FB-88D9C3DF2274}"/>
                  </a:ext>
                </a:extLst>
              </p:cNvPr>
              <p:cNvSpPr/>
              <p:nvPr/>
            </p:nvSpPr>
            <p:spPr>
              <a:xfrm rot="16200000">
                <a:off x="3604861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" name="Rectangle 9830">
                <a:extLst>
                  <a:ext uri="{FF2B5EF4-FFF2-40B4-BE49-F238E27FC236}">
                    <a16:creationId xmlns:a16="http://schemas.microsoft.com/office/drawing/2014/main" id="{8C8B9F3C-B21E-E572-2DF4-9A87D5FE90C3}"/>
                  </a:ext>
                </a:extLst>
              </p:cNvPr>
              <p:cNvSpPr/>
              <p:nvPr/>
            </p:nvSpPr>
            <p:spPr>
              <a:xfrm rot="16200000">
                <a:off x="3662125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" name="Rectangle 9831">
                <a:extLst>
                  <a:ext uri="{FF2B5EF4-FFF2-40B4-BE49-F238E27FC236}">
                    <a16:creationId xmlns:a16="http://schemas.microsoft.com/office/drawing/2014/main" id="{479EA609-C399-CB66-393F-C82CE3927564}"/>
                  </a:ext>
                </a:extLst>
              </p:cNvPr>
              <p:cNvSpPr/>
              <p:nvPr/>
            </p:nvSpPr>
            <p:spPr>
              <a:xfrm rot="16200000">
                <a:off x="371925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" name="Rectangle 9832">
                <a:extLst>
                  <a:ext uri="{FF2B5EF4-FFF2-40B4-BE49-F238E27FC236}">
                    <a16:creationId xmlns:a16="http://schemas.microsoft.com/office/drawing/2014/main" id="{5D5EC5A8-ECB6-A19B-8DA6-9BE24CD1D051}"/>
                  </a:ext>
                </a:extLst>
              </p:cNvPr>
              <p:cNvSpPr/>
              <p:nvPr/>
            </p:nvSpPr>
            <p:spPr>
              <a:xfrm rot="16200000">
                <a:off x="377637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" name="Rectangle 9833">
                <a:extLst>
                  <a:ext uri="{FF2B5EF4-FFF2-40B4-BE49-F238E27FC236}">
                    <a16:creationId xmlns:a16="http://schemas.microsoft.com/office/drawing/2014/main" id="{8A392139-11B8-C0AE-2F06-804D4EED83A9}"/>
                  </a:ext>
                </a:extLst>
              </p:cNvPr>
              <p:cNvSpPr/>
              <p:nvPr/>
            </p:nvSpPr>
            <p:spPr>
              <a:xfrm rot="16200000">
                <a:off x="383350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" name="Rectangle 9834">
                <a:extLst>
                  <a:ext uri="{FF2B5EF4-FFF2-40B4-BE49-F238E27FC236}">
                    <a16:creationId xmlns:a16="http://schemas.microsoft.com/office/drawing/2014/main" id="{42632DF0-5D80-54B6-E4C9-52D70AC39079}"/>
                  </a:ext>
                </a:extLst>
              </p:cNvPr>
              <p:cNvSpPr/>
              <p:nvPr/>
            </p:nvSpPr>
            <p:spPr>
              <a:xfrm rot="16200000">
                <a:off x="3890624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" name="Rectangle 9835">
                <a:extLst>
                  <a:ext uri="{FF2B5EF4-FFF2-40B4-BE49-F238E27FC236}">
                    <a16:creationId xmlns:a16="http://schemas.microsoft.com/office/drawing/2014/main" id="{A938AEAB-CFE0-E95A-1CFE-637E25E17773}"/>
                  </a:ext>
                </a:extLst>
              </p:cNvPr>
              <p:cNvSpPr/>
              <p:nvPr/>
            </p:nvSpPr>
            <p:spPr>
              <a:xfrm rot="16200000">
                <a:off x="4119263" y="370013"/>
                <a:ext cx="96987" cy="57125"/>
              </a:xfrm>
              <a:prstGeom prst="rect">
                <a:avLst/>
              </a:prstGeom>
              <a:solidFill>
                <a:srgbClr val="F2EFEA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" name="Rectangle 9836">
                <a:extLst>
                  <a:ext uri="{FF2B5EF4-FFF2-40B4-BE49-F238E27FC236}">
                    <a16:creationId xmlns:a16="http://schemas.microsoft.com/office/drawing/2014/main" id="{52ADBEDF-1098-B56B-29FF-C762124098BB}"/>
                  </a:ext>
                </a:extLst>
              </p:cNvPr>
              <p:cNvSpPr/>
              <p:nvPr/>
            </p:nvSpPr>
            <p:spPr>
              <a:xfrm rot="16200000">
                <a:off x="417638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" name="Rectangle 9837">
                <a:extLst>
                  <a:ext uri="{FF2B5EF4-FFF2-40B4-BE49-F238E27FC236}">
                    <a16:creationId xmlns:a16="http://schemas.microsoft.com/office/drawing/2014/main" id="{2939CDF3-4F53-8F60-B365-E56C1A8B65E6}"/>
                  </a:ext>
                </a:extLst>
              </p:cNvPr>
              <p:cNvSpPr/>
              <p:nvPr/>
            </p:nvSpPr>
            <p:spPr>
              <a:xfrm rot="16200000">
                <a:off x="4290637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" name="Rectangle 9838">
                <a:extLst>
                  <a:ext uri="{FF2B5EF4-FFF2-40B4-BE49-F238E27FC236}">
                    <a16:creationId xmlns:a16="http://schemas.microsoft.com/office/drawing/2014/main" id="{E5DBDFC0-B89C-F906-C794-07DBF17A280A}"/>
                  </a:ext>
                </a:extLst>
              </p:cNvPr>
              <p:cNvSpPr/>
              <p:nvPr/>
            </p:nvSpPr>
            <p:spPr>
              <a:xfrm rot="16200000">
                <a:off x="4347901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" name="Rectangle 9839">
                <a:extLst>
                  <a:ext uri="{FF2B5EF4-FFF2-40B4-BE49-F238E27FC236}">
                    <a16:creationId xmlns:a16="http://schemas.microsoft.com/office/drawing/2014/main" id="{DD1D1D8D-1531-0D32-38A9-5D28C354B0A8}"/>
                  </a:ext>
                </a:extLst>
              </p:cNvPr>
              <p:cNvSpPr/>
              <p:nvPr/>
            </p:nvSpPr>
            <p:spPr>
              <a:xfrm rot="16200000">
                <a:off x="4405026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" name="Rectangle 9840">
                <a:extLst>
                  <a:ext uri="{FF2B5EF4-FFF2-40B4-BE49-F238E27FC236}">
                    <a16:creationId xmlns:a16="http://schemas.microsoft.com/office/drawing/2014/main" id="{F1B18259-D769-F72C-180F-C3409235415F}"/>
                  </a:ext>
                </a:extLst>
              </p:cNvPr>
              <p:cNvSpPr/>
              <p:nvPr/>
            </p:nvSpPr>
            <p:spPr>
              <a:xfrm rot="16200000">
                <a:off x="4462151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" name="Rectangle 9841">
                <a:extLst>
                  <a:ext uri="{FF2B5EF4-FFF2-40B4-BE49-F238E27FC236}">
                    <a16:creationId xmlns:a16="http://schemas.microsoft.com/office/drawing/2014/main" id="{E6FAEF8F-D318-3E0A-EC57-FEA3EE8FCFBE}"/>
                  </a:ext>
                </a:extLst>
              </p:cNvPr>
              <p:cNvSpPr/>
              <p:nvPr/>
            </p:nvSpPr>
            <p:spPr>
              <a:xfrm rot="16200000">
                <a:off x="4690789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" name="Rectangle 9842">
                <a:extLst>
                  <a:ext uri="{FF2B5EF4-FFF2-40B4-BE49-F238E27FC236}">
                    <a16:creationId xmlns:a16="http://schemas.microsoft.com/office/drawing/2014/main" id="{9239F9DC-7E4B-0664-DC1C-7CF208DA9BDF}"/>
                  </a:ext>
                </a:extLst>
              </p:cNvPr>
              <p:cNvSpPr/>
              <p:nvPr/>
            </p:nvSpPr>
            <p:spPr>
              <a:xfrm rot="16200000">
                <a:off x="4747914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" name="Rectangle 9843">
                <a:extLst>
                  <a:ext uri="{FF2B5EF4-FFF2-40B4-BE49-F238E27FC236}">
                    <a16:creationId xmlns:a16="http://schemas.microsoft.com/office/drawing/2014/main" id="{65668B86-E11C-4A39-3E07-03207C0EA405}"/>
                  </a:ext>
                </a:extLst>
              </p:cNvPr>
              <p:cNvSpPr/>
              <p:nvPr/>
            </p:nvSpPr>
            <p:spPr>
              <a:xfrm rot="16200000">
                <a:off x="4805039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" name="Rectangle 9844">
                <a:extLst>
                  <a:ext uri="{FF2B5EF4-FFF2-40B4-BE49-F238E27FC236}">
                    <a16:creationId xmlns:a16="http://schemas.microsoft.com/office/drawing/2014/main" id="{E9AB9FA4-3191-7DD0-D232-F19255BAD132}"/>
                  </a:ext>
                </a:extLst>
              </p:cNvPr>
              <p:cNvSpPr/>
              <p:nvPr/>
            </p:nvSpPr>
            <p:spPr>
              <a:xfrm rot="16200000">
                <a:off x="486216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" name="Rectangle 9845">
                <a:extLst>
                  <a:ext uri="{FF2B5EF4-FFF2-40B4-BE49-F238E27FC236}">
                    <a16:creationId xmlns:a16="http://schemas.microsoft.com/office/drawing/2014/main" id="{2CC36C95-1CDC-E0E8-3AFD-625C668434BA}"/>
                  </a:ext>
                </a:extLst>
              </p:cNvPr>
              <p:cNvSpPr/>
              <p:nvPr/>
            </p:nvSpPr>
            <p:spPr>
              <a:xfrm rot="16200000">
                <a:off x="491928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" name="Rectangle 9846">
                <a:extLst>
                  <a:ext uri="{FF2B5EF4-FFF2-40B4-BE49-F238E27FC236}">
                    <a16:creationId xmlns:a16="http://schemas.microsoft.com/office/drawing/2014/main" id="{C326FB53-EE0E-042D-A8CB-B3E4BB027E72}"/>
                  </a:ext>
                </a:extLst>
              </p:cNvPr>
              <p:cNvSpPr/>
              <p:nvPr/>
            </p:nvSpPr>
            <p:spPr>
              <a:xfrm rot="16200000">
                <a:off x="4976553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" name="Rectangle 9847">
                <a:extLst>
                  <a:ext uri="{FF2B5EF4-FFF2-40B4-BE49-F238E27FC236}">
                    <a16:creationId xmlns:a16="http://schemas.microsoft.com/office/drawing/2014/main" id="{A851498A-245F-E316-6686-C91C55B42F43}"/>
                  </a:ext>
                </a:extLst>
              </p:cNvPr>
              <p:cNvSpPr/>
              <p:nvPr/>
            </p:nvSpPr>
            <p:spPr>
              <a:xfrm rot="16200000">
                <a:off x="5033677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" name="Rectangle 9848">
                <a:extLst>
                  <a:ext uri="{FF2B5EF4-FFF2-40B4-BE49-F238E27FC236}">
                    <a16:creationId xmlns:a16="http://schemas.microsoft.com/office/drawing/2014/main" id="{BBC2278D-8479-A5F0-E40B-DCDCBC765771}"/>
                  </a:ext>
                </a:extLst>
              </p:cNvPr>
              <p:cNvSpPr/>
              <p:nvPr/>
            </p:nvSpPr>
            <p:spPr>
              <a:xfrm rot="16200000">
                <a:off x="5090802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" name="Rectangle 9849">
                <a:extLst>
                  <a:ext uri="{FF2B5EF4-FFF2-40B4-BE49-F238E27FC236}">
                    <a16:creationId xmlns:a16="http://schemas.microsoft.com/office/drawing/2014/main" id="{4F0FFBEA-3BF5-D630-BF8F-5998CF642532}"/>
                  </a:ext>
                </a:extLst>
              </p:cNvPr>
              <p:cNvSpPr/>
              <p:nvPr/>
            </p:nvSpPr>
            <p:spPr>
              <a:xfrm rot="16200000">
                <a:off x="5147927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" name="Rectangle 9850">
                <a:extLst>
                  <a:ext uri="{FF2B5EF4-FFF2-40B4-BE49-F238E27FC236}">
                    <a16:creationId xmlns:a16="http://schemas.microsoft.com/office/drawing/2014/main" id="{42650B78-7463-4F85-77D0-EDFA4263EE32}"/>
                  </a:ext>
                </a:extLst>
              </p:cNvPr>
              <p:cNvSpPr/>
              <p:nvPr/>
            </p:nvSpPr>
            <p:spPr>
              <a:xfrm rot="16200000">
                <a:off x="5262316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" name="Rectangle 9851">
                <a:extLst>
                  <a:ext uri="{FF2B5EF4-FFF2-40B4-BE49-F238E27FC236}">
                    <a16:creationId xmlns:a16="http://schemas.microsoft.com/office/drawing/2014/main" id="{9F25D94A-F95F-8578-4A86-F84A7BFDC37B}"/>
                  </a:ext>
                </a:extLst>
              </p:cNvPr>
              <p:cNvSpPr/>
              <p:nvPr/>
            </p:nvSpPr>
            <p:spPr>
              <a:xfrm rot="16200000">
                <a:off x="531944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" name="Rectangle 9852">
                <a:extLst>
                  <a:ext uri="{FF2B5EF4-FFF2-40B4-BE49-F238E27FC236}">
                    <a16:creationId xmlns:a16="http://schemas.microsoft.com/office/drawing/2014/main" id="{A3842963-1D2A-2075-4577-A9C9D1D0AFAA}"/>
                  </a:ext>
                </a:extLst>
              </p:cNvPr>
              <p:cNvSpPr/>
              <p:nvPr/>
            </p:nvSpPr>
            <p:spPr>
              <a:xfrm rot="16200000">
                <a:off x="5376565" y="370013"/>
                <a:ext cx="96987" cy="57125"/>
              </a:xfrm>
              <a:prstGeom prst="rect">
                <a:avLst/>
              </a:prstGeom>
              <a:solidFill>
                <a:srgbClr val="F2EFEA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" name="Rectangle 9853">
                <a:extLst>
                  <a:ext uri="{FF2B5EF4-FFF2-40B4-BE49-F238E27FC236}">
                    <a16:creationId xmlns:a16="http://schemas.microsoft.com/office/drawing/2014/main" id="{3AE2B24E-0D6C-76AF-A8DF-F9FEE249CAA2}"/>
                  </a:ext>
                </a:extLst>
              </p:cNvPr>
              <p:cNvSpPr/>
              <p:nvPr/>
            </p:nvSpPr>
            <p:spPr>
              <a:xfrm rot="16200000">
                <a:off x="543369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" name="Rectangle 9854">
                <a:extLst>
                  <a:ext uri="{FF2B5EF4-FFF2-40B4-BE49-F238E27FC236}">
                    <a16:creationId xmlns:a16="http://schemas.microsoft.com/office/drawing/2014/main" id="{758614C0-9736-9943-6C06-2A2B48B8A3B0}"/>
                  </a:ext>
                </a:extLst>
              </p:cNvPr>
              <p:cNvSpPr/>
              <p:nvPr/>
            </p:nvSpPr>
            <p:spPr>
              <a:xfrm rot="16200000">
                <a:off x="549081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" name="Rectangle 9855">
                <a:extLst>
                  <a:ext uri="{FF2B5EF4-FFF2-40B4-BE49-F238E27FC236}">
                    <a16:creationId xmlns:a16="http://schemas.microsoft.com/office/drawing/2014/main" id="{358088B5-E17E-19A1-8ADE-AF224719ACDB}"/>
                  </a:ext>
                </a:extLst>
              </p:cNvPr>
              <p:cNvSpPr/>
              <p:nvPr/>
            </p:nvSpPr>
            <p:spPr>
              <a:xfrm rot="16200000">
                <a:off x="5547939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" name="Rectangle 9856">
                <a:extLst>
                  <a:ext uri="{FF2B5EF4-FFF2-40B4-BE49-F238E27FC236}">
                    <a16:creationId xmlns:a16="http://schemas.microsoft.com/office/drawing/2014/main" id="{4CC1C8B2-CE9E-5260-C9ED-4F0D1ADC6607}"/>
                  </a:ext>
                </a:extLst>
              </p:cNvPr>
              <p:cNvSpPr/>
              <p:nvPr/>
            </p:nvSpPr>
            <p:spPr>
              <a:xfrm rot="16200000">
                <a:off x="5662328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" name="Rectangle 9857">
                <a:extLst>
                  <a:ext uri="{FF2B5EF4-FFF2-40B4-BE49-F238E27FC236}">
                    <a16:creationId xmlns:a16="http://schemas.microsoft.com/office/drawing/2014/main" id="{CD97A5B8-13B4-A8E2-A5D2-24AA54C8BA08}"/>
                  </a:ext>
                </a:extLst>
              </p:cNvPr>
              <p:cNvSpPr/>
              <p:nvPr/>
            </p:nvSpPr>
            <p:spPr>
              <a:xfrm rot="16200000">
                <a:off x="5890967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" name="Rectangle 9858">
                <a:extLst>
                  <a:ext uri="{FF2B5EF4-FFF2-40B4-BE49-F238E27FC236}">
                    <a16:creationId xmlns:a16="http://schemas.microsoft.com/office/drawing/2014/main" id="{A132D9B8-803F-2C5C-09A1-AF21C6FAEDCF}"/>
                  </a:ext>
                </a:extLst>
              </p:cNvPr>
              <p:cNvSpPr/>
              <p:nvPr/>
            </p:nvSpPr>
            <p:spPr>
              <a:xfrm rot="16200000">
                <a:off x="5948092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" name="Rectangle 9859">
                <a:extLst>
                  <a:ext uri="{FF2B5EF4-FFF2-40B4-BE49-F238E27FC236}">
                    <a16:creationId xmlns:a16="http://schemas.microsoft.com/office/drawing/2014/main" id="{EFFCBA94-68FE-027D-758B-E9C9FA5FA85E}"/>
                  </a:ext>
                </a:extLst>
              </p:cNvPr>
              <p:cNvSpPr/>
              <p:nvPr/>
            </p:nvSpPr>
            <p:spPr>
              <a:xfrm rot="16200000">
                <a:off x="6005216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" name="Rectangle 9860">
                <a:extLst>
                  <a:ext uri="{FF2B5EF4-FFF2-40B4-BE49-F238E27FC236}">
                    <a16:creationId xmlns:a16="http://schemas.microsoft.com/office/drawing/2014/main" id="{B5AD0978-6435-69D2-FC2D-D8678D952C47}"/>
                  </a:ext>
                </a:extLst>
              </p:cNvPr>
              <p:cNvSpPr/>
              <p:nvPr/>
            </p:nvSpPr>
            <p:spPr>
              <a:xfrm rot="16200000">
                <a:off x="6062341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" name="Rectangle 9861">
                <a:extLst>
                  <a:ext uri="{FF2B5EF4-FFF2-40B4-BE49-F238E27FC236}">
                    <a16:creationId xmlns:a16="http://schemas.microsoft.com/office/drawing/2014/main" id="{DB27F58F-2051-FE62-E0C6-F8FFA21C5B90}"/>
                  </a:ext>
                </a:extLst>
              </p:cNvPr>
              <p:cNvSpPr/>
              <p:nvPr/>
            </p:nvSpPr>
            <p:spPr>
              <a:xfrm rot="16200000">
                <a:off x="6119466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" name="Rectangle 9862">
                <a:extLst>
                  <a:ext uri="{FF2B5EF4-FFF2-40B4-BE49-F238E27FC236}">
                    <a16:creationId xmlns:a16="http://schemas.microsoft.com/office/drawing/2014/main" id="{7A287D64-0B02-528F-25E8-88FBCB7A03A7}"/>
                  </a:ext>
                </a:extLst>
              </p:cNvPr>
              <p:cNvSpPr/>
              <p:nvPr/>
            </p:nvSpPr>
            <p:spPr>
              <a:xfrm rot="16200000">
                <a:off x="6176591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4" name="Rectangle 9863">
                <a:extLst>
                  <a:ext uri="{FF2B5EF4-FFF2-40B4-BE49-F238E27FC236}">
                    <a16:creationId xmlns:a16="http://schemas.microsoft.com/office/drawing/2014/main" id="{51255756-240A-93C4-539C-4F29B8FDD48F}"/>
                  </a:ext>
                </a:extLst>
              </p:cNvPr>
              <p:cNvSpPr/>
              <p:nvPr/>
            </p:nvSpPr>
            <p:spPr>
              <a:xfrm rot="16200000">
                <a:off x="6233855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5" name="Rectangle 9864">
                <a:extLst>
                  <a:ext uri="{FF2B5EF4-FFF2-40B4-BE49-F238E27FC236}">
                    <a16:creationId xmlns:a16="http://schemas.microsoft.com/office/drawing/2014/main" id="{827020BC-5E0F-D5F6-4C64-2E7001DDB01A}"/>
                  </a:ext>
                </a:extLst>
              </p:cNvPr>
              <p:cNvSpPr/>
              <p:nvPr/>
            </p:nvSpPr>
            <p:spPr>
              <a:xfrm rot="16200000">
                <a:off x="6290980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6" name="Rectangle 9865">
                <a:extLst>
                  <a:ext uri="{FF2B5EF4-FFF2-40B4-BE49-F238E27FC236}">
                    <a16:creationId xmlns:a16="http://schemas.microsoft.com/office/drawing/2014/main" id="{E2C11029-86B2-1B9F-787C-8A25646DDE6E}"/>
                  </a:ext>
                </a:extLst>
              </p:cNvPr>
              <p:cNvSpPr/>
              <p:nvPr/>
            </p:nvSpPr>
            <p:spPr>
              <a:xfrm rot="16200000">
                <a:off x="6348104" y="370013"/>
                <a:ext cx="96987" cy="57125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7" name="Rectangle 9866">
                <a:extLst>
                  <a:ext uri="{FF2B5EF4-FFF2-40B4-BE49-F238E27FC236}">
                    <a16:creationId xmlns:a16="http://schemas.microsoft.com/office/drawing/2014/main" id="{EA542294-2008-92C1-63EE-94F2B3BCB335}"/>
                  </a:ext>
                </a:extLst>
              </p:cNvPr>
              <p:cNvSpPr/>
              <p:nvPr/>
            </p:nvSpPr>
            <p:spPr>
              <a:xfrm rot="16200000">
                <a:off x="6405229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8" name="Rectangle 9867">
                <a:extLst>
                  <a:ext uri="{FF2B5EF4-FFF2-40B4-BE49-F238E27FC236}">
                    <a16:creationId xmlns:a16="http://schemas.microsoft.com/office/drawing/2014/main" id="{75840EE0-9941-F0CB-7C38-7FD31E32054D}"/>
                  </a:ext>
                </a:extLst>
              </p:cNvPr>
              <p:cNvSpPr/>
              <p:nvPr/>
            </p:nvSpPr>
            <p:spPr>
              <a:xfrm rot="16200000">
                <a:off x="5205051" y="370013"/>
                <a:ext cx="96987" cy="57125"/>
              </a:xfrm>
              <a:prstGeom prst="rect">
                <a:avLst/>
              </a:prstGeom>
              <a:solidFill>
                <a:srgbClr val="F2EDE3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9" name="Rectangle 9868">
                <a:extLst>
                  <a:ext uri="{FF2B5EF4-FFF2-40B4-BE49-F238E27FC236}">
                    <a16:creationId xmlns:a16="http://schemas.microsoft.com/office/drawing/2014/main" id="{B05093E7-B49B-F4C9-E894-E35C695D0F25}"/>
                  </a:ext>
                </a:extLst>
              </p:cNvPr>
              <p:cNvSpPr/>
              <p:nvPr/>
            </p:nvSpPr>
            <p:spPr>
              <a:xfrm rot="16200000">
                <a:off x="5605204" y="370013"/>
                <a:ext cx="96987" cy="57125"/>
              </a:xfrm>
              <a:prstGeom prst="rect">
                <a:avLst/>
              </a:prstGeom>
              <a:solidFill>
                <a:srgbClr val="F3EBDB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0" name="Rectangle 9869">
                <a:extLst>
                  <a:ext uri="{FF2B5EF4-FFF2-40B4-BE49-F238E27FC236}">
                    <a16:creationId xmlns:a16="http://schemas.microsoft.com/office/drawing/2014/main" id="{BE9780F9-CCC6-E452-04AF-F9FEE484D204}"/>
                  </a:ext>
                </a:extLst>
              </p:cNvPr>
              <p:cNvSpPr/>
              <p:nvPr/>
            </p:nvSpPr>
            <p:spPr>
              <a:xfrm rot="16200000">
                <a:off x="6462353" y="370013"/>
                <a:ext cx="96987" cy="57124"/>
              </a:xfrm>
              <a:prstGeom prst="rect">
                <a:avLst/>
              </a:prstGeom>
              <a:solidFill>
                <a:srgbClr val="F2F2F2"/>
              </a:solidFill>
              <a:ln w="9518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A79BD1DF-48C5-55FE-4996-228903F8FDB9}"/>
              </a:ext>
            </a:extLst>
          </p:cNvPr>
          <p:cNvSpPr txBox="1"/>
          <p:nvPr/>
        </p:nvSpPr>
        <p:spPr>
          <a:xfrm>
            <a:off x="18800" y="2439110"/>
            <a:ext cx="3129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>
                <a:latin typeface="Helvetica" pitchFamily="2" charset="0"/>
              </a:rPr>
              <a:t>c</a:t>
            </a:r>
            <a:endParaRPr lang="en-US" sz="3200" b="1">
              <a:latin typeface="Helvetica" pitchFamily="2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EE92B770-6C01-EA62-7FD9-95CD3BDF424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3560" y="1557659"/>
            <a:ext cx="6533900" cy="2698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854452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4">
            <a:extLst>
              <a:ext uri="{FF2B5EF4-FFF2-40B4-BE49-F238E27FC236}">
                <a16:creationId xmlns:a16="http://schemas.microsoft.com/office/drawing/2014/main" id="{EC480C4A-F50C-CBF5-F27C-49D071ED0C54}"/>
              </a:ext>
            </a:extLst>
          </p:cNvPr>
          <p:cNvGrpSpPr/>
          <p:nvPr/>
        </p:nvGrpSpPr>
        <p:grpSpPr>
          <a:xfrm>
            <a:off x="214092" y="16625"/>
            <a:ext cx="1834517" cy="2274897"/>
            <a:chOff x="-5717" y="0"/>
            <a:chExt cx="1834517" cy="182880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608AB4A-C22D-63E4-FA6F-F128C54D0C13}"/>
                </a:ext>
              </a:extLst>
            </p:cNvPr>
            <p:cNvSpPr/>
            <p:nvPr/>
          </p:nvSpPr>
          <p:spPr>
            <a:xfrm>
              <a:off x="0" y="0"/>
              <a:ext cx="1828800" cy="1828800"/>
            </a:xfrm>
            <a:custGeom>
              <a:avLst/>
              <a:gdLst>
                <a:gd name="csX0" fmla="*/ 0 w 1828800"/>
                <a:gd name="csY0" fmla="*/ 0 h 1828800"/>
                <a:gd name="csX1" fmla="*/ 1828800 w 1828800"/>
                <a:gd name="csY1" fmla="*/ 0 h 1828800"/>
                <a:gd name="csX2" fmla="*/ 1828800 w 1828800"/>
                <a:gd name="csY2" fmla="*/ 1828800 h 1828800"/>
                <a:gd name="csX3" fmla="*/ 0 w 1828800"/>
                <a:gd name="csY3" fmla="*/ 1828800 h 1828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28800" h="1828800">
                  <a:moveTo>
                    <a:pt x="0" y="0"/>
                  </a:moveTo>
                  <a:lnTo>
                    <a:pt x="1828800" y="0"/>
                  </a:lnTo>
                  <a:lnTo>
                    <a:pt x="1828800" y="1828800"/>
                  </a:lnTo>
                  <a:lnTo>
                    <a:pt x="0" y="1828800"/>
                  </a:lnTo>
                  <a:close/>
                </a:path>
              </a:pathLst>
            </a:custGeom>
            <a:solidFill>
              <a:srgbClr val="FFFFFF"/>
            </a:solidFill>
            <a:ln w="12700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2800"/>
            </a:p>
          </p:txBody>
        </p:sp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B53C47AA-CC53-2F31-CE79-D523C8636DDE}"/>
                </a:ext>
              </a:extLst>
            </p:cNvPr>
            <p:cNvGrpSpPr/>
            <p:nvPr/>
          </p:nvGrpSpPr>
          <p:grpSpPr>
            <a:xfrm>
              <a:off x="400065" y="342760"/>
              <a:ext cx="1278367" cy="1044080"/>
              <a:chOff x="400065" y="342760"/>
              <a:chExt cx="1278367" cy="1044080"/>
            </a:xfrm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E251F6A6-6610-FD5E-D96E-313382E7698A}"/>
                  </a:ext>
                </a:extLst>
              </p:cNvPr>
              <p:cNvSpPr/>
              <p:nvPr/>
            </p:nvSpPr>
            <p:spPr>
              <a:xfrm>
                <a:off x="520192" y="1006221"/>
                <a:ext cx="12700" cy="7619"/>
              </a:xfrm>
              <a:custGeom>
                <a:avLst/>
                <a:gdLst>
                  <a:gd name="csX0" fmla="*/ 0 w 12700"/>
                  <a:gd name="csY0" fmla="*/ 7620 h 7619"/>
                  <a:gd name="csX1" fmla="*/ 0 w 12700"/>
                  <a:gd name="csY1" fmla="*/ 0 h 76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619">
                    <a:moveTo>
                      <a:pt x="0" y="762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32E8F717-EC55-01A5-53C9-3BDF8BECE28A}"/>
                  </a:ext>
                </a:extLst>
              </p:cNvPr>
              <p:cNvSpPr/>
              <p:nvPr/>
            </p:nvSpPr>
            <p:spPr>
              <a:xfrm>
                <a:off x="520192" y="1157351"/>
                <a:ext cx="12700" cy="23495"/>
              </a:xfrm>
              <a:custGeom>
                <a:avLst/>
                <a:gdLst>
                  <a:gd name="csX0" fmla="*/ 0 w 12700"/>
                  <a:gd name="csY0" fmla="*/ 0 h 23495"/>
                  <a:gd name="csX1" fmla="*/ 0 w 12700"/>
                  <a:gd name="csY1" fmla="*/ 23495 h 234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3495">
                    <a:moveTo>
                      <a:pt x="0" y="0"/>
                    </a:moveTo>
                    <a:lnTo>
                      <a:pt x="0" y="23495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C0D7B8-8929-4CC9-280A-D07E4F97CCD0}"/>
                  </a:ext>
                </a:extLst>
              </p:cNvPr>
              <p:cNvSpPr/>
              <p:nvPr/>
            </p:nvSpPr>
            <p:spPr>
              <a:xfrm>
                <a:off x="439419" y="1013841"/>
                <a:ext cx="161544" cy="143509"/>
              </a:xfrm>
              <a:custGeom>
                <a:avLst/>
                <a:gdLst>
                  <a:gd name="csX0" fmla="*/ 0 w 161544"/>
                  <a:gd name="csY0" fmla="*/ 0 h 143509"/>
                  <a:gd name="csX1" fmla="*/ 0 w 161544"/>
                  <a:gd name="csY1" fmla="*/ 143510 h 143509"/>
                  <a:gd name="csX2" fmla="*/ 161544 w 161544"/>
                  <a:gd name="csY2" fmla="*/ 143510 h 143509"/>
                  <a:gd name="csX3" fmla="*/ 161544 w 161544"/>
                  <a:gd name="csY3" fmla="*/ 0 h 143509"/>
                  <a:gd name="csX4" fmla="*/ 0 w 161544"/>
                  <a:gd name="csY4" fmla="*/ 0 h 1435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1544" h="143509">
                    <a:moveTo>
                      <a:pt x="0" y="0"/>
                    </a:moveTo>
                    <a:lnTo>
                      <a:pt x="0" y="143510"/>
                    </a:lnTo>
                    <a:lnTo>
                      <a:pt x="161544" y="143510"/>
                    </a:lnTo>
                    <a:lnTo>
                      <a:pt x="16154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264BB1EB-9F34-9FB9-E3BD-E0FD0BFD20E1}"/>
                  </a:ext>
                </a:extLst>
              </p:cNvPr>
              <p:cNvSpPr/>
              <p:nvPr/>
            </p:nvSpPr>
            <p:spPr>
              <a:xfrm>
                <a:off x="439420" y="1070991"/>
                <a:ext cx="161544" cy="12700"/>
              </a:xfrm>
              <a:custGeom>
                <a:avLst/>
                <a:gdLst>
                  <a:gd name="csX0" fmla="*/ 0 w 161544"/>
                  <a:gd name="csY0" fmla="*/ 0 h 12700"/>
                  <a:gd name="csX1" fmla="*/ 161544 w 16154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544" h="12700">
                    <a:moveTo>
                      <a:pt x="0" y="0"/>
                    </a:moveTo>
                    <a:lnTo>
                      <a:pt x="16154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5E271F2A-964B-D1FD-F367-10228EA1E71B}"/>
                  </a:ext>
                </a:extLst>
              </p:cNvPr>
              <p:cNvSpPr/>
              <p:nvPr/>
            </p:nvSpPr>
            <p:spPr>
              <a:xfrm>
                <a:off x="789559" y="1142238"/>
                <a:ext cx="12700" cy="20828"/>
              </a:xfrm>
              <a:custGeom>
                <a:avLst/>
                <a:gdLst>
                  <a:gd name="csX0" fmla="*/ 0 w 12700"/>
                  <a:gd name="csY0" fmla="*/ 20828 h 20828"/>
                  <a:gd name="csX1" fmla="*/ 0 w 12700"/>
                  <a:gd name="csY1" fmla="*/ 0 h 208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0828">
                    <a:moveTo>
                      <a:pt x="0" y="20828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A03FEB25-CBBE-D85C-58A6-B88221AE3AC6}"/>
                  </a:ext>
                </a:extLst>
              </p:cNvPr>
              <p:cNvSpPr/>
              <p:nvPr/>
            </p:nvSpPr>
            <p:spPr>
              <a:xfrm>
                <a:off x="789559" y="1294003"/>
                <a:ext cx="12700" cy="74675"/>
              </a:xfrm>
              <a:custGeom>
                <a:avLst/>
                <a:gdLst>
                  <a:gd name="csX0" fmla="*/ 0 w 12700"/>
                  <a:gd name="csY0" fmla="*/ 0 h 74675"/>
                  <a:gd name="csX1" fmla="*/ 0 w 12700"/>
                  <a:gd name="csY1" fmla="*/ 74676 h 746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4675">
                    <a:moveTo>
                      <a:pt x="0" y="0"/>
                    </a:moveTo>
                    <a:lnTo>
                      <a:pt x="0" y="7467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5040961-E410-0C36-90E5-BA7602112FC4}"/>
                  </a:ext>
                </a:extLst>
              </p:cNvPr>
              <p:cNvSpPr/>
              <p:nvPr/>
            </p:nvSpPr>
            <p:spPr>
              <a:xfrm>
                <a:off x="708787" y="1163066"/>
                <a:ext cx="161543" cy="130936"/>
              </a:xfrm>
              <a:custGeom>
                <a:avLst/>
                <a:gdLst>
                  <a:gd name="csX0" fmla="*/ 0 w 161543"/>
                  <a:gd name="csY0" fmla="*/ 0 h 130936"/>
                  <a:gd name="csX1" fmla="*/ 0 w 161543"/>
                  <a:gd name="csY1" fmla="*/ 130937 h 130936"/>
                  <a:gd name="csX2" fmla="*/ 161544 w 161543"/>
                  <a:gd name="csY2" fmla="*/ 130937 h 130936"/>
                  <a:gd name="csX3" fmla="*/ 161544 w 161543"/>
                  <a:gd name="csY3" fmla="*/ 0 h 130936"/>
                  <a:gd name="csX4" fmla="*/ 0 w 161543"/>
                  <a:gd name="csY4" fmla="*/ 0 h 1309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1543" h="130936">
                    <a:moveTo>
                      <a:pt x="0" y="0"/>
                    </a:moveTo>
                    <a:lnTo>
                      <a:pt x="0" y="130937"/>
                    </a:lnTo>
                    <a:lnTo>
                      <a:pt x="161544" y="130937"/>
                    </a:lnTo>
                    <a:lnTo>
                      <a:pt x="16154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ECCE269B-D87E-2F29-CE94-CCCF8C678684}"/>
                  </a:ext>
                </a:extLst>
              </p:cNvPr>
              <p:cNvSpPr/>
              <p:nvPr/>
            </p:nvSpPr>
            <p:spPr>
              <a:xfrm>
                <a:off x="708787" y="1189609"/>
                <a:ext cx="161544" cy="12700"/>
              </a:xfrm>
              <a:custGeom>
                <a:avLst/>
                <a:gdLst>
                  <a:gd name="csX0" fmla="*/ 0 w 161544"/>
                  <a:gd name="csY0" fmla="*/ 0 h 12700"/>
                  <a:gd name="csX1" fmla="*/ 161544 w 16154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544" h="12700">
                    <a:moveTo>
                      <a:pt x="0" y="0"/>
                    </a:moveTo>
                    <a:lnTo>
                      <a:pt x="16154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AF1A7C79-5AA0-5DAE-631A-2A90D91D8FD2}"/>
                  </a:ext>
                </a:extLst>
              </p:cNvPr>
              <p:cNvSpPr/>
              <p:nvPr/>
            </p:nvSpPr>
            <p:spPr>
              <a:xfrm>
                <a:off x="1058926" y="1133602"/>
                <a:ext cx="12700" cy="16001"/>
              </a:xfrm>
              <a:custGeom>
                <a:avLst/>
                <a:gdLst>
                  <a:gd name="csX0" fmla="*/ 0 w 12700"/>
                  <a:gd name="csY0" fmla="*/ 16002 h 16001"/>
                  <a:gd name="csX1" fmla="*/ 0 w 12700"/>
                  <a:gd name="csY1" fmla="*/ 0 h 160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6001">
                    <a:moveTo>
                      <a:pt x="0" y="1600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BF7885DA-0F61-69FF-9662-A13F0726758C}"/>
                  </a:ext>
                </a:extLst>
              </p:cNvPr>
              <p:cNvSpPr/>
              <p:nvPr/>
            </p:nvSpPr>
            <p:spPr>
              <a:xfrm>
                <a:off x="1058926" y="1181735"/>
                <a:ext cx="12700" cy="16128"/>
              </a:xfrm>
              <a:custGeom>
                <a:avLst/>
                <a:gdLst>
                  <a:gd name="csX0" fmla="*/ 0 w 12700"/>
                  <a:gd name="csY0" fmla="*/ 0 h 16128"/>
                  <a:gd name="csX1" fmla="*/ 0 w 12700"/>
                  <a:gd name="csY1" fmla="*/ 16129 h 161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6128">
                    <a:moveTo>
                      <a:pt x="0" y="0"/>
                    </a:moveTo>
                    <a:lnTo>
                      <a:pt x="0" y="1612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89FCAC28-0410-E62C-A48C-DA1D9EF6C551}"/>
                  </a:ext>
                </a:extLst>
              </p:cNvPr>
              <p:cNvSpPr/>
              <p:nvPr/>
            </p:nvSpPr>
            <p:spPr>
              <a:xfrm>
                <a:off x="978153" y="1149603"/>
                <a:ext cx="161544" cy="32131"/>
              </a:xfrm>
              <a:custGeom>
                <a:avLst/>
                <a:gdLst>
                  <a:gd name="csX0" fmla="*/ 0 w 161544"/>
                  <a:gd name="csY0" fmla="*/ 0 h 32131"/>
                  <a:gd name="csX1" fmla="*/ 0 w 161544"/>
                  <a:gd name="csY1" fmla="*/ 32131 h 32131"/>
                  <a:gd name="csX2" fmla="*/ 161544 w 161544"/>
                  <a:gd name="csY2" fmla="*/ 32131 h 32131"/>
                  <a:gd name="csX3" fmla="*/ 161544 w 161544"/>
                  <a:gd name="csY3" fmla="*/ 0 h 32131"/>
                  <a:gd name="csX4" fmla="*/ 0 w 161544"/>
                  <a:gd name="csY4" fmla="*/ 0 h 3213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1544" h="32131">
                    <a:moveTo>
                      <a:pt x="0" y="0"/>
                    </a:moveTo>
                    <a:lnTo>
                      <a:pt x="0" y="32131"/>
                    </a:lnTo>
                    <a:lnTo>
                      <a:pt x="161544" y="32131"/>
                    </a:lnTo>
                    <a:lnTo>
                      <a:pt x="16154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4C1B5D8F-740B-A8F3-55F5-A67A0D9C5EE7}"/>
                  </a:ext>
                </a:extLst>
              </p:cNvPr>
              <p:cNvSpPr/>
              <p:nvPr/>
            </p:nvSpPr>
            <p:spPr>
              <a:xfrm>
                <a:off x="978154" y="1165733"/>
                <a:ext cx="161544" cy="12700"/>
              </a:xfrm>
              <a:custGeom>
                <a:avLst/>
                <a:gdLst>
                  <a:gd name="csX0" fmla="*/ 0 w 161544"/>
                  <a:gd name="csY0" fmla="*/ 0 h 12700"/>
                  <a:gd name="csX1" fmla="*/ 161544 w 16154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544" h="12700">
                    <a:moveTo>
                      <a:pt x="0" y="0"/>
                    </a:moveTo>
                    <a:lnTo>
                      <a:pt x="16154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9DC77D11-0CDE-71E1-29C0-6A7986F5BAEA}"/>
                  </a:ext>
                </a:extLst>
              </p:cNvPr>
              <p:cNvSpPr/>
              <p:nvPr/>
            </p:nvSpPr>
            <p:spPr>
              <a:xfrm>
                <a:off x="1597660" y="925703"/>
                <a:ext cx="12700" cy="25908"/>
              </a:xfrm>
              <a:custGeom>
                <a:avLst/>
                <a:gdLst>
                  <a:gd name="csX0" fmla="*/ 0 w 12700"/>
                  <a:gd name="csY0" fmla="*/ 25908 h 25908"/>
                  <a:gd name="csX1" fmla="*/ 0 w 12700"/>
                  <a:gd name="csY1" fmla="*/ 0 h 2590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5908">
                    <a:moveTo>
                      <a:pt x="0" y="25908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94C9D81-E43C-EA46-19FB-0B17E04B4796}"/>
                  </a:ext>
                </a:extLst>
              </p:cNvPr>
              <p:cNvSpPr/>
              <p:nvPr/>
            </p:nvSpPr>
            <p:spPr>
              <a:xfrm>
                <a:off x="1597660" y="1048131"/>
                <a:ext cx="12700" cy="12065"/>
              </a:xfrm>
              <a:custGeom>
                <a:avLst/>
                <a:gdLst>
                  <a:gd name="csX0" fmla="*/ 0 w 12700"/>
                  <a:gd name="csY0" fmla="*/ 0 h 12065"/>
                  <a:gd name="csX1" fmla="*/ 0 w 12700"/>
                  <a:gd name="csY1" fmla="*/ 12065 h 120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2065">
                    <a:moveTo>
                      <a:pt x="0" y="0"/>
                    </a:moveTo>
                    <a:lnTo>
                      <a:pt x="0" y="12065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521EDE-F4B1-3809-60AF-F8036D6AF420}"/>
                  </a:ext>
                </a:extLst>
              </p:cNvPr>
              <p:cNvSpPr/>
              <p:nvPr/>
            </p:nvSpPr>
            <p:spPr>
              <a:xfrm>
                <a:off x="1516761" y="951611"/>
                <a:ext cx="161671" cy="96519"/>
              </a:xfrm>
              <a:custGeom>
                <a:avLst/>
                <a:gdLst>
                  <a:gd name="csX0" fmla="*/ 0 w 161671"/>
                  <a:gd name="csY0" fmla="*/ 0 h 96519"/>
                  <a:gd name="csX1" fmla="*/ 0 w 161671"/>
                  <a:gd name="csY1" fmla="*/ 96520 h 96519"/>
                  <a:gd name="csX2" fmla="*/ 161671 w 161671"/>
                  <a:gd name="csY2" fmla="*/ 96520 h 96519"/>
                  <a:gd name="csX3" fmla="*/ 161671 w 161671"/>
                  <a:gd name="csY3" fmla="*/ 0 h 96519"/>
                  <a:gd name="csX4" fmla="*/ 0 w 161671"/>
                  <a:gd name="csY4" fmla="*/ 0 h 965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1671" h="96519">
                    <a:moveTo>
                      <a:pt x="0" y="0"/>
                    </a:moveTo>
                    <a:lnTo>
                      <a:pt x="0" y="96520"/>
                    </a:lnTo>
                    <a:lnTo>
                      <a:pt x="161671" y="96520"/>
                    </a:lnTo>
                    <a:lnTo>
                      <a:pt x="16167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DCC2B15-7467-E0E8-3A88-7E7B0B652671}"/>
                  </a:ext>
                </a:extLst>
              </p:cNvPr>
              <p:cNvSpPr/>
              <p:nvPr/>
            </p:nvSpPr>
            <p:spPr>
              <a:xfrm>
                <a:off x="1516761" y="1031240"/>
                <a:ext cx="161670" cy="12700"/>
              </a:xfrm>
              <a:custGeom>
                <a:avLst/>
                <a:gdLst>
                  <a:gd name="csX0" fmla="*/ 0 w 161670"/>
                  <a:gd name="csY0" fmla="*/ 0 h 12700"/>
                  <a:gd name="csX1" fmla="*/ 161671 w 16167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670" h="12700">
                    <a:moveTo>
                      <a:pt x="0" y="0"/>
                    </a:moveTo>
                    <a:lnTo>
                      <a:pt x="16167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20734CC5-CAB2-E789-7360-A740DBB98495}"/>
                  </a:ext>
                </a:extLst>
              </p:cNvPr>
              <p:cNvSpPr/>
              <p:nvPr/>
            </p:nvSpPr>
            <p:spPr>
              <a:xfrm>
                <a:off x="524510" y="116268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D3531E17-492C-39D9-FE17-9F9E9855E647}"/>
                  </a:ext>
                </a:extLst>
              </p:cNvPr>
              <p:cNvSpPr/>
              <p:nvPr/>
            </p:nvSpPr>
            <p:spPr>
              <a:xfrm>
                <a:off x="525780" y="72542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2E17718B-12F0-378D-BF02-82DA7821D8EB}"/>
                  </a:ext>
                </a:extLst>
              </p:cNvPr>
              <p:cNvSpPr/>
              <p:nvPr/>
            </p:nvSpPr>
            <p:spPr>
              <a:xfrm>
                <a:off x="490600" y="98831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8C9C26DB-A54F-3404-F1DB-37D504B3D4DE}"/>
                  </a:ext>
                </a:extLst>
              </p:cNvPr>
              <p:cNvSpPr/>
              <p:nvPr/>
            </p:nvSpPr>
            <p:spPr>
              <a:xfrm>
                <a:off x="519938" y="101879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FE314AE5-4D64-AD32-ACED-38A50374BF24}"/>
                  </a:ext>
                </a:extLst>
              </p:cNvPr>
              <p:cNvSpPr/>
              <p:nvPr/>
            </p:nvSpPr>
            <p:spPr>
              <a:xfrm>
                <a:off x="509778" y="108699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96B099F1-4BDD-FFBF-415E-63712EC39C71}"/>
                  </a:ext>
                </a:extLst>
              </p:cNvPr>
              <p:cNvSpPr/>
              <p:nvPr/>
            </p:nvSpPr>
            <p:spPr>
              <a:xfrm>
                <a:off x="503173" y="11567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01C6D474-8AAE-7FAF-7AAB-4143E124E54F}"/>
                  </a:ext>
                </a:extLst>
              </p:cNvPr>
              <p:cNvSpPr/>
              <p:nvPr/>
            </p:nvSpPr>
            <p:spPr>
              <a:xfrm>
                <a:off x="784225" y="113322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F5108B2C-0A1B-C2ED-C59F-4C6AA3E9B1F1}"/>
                  </a:ext>
                </a:extLst>
              </p:cNvPr>
              <p:cNvSpPr/>
              <p:nvPr/>
            </p:nvSpPr>
            <p:spPr>
              <a:xfrm>
                <a:off x="751840" y="130657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9279DDBD-2A43-61DF-FE4C-46A85EB31CB9}"/>
                  </a:ext>
                </a:extLst>
              </p:cNvPr>
              <p:cNvSpPr/>
              <p:nvPr/>
            </p:nvSpPr>
            <p:spPr>
              <a:xfrm>
                <a:off x="780034" y="112420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D1FCD427-5BDC-10F9-7A40-86EA5DC5C0ED}"/>
                  </a:ext>
                </a:extLst>
              </p:cNvPr>
              <p:cNvSpPr/>
              <p:nvPr/>
            </p:nvSpPr>
            <p:spPr>
              <a:xfrm>
                <a:off x="782574" y="124523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699E34C1-2778-8364-5B30-F8CEB68E36AD}"/>
                  </a:ext>
                </a:extLst>
              </p:cNvPr>
              <p:cNvSpPr/>
              <p:nvPr/>
            </p:nvSpPr>
            <p:spPr>
              <a:xfrm>
                <a:off x="769239" y="11715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730447C9-E4DC-8991-6B5A-CA68E4C8F6A3}"/>
                  </a:ext>
                </a:extLst>
              </p:cNvPr>
              <p:cNvSpPr/>
              <p:nvPr/>
            </p:nvSpPr>
            <p:spPr>
              <a:xfrm>
                <a:off x="783336" y="115684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E2C5B294-8D0D-5F14-6D13-97A1947745A0}"/>
                  </a:ext>
                </a:extLst>
              </p:cNvPr>
              <p:cNvSpPr/>
              <p:nvPr/>
            </p:nvSpPr>
            <p:spPr>
              <a:xfrm>
                <a:off x="794893" y="135077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6A0183C0-E7E1-8FB6-D04C-4E3EEB2A5AA0}"/>
                  </a:ext>
                </a:extLst>
              </p:cNvPr>
              <p:cNvSpPr/>
              <p:nvPr/>
            </p:nvSpPr>
            <p:spPr>
              <a:xfrm>
                <a:off x="1027684" y="111544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E5F2AE2E-EFA5-1B1B-D7D6-7C6D01105860}"/>
                  </a:ext>
                </a:extLst>
              </p:cNvPr>
              <p:cNvSpPr/>
              <p:nvPr/>
            </p:nvSpPr>
            <p:spPr>
              <a:xfrm>
                <a:off x="1038860" y="117983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3E2CC6BA-4E4C-8A64-F7CC-D458B210714F}"/>
                  </a:ext>
                </a:extLst>
              </p:cNvPr>
              <p:cNvSpPr/>
              <p:nvPr/>
            </p:nvSpPr>
            <p:spPr>
              <a:xfrm>
                <a:off x="1333881" y="104546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B3CA062F-AA10-7C2D-8563-10627F15057B}"/>
                  </a:ext>
                </a:extLst>
              </p:cNvPr>
              <p:cNvSpPr/>
              <p:nvPr/>
            </p:nvSpPr>
            <p:spPr>
              <a:xfrm>
                <a:off x="1605280" y="90754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B4D87E08-3CA0-4BD8-7691-FFE34565C8B0}"/>
                  </a:ext>
                </a:extLst>
              </p:cNvPr>
              <p:cNvSpPr/>
              <p:nvPr/>
            </p:nvSpPr>
            <p:spPr>
              <a:xfrm>
                <a:off x="1558925" y="76796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0394ADAD-0CD1-4FB3-1E42-CD058F41FF0E}"/>
                  </a:ext>
                </a:extLst>
              </p:cNvPr>
              <p:cNvSpPr/>
              <p:nvPr/>
            </p:nvSpPr>
            <p:spPr>
              <a:xfrm>
                <a:off x="1578229" y="101168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28F11A57-89C2-B37E-A9CD-0525A485FE33}"/>
                  </a:ext>
                </a:extLst>
              </p:cNvPr>
              <p:cNvSpPr/>
              <p:nvPr/>
            </p:nvSpPr>
            <p:spPr>
              <a:xfrm>
                <a:off x="1582801" y="104216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D0F0A0A2-D828-5B57-5AE4-75EBF08718AA}"/>
                  </a:ext>
                </a:extLst>
              </p:cNvPr>
              <p:cNvSpPr/>
              <p:nvPr/>
            </p:nvSpPr>
            <p:spPr>
              <a:xfrm>
                <a:off x="1601343" y="101472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816EA8EA-193B-A700-EB5D-12BC20D0C6A0}"/>
                  </a:ext>
                </a:extLst>
              </p:cNvPr>
              <p:cNvSpPr/>
              <p:nvPr/>
            </p:nvSpPr>
            <p:spPr>
              <a:xfrm>
                <a:off x="1560068" y="103517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273B098-17B0-47F9-4486-E6BD5DBD1C91}"/>
                  </a:ext>
                </a:extLst>
              </p:cNvPr>
              <p:cNvSpPr txBox="1"/>
              <p:nvPr/>
            </p:nvSpPr>
            <p:spPr>
              <a:xfrm>
                <a:off x="400065" y="486498"/>
                <a:ext cx="4828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503D6921-9BA3-10E4-D1D2-DD0798DE42F9}"/>
                  </a:ext>
                </a:extLst>
              </p:cNvPr>
              <p:cNvSpPr/>
              <p:nvPr/>
            </p:nvSpPr>
            <p:spPr>
              <a:xfrm>
                <a:off x="520192" y="663956"/>
                <a:ext cx="242442" cy="12700"/>
              </a:xfrm>
              <a:custGeom>
                <a:avLst/>
                <a:gdLst>
                  <a:gd name="csX0" fmla="*/ 0 w 242442"/>
                  <a:gd name="csY0" fmla="*/ 0 h 12700"/>
                  <a:gd name="csX1" fmla="*/ 242443 w 24244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2442" h="12700">
                    <a:moveTo>
                      <a:pt x="0" y="0"/>
                    </a:moveTo>
                    <a:lnTo>
                      <a:pt x="24244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4E0D236-2F8B-7E15-4849-E693F1912CD0}"/>
                  </a:ext>
                </a:extLst>
              </p:cNvPr>
              <p:cNvSpPr txBox="1"/>
              <p:nvPr/>
            </p:nvSpPr>
            <p:spPr>
              <a:xfrm>
                <a:off x="965596" y="486498"/>
                <a:ext cx="4828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417EDD1D-EA25-CCC5-F98B-A5171C1FE94C}"/>
                  </a:ext>
                </a:extLst>
              </p:cNvPr>
              <p:cNvSpPr/>
              <p:nvPr/>
            </p:nvSpPr>
            <p:spPr>
              <a:xfrm>
                <a:off x="816483" y="663956"/>
                <a:ext cx="781176" cy="12700"/>
              </a:xfrm>
              <a:custGeom>
                <a:avLst/>
                <a:gdLst>
                  <a:gd name="csX0" fmla="*/ 0 w 781176"/>
                  <a:gd name="csY0" fmla="*/ 0 h 12700"/>
                  <a:gd name="csX1" fmla="*/ 781177 w 7811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81176" h="12700">
                    <a:moveTo>
                      <a:pt x="0" y="0"/>
                    </a:moveTo>
                    <a:lnTo>
                      <a:pt x="78117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F27D6036-0E17-CC2E-C1BE-A3D74ED8CBA9}"/>
                  </a:ext>
                </a:extLst>
              </p:cNvPr>
              <p:cNvSpPr txBox="1"/>
              <p:nvPr/>
            </p:nvSpPr>
            <p:spPr>
              <a:xfrm>
                <a:off x="777438" y="342760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0.283</a:t>
                </a: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8EA503D7-3BBB-5BAD-E966-B3EC6B5096D9}"/>
                  </a:ext>
                </a:extLst>
              </p:cNvPr>
              <p:cNvSpPr/>
              <p:nvPr/>
            </p:nvSpPr>
            <p:spPr>
              <a:xfrm>
                <a:off x="520192" y="465201"/>
                <a:ext cx="1077468" cy="12700"/>
              </a:xfrm>
              <a:custGeom>
                <a:avLst/>
                <a:gdLst>
                  <a:gd name="csX0" fmla="*/ 0 w 1077468"/>
                  <a:gd name="csY0" fmla="*/ 0 h 12700"/>
                  <a:gd name="csX1" fmla="*/ 1077468 w 107746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77468" h="12700">
                    <a:moveTo>
                      <a:pt x="0" y="0"/>
                    </a:moveTo>
                    <a:lnTo>
                      <a:pt x="107746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55" name="Graphic 4">
              <a:extLst>
                <a:ext uri="{FF2B5EF4-FFF2-40B4-BE49-F238E27FC236}">
                  <a16:creationId xmlns:a16="http://schemas.microsoft.com/office/drawing/2014/main" id="{E48FBA9C-BB0A-BE6F-19C3-06BCD86F0FFF}"/>
                </a:ext>
              </a:extLst>
            </p:cNvPr>
            <p:cNvGrpSpPr/>
            <p:nvPr/>
          </p:nvGrpSpPr>
          <p:grpSpPr>
            <a:xfrm>
              <a:off x="-5717" y="71792"/>
              <a:ext cx="1764920" cy="1739677"/>
              <a:chOff x="-5717" y="71792"/>
              <a:chExt cx="1764920" cy="1739677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E21D6DB8-D7C0-089C-0639-B0DB7183D29F}"/>
                  </a:ext>
                </a:extLst>
              </p:cNvPr>
              <p:cNvSpPr/>
              <p:nvPr/>
            </p:nvSpPr>
            <p:spPr>
              <a:xfrm>
                <a:off x="358647" y="294386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1D55D13-07C2-852E-11E8-4562FEA5AE57}"/>
                  </a:ext>
                </a:extLst>
              </p:cNvPr>
              <p:cNvSpPr txBox="1"/>
              <p:nvPr/>
            </p:nvSpPr>
            <p:spPr>
              <a:xfrm>
                <a:off x="137359" y="1112311"/>
                <a:ext cx="25519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7D82013-683D-409A-F1D9-67ABD11FABDC}"/>
                  </a:ext>
                </a:extLst>
              </p:cNvPr>
              <p:cNvSpPr txBox="1"/>
              <p:nvPr/>
            </p:nvSpPr>
            <p:spPr>
              <a:xfrm>
                <a:off x="137359" y="792779"/>
                <a:ext cx="25519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081B47F-1567-41BB-4EDD-317E7CF93905}"/>
                  </a:ext>
                </a:extLst>
              </p:cNvPr>
              <p:cNvSpPr txBox="1"/>
              <p:nvPr/>
            </p:nvSpPr>
            <p:spPr>
              <a:xfrm>
                <a:off x="137359" y="473247"/>
                <a:ext cx="25519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E48525B4-23BB-4C7B-D6A6-B887175B99D8}"/>
                  </a:ext>
                </a:extLst>
              </p:cNvPr>
              <p:cNvSpPr/>
              <p:nvPr/>
            </p:nvSpPr>
            <p:spPr>
              <a:xfrm>
                <a:off x="323850" y="121920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76D55D67-2305-C84F-4311-1E8DC41B4F51}"/>
                  </a:ext>
                </a:extLst>
              </p:cNvPr>
              <p:cNvSpPr/>
              <p:nvPr/>
            </p:nvSpPr>
            <p:spPr>
              <a:xfrm>
                <a:off x="323850" y="899667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4CE56E23-6604-2605-F311-529B7136740C}"/>
                  </a:ext>
                </a:extLst>
              </p:cNvPr>
              <p:cNvSpPr/>
              <p:nvPr/>
            </p:nvSpPr>
            <p:spPr>
              <a:xfrm>
                <a:off x="323850" y="580136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3B9FAF5-ACF0-A8DE-1CFE-F8EB400C6C80}"/>
                  </a:ext>
                </a:extLst>
              </p:cNvPr>
              <p:cNvSpPr/>
              <p:nvPr/>
            </p:nvSpPr>
            <p:spPr>
              <a:xfrm>
                <a:off x="358647" y="1428750"/>
                <a:ext cx="1400556" cy="12700"/>
              </a:xfrm>
              <a:custGeom>
                <a:avLst/>
                <a:gdLst>
                  <a:gd name="csX0" fmla="*/ 0 w 1400556"/>
                  <a:gd name="csY0" fmla="*/ 0 h 12700"/>
                  <a:gd name="csX1" fmla="*/ 1400556 w 140055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00556" h="12700">
                    <a:moveTo>
                      <a:pt x="0" y="0"/>
                    </a:moveTo>
                    <a:lnTo>
                      <a:pt x="1400556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1CFBF737-6C3D-DC5B-4C76-CD820F742822}"/>
                  </a:ext>
                </a:extLst>
              </p:cNvPr>
              <p:cNvSpPr/>
              <p:nvPr/>
            </p:nvSpPr>
            <p:spPr>
              <a:xfrm>
                <a:off x="520191" y="1428750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8FA07B07-817D-B11B-EE45-0AF8B8498C36}"/>
                  </a:ext>
                </a:extLst>
              </p:cNvPr>
              <p:cNvSpPr/>
              <p:nvPr/>
            </p:nvSpPr>
            <p:spPr>
              <a:xfrm>
                <a:off x="789558" y="1428750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B33441CE-46C9-AA39-E3AB-F31B8E0A0403}"/>
                  </a:ext>
                </a:extLst>
              </p:cNvPr>
              <p:cNvSpPr/>
              <p:nvPr/>
            </p:nvSpPr>
            <p:spPr>
              <a:xfrm>
                <a:off x="1058925" y="1428750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1E940A21-864F-5679-0135-8668F94EAFDC}"/>
                  </a:ext>
                </a:extLst>
              </p:cNvPr>
              <p:cNvSpPr/>
              <p:nvPr/>
            </p:nvSpPr>
            <p:spPr>
              <a:xfrm>
                <a:off x="1328292" y="1428750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44E79AFF-4572-6A8F-0838-6F622A37EAFC}"/>
                  </a:ext>
                </a:extLst>
              </p:cNvPr>
              <p:cNvSpPr/>
              <p:nvPr/>
            </p:nvSpPr>
            <p:spPr>
              <a:xfrm>
                <a:off x="1597660" y="1428750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16175405-B8DB-EEF2-E800-5BF0D31610EF}"/>
                  </a:ext>
                </a:extLst>
              </p:cNvPr>
              <p:cNvSpPr txBox="1"/>
              <p:nvPr/>
            </p:nvSpPr>
            <p:spPr>
              <a:xfrm>
                <a:off x="374158" y="1424604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CB6115F1-6A55-C0E7-DB0D-6751EE4C14EF}"/>
                  </a:ext>
                </a:extLst>
              </p:cNvPr>
              <p:cNvSpPr txBox="1"/>
              <p:nvPr/>
            </p:nvSpPr>
            <p:spPr>
              <a:xfrm>
                <a:off x="679592" y="1424604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6C0AEB5-EA6A-C1B3-AE41-E8871E99D807}"/>
                  </a:ext>
                </a:extLst>
              </p:cNvPr>
              <p:cNvSpPr txBox="1"/>
              <p:nvPr/>
            </p:nvSpPr>
            <p:spPr>
              <a:xfrm>
                <a:off x="913693" y="1424604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BC284B2-CD86-8B15-3FE9-0D43A8A66A51}"/>
                  </a:ext>
                </a:extLst>
              </p:cNvPr>
              <p:cNvSpPr txBox="1"/>
              <p:nvPr/>
            </p:nvSpPr>
            <p:spPr>
              <a:xfrm>
                <a:off x="1150199" y="1424604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97EA790-6F8B-8BD7-DC38-2C3CE18763E0}"/>
                  </a:ext>
                </a:extLst>
              </p:cNvPr>
              <p:cNvSpPr txBox="1"/>
              <p:nvPr/>
            </p:nvSpPr>
            <p:spPr>
              <a:xfrm>
                <a:off x="1466052" y="1424604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910897-B64B-F67B-4590-5D2748B0932E}"/>
                  </a:ext>
                </a:extLst>
              </p:cNvPr>
              <p:cNvSpPr txBox="1"/>
              <p:nvPr/>
            </p:nvSpPr>
            <p:spPr>
              <a:xfrm>
                <a:off x="775033" y="1557553"/>
                <a:ext cx="567784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16247A06-472B-0B63-3FF9-2E0E5EDF4222}"/>
                  </a:ext>
                </a:extLst>
              </p:cNvPr>
              <p:cNvSpPr txBox="1"/>
              <p:nvPr/>
            </p:nvSpPr>
            <p:spPr>
              <a:xfrm rot="16200000">
                <a:off x="-221672" y="734611"/>
                <a:ext cx="685826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Expression</a:t>
                </a:r>
              </a:p>
            </p:txBody>
          </p: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0AC3455D-95A1-0823-A3B2-EB7CCF3D6095}"/>
                  </a:ext>
                </a:extLst>
              </p:cNvPr>
              <p:cNvSpPr txBox="1"/>
              <p:nvPr/>
            </p:nvSpPr>
            <p:spPr>
              <a:xfrm>
                <a:off x="352254" y="71792"/>
                <a:ext cx="1343708" cy="2103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cyp19a1b</a:t>
                </a:r>
              </a:p>
            </p:txBody>
          </p: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B7C2B691-D84F-F333-4DAB-DB470DFD01CC}"/>
              </a:ext>
            </a:extLst>
          </p:cNvPr>
          <p:cNvSpPr txBox="1"/>
          <p:nvPr/>
        </p:nvSpPr>
        <p:spPr>
          <a:xfrm>
            <a:off x="40109" y="58883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47C07693-5D42-400D-DABA-644C1EC4D346}"/>
              </a:ext>
            </a:extLst>
          </p:cNvPr>
          <p:cNvGrpSpPr/>
          <p:nvPr/>
        </p:nvGrpSpPr>
        <p:grpSpPr>
          <a:xfrm>
            <a:off x="2127710" y="1890441"/>
            <a:ext cx="4754394" cy="2686668"/>
            <a:chOff x="1143226" y="1692767"/>
            <a:chExt cx="4754394" cy="2686668"/>
          </a:xfrm>
        </p:grpSpPr>
        <p:grpSp>
          <p:nvGrpSpPr>
            <p:cNvPr id="331" name="Graphic 209">
              <a:extLst>
                <a:ext uri="{FF2B5EF4-FFF2-40B4-BE49-F238E27FC236}">
                  <a16:creationId xmlns:a16="http://schemas.microsoft.com/office/drawing/2014/main" id="{8925A084-AEF2-7E91-8D52-1AFCC09369C4}"/>
                </a:ext>
              </a:extLst>
            </p:cNvPr>
            <p:cNvGrpSpPr/>
            <p:nvPr/>
          </p:nvGrpSpPr>
          <p:grpSpPr>
            <a:xfrm>
              <a:off x="3346140" y="2005949"/>
              <a:ext cx="1678664" cy="1999488"/>
              <a:chOff x="3346140" y="2005949"/>
              <a:chExt cx="1678664" cy="1999488"/>
            </a:xfrm>
          </p:grpSpPr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E14A7C6D-075C-9659-4AAA-3D6AE71F2B82}"/>
                  </a:ext>
                </a:extLst>
              </p:cNvPr>
              <p:cNvSpPr/>
              <p:nvPr/>
            </p:nvSpPr>
            <p:spPr>
              <a:xfrm>
                <a:off x="3346140" y="2005949"/>
                <a:ext cx="1631695" cy="1999488"/>
              </a:xfrm>
              <a:custGeom>
                <a:avLst/>
                <a:gdLst>
                  <a:gd name="csX0" fmla="*/ 0 w 1631695"/>
                  <a:gd name="csY0" fmla="*/ 0 h 1999488"/>
                  <a:gd name="csX1" fmla="*/ 1631696 w 1631695"/>
                  <a:gd name="csY1" fmla="*/ 0 h 1999488"/>
                  <a:gd name="csX2" fmla="*/ 1631696 w 1631695"/>
                  <a:gd name="csY2" fmla="*/ 1999488 h 1999488"/>
                  <a:gd name="csX3" fmla="*/ 0 w 1631695"/>
                  <a:gd name="csY3" fmla="*/ 1999488 h 19994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631695" h="1999488">
                    <a:moveTo>
                      <a:pt x="0" y="0"/>
                    </a:moveTo>
                    <a:lnTo>
                      <a:pt x="1631696" y="0"/>
                    </a:lnTo>
                    <a:lnTo>
                      <a:pt x="1631696" y="1999488"/>
                    </a:lnTo>
                    <a:lnTo>
                      <a:pt x="0" y="1999488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D3C156E1-DB9A-D48E-47C3-DD65DD977DE1}"/>
                  </a:ext>
                </a:extLst>
              </p:cNvPr>
              <p:cNvSpPr/>
              <p:nvPr/>
            </p:nvSpPr>
            <p:spPr>
              <a:xfrm>
                <a:off x="3555944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05EFF95D-9210-DE12-EBEB-2A5E7E6FCBD5}"/>
                  </a:ext>
                </a:extLst>
              </p:cNvPr>
              <p:cNvSpPr/>
              <p:nvPr/>
            </p:nvSpPr>
            <p:spPr>
              <a:xfrm>
                <a:off x="3928943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844ABD6A-FECA-319D-3A3D-CCEEAF85D157}"/>
                  </a:ext>
                </a:extLst>
              </p:cNvPr>
              <p:cNvSpPr/>
              <p:nvPr/>
            </p:nvSpPr>
            <p:spPr>
              <a:xfrm>
                <a:off x="4301941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1" name="Freeform 390">
                <a:extLst>
                  <a:ext uri="{FF2B5EF4-FFF2-40B4-BE49-F238E27FC236}">
                    <a16:creationId xmlns:a16="http://schemas.microsoft.com/office/drawing/2014/main" id="{AA2554FF-E847-5066-8C4E-1B8E4D7917B4}"/>
                  </a:ext>
                </a:extLst>
              </p:cNvPr>
              <p:cNvSpPr/>
              <p:nvPr/>
            </p:nvSpPr>
            <p:spPr>
              <a:xfrm>
                <a:off x="4674813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2" name="Freeform 391">
                <a:extLst>
                  <a:ext uri="{FF2B5EF4-FFF2-40B4-BE49-F238E27FC236}">
                    <a16:creationId xmlns:a16="http://schemas.microsoft.com/office/drawing/2014/main" id="{B2A3793D-6F30-A07F-66B2-418E2A2A0FF4}"/>
                  </a:ext>
                </a:extLst>
              </p:cNvPr>
              <p:cNvSpPr/>
              <p:nvPr/>
            </p:nvSpPr>
            <p:spPr>
              <a:xfrm>
                <a:off x="3346140" y="3887708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3" name="Freeform 392">
                <a:extLst>
                  <a:ext uri="{FF2B5EF4-FFF2-40B4-BE49-F238E27FC236}">
                    <a16:creationId xmlns:a16="http://schemas.microsoft.com/office/drawing/2014/main" id="{D17B4771-A1D1-1FE3-85C0-F58AA9EDA5AA}"/>
                  </a:ext>
                </a:extLst>
              </p:cNvPr>
              <p:cNvSpPr/>
              <p:nvPr/>
            </p:nvSpPr>
            <p:spPr>
              <a:xfrm>
                <a:off x="3346140" y="3691746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4" name="Freeform 393">
                <a:extLst>
                  <a:ext uri="{FF2B5EF4-FFF2-40B4-BE49-F238E27FC236}">
                    <a16:creationId xmlns:a16="http://schemas.microsoft.com/office/drawing/2014/main" id="{FF21ED05-8966-34B3-9193-25C04834268C}"/>
                  </a:ext>
                </a:extLst>
              </p:cNvPr>
              <p:cNvSpPr/>
              <p:nvPr/>
            </p:nvSpPr>
            <p:spPr>
              <a:xfrm>
                <a:off x="3346140" y="3495658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5" name="Freeform 394">
                <a:extLst>
                  <a:ext uri="{FF2B5EF4-FFF2-40B4-BE49-F238E27FC236}">
                    <a16:creationId xmlns:a16="http://schemas.microsoft.com/office/drawing/2014/main" id="{6A4FBE42-B0B7-F5A9-4455-E97E8FF033CE}"/>
                  </a:ext>
                </a:extLst>
              </p:cNvPr>
              <p:cNvSpPr/>
              <p:nvPr/>
            </p:nvSpPr>
            <p:spPr>
              <a:xfrm>
                <a:off x="3346140" y="3299698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6" name="Freeform 395">
                <a:extLst>
                  <a:ext uri="{FF2B5EF4-FFF2-40B4-BE49-F238E27FC236}">
                    <a16:creationId xmlns:a16="http://schemas.microsoft.com/office/drawing/2014/main" id="{FE812BC0-9D49-9EC3-6541-750C31C40FB1}"/>
                  </a:ext>
                </a:extLst>
              </p:cNvPr>
              <p:cNvSpPr/>
              <p:nvPr/>
            </p:nvSpPr>
            <p:spPr>
              <a:xfrm>
                <a:off x="3346140" y="3103610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CDD864E7-2D12-038B-EAE6-2E719F8D8548}"/>
                  </a:ext>
                </a:extLst>
              </p:cNvPr>
              <p:cNvSpPr/>
              <p:nvPr/>
            </p:nvSpPr>
            <p:spPr>
              <a:xfrm>
                <a:off x="3346140" y="2907649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8" name="Freeform 397">
                <a:extLst>
                  <a:ext uri="{FF2B5EF4-FFF2-40B4-BE49-F238E27FC236}">
                    <a16:creationId xmlns:a16="http://schemas.microsoft.com/office/drawing/2014/main" id="{4D98670B-8087-D2B6-117D-B3A068AD972A}"/>
                  </a:ext>
                </a:extLst>
              </p:cNvPr>
              <p:cNvSpPr/>
              <p:nvPr/>
            </p:nvSpPr>
            <p:spPr>
              <a:xfrm>
                <a:off x="3346140" y="2711560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E2E7032-576D-A8FB-FE1B-9058CB0D2795}"/>
                  </a:ext>
                </a:extLst>
              </p:cNvPr>
              <p:cNvSpPr/>
              <p:nvPr/>
            </p:nvSpPr>
            <p:spPr>
              <a:xfrm>
                <a:off x="3346140" y="2515600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5E7CFD79-B31A-4F0D-67FD-FF028C68C2CC}"/>
                  </a:ext>
                </a:extLst>
              </p:cNvPr>
              <p:cNvSpPr/>
              <p:nvPr/>
            </p:nvSpPr>
            <p:spPr>
              <a:xfrm>
                <a:off x="3346140" y="2319511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A572AA9F-96B9-57FA-4B8A-04C7956580DE}"/>
                  </a:ext>
                </a:extLst>
              </p:cNvPr>
              <p:cNvSpPr/>
              <p:nvPr/>
            </p:nvSpPr>
            <p:spPr>
              <a:xfrm>
                <a:off x="3346140" y="2123550"/>
                <a:ext cx="1631696" cy="12700"/>
              </a:xfrm>
              <a:custGeom>
                <a:avLst/>
                <a:gdLst>
                  <a:gd name="csX0" fmla="*/ 0 w 1631696"/>
                  <a:gd name="csY0" fmla="*/ 0 h 12700"/>
                  <a:gd name="csX1" fmla="*/ 1631696 w 163169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31696" h="12700">
                    <a:moveTo>
                      <a:pt x="0" y="0"/>
                    </a:moveTo>
                    <a:lnTo>
                      <a:pt x="1631696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3E48BC09-8FCA-A291-73E5-A906759C6426}"/>
                  </a:ext>
                </a:extLst>
              </p:cNvPr>
              <p:cNvSpPr/>
              <p:nvPr/>
            </p:nvSpPr>
            <p:spPr>
              <a:xfrm>
                <a:off x="3369507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788B48B-ABC2-81B9-DAB1-2B5725ACD146}"/>
                  </a:ext>
                </a:extLst>
              </p:cNvPr>
              <p:cNvSpPr/>
              <p:nvPr/>
            </p:nvSpPr>
            <p:spPr>
              <a:xfrm>
                <a:off x="3742506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98454B71-6FFA-B4CC-96F2-A8E131CCFB85}"/>
                  </a:ext>
                </a:extLst>
              </p:cNvPr>
              <p:cNvSpPr/>
              <p:nvPr/>
            </p:nvSpPr>
            <p:spPr>
              <a:xfrm>
                <a:off x="4115378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28B95A1-E53E-6B17-674F-BED93C4A90BC}"/>
                  </a:ext>
                </a:extLst>
              </p:cNvPr>
              <p:cNvSpPr/>
              <p:nvPr/>
            </p:nvSpPr>
            <p:spPr>
              <a:xfrm>
                <a:off x="4488378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F49EA3B7-B78C-0ED7-94FF-FA176D9DF1D4}"/>
                  </a:ext>
                </a:extLst>
              </p:cNvPr>
              <p:cNvSpPr/>
              <p:nvPr/>
            </p:nvSpPr>
            <p:spPr>
              <a:xfrm>
                <a:off x="4861376" y="2005949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9A0D5AF7-992C-4937-1422-077F34A5A4B2}"/>
                  </a:ext>
                </a:extLst>
              </p:cNvPr>
              <p:cNvSpPr/>
              <p:nvPr/>
            </p:nvSpPr>
            <p:spPr>
              <a:xfrm>
                <a:off x="4790765" y="2021010"/>
                <a:ext cx="215443" cy="215444"/>
              </a:xfrm>
              <a:custGeom>
                <a:avLst/>
                <a:gdLst>
                  <a:gd name="csX0" fmla="*/ 225806 w 225805"/>
                  <a:gd name="csY0" fmla="*/ 112903 h 225806"/>
                  <a:gd name="csX1" fmla="*/ 112903 w 225805"/>
                  <a:gd name="csY1" fmla="*/ 225806 h 225806"/>
                  <a:gd name="csX2" fmla="*/ 0 w 225805"/>
                  <a:gd name="csY2" fmla="*/ 112903 h 225806"/>
                  <a:gd name="csX3" fmla="*/ 112903 w 225805"/>
                  <a:gd name="csY3" fmla="*/ 0 h 225806"/>
                  <a:gd name="csX4" fmla="*/ 225806 w 225805"/>
                  <a:gd name="csY4" fmla="*/ 112903 h 2258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25805" h="225806">
                    <a:moveTo>
                      <a:pt x="225806" y="112903"/>
                    </a:moveTo>
                    <a:cubicBezTo>
                      <a:pt x="225806" y="175258"/>
                      <a:pt x="175258" y="225806"/>
                      <a:pt x="112903" y="225806"/>
                    </a:cubicBezTo>
                    <a:cubicBezTo>
                      <a:pt x="50548" y="225806"/>
                      <a:pt x="0" y="175258"/>
                      <a:pt x="0" y="112903"/>
                    </a:cubicBezTo>
                    <a:cubicBezTo>
                      <a:pt x="0" y="50548"/>
                      <a:pt x="50548" y="0"/>
                      <a:pt x="112903" y="0"/>
                    </a:cubicBezTo>
                    <a:cubicBezTo>
                      <a:pt x="175258" y="0"/>
                      <a:pt x="225806" y="50548"/>
                      <a:pt x="225806" y="112903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D8B128F-EA1E-2066-54EC-67293542F7E4}"/>
                  </a:ext>
                </a:extLst>
              </p:cNvPr>
              <p:cNvSpPr/>
              <p:nvPr/>
            </p:nvSpPr>
            <p:spPr>
              <a:xfrm>
                <a:off x="4584009" y="2211689"/>
                <a:ext cx="215646" cy="215646"/>
              </a:xfrm>
              <a:custGeom>
                <a:avLst/>
                <a:gdLst>
                  <a:gd name="csX0" fmla="*/ 215646 w 215646"/>
                  <a:gd name="csY0" fmla="*/ 107823 h 215646"/>
                  <a:gd name="csX1" fmla="*/ 107823 w 215646"/>
                  <a:gd name="csY1" fmla="*/ 215646 h 215646"/>
                  <a:gd name="csX2" fmla="*/ 0 w 215646"/>
                  <a:gd name="csY2" fmla="*/ 107823 h 215646"/>
                  <a:gd name="csX3" fmla="*/ 107823 w 215646"/>
                  <a:gd name="csY3" fmla="*/ 0 h 215646"/>
                  <a:gd name="csX4" fmla="*/ 215646 w 215646"/>
                  <a:gd name="csY4" fmla="*/ 107823 h 215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15646" h="215646">
                    <a:moveTo>
                      <a:pt x="215646" y="107823"/>
                    </a:moveTo>
                    <a:cubicBezTo>
                      <a:pt x="215646" y="167372"/>
                      <a:pt x="167372" y="215646"/>
                      <a:pt x="107823" y="215646"/>
                    </a:cubicBezTo>
                    <a:cubicBezTo>
                      <a:pt x="48274" y="215646"/>
                      <a:pt x="0" y="167372"/>
                      <a:pt x="0" y="107823"/>
                    </a:cubicBezTo>
                    <a:cubicBezTo>
                      <a:pt x="0" y="48274"/>
                      <a:pt x="48274" y="0"/>
                      <a:pt x="107823" y="0"/>
                    </a:cubicBezTo>
                    <a:cubicBezTo>
                      <a:pt x="167372" y="0"/>
                      <a:pt x="215646" y="48274"/>
                      <a:pt x="215646" y="107823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BA839110-C0A2-A2E1-E910-952AA447E92C}"/>
                  </a:ext>
                </a:extLst>
              </p:cNvPr>
              <p:cNvSpPr/>
              <p:nvPr/>
            </p:nvSpPr>
            <p:spPr>
              <a:xfrm>
                <a:off x="3966535" y="2622026"/>
                <a:ext cx="179070" cy="179069"/>
              </a:xfrm>
              <a:custGeom>
                <a:avLst/>
                <a:gdLst>
                  <a:gd name="csX0" fmla="*/ 179070 w 179070"/>
                  <a:gd name="csY0" fmla="*/ 89535 h 179069"/>
                  <a:gd name="csX1" fmla="*/ 89535 w 179070"/>
                  <a:gd name="csY1" fmla="*/ 179070 h 179069"/>
                  <a:gd name="csX2" fmla="*/ 0 w 179070"/>
                  <a:gd name="csY2" fmla="*/ 89535 h 179069"/>
                  <a:gd name="csX3" fmla="*/ 89535 w 179070"/>
                  <a:gd name="csY3" fmla="*/ 0 h 179069"/>
                  <a:gd name="csX4" fmla="*/ 179070 w 179070"/>
                  <a:gd name="csY4" fmla="*/ 89535 h 1790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9070" h="179069">
                    <a:moveTo>
                      <a:pt x="179070" y="89535"/>
                    </a:moveTo>
                    <a:cubicBezTo>
                      <a:pt x="179070" y="138984"/>
                      <a:pt x="138984" y="179070"/>
                      <a:pt x="89535" y="179070"/>
                    </a:cubicBezTo>
                    <a:cubicBezTo>
                      <a:pt x="40086" y="179070"/>
                      <a:pt x="0" y="138984"/>
                      <a:pt x="0" y="89535"/>
                    </a:cubicBezTo>
                    <a:cubicBezTo>
                      <a:pt x="0" y="40086"/>
                      <a:pt x="40086" y="0"/>
                      <a:pt x="89535" y="0"/>
                    </a:cubicBezTo>
                    <a:cubicBezTo>
                      <a:pt x="138984" y="0"/>
                      <a:pt x="179070" y="40086"/>
                      <a:pt x="179070" y="89535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C7D8E8B6-4BD8-A069-1D8D-7F1A74B9C45C}"/>
                  </a:ext>
                </a:extLst>
              </p:cNvPr>
              <p:cNvSpPr/>
              <p:nvPr/>
            </p:nvSpPr>
            <p:spPr>
              <a:xfrm>
                <a:off x="4480631" y="2410444"/>
                <a:ext cx="210312" cy="210312"/>
              </a:xfrm>
              <a:custGeom>
                <a:avLst/>
                <a:gdLst>
                  <a:gd name="csX0" fmla="*/ 210312 w 210312"/>
                  <a:gd name="csY0" fmla="*/ 105156 h 210312"/>
                  <a:gd name="csX1" fmla="*/ 105156 w 210312"/>
                  <a:gd name="csY1" fmla="*/ 210312 h 210312"/>
                  <a:gd name="csX2" fmla="*/ 0 w 210312"/>
                  <a:gd name="csY2" fmla="*/ 105156 h 210312"/>
                  <a:gd name="csX3" fmla="*/ 105156 w 210312"/>
                  <a:gd name="csY3" fmla="*/ 0 h 210312"/>
                  <a:gd name="csX4" fmla="*/ 210312 w 210312"/>
                  <a:gd name="csY4" fmla="*/ 105156 h 210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10312" h="210312">
                    <a:moveTo>
                      <a:pt x="210312" y="105156"/>
                    </a:moveTo>
                    <a:cubicBezTo>
                      <a:pt x="210312" y="163232"/>
                      <a:pt x="163232" y="210312"/>
                      <a:pt x="105156" y="210312"/>
                    </a:cubicBezTo>
                    <a:cubicBezTo>
                      <a:pt x="47080" y="210312"/>
                      <a:pt x="0" y="163232"/>
                      <a:pt x="0" y="105156"/>
                    </a:cubicBezTo>
                    <a:cubicBezTo>
                      <a:pt x="0" y="47080"/>
                      <a:pt x="47080" y="0"/>
                      <a:pt x="105156" y="0"/>
                    </a:cubicBezTo>
                    <a:cubicBezTo>
                      <a:pt x="163232" y="0"/>
                      <a:pt x="210312" y="47080"/>
                      <a:pt x="210312" y="105156"/>
                    </a:cubicBezTo>
                    <a:close/>
                  </a:path>
                </a:pathLst>
              </a:custGeom>
              <a:solidFill>
                <a:srgbClr val="DD6765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A3169114-32B2-8BA5-6714-869AC0157C5D}"/>
                  </a:ext>
                </a:extLst>
              </p:cNvPr>
              <p:cNvSpPr/>
              <p:nvPr/>
            </p:nvSpPr>
            <p:spPr>
              <a:xfrm>
                <a:off x="3864554" y="3214100"/>
                <a:ext cx="171196" cy="171195"/>
              </a:xfrm>
              <a:custGeom>
                <a:avLst/>
                <a:gdLst>
                  <a:gd name="csX0" fmla="*/ 171196 w 171196"/>
                  <a:gd name="csY0" fmla="*/ 85598 h 171195"/>
                  <a:gd name="csX1" fmla="*/ 85598 w 171196"/>
                  <a:gd name="csY1" fmla="*/ 171196 h 171195"/>
                  <a:gd name="csX2" fmla="*/ 0 w 171196"/>
                  <a:gd name="csY2" fmla="*/ 85598 h 171195"/>
                  <a:gd name="csX3" fmla="*/ 85598 w 171196"/>
                  <a:gd name="csY3" fmla="*/ 0 h 171195"/>
                  <a:gd name="csX4" fmla="*/ 171196 w 171196"/>
                  <a:gd name="csY4" fmla="*/ 85598 h 1711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1196" h="171195">
                    <a:moveTo>
                      <a:pt x="171196" y="85598"/>
                    </a:moveTo>
                    <a:cubicBezTo>
                      <a:pt x="171196" y="132872"/>
                      <a:pt x="132873" y="171196"/>
                      <a:pt x="85598" y="171196"/>
                    </a:cubicBezTo>
                    <a:cubicBezTo>
                      <a:pt x="38324" y="171196"/>
                      <a:pt x="0" y="132873"/>
                      <a:pt x="0" y="85598"/>
                    </a:cubicBezTo>
                    <a:cubicBezTo>
                      <a:pt x="0" y="38324"/>
                      <a:pt x="38323" y="0"/>
                      <a:pt x="85598" y="0"/>
                    </a:cubicBezTo>
                    <a:cubicBezTo>
                      <a:pt x="132872" y="0"/>
                      <a:pt x="171196" y="38324"/>
                      <a:pt x="171196" y="85598"/>
                    </a:cubicBezTo>
                    <a:close/>
                  </a:path>
                </a:pathLst>
              </a:custGeom>
              <a:solidFill>
                <a:srgbClr val="D96869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C1B9EDF6-52FA-137E-98D9-6EE6103BBC78}"/>
                  </a:ext>
                </a:extLst>
              </p:cNvPr>
              <p:cNvSpPr/>
              <p:nvPr/>
            </p:nvSpPr>
            <p:spPr>
              <a:xfrm>
                <a:off x="3864554" y="3410061"/>
                <a:ext cx="171196" cy="171196"/>
              </a:xfrm>
              <a:custGeom>
                <a:avLst/>
                <a:gdLst>
                  <a:gd name="csX0" fmla="*/ 171196 w 171196"/>
                  <a:gd name="csY0" fmla="*/ 85598 h 171196"/>
                  <a:gd name="csX1" fmla="*/ 85598 w 171196"/>
                  <a:gd name="csY1" fmla="*/ 171196 h 171196"/>
                  <a:gd name="csX2" fmla="*/ 0 w 171196"/>
                  <a:gd name="csY2" fmla="*/ 85598 h 171196"/>
                  <a:gd name="csX3" fmla="*/ 85598 w 171196"/>
                  <a:gd name="csY3" fmla="*/ 0 h 171196"/>
                  <a:gd name="csX4" fmla="*/ 171196 w 171196"/>
                  <a:gd name="csY4" fmla="*/ 85598 h 1711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1196" h="171196">
                    <a:moveTo>
                      <a:pt x="171196" y="85598"/>
                    </a:moveTo>
                    <a:cubicBezTo>
                      <a:pt x="171196" y="132872"/>
                      <a:pt x="132873" y="171196"/>
                      <a:pt x="85598" y="171196"/>
                    </a:cubicBezTo>
                    <a:cubicBezTo>
                      <a:pt x="38324" y="171196"/>
                      <a:pt x="0" y="132873"/>
                      <a:pt x="0" y="85598"/>
                    </a:cubicBezTo>
                    <a:cubicBezTo>
                      <a:pt x="0" y="38324"/>
                      <a:pt x="38323" y="0"/>
                      <a:pt x="85598" y="0"/>
                    </a:cubicBezTo>
                    <a:cubicBezTo>
                      <a:pt x="132872" y="0"/>
                      <a:pt x="171196" y="38323"/>
                      <a:pt x="171196" y="85598"/>
                    </a:cubicBezTo>
                    <a:close/>
                  </a:path>
                </a:pathLst>
              </a:custGeom>
              <a:solidFill>
                <a:srgbClr val="AA748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4B6CBD86-0334-E315-5508-E6F9773D8F61}"/>
                  </a:ext>
                </a:extLst>
              </p:cNvPr>
              <p:cNvSpPr/>
              <p:nvPr/>
            </p:nvSpPr>
            <p:spPr>
              <a:xfrm>
                <a:off x="3561532" y="3621008"/>
                <a:ext cx="141477" cy="141477"/>
              </a:xfrm>
              <a:custGeom>
                <a:avLst/>
                <a:gdLst>
                  <a:gd name="csX0" fmla="*/ 141478 w 141477"/>
                  <a:gd name="csY0" fmla="*/ 70739 h 141477"/>
                  <a:gd name="csX1" fmla="*/ 70739 w 141477"/>
                  <a:gd name="csY1" fmla="*/ 141478 h 141477"/>
                  <a:gd name="csX2" fmla="*/ 0 w 141477"/>
                  <a:gd name="csY2" fmla="*/ 70739 h 141477"/>
                  <a:gd name="csX3" fmla="*/ 70739 w 141477"/>
                  <a:gd name="csY3" fmla="*/ 0 h 141477"/>
                  <a:gd name="csX4" fmla="*/ 141478 w 141477"/>
                  <a:gd name="csY4" fmla="*/ 70739 h 1414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1477" h="141477">
                    <a:moveTo>
                      <a:pt x="141478" y="70739"/>
                    </a:moveTo>
                    <a:cubicBezTo>
                      <a:pt x="141478" y="109807"/>
                      <a:pt x="109807" y="141478"/>
                      <a:pt x="70739" y="141478"/>
                    </a:cubicBezTo>
                    <a:cubicBezTo>
                      <a:pt x="31671" y="141478"/>
                      <a:pt x="0" y="109807"/>
                      <a:pt x="0" y="70739"/>
                    </a:cubicBezTo>
                    <a:cubicBezTo>
                      <a:pt x="0" y="31671"/>
                      <a:pt x="31671" y="0"/>
                      <a:pt x="70739" y="0"/>
                    </a:cubicBezTo>
                    <a:cubicBezTo>
                      <a:pt x="109807" y="0"/>
                      <a:pt x="141478" y="31671"/>
                      <a:pt x="141478" y="70739"/>
                    </a:cubicBezTo>
                    <a:close/>
                  </a:path>
                </a:pathLst>
              </a:custGeom>
              <a:solidFill>
                <a:srgbClr val="AA748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C6373E43-FADF-40D9-87F3-65F7ADFF7313}"/>
                  </a:ext>
                </a:extLst>
              </p:cNvPr>
              <p:cNvSpPr/>
              <p:nvPr/>
            </p:nvSpPr>
            <p:spPr>
              <a:xfrm>
                <a:off x="3966535" y="2818114"/>
                <a:ext cx="179070" cy="179069"/>
              </a:xfrm>
              <a:custGeom>
                <a:avLst/>
                <a:gdLst>
                  <a:gd name="csX0" fmla="*/ 179070 w 179070"/>
                  <a:gd name="csY0" fmla="*/ 89535 h 179069"/>
                  <a:gd name="csX1" fmla="*/ 89535 w 179070"/>
                  <a:gd name="csY1" fmla="*/ 179070 h 179069"/>
                  <a:gd name="csX2" fmla="*/ 0 w 179070"/>
                  <a:gd name="csY2" fmla="*/ 89535 h 179069"/>
                  <a:gd name="csX3" fmla="*/ 89535 w 179070"/>
                  <a:gd name="csY3" fmla="*/ 0 h 179069"/>
                  <a:gd name="csX4" fmla="*/ 179070 w 179070"/>
                  <a:gd name="csY4" fmla="*/ 89535 h 1790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9070" h="179069">
                    <a:moveTo>
                      <a:pt x="179070" y="89535"/>
                    </a:moveTo>
                    <a:cubicBezTo>
                      <a:pt x="179070" y="138984"/>
                      <a:pt x="138984" y="179070"/>
                      <a:pt x="89535" y="179070"/>
                    </a:cubicBezTo>
                    <a:cubicBezTo>
                      <a:pt x="40086" y="179070"/>
                      <a:pt x="0" y="138984"/>
                      <a:pt x="0" y="89535"/>
                    </a:cubicBezTo>
                    <a:cubicBezTo>
                      <a:pt x="0" y="40086"/>
                      <a:pt x="40086" y="0"/>
                      <a:pt x="89535" y="0"/>
                    </a:cubicBezTo>
                    <a:cubicBezTo>
                      <a:pt x="138984" y="0"/>
                      <a:pt x="179070" y="40086"/>
                      <a:pt x="179070" y="89535"/>
                    </a:cubicBezTo>
                    <a:close/>
                  </a:path>
                </a:pathLst>
              </a:custGeom>
              <a:solidFill>
                <a:srgbClr val="9A7694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CAA78654-1F51-76EE-E7A9-E57D4B1C6418}"/>
                  </a:ext>
                </a:extLst>
              </p:cNvPr>
              <p:cNvSpPr/>
              <p:nvPr/>
            </p:nvSpPr>
            <p:spPr>
              <a:xfrm>
                <a:off x="3375096" y="3842496"/>
                <a:ext cx="90424" cy="90424"/>
              </a:xfrm>
              <a:custGeom>
                <a:avLst/>
                <a:gdLst>
                  <a:gd name="csX0" fmla="*/ 90424 w 90424"/>
                  <a:gd name="csY0" fmla="*/ 45212 h 90424"/>
                  <a:gd name="csX1" fmla="*/ 45212 w 90424"/>
                  <a:gd name="csY1" fmla="*/ 90424 h 90424"/>
                  <a:gd name="csX2" fmla="*/ 0 w 90424"/>
                  <a:gd name="csY2" fmla="*/ 45212 h 90424"/>
                  <a:gd name="csX3" fmla="*/ 45212 w 90424"/>
                  <a:gd name="csY3" fmla="*/ 0 h 90424"/>
                  <a:gd name="csX4" fmla="*/ 90424 w 90424"/>
                  <a:gd name="csY4" fmla="*/ 45212 h 904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424" h="90424">
                    <a:moveTo>
                      <a:pt x="90424" y="45212"/>
                    </a:moveTo>
                    <a:cubicBezTo>
                      <a:pt x="90424" y="70182"/>
                      <a:pt x="70182" y="90424"/>
                      <a:pt x="45212" y="90424"/>
                    </a:cubicBezTo>
                    <a:cubicBezTo>
                      <a:pt x="20242" y="90424"/>
                      <a:pt x="0" y="70182"/>
                      <a:pt x="0" y="45212"/>
                    </a:cubicBezTo>
                    <a:cubicBezTo>
                      <a:pt x="0" y="20242"/>
                      <a:pt x="20242" y="0"/>
                      <a:pt x="45212" y="0"/>
                    </a:cubicBezTo>
                    <a:cubicBezTo>
                      <a:pt x="70182" y="0"/>
                      <a:pt x="90424" y="20242"/>
                      <a:pt x="90424" y="45212"/>
                    </a:cubicBezTo>
                    <a:close/>
                  </a:path>
                </a:pathLst>
              </a:custGeom>
              <a:solidFill>
                <a:srgbClr val="85799F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6F7FFB08-79C7-900A-1E30-13BAAB06236D}"/>
                  </a:ext>
                </a:extLst>
              </p:cNvPr>
              <p:cNvSpPr/>
              <p:nvPr/>
            </p:nvSpPr>
            <p:spPr>
              <a:xfrm>
                <a:off x="3966535" y="3014075"/>
                <a:ext cx="179070" cy="179069"/>
              </a:xfrm>
              <a:custGeom>
                <a:avLst/>
                <a:gdLst>
                  <a:gd name="csX0" fmla="*/ 179070 w 179070"/>
                  <a:gd name="csY0" fmla="*/ 89535 h 179069"/>
                  <a:gd name="csX1" fmla="*/ 89535 w 179070"/>
                  <a:gd name="csY1" fmla="*/ 179070 h 179069"/>
                  <a:gd name="csX2" fmla="*/ 0 w 179070"/>
                  <a:gd name="csY2" fmla="*/ 89535 h 179069"/>
                  <a:gd name="csX3" fmla="*/ 89535 w 179070"/>
                  <a:gd name="csY3" fmla="*/ 0 h 179069"/>
                  <a:gd name="csX4" fmla="*/ 179070 w 179070"/>
                  <a:gd name="csY4" fmla="*/ 89535 h 1790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9070" h="179069">
                    <a:moveTo>
                      <a:pt x="179070" y="89535"/>
                    </a:moveTo>
                    <a:cubicBezTo>
                      <a:pt x="179070" y="138984"/>
                      <a:pt x="138984" y="179070"/>
                      <a:pt x="89535" y="179070"/>
                    </a:cubicBezTo>
                    <a:cubicBezTo>
                      <a:pt x="40086" y="179070"/>
                      <a:pt x="0" y="138984"/>
                      <a:pt x="0" y="89535"/>
                    </a:cubicBezTo>
                    <a:cubicBezTo>
                      <a:pt x="0" y="40086"/>
                      <a:pt x="40086" y="0"/>
                      <a:pt x="89535" y="0"/>
                    </a:cubicBezTo>
                    <a:cubicBezTo>
                      <a:pt x="138984" y="0"/>
                      <a:pt x="179070" y="40086"/>
                      <a:pt x="179070" y="89535"/>
                    </a:cubicBezTo>
                    <a:close/>
                  </a:path>
                </a:pathLst>
              </a:custGeom>
              <a:solidFill>
                <a:srgbClr val="327EB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74D294C8-DE72-974B-21A6-F0B12DB3139C}"/>
                  </a:ext>
                </a:extLst>
              </p:cNvPr>
              <p:cNvSpPr/>
              <p:nvPr/>
            </p:nvSpPr>
            <p:spPr>
              <a:xfrm>
                <a:off x="3346140" y="2005949"/>
                <a:ext cx="1678664" cy="1999488"/>
              </a:xfrm>
              <a:custGeom>
                <a:avLst/>
                <a:gdLst>
                  <a:gd name="csX0" fmla="*/ 0 w 1631695"/>
                  <a:gd name="csY0" fmla="*/ 0 h 1999488"/>
                  <a:gd name="csX1" fmla="*/ 1631696 w 1631695"/>
                  <a:gd name="csY1" fmla="*/ 0 h 1999488"/>
                  <a:gd name="csX2" fmla="*/ 1631696 w 1631695"/>
                  <a:gd name="csY2" fmla="*/ 1999488 h 1999488"/>
                  <a:gd name="csX3" fmla="*/ 0 w 1631695"/>
                  <a:gd name="csY3" fmla="*/ 1999488 h 19994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631695" h="1999488">
                    <a:moveTo>
                      <a:pt x="0" y="0"/>
                    </a:moveTo>
                    <a:lnTo>
                      <a:pt x="1631696" y="0"/>
                    </a:lnTo>
                    <a:lnTo>
                      <a:pt x="1631696" y="1999488"/>
                    </a:lnTo>
                    <a:lnTo>
                      <a:pt x="0" y="1999488"/>
                    </a:lnTo>
                    <a:close/>
                  </a:path>
                </a:pathLst>
              </a:custGeom>
              <a:noFill/>
              <a:ln w="13589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1600"/>
              </a:p>
            </p:txBody>
          </p:sp>
        </p:grp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BD048C42-9E23-D392-4A64-ADD660D8B576}"/>
                </a:ext>
              </a:extLst>
            </p:cNvPr>
            <p:cNvSpPr txBox="1"/>
            <p:nvPr/>
          </p:nvSpPr>
          <p:spPr>
            <a:xfrm>
              <a:off x="1198340" y="3725637"/>
              <a:ext cx="219101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8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negative regulation of axon extension involved in axon guidance</a:t>
              </a:r>
              <a:endParaRPr lang="en-US" sz="8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0408D772-2AAA-4503-BB7A-76C6FDAC9B56}"/>
                </a:ext>
              </a:extLst>
            </p:cNvPr>
            <p:cNvSpPr txBox="1"/>
            <p:nvPr/>
          </p:nvSpPr>
          <p:spPr>
            <a:xfrm>
              <a:off x="2516999" y="3567069"/>
              <a:ext cx="8723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frizzled binding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978AD19-C81B-07A8-136A-C9543AF018CD}"/>
                </a:ext>
              </a:extLst>
            </p:cNvPr>
            <p:cNvSpPr txBox="1"/>
            <p:nvPr/>
          </p:nvSpPr>
          <p:spPr>
            <a:xfrm>
              <a:off x="1707483" y="3388703"/>
              <a:ext cx="168187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canonical </a:t>
              </a:r>
              <a:r>
                <a:rPr lang="en-US" sz="8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Wnt</a:t>
              </a:r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signaling </a:t>
              </a:r>
              <a:r>
                <a:rPr lang="en-US" sz="8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pathway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E1D3A359-1C3D-8A13-BFAB-31F001259292}"/>
                </a:ext>
              </a:extLst>
            </p:cNvPr>
            <p:cNvSpPr txBox="1"/>
            <p:nvPr/>
          </p:nvSpPr>
          <p:spPr>
            <a:xfrm>
              <a:off x="1846944" y="3189309"/>
              <a:ext cx="15424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cell fate commitment pathway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8C516AA9-8306-EC28-E6AA-D53BD4941A62}"/>
                </a:ext>
              </a:extLst>
            </p:cNvPr>
            <p:cNvSpPr txBox="1"/>
            <p:nvPr/>
          </p:nvSpPr>
          <p:spPr>
            <a:xfrm>
              <a:off x="1524740" y="2991892"/>
              <a:ext cx="186461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central nervous system development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39EA84E-A824-040B-BB5B-0755CD1CD166}"/>
                </a:ext>
              </a:extLst>
            </p:cNvPr>
            <p:cNvSpPr txBox="1"/>
            <p:nvPr/>
          </p:nvSpPr>
          <p:spPr>
            <a:xfrm>
              <a:off x="2121058" y="2797260"/>
              <a:ext cx="126829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canonical Wnt signaling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C5D7B248-FB15-5A99-38BD-F5E20258C8AB}"/>
                </a:ext>
              </a:extLst>
            </p:cNvPr>
            <p:cNvSpPr txBox="1"/>
            <p:nvPr/>
          </p:nvSpPr>
          <p:spPr>
            <a:xfrm>
              <a:off x="2172354" y="2400448"/>
              <a:ext cx="121700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Wnt</a:t>
              </a:r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signaling pathway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7C7CB3C4-8E4D-959F-9CFF-5DBB93103858}"/>
                </a:ext>
              </a:extLst>
            </p:cNvPr>
            <p:cNvSpPr txBox="1"/>
            <p:nvPr/>
          </p:nvSpPr>
          <p:spPr>
            <a:xfrm>
              <a:off x="2531427" y="2209123"/>
              <a:ext cx="85792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axon guidance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E74D99C1-C10B-0C27-949E-A5641E1D2CF0}"/>
                </a:ext>
              </a:extLst>
            </p:cNvPr>
            <p:cNvSpPr txBox="1"/>
            <p:nvPr/>
          </p:nvSpPr>
          <p:spPr>
            <a:xfrm>
              <a:off x="2233268" y="2008399"/>
              <a:ext cx="115608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neuron differentiation</a:t>
              </a:r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ACDE38FD-A250-D381-4557-8DE14A5D8AC8}"/>
                </a:ext>
              </a:extLst>
            </p:cNvPr>
            <p:cNvSpPr/>
            <p:nvPr/>
          </p:nvSpPr>
          <p:spPr>
            <a:xfrm>
              <a:off x="3311341" y="3887708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510BEFFC-801F-3225-91E7-7B256523DDC2}"/>
                </a:ext>
              </a:extLst>
            </p:cNvPr>
            <p:cNvSpPr/>
            <p:nvPr/>
          </p:nvSpPr>
          <p:spPr>
            <a:xfrm>
              <a:off x="3311341" y="3691746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414A188E-9E3C-7C14-83F0-6EB24740422E}"/>
                </a:ext>
              </a:extLst>
            </p:cNvPr>
            <p:cNvSpPr/>
            <p:nvPr/>
          </p:nvSpPr>
          <p:spPr>
            <a:xfrm>
              <a:off x="3311341" y="3495658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6982CA7B-9FD3-6BFA-8EA1-DE9230F8DF45}"/>
                </a:ext>
              </a:extLst>
            </p:cNvPr>
            <p:cNvSpPr/>
            <p:nvPr/>
          </p:nvSpPr>
          <p:spPr>
            <a:xfrm>
              <a:off x="3311341" y="3299698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1624770D-85F3-BA7A-F652-EF01325A7261}"/>
                </a:ext>
              </a:extLst>
            </p:cNvPr>
            <p:cNvSpPr/>
            <p:nvPr/>
          </p:nvSpPr>
          <p:spPr>
            <a:xfrm>
              <a:off x="3311341" y="310361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7A019BA9-4A75-749D-125F-305956CD3188}"/>
                </a:ext>
              </a:extLst>
            </p:cNvPr>
            <p:cNvSpPr/>
            <p:nvPr/>
          </p:nvSpPr>
          <p:spPr>
            <a:xfrm>
              <a:off x="3311341" y="2907649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A33C2C1F-3FB0-2C2C-DDB4-8E889A503A92}"/>
                </a:ext>
              </a:extLst>
            </p:cNvPr>
            <p:cNvSpPr/>
            <p:nvPr/>
          </p:nvSpPr>
          <p:spPr>
            <a:xfrm>
              <a:off x="3311341" y="271156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A6A80371-154B-84A1-281A-A8945FAE3640}"/>
                </a:ext>
              </a:extLst>
            </p:cNvPr>
            <p:cNvSpPr/>
            <p:nvPr/>
          </p:nvSpPr>
          <p:spPr>
            <a:xfrm>
              <a:off x="3311341" y="251560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5D80C9DA-8D90-35AB-F4E9-E049219272BD}"/>
                </a:ext>
              </a:extLst>
            </p:cNvPr>
            <p:cNvSpPr/>
            <p:nvPr/>
          </p:nvSpPr>
          <p:spPr>
            <a:xfrm>
              <a:off x="3311341" y="2319511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09124246-C2AC-CD34-FDF5-6CBBB1191A6F}"/>
                </a:ext>
              </a:extLst>
            </p:cNvPr>
            <p:cNvSpPr/>
            <p:nvPr/>
          </p:nvSpPr>
          <p:spPr>
            <a:xfrm>
              <a:off x="3311341" y="212355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7A8196E-61E2-61DD-3678-DE3813F06ABA}"/>
                </a:ext>
              </a:extLst>
            </p:cNvPr>
            <p:cNvSpPr/>
            <p:nvPr/>
          </p:nvSpPr>
          <p:spPr>
            <a:xfrm>
              <a:off x="3369507" y="4005436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84009C92-32D5-7006-5D30-E4BA1D2232E7}"/>
                </a:ext>
              </a:extLst>
            </p:cNvPr>
            <p:cNvSpPr/>
            <p:nvPr/>
          </p:nvSpPr>
          <p:spPr>
            <a:xfrm>
              <a:off x="3742506" y="4005436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C4E95616-097F-9A7F-D82E-D57CBF0ABA61}"/>
                </a:ext>
              </a:extLst>
            </p:cNvPr>
            <p:cNvSpPr/>
            <p:nvPr/>
          </p:nvSpPr>
          <p:spPr>
            <a:xfrm>
              <a:off x="4115378" y="4005436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2AED734C-9691-2147-FC46-B35E2F8BBD27}"/>
                </a:ext>
              </a:extLst>
            </p:cNvPr>
            <p:cNvSpPr/>
            <p:nvPr/>
          </p:nvSpPr>
          <p:spPr>
            <a:xfrm>
              <a:off x="4488378" y="4005436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7869D9AE-345E-98E9-D38B-C06F99EF8078}"/>
                </a:ext>
              </a:extLst>
            </p:cNvPr>
            <p:cNvSpPr/>
            <p:nvPr/>
          </p:nvSpPr>
          <p:spPr>
            <a:xfrm>
              <a:off x="4861376" y="4005436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0030BCA7-BF11-7D3A-DB61-59386C73232C}"/>
                </a:ext>
              </a:extLst>
            </p:cNvPr>
            <p:cNvSpPr txBox="1"/>
            <p:nvPr/>
          </p:nvSpPr>
          <p:spPr>
            <a:xfrm>
              <a:off x="3176185" y="3993457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0.02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8FEBC72A-F27A-1375-5D25-E799D8427F93}"/>
                </a:ext>
              </a:extLst>
            </p:cNvPr>
            <p:cNvSpPr txBox="1"/>
            <p:nvPr/>
          </p:nvSpPr>
          <p:spPr>
            <a:xfrm>
              <a:off x="3549184" y="3993457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0.04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B9DC8B6-9BF9-3184-62FF-81DEBDDBEAC7}"/>
                </a:ext>
              </a:extLst>
            </p:cNvPr>
            <p:cNvSpPr txBox="1"/>
            <p:nvPr/>
          </p:nvSpPr>
          <p:spPr>
            <a:xfrm>
              <a:off x="3922056" y="3993457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0.06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B67BF8F7-C9DB-B735-2272-29DAECA71C42}"/>
                </a:ext>
              </a:extLst>
            </p:cNvPr>
            <p:cNvSpPr txBox="1"/>
            <p:nvPr/>
          </p:nvSpPr>
          <p:spPr>
            <a:xfrm>
              <a:off x="4295055" y="3993457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0.08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ACC67D28-2310-A797-AFA9-F98BBDCDBD71}"/>
                </a:ext>
              </a:extLst>
            </p:cNvPr>
            <p:cNvSpPr txBox="1"/>
            <p:nvPr/>
          </p:nvSpPr>
          <p:spPr>
            <a:xfrm>
              <a:off x="4668054" y="3993457"/>
              <a:ext cx="38664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85DAB782-14F1-5205-E4B1-7A245813852F}"/>
                </a:ext>
              </a:extLst>
            </p:cNvPr>
            <p:cNvSpPr txBox="1"/>
            <p:nvPr/>
          </p:nvSpPr>
          <p:spPr>
            <a:xfrm>
              <a:off x="3746649" y="4125519"/>
              <a:ext cx="830677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GeneRatio</a:t>
              </a:r>
              <a:endParaRPr lang="en-US" sz="8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9AC7A15-1FEC-99E0-3115-ABA6D3AD7775}"/>
                </a:ext>
              </a:extLst>
            </p:cNvPr>
            <p:cNvSpPr/>
            <p:nvPr/>
          </p:nvSpPr>
          <p:spPr>
            <a:xfrm>
              <a:off x="5117028" y="1692767"/>
              <a:ext cx="769747" cy="1435481"/>
            </a:xfrm>
            <a:custGeom>
              <a:avLst/>
              <a:gdLst>
                <a:gd name="csX0" fmla="*/ 0 w 769747"/>
                <a:gd name="csY0" fmla="*/ 0 h 1435481"/>
                <a:gd name="csX1" fmla="*/ 769747 w 769747"/>
                <a:gd name="csY1" fmla="*/ 0 h 1435481"/>
                <a:gd name="csX2" fmla="*/ 769747 w 769747"/>
                <a:gd name="csY2" fmla="*/ 1435481 h 1435481"/>
                <a:gd name="csX3" fmla="*/ 0 w 769747"/>
                <a:gd name="csY3" fmla="*/ 1435481 h 1435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9747" h="1435481">
                  <a:moveTo>
                    <a:pt x="0" y="0"/>
                  </a:moveTo>
                  <a:lnTo>
                    <a:pt x="769747" y="0"/>
                  </a:lnTo>
                  <a:lnTo>
                    <a:pt x="769747" y="1435481"/>
                  </a:lnTo>
                  <a:lnTo>
                    <a:pt x="0" y="1435481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3B59707C-6389-2184-B4E5-8B6B2C245E5A}"/>
                </a:ext>
              </a:extLst>
            </p:cNvPr>
            <p:cNvSpPr txBox="1"/>
            <p:nvPr/>
          </p:nvSpPr>
          <p:spPr>
            <a:xfrm>
              <a:off x="5136958" y="1769404"/>
              <a:ext cx="58862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p.adjust</a:t>
              </a:r>
              <a:endParaRPr lang="en-US" sz="9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pic>
          <p:nvPicPr>
            <p:cNvPr id="364" name="Picture 363">
              <a:extLst>
                <a:ext uri="{FF2B5EF4-FFF2-40B4-BE49-F238E27FC236}">
                  <a16:creationId xmlns:a16="http://schemas.microsoft.com/office/drawing/2014/main" id="{F03FF9E9-918B-E607-666D-76C53E0B8D8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186624" y="1961372"/>
              <a:ext cx="219455" cy="1097280"/>
            </a:xfrm>
            <a:custGeom>
              <a:avLst/>
              <a:gdLst>
                <a:gd name="csX0" fmla="*/ 0 w 219455"/>
                <a:gd name="csY0" fmla="*/ 0 h 1097280"/>
                <a:gd name="csX1" fmla="*/ 219456 w 219455"/>
                <a:gd name="csY1" fmla="*/ 0 h 1097280"/>
                <a:gd name="csX2" fmla="*/ 219456 w 219455"/>
                <a:gd name="csY2" fmla="*/ 1097280 h 1097280"/>
                <a:gd name="csX3" fmla="*/ 0 w 219455"/>
                <a:gd name="csY3" fmla="*/ 1097280 h 10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9455" h="1097280">
                  <a:moveTo>
                    <a:pt x="0" y="0"/>
                  </a:moveTo>
                  <a:lnTo>
                    <a:pt x="219456" y="0"/>
                  </a:lnTo>
                  <a:lnTo>
                    <a:pt x="219456" y="1097280"/>
                  </a:lnTo>
                  <a:lnTo>
                    <a:pt x="0" y="1097280"/>
                  </a:lnTo>
                  <a:close/>
                </a:path>
              </a:pathLst>
            </a:custGeom>
          </p:spPr>
        </p:pic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B5EB3479-C118-6980-754E-2C66875005B8}"/>
                </a:ext>
              </a:extLst>
            </p:cNvPr>
            <p:cNvSpPr/>
            <p:nvPr/>
          </p:nvSpPr>
          <p:spPr>
            <a:xfrm>
              <a:off x="5362265" y="2236835"/>
              <a:ext cx="43815" cy="12700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5AD77DAB-402F-F3C1-640C-DB7587CB064E}"/>
                </a:ext>
              </a:extLst>
            </p:cNvPr>
            <p:cNvSpPr/>
            <p:nvPr/>
          </p:nvSpPr>
          <p:spPr>
            <a:xfrm>
              <a:off x="5362265" y="2511154"/>
              <a:ext cx="43815" cy="12700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7612B568-2FAA-DFC2-3F7A-9F6160630CA1}"/>
                </a:ext>
              </a:extLst>
            </p:cNvPr>
            <p:cNvSpPr/>
            <p:nvPr/>
          </p:nvSpPr>
          <p:spPr>
            <a:xfrm>
              <a:off x="5362265" y="2785348"/>
              <a:ext cx="43815" cy="12700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A881501C-5430-B57B-F45D-F473CABCBD82}"/>
                </a:ext>
              </a:extLst>
            </p:cNvPr>
            <p:cNvSpPr/>
            <p:nvPr/>
          </p:nvSpPr>
          <p:spPr>
            <a:xfrm>
              <a:off x="5186624" y="2236835"/>
              <a:ext cx="43941" cy="12700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8783BCD9-6855-E0C5-EDEA-A68C3EDA18B2}"/>
                </a:ext>
              </a:extLst>
            </p:cNvPr>
            <p:cNvSpPr/>
            <p:nvPr/>
          </p:nvSpPr>
          <p:spPr>
            <a:xfrm>
              <a:off x="5186624" y="2511154"/>
              <a:ext cx="43941" cy="12700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4F1435BA-8BFC-765B-C0CE-09B60FD7DF19}"/>
                </a:ext>
              </a:extLst>
            </p:cNvPr>
            <p:cNvSpPr/>
            <p:nvPr/>
          </p:nvSpPr>
          <p:spPr>
            <a:xfrm>
              <a:off x="5186624" y="2785348"/>
              <a:ext cx="43941" cy="12700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D9A96B64-E3EE-A810-1BA6-14FDB34EBF64}"/>
                </a:ext>
              </a:extLst>
            </p:cNvPr>
            <p:cNvSpPr txBox="1"/>
            <p:nvPr/>
          </p:nvSpPr>
          <p:spPr>
            <a:xfrm>
              <a:off x="5395559" y="2129946"/>
              <a:ext cx="50206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0.0005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7523874-A7BC-6EBB-6C46-6CB10DFD0C09}"/>
                </a:ext>
              </a:extLst>
            </p:cNvPr>
            <p:cNvSpPr txBox="1"/>
            <p:nvPr/>
          </p:nvSpPr>
          <p:spPr>
            <a:xfrm>
              <a:off x="5395559" y="2404266"/>
              <a:ext cx="50206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0.0010</a:t>
              </a:r>
              <a:endParaRPr lang="en-US" sz="6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E52117C5-F6FC-3FB9-F2BE-62E689043DFB}"/>
                </a:ext>
              </a:extLst>
            </p:cNvPr>
            <p:cNvSpPr txBox="1"/>
            <p:nvPr/>
          </p:nvSpPr>
          <p:spPr>
            <a:xfrm>
              <a:off x="5395559" y="2678459"/>
              <a:ext cx="50206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0.0015</a:t>
              </a:r>
              <a:endParaRPr lang="en-US" sz="6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F12769F0-5BF6-0DC3-0DD7-2CE25A3A82F8}"/>
                </a:ext>
              </a:extLst>
            </p:cNvPr>
            <p:cNvSpPr/>
            <p:nvPr/>
          </p:nvSpPr>
          <p:spPr>
            <a:xfrm>
              <a:off x="5117028" y="3267440"/>
              <a:ext cx="600583" cy="1051052"/>
            </a:xfrm>
            <a:custGeom>
              <a:avLst/>
              <a:gdLst>
                <a:gd name="csX0" fmla="*/ 0 w 600583"/>
                <a:gd name="csY0" fmla="*/ 0 h 1051052"/>
                <a:gd name="csX1" fmla="*/ 600583 w 600583"/>
                <a:gd name="csY1" fmla="*/ 0 h 1051052"/>
                <a:gd name="csX2" fmla="*/ 600583 w 600583"/>
                <a:gd name="csY2" fmla="*/ 1051052 h 1051052"/>
                <a:gd name="csX3" fmla="*/ 0 w 600583"/>
                <a:gd name="csY3" fmla="*/ 1051052 h 105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00583" h="1051052">
                  <a:moveTo>
                    <a:pt x="0" y="0"/>
                  </a:moveTo>
                  <a:lnTo>
                    <a:pt x="600583" y="0"/>
                  </a:lnTo>
                  <a:lnTo>
                    <a:pt x="600583" y="1051052"/>
                  </a:lnTo>
                  <a:lnTo>
                    <a:pt x="0" y="1051052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992714CC-1C32-85C1-F071-804DF806816D}"/>
                </a:ext>
              </a:extLst>
            </p:cNvPr>
            <p:cNvSpPr txBox="1"/>
            <p:nvPr/>
          </p:nvSpPr>
          <p:spPr>
            <a:xfrm>
              <a:off x="5126794" y="3133392"/>
              <a:ext cx="49244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Count</a:t>
              </a:r>
              <a:endParaRPr lang="en-US" sz="8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816D7F04-7698-9E80-42EB-82D9FB4B18CF}"/>
                </a:ext>
              </a:extLst>
            </p:cNvPr>
            <p:cNvSpPr/>
            <p:nvPr/>
          </p:nvSpPr>
          <p:spPr>
            <a:xfrm>
              <a:off x="5186624" y="3341496"/>
              <a:ext cx="267588" cy="219456"/>
            </a:xfrm>
            <a:custGeom>
              <a:avLst/>
              <a:gdLst>
                <a:gd name="csX0" fmla="*/ 0 w 267588"/>
                <a:gd name="csY0" fmla="*/ 0 h 219456"/>
                <a:gd name="csX1" fmla="*/ 267589 w 267588"/>
                <a:gd name="csY1" fmla="*/ 0 h 219456"/>
                <a:gd name="csX2" fmla="*/ 267589 w 267588"/>
                <a:gd name="csY2" fmla="*/ 219456 h 219456"/>
                <a:gd name="csX3" fmla="*/ 0 w 267588"/>
                <a:gd name="csY3" fmla="*/ 219456 h 219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588" h="219456">
                  <a:moveTo>
                    <a:pt x="0" y="0"/>
                  </a:moveTo>
                  <a:lnTo>
                    <a:pt x="267589" y="0"/>
                  </a:lnTo>
                  <a:lnTo>
                    <a:pt x="267589" y="219456"/>
                  </a:lnTo>
                  <a:lnTo>
                    <a:pt x="0" y="21945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E2749694-8417-2234-1623-BA9B7FCC5AB3}"/>
                </a:ext>
              </a:extLst>
            </p:cNvPr>
            <p:cNvSpPr/>
            <p:nvPr/>
          </p:nvSpPr>
          <p:spPr>
            <a:xfrm>
              <a:off x="5257109" y="3387978"/>
              <a:ext cx="126492" cy="126491"/>
            </a:xfrm>
            <a:custGeom>
              <a:avLst/>
              <a:gdLst>
                <a:gd name="csX0" fmla="*/ 126492 w 126492"/>
                <a:gd name="csY0" fmla="*/ 63246 h 126491"/>
                <a:gd name="csX1" fmla="*/ 63246 w 126492"/>
                <a:gd name="csY1" fmla="*/ 126492 h 126491"/>
                <a:gd name="csX2" fmla="*/ 0 w 126492"/>
                <a:gd name="csY2" fmla="*/ 63246 h 126491"/>
                <a:gd name="csX3" fmla="*/ 63246 w 126492"/>
                <a:gd name="csY3" fmla="*/ 0 h 126491"/>
                <a:gd name="csX4" fmla="*/ 126492 w 126492"/>
                <a:gd name="csY4" fmla="*/ 63246 h 126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492" h="126491">
                  <a:moveTo>
                    <a:pt x="126492" y="63246"/>
                  </a:moveTo>
                  <a:cubicBezTo>
                    <a:pt x="126492" y="98176"/>
                    <a:pt x="98176" y="126492"/>
                    <a:pt x="63246" y="126492"/>
                  </a:cubicBezTo>
                  <a:cubicBezTo>
                    <a:pt x="28316" y="126492"/>
                    <a:pt x="0" y="98176"/>
                    <a:pt x="0" y="63246"/>
                  </a:cubicBezTo>
                  <a:cubicBezTo>
                    <a:pt x="0" y="28316"/>
                    <a:pt x="28316" y="0"/>
                    <a:pt x="63246" y="0"/>
                  </a:cubicBezTo>
                  <a:cubicBezTo>
                    <a:pt x="98175" y="0"/>
                    <a:pt x="126492" y="28316"/>
                    <a:pt x="126492" y="63246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3DD1FCE8-9745-5F83-FEC2-B1C2D72D0D56}"/>
                </a:ext>
              </a:extLst>
            </p:cNvPr>
            <p:cNvSpPr/>
            <p:nvPr/>
          </p:nvSpPr>
          <p:spPr>
            <a:xfrm>
              <a:off x="5186624" y="3560952"/>
              <a:ext cx="267588" cy="225806"/>
            </a:xfrm>
            <a:custGeom>
              <a:avLst/>
              <a:gdLst>
                <a:gd name="csX0" fmla="*/ 0 w 267588"/>
                <a:gd name="csY0" fmla="*/ 0 h 225806"/>
                <a:gd name="csX1" fmla="*/ 267589 w 267588"/>
                <a:gd name="csY1" fmla="*/ 0 h 225806"/>
                <a:gd name="csX2" fmla="*/ 267589 w 267588"/>
                <a:gd name="csY2" fmla="*/ 225806 h 225806"/>
                <a:gd name="csX3" fmla="*/ 0 w 267588"/>
                <a:gd name="csY3" fmla="*/ 225806 h 22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588" h="225806">
                  <a:moveTo>
                    <a:pt x="0" y="0"/>
                  </a:moveTo>
                  <a:lnTo>
                    <a:pt x="267589" y="0"/>
                  </a:lnTo>
                  <a:lnTo>
                    <a:pt x="267589" y="225806"/>
                  </a:lnTo>
                  <a:lnTo>
                    <a:pt x="0" y="22580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6120FC1F-7734-1C60-C38B-610CF009D16C}"/>
                </a:ext>
              </a:extLst>
            </p:cNvPr>
            <p:cNvSpPr/>
            <p:nvPr/>
          </p:nvSpPr>
          <p:spPr>
            <a:xfrm>
              <a:off x="5230820" y="3584320"/>
              <a:ext cx="179070" cy="179070"/>
            </a:xfrm>
            <a:custGeom>
              <a:avLst/>
              <a:gdLst>
                <a:gd name="csX0" fmla="*/ 179070 w 179070"/>
                <a:gd name="csY0" fmla="*/ 89535 h 179070"/>
                <a:gd name="csX1" fmla="*/ 89535 w 179070"/>
                <a:gd name="csY1" fmla="*/ 179070 h 179070"/>
                <a:gd name="csX2" fmla="*/ 0 w 179070"/>
                <a:gd name="csY2" fmla="*/ 89535 h 179070"/>
                <a:gd name="csX3" fmla="*/ 89535 w 179070"/>
                <a:gd name="csY3" fmla="*/ 0 h 179070"/>
                <a:gd name="csX4" fmla="*/ 179070 w 179070"/>
                <a:gd name="csY4" fmla="*/ 89535 h 17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070" h="179070">
                  <a:moveTo>
                    <a:pt x="179070" y="89535"/>
                  </a:moveTo>
                  <a:cubicBezTo>
                    <a:pt x="179070" y="138984"/>
                    <a:pt x="138984" y="179070"/>
                    <a:pt x="89535" y="179070"/>
                  </a:cubicBezTo>
                  <a:cubicBezTo>
                    <a:pt x="40086" y="179070"/>
                    <a:pt x="0" y="138984"/>
                    <a:pt x="0" y="89535"/>
                  </a:cubicBezTo>
                  <a:cubicBezTo>
                    <a:pt x="0" y="40086"/>
                    <a:pt x="40087" y="0"/>
                    <a:pt x="89535" y="0"/>
                  </a:cubicBezTo>
                  <a:cubicBezTo>
                    <a:pt x="138984" y="0"/>
                    <a:pt x="179070" y="40086"/>
                    <a:pt x="179070" y="89535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012CB745-FC1B-81E3-4ABA-750AD0ADAF4E}"/>
                </a:ext>
              </a:extLst>
            </p:cNvPr>
            <p:cNvSpPr/>
            <p:nvPr/>
          </p:nvSpPr>
          <p:spPr>
            <a:xfrm>
              <a:off x="5186624" y="3786758"/>
              <a:ext cx="267588" cy="267588"/>
            </a:xfrm>
            <a:custGeom>
              <a:avLst/>
              <a:gdLst>
                <a:gd name="csX0" fmla="*/ 0 w 267588"/>
                <a:gd name="csY0" fmla="*/ 0 h 267588"/>
                <a:gd name="csX1" fmla="*/ 267589 w 267588"/>
                <a:gd name="csY1" fmla="*/ 0 h 267588"/>
                <a:gd name="csX2" fmla="*/ 267589 w 267588"/>
                <a:gd name="csY2" fmla="*/ 267589 h 267588"/>
                <a:gd name="csX3" fmla="*/ 0 w 267588"/>
                <a:gd name="csY3" fmla="*/ 267589 h 267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7588" h="267588">
                  <a:moveTo>
                    <a:pt x="0" y="0"/>
                  </a:moveTo>
                  <a:lnTo>
                    <a:pt x="267589" y="0"/>
                  </a:lnTo>
                  <a:lnTo>
                    <a:pt x="267589" y="267589"/>
                  </a:lnTo>
                  <a:lnTo>
                    <a:pt x="0" y="267589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8C6AC238-BBC5-5393-0392-6121AA77BE49}"/>
                </a:ext>
              </a:extLst>
            </p:cNvPr>
            <p:cNvSpPr/>
            <p:nvPr/>
          </p:nvSpPr>
          <p:spPr>
            <a:xfrm>
              <a:off x="5215199" y="3815333"/>
              <a:ext cx="210311" cy="210312"/>
            </a:xfrm>
            <a:custGeom>
              <a:avLst/>
              <a:gdLst>
                <a:gd name="csX0" fmla="*/ 210312 w 210311"/>
                <a:gd name="csY0" fmla="*/ 105156 h 210312"/>
                <a:gd name="csX1" fmla="*/ 105156 w 210311"/>
                <a:gd name="csY1" fmla="*/ 210312 h 210312"/>
                <a:gd name="csX2" fmla="*/ 0 w 210311"/>
                <a:gd name="csY2" fmla="*/ 105156 h 210312"/>
                <a:gd name="csX3" fmla="*/ 105156 w 210311"/>
                <a:gd name="csY3" fmla="*/ 0 h 210312"/>
                <a:gd name="csX4" fmla="*/ 210312 w 210311"/>
                <a:gd name="csY4" fmla="*/ 105156 h 210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0311" h="210312">
                  <a:moveTo>
                    <a:pt x="210312" y="105156"/>
                  </a:moveTo>
                  <a:cubicBezTo>
                    <a:pt x="210312" y="163232"/>
                    <a:pt x="163232" y="210312"/>
                    <a:pt x="105156" y="210312"/>
                  </a:cubicBezTo>
                  <a:cubicBezTo>
                    <a:pt x="47080" y="210312"/>
                    <a:pt x="0" y="163232"/>
                    <a:pt x="0" y="105156"/>
                  </a:cubicBezTo>
                  <a:cubicBezTo>
                    <a:pt x="0" y="47080"/>
                    <a:pt x="47080" y="0"/>
                    <a:pt x="105156" y="0"/>
                  </a:cubicBezTo>
                  <a:cubicBezTo>
                    <a:pt x="163232" y="0"/>
                    <a:pt x="210312" y="47080"/>
                    <a:pt x="210312" y="105156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1600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E0809E50-61E3-BB39-9F4D-E33BBD5887A3}"/>
                </a:ext>
              </a:extLst>
            </p:cNvPr>
            <p:cNvSpPr txBox="1"/>
            <p:nvPr/>
          </p:nvSpPr>
          <p:spPr>
            <a:xfrm>
              <a:off x="5433700" y="3344335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98A20B85-18D4-D21D-78F6-B39C8F451F7B}"/>
                </a:ext>
              </a:extLst>
            </p:cNvPr>
            <p:cNvSpPr txBox="1"/>
            <p:nvPr/>
          </p:nvSpPr>
          <p:spPr>
            <a:xfrm>
              <a:off x="5402672" y="356696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9569BC29-29D9-D734-CA3C-BB6985E8CDF4}"/>
                </a:ext>
              </a:extLst>
            </p:cNvPr>
            <p:cNvSpPr txBox="1"/>
            <p:nvPr/>
          </p:nvSpPr>
          <p:spPr>
            <a:xfrm>
              <a:off x="5402672" y="381360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15</a:t>
              </a: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DE9D7FD0-EBB8-2B60-0211-0BA1CBCE76F1}"/>
                </a:ext>
              </a:extLst>
            </p:cNvPr>
            <p:cNvSpPr txBox="1"/>
            <p:nvPr/>
          </p:nvSpPr>
          <p:spPr>
            <a:xfrm>
              <a:off x="3346139" y="1703693"/>
              <a:ext cx="17085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1_NP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D6B7A821-F1F3-3493-AF3A-47CA84E59A87}"/>
                </a:ext>
              </a:extLst>
            </p:cNvPr>
            <p:cNvSpPr txBox="1"/>
            <p:nvPr/>
          </p:nvSpPr>
          <p:spPr>
            <a:xfrm>
              <a:off x="1143226" y="2601172"/>
              <a:ext cx="224612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Negative regulation of forebrain development</a:t>
              </a:r>
            </a:p>
          </p:txBody>
        </p:sp>
      </p:grpSp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12057348-B6BC-67D0-EF36-915F74A9EFF5}"/>
              </a:ext>
            </a:extLst>
          </p:cNvPr>
          <p:cNvGrpSpPr/>
          <p:nvPr/>
        </p:nvGrpSpPr>
        <p:grpSpPr>
          <a:xfrm>
            <a:off x="2519288" y="134574"/>
            <a:ext cx="4204697" cy="2047848"/>
            <a:chOff x="2519288" y="203940"/>
            <a:chExt cx="4204697" cy="2047848"/>
          </a:xfrm>
        </p:grpSpPr>
        <p:grpSp>
          <p:nvGrpSpPr>
            <p:cNvPr id="575" name="Group 574">
              <a:extLst>
                <a:ext uri="{FF2B5EF4-FFF2-40B4-BE49-F238E27FC236}">
                  <a16:creationId xmlns:a16="http://schemas.microsoft.com/office/drawing/2014/main" id="{704EEA88-FBE4-6B57-2A3C-B2B0D01574B8}"/>
                </a:ext>
              </a:extLst>
            </p:cNvPr>
            <p:cNvGrpSpPr/>
            <p:nvPr/>
          </p:nvGrpSpPr>
          <p:grpSpPr>
            <a:xfrm>
              <a:off x="2519288" y="203940"/>
              <a:ext cx="4204697" cy="2047848"/>
              <a:chOff x="2520789" y="21584"/>
              <a:chExt cx="4204697" cy="2047848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A3277C00-DF76-DA44-23D2-1ED208B586A8}"/>
                  </a:ext>
                </a:extLst>
              </p:cNvPr>
              <p:cNvGrpSpPr/>
              <p:nvPr/>
            </p:nvGrpSpPr>
            <p:grpSpPr>
              <a:xfrm>
                <a:off x="2520789" y="21584"/>
                <a:ext cx="2923610" cy="2047848"/>
                <a:chOff x="2252915" y="-5264"/>
                <a:chExt cx="3099032" cy="2331230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BE3B0FB8-14D7-8DAB-B164-10A40504F082}"/>
                    </a:ext>
                  </a:extLst>
                </p:cNvPr>
                <p:cNvGrpSpPr/>
                <p:nvPr/>
              </p:nvGrpSpPr>
              <p:grpSpPr>
                <a:xfrm>
                  <a:off x="4635237" y="1101682"/>
                  <a:ext cx="716710" cy="891004"/>
                  <a:chOff x="430925" y="1996437"/>
                  <a:chExt cx="716710" cy="891004"/>
                </a:xfrm>
              </p:grpSpPr>
              <p:cxnSp>
                <p:nvCxnSpPr>
                  <p:cNvPr id="98" name="Straight Arrow Connector 97">
                    <a:extLst>
                      <a:ext uri="{FF2B5EF4-FFF2-40B4-BE49-F238E27FC236}">
                        <a16:creationId xmlns:a16="http://schemas.microsoft.com/office/drawing/2014/main" id="{956A446E-6325-63DB-4CAC-5D3D384F67EE}"/>
                      </a:ext>
                    </a:extLst>
                  </p:cNvPr>
                  <p:cNvCxnSpPr/>
                  <p:nvPr/>
                </p:nvCxnSpPr>
                <p:spPr>
                  <a:xfrm>
                    <a:off x="640422" y="2616185"/>
                    <a:ext cx="482542" cy="0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9" name="Straight Arrow Connector 98">
                    <a:extLst>
                      <a:ext uri="{FF2B5EF4-FFF2-40B4-BE49-F238E27FC236}">
                        <a16:creationId xmlns:a16="http://schemas.microsoft.com/office/drawing/2014/main" id="{376CB555-4836-38B2-2993-11EAD0B241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40422" y="2138120"/>
                    <a:ext cx="0" cy="484632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id="{64D8F386-BB6A-E4E8-6E6A-567A3A175641}"/>
                      </a:ext>
                    </a:extLst>
                  </p:cNvPr>
                  <p:cNvSpPr/>
                  <p:nvPr/>
                </p:nvSpPr>
                <p:spPr>
                  <a:xfrm>
                    <a:off x="515201" y="2588658"/>
                    <a:ext cx="632434" cy="2987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39" tIns="45719" rIns="91439" bIns="45719">
                    <a:spAutoFit/>
                  </a:bodyPr>
                  <a:lstStyle/>
                  <a:p>
                    <a:pPr algn="ctr"/>
                    <a:r>
                      <a:rPr lang="en-US" sz="799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UMAP_1</a:t>
                    </a:r>
                    <a:endParaRPr lang="en-US" sz="1100">
                      <a:ln w="0">
                        <a:noFill/>
                      </a:ln>
                    </a:endParaRPr>
                  </a:p>
                </p:txBody>
              </p:sp>
              <p:sp>
                <p:nvSpPr>
                  <p:cNvPr id="101" name="Rectangle 100">
                    <a:extLst>
                      <a:ext uri="{FF2B5EF4-FFF2-40B4-BE49-F238E27FC236}">
                        <a16:creationId xmlns:a16="http://schemas.microsoft.com/office/drawing/2014/main" id="{0DC9B781-9E61-AFCE-4728-50633143E67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31075" y="2296287"/>
                    <a:ext cx="827931" cy="228232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39" tIns="45719" rIns="91439" bIns="45719">
                    <a:spAutoFit/>
                  </a:bodyPr>
                  <a:lstStyle/>
                  <a:p>
                    <a:pPr algn="ctr"/>
                    <a:r>
                      <a:rPr lang="en-US" sz="799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UMAP_2</a:t>
                    </a:r>
                    <a:endParaRPr lang="en-US" sz="1100">
                      <a:ln w="0">
                        <a:noFill/>
                      </a:ln>
                    </a:endParaRPr>
                  </a:p>
                </p:txBody>
              </p:sp>
            </p:grpSp>
            <p:pic>
              <p:nvPicPr>
                <p:cNvPr id="79" name="Picture 78" descr="A blue and grey blotches&#10;&#10;AI-generated content may be incorrect.">
                  <a:extLst>
                    <a:ext uri="{FF2B5EF4-FFF2-40B4-BE49-F238E27FC236}">
                      <a16:creationId xmlns:a16="http://schemas.microsoft.com/office/drawing/2014/main" id="{5C6A8976-CBC2-30B6-FE94-27026DDEA8A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rcRect l="7368" t="4945" r="7625" b="5024"/>
                <a:stretch>
                  <a:fillRect/>
                </a:stretch>
              </p:blipFill>
              <p:spPr>
                <a:xfrm>
                  <a:off x="2267169" y="23755"/>
                  <a:ext cx="2007007" cy="2125636"/>
                </a:xfrm>
                <a:prstGeom prst="rect">
                  <a:avLst/>
                </a:prstGeom>
              </p:spPr>
            </p:pic>
            <p:grpSp>
              <p:nvGrpSpPr>
                <p:cNvPr id="80" name="Group 79">
                  <a:extLst>
                    <a:ext uri="{FF2B5EF4-FFF2-40B4-BE49-F238E27FC236}">
                      <a16:creationId xmlns:a16="http://schemas.microsoft.com/office/drawing/2014/main" id="{59B2B8B6-9629-4F60-4C2B-1BCAEEB8AE61}"/>
                    </a:ext>
                  </a:extLst>
                </p:cNvPr>
                <p:cNvGrpSpPr/>
                <p:nvPr/>
              </p:nvGrpSpPr>
              <p:grpSpPr>
                <a:xfrm>
                  <a:off x="2339579" y="1434973"/>
                  <a:ext cx="708219" cy="890993"/>
                  <a:chOff x="3602610" y="1855753"/>
                  <a:chExt cx="708219" cy="890993"/>
                </a:xfrm>
              </p:grpSpPr>
              <p:cxnSp>
                <p:nvCxnSpPr>
                  <p:cNvPr id="92" name="Straight Arrow Connector 91">
                    <a:extLst>
                      <a:ext uri="{FF2B5EF4-FFF2-40B4-BE49-F238E27FC236}">
                        <a16:creationId xmlns:a16="http://schemas.microsoft.com/office/drawing/2014/main" id="{15268643-E62A-70E6-3678-E56A3B3A7FD3}"/>
                      </a:ext>
                    </a:extLst>
                  </p:cNvPr>
                  <p:cNvCxnSpPr/>
                  <p:nvPr/>
                </p:nvCxnSpPr>
                <p:spPr>
                  <a:xfrm>
                    <a:off x="3805010" y="2464056"/>
                    <a:ext cx="482542" cy="0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Arrow Connector 92">
                    <a:extLst>
                      <a:ext uri="{FF2B5EF4-FFF2-40B4-BE49-F238E27FC236}">
                        <a16:creationId xmlns:a16="http://schemas.microsoft.com/office/drawing/2014/main" id="{9C28E13F-E554-BBAF-39F1-C795FE3BF6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805010" y="1985991"/>
                    <a:ext cx="0" cy="484632"/>
                  </a:xfrm>
                  <a:prstGeom prst="straightConnector1">
                    <a:avLst/>
                  </a:prstGeom>
                  <a:ln>
                    <a:solidFill>
                      <a:schemeClr val="tx1"/>
                    </a:solidFill>
                    <a:tailEnd type="triangle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id="{DDF4FEE5-9975-E34E-E7B7-CFA1EE7947AA}"/>
                      </a:ext>
                    </a:extLst>
                  </p:cNvPr>
                  <p:cNvSpPr/>
                  <p:nvPr/>
                </p:nvSpPr>
                <p:spPr>
                  <a:xfrm>
                    <a:off x="3695388" y="2447964"/>
                    <a:ext cx="615441" cy="298782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39" tIns="45719" rIns="91439" bIns="45719">
                    <a:spAutoFit/>
                  </a:bodyPr>
                  <a:lstStyle/>
                  <a:p>
                    <a:pPr algn="ctr"/>
                    <a:r>
                      <a:rPr lang="en-US" sz="799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</a:t>
                    </a:r>
                    <a:r>
                      <a:rPr lang="en-US" sz="699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_1</a:t>
                    </a:r>
                    <a:endParaRPr lang="en-US" sz="1049">
                      <a:ln w="0">
                        <a:noFill/>
                      </a:ln>
                    </a:endParaRPr>
                  </a:p>
                </p:txBody>
              </p:sp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92427593-CA43-7BA2-E5EB-DB167C2FF64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3302761" y="2155602"/>
                    <a:ext cx="827930" cy="228232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lIns="91439" tIns="45719" rIns="91439" bIns="45719">
                    <a:spAutoFit/>
                  </a:bodyPr>
                  <a:lstStyle/>
                  <a:p>
                    <a:pPr algn="ctr"/>
                    <a:r>
                      <a:rPr lang="en-US" sz="799">
                        <a:ln w="0">
                          <a:noFill/>
                        </a:ln>
                        <a:latin typeface="Arial" panose="020B0604020202020204" pitchFamily="34" charset="0"/>
                        <a:cs typeface="Arial" panose="020B0604020202020204" pitchFamily="34" charset="0"/>
                      </a:rPr>
                      <a:t>UMAP_2</a:t>
                    </a:r>
                    <a:endParaRPr lang="en-US" sz="1100">
                      <a:ln w="0">
                        <a:noFill/>
                      </a:ln>
                    </a:endParaRPr>
                  </a:p>
                </p:txBody>
              </p:sp>
            </p:grpSp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993598FF-B488-20C7-68E6-34956FF08895}"/>
                    </a:ext>
                  </a:extLst>
                </p:cNvPr>
                <p:cNvSpPr/>
                <p:nvPr/>
              </p:nvSpPr>
              <p:spPr>
                <a:xfrm>
                  <a:off x="3024521" y="482892"/>
                  <a:ext cx="503427" cy="503426"/>
                </a:xfrm>
                <a:prstGeom prst="rect">
                  <a:avLst/>
                </a:prstGeom>
                <a:noFill/>
                <a:ln>
                  <a:prstDash val="dash"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071"/>
                </a:p>
              </p:txBody>
            </p:sp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F025EE51-432D-928E-2808-86ABAFD45626}"/>
                    </a:ext>
                  </a:extLst>
                </p:cNvPr>
                <p:cNvSpPr txBox="1"/>
                <p:nvPr/>
              </p:nvSpPr>
              <p:spPr>
                <a:xfrm>
                  <a:off x="2799756" y="179401"/>
                  <a:ext cx="983708" cy="31569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202" b="1"/>
                    <a:t>1_</a:t>
                  </a:r>
                  <a:r>
                    <a:rPr lang="en-US" sz="1202" b="1">
                      <a:latin typeface="Arial" panose="020B0604020202020204" pitchFamily="34" charset="0"/>
                      <a:cs typeface="Arial" panose="020B0604020202020204" pitchFamily="34" charset="0"/>
                    </a:rPr>
                    <a:t>RGC</a:t>
                  </a:r>
                </a:p>
              </p:txBody>
            </p:sp>
            <p:cxnSp>
              <p:nvCxnSpPr>
                <p:cNvPr id="83" name="Straight Connector 82">
                  <a:extLst>
                    <a:ext uri="{FF2B5EF4-FFF2-40B4-BE49-F238E27FC236}">
                      <a16:creationId xmlns:a16="http://schemas.microsoft.com/office/drawing/2014/main" id="{DC96EC32-2F99-4565-7B69-8985C7CB0B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27948" y="983435"/>
                  <a:ext cx="1139396" cy="91890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Straight Connector 83">
                  <a:extLst>
                    <a:ext uri="{FF2B5EF4-FFF2-40B4-BE49-F238E27FC236}">
                      <a16:creationId xmlns:a16="http://schemas.microsoft.com/office/drawing/2014/main" id="{F7CF70B1-07F8-3AD5-7B30-0DF4C7A5D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527947" y="73046"/>
                  <a:ext cx="1150893" cy="40984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C5EF3A3D-6FE0-AC46-2386-5DE7A31C35BC}"/>
                    </a:ext>
                  </a:extLst>
                </p:cNvPr>
                <p:cNvSpPr txBox="1"/>
                <p:nvPr/>
              </p:nvSpPr>
              <p:spPr>
                <a:xfrm>
                  <a:off x="2252915" y="-5264"/>
                  <a:ext cx="328282" cy="3854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600" b="1">
                      <a:latin typeface="Helvetica" pitchFamily="2" charset="0"/>
                    </a:rPr>
                    <a:t>b</a:t>
                  </a:r>
                </a:p>
              </p:txBody>
            </p:sp>
          </p:grpSp>
          <p:grpSp>
            <p:nvGrpSpPr>
              <p:cNvPr id="153" name="Group 152">
                <a:extLst>
                  <a:ext uri="{FF2B5EF4-FFF2-40B4-BE49-F238E27FC236}">
                    <a16:creationId xmlns:a16="http://schemas.microsoft.com/office/drawing/2014/main" id="{5B2B2C31-20F8-3709-B895-799562506689}"/>
                  </a:ext>
                </a:extLst>
              </p:cNvPr>
              <p:cNvGrpSpPr/>
              <p:nvPr/>
            </p:nvGrpSpPr>
            <p:grpSpPr>
              <a:xfrm>
                <a:off x="4739690" y="34224"/>
                <a:ext cx="1985796" cy="1625041"/>
                <a:chOff x="7812688" y="535904"/>
                <a:chExt cx="1985796" cy="1625041"/>
              </a:xfrm>
            </p:grpSpPr>
            <p:pic>
              <p:nvPicPr>
                <p:cNvPr id="148" name="Picture 147">
                  <a:extLst>
                    <a:ext uri="{FF2B5EF4-FFF2-40B4-BE49-F238E27FC236}">
                      <a16:creationId xmlns:a16="http://schemas.microsoft.com/office/drawing/2014/main" id="{E1BF5CDF-3E13-327C-464C-859A68DCF9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rcRect l="35417" t="4152" r="34457" b="71195"/>
                <a:stretch>
                  <a:fillRect/>
                </a:stretch>
              </p:blipFill>
              <p:spPr>
                <a:xfrm>
                  <a:off x="7812688" y="535904"/>
                  <a:ext cx="1985796" cy="1625041"/>
                </a:xfrm>
                <a:custGeom>
                  <a:avLst/>
                  <a:gdLst>
                    <a:gd name="csX0" fmla="*/ 0 w 7389001"/>
                    <a:gd name="csY0" fmla="*/ 0 h 7389093"/>
                    <a:gd name="csX1" fmla="*/ 7389002 w 7389001"/>
                    <a:gd name="csY1" fmla="*/ 0 h 7389093"/>
                    <a:gd name="csX2" fmla="*/ 7389002 w 7389001"/>
                    <a:gd name="csY2" fmla="*/ 7389094 h 7389093"/>
                    <a:gd name="csX3" fmla="*/ 0 w 7389001"/>
                    <a:gd name="csY3" fmla="*/ 7389094 h 73890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7389001" h="7389093">
                      <a:moveTo>
                        <a:pt x="0" y="0"/>
                      </a:moveTo>
                      <a:lnTo>
                        <a:pt x="7389002" y="0"/>
                      </a:lnTo>
                      <a:lnTo>
                        <a:pt x="7389002" y="7389094"/>
                      </a:lnTo>
                      <a:lnTo>
                        <a:pt x="0" y="7389094"/>
                      </a:lnTo>
                      <a:close/>
                    </a:path>
                  </a:pathLst>
                </a:custGeom>
              </p:spPr>
            </p:pic>
            <p:sp>
              <p:nvSpPr>
                <p:cNvPr id="149" name="TextBox 148">
                  <a:extLst>
                    <a:ext uri="{FF2B5EF4-FFF2-40B4-BE49-F238E27FC236}">
                      <a16:creationId xmlns:a16="http://schemas.microsoft.com/office/drawing/2014/main" id="{03675C4F-FE5F-9CF5-2084-44AF3C2D8469}"/>
                    </a:ext>
                  </a:extLst>
                </p:cNvPr>
                <p:cNvSpPr txBox="1"/>
                <p:nvPr/>
              </p:nvSpPr>
              <p:spPr>
                <a:xfrm>
                  <a:off x="8696857" y="1537771"/>
                  <a:ext cx="68097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/>
                  <a:r>
                    <a:rPr lang="en-US" sz="1200" b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1_NSC</a:t>
                  </a:r>
                  <a:endParaRPr lang="en-US" sz="1600" b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97FA0D13-FDC4-9E55-A76B-5E43B29F07F8}"/>
                    </a:ext>
                  </a:extLst>
                </p:cNvPr>
                <p:cNvSpPr txBox="1"/>
                <p:nvPr/>
              </p:nvSpPr>
              <p:spPr>
                <a:xfrm>
                  <a:off x="8366412" y="1170852"/>
                  <a:ext cx="565146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/>
                  <a:r>
                    <a:rPr lang="en-US" sz="1200" b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1_NP</a:t>
                  </a:r>
                </a:p>
              </p:txBody>
            </p:sp>
            <p:sp>
              <p:nvSpPr>
                <p:cNvPr id="151" name="TextBox 150">
                  <a:extLst>
                    <a:ext uri="{FF2B5EF4-FFF2-40B4-BE49-F238E27FC236}">
                      <a16:creationId xmlns:a16="http://schemas.microsoft.com/office/drawing/2014/main" id="{96F34FE3-F258-5F5B-4246-A9CF6B206AD0}"/>
                    </a:ext>
                  </a:extLst>
                </p:cNvPr>
                <p:cNvSpPr txBox="1"/>
                <p:nvPr/>
              </p:nvSpPr>
              <p:spPr>
                <a:xfrm>
                  <a:off x="8910781" y="958326"/>
                  <a:ext cx="713868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/>
                  <a:r>
                    <a:rPr lang="en-US" sz="1200" b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1_shha</a:t>
                  </a:r>
                </a:p>
              </p:txBody>
            </p:sp>
            <p:sp>
              <p:nvSpPr>
                <p:cNvPr id="152" name="TextBox 151">
                  <a:extLst>
                    <a:ext uri="{FF2B5EF4-FFF2-40B4-BE49-F238E27FC236}">
                      <a16:creationId xmlns:a16="http://schemas.microsoft.com/office/drawing/2014/main" id="{9D032C1E-7D5B-F36E-1946-DB23042EF914}"/>
                    </a:ext>
                  </a:extLst>
                </p:cNvPr>
                <p:cNvSpPr txBox="1"/>
                <p:nvPr/>
              </p:nvSpPr>
              <p:spPr>
                <a:xfrm>
                  <a:off x="8386477" y="655502"/>
                  <a:ext cx="678118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/>
                  <a:r>
                    <a:rPr lang="en-US" sz="1200" b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1_gfap</a:t>
                  </a:r>
                </a:p>
              </p:txBody>
            </p:sp>
          </p:grpSp>
        </p:grp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B65BCF8B-A170-909C-9A04-8BD31EF6FCCC}"/>
                </a:ext>
              </a:extLst>
            </p:cNvPr>
            <p:cNvSpPr/>
            <p:nvPr/>
          </p:nvSpPr>
          <p:spPr>
            <a:xfrm>
              <a:off x="4807892" y="272731"/>
              <a:ext cx="1860880" cy="1599207"/>
            </a:xfrm>
            <a:prstGeom prst="rect">
              <a:avLst/>
            </a:prstGeom>
            <a:noFill/>
            <a:ln w="2222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14" name="Group 1013">
            <a:extLst>
              <a:ext uri="{FF2B5EF4-FFF2-40B4-BE49-F238E27FC236}">
                <a16:creationId xmlns:a16="http://schemas.microsoft.com/office/drawing/2014/main" id="{25AC758A-8CFC-68C0-FEC0-ED40DB681F4C}"/>
              </a:ext>
            </a:extLst>
          </p:cNvPr>
          <p:cNvGrpSpPr/>
          <p:nvPr/>
        </p:nvGrpSpPr>
        <p:grpSpPr>
          <a:xfrm>
            <a:off x="240389" y="2349742"/>
            <a:ext cx="1834518" cy="2003769"/>
            <a:chOff x="235042" y="2349742"/>
            <a:chExt cx="1834518" cy="2003769"/>
          </a:xfrm>
        </p:grpSpPr>
        <p:grpSp>
          <p:nvGrpSpPr>
            <p:cNvPr id="880" name="Graphic 878">
              <a:extLst>
                <a:ext uri="{FF2B5EF4-FFF2-40B4-BE49-F238E27FC236}">
                  <a16:creationId xmlns:a16="http://schemas.microsoft.com/office/drawing/2014/main" id="{0FABC33D-200E-871D-C53B-9FA47DD01CAE}"/>
                </a:ext>
              </a:extLst>
            </p:cNvPr>
            <p:cNvGrpSpPr/>
            <p:nvPr/>
          </p:nvGrpSpPr>
          <p:grpSpPr>
            <a:xfrm>
              <a:off x="235042" y="2349742"/>
              <a:ext cx="1834518" cy="2003769"/>
              <a:chOff x="618064" y="2463068"/>
              <a:chExt cx="1834518" cy="2003769"/>
            </a:xfrm>
          </p:grpSpPr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9D3AFA1F-5C1B-048F-DB7C-D991F6930183}"/>
                  </a:ext>
                </a:extLst>
              </p:cNvPr>
              <p:cNvSpPr/>
              <p:nvPr/>
            </p:nvSpPr>
            <p:spPr>
              <a:xfrm>
                <a:off x="623781" y="2463068"/>
                <a:ext cx="1828800" cy="1828800"/>
              </a:xfrm>
              <a:custGeom>
                <a:avLst/>
                <a:gdLst>
                  <a:gd name="csX0" fmla="*/ 0 w 1828800"/>
                  <a:gd name="csY0" fmla="*/ 0 h 1828800"/>
                  <a:gd name="csX1" fmla="*/ 1828800 w 1828800"/>
                  <a:gd name="csY1" fmla="*/ 0 h 1828800"/>
                  <a:gd name="csX2" fmla="*/ 1828800 w 1828800"/>
                  <a:gd name="csY2" fmla="*/ 1828800 h 1828800"/>
                  <a:gd name="csX3" fmla="*/ 0 w 1828800"/>
                  <a:gd name="csY3" fmla="*/ 1828800 h 182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28800" h="1828800">
                    <a:moveTo>
                      <a:pt x="0" y="0"/>
                    </a:moveTo>
                    <a:lnTo>
                      <a:pt x="1828800" y="0"/>
                    </a:lnTo>
                    <a:lnTo>
                      <a:pt x="1828800" y="1828800"/>
                    </a:lnTo>
                    <a:lnTo>
                      <a:pt x="0" y="1828800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A4C7FDBD-08CC-B68E-169A-EC3715BD0831}"/>
                  </a:ext>
                </a:extLst>
              </p:cNvPr>
              <p:cNvSpPr/>
              <p:nvPr/>
            </p:nvSpPr>
            <p:spPr>
              <a:xfrm>
                <a:off x="623782" y="2463068"/>
                <a:ext cx="1828800" cy="1828800"/>
              </a:xfrm>
              <a:custGeom>
                <a:avLst/>
                <a:gdLst>
                  <a:gd name="csX0" fmla="*/ 0 w 1828800"/>
                  <a:gd name="csY0" fmla="*/ 0 h 1828800"/>
                  <a:gd name="csX1" fmla="*/ 1828800 w 1828800"/>
                  <a:gd name="csY1" fmla="*/ 0 h 1828800"/>
                  <a:gd name="csX2" fmla="*/ 1828800 w 1828800"/>
                  <a:gd name="csY2" fmla="*/ 1828800 h 1828800"/>
                  <a:gd name="csX3" fmla="*/ 0 w 1828800"/>
                  <a:gd name="csY3" fmla="*/ 1828800 h 182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28800" h="1828800">
                    <a:moveTo>
                      <a:pt x="0" y="0"/>
                    </a:moveTo>
                    <a:lnTo>
                      <a:pt x="1828800" y="0"/>
                    </a:lnTo>
                    <a:lnTo>
                      <a:pt x="1828800" y="1828800"/>
                    </a:lnTo>
                    <a:lnTo>
                      <a:pt x="0" y="182880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grpSp>
            <p:nvGrpSpPr>
              <p:cNvPr id="883" name="Graphic 878">
                <a:extLst>
                  <a:ext uri="{FF2B5EF4-FFF2-40B4-BE49-F238E27FC236}">
                    <a16:creationId xmlns:a16="http://schemas.microsoft.com/office/drawing/2014/main" id="{8C7AF821-EEA4-45F2-FF19-5E8D62AE29C3}"/>
                  </a:ext>
                </a:extLst>
              </p:cNvPr>
              <p:cNvGrpSpPr/>
              <p:nvPr/>
            </p:nvGrpSpPr>
            <p:grpSpPr>
              <a:xfrm>
                <a:off x="1137623" y="2489343"/>
                <a:ext cx="1245362" cy="1402474"/>
                <a:chOff x="1137623" y="2489343"/>
                <a:chExt cx="1245362" cy="1402474"/>
              </a:xfrm>
            </p:grpSpPr>
            <p:sp>
              <p:nvSpPr>
                <p:cNvPr id="884" name="Freeform 883">
                  <a:extLst>
                    <a:ext uri="{FF2B5EF4-FFF2-40B4-BE49-F238E27FC236}">
                      <a16:creationId xmlns:a16="http://schemas.microsoft.com/office/drawing/2014/main" id="{6BA443A2-68DD-5A4D-BA02-DE06C523195F}"/>
                    </a:ext>
                  </a:extLst>
                </p:cNvPr>
                <p:cNvSpPr/>
                <p:nvPr/>
              </p:nvSpPr>
              <p:spPr>
                <a:xfrm>
                  <a:off x="1137623" y="3758468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85" name="Freeform 884">
                  <a:extLst>
                    <a:ext uri="{FF2B5EF4-FFF2-40B4-BE49-F238E27FC236}">
                      <a16:creationId xmlns:a16="http://schemas.microsoft.com/office/drawing/2014/main" id="{805B05A4-09EB-71F6-637F-0B4CEF975BEF}"/>
                    </a:ext>
                  </a:extLst>
                </p:cNvPr>
                <p:cNvSpPr/>
                <p:nvPr/>
              </p:nvSpPr>
              <p:spPr>
                <a:xfrm>
                  <a:off x="1137623" y="3425854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86" name="Freeform 885">
                  <a:extLst>
                    <a:ext uri="{FF2B5EF4-FFF2-40B4-BE49-F238E27FC236}">
                      <a16:creationId xmlns:a16="http://schemas.microsoft.com/office/drawing/2014/main" id="{581E629C-6ABC-0B63-455A-9938982FFBD4}"/>
                    </a:ext>
                  </a:extLst>
                </p:cNvPr>
                <p:cNvSpPr/>
                <p:nvPr/>
              </p:nvSpPr>
              <p:spPr>
                <a:xfrm>
                  <a:off x="1137623" y="3093369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87" name="Freeform 886">
                  <a:extLst>
                    <a:ext uri="{FF2B5EF4-FFF2-40B4-BE49-F238E27FC236}">
                      <a16:creationId xmlns:a16="http://schemas.microsoft.com/office/drawing/2014/main" id="{4B38F480-523A-F497-C1B4-1B1F509FF52A}"/>
                    </a:ext>
                  </a:extLst>
                </p:cNvPr>
                <p:cNvSpPr/>
                <p:nvPr/>
              </p:nvSpPr>
              <p:spPr>
                <a:xfrm>
                  <a:off x="1137623" y="2760756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6731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88" name="Freeform 887">
                  <a:extLst>
                    <a:ext uri="{FF2B5EF4-FFF2-40B4-BE49-F238E27FC236}">
                      <a16:creationId xmlns:a16="http://schemas.microsoft.com/office/drawing/2014/main" id="{562E4349-9287-74B5-01ED-9A61F48092CF}"/>
                    </a:ext>
                  </a:extLst>
                </p:cNvPr>
                <p:cNvSpPr/>
                <p:nvPr/>
              </p:nvSpPr>
              <p:spPr>
                <a:xfrm>
                  <a:off x="1137623" y="3592225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89" name="Freeform 888">
                  <a:extLst>
                    <a:ext uri="{FF2B5EF4-FFF2-40B4-BE49-F238E27FC236}">
                      <a16:creationId xmlns:a16="http://schemas.microsoft.com/office/drawing/2014/main" id="{47A73DFC-17A1-F96F-F1D3-4BBA223D5BE2}"/>
                    </a:ext>
                  </a:extLst>
                </p:cNvPr>
                <p:cNvSpPr/>
                <p:nvPr/>
              </p:nvSpPr>
              <p:spPr>
                <a:xfrm>
                  <a:off x="1137623" y="3259612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0" name="Freeform 889">
                  <a:extLst>
                    <a:ext uri="{FF2B5EF4-FFF2-40B4-BE49-F238E27FC236}">
                      <a16:creationId xmlns:a16="http://schemas.microsoft.com/office/drawing/2014/main" id="{0ECEAE0B-A000-D99B-8D9B-262CCF62E1A0}"/>
                    </a:ext>
                  </a:extLst>
                </p:cNvPr>
                <p:cNvSpPr/>
                <p:nvPr/>
              </p:nvSpPr>
              <p:spPr>
                <a:xfrm>
                  <a:off x="1137623" y="2926998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1" name="Freeform 890">
                  <a:extLst>
                    <a:ext uri="{FF2B5EF4-FFF2-40B4-BE49-F238E27FC236}">
                      <a16:creationId xmlns:a16="http://schemas.microsoft.com/office/drawing/2014/main" id="{BBBFB506-DAB5-CDD7-7C7F-EB649475BB4F}"/>
                    </a:ext>
                  </a:extLst>
                </p:cNvPr>
                <p:cNvSpPr/>
                <p:nvPr/>
              </p:nvSpPr>
              <p:spPr>
                <a:xfrm>
                  <a:off x="1137623" y="2594386"/>
                  <a:ext cx="1245362" cy="12700"/>
                </a:xfrm>
                <a:custGeom>
                  <a:avLst/>
                  <a:gdLst>
                    <a:gd name="csX0" fmla="*/ 0 w 1245362"/>
                    <a:gd name="csY0" fmla="*/ 0 h 12700"/>
                    <a:gd name="csX1" fmla="*/ 1245362 w 124536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45362" h="12700">
                      <a:moveTo>
                        <a:pt x="0" y="0"/>
                      </a:moveTo>
                      <a:lnTo>
                        <a:pt x="1245362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2" name="Freeform 891">
                  <a:extLst>
                    <a:ext uri="{FF2B5EF4-FFF2-40B4-BE49-F238E27FC236}">
                      <a16:creationId xmlns:a16="http://schemas.microsoft.com/office/drawing/2014/main" id="{15B6EA50-4DDB-FC50-00AC-A67DACD51F3B}"/>
                    </a:ext>
                  </a:extLst>
                </p:cNvPr>
                <p:cNvSpPr/>
                <p:nvPr/>
              </p:nvSpPr>
              <p:spPr>
                <a:xfrm>
                  <a:off x="1320504" y="2532664"/>
                  <a:ext cx="12700" cy="1359153"/>
                </a:xfrm>
                <a:custGeom>
                  <a:avLst/>
                  <a:gdLst>
                    <a:gd name="csX0" fmla="*/ 0 w 12700"/>
                    <a:gd name="csY0" fmla="*/ 1359154 h 1359153"/>
                    <a:gd name="csX1" fmla="*/ 0 w 12700"/>
                    <a:gd name="csY1" fmla="*/ 0 h 13591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59153">
                      <a:moveTo>
                        <a:pt x="0" y="135915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3" name="Freeform 892">
                  <a:extLst>
                    <a:ext uri="{FF2B5EF4-FFF2-40B4-BE49-F238E27FC236}">
                      <a16:creationId xmlns:a16="http://schemas.microsoft.com/office/drawing/2014/main" id="{4A3B0CCF-7291-68EF-50EE-1645930DD4F3}"/>
                    </a:ext>
                  </a:extLst>
                </p:cNvPr>
                <p:cNvSpPr/>
                <p:nvPr/>
              </p:nvSpPr>
              <p:spPr>
                <a:xfrm>
                  <a:off x="1615017" y="2532664"/>
                  <a:ext cx="12700" cy="1359153"/>
                </a:xfrm>
                <a:custGeom>
                  <a:avLst/>
                  <a:gdLst>
                    <a:gd name="csX0" fmla="*/ 0 w 12700"/>
                    <a:gd name="csY0" fmla="*/ 1359154 h 1359153"/>
                    <a:gd name="csX1" fmla="*/ 0 w 12700"/>
                    <a:gd name="csY1" fmla="*/ 0 h 13591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59153">
                      <a:moveTo>
                        <a:pt x="0" y="135915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4" name="Freeform 893">
                  <a:extLst>
                    <a:ext uri="{FF2B5EF4-FFF2-40B4-BE49-F238E27FC236}">
                      <a16:creationId xmlns:a16="http://schemas.microsoft.com/office/drawing/2014/main" id="{93CB63A1-C2D7-1112-4DD7-29202D12EC16}"/>
                    </a:ext>
                  </a:extLst>
                </p:cNvPr>
                <p:cNvSpPr/>
                <p:nvPr/>
              </p:nvSpPr>
              <p:spPr>
                <a:xfrm>
                  <a:off x="1909657" y="2532664"/>
                  <a:ext cx="12700" cy="1359153"/>
                </a:xfrm>
                <a:custGeom>
                  <a:avLst/>
                  <a:gdLst>
                    <a:gd name="csX0" fmla="*/ 0 w 12700"/>
                    <a:gd name="csY0" fmla="*/ 1359154 h 1359153"/>
                    <a:gd name="csX1" fmla="*/ 0 w 12700"/>
                    <a:gd name="csY1" fmla="*/ 0 h 13591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59153">
                      <a:moveTo>
                        <a:pt x="0" y="135915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5" name="Freeform 894">
                  <a:extLst>
                    <a:ext uri="{FF2B5EF4-FFF2-40B4-BE49-F238E27FC236}">
                      <a16:creationId xmlns:a16="http://schemas.microsoft.com/office/drawing/2014/main" id="{29F458B3-D8AD-6B9B-16E7-EB8C1F2834C8}"/>
                    </a:ext>
                  </a:extLst>
                </p:cNvPr>
                <p:cNvSpPr/>
                <p:nvPr/>
              </p:nvSpPr>
              <p:spPr>
                <a:xfrm>
                  <a:off x="2204170" y="2532664"/>
                  <a:ext cx="12700" cy="1359153"/>
                </a:xfrm>
                <a:custGeom>
                  <a:avLst/>
                  <a:gdLst>
                    <a:gd name="csX0" fmla="*/ 0 w 12700"/>
                    <a:gd name="csY0" fmla="*/ 1359154 h 1359153"/>
                    <a:gd name="csX1" fmla="*/ 0 w 12700"/>
                    <a:gd name="csY1" fmla="*/ 0 h 13591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59153">
                      <a:moveTo>
                        <a:pt x="0" y="135915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EBEBEB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6" name="Freeform 895">
                  <a:extLst>
                    <a:ext uri="{FF2B5EF4-FFF2-40B4-BE49-F238E27FC236}">
                      <a16:creationId xmlns:a16="http://schemas.microsoft.com/office/drawing/2014/main" id="{C34406FB-C80F-339C-414D-E00150C28F77}"/>
                    </a:ext>
                  </a:extLst>
                </p:cNvPr>
                <p:cNvSpPr/>
                <p:nvPr/>
              </p:nvSpPr>
              <p:spPr>
                <a:xfrm>
                  <a:off x="1320504" y="2813080"/>
                  <a:ext cx="12700" cy="55372"/>
                </a:xfrm>
                <a:custGeom>
                  <a:avLst/>
                  <a:gdLst>
                    <a:gd name="csX0" fmla="*/ 0 w 12700"/>
                    <a:gd name="csY0" fmla="*/ 55372 h 55372"/>
                    <a:gd name="csX1" fmla="*/ 0 w 12700"/>
                    <a:gd name="csY1" fmla="*/ 0 h 5537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55372">
                      <a:moveTo>
                        <a:pt x="0" y="55372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7" name="Freeform 896">
                  <a:extLst>
                    <a:ext uri="{FF2B5EF4-FFF2-40B4-BE49-F238E27FC236}">
                      <a16:creationId xmlns:a16="http://schemas.microsoft.com/office/drawing/2014/main" id="{2F950316-E159-B936-3B9A-EF4EEC74A5A1}"/>
                    </a:ext>
                  </a:extLst>
                </p:cNvPr>
                <p:cNvSpPr/>
                <p:nvPr/>
              </p:nvSpPr>
              <p:spPr>
                <a:xfrm>
                  <a:off x="1320504" y="2915950"/>
                  <a:ext cx="12700" cy="35433"/>
                </a:xfrm>
                <a:custGeom>
                  <a:avLst/>
                  <a:gdLst>
                    <a:gd name="csX0" fmla="*/ 0 w 12700"/>
                    <a:gd name="csY0" fmla="*/ 0 h 35433"/>
                    <a:gd name="csX1" fmla="*/ 0 w 12700"/>
                    <a:gd name="csY1" fmla="*/ 35433 h 3543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5433">
                      <a:moveTo>
                        <a:pt x="0" y="0"/>
                      </a:moveTo>
                      <a:lnTo>
                        <a:pt x="0" y="35433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8" name="Freeform 897">
                  <a:extLst>
                    <a:ext uri="{FF2B5EF4-FFF2-40B4-BE49-F238E27FC236}">
                      <a16:creationId xmlns:a16="http://schemas.microsoft.com/office/drawing/2014/main" id="{428201CD-9D1D-86A7-2E61-E95538DFB982}"/>
                    </a:ext>
                  </a:extLst>
                </p:cNvPr>
                <p:cNvSpPr/>
                <p:nvPr/>
              </p:nvSpPr>
              <p:spPr>
                <a:xfrm>
                  <a:off x="1210013" y="2868452"/>
                  <a:ext cx="220980" cy="47497"/>
                </a:xfrm>
                <a:custGeom>
                  <a:avLst/>
                  <a:gdLst>
                    <a:gd name="csX0" fmla="*/ 0 w 220980"/>
                    <a:gd name="csY0" fmla="*/ 0 h 47497"/>
                    <a:gd name="csX1" fmla="*/ 0 w 220980"/>
                    <a:gd name="csY1" fmla="*/ 47498 h 47497"/>
                    <a:gd name="csX2" fmla="*/ 220980 w 220980"/>
                    <a:gd name="csY2" fmla="*/ 47498 h 47497"/>
                    <a:gd name="csX3" fmla="*/ 220980 w 220980"/>
                    <a:gd name="csY3" fmla="*/ 0 h 47497"/>
                    <a:gd name="csX4" fmla="*/ 0 w 220980"/>
                    <a:gd name="csY4" fmla="*/ 0 h 474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220980" h="47497">
                      <a:moveTo>
                        <a:pt x="0" y="0"/>
                      </a:moveTo>
                      <a:lnTo>
                        <a:pt x="0" y="47498"/>
                      </a:lnTo>
                      <a:lnTo>
                        <a:pt x="220980" y="47498"/>
                      </a:lnTo>
                      <a:lnTo>
                        <a:pt x="22098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99" name="Freeform 898">
                  <a:extLst>
                    <a:ext uri="{FF2B5EF4-FFF2-40B4-BE49-F238E27FC236}">
                      <a16:creationId xmlns:a16="http://schemas.microsoft.com/office/drawing/2014/main" id="{267C0BAF-E13C-7527-F3B6-A0151DAA1EED}"/>
                    </a:ext>
                  </a:extLst>
                </p:cNvPr>
                <p:cNvSpPr/>
                <p:nvPr/>
              </p:nvSpPr>
              <p:spPr>
                <a:xfrm>
                  <a:off x="1210014" y="2895757"/>
                  <a:ext cx="220980" cy="12700"/>
                </a:xfrm>
                <a:custGeom>
                  <a:avLst/>
                  <a:gdLst>
                    <a:gd name="csX0" fmla="*/ 0 w 220980"/>
                    <a:gd name="csY0" fmla="*/ 0 h 12700"/>
                    <a:gd name="csX1" fmla="*/ 220980 w 22098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0980" h="12700">
                      <a:moveTo>
                        <a:pt x="0" y="0"/>
                      </a:moveTo>
                      <a:lnTo>
                        <a:pt x="220980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0" name="Freeform 899">
                  <a:extLst>
                    <a:ext uri="{FF2B5EF4-FFF2-40B4-BE49-F238E27FC236}">
                      <a16:creationId xmlns:a16="http://schemas.microsoft.com/office/drawing/2014/main" id="{F7D46E94-EE5F-B2EC-9D3A-C70421237C35}"/>
                    </a:ext>
                  </a:extLst>
                </p:cNvPr>
                <p:cNvSpPr/>
                <p:nvPr/>
              </p:nvSpPr>
              <p:spPr>
                <a:xfrm>
                  <a:off x="1615017" y="3335558"/>
                  <a:ext cx="12700" cy="86613"/>
                </a:xfrm>
                <a:custGeom>
                  <a:avLst/>
                  <a:gdLst>
                    <a:gd name="csX0" fmla="*/ 0 w 12700"/>
                    <a:gd name="csY0" fmla="*/ 86614 h 86613"/>
                    <a:gd name="csX1" fmla="*/ 0 w 12700"/>
                    <a:gd name="csY1" fmla="*/ 0 h 8661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6613">
                      <a:moveTo>
                        <a:pt x="0" y="8661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1" name="Freeform 900">
                  <a:extLst>
                    <a:ext uri="{FF2B5EF4-FFF2-40B4-BE49-F238E27FC236}">
                      <a16:creationId xmlns:a16="http://schemas.microsoft.com/office/drawing/2014/main" id="{0D3C7A90-CF28-AAF1-6BC6-53FB794FE8DE}"/>
                    </a:ext>
                  </a:extLst>
                </p:cNvPr>
                <p:cNvSpPr/>
                <p:nvPr/>
              </p:nvSpPr>
              <p:spPr>
                <a:xfrm>
                  <a:off x="1615017" y="3550696"/>
                  <a:ext cx="12700" cy="119887"/>
                </a:xfrm>
                <a:custGeom>
                  <a:avLst/>
                  <a:gdLst>
                    <a:gd name="csX0" fmla="*/ 0 w 12700"/>
                    <a:gd name="csY0" fmla="*/ 0 h 119887"/>
                    <a:gd name="csX1" fmla="*/ 0 w 12700"/>
                    <a:gd name="csY1" fmla="*/ 119888 h 11988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9887">
                      <a:moveTo>
                        <a:pt x="0" y="0"/>
                      </a:moveTo>
                      <a:lnTo>
                        <a:pt x="0" y="119888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2" name="Freeform 901">
                  <a:extLst>
                    <a:ext uri="{FF2B5EF4-FFF2-40B4-BE49-F238E27FC236}">
                      <a16:creationId xmlns:a16="http://schemas.microsoft.com/office/drawing/2014/main" id="{D49557BE-5B95-E65A-8ECE-72BDE5083E2E}"/>
                    </a:ext>
                  </a:extLst>
                </p:cNvPr>
                <p:cNvSpPr/>
                <p:nvPr/>
              </p:nvSpPr>
              <p:spPr>
                <a:xfrm>
                  <a:off x="1504654" y="3422171"/>
                  <a:ext cx="220852" cy="128524"/>
                </a:xfrm>
                <a:custGeom>
                  <a:avLst/>
                  <a:gdLst>
                    <a:gd name="csX0" fmla="*/ 0 w 220852"/>
                    <a:gd name="csY0" fmla="*/ 0 h 128524"/>
                    <a:gd name="csX1" fmla="*/ 0 w 220852"/>
                    <a:gd name="csY1" fmla="*/ 128524 h 128524"/>
                    <a:gd name="csX2" fmla="*/ 220853 w 220852"/>
                    <a:gd name="csY2" fmla="*/ 128524 h 128524"/>
                    <a:gd name="csX3" fmla="*/ 220853 w 220852"/>
                    <a:gd name="csY3" fmla="*/ 0 h 128524"/>
                    <a:gd name="csX4" fmla="*/ 0 w 220852"/>
                    <a:gd name="csY4" fmla="*/ 0 h 128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220852" h="128524">
                      <a:moveTo>
                        <a:pt x="0" y="0"/>
                      </a:moveTo>
                      <a:lnTo>
                        <a:pt x="0" y="128524"/>
                      </a:lnTo>
                      <a:lnTo>
                        <a:pt x="220853" y="128524"/>
                      </a:lnTo>
                      <a:lnTo>
                        <a:pt x="2208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3" name="Freeform 902">
                  <a:extLst>
                    <a:ext uri="{FF2B5EF4-FFF2-40B4-BE49-F238E27FC236}">
                      <a16:creationId xmlns:a16="http://schemas.microsoft.com/office/drawing/2014/main" id="{CCB0CFC0-E8D8-1F1F-503C-7DBDA1CA8FDF}"/>
                    </a:ext>
                  </a:extLst>
                </p:cNvPr>
                <p:cNvSpPr/>
                <p:nvPr/>
              </p:nvSpPr>
              <p:spPr>
                <a:xfrm>
                  <a:off x="1504654" y="3518057"/>
                  <a:ext cx="220853" cy="12700"/>
                </a:xfrm>
                <a:custGeom>
                  <a:avLst/>
                  <a:gdLst>
                    <a:gd name="csX0" fmla="*/ 0 w 220853"/>
                    <a:gd name="csY0" fmla="*/ 0 h 12700"/>
                    <a:gd name="csX1" fmla="*/ 220853 w 22085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0853" h="12700">
                      <a:moveTo>
                        <a:pt x="0" y="0"/>
                      </a:moveTo>
                      <a:lnTo>
                        <a:pt x="220853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4" name="Freeform 903">
                  <a:extLst>
                    <a:ext uri="{FF2B5EF4-FFF2-40B4-BE49-F238E27FC236}">
                      <a16:creationId xmlns:a16="http://schemas.microsoft.com/office/drawing/2014/main" id="{7D5A7A69-6E0B-F445-84CC-C5AD285D242A}"/>
                    </a:ext>
                  </a:extLst>
                </p:cNvPr>
                <p:cNvSpPr/>
                <p:nvPr/>
              </p:nvSpPr>
              <p:spPr>
                <a:xfrm>
                  <a:off x="1909657" y="3280694"/>
                  <a:ext cx="12700" cy="81534"/>
                </a:xfrm>
                <a:custGeom>
                  <a:avLst/>
                  <a:gdLst>
                    <a:gd name="csX0" fmla="*/ 0 w 12700"/>
                    <a:gd name="csY0" fmla="*/ 81534 h 81534"/>
                    <a:gd name="csX1" fmla="*/ 0 w 12700"/>
                    <a:gd name="csY1" fmla="*/ 0 h 8153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1534">
                      <a:moveTo>
                        <a:pt x="0" y="8153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5" name="Freeform 904">
                  <a:extLst>
                    <a:ext uri="{FF2B5EF4-FFF2-40B4-BE49-F238E27FC236}">
                      <a16:creationId xmlns:a16="http://schemas.microsoft.com/office/drawing/2014/main" id="{07B6C15C-1C9C-5B02-AB0A-D18B63A09C9E}"/>
                    </a:ext>
                  </a:extLst>
                </p:cNvPr>
                <p:cNvSpPr/>
                <p:nvPr/>
              </p:nvSpPr>
              <p:spPr>
                <a:xfrm>
                  <a:off x="1909657" y="3443381"/>
                  <a:ext cx="12700" cy="66421"/>
                </a:xfrm>
                <a:custGeom>
                  <a:avLst/>
                  <a:gdLst>
                    <a:gd name="csX0" fmla="*/ 0 w 12700"/>
                    <a:gd name="csY0" fmla="*/ 0 h 66421"/>
                    <a:gd name="csX1" fmla="*/ 0 w 12700"/>
                    <a:gd name="csY1" fmla="*/ 66421 h 6642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6421">
                      <a:moveTo>
                        <a:pt x="0" y="0"/>
                      </a:moveTo>
                      <a:lnTo>
                        <a:pt x="0" y="6642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6" name="Freeform 905">
                  <a:extLst>
                    <a:ext uri="{FF2B5EF4-FFF2-40B4-BE49-F238E27FC236}">
                      <a16:creationId xmlns:a16="http://schemas.microsoft.com/office/drawing/2014/main" id="{29CAA5AA-F2D8-2EE7-8395-E302F3738B9F}"/>
                    </a:ext>
                  </a:extLst>
                </p:cNvPr>
                <p:cNvSpPr/>
                <p:nvPr/>
              </p:nvSpPr>
              <p:spPr>
                <a:xfrm>
                  <a:off x="1799167" y="3362228"/>
                  <a:ext cx="220979" cy="81152"/>
                </a:xfrm>
                <a:custGeom>
                  <a:avLst/>
                  <a:gdLst>
                    <a:gd name="csX0" fmla="*/ 0 w 220979"/>
                    <a:gd name="csY0" fmla="*/ 0 h 81152"/>
                    <a:gd name="csX1" fmla="*/ 0 w 220979"/>
                    <a:gd name="csY1" fmla="*/ 81153 h 81152"/>
                    <a:gd name="csX2" fmla="*/ 220980 w 220979"/>
                    <a:gd name="csY2" fmla="*/ 81153 h 81152"/>
                    <a:gd name="csX3" fmla="*/ 220980 w 220979"/>
                    <a:gd name="csY3" fmla="*/ 0 h 81152"/>
                    <a:gd name="csX4" fmla="*/ 0 w 220979"/>
                    <a:gd name="csY4" fmla="*/ 0 h 811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220979" h="81152">
                      <a:moveTo>
                        <a:pt x="0" y="0"/>
                      </a:moveTo>
                      <a:lnTo>
                        <a:pt x="0" y="81153"/>
                      </a:lnTo>
                      <a:lnTo>
                        <a:pt x="220980" y="81153"/>
                      </a:lnTo>
                      <a:lnTo>
                        <a:pt x="22098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7" name="Freeform 906">
                  <a:extLst>
                    <a:ext uri="{FF2B5EF4-FFF2-40B4-BE49-F238E27FC236}">
                      <a16:creationId xmlns:a16="http://schemas.microsoft.com/office/drawing/2014/main" id="{9ED43547-E3AA-C290-3B02-BF89AA752B61}"/>
                    </a:ext>
                  </a:extLst>
                </p:cNvPr>
                <p:cNvSpPr/>
                <p:nvPr/>
              </p:nvSpPr>
              <p:spPr>
                <a:xfrm>
                  <a:off x="1799167" y="3403757"/>
                  <a:ext cx="220980" cy="12700"/>
                </a:xfrm>
                <a:custGeom>
                  <a:avLst/>
                  <a:gdLst>
                    <a:gd name="csX0" fmla="*/ 0 w 220980"/>
                    <a:gd name="csY0" fmla="*/ 0 h 12700"/>
                    <a:gd name="csX1" fmla="*/ 220980 w 22098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0980" h="12700">
                      <a:moveTo>
                        <a:pt x="0" y="0"/>
                      </a:moveTo>
                      <a:lnTo>
                        <a:pt x="220980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8" name="Freeform 907">
                  <a:extLst>
                    <a:ext uri="{FF2B5EF4-FFF2-40B4-BE49-F238E27FC236}">
                      <a16:creationId xmlns:a16="http://schemas.microsoft.com/office/drawing/2014/main" id="{C8E6F9FA-6812-92FE-1032-CD929A1A421B}"/>
                    </a:ext>
                  </a:extLst>
                </p:cNvPr>
                <p:cNvSpPr/>
                <p:nvPr/>
              </p:nvSpPr>
              <p:spPr>
                <a:xfrm>
                  <a:off x="2204170" y="3045617"/>
                  <a:ext cx="12700" cy="220472"/>
                </a:xfrm>
                <a:custGeom>
                  <a:avLst/>
                  <a:gdLst>
                    <a:gd name="csX0" fmla="*/ 0 w 12700"/>
                    <a:gd name="csY0" fmla="*/ 220472 h 220472"/>
                    <a:gd name="csX1" fmla="*/ 0 w 12700"/>
                    <a:gd name="csY1" fmla="*/ 0 h 22047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20472">
                      <a:moveTo>
                        <a:pt x="0" y="220472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9" name="Freeform 908">
                  <a:extLst>
                    <a:ext uri="{FF2B5EF4-FFF2-40B4-BE49-F238E27FC236}">
                      <a16:creationId xmlns:a16="http://schemas.microsoft.com/office/drawing/2014/main" id="{26127339-DB67-E576-83C1-0BD4122688C1}"/>
                    </a:ext>
                  </a:extLst>
                </p:cNvPr>
                <p:cNvSpPr/>
                <p:nvPr/>
              </p:nvSpPr>
              <p:spPr>
                <a:xfrm>
                  <a:off x="2204170" y="3460145"/>
                  <a:ext cx="12700" cy="288163"/>
                </a:xfrm>
                <a:custGeom>
                  <a:avLst/>
                  <a:gdLst>
                    <a:gd name="csX0" fmla="*/ 0 w 12700"/>
                    <a:gd name="csY0" fmla="*/ 0 h 288163"/>
                    <a:gd name="csX1" fmla="*/ 0 w 12700"/>
                    <a:gd name="csY1" fmla="*/ 288163 h 2881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88163">
                      <a:moveTo>
                        <a:pt x="0" y="0"/>
                      </a:moveTo>
                      <a:lnTo>
                        <a:pt x="0" y="288163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0" name="Freeform 909">
                  <a:extLst>
                    <a:ext uri="{FF2B5EF4-FFF2-40B4-BE49-F238E27FC236}">
                      <a16:creationId xmlns:a16="http://schemas.microsoft.com/office/drawing/2014/main" id="{6B4DBE2E-1CBC-0508-E026-A593F5A168B1}"/>
                    </a:ext>
                  </a:extLst>
                </p:cNvPr>
                <p:cNvSpPr/>
                <p:nvPr/>
              </p:nvSpPr>
              <p:spPr>
                <a:xfrm>
                  <a:off x="2093807" y="3266088"/>
                  <a:ext cx="220852" cy="194056"/>
                </a:xfrm>
                <a:custGeom>
                  <a:avLst/>
                  <a:gdLst>
                    <a:gd name="csX0" fmla="*/ 0 w 220852"/>
                    <a:gd name="csY0" fmla="*/ 0 h 194056"/>
                    <a:gd name="csX1" fmla="*/ 0 w 220852"/>
                    <a:gd name="csY1" fmla="*/ 194056 h 194056"/>
                    <a:gd name="csX2" fmla="*/ 220853 w 220852"/>
                    <a:gd name="csY2" fmla="*/ 194056 h 194056"/>
                    <a:gd name="csX3" fmla="*/ 220853 w 220852"/>
                    <a:gd name="csY3" fmla="*/ 0 h 194056"/>
                    <a:gd name="csX4" fmla="*/ 0 w 220852"/>
                    <a:gd name="csY4" fmla="*/ 0 h 19405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220852" h="194056">
                      <a:moveTo>
                        <a:pt x="0" y="0"/>
                      </a:moveTo>
                      <a:lnTo>
                        <a:pt x="0" y="194056"/>
                      </a:lnTo>
                      <a:lnTo>
                        <a:pt x="220853" y="194056"/>
                      </a:lnTo>
                      <a:lnTo>
                        <a:pt x="2208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1" name="Freeform 910">
                  <a:extLst>
                    <a:ext uri="{FF2B5EF4-FFF2-40B4-BE49-F238E27FC236}">
                      <a16:creationId xmlns:a16="http://schemas.microsoft.com/office/drawing/2014/main" id="{0A422B4D-68A3-A2A1-7699-980686C85FFC}"/>
                    </a:ext>
                  </a:extLst>
                </p:cNvPr>
                <p:cNvSpPr/>
                <p:nvPr/>
              </p:nvSpPr>
              <p:spPr>
                <a:xfrm>
                  <a:off x="2093807" y="3377087"/>
                  <a:ext cx="220852" cy="12700"/>
                </a:xfrm>
                <a:custGeom>
                  <a:avLst/>
                  <a:gdLst>
                    <a:gd name="csX0" fmla="*/ 0 w 220852"/>
                    <a:gd name="csY0" fmla="*/ 0 h 12700"/>
                    <a:gd name="csX1" fmla="*/ 220853 w 22085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0852" h="12700">
                      <a:moveTo>
                        <a:pt x="0" y="0"/>
                      </a:moveTo>
                      <a:lnTo>
                        <a:pt x="220853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2" name="Freeform 911">
                  <a:extLst>
                    <a:ext uri="{FF2B5EF4-FFF2-40B4-BE49-F238E27FC236}">
                      <a16:creationId xmlns:a16="http://schemas.microsoft.com/office/drawing/2014/main" id="{F655DB34-C906-EFFA-7004-563F436B7128}"/>
                    </a:ext>
                  </a:extLst>
                </p:cNvPr>
                <p:cNvSpPr/>
                <p:nvPr/>
              </p:nvSpPr>
              <p:spPr>
                <a:xfrm>
                  <a:off x="1621367" y="354663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3" name="Freeform 912">
                  <a:extLst>
                    <a:ext uri="{FF2B5EF4-FFF2-40B4-BE49-F238E27FC236}">
                      <a16:creationId xmlns:a16="http://schemas.microsoft.com/office/drawing/2014/main" id="{98B08327-1BD2-95BD-1D05-09D9A5C477EC}"/>
                    </a:ext>
                  </a:extLst>
                </p:cNvPr>
                <p:cNvSpPr/>
                <p:nvPr/>
              </p:nvSpPr>
              <p:spPr>
                <a:xfrm>
                  <a:off x="1657562" y="339575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4" name="Freeform 913">
                  <a:extLst>
                    <a:ext uri="{FF2B5EF4-FFF2-40B4-BE49-F238E27FC236}">
                      <a16:creationId xmlns:a16="http://schemas.microsoft.com/office/drawing/2014/main" id="{D4B68795-CF55-3295-A9E2-F8C09D486C85}"/>
                    </a:ext>
                  </a:extLst>
                </p:cNvPr>
                <p:cNvSpPr/>
                <p:nvPr/>
              </p:nvSpPr>
              <p:spPr>
                <a:xfrm>
                  <a:off x="1661880" y="3528725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5" name="Freeform 914">
                  <a:extLst>
                    <a:ext uri="{FF2B5EF4-FFF2-40B4-BE49-F238E27FC236}">
                      <a16:creationId xmlns:a16="http://schemas.microsoft.com/office/drawing/2014/main" id="{9270F184-3A79-002F-B9B8-1A8510ACBA9C}"/>
                    </a:ext>
                  </a:extLst>
                </p:cNvPr>
                <p:cNvSpPr/>
                <p:nvPr/>
              </p:nvSpPr>
              <p:spPr>
                <a:xfrm>
                  <a:off x="1604603" y="351742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6" name="Freeform 915">
                  <a:extLst>
                    <a:ext uri="{FF2B5EF4-FFF2-40B4-BE49-F238E27FC236}">
                      <a16:creationId xmlns:a16="http://schemas.microsoft.com/office/drawing/2014/main" id="{DE8AFA24-D2A4-73F9-BCA0-F159E90BCFCE}"/>
                    </a:ext>
                  </a:extLst>
                </p:cNvPr>
                <p:cNvSpPr/>
                <p:nvPr/>
              </p:nvSpPr>
              <p:spPr>
                <a:xfrm>
                  <a:off x="1593554" y="331079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7" name="Freeform 916">
                  <a:extLst>
                    <a:ext uri="{FF2B5EF4-FFF2-40B4-BE49-F238E27FC236}">
                      <a16:creationId xmlns:a16="http://schemas.microsoft.com/office/drawing/2014/main" id="{6C09160C-A60C-654E-3E67-C0A545DB13D8}"/>
                    </a:ext>
                  </a:extLst>
                </p:cNvPr>
                <p:cNvSpPr/>
                <p:nvPr/>
              </p:nvSpPr>
              <p:spPr>
                <a:xfrm>
                  <a:off x="1615398" y="342141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8" name="Freeform 917">
                  <a:extLst>
                    <a:ext uri="{FF2B5EF4-FFF2-40B4-BE49-F238E27FC236}">
                      <a16:creationId xmlns:a16="http://schemas.microsoft.com/office/drawing/2014/main" id="{6D4B9E4B-A249-D49F-E41C-B36E9154F797}"/>
                    </a:ext>
                  </a:extLst>
                </p:cNvPr>
                <p:cNvSpPr/>
                <p:nvPr/>
              </p:nvSpPr>
              <p:spPr>
                <a:xfrm>
                  <a:off x="1646640" y="359286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19" name="Freeform 918">
                  <a:extLst>
                    <a:ext uri="{FF2B5EF4-FFF2-40B4-BE49-F238E27FC236}">
                      <a16:creationId xmlns:a16="http://schemas.microsoft.com/office/drawing/2014/main" id="{4BAABE5F-E726-9D5A-CCF6-524BB9780D3A}"/>
                    </a:ext>
                  </a:extLst>
                </p:cNvPr>
                <p:cNvSpPr/>
                <p:nvPr/>
              </p:nvSpPr>
              <p:spPr>
                <a:xfrm>
                  <a:off x="1621494" y="348592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0" name="Freeform 919">
                  <a:extLst>
                    <a:ext uri="{FF2B5EF4-FFF2-40B4-BE49-F238E27FC236}">
                      <a16:creationId xmlns:a16="http://schemas.microsoft.com/office/drawing/2014/main" id="{C8B5FC95-CFD1-F85D-4619-17DF3E21F80C}"/>
                    </a:ext>
                  </a:extLst>
                </p:cNvPr>
                <p:cNvSpPr/>
                <p:nvPr/>
              </p:nvSpPr>
              <p:spPr>
                <a:xfrm>
                  <a:off x="1625558" y="357508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1" name="Freeform 920">
                  <a:extLst>
                    <a:ext uri="{FF2B5EF4-FFF2-40B4-BE49-F238E27FC236}">
                      <a16:creationId xmlns:a16="http://schemas.microsoft.com/office/drawing/2014/main" id="{291CAFAD-6B83-2548-5A0C-CD445DCDB059}"/>
                    </a:ext>
                  </a:extLst>
                </p:cNvPr>
                <p:cNvSpPr/>
                <p:nvPr/>
              </p:nvSpPr>
              <p:spPr>
                <a:xfrm>
                  <a:off x="1545675" y="348922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2" name="Freeform 921">
                  <a:extLst>
                    <a:ext uri="{FF2B5EF4-FFF2-40B4-BE49-F238E27FC236}">
                      <a16:creationId xmlns:a16="http://schemas.microsoft.com/office/drawing/2014/main" id="{1DF98EE8-BA6F-451B-2719-36092E315F54}"/>
                    </a:ext>
                  </a:extLst>
                </p:cNvPr>
                <p:cNvSpPr/>
                <p:nvPr/>
              </p:nvSpPr>
              <p:spPr>
                <a:xfrm>
                  <a:off x="1572853" y="356288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3" name="Freeform 922">
                  <a:extLst>
                    <a:ext uri="{FF2B5EF4-FFF2-40B4-BE49-F238E27FC236}">
                      <a16:creationId xmlns:a16="http://schemas.microsoft.com/office/drawing/2014/main" id="{66BA02E7-1AAA-4864-C028-180717E737F7}"/>
                    </a:ext>
                  </a:extLst>
                </p:cNvPr>
                <p:cNvSpPr/>
                <p:nvPr/>
              </p:nvSpPr>
              <p:spPr>
                <a:xfrm>
                  <a:off x="1535134" y="350561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4" name="Freeform 923">
                  <a:extLst>
                    <a:ext uri="{FF2B5EF4-FFF2-40B4-BE49-F238E27FC236}">
                      <a16:creationId xmlns:a16="http://schemas.microsoft.com/office/drawing/2014/main" id="{D8022DE5-17A0-B125-C121-00C4629DF2CB}"/>
                    </a:ext>
                  </a:extLst>
                </p:cNvPr>
                <p:cNvSpPr/>
                <p:nvPr/>
              </p:nvSpPr>
              <p:spPr>
                <a:xfrm>
                  <a:off x="1628098" y="349926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5" name="Freeform 924">
                  <a:extLst>
                    <a:ext uri="{FF2B5EF4-FFF2-40B4-BE49-F238E27FC236}">
                      <a16:creationId xmlns:a16="http://schemas.microsoft.com/office/drawing/2014/main" id="{F8C1FDA9-7374-ED6E-31AB-73E8FD3DD175}"/>
                    </a:ext>
                  </a:extLst>
                </p:cNvPr>
                <p:cNvSpPr/>
                <p:nvPr/>
              </p:nvSpPr>
              <p:spPr>
                <a:xfrm>
                  <a:off x="1525863" y="345316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6" name="Freeform 925">
                  <a:extLst>
                    <a:ext uri="{FF2B5EF4-FFF2-40B4-BE49-F238E27FC236}">
                      <a16:creationId xmlns:a16="http://schemas.microsoft.com/office/drawing/2014/main" id="{B03852A0-8365-C486-97AF-9549E86876CB}"/>
                    </a:ext>
                  </a:extLst>
                </p:cNvPr>
                <p:cNvSpPr/>
                <p:nvPr/>
              </p:nvSpPr>
              <p:spPr>
                <a:xfrm>
                  <a:off x="1601682" y="339626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7" name="Freeform 926">
                  <a:extLst>
                    <a:ext uri="{FF2B5EF4-FFF2-40B4-BE49-F238E27FC236}">
                      <a16:creationId xmlns:a16="http://schemas.microsoft.com/office/drawing/2014/main" id="{99BD2DD2-C77B-7E74-BFAF-196423D0BC35}"/>
                    </a:ext>
                  </a:extLst>
                </p:cNvPr>
                <p:cNvSpPr/>
                <p:nvPr/>
              </p:nvSpPr>
              <p:spPr>
                <a:xfrm>
                  <a:off x="1598761" y="340096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8" name="Freeform 927">
                  <a:extLst>
                    <a:ext uri="{FF2B5EF4-FFF2-40B4-BE49-F238E27FC236}">
                      <a16:creationId xmlns:a16="http://schemas.microsoft.com/office/drawing/2014/main" id="{C6C63FDE-59D7-6B8B-FF50-D91DC94D6C0B}"/>
                    </a:ext>
                  </a:extLst>
                </p:cNvPr>
                <p:cNvSpPr/>
                <p:nvPr/>
              </p:nvSpPr>
              <p:spPr>
                <a:xfrm>
                  <a:off x="1587077" y="364581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6BCC71E6-7E50-F647-A0BA-A6CEC3405F09}"/>
                    </a:ext>
                  </a:extLst>
                </p:cNvPr>
                <p:cNvSpPr/>
                <p:nvPr/>
              </p:nvSpPr>
              <p:spPr>
                <a:xfrm>
                  <a:off x="1635210" y="337772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A2514911-8AA2-C1A5-14AB-9D4D12F43D87}"/>
                    </a:ext>
                  </a:extLst>
                </p:cNvPr>
                <p:cNvSpPr/>
                <p:nvPr/>
              </p:nvSpPr>
              <p:spPr>
                <a:xfrm>
                  <a:off x="1610318" y="349976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8982540A-786C-45A3-2F44-D0F8BDBE25EE}"/>
                    </a:ext>
                  </a:extLst>
                </p:cNvPr>
                <p:cNvSpPr/>
                <p:nvPr/>
              </p:nvSpPr>
              <p:spPr>
                <a:xfrm>
                  <a:off x="1636353" y="335448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A8845D2-9184-8E5E-E03B-93C199476564}"/>
                    </a:ext>
                  </a:extLst>
                </p:cNvPr>
                <p:cNvSpPr/>
                <p:nvPr/>
              </p:nvSpPr>
              <p:spPr>
                <a:xfrm>
                  <a:off x="1582505" y="349735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3" name="Freeform 932">
                  <a:extLst>
                    <a:ext uri="{FF2B5EF4-FFF2-40B4-BE49-F238E27FC236}">
                      <a16:creationId xmlns:a16="http://schemas.microsoft.com/office/drawing/2014/main" id="{775F9903-4C99-6A4E-8129-BED620DDAC5A}"/>
                    </a:ext>
                  </a:extLst>
                </p:cNvPr>
                <p:cNvSpPr/>
                <p:nvPr/>
              </p:nvSpPr>
              <p:spPr>
                <a:xfrm>
                  <a:off x="1651085" y="3368197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4" name="Freeform 933">
                  <a:extLst>
                    <a:ext uri="{FF2B5EF4-FFF2-40B4-BE49-F238E27FC236}">
                      <a16:creationId xmlns:a16="http://schemas.microsoft.com/office/drawing/2014/main" id="{27826C21-1AC0-4F48-9588-E5C28FAEE296}"/>
                    </a:ext>
                  </a:extLst>
                </p:cNvPr>
                <p:cNvSpPr/>
                <p:nvPr/>
              </p:nvSpPr>
              <p:spPr>
                <a:xfrm>
                  <a:off x="1261068" y="289156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5" name="Freeform 934">
                  <a:extLst>
                    <a:ext uri="{FF2B5EF4-FFF2-40B4-BE49-F238E27FC236}">
                      <a16:creationId xmlns:a16="http://schemas.microsoft.com/office/drawing/2014/main" id="{6F12BD21-1F83-1C2D-C996-5B68B2DE433B}"/>
                    </a:ext>
                  </a:extLst>
                </p:cNvPr>
                <p:cNvSpPr/>
                <p:nvPr/>
              </p:nvSpPr>
              <p:spPr>
                <a:xfrm>
                  <a:off x="1343872" y="2827685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6" name="Freeform 935">
                  <a:extLst>
                    <a:ext uri="{FF2B5EF4-FFF2-40B4-BE49-F238E27FC236}">
                      <a16:creationId xmlns:a16="http://schemas.microsoft.com/office/drawing/2014/main" id="{E873EB0D-04B0-99A4-26D7-C3CE064F99C8}"/>
                    </a:ext>
                  </a:extLst>
                </p:cNvPr>
                <p:cNvSpPr/>
                <p:nvPr/>
              </p:nvSpPr>
              <p:spPr>
                <a:xfrm>
                  <a:off x="1267545" y="284432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7" name="Freeform 936">
                  <a:extLst>
                    <a:ext uri="{FF2B5EF4-FFF2-40B4-BE49-F238E27FC236}">
                      <a16:creationId xmlns:a16="http://schemas.microsoft.com/office/drawing/2014/main" id="{48D5CD4D-2483-1387-5B0E-0C721C538974}"/>
                    </a:ext>
                  </a:extLst>
                </p:cNvPr>
                <p:cNvSpPr/>
                <p:nvPr/>
              </p:nvSpPr>
              <p:spPr>
                <a:xfrm>
                  <a:off x="1337014" y="289169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BD984999-30C8-1890-9086-F8A88A502A5C}"/>
                    </a:ext>
                  </a:extLst>
                </p:cNvPr>
                <p:cNvSpPr/>
                <p:nvPr/>
              </p:nvSpPr>
              <p:spPr>
                <a:xfrm>
                  <a:off x="1247987" y="286172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38EF2CE1-5337-E58D-A96D-5BE985CA9384}"/>
                    </a:ext>
                  </a:extLst>
                </p:cNvPr>
                <p:cNvSpPr/>
                <p:nvPr/>
              </p:nvSpPr>
              <p:spPr>
                <a:xfrm>
                  <a:off x="1243288" y="288343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37126434-2839-2906-D4AD-C56041988A61}"/>
                    </a:ext>
                  </a:extLst>
                </p:cNvPr>
                <p:cNvSpPr/>
                <p:nvPr/>
              </p:nvSpPr>
              <p:spPr>
                <a:xfrm>
                  <a:off x="1270212" y="289423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6CB1D047-2976-EDED-9650-631316040A7C}"/>
                    </a:ext>
                  </a:extLst>
                </p:cNvPr>
                <p:cNvSpPr/>
                <p:nvPr/>
              </p:nvSpPr>
              <p:spPr>
                <a:xfrm>
                  <a:off x="1277832" y="284978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2" name="Freeform 941">
                  <a:extLst>
                    <a:ext uri="{FF2B5EF4-FFF2-40B4-BE49-F238E27FC236}">
                      <a16:creationId xmlns:a16="http://schemas.microsoft.com/office/drawing/2014/main" id="{DB5099C1-07BE-50D6-38C5-CBE7A8037D4B}"/>
                    </a:ext>
                  </a:extLst>
                </p:cNvPr>
                <p:cNvSpPr/>
                <p:nvPr/>
              </p:nvSpPr>
              <p:spPr>
                <a:xfrm>
                  <a:off x="1347428" y="292661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3" name="Freeform 942">
                  <a:extLst>
                    <a:ext uri="{FF2B5EF4-FFF2-40B4-BE49-F238E27FC236}">
                      <a16:creationId xmlns:a16="http://schemas.microsoft.com/office/drawing/2014/main" id="{6780FEC1-4836-E9D0-A882-BD675442B370}"/>
                    </a:ext>
                  </a:extLst>
                </p:cNvPr>
                <p:cNvSpPr/>
                <p:nvPr/>
              </p:nvSpPr>
              <p:spPr>
                <a:xfrm>
                  <a:off x="1227413" y="289334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4" name="Freeform 943">
                  <a:extLst>
                    <a:ext uri="{FF2B5EF4-FFF2-40B4-BE49-F238E27FC236}">
                      <a16:creationId xmlns:a16="http://schemas.microsoft.com/office/drawing/2014/main" id="{CF893109-14A4-8970-61F6-D824DAE3244B}"/>
                    </a:ext>
                  </a:extLst>
                </p:cNvPr>
                <p:cNvSpPr/>
                <p:nvPr/>
              </p:nvSpPr>
              <p:spPr>
                <a:xfrm>
                  <a:off x="1344761" y="289016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5" name="Freeform 944">
                  <a:extLst>
                    <a:ext uri="{FF2B5EF4-FFF2-40B4-BE49-F238E27FC236}">
                      <a16:creationId xmlns:a16="http://schemas.microsoft.com/office/drawing/2014/main" id="{6C6BF2CD-BB46-03AE-29CB-8CC668DC7F82}"/>
                    </a:ext>
                  </a:extLst>
                </p:cNvPr>
                <p:cNvSpPr/>
                <p:nvPr/>
              </p:nvSpPr>
              <p:spPr>
                <a:xfrm>
                  <a:off x="1223984" y="288407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7F4DB520-CE0D-9904-71CD-C9853451C507}"/>
                    </a:ext>
                  </a:extLst>
                </p:cNvPr>
                <p:cNvSpPr/>
                <p:nvPr/>
              </p:nvSpPr>
              <p:spPr>
                <a:xfrm>
                  <a:off x="1306026" y="287492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4C0D3025-09D7-F99C-5CED-E94A7AC2EF21}"/>
                    </a:ext>
                  </a:extLst>
                </p:cNvPr>
                <p:cNvSpPr/>
                <p:nvPr/>
              </p:nvSpPr>
              <p:spPr>
                <a:xfrm>
                  <a:off x="1309963" y="288407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DA24DCC1-3093-9F85-DB48-43EAD3736A7F}"/>
                    </a:ext>
                  </a:extLst>
                </p:cNvPr>
                <p:cNvSpPr/>
                <p:nvPr/>
              </p:nvSpPr>
              <p:spPr>
                <a:xfrm>
                  <a:off x="1240240" y="2810286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8C87E2B7-E37C-CC7F-1F19-632DD8D501B5}"/>
                    </a:ext>
                  </a:extLst>
                </p:cNvPr>
                <p:cNvSpPr/>
                <p:nvPr/>
              </p:nvSpPr>
              <p:spPr>
                <a:xfrm>
                  <a:off x="1223222" y="2843560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592C13B8-E2F1-7A11-EC73-AEB32BFC1B4F}"/>
                    </a:ext>
                  </a:extLst>
                </p:cNvPr>
                <p:cNvSpPr/>
                <p:nvPr/>
              </p:nvSpPr>
              <p:spPr>
                <a:xfrm>
                  <a:off x="1329267" y="2836829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1" name="Freeform 950">
                  <a:extLst>
                    <a:ext uri="{FF2B5EF4-FFF2-40B4-BE49-F238E27FC236}">
                      <a16:creationId xmlns:a16="http://schemas.microsoft.com/office/drawing/2014/main" id="{C79AA747-8BCB-D117-DE30-FB74D37436C1}"/>
                    </a:ext>
                  </a:extLst>
                </p:cNvPr>
                <p:cNvSpPr/>
                <p:nvPr/>
              </p:nvSpPr>
              <p:spPr>
                <a:xfrm>
                  <a:off x="1346920" y="2788315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2" name="Freeform 951">
                  <a:extLst>
                    <a:ext uri="{FF2B5EF4-FFF2-40B4-BE49-F238E27FC236}">
                      <a16:creationId xmlns:a16="http://schemas.microsoft.com/office/drawing/2014/main" id="{F17B9AB7-6597-33F8-7BD4-F067E355900F}"/>
                    </a:ext>
                  </a:extLst>
                </p:cNvPr>
                <p:cNvSpPr/>
                <p:nvPr/>
              </p:nvSpPr>
              <p:spPr>
                <a:xfrm>
                  <a:off x="1333458" y="289385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3" name="Freeform 952">
                  <a:extLst>
                    <a:ext uri="{FF2B5EF4-FFF2-40B4-BE49-F238E27FC236}">
                      <a16:creationId xmlns:a16="http://schemas.microsoft.com/office/drawing/2014/main" id="{924A21B6-17C7-0B12-6AFF-9C441DB54D37}"/>
                    </a:ext>
                  </a:extLst>
                </p:cNvPr>
                <p:cNvSpPr/>
                <p:nvPr/>
              </p:nvSpPr>
              <p:spPr>
                <a:xfrm>
                  <a:off x="1296501" y="2867055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4" name="Freeform 953">
                  <a:extLst>
                    <a:ext uri="{FF2B5EF4-FFF2-40B4-BE49-F238E27FC236}">
                      <a16:creationId xmlns:a16="http://schemas.microsoft.com/office/drawing/2014/main" id="{B33AAD39-E36D-7B8A-A140-BA3A29AA40B3}"/>
                    </a:ext>
                  </a:extLst>
                </p:cNvPr>
                <p:cNvSpPr/>
                <p:nvPr/>
              </p:nvSpPr>
              <p:spPr>
                <a:xfrm>
                  <a:off x="1235033" y="284914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5" name="Freeform 954">
                  <a:extLst>
                    <a:ext uri="{FF2B5EF4-FFF2-40B4-BE49-F238E27FC236}">
                      <a16:creationId xmlns:a16="http://schemas.microsoft.com/office/drawing/2014/main" id="{27CC693A-996D-3DF8-EB96-D5790E551D19}"/>
                    </a:ext>
                  </a:extLst>
                </p:cNvPr>
                <p:cNvSpPr/>
                <p:nvPr/>
              </p:nvSpPr>
              <p:spPr>
                <a:xfrm>
                  <a:off x="1346158" y="2842417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EC8A3A90-C38D-7763-A05B-76352A46EC77}"/>
                    </a:ext>
                  </a:extLst>
                </p:cNvPr>
                <p:cNvSpPr/>
                <p:nvPr/>
              </p:nvSpPr>
              <p:spPr>
                <a:xfrm>
                  <a:off x="1841204" y="3485037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D1AD1A78-C369-B2F6-69D4-F59B68749A49}"/>
                    </a:ext>
                  </a:extLst>
                </p:cNvPr>
                <p:cNvSpPr/>
                <p:nvPr/>
              </p:nvSpPr>
              <p:spPr>
                <a:xfrm>
                  <a:off x="1868890" y="3392835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E617A0A-2960-82CE-1A46-13CD41526563}"/>
                    </a:ext>
                  </a:extLst>
                </p:cNvPr>
                <p:cNvSpPr/>
                <p:nvPr/>
              </p:nvSpPr>
              <p:spPr>
                <a:xfrm>
                  <a:off x="1935946" y="3335177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6B801D-E36C-4A0E-3533-7B55C82B1DD1}"/>
                    </a:ext>
                  </a:extLst>
                </p:cNvPr>
                <p:cNvSpPr/>
                <p:nvPr/>
              </p:nvSpPr>
              <p:spPr>
                <a:xfrm>
                  <a:off x="1821011" y="341239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0" name="Freeform 959">
                  <a:extLst>
                    <a:ext uri="{FF2B5EF4-FFF2-40B4-BE49-F238E27FC236}">
                      <a16:creationId xmlns:a16="http://schemas.microsoft.com/office/drawing/2014/main" id="{3FCEA65C-AFCA-6E9B-E211-F12E34EBE95B}"/>
                    </a:ext>
                  </a:extLst>
                </p:cNvPr>
                <p:cNvSpPr/>
                <p:nvPr/>
              </p:nvSpPr>
              <p:spPr>
                <a:xfrm>
                  <a:off x="1956266" y="326481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1" name="Freeform 960">
                  <a:extLst>
                    <a:ext uri="{FF2B5EF4-FFF2-40B4-BE49-F238E27FC236}">
                      <a16:creationId xmlns:a16="http://schemas.microsoft.com/office/drawing/2014/main" id="{6372B55D-E444-B3FE-84F8-3042EC61B9CF}"/>
                    </a:ext>
                  </a:extLst>
                </p:cNvPr>
                <p:cNvSpPr/>
                <p:nvPr/>
              </p:nvSpPr>
              <p:spPr>
                <a:xfrm>
                  <a:off x="1869144" y="340223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2" name="Freeform 961">
                  <a:extLst>
                    <a:ext uri="{FF2B5EF4-FFF2-40B4-BE49-F238E27FC236}">
                      <a16:creationId xmlns:a16="http://schemas.microsoft.com/office/drawing/2014/main" id="{6007DD51-44AB-F052-EB19-23D6507D8B4B}"/>
                    </a:ext>
                  </a:extLst>
                </p:cNvPr>
                <p:cNvSpPr/>
                <p:nvPr/>
              </p:nvSpPr>
              <p:spPr>
                <a:xfrm>
                  <a:off x="1873335" y="338204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3" name="Freeform 962">
                  <a:extLst>
                    <a:ext uri="{FF2B5EF4-FFF2-40B4-BE49-F238E27FC236}">
                      <a16:creationId xmlns:a16="http://schemas.microsoft.com/office/drawing/2014/main" id="{71BD2228-8A99-76CE-3E88-36220FC273DE}"/>
                    </a:ext>
                  </a:extLst>
                </p:cNvPr>
                <p:cNvSpPr/>
                <p:nvPr/>
              </p:nvSpPr>
              <p:spPr>
                <a:xfrm>
                  <a:off x="1813645" y="344630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4" name="Freeform 963">
                  <a:extLst>
                    <a:ext uri="{FF2B5EF4-FFF2-40B4-BE49-F238E27FC236}">
                      <a16:creationId xmlns:a16="http://schemas.microsoft.com/office/drawing/2014/main" id="{966C1B8E-AA26-C2BF-4A15-67263383208F}"/>
                    </a:ext>
                  </a:extLst>
                </p:cNvPr>
                <p:cNvSpPr/>
                <p:nvPr/>
              </p:nvSpPr>
              <p:spPr>
                <a:xfrm>
                  <a:off x="1831425" y="341912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F97B382D-B281-F53F-18FE-384AFE85B309}"/>
                    </a:ext>
                  </a:extLst>
                </p:cNvPr>
                <p:cNvSpPr/>
                <p:nvPr/>
              </p:nvSpPr>
              <p:spPr>
                <a:xfrm>
                  <a:off x="1828250" y="343792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D031C246-0392-1AA6-ADD2-53466C54B59A}"/>
                    </a:ext>
                  </a:extLst>
                </p:cNvPr>
                <p:cNvSpPr/>
                <p:nvPr/>
              </p:nvSpPr>
              <p:spPr>
                <a:xfrm>
                  <a:off x="1933152" y="343068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10F8B43F-1BF4-8043-275B-00CBE738CF1C}"/>
                    </a:ext>
                  </a:extLst>
                </p:cNvPr>
                <p:cNvSpPr/>
                <p:nvPr/>
              </p:nvSpPr>
              <p:spPr>
                <a:xfrm>
                  <a:off x="1864445" y="325592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C2722676-5843-F407-D01E-611C6C2EF154}"/>
                    </a:ext>
                  </a:extLst>
                </p:cNvPr>
                <p:cNvSpPr/>
                <p:nvPr/>
              </p:nvSpPr>
              <p:spPr>
                <a:xfrm>
                  <a:off x="1850348" y="347475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2750435A-F688-7C14-4435-26A6D5ECBB59}"/>
                    </a:ext>
                  </a:extLst>
                </p:cNvPr>
                <p:cNvSpPr/>
                <p:nvPr/>
              </p:nvSpPr>
              <p:spPr>
                <a:xfrm>
                  <a:off x="1846919" y="333200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0" name="Freeform 969">
                  <a:extLst>
                    <a:ext uri="{FF2B5EF4-FFF2-40B4-BE49-F238E27FC236}">
                      <a16:creationId xmlns:a16="http://schemas.microsoft.com/office/drawing/2014/main" id="{E15AB514-B714-0355-9C61-1EE9FCCE85A3}"/>
                    </a:ext>
                  </a:extLst>
                </p:cNvPr>
                <p:cNvSpPr/>
                <p:nvPr/>
              </p:nvSpPr>
              <p:spPr>
                <a:xfrm>
                  <a:off x="1880447" y="337607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1" name="Freeform 970">
                  <a:extLst>
                    <a:ext uri="{FF2B5EF4-FFF2-40B4-BE49-F238E27FC236}">
                      <a16:creationId xmlns:a16="http://schemas.microsoft.com/office/drawing/2014/main" id="{700243C8-A444-22FD-A613-CCC8D9AAADA6}"/>
                    </a:ext>
                  </a:extLst>
                </p:cNvPr>
                <p:cNvSpPr/>
                <p:nvPr/>
              </p:nvSpPr>
              <p:spPr>
                <a:xfrm>
                  <a:off x="1878288" y="330126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2" name="Freeform 971">
                  <a:extLst>
                    <a:ext uri="{FF2B5EF4-FFF2-40B4-BE49-F238E27FC236}">
                      <a16:creationId xmlns:a16="http://schemas.microsoft.com/office/drawing/2014/main" id="{6554757E-48DD-A88C-7257-AE827132096B}"/>
                    </a:ext>
                  </a:extLst>
                </p:cNvPr>
                <p:cNvSpPr/>
                <p:nvPr/>
              </p:nvSpPr>
              <p:spPr>
                <a:xfrm>
                  <a:off x="1873080" y="341683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3" name="Freeform 972">
                  <a:extLst>
                    <a:ext uri="{FF2B5EF4-FFF2-40B4-BE49-F238E27FC236}">
                      <a16:creationId xmlns:a16="http://schemas.microsoft.com/office/drawing/2014/main" id="{143AD3B9-F0CC-9D5F-F1DC-DFBA96F1EDA6}"/>
                    </a:ext>
                  </a:extLst>
                </p:cNvPr>
                <p:cNvSpPr/>
                <p:nvPr/>
              </p:nvSpPr>
              <p:spPr>
                <a:xfrm>
                  <a:off x="1818217" y="336934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4" name="Freeform 973">
                  <a:extLst>
                    <a:ext uri="{FF2B5EF4-FFF2-40B4-BE49-F238E27FC236}">
                      <a16:creationId xmlns:a16="http://schemas.microsoft.com/office/drawing/2014/main" id="{F656FDE0-B9B9-6D0B-0579-272CDF2D5E08}"/>
                    </a:ext>
                  </a:extLst>
                </p:cNvPr>
                <p:cNvSpPr/>
                <p:nvPr/>
              </p:nvSpPr>
              <p:spPr>
                <a:xfrm>
                  <a:off x="1888194" y="3369848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5" name="Freeform 974">
                  <a:extLst>
                    <a:ext uri="{FF2B5EF4-FFF2-40B4-BE49-F238E27FC236}">
                      <a16:creationId xmlns:a16="http://schemas.microsoft.com/office/drawing/2014/main" id="{ADA2A6D8-863B-8E49-C6F2-F134FEE326C4}"/>
                    </a:ext>
                  </a:extLst>
                </p:cNvPr>
                <p:cNvSpPr/>
                <p:nvPr/>
              </p:nvSpPr>
              <p:spPr>
                <a:xfrm>
                  <a:off x="1864445" y="334876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6" name="Freeform 975">
                  <a:extLst>
                    <a:ext uri="{FF2B5EF4-FFF2-40B4-BE49-F238E27FC236}">
                      <a16:creationId xmlns:a16="http://schemas.microsoft.com/office/drawing/2014/main" id="{56E37151-5F86-44B2-29D7-5A965A3A0EEB}"/>
                    </a:ext>
                  </a:extLst>
                </p:cNvPr>
                <p:cNvSpPr/>
                <p:nvPr/>
              </p:nvSpPr>
              <p:spPr>
                <a:xfrm>
                  <a:off x="1916261" y="329974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7" name="Freeform 976">
                  <a:extLst>
                    <a:ext uri="{FF2B5EF4-FFF2-40B4-BE49-F238E27FC236}">
                      <a16:creationId xmlns:a16="http://schemas.microsoft.com/office/drawing/2014/main" id="{D697C56B-CF08-E70E-96BD-A58237F59D4B}"/>
                    </a:ext>
                  </a:extLst>
                </p:cNvPr>
                <p:cNvSpPr/>
                <p:nvPr/>
              </p:nvSpPr>
              <p:spPr>
                <a:xfrm>
                  <a:off x="1864445" y="334419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8" name="Freeform 977">
                  <a:extLst>
                    <a:ext uri="{FF2B5EF4-FFF2-40B4-BE49-F238E27FC236}">
                      <a16:creationId xmlns:a16="http://schemas.microsoft.com/office/drawing/2014/main" id="{FECC99A9-AF6C-84A6-B6F9-038DBF3018B0}"/>
                    </a:ext>
                  </a:extLst>
                </p:cNvPr>
                <p:cNvSpPr/>
                <p:nvPr/>
              </p:nvSpPr>
              <p:spPr>
                <a:xfrm>
                  <a:off x="2190327" y="349748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9" name="Freeform 978">
                  <a:extLst>
                    <a:ext uri="{FF2B5EF4-FFF2-40B4-BE49-F238E27FC236}">
                      <a16:creationId xmlns:a16="http://schemas.microsoft.com/office/drawing/2014/main" id="{B654FD20-DF05-5374-AC3F-E5CAE56D0694}"/>
                    </a:ext>
                  </a:extLst>
                </p:cNvPr>
                <p:cNvSpPr/>
                <p:nvPr/>
              </p:nvSpPr>
              <p:spPr>
                <a:xfrm>
                  <a:off x="2163657" y="3241324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0" name="Freeform 979">
                  <a:extLst>
                    <a:ext uri="{FF2B5EF4-FFF2-40B4-BE49-F238E27FC236}">
                      <a16:creationId xmlns:a16="http://schemas.microsoft.com/office/drawing/2014/main" id="{A78A231E-8889-738A-A9EB-5E498BA0685D}"/>
                    </a:ext>
                  </a:extLst>
                </p:cNvPr>
                <p:cNvSpPr/>
                <p:nvPr/>
              </p:nvSpPr>
              <p:spPr>
                <a:xfrm>
                  <a:off x="2184739" y="334140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1" name="Freeform 980">
                  <a:extLst>
                    <a:ext uri="{FF2B5EF4-FFF2-40B4-BE49-F238E27FC236}">
                      <a16:creationId xmlns:a16="http://schemas.microsoft.com/office/drawing/2014/main" id="{E893D69B-DF29-788B-32E7-E03263D37A7B}"/>
                    </a:ext>
                  </a:extLst>
                </p:cNvPr>
                <p:cNvSpPr/>
                <p:nvPr/>
              </p:nvSpPr>
              <p:spPr>
                <a:xfrm>
                  <a:off x="2152735" y="3352322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2" name="Freeform 981">
                  <a:extLst>
                    <a:ext uri="{FF2B5EF4-FFF2-40B4-BE49-F238E27FC236}">
                      <a16:creationId xmlns:a16="http://schemas.microsoft.com/office/drawing/2014/main" id="{11A780FB-2C77-BAAD-96ED-DC10751387D1}"/>
                    </a:ext>
                  </a:extLst>
                </p:cNvPr>
                <p:cNvSpPr/>
                <p:nvPr/>
              </p:nvSpPr>
              <p:spPr>
                <a:xfrm>
                  <a:off x="2180548" y="3348639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3" name="Freeform 982">
                  <a:extLst>
                    <a:ext uri="{FF2B5EF4-FFF2-40B4-BE49-F238E27FC236}">
                      <a16:creationId xmlns:a16="http://schemas.microsoft.com/office/drawing/2014/main" id="{B9E23257-DAE9-D5C9-2DDA-B33CE2AB50DE}"/>
                    </a:ext>
                  </a:extLst>
                </p:cNvPr>
                <p:cNvSpPr/>
                <p:nvPr/>
              </p:nvSpPr>
              <p:spPr>
                <a:xfrm>
                  <a:off x="2147655" y="344935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4" name="Freeform 983">
                  <a:extLst>
                    <a:ext uri="{FF2B5EF4-FFF2-40B4-BE49-F238E27FC236}">
                      <a16:creationId xmlns:a16="http://schemas.microsoft.com/office/drawing/2014/main" id="{C61DD030-0C0B-B6EB-BD20-CD2194E3ECD3}"/>
                    </a:ext>
                  </a:extLst>
                </p:cNvPr>
                <p:cNvSpPr/>
                <p:nvPr/>
              </p:nvSpPr>
              <p:spPr>
                <a:xfrm>
                  <a:off x="2150322" y="3441984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5" name="Freeform 984">
                  <a:extLst>
                    <a:ext uri="{FF2B5EF4-FFF2-40B4-BE49-F238E27FC236}">
                      <a16:creationId xmlns:a16="http://schemas.microsoft.com/office/drawing/2014/main" id="{43BFBC62-83D7-15CE-9C15-2CE717B8D1CC}"/>
                    </a:ext>
                  </a:extLst>
                </p:cNvPr>
                <p:cNvSpPr/>
                <p:nvPr/>
              </p:nvSpPr>
              <p:spPr>
                <a:xfrm>
                  <a:off x="2203154" y="3723543"/>
                  <a:ext cx="49529" cy="49530"/>
                </a:xfrm>
                <a:custGeom>
                  <a:avLst/>
                  <a:gdLst>
                    <a:gd name="csX0" fmla="*/ 49530 w 49529"/>
                    <a:gd name="csY0" fmla="*/ 24765 h 49530"/>
                    <a:gd name="csX1" fmla="*/ 24765 w 49529"/>
                    <a:gd name="csY1" fmla="*/ 49530 h 49530"/>
                    <a:gd name="csX2" fmla="*/ 0 w 49529"/>
                    <a:gd name="csY2" fmla="*/ 24765 h 49530"/>
                    <a:gd name="csX3" fmla="*/ 24765 w 49529"/>
                    <a:gd name="csY3" fmla="*/ 0 h 49530"/>
                    <a:gd name="csX4" fmla="*/ 49530 w 49529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29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C2140C6C-E590-A697-338B-D37E1CE84981}"/>
                    </a:ext>
                  </a:extLst>
                </p:cNvPr>
                <p:cNvSpPr/>
                <p:nvPr/>
              </p:nvSpPr>
              <p:spPr>
                <a:xfrm>
                  <a:off x="2178897" y="337416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2403B07C-7E8F-FE00-474F-5E90ECC38EC6}"/>
                    </a:ext>
                  </a:extLst>
                </p:cNvPr>
                <p:cNvSpPr/>
                <p:nvPr/>
              </p:nvSpPr>
              <p:spPr>
                <a:xfrm>
                  <a:off x="2132415" y="3342543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CB3BBE2C-8B7F-EE47-7B75-392DA0398C81}"/>
                    </a:ext>
                  </a:extLst>
                </p:cNvPr>
                <p:cNvSpPr/>
                <p:nvPr/>
              </p:nvSpPr>
              <p:spPr>
                <a:xfrm>
                  <a:off x="2237190" y="3020852"/>
                  <a:ext cx="49529" cy="49530"/>
                </a:xfrm>
                <a:custGeom>
                  <a:avLst/>
                  <a:gdLst>
                    <a:gd name="csX0" fmla="*/ 49530 w 49529"/>
                    <a:gd name="csY0" fmla="*/ 24765 h 49530"/>
                    <a:gd name="csX1" fmla="*/ 24765 w 49529"/>
                    <a:gd name="csY1" fmla="*/ 49530 h 49530"/>
                    <a:gd name="csX2" fmla="*/ 0 w 49529"/>
                    <a:gd name="csY2" fmla="*/ 24765 h 49530"/>
                    <a:gd name="csX3" fmla="*/ 24765 w 49529"/>
                    <a:gd name="csY3" fmla="*/ 0 h 49530"/>
                    <a:gd name="csX4" fmla="*/ 49530 w 49529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29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8C63B376-5347-CE07-AC49-D5E95C432DC8}"/>
                    </a:ext>
                  </a:extLst>
                </p:cNvPr>
                <p:cNvSpPr/>
                <p:nvPr/>
              </p:nvSpPr>
              <p:spPr>
                <a:xfrm>
                  <a:off x="2118318" y="3237514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0" name="Freeform 989">
                  <a:extLst>
                    <a:ext uri="{FF2B5EF4-FFF2-40B4-BE49-F238E27FC236}">
                      <a16:creationId xmlns:a16="http://schemas.microsoft.com/office/drawing/2014/main" id="{CE884FFE-9D53-85F1-7104-953493F666D2}"/>
                    </a:ext>
                  </a:extLst>
                </p:cNvPr>
                <p:cNvSpPr/>
                <p:nvPr/>
              </p:nvSpPr>
              <p:spPr>
                <a:xfrm>
                  <a:off x="2247731" y="3368705"/>
                  <a:ext cx="49529" cy="49530"/>
                </a:xfrm>
                <a:custGeom>
                  <a:avLst/>
                  <a:gdLst>
                    <a:gd name="csX0" fmla="*/ 49530 w 49529"/>
                    <a:gd name="csY0" fmla="*/ 24765 h 49530"/>
                    <a:gd name="csX1" fmla="*/ 24765 w 49529"/>
                    <a:gd name="csY1" fmla="*/ 49530 h 49530"/>
                    <a:gd name="csX2" fmla="*/ 0 w 49529"/>
                    <a:gd name="csY2" fmla="*/ 24765 h 49530"/>
                    <a:gd name="csX3" fmla="*/ 24765 w 49529"/>
                    <a:gd name="csY3" fmla="*/ 0 h 49530"/>
                    <a:gd name="csX4" fmla="*/ 49530 w 49529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29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1" name="Freeform 990">
                  <a:extLst>
                    <a:ext uri="{FF2B5EF4-FFF2-40B4-BE49-F238E27FC236}">
                      <a16:creationId xmlns:a16="http://schemas.microsoft.com/office/drawing/2014/main" id="{A59518CA-045F-37AD-D5E6-5F81E4035C61}"/>
                    </a:ext>
                  </a:extLst>
                </p:cNvPr>
                <p:cNvSpPr/>
                <p:nvPr/>
              </p:nvSpPr>
              <p:spPr>
                <a:xfrm>
                  <a:off x="2152608" y="3230783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2" name="Freeform 991">
                  <a:extLst>
                    <a:ext uri="{FF2B5EF4-FFF2-40B4-BE49-F238E27FC236}">
                      <a16:creationId xmlns:a16="http://schemas.microsoft.com/office/drawing/2014/main" id="{C9C5EA43-D116-5592-D91F-1F3A97B6CFBE}"/>
                    </a:ext>
                  </a:extLst>
                </p:cNvPr>
                <p:cNvSpPr/>
                <p:nvPr/>
              </p:nvSpPr>
              <p:spPr>
                <a:xfrm>
                  <a:off x="2197820" y="3192556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3" name="Freeform 992">
                  <a:extLst>
                    <a:ext uri="{FF2B5EF4-FFF2-40B4-BE49-F238E27FC236}">
                      <a16:creationId xmlns:a16="http://schemas.microsoft.com/office/drawing/2014/main" id="{1A2CED5B-DFE1-089B-083B-D8A3919252D8}"/>
                    </a:ext>
                  </a:extLst>
                </p:cNvPr>
                <p:cNvSpPr/>
                <p:nvPr/>
              </p:nvSpPr>
              <p:spPr>
                <a:xfrm>
                  <a:off x="2196550" y="3435380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4" name="Freeform 993">
                  <a:extLst>
                    <a:ext uri="{FF2B5EF4-FFF2-40B4-BE49-F238E27FC236}">
                      <a16:creationId xmlns:a16="http://schemas.microsoft.com/office/drawing/2014/main" id="{852ADAC9-F73E-7C34-5A7B-409D14299367}"/>
                    </a:ext>
                  </a:extLst>
                </p:cNvPr>
                <p:cNvSpPr/>
                <p:nvPr/>
              </p:nvSpPr>
              <p:spPr>
                <a:xfrm>
                  <a:off x="2139273" y="3361847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5" name="Freeform 994">
                  <a:extLst>
                    <a:ext uri="{FF2B5EF4-FFF2-40B4-BE49-F238E27FC236}">
                      <a16:creationId xmlns:a16="http://schemas.microsoft.com/office/drawing/2014/main" id="{767CC8BD-488B-9431-BF77-DF8EEDF5C2F8}"/>
                    </a:ext>
                  </a:extLst>
                </p:cNvPr>
                <p:cNvSpPr/>
                <p:nvPr/>
              </p:nvSpPr>
              <p:spPr>
                <a:xfrm>
                  <a:off x="2214457" y="380533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6" name="Freeform 995">
                  <a:extLst>
                    <a:ext uri="{FF2B5EF4-FFF2-40B4-BE49-F238E27FC236}">
                      <a16:creationId xmlns:a16="http://schemas.microsoft.com/office/drawing/2014/main" id="{074D3455-D975-6FAC-4804-88E486DA62DD}"/>
                    </a:ext>
                  </a:extLst>
                </p:cNvPr>
                <p:cNvSpPr/>
                <p:nvPr/>
              </p:nvSpPr>
              <p:spPr>
                <a:xfrm>
                  <a:off x="2120350" y="3307491"/>
                  <a:ext cx="49530" cy="49530"/>
                </a:xfrm>
                <a:custGeom>
                  <a:avLst/>
                  <a:gdLst>
                    <a:gd name="csX0" fmla="*/ 49530 w 49530"/>
                    <a:gd name="csY0" fmla="*/ 24765 h 49530"/>
                    <a:gd name="csX1" fmla="*/ 24765 w 49530"/>
                    <a:gd name="csY1" fmla="*/ 49530 h 49530"/>
                    <a:gd name="csX2" fmla="*/ 0 w 49530"/>
                    <a:gd name="csY2" fmla="*/ 24765 h 49530"/>
                    <a:gd name="csX3" fmla="*/ 24765 w 49530"/>
                    <a:gd name="csY3" fmla="*/ 0 h 49530"/>
                    <a:gd name="csX4" fmla="*/ 49530 w 49530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7" name="Freeform 996">
                  <a:extLst>
                    <a:ext uri="{FF2B5EF4-FFF2-40B4-BE49-F238E27FC236}">
                      <a16:creationId xmlns:a16="http://schemas.microsoft.com/office/drawing/2014/main" id="{D5A51836-8DDB-51C7-20FC-AAEC58AC9F94}"/>
                    </a:ext>
                  </a:extLst>
                </p:cNvPr>
                <p:cNvSpPr/>
                <p:nvPr/>
              </p:nvSpPr>
              <p:spPr>
                <a:xfrm>
                  <a:off x="2237698" y="3412647"/>
                  <a:ext cx="49529" cy="49530"/>
                </a:xfrm>
                <a:custGeom>
                  <a:avLst/>
                  <a:gdLst>
                    <a:gd name="csX0" fmla="*/ 49530 w 49529"/>
                    <a:gd name="csY0" fmla="*/ 24765 h 49530"/>
                    <a:gd name="csX1" fmla="*/ 24765 w 49529"/>
                    <a:gd name="csY1" fmla="*/ 49530 h 49530"/>
                    <a:gd name="csX2" fmla="*/ 0 w 49529"/>
                    <a:gd name="csY2" fmla="*/ 24765 h 49530"/>
                    <a:gd name="csX3" fmla="*/ 24765 w 49529"/>
                    <a:gd name="csY3" fmla="*/ 0 h 49530"/>
                    <a:gd name="csX4" fmla="*/ 49530 w 49529"/>
                    <a:gd name="csY4" fmla="*/ 24765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29" h="49530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8" name="Freeform 997">
                  <a:extLst>
                    <a:ext uri="{FF2B5EF4-FFF2-40B4-BE49-F238E27FC236}">
                      <a16:creationId xmlns:a16="http://schemas.microsoft.com/office/drawing/2014/main" id="{2440EBD6-7325-B1F0-3EBC-8D915848C5CD}"/>
                    </a:ext>
                  </a:extLst>
                </p:cNvPr>
                <p:cNvSpPr/>
                <p:nvPr/>
              </p:nvSpPr>
              <p:spPr>
                <a:xfrm>
                  <a:off x="2193756" y="3228751"/>
                  <a:ext cx="49530" cy="49529"/>
                </a:xfrm>
                <a:custGeom>
                  <a:avLst/>
                  <a:gdLst>
                    <a:gd name="csX0" fmla="*/ 49530 w 49530"/>
                    <a:gd name="csY0" fmla="*/ 24765 h 49529"/>
                    <a:gd name="csX1" fmla="*/ 24765 w 49530"/>
                    <a:gd name="csY1" fmla="*/ 49530 h 49529"/>
                    <a:gd name="csX2" fmla="*/ 0 w 49530"/>
                    <a:gd name="csY2" fmla="*/ 24765 h 49529"/>
                    <a:gd name="csX3" fmla="*/ 24765 w 49530"/>
                    <a:gd name="csY3" fmla="*/ 0 h 49529"/>
                    <a:gd name="csX4" fmla="*/ 49530 w 49530"/>
                    <a:gd name="csY4" fmla="*/ 24765 h 495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9530" h="49529">
                      <a:moveTo>
                        <a:pt x="49530" y="24765"/>
                      </a:moveTo>
                      <a:cubicBezTo>
                        <a:pt x="49530" y="38442"/>
                        <a:pt x="38442" y="49530"/>
                        <a:pt x="24765" y="49530"/>
                      </a:cubicBezTo>
                      <a:cubicBezTo>
                        <a:pt x="11088" y="49530"/>
                        <a:pt x="0" y="38442"/>
                        <a:pt x="0" y="24765"/>
                      </a:cubicBezTo>
                      <a:cubicBezTo>
                        <a:pt x="0" y="11088"/>
                        <a:pt x="11088" y="0"/>
                        <a:pt x="24765" y="0"/>
                      </a:cubicBezTo>
                      <a:cubicBezTo>
                        <a:pt x="38442" y="0"/>
                        <a:pt x="49530" y="11088"/>
                        <a:pt x="49530" y="24765"/>
                      </a:cubicBezTo>
                      <a:close/>
                    </a:path>
                  </a:pathLst>
                </a:custGeom>
                <a:noFill/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6AC9F0E5-93C2-A0C1-CFC4-EB3BEBD903E3}"/>
                    </a:ext>
                  </a:extLst>
                </p:cNvPr>
                <p:cNvSpPr txBox="1"/>
                <p:nvPr/>
              </p:nvSpPr>
              <p:spPr>
                <a:xfrm>
                  <a:off x="1426504" y="2489343"/>
                  <a:ext cx="37702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 a  </a:t>
                  </a:r>
                </a:p>
              </p:txBody>
            </p:sp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3E42FFC6-A3B8-B09A-D9A6-DBB60566B1E9}"/>
                    </a:ext>
                  </a:extLst>
                </p:cNvPr>
                <p:cNvSpPr txBox="1"/>
                <p:nvPr/>
              </p:nvSpPr>
              <p:spPr>
                <a:xfrm>
                  <a:off x="1753204" y="2489343"/>
                  <a:ext cx="31290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b </a:t>
                  </a:r>
                </a:p>
              </p:txBody>
            </p:sp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3657D4AA-226C-6B1E-CF34-7C8A1DF0FB07}"/>
                    </a:ext>
                  </a:extLst>
                </p:cNvPr>
                <p:cNvSpPr txBox="1"/>
                <p:nvPr/>
              </p:nvSpPr>
              <p:spPr>
                <a:xfrm>
                  <a:off x="2047717" y="2489343"/>
                  <a:ext cx="312906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b </a:t>
                  </a:r>
                </a:p>
              </p:txBody>
            </p:sp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2582794D-D66D-B252-D4A1-45240C78767B}"/>
                    </a:ext>
                  </a:extLst>
                </p:cNvPr>
                <p:cNvSpPr txBox="1"/>
                <p:nvPr/>
              </p:nvSpPr>
              <p:spPr>
                <a:xfrm>
                  <a:off x="1199317" y="2489343"/>
                  <a:ext cx="242374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c</a:t>
                  </a:r>
                </a:p>
              </p:txBody>
            </p:sp>
          </p:grpSp>
          <p:grpSp>
            <p:nvGrpSpPr>
              <p:cNvPr id="1003" name="Graphic 878">
                <a:extLst>
                  <a:ext uri="{FF2B5EF4-FFF2-40B4-BE49-F238E27FC236}">
                    <a16:creationId xmlns:a16="http://schemas.microsoft.com/office/drawing/2014/main" id="{60550216-9100-E0F9-84B0-EB21EA820434}"/>
                  </a:ext>
                </a:extLst>
              </p:cNvPr>
              <p:cNvGrpSpPr/>
              <p:nvPr/>
            </p:nvGrpSpPr>
            <p:grpSpPr>
              <a:xfrm>
                <a:off x="618064" y="2487497"/>
                <a:ext cx="1745307" cy="1979340"/>
                <a:chOff x="618064" y="2487497"/>
                <a:chExt cx="1745307" cy="1979340"/>
              </a:xfrm>
            </p:grpSpPr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38A1B663-7047-4210-6052-BE820EEF4E6F}"/>
                    </a:ext>
                  </a:extLst>
                </p:cNvPr>
                <p:cNvSpPr txBox="1"/>
                <p:nvPr/>
              </p:nvSpPr>
              <p:spPr>
                <a:xfrm>
                  <a:off x="750363" y="3485336"/>
                  <a:ext cx="43152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0.25</a:t>
                  </a:r>
                </a:p>
              </p:txBody>
            </p:sp>
            <p:sp>
              <p:nvSpPr>
                <p:cNvPr id="1005" name="TextBox 1004">
                  <a:extLst>
                    <a:ext uri="{FF2B5EF4-FFF2-40B4-BE49-F238E27FC236}">
                      <a16:creationId xmlns:a16="http://schemas.microsoft.com/office/drawing/2014/main" id="{E94D4689-BDEB-C036-B8E6-CDE9E9984E74}"/>
                    </a:ext>
                  </a:extLst>
                </p:cNvPr>
                <p:cNvSpPr txBox="1"/>
                <p:nvPr/>
              </p:nvSpPr>
              <p:spPr>
                <a:xfrm>
                  <a:off x="750363" y="3152723"/>
                  <a:ext cx="43152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0.50</a:t>
                  </a:r>
                </a:p>
              </p:txBody>
            </p:sp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2F180D46-2B8D-26B3-E13E-A39054733717}"/>
                    </a:ext>
                  </a:extLst>
                </p:cNvPr>
                <p:cNvSpPr txBox="1"/>
                <p:nvPr/>
              </p:nvSpPr>
              <p:spPr>
                <a:xfrm>
                  <a:off x="750363" y="2820110"/>
                  <a:ext cx="43152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0.75</a:t>
                  </a:r>
                </a:p>
              </p:txBody>
            </p:sp>
            <p:sp>
              <p:nvSpPr>
                <p:cNvPr id="1007" name="TextBox 1006">
                  <a:extLst>
                    <a:ext uri="{FF2B5EF4-FFF2-40B4-BE49-F238E27FC236}">
                      <a16:creationId xmlns:a16="http://schemas.microsoft.com/office/drawing/2014/main" id="{740AD307-F4D3-E1D7-BE4E-0C85058E6BD9}"/>
                    </a:ext>
                  </a:extLst>
                </p:cNvPr>
                <p:cNvSpPr txBox="1"/>
                <p:nvPr/>
              </p:nvSpPr>
              <p:spPr>
                <a:xfrm>
                  <a:off x="750363" y="2487497"/>
                  <a:ext cx="43152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4D4D4D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1.00</a:t>
                  </a:r>
                </a:p>
              </p:txBody>
            </p:sp>
            <p:sp>
              <p:nvSpPr>
                <p:cNvPr id="1012" name="TextBox 1011">
                  <a:extLst>
                    <a:ext uri="{FF2B5EF4-FFF2-40B4-BE49-F238E27FC236}">
                      <a16:creationId xmlns:a16="http://schemas.microsoft.com/office/drawing/2014/main" id="{5EF760B7-9815-FB32-6D97-61676E3CC8D1}"/>
                    </a:ext>
                  </a:extLst>
                </p:cNvPr>
                <p:cNvSpPr txBox="1"/>
                <p:nvPr/>
              </p:nvSpPr>
              <p:spPr>
                <a:xfrm>
                  <a:off x="953297" y="4212921"/>
                  <a:ext cx="1410074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Subcluster</a:t>
                  </a:r>
                </a:p>
              </p:txBody>
            </p:sp>
            <p:sp>
              <p:nvSpPr>
                <p:cNvPr id="1013" name="TextBox 1012">
                  <a:extLst>
                    <a:ext uri="{FF2B5EF4-FFF2-40B4-BE49-F238E27FC236}">
                      <a16:creationId xmlns:a16="http://schemas.microsoft.com/office/drawing/2014/main" id="{0F0FA7AD-CF6C-8C81-0214-D0103EE39A92}"/>
                    </a:ext>
                  </a:extLst>
                </p:cNvPr>
                <p:cNvSpPr txBox="1"/>
                <p:nvPr/>
              </p:nvSpPr>
              <p:spPr>
                <a:xfrm rot="16200000">
                  <a:off x="285601" y="3085284"/>
                  <a:ext cx="918842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CytoTRACE</a:t>
                  </a:r>
                  <a:endPara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877" name="Group 876">
              <a:extLst>
                <a:ext uri="{FF2B5EF4-FFF2-40B4-BE49-F238E27FC236}">
                  <a16:creationId xmlns:a16="http://schemas.microsoft.com/office/drawing/2014/main" id="{3B738774-81DE-BDC5-9426-C8124623621D}"/>
                </a:ext>
              </a:extLst>
            </p:cNvPr>
            <p:cNvGrpSpPr/>
            <p:nvPr/>
          </p:nvGrpSpPr>
          <p:grpSpPr>
            <a:xfrm>
              <a:off x="502899" y="3815999"/>
              <a:ext cx="1474252" cy="256915"/>
              <a:chOff x="502899" y="3815999"/>
              <a:chExt cx="1474252" cy="256915"/>
            </a:xfrm>
          </p:grpSpPr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CFF1903E-9582-CBA6-6FF9-A88A43FE046D}"/>
                  </a:ext>
                </a:extLst>
              </p:cNvPr>
              <p:cNvSpPr txBox="1"/>
              <p:nvPr/>
            </p:nvSpPr>
            <p:spPr>
              <a:xfrm rot="18900000">
                <a:off x="502899" y="3826693"/>
                <a:ext cx="59663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000" spc="0" baseline="0">
                    <a:ln/>
                    <a:latin typeface="Arial"/>
                    <a:cs typeface="Arial"/>
                    <a:sym typeface="Arial"/>
                    <a:rtl val="0"/>
                  </a:rPr>
                  <a:t>1_NSC</a:t>
                </a:r>
              </a:p>
            </p:txBody>
          </p:sp>
          <p:sp>
            <p:nvSpPr>
              <p:cNvPr id="874" name="TextBox 873">
                <a:extLst>
                  <a:ext uri="{FF2B5EF4-FFF2-40B4-BE49-F238E27FC236}">
                    <a16:creationId xmlns:a16="http://schemas.microsoft.com/office/drawing/2014/main" id="{F76034EF-7593-236E-4F68-9746B19390D3}"/>
                  </a:ext>
                </a:extLst>
              </p:cNvPr>
              <p:cNvSpPr txBox="1"/>
              <p:nvPr/>
            </p:nvSpPr>
            <p:spPr>
              <a:xfrm rot="18900000">
                <a:off x="872666" y="3815999"/>
                <a:ext cx="5036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000" spc="0" baseline="0">
                    <a:ln/>
                    <a:latin typeface="Arial"/>
                    <a:cs typeface="Arial"/>
                    <a:sym typeface="Arial"/>
                    <a:rtl val="0"/>
                  </a:rPr>
                  <a:t>1_NP</a:t>
                </a: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2C6F00FB-9122-AFD0-55B1-278B2D6C46BF}"/>
                  </a:ext>
                </a:extLst>
              </p:cNvPr>
              <p:cNvSpPr txBox="1"/>
              <p:nvPr/>
            </p:nvSpPr>
            <p:spPr>
              <a:xfrm rot="18900000">
                <a:off x="1093585" y="3815999"/>
                <a:ext cx="60144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000" spc="0" baseline="0">
                    <a:ln/>
                    <a:latin typeface="Arial"/>
                    <a:cs typeface="Arial"/>
                    <a:sym typeface="Arial"/>
                    <a:rtl val="0"/>
                  </a:rPr>
                  <a:t>1_shha</a:t>
                </a:r>
              </a:p>
            </p:txBody>
          </p:sp>
          <p:sp>
            <p:nvSpPr>
              <p:cNvPr id="876" name="TextBox 875">
                <a:extLst>
                  <a:ext uri="{FF2B5EF4-FFF2-40B4-BE49-F238E27FC236}">
                    <a16:creationId xmlns:a16="http://schemas.microsoft.com/office/drawing/2014/main" id="{90D4FDC9-D6A9-B10C-6F4D-AB7DDE3D2B0E}"/>
                  </a:ext>
                </a:extLst>
              </p:cNvPr>
              <p:cNvSpPr txBox="1"/>
              <p:nvPr/>
            </p:nvSpPr>
            <p:spPr>
              <a:xfrm rot="18900000">
                <a:off x="1404558" y="3815999"/>
                <a:ext cx="5725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000" spc="0" baseline="0">
                    <a:ln/>
                    <a:latin typeface="Arial"/>
                    <a:cs typeface="Arial"/>
                    <a:sym typeface="Arial"/>
                    <a:rtl val="0"/>
                  </a:rPr>
                  <a:t>1_gfap</a:t>
                </a:r>
              </a:p>
            </p:txBody>
          </p:sp>
        </p:grpSp>
      </p:grpSp>
      <p:sp>
        <p:nvSpPr>
          <p:cNvPr id="1017" name="TextBox 1016">
            <a:extLst>
              <a:ext uri="{FF2B5EF4-FFF2-40B4-BE49-F238E27FC236}">
                <a16:creationId xmlns:a16="http://schemas.microsoft.com/office/drawing/2014/main" id="{41EA4C9C-7197-4055-35F8-A16F51745242}"/>
              </a:ext>
            </a:extLst>
          </p:cNvPr>
          <p:cNvSpPr txBox="1"/>
          <p:nvPr/>
        </p:nvSpPr>
        <p:spPr>
          <a:xfrm>
            <a:off x="46064" y="2154980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c</a:t>
            </a:r>
          </a:p>
        </p:txBody>
      </p:sp>
      <p:sp>
        <p:nvSpPr>
          <p:cNvPr id="1018" name="TextBox 1017">
            <a:extLst>
              <a:ext uri="{FF2B5EF4-FFF2-40B4-BE49-F238E27FC236}">
                <a16:creationId xmlns:a16="http://schemas.microsoft.com/office/drawing/2014/main" id="{26DB9935-2435-3B2A-EBA9-AEE55544F2AC}"/>
              </a:ext>
            </a:extLst>
          </p:cNvPr>
          <p:cNvSpPr txBox="1"/>
          <p:nvPr/>
        </p:nvSpPr>
        <p:spPr>
          <a:xfrm>
            <a:off x="2754457" y="2176922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d</a:t>
            </a:r>
          </a:p>
        </p:txBody>
      </p:sp>
      <p:grpSp>
        <p:nvGrpSpPr>
          <p:cNvPr id="721" name="Group 720">
            <a:extLst>
              <a:ext uri="{FF2B5EF4-FFF2-40B4-BE49-F238E27FC236}">
                <a16:creationId xmlns:a16="http://schemas.microsoft.com/office/drawing/2014/main" id="{3A83D437-F4FC-6405-127F-B273B7A2B494}"/>
              </a:ext>
            </a:extLst>
          </p:cNvPr>
          <p:cNvGrpSpPr/>
          <p:nvPr/>
        </p:nvGrpSpPr>
        <p:grpSpPr>
          <a:xfrm>
            <a:off x="-17434" y="4450151"/>
            <a:ext cx="3482353" cy="1828800"/>
            <a:chOff x="34393" y="4947990"/>
            <a:chExt cx="3482353" cy="1828800"/>
          </a:xfrm>
        </p:grpSpPr>
        <p:grpSp>
          <p:nvGrpSpPr>
            <p:cNvPr id="495" name="Graphic 108">
              <a:extLst>
                <a:ext uri="{FF2B5EF4-FFF2-40B4-BE49-F238E27FC236}">
                  <a16:creationId xmlns:a16="http://schemas.microsoft.com/office/drawing/2014/main" id="{5F9140E7-BA78-EBF6-F855-4113149C2634}"/>
                </a:ext>
              </a:extLst>
            </p:cNvPr>
            <p:cNvGrpSpPr/>
            <p:nvPr/>
          </p:nvGrpSpPr>
          <p:grpSpPr>
            <a:xfrm>
              <a:off x="1687945" y="4947990"/>
              <a:ext cx="1828801" cy="1828800"/>
              <a:chOff x="1916088" y="4947990"/>
              <a:chExt cx="1828801" cy="1828800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DF47E1D2-4426-5973-72C7-60064CD9C3B7}"/>
                  </a:ext>
                </a:extLst>
              </p:cNvPr>
              <p:cNvSpPr/>
              <p:nvPr/>
            </p:nvSpPr>
            <p:spPr>
              <a:xfrm>
                <a:off x="1916089" y="4947990"/>
                <a:ext cx="1828800" cy="1828800"/>
              </a:xfrm>
              <a:custGeom>
                <a:avLst/>
                <a:gdLst>
                  <a:gd name="csX0" fmla="*/ 0 w 1828800"/>
                  <a:gd name="csY0" fmla="*/ 0 h 1828800"/>
                  <a:gd name="csX1" fmla="*/ 1828800 w 1828800"/>
                  <a:gd name="csY1" fmla="*/ 0 h 1828800"/>
                  <a:gd name="csX2" fmla="*/ 1828800 w 1828800"/>
                  <a:gd name="csY2" fmla="*/ 1828800 h 1828800"/>
                  <a:gd name="csX3" fmla="*/ 0 w 1828800"/>
                  <a:gd name="csY3" fmla="*/ 1828800 h 182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28800" h="1828800">
                    <a:moveTo>
                      <a:pt x="0" y="0"/>
                    </a:moveTo>
                    <a:lnTo>
                      <a:pt x="1828800" y="0"/>
                    </a:lnTo>
                    <a:lnTo>
                      <a:pt x="1828800" y="1828800"/>
                    </a:lnTo>
                    <a:lnTo>
                      <a:pt x="0" y="182880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497" name="Freeform 496">
                <a:extLst>
                  <a:ext uri="{FF2B5EF4-FFF2-40B4-BE49-F238E27FC236}">
                    <a16:creationId xmlns:a16="http://schemas.microsoft.com/office/drawing/2014/main" id="{A23FA62A-9146-24CB-A61D-A77DC2DA7C84}"/>
                  </a:ext>
                </a:extLst>
              </p:cNvPr>
              <p:cNvSpPr/>
              <p:nvPr/>
            </p:nvSpPr>
            <p:spPr>
              <a:xfrm>
                <a:off x="1916088" y="4947990"/>
                <a:ext cx="1828800" cy="1828800"/>
              </a:xfrm>
              <a:custGeom>
                <a:avLst/>
                <a:gdLst>
                  <a:gd name="csX0" fmla="*/ 0 w 1828800"/>
                  <a:gd name="csY0" fmla="*/ 0 h 1828800"/>
                  <a:gd name="csX1" fmla="*/ 1828800 w 1828800"/>
                  <a:gd name="csY1" fmla="*/ 0 h 1828800"/>
                  <a:gd name="csX2" fmla="*/ 1828800 w 1828800"/>
                  <a:gd name="csY2" fmla="*/ 1828800 h 1828800"/>
                  <a:gd name="csX3" fmla="*/ 0 w 1828800"/>
                  <a:gd name="csY3" fmla="*/ 1828800 h 182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28800" h="1828800">
                    <a:moveTo>
                      <a:pt x="0" y="0"/>
                    </a:moveTo>
                    <a:lnTo>
                      <a:pt x="1828800" y="0"/>
                    </a:lnTo>
                    <a:lnTo>
                      <a:pt x="1828800" y="1828800"/>
                    </a:lnTo>
                    <a:lnTo>
                      <a:pt x="0" y="1828800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grpSp>
            <p:nvGrpSpPr>
              <p:cNvPr id="498" name="Graphic 108">
                <a:extLst>
                  <a:ext uri="{FF2B5EF4-FFF2-40B4-BE49-F238E27FC236}">
                    <a16:creationId xmlns:a16="http://schemas.microsoft.com/office/drawing/2014/main" id="{995FA817-EE32-990A-1A2D-63B8B5A58964}"/>
                  </a:ext>
                </a:extLst>
              </p:cNvPr>
              <p:cNvGrpSpPr/>
              <p:nvPr/>
            </p:nvGrpSpPr>
            <p:grpSpPr>
              <a:xfrm>
                <a:off x="2436281" y="5161317"/>
                <a:ext cx="1239139" cy="1215549"/>
                <a:chOff x="2436281" y="5161317"/>
                <a:chExt cx="1239139" cy="121554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5CD81FC4-BCFE-6482-BDC0-91272D872609}"/>
                    </a:ext>
                  </a:extLst>
                </p:cNvPr>
                <p:cNvSpPr/>
                <p:nvPr/>
              </p:nvSpPr>
              <p:spPr>
                <a:xfrm>
                  <a:off x="2436281" y="5242376"/>
                  <a:ext cx="1239139" cy="1134490"/>
                </a:xfrm>
                <a:custGeom>
                  <a:avLst/>
                  <a:gdLst>
                    <a:gd name="csX0" fmla="*/ 0 w 1239139"/>
                    <a:gd name="csY0" fmla="*/ 0 h 1134490"/>
                    <a:gd name="csX1" fmla="*/ 1239139 w 1239139"/>
                    <a:gd name="csY1" fmla="*/ 0 h 1134490"/>
                    <a:gd name="csX2" fmla="*/ 1239139 w 1239139"/>
                    <a:gd name="csY2" fmla="*/ 1134491 h 1134490"/>
                    <a:gd name="csX3" fmla="*/ 0 w 1239139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39139" h="1134490">
                      <a:moveTo>
                        <a:pt x="0" y="0"/>
                      </a:moveTo>
                      <a:lnTo>
                        <a:pt x="1239139" y="0"/>
                      </a:lnTo>
                      <a:lnTo>
                        <a:pt x="1239139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FBF5A4AB-7983-1868-698C-3140D49A842A}"/>
                    </a:ext>
                  </a:extLst>
                </p:cNvPr>
                <p:cNvSpPr/>
                <p:nvPr/>
              </p:nvSpPr>
              <p:spPr>
                <a:xfrm>
                  <a:off x="2507655" y="5966911"/>
                  <a:ext cx="143001" cy="409828"/>
                </a:xfrm>
                <a:custGeom>
                  <a:avLst/>
                  <a:gdLst>
                    <a:gd name="csX0" fmla="*/ 0 w 143001"/>
                    <a:gd name="csY0" fmla="*/ 0 h 409828"/>
                    <a:gd name="csX1" fmla="*/ 143002 w 143001"/>
                    <a:gd name="csY1" fmla="*/ 0 h 409828"/>
                    <a:gd name="csX2" fmla="*/ 143002 w 143001"/>
                    <a:gd name="csY2" fmla="*/ 409829 h 409828"/>
                    <a:gd name="csX3" fmla="*/ 0 w 143001"/>
                    <a:gd name="csY3" fmla="*/ 409829 h 40982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1" h="409828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409829"/>
                      </a:lnTo>
                      <a:lnTo>
                        <a:pt x="0" y="409829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6D2DDC06-7AF5-9F9F-6C8F-40763173E116}"/>
                    </a:ext>
                  </a:extLst>
                </p:cNvPr>
                <p:cNvSpPr/>
                <p:nvPr/>
              </p:nvSpPr>
              <p:spPr>
                <a:xfrm>
                  <a:off x="2746034" y="5918016"/>
                  <a:ext cx="143002" cy="458724"/>
                </a:xfrm>
                <a:custGeom>
                  <a:avLst/>
                  <a:gdLst>
                    <a:gd name="csX0" fmla="*/ 0 w 143002"/>
                    <a:gd name="csY0" fmla="*/ 0 h 458724"/>
                    <a:gd name="csX1" fmla="*/ 143002 w 143002"/>
                    <a:gd name="csY1" fmla="*/ 0 h 458724"/>
                    <a:gd name="csX2" fmla="*/ 143002 w 143002"/>
                    <a:gd name="csY2" fmla="*/ 458724 h 458724"/>
                    <a:gd name="csX3" fmla="*/ 0 w 143002"/>
                    <a:gd name="csY3" fmla="*/ 458724 h 4587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458724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458724"/>
                      </a:lnTo>
                      <a:lnTo>
                        <a:pt x="0" y="458724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92037459-A04F-57C1-64BD-DFDB4C073EE1}"/>
                    </a:ext>
                  </a:extLst>
                </p:cNvPr>
                <p:cNvSpPr/>
                <p:nvPr/>
              </p:nvSpPr>
              <p:spPr>
                <a:xfrm>
                  <a:off x="2984286" y="5830767"/>
                  <a:ext cx="143002" cy="545972"/>
                </a:xfrm>
                <a:custGeom>
                  <a:avLst/>
                  <a:gdLst>
                    <a:gd name="csX0" fmla="*/ 0 w 143002"/>
                    <a:gd name="csY0" fmla="*/ 0 h 545972"/>
                    <a:gd name="csX1" fmla="*/ 143002 w 143002"/>
                    <a:gd name="csY1" fmla="*/ 0 h 545972"/>
                    <a:gd name="csX2" fmla="*/ 143002 w 143002"/>
                    <a:gd name="csY2" fmla="*/ 545973 h 545972"/>
                    <a:gd name="csX3" fmla="*/ 0 w 143002"/>
                    <a:gd name="csY3" fmla="*/ 545973 h 54597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545972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545973"/>
                      </a:lnTo>
                      <a:lnTo>
                        <a:pt x="0" y="545973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3" name="Freeform 502">
                  <a:extLst>
                    <a:ext uri="{FF2B5EF4-FFF2-40B4-BE49-F238E27FC236}">
                      <a16:creationId xmlns:a16="http://schemas.microsoft.com/office/drawing/2014/main" id="{DF44E1FF-3D0F-94C0-0BA7-96959E34FF77}"/>
                    </a:ext>
                  </a:extLst>
                </p:cNvPr>
                <p:cNvSpPr/>
                <p:nvPr/>
              </p:nvSpPr>
              <p:spPr>
                <a:xfrm>
                  <a:off x="3222538" y="6092641"/>
                  <a:ext cx="143002" cy="284099"/>
                </a:xfrm>
                <a:custGeom>
                  <a:avLst/>
                  <a:gdLst>
                    <a:gd name="csX0" fmla="*/ 0 w 143002"/>
                    <a:gd name="csY0" fmla="*/ 0 h 284099"/>
                    <a:gd name="csX1" fmla="*/ 143002 w 143002"/>
                    <a:gd name="csY1" fmla="*/ 0 h 284099"/>
                    <a:gd name="csX2" fmla="*/ 143002 w 143002"/>
                    <a:gd name="csY2" fmla="*/ 284099 h 284099"/>
                    <a:gd name="csX3" fmla="*/ 0 w 143002"/>
                    <a:gd name="csY3" fmla="*/ 284099 h 2840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284099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284099"/>
                      </a:lnTo>
                      <a:lnTo>
                        <a:pt x="0" y="284099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4" name="Freeform 503">
                  <a:extLst>
                    <a:ext uri="{FF2B5EF4-FFF2-40B4-BE49-F238E27FC236}">
                      <a16:creationId xmlns:a16="http://schemas.microsoft.com/office/drawing/2014/main" id="{77437F8B-CC0F-CDD1-D2AC-7FE5B29451D3}"/>
                    </a:ext>
                  </a:extLst>
                </p:cNvPr>
                <p:cNvSpPr/>
                <p:nvPr/>
              </p:nvSpPr>
              <p:spPr>
                <a:xfrm>
                  <a:off x="3460790" y="6035999"/>
                  <a:ext cx="143001" cy="340741"/>
                </a:xfrm>
                <a:custGeom>
                  <a:avLst/>
                  <a:gdLst>
                    <a:gd name="csX0" fmla="*/ 0 w 143001"/>
                    <a:gd name="csY0" fmla="*/ 0 h 340741"/>
                    <a:gd name="csX1" fmla="*/ 143002 w 143001"/>
                    <a:gd name="csY1" fmla="*/ 0 h 340741"/>
                    <a:gd name="csX2" fmla="*/ 143002 w 143001"/>
                    <a:gd name="csY2" fmla="*/ 340741 h 340741"/>
                    <a:gd name="csX3" fmla="*/ 0 w 143001"/>
                    <a:gd name="csY3" fmla="*/ 340741 h 34074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1" h="340741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340741"/>
                      </a:lnTo>
                      <a:lnTo>
                        <a:pt x="0" y="340741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7E082474-C77B-0DED-581D-3A84DA3FBA45}"/>
                    </a:ext>
                  </a:extLst>
                </p:cNvPr>
                <p:cNvSpPr/>
                <p:nvPr/>
              </p:nvSpPr>
              <p:spPr>
                <a:xfrm>
                  <a:off x="2531530" y="592131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F4F91828-E995-95AD-5606-3FF328FC48AE}"/>
                    </a:ext>
                  </a:extLst>
                </p:cNvPr>
                <p:cNvSpPr/>
                <p:nvPr/>
              </p:nvSpPr>
              <p:spPr>
                <a:xfrm>
                  <a:off x="2579155" y="5921317"/>
                  <a:ext cx="12700" cy="91186"/>
                </a:xfrm>
                <a:custGeom>
                  <a:avLst/>
                  <a:gdLst>
                    <a:gd name="csX0" fmla="*/ 0 w 12700"/>
                    <a:gd name="csY0" fmla="*/ 0 h 91186"/>
                    <a:gd name="csX1" fmla="*/ 0 w 12700"/>
                    <a:gd name="csY1" fmla="*/ 91186 h 9118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1186">
                      <a:moveTo>
                        <a:pt x="0" y="0"/>
                      </a:moveTo>
                      <a:lnTo>
                        <a:pt x="0" y="91186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DF6DFD01-28F4-7C08-B874-F17B5481FA3B}"/>
                    </a:ext>
                  </a:extLst>
                </p:cNvPr>
                <p:cNvSpPr/>
                <p:nvPr/>
              </p:nvSpPr>
              <p:spPr>
                <a:xfrm>
                  <a:off x="2531530" y="6012503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8711F4B2-F7A7-9CE6-B2D3-5CA9891D0E80}"/>
                    </a:ext>
                  </a:extLst>
                </p:cNvPr>
                <p:cNvSpPr/>
                <p:nvPr/>
              </p:nvSpPr>
              <p:spPr>
                <a:xfrm>
                  <a:off x="2769783" y="5859595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5689672A-D1AA-64E3-F483-61152A66D729}"/>
                    </a:ext>
                  </a:extLst>
                </p:cNvPr>
                <p:cNvSpPr/>
                <p:nvPr/>
              </p:nvSpPr>
              <p:spPr>
                <a:xfrm>
                  <a:off x="2817535" y="5859595"/>
                  <a:ext cx="12700" cy="116840"/>
                </a:xfrm>
                <a:custGeom>
                  <a:avLst/>
                  <a:gdLst>
                    <a:gd name="csX0" fmla="*/ 0 w 12700"/>
                    <a:gd name="csY0" fmla="*/ 0 h 116840"/>
                    <a:gd name="csX1" fmla="*/ 0 w 12700"/>
                    <a:gd name="csY1" fmla="*/ 116840 h 11684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6840">
                      <a:moveTo>
                        <a:pt x="0" y="0"/>
                      </a:moveTo>
                      <a:lnTo>
                        <a:pt x="0" y="11684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0" name="Freeform 509">
                  <a:extLst>
                    <a:ext uri="{FF2B5EF4-FFF2-40B4-BE49-F238E27FC236}">
                      <a16:creationId xmlns:a16="http://schemas.microsoft.com/office/drawing/2014/main" id="{47D17AFB-71A8-EE23-ABF0-B0599FA5B242}"/>
                    </a:ext>
                  </a:extLst>
                </p:cNvPr>
                <p:cNvSpPr/>
                <p:nvPr/>
              </p:nvSpPr>
              <p:spPr>
                <a:xfrm>
                  <a:off x="2769783" y="5976436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1" name="Freeform 510">
                  <a:extLst>
                    <a:ext uri="{FF2B5EF4-FFF2-40B4-BE49-F238E27FC236}">
                      <a16:creationId xmlns:a16="http://schemas.microsoft.com/office/drawing/2014/main" id="{90AB0700-8EA6-A9B5-DD45-2A9788153F31}"/>
                    </a:ext>
                  </a:extLst>
                </p:cNvPr>
                <p:cNvSpPr/>
                <p:nvPr/>
              </p:nvSpPr>
              <p:spPr>
                <a:xfrm>
                  <a:off x="3008161" y="5715959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2" name="Freeform 511">
                  <a:extLst>
                    <a:ext uri="{FF2B5EF4-FFF2-40B4-BE49-F238E27FC236}">
                      <a16:creationId xmlns:a16="http://schemas.microsoft.com/office/drawing/2014/main" id="{F51F525C-7FB6-9474-98D7-2F85E8EE59D2}"/>
                    </a:ext>
                  </a:extLst>
                </p:cNvPr>
                <p:cNvSpPr/>
                <p:nvPr/>
              </p:nvSpPr>
              <p:spPr>
                <a:xfrm>
                  <a:off x="3055786" y="5715959"/>
                  <a:ext cx="12700" cy="229616"/>
                </a:xfrm>
                <a:custGeom>
                  <a:avLst/>
                  <a:gdLst>
                    <a:gd name="csX0" fmla="*/ 0 w 12700"/>
                    <a:gd name="csY0" fmla="*/ 0 h 229616"/>
                    <a:gd name="csX1" fmla="*/ 0 w 12700"/>
                    <a:gd name="csY1" fmla="*/ 229616 h 2296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29616">
                      <a:moveTo>
                        <a:pt x="0" y="0"/>
                      </a:moveTo>
                      <a:lnTo>
                        <a:pt x="0" y="229616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1F257376-2282-9C3A-D298-6FE67199F0F6}"/>
                    </a:ext>
                  </a:extLst>
                </p:cNvPr>
                <p:cNvSpPr/>
                <p:nvPr/>
              </p:nvSpPr>
              <p:spPr>
                <a:xfrm>
                  <a:off x="3008161" y="5945575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AF6A1BC8-E0FF-4C06-46F2-E377363BE865}"/>
                    </a:ext>
                  </a:extLst>
                </p:cNvPr>
                <p:cNvSpPr/>
                <p:nvPr/>
              </p:nvSpPr>
              <p:spPr>
                <a:xfrm>
                  <a:off x="3484666" y="5979992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20ADC139-BF82-997F-8FDC-230C4F8172AA}"/>
                    </a:ext>
                  </a:extLst>
                </p:cNvPr>
                <p:cNvSpPr/>
                <p:nvPr/>
              </p:nvSpPr>
              <p:spPr>
                <a:xfrm>
                  <a:off x="3532291" y="5979992"/>
                  <a:ext cx="12700" cy="112140"/>
                </a:xfrm>
                <a:custGeom>
                  <a:avLst/>
                  <a:gdLst>
                    <a:gd name="csX0" fmla="*/ 0 w 12700"/>
                    <a:gd name="csY0" fmla="*/ 0 h 112140"/>
                    <a:gd name="csX1" fmla="*/ 0 w 12700"/>
                    <a:gd name="csY1" fmla="*/ 112141 h 11214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2140">
                      <a:moveTo>
                        <a:pt x="0" y="0"/>
                      </a:moveTo>
                      <a:lnTo>
                        <a:pt x="0" y="112141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C4F09049-C20A-FBE5-17C4-5682CA8BF768}"/>
                    </a:ext>
                  </a:extLst>
                </p:cNvPr>
                <p:cNvSpPr/>
                <p:nvPr/>
              </p:nvSpPr>
              <p:spPr>
                <a:xfrm>
                  <a:off x="3484666" y="6092132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7" name="Freeform 516">
                  <a:extLst>
                    <a:ext uri="{FF2B5EF4-FFF2-40B4-BE49-F238E27FC236}">
                      <a16:creationId xmlns:a16="http://schemas.microsoft.com/office/drawing/2014/main" id="{DB22E7E5-E8B2-F08A-BC8B-91757AA29867}"/>
                    </a:ext>
                  </a:extLst>
                </p:cNvPr>
                <p:cNvSpPr/>
                <p:nvPr/>
              </p:nvSpPr>
              <p:spPr>
                <a:xfrm>
                  <a:off x="3057438" y="569729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8" name="Freeform 517">
                  <a:extLst>
                    <a:ext uri="{FF2B5EF4-FFF2-40B4-BE49-F238E27FC236}">
                      <a16:creationId xmlns:a16="http://schemas.microsoft.com/office/drawing/2014/main" id="{52BDF698-3155-9085-A088-9305074F1648}"/>
                    </a:ext>
                  </a:extLst>
                </p:cNvPr>
                <p:cNvSpPr/>
                <p:nvPr/>
              </p:nvSpPr>
              <p:spPr>
                <a:xfrm>
                  <a:off x="2820329" y="593084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9" name="Freeform 518">
                  <a:extLst>
                    <a:ext uri="{FF2B5EF4-FFF2-40B4-BE49-F238E27FC236}">
                      <a16:creationId xmlns:a16="http://schemas.microsoft.com/office/drawing/2014/main" id="{242347B8-F621-F96F-8334-A6B66335E99C}"/>
                    </a:ext>
                  </a:extLst>
                </p:cNvPr>
                <p:cNvSpPr/>
                <p:nvPr/>
              </p:nvSpPr>
              <p:spPr>
                <a:xfrm>
                  <a:off x="2789214" y="579292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0" name="Freeform 519">
                  <a:extLst>
                    <a:ext uri="{FF2B5EF4-FFF2-40B4-BE49-F238E27FC236}">
                      <a16:creationId xmlns:a16="http://schemas.microsoft.com/office/drawing/2014/main" id="{1EE9C6ED-374F-51FA-9B5A-25A68B6D6831}"/>
                    </a:ext>
                  </a:extLst>
                </p:cNvPr>
                <p:cNvSpPr/>
                <p:nvPr/>
              </p:nvSpPr>
              <p:spPr>
                <a:xfrm>
                  <a:off x="3530005" y="605314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1" name="Freeform 520">
                  <a:extLst>
                    <a:ext uri="{FF2B5EF4-FFF2-40B4-BE49-F238E27FC236}">
                      <a16:creationId xmlns:a16="http://schemas.microsoft.com/office/drawing/2014/main" id="{D9133055-173A-72B2-D942-0358D05337F8}"/>
                    </a:ext>
                  </a:extLst>
                </p:cNvPr>
                <p:cNvSpPr/>
                <p:nvPr/>
              </p:nvSpPr>
              <p:spPr>
                <a:xfrm>
                  <a:off x="2567853" y="606990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2" name="Freeform 521">
                  <a:extLst>
                    <a:ext uri="{FF2B5EF4-FFF2-40B4-BE49-F238E27FC236}">
                      <a16:creationId xmlns:a16="http://schemas.microsoft.com/office/drawing/2014/main" id="{EB172231-019E-E28A-9671-9A77616B5EA3}"/>
                    </a:ext>
                  </a:extLst>
                </p:cNvPr>
                <p:cNvSpPr/>
                <p:nvPr/>
              </p:nvSpPr>
              <p:spPr>
                <a:xfrm>
                  <a:off x="3515146" y="576193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3" name="Freeform 522">
                  <a:extLst>
                    <a:ext uri="{FF2B5EF4-FFF2-40B4-BE49-F238E27FC236}">
                      <a16:creationId xmlns:a16="http://schemas.microsoft.com/office/drawing/2014/main" id="{65A38025-AB59-C67A-3676-D4591FB17B5E}"/>
                    </a:ext>
                  </a:extLst>
                </p:cNvPr>
                <p:cNvSpPr/>
                <p:nvPr/>
              </p:nvSpPr>
              <p:spPr>
                <a:xfrm>
                  <a:off x="2572425" y="577234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A6CD2B25-6744-79A2-715E-94566E401B28}"/>
                    </a:ext>
                  </a:extLst>
                </p:cNvPr>
                <p:cNvSpPr/>
                <p:nvPr/>
              </p:nvSpPr>
              <p:spPr>
                <a:xfrm>
                  <a:off x="3496858" y="614585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FAD1DFE1-0557-D006-DD5B-CE353601BE2C}"/>
                    </a:ext>
                  </a:extLst>
                </p:cNvPr>
                <p:cNvSpPr/>
                <p:nvPr/>
              </p:nvSpPr>
              <p:spPr>
                <a:xfrm>
                  <a:off x="2568615" y="59469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2FC9B823-5F42-DBC0-3F2B-180045FFED4F}"/>
                    </a:ext>
                  </a:extLst>
                </p:cNvPr>
                <p:cNvSpPr/>
                <p:nvPr/>
              </p:nvSpPr>
              <p:spPr>
                <a:xfrm>
                  <a:off x="3524036" y="6017965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FD61FECF-4783-53DA-B9A7-18A02E85E63B}"/>
                    </a:ext>
                  </a:extLst>
                </p:cNvPr>
                <p:cNvSpPr/>
                <p:nvPr/>
              </p:nvSpPr>
              <p:spPr>
                <a:xfrm>
                  <a:off x="2559090" y="593452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8" name="Freeform 527">
                  <a:extLst>
                    <a:ext uri="{FF2B5EF4-FFF2-40B4-BE49-F238E27FC236}">
                      <a16:creationId xmlns:a16="http://schemas.microsoft.com/office/drawing/2014/main" id="{5FDE056F-E866-DE68-34C2-0ACF88174688}"/>
                    </a:ext>
                  </a:extLst>
                </p:cNvPr>
                <p:cNvSpPr/>
                <p:nvPr/>
              </p:nvSpPr>
              <p:spPr>
                <a:xfrm>
                  <a:off x="3524798" y="612324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9" name="Freeform 528">
                  <a:extLst>
                    <a:ext uri="{FF2B5EF4-FFF2-40B4-BE49-F238E27FC236}">
                      <a16:creationId xmlns:a16="http://schemas.microsoft.com/office/drawing/2014/main" id="{E5485327-3198-CA68-F49E-641DBE667765}"/>
                    </a:ext>
                  </a:extLst>
                </p:cNvPr>
                <p:cNvSpPr/>
                <p:nvPr/>
              </p:nvSpPr>
              <p:spPr>
                <a:xfrm>
                  <a:off x="2581823" y="590239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24129CBA-FCEE-65BD-888D-E3C414C0EF06}"/>
                    </a:ext>
                  </a:extLst>
                </p:cNvPr>
                <p:cNvSpPr/>
                <p:nvPr/>
              </p:nvSpPr>
              <p:spPr>
                <a:xfrm>
                  <a:off x="2787817" y="596145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1" name="Freeform 530">
                  <a:extLst>
                    <a:ext uri="{FF2B5EF4-FFF2-40B4-BE49-F238E27FC236}">
                      <a16:creationId xmlns:a16="http://schemas.microsoft.com/office/drawing/2014/main" id="{5FA0613A-FF26-FD3D-8F41-1820B7DEC6AF}"/>
                    </a:ext>
                  </a:extLst>
                </p:cNvPr>
                <p:cNvSpPr/>
                <p:nvPr/>
              </p:nvSpPr>
              <p:spPr>
                <a:xfrm>
                  <a:off x="3512479" y="6004630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FADB5660-AD74-4EEE-1895-1BD5E7F31155}"/>
                    </a:ext>
                  </a:extLst>
                </p:cNvPr>
                <p:cNvSpPr/>
                <p:nvPr/>
              </p:nvSpPr>
              <p:spPr>
                <a:xfrm>
                  <a:off x="2582077" y="606838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592D1F5A-9CBD-F56F-628D-45FD9292A8B8}"/>
                    </a:ext>
                  </a:extLst>
                </p:cNvPr>
                <p:cNvSpPr/>
                <p:nvPr/>
              </p:nvSpPr>
              <p:spPr>
                <a:xfrm>
                  <a:off x="3060486" y="592690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A9D2FA50-4DD8-4D39-E8D3-080B27FC17A9}"/>
                    </a:ext>
                  </a:extLst>
                </p:cNvPr>
                <p:cNvSpPr/>
                <p:nvPr/>
              </p:nvSpPr>
              <p:spPr>
                <a:xfrm>
                  <a:off x="2781213" y="603079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F63127CB-20C0-DDC5-361A-0FEBC0082383}"/>
                    </a:ext>
                  </a:extLst>
                </p:cNvPr>
                <p:cNvSpPr/>
                <p:nvPr/>
              </p:nvSpPr>
              <p:spPr>
                <a:xfrm>
                  <a:off x="2798231" y="560267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5A03E6FE-29A0-8D40-0CE5-BAD7D999B928}"/>
                    </a:ext>
                  </a:extLst>
                </p:cNvPr>
                <p:cNvSpPr/>
                <p:nvPr/>
              </p:nvSpPr>
              <p:spPr>
                <a:xfrm>
                  <a:off x="3278926" y="607473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7" name="Freeform 536">
                  <a:extLst>
                    <a:ext uri="{FF2B5EF4-FFF2-40B4-BE49-F238E27FC236}">
                      <a16:creationId xmlns:a16="http://schemas.microsoft.com/office/drawing/2014/main" id="{68BE4FA7-2E47-764E-E38A-0C5C13757C90}"/>
                    </a:ext>
                  </a:extLst>
                </p:cNvPr>
                <p:cNvSpPr/>
                <p:nvPr/>
              </p:nvSpPr>
              <p:spPr>
                <a:xfrm>
                  <a:off x="2818678" y="604019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8" name="Freeform 537">
                  <a:extLst>
                    <a:ext uri="{FF2B5EF4-FFF2-40B4-BE49-F238E27FC236}">
                      <a16:creationId xmlns:a16="http://schemas.microsoft.com/office/drawing/2014/main" id="{1082C09D-195A-6F24-5E84-FCA49DA9A17B}"/>
                    </a:ext>
                  </a:extLst>
                </p:cNvPr>
                <p:cNvSpPr/>
                <p:nvPr/>
              </p:nvSpPr>
              <p:spPr>
                <a:xfrm>
                  <a:off x="2782229" y="594074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9" name="TextBox 538">
                  <a:extLst>
                    <a:ext uri="{FF2B5EF4-FFF2-40B4-BE49-F238E27FC236}">
                      <a16:creationId xmlns:a16="http://schemas.microsoft.com/office/drawing/2014/main" id="{0F7AC2F3-C3CA-C8E6-D689-FF47F47D2BB6}"/>
                    </a:ext>
                  </a:extLst>
                </p:cNvPr>
                <p:cNvSpPr txBox="1"/>
                <p:nvPr/>
              </p:nvSpPr>
              <p:spPr>
                <a:xfrm>
                  <a:off x="2544445" y="5354673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540" name="Freeform 539">
                  <a:extLst>
                    <a:ext uri="{FF2B5EF4-FFF2-40B4-BE49-F238E27FC236}">
                      <a16:creationId xmlns:a16="http://schemas.microsoft.com/office/drawing/2014/main" id="{5E0AF7B4-BB1F-C4A3-2382-CB8BDDC75E95}"/>
                    </a:ext>
                  </a:extLst>
                </p:cNvPr>
                <p:cNvSpPr/>
                <p:nvPr/>
              </p:nvSpPr>
              <p:spPr>
                <a:xfrm>
                  <a:off x="2579156" y="5544890"/>
                  <a:ext cx="214502" cy="12700"/>
                </a:xfrm>
                <a:custGeom>
                  <a:avLst/>
                  <a:gdLst>
                    <a:gd name="csX0" fmla="*/ 0 w 214502"/>
                    <a:gd name="csY0" fmla="*/ 0 h 12700"/>
                    <a:gd name="csX1" fmla="*/ 214503 w 21450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14502" h="12700">
                      <a:moveTo>
                        <a:pt x="0" y="0"/>
                      </a:moveTo>
                      <a:lnTo>
                        <a:pt x="214503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1" name="TextBox 540">
                  <a:extLst>
                    <a:ext uri="{FF2B5EF4-FFF2-40B4-BE49-F238E27FC236}">
                      <a16:creationId xmlns:a16="http://schemas.microsoft.com/office/drawing/2014/main" id="{06B3AD56-F9E2-AC6B-E13C-7E6036E064C4}"/>
                    </a:ext>
                  </a:extLst>
                </p:cNvPr>
                <p:cNvSpPr txBox="1"/>
                <p:nvPr/>
              </p:nvSpPr>
              <p:spPr>
                <a:xfrm>
                  <a:off x="2945439" y="5354673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4835294A-FF07-8118-0C34-A5A1667258D4}"/>
                    </a:ext>
                  </a:extLst>
                </p:cNvPr>
                <p:cNvSpPr/>
                <p:nvPr/>
              </p:nvSpPr>
              <p:spPr>
                <a:xfrm>
                  <a:off x="2841284" y="5544890"/>
                  <a:ext cx="691007" cy="12700"/>
                </a:xfrm>
                <a:custGeom>
                  <a:avLst/>
                  <a:gdLst>
                    <a:gd name="csX0" fmla="*/ 0 w 691007"/>
                    <a:gd name="csY0" fmla="*/ 0 h 12700"/>
                    <a:gd name="csX1" fmla="*/ 691007 w 69100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691007" h="12700">
                      <a:moveTo>
                        <a:pt x="0" y="0"/>
                      </a:moveTo>
                      <a:lnTo>
                        <a:pt x="69100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3" name="TextBox 542">
                  <a:extLst>
                    <a:ext uri="{FF2B5EF4-FFF2-40B4-BE49-F238E27FC236}">
                      <a16:creationId xmlns:a16="http://schemas.microsoft.com/office/drawing/2014/main" id="{13CD293C-E26B-D07F-178C-2B9B358EBE4C}"/>
                    </a:ext>
                  </a:extLst>
                </p:cNvPr>
                <p:cNvSpPr txBox="1"/>
                <p:nvPr/>
              </p:nvSpPr>
              <p:spPr>
                <a:xfrm>
                  <a:off x="2864067" y="5161317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4B9F2B37-A720-724A-EF0D-4238774BF54B}"/>
                    </a:ext>
                  </a:extLst>
                </p:cNvPr>
                <p:cNvSpPr/>
                <p:nvPr/>
              </p:nvSpPr>
              <p:spPr>
                <a:xfrm>
                  <a:off x="2579156" y="5355787"/>
                  <a:ext cx="953135" cy="12700"/>
                </a:xfrm>
                <a:custGeom>
                  <a:avLst/>
                  <a:gdLst>
                    <a:gd name="csX0" fmla="*/ 0 w 953135"/>
                    <a:gd name="csY0" fmla="*/ 0 h 12700"/>
                    <a:gd name="csX1" fmla="*/ 953135 w 95313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135" h="12700">
                      <a:moveTo>
                        <a:pt x="0" y="0"/>
                      </a:moveTo>
                      <a:lnTo>
                        <a:pt x="95313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545" name="Graphic 108">
                <a:extLst>
                  <a:ext uri="{FF2B5EF4-FFF2-40B4-BE49-F238E27FC236}">
                    <a16:creationId xmlns:a16="http://schemas.microsoft.com/office/drawing/2014/main" id="{9003A0DA-DA89-F140-A445-2F04FBF19039}"/>
                  </a:ext>
                </a:extLst>
              </p:cNvPr>
              <p:cNvGrpSpPr/>
              <p:nvPr/>
            </p:nvGrpSpPr>
            <p:grpSpPr>
              <a:xfrm>
                <a:off x="2041929" y="5009132"/>
                <a:ext cx="1633363" cy="1750327"/>
                <a:chOff x="2041929" y="5009132"/>
                <a:chExt cx="1633363" cy="1750327"/>
              </a:xfrm>
            </p:grpSpPr>
            <p:sp>
              <p:nvSpPr>
                <p:cNvPr id="546" name="Freeform 545">
                  <a:extLst>
                    <a:ext uri="{FF2B5EF4-FFF2-40B4-BE49-F238E27FC236}">
                      <a16:creationId xmlns:a16="http://schemas.microsoft.com/office/drawing/2014/main" id="{310B738F-919B-B354-A683-D4BBDBF89026}"/>
                    </a:ext>
                  </a:extLst>
                </p:cNvPr>
                <p:cNvSpPr/>
                <p:nvPr/>
              </p:nvSpPr>
              <p:spPr>
                <a:xfrm>
                  <a:off x="2436280" y="524237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7" name="TextBox 546">
                  <a:extLst>
                    <a:ext uri="{FF2B5EF4-FFF2-40B4-BE49-F238E27FC236}">
                      <a16:creationId xmlns:a16="http://schemas.microsoft.com/office/drawing/2014/main" id="{6A648ECB-7601-1F5F-4D25-6C49E9F70CB2}"/>
                    </a:ext>
                  </a:extLst>
                </p:cNvPr>
                <p:cNvSpPr txBox="1"/>
                <p:nvPr/>
              </p:nvSpPr>
              <p:spPr>
                <a:xfrm>
                  <a:off x="2108272" y="6269851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548" name="TextBox 547">
                  <a:extLst>
                    <a:ext uri="{FF2B5EF4-FFF2-40B4-BE49-F238E27FC236}">
                      <a16:creationId xmlns:a16="http://schemas.microsoft.com/office/drawing/2014/main" id="{CFD7D9EF-F0F9-EE9C-951B-25906C1CCD24}"/>
                    </a:ext>
                  </a:extLst>
                </p:cNvPr>
                <p:cNvSpPr txBox="1"/>
                <p:nvPr/>
              </p:nvSpPr>
              <p:spPr>
                <a:xfrm>
                  <a:off x="2041929" y="5984228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25%</a:t>
                  </a:r>
                </a:p>
              </p:txBody>
            </p:sp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98C7269A-7F64-AC02-F0F1-B228637184A1}"/>
                    </a:ext>
                  </a:extLst>
                </p:cNvPr>
                <p:cNvSpPr txBox="1"/>
                <p:nvPr/>
              </p:nvSpPr>
              <p:spPr>
                <a:xfrm>
                  <a:off x="2041929" y="569860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50%</a:t>
                  </a:r>
                </a:p>
              </p:txBody>
            </p:sp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6DF5C5FC-4A3E-F9A3-3E7A-820441D08E9D}"/>
                    </a:ext>
                  </a:extLst>
                </p:cNvPr>
                <p:cNvSpPr txBox="1"/>
                <p:nvPr/>
              </p:nvSpPr>
              <p:spPr>
                <a:xfrm>
                  <a:off x="2041929" y="541285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75%</a:t>
                  </a: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4E0E0462-BB0B-11F1-56FE-317B34D9D8D8}"/>
                    </a:ext>
                  </a:extLst>
                </p:cNvPr>
                <p:cNvSpPr/>
                <p:nvPr/>
              </p:nvSpPr>
              <p:spPr>
                <a:xfrm>
                  <a:off x="2401483" y="6376740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B75965DE-3BD8-17C6-7EC0-7C352C102E00}"/>
                    </a:ext>
                  </a:extLst>
                </p:cNvPr>
                <p:cNvSpPr/>
                <p:nvPr/>
              </p:nvSpPr>
              <p:spPr>
                <a:xfrm>
                  <a:off x="2401483" y="6091117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6B39A869-461C-2CC2-077A-357A64128E98}"/>
                    </a:ext>
                  </a:extLst>
                </p:cNvPr>
                <p:cNvSpPr/>
                <p:nvPr/>
              </p:nvSpPr>
              <p:spPr>
                <a:xfrm>
                  <a:off x="2401483" y="5805493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4" name="Freeform 553">
                  <a:extLst>
                    <a:ext uri="{FF2B5EF4-FFF2-40B4-BE49-F238E27FC236}">
                      <a16:creationId xmlns:a16="http://schemas.microsoft.com/office/drawing/2014/main" id="{67C5784F-A17C-E3B8-420F-F9CC52B63205}"/>
                    </a:ext>
                  </a:extLst>
                </p:cNvPr>
                <p:cNvSpPr/>
                <p:nvPr/>
              </p:nvSpPr>
              <p:spPr>
                <a:xfrm>
                  <a:off x="2401483" y="5519744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5" name="Freeform 554">
                  <a:extLst>
                    <a:ext uri="{FF2B5EF4-FFF2-40B4-BE49-F238E27FC236}">
                      <a16:creationId xmlns:a16="http://schemas.microsoft.com/office/drawing/2014/main" id="{6810A061-D394-A5D4-AC8F-01ABE67256BF}"/>
                    </a:ext>
                  </a:extLst>
                </p:cNvPr>
                <p:cNvSpPr/>
                <p:nvPr/>
              </p:nvSpPr>
              <p:spPr>
                <a:xfrm>
                  <a:off x="2436280" y="6376740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6" name="Freeform 555">
                  <a:extLst>
                    <a:ext uri="{FF2B5EF4-FFF2-40B4-BE49-F238E27FC236}">
                      <a16:creationId xmlns:a16="http://schemas.microsoft.com/office/drawing/2014/main" id="{DD1F820F-3602-0CFD-35EA-4B801914FAD7}"/>
                    </a:ext>
                  </a:extLst>
                </p:cNvPr>
                <p:cNvSpPr/>
                <p:nvPr/>
              </p:nvSpPr>
              <p:spPr>
                <a:xfrm>
                  <a:off x="2579155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7" name="Freeform 556">
                  <a:extLst>
                    <a:ext uri="{FF2B5EF4-FFF2-40B4-BE49-F238E27FC236}">
                      <a16:creationId xmlns:a16="http://schemas.microsoft.com/office/drawing/2014/main" id="{4ED4CA62-C2D2-77F5-6A02-AE02217334EE}"/>
                    </a:ext>
                  </a:extLst>
                </p:cNvPr>
                <p:cNvSpPr/>
                <p:nvPr/>
              </p:nvSpPr>
              <p:spPr>
                <a:xfrm>
                  <a:off x="2817535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E439D1A-64B0-E4ED-AB95-916A4D34DB9F}"/>
                    </a:ext>
                  </a:extLst>
                </p:cNvPr>
                <p:cNvSpPr/>
                <p:nvPr/>
              </p:nvSpPr>
              <p:spPr>
                <a:xfrm>
                  <a:off x="3055786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E84F44ED-2672-7FD0-BAE0-34433E6A47F7}"/>
                    </a:ext>
                  </a:extLst>
                </p:cNvPr>
                <p:cNvSpPr/>
                <p:nvPr/>
              </p:nvSpPr>
              <p:spPr>
                <a:xfrm>
                  <a:off x="3294039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9D1D968B-DFBF-0FBC-4B14-FAB12AB6B76B}"/>
                    </a:ext>
                  </a:extLst>
                </p:cNvPr>
                <p:cNvSpPr/>
                <p:nvPr/>
              </p:nvSpPr>
              <p:spPr>
                <a:xfrm>
                  <a:off x="3532291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1" name="TextBox 560">
                  <a:extLst>
                    <a:ext uri="{FF2B5EF4-FFF2-40B4-BE49-F238E27FC236}">
                      <a16:creationId xmlns:a16="http://schemas.microsoft.com/office/drawing/2014/main" id="{34B30B96-A419-5482-D714-D7A720E5F928}"/>
                    </a:ext>
                  </a:extLst>
                </p:cNvPr>
                <p:cNvSpPr txBox="1"/>
                <p:nvPr/>
              </p:nvSpPr>
              <p:spPr>
                <a:xfrm>
                  <a:off x="2433122" y="637259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562" name="TextBox 561">
                  <a:extLst>
                    <a:ext uri="{FF2B5EF4-FFF2-40B4-BE49-F238E27FC236}">
                      <a16:creationId xmlns:a16="http://schemas.microsoft.com/office/drawing/2014/main" id="{F2828C91-1923-FC44-6EB5-91C9B47FBE1A}"/>
                    </a:ext>
                  </a:extLst>
                </p:cNvPr>
                <p:cNvSpPr txBox="1"/>
                <p:nvPr/>
              </p:nvSpPr>
              <p:spPr>
                <a:xfrm>
                  <a:off x="2707568" y="637259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563" name="TextBox 562">
                  <a:extLst>
                    <a:ext uri="{FF2B5EF4-FFF2-40B4-BE49-F238E27FC236}">
                      <a16:creationId xmlns:a16="http://schemas.microsoft.com/office/drawing/2014/main" id="{20195499-518A-BB0C-6918-3156397498D1}"/>
                    </a:ext>
                  </a:extLst>
                </p:cNvPr>
                <p:cNvSpPr txBox="1"/>
                <p:nvPr/>
              </p:nvSpPr>
              <p:spPr>
                <a:xfrm>
                  <a:off x="2910554" y="637259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564" name="TextBox 563">
                  <a:extLst>
                    <a:ext uri="{FF2B5EF4-FFF2-40B4-BE49-F238E27FC236}">
                      <a16:creationId xmlns:a16="http://schemas.microsoft.com/office/drawing/2014/main" id="{CA0D53A2-4CF0-2228-23F8-512E858E1753}"/>
                    </a:ext>
                  </a:extLst>
                </p:cNvPr>
                <p:cNvSpPr txBox="1"/>
                <p:nvPr/>
              </p:nvSpPr>
              <p:spPr>
                <a:xfrm>
                  <a:off x="3115945" y="637259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565" name="TextBox 564">
                  <a:extLst>
                    <a:ext uri="{FF2B5EF4-FFF2-40B4-BE49-F238E27FC236}">
                      <a16:creationId xmlns:a16="http://schemas.microsoft.com/office/drawing/2014/main" id="{7A672235-5692-458E-6337-975482CB7784}"/>
                    </a:ext>
                  </a:extLst>
                </p:cNvPr>
                <p:cNvSpPr txBox="1"/>
                <p:nvPr/>
              </p:nvSpPr>
              <p:spPr>
                <a:xfrm>
                  <a:off x="3400683" y="637259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566" name="TextBox 565">
                  <a:extLst>
                    <a:ext uri="{FF2B5EF4-FFF2-40B4-BE49-F238E27FC236}">
                      <a16:creationId xmlns:a16="http://schemas.microsoft.com/office/drawing/2014/main" id="{620330E0-B3FD-9228-71F1-8BAD2B72D605}"/>
                    </a:ext>
                  </a:extLst>
                </p:cNvPr>
                <p:cNvSpPr txBox="1"/>
                <p:nvPr/>
              </p:nvSpPr>
              <p:spPr>
                <a:xfrm>
                  <a:off x="2771894" y="6505543"/>
                  <a:ext cx="567784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  <p:sp>
              <p:nvSpPr>
                <p:cNvPr id="568" name="TextBox 567">
                  <a:extLst>
                    <a:ext uri="{FF2B5EF4-FFF2-40B4-BE49-F238E27FC236}">
                      <a16:creationId xmlns:a16="http://schemas.microsoft.com/office/drawing/2014/main" id="{E18B5DDC-6E03-F34E-7B21-613E7151B0F3}"/>
                    </a:ext>
                  </a:extLst>
                </p:cNvPr>
                <p:cNvSpPr txBox="1"/>
                <p:nvPr/>
              </p:nvSpPr>
              <p:spPr>
                <a:xfrm>
                  <a:off x="2783480" y="5009132"/>
                  <a:ext cx="538930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1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1_NP</a:t>
                  </a:r>
                </a:p>
              </p:txBody>
            </p:sp>
          </p:grpSp>
        </p:grpSp>
        <p:grpSp>
          <p:nvGrpSpPr>
            <p:cNvPr id="419" name="Graphic 110">
              <a:extLst>
                <a:ext uri="{FF2B5EF4-FFF2-40B4-BE49-F238E27FC236}">
                  <a16:creationId xmlns:a16="http://schemas.microsoft.com/office/drawing/2014/main" id="{8F5E855A-B6F7-F751-CE47-F8B65BAD3952}"/>
                </a:ext>
              </a:extLst>
            </p:cNvPr>
            <p:cNvGrpSpPr/>
            <p:nvPr/>
          </p:nvGrpSpPr>
          <p:grpSpPr>
            <a:xfrm>
              <a:off x="34393" y="5009132"/>
              <a:ext cx="1765047" cy="1750327"/>
              <a:chOff x="34393" y="5009132"/>
              <a:chExt cx="1765047" cy="1750327"/>
            </a:xfrm>
          </p:grpSpPr>
          <p:grpSp>
            <p:nvGrpSpPr>
              <p:cNvPr id="422" name="Graphic 110">
                <a:extLst>
                  <a:ext uri="{FF2B5EF4-FFF2-40B4-BE49-F238E27FC236}">
                    <a16:creationId xmlns:a16="http://schemas.microsoft.com/office/drawing/2014/main" id="{63AD6B12-BD88-1E9F-C233-B1A533A41A3D}"/>
                  </a:ext>
                </a:extLst>
              </p:cNvPr>
              <p:cNvGrpSpPr/>
              <p:nvPr/>
            </p:nvGrpSpPr>
            <p:grpSpPr>
              <a:xfrm>
                <a:off x="560301" y="5212081"/>
                <a:ext cx="1239139" cy="1164786"/>
                <a:chOff x="560301" y="5212081"/>
                <a:chExt cx="1239139" cy="1164786"/>
              </a:xfrm>
            </p:grpSpPr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9CDC45A5-BE3D-C7FD-8C39-68AC12DCD1C0}"/>
                    </a:ext>
                  </a:extLst>
                </p:cNvPr>
                <p:cNvSpPr/>
                <p:nvPr/>
              </p:nvSpPr>
              <p:spPr>
                <a:xfrm>
                  <a:off x="560301" y="5242376"/>
                  <a:ext cx="1239139" cy="1134490"/>
                </a:xfrm>
                <a:custGeom>
                  <a:avLst/>
                  <a:gdLst>
                    <a:gd name="csX0" fmla="*/ 0 w 1239139"/>
                    <a:gd name="csY0" fmla="*/ 0 h 1134490"/>
                    <a:gd name="csX1" fmla="*/ 1239139 w 1239139"/>
                    <a:gd name="csY1" fmla="*/ 0 h 1134490"/>
                    <a:gd name="csX2" fmla="*/ 1239139 w 1239139"/>
                    <a:gd name="csY2" fmla="*/ 1134491 h 1134490"/>
                    <a:gd name="csX3" fmla="*/ 0 w 1239139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39139" h="1134490">
                      <a:moveTo>
                        <a:pt x="0" y="0"/>
                      </a:moveTo>
                      <a:lnTo>
                        <a:pt x="1239139" y="0"/>
                      </a:lnTo>
                      <a:lnTo>
                        <a:pt x="1239139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4" name="Freeform 423">
                  <a:extLst>
                    <a:ext uri="{FF2B5EF4-FFF2-40B4-BE49-F238E27FC236}">
                      <a16:creationId xmlns:a16="http://schemas.microsoft.com/office/drawing/2014/main" id="{0929334F-019F-801D-B2F5-7FE78CA5B6E5}"/>
                    </a:ext>
                  </a:extLst>
                </p:cNvPr>
                <p:cNvSpPr/>
                <p:nvPr/>
              </p:nvSpPr>
              <p:spPr>
                <a:xfrm>
                  <a:off x="631675" y="5807399"/>
                  <a:ext cx="143001" cy="569341"/>
                </a:xfrm>
                <a:custGeom>
                  <a:avLst/>
                  <a:gdLst>
                    <a:gd name="csX0" fmla="*/ 0 w 143001"/>
                    <a:gd name="csY0" fmla="*/ 0 h 569341"/>
                    <a:gd name="csX1" fmla="*/ 143002 w 143001"/>
                    <a:gd name="csY1" fmla="*/ 0 h 569341"/>
                    <a:gd name="csX2" fmla="*/ 143002 w 143001"/>
                    <a:gd name="csY2" fmla="*/ 569341 h 569341"/>
                    <a:gd name="csX3" fmla="*/ 0 w 143001"/>
                    <a:gd name="csY3" fmla="*/ 569341 h 56934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1" h="569341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569341"/>
                      </a:lnTo>
                      <a:lnTo>
                        <a:pt x="0" y="569341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5" name="Freeform 424">
                  <a:extLst>
                    <a:ext uri="{FF2B5EF4-FFF2-40B4-BE49-F238E27FC236}">
                      <a16:creationId xmlns:a16="http://schemas.microsoft.com/office/drawing/2014/main" id="{1B7A656B-3D76-500C-D131-3CD404213743}"/>
                    </a:ext>
                  </a:extLst>
                </p:cNvPr>
                <p:cNvSpPr/>
                <p:nvPr/>
              </p:nvSpPr>
              <p:spPr>
                <a:xfrm>
                  <a:off x="870053" y="5918651"/>
                  <a:ext cx="143002" cy="458216"/>
                </a:xfrm>
                <a:custGeom>
                  <a:avLst/>
                  <a:gdLst>
                    <a:gd name="csX0" fmla="*/ 0 w 143002"/>
                    <a:gd name="csY0" fmla="*/ 0 h 458216"/>
                    <a:gd name="csX1" fmla="*/ 143002 w 143002"/>
                    <a:gd name="csY1" fmla="*/ 0 h 458216"/>
                    <a:gd name="csX2" fmla="*/ 143002 w 143002"/>
                    <a:gd name="csY2" fmla="*/ 458216 h 458216"/>
                    <a:gd name="csX3" fmla="*/ 0 w 143002"/>
                    <a:gd name="csY3" fmla="*/ 458216 h 4582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458216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458216"/>
                      </a:lnTo>
                      <a:lnTo>
                        <a:pt x="0" y="458216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6" name="Freeform 425">
                  <a:extLst>
                    <a:ext uri="{FF2B5EF4-FFF2-40B4-BE49-F238E27FC236}">
                      <a16:creationId xmlns:a16="http://schemas.microsoft.com/office/drawing/2014/main" id="{41C33E1C-680F-E4F5-5F4D-0FA4B9F8D364}"/>
                    </a:ext>
                  </a:extLst>
                </p:cNvPr>
                <p:cNvSpPr/>
                <p:nvPr/>
              </p:nvSpPr>
              <p:spPr>
                <a:xfrm>
                  <a:off x="1108306" y="5974150"/>
                  <a:ext cx="143002" cy="402590"/>
                </a:xfrm>
                <a:custGeom>
                  <a:avLst/>
                  <a:gdLst>
                    <a:gd name="csX0" fmla="*/ 0 w 143002"/>
                    <a:gd name="csY0" fmla="*/ 0 h 402590"/>
                    <a:gd name="csX1" fmla="*/ 143002 w 143002"/>
                    <a:gd name="csY1" fmla="*/ 0 h 402590"/>
                    <a:gd name="csX2" fmla="*/ 143002 w 143002"/>
                    <a:gd name="csY2" fmla="*/ 402590 h 402590"/>
                    <a:gd name="csX3" fmla="*/ 0 w 143002"/>
                    <a:gd name="csY3" fmla="*/ 402590 h 4025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402590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402590"/>
                      </a:lnTo>
                      <a:lnTo>
                        <a:pt x="0" y="40259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7" name="Freeform 426">
                  <a:extLst>
                    <a:ext uri="{FF2B5EF4-FFF2-40B4-BE49-F238E27FC236}">
                      <a16:creationId xmlns:a16="http://schemas.microsoft.com/office/drawing/2014/main" id="{53AFED48-766B-DC86-B7D5-E7FE6A3774EA}"/>
                    </a:ext>
                  </a:extLst>
                </p:cNvPr>
                <p:cNvSpPr/>
                <p:nvPr/>
              </p:nvSpPr>
              <p:spPr>
                <a:xfrm>
                  <a:off x="1346558" y="5742629"/>
                  <a:ext cx="143002" cy="634111"/>
                </a:xfrm>
                <a:custGeom>
                  <a:avLst/>
                  <a:gdLst>
                    <a:gd name="csX0" fmla="*/ 0 w 143002"/>
                    <a:gd name="csY0" fmla="*/ 0 h 634111"/>
                    <a:gd name="csX1" fmla="*/ 143002 w 143002"/>
                    <a:gd name="csY1" fmla="*/ 0 h 634111"/>
                    <a:gd name="csX2" fmla="*/ 143002 w 143002"/>
                    <a:gd name="csY2" fmla="*/ 634111 h 634111"/>
                    <a:gd name="csX3" fmla="*/ 0 w 143002"/>
                    <a:gd name="csY3" fmla="*/ 634111 h 63411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2" h="634111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634111"/>
                      </a:lnTo>
                      <a:lnTo>
                        <a:pt x="0" y="634111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8" name="Freeform 427">
                  <a:extLst>
                    <a:ext uri="{FF2B5EF4-FFF2-40B4-BE49-F238E27FC236}">
                      <a16:creationId xmlns:a16="http://schemas.microsoft.com/office/drawing/2014/main" id="{9609865D-E998-F13C-4261-52B343FA5298}"/>
                    </a:ext>
                  </a:extLst>
                </p:cNvPr>
                <p:cNvSpPr/>
                <p:nvPr/>
              </p:nvSpPr>
              <p:spPr>
                <a:xfrm>
                  <a:off x="1584810" y="5835847"/>
                  <a:ext cx="143001" cy="540893"/>
                </a:xfrm>
                <a:custGeom>
                  <a:avLst/>
                  <a:gdLst>
                    <a:gd name="csX0" fmla="*/ 0 w 143001"/>
                    <a:gd name="csY0" fmla="*/ 0 h 540893"/>
                    <a:gd name="csX1" fmla="*/ 143002 w 143001"/>
                    <a:gd name="csY1" fmla="*/ 0 h 540893"/>
                    <a:gd name="csX2" fmla="*/ 143002 w 143001"/>
                    <a:gd name="csY2" fmla="*/ 540893 h 540893"/>
                    <a:gd name="csX3" fmla="*/ 0 w 143001"/>
                    <a:gd name="csY3" fmla="*/ 540893 h 5408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3001" h="540893">
                      <a:moveTo>
                        <a:pt x="0" y="0"/>
                      </a:moveTo>
                      <a:lnTo>
                        <a:pt x="143002" y="0"/>
                      </a:lnTo>
                      <a:lnTo>
                        <a:pt x="143002" y="540893"/>
                      </a:lnTo>
                      <a:lnTo>
                        <a:pt x="0" y="540893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29" name="Freeform 428">
                  <a:extLst>
                    <a:ext uri="{FF2B5EF4-FFF2-40B4-BE49-F238E27FC236}">
                      <a16:creationId xmlns:a16="http://schemas.microsoft.com/office/drawing/2014/main" id="{DF0D7851-16FB-3A42-4633-F31D63119E0D}"/>
                    </a:ext>
                  </a:extLst>
                </p:cNvPr>
                <p:cNvSpPr/>
                <p:nvPr/>
              </p:nvSpPr>
              <p:spPr>
                <a:xfrm>
                  <a:off x="655550" y="5763076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0" name="Freeform 429">
                  <a:extLst>
                    <a:ext uri="{FF2B5EF4-FFF2-40B4-BE49-F238E27FC236}">
                      <a16:creationId xmlns:a16="http://schemas.microsoft.com/office/drawing/2014/main" id="{503BFC5A-183A-EA9C-C5C8-E209A6D9A1A5}"/>
                    </a:ext>
                  </a:extLst>
                </p:cNvPr>
                <p:cNvSpPr/>
                <p:nvPr/>
              </p:nvSpPr>
              <p:spPr>
                <a:xfrm>
                  <a:off x="703175" y="5763076"/>
                  <a:ext cx="12700" cy="88646"/>
                </a:xfrm>
                <a:custGeom>
                  <a:avLst/>
                  <a:gdLst>
                    <a:gd name="csX0" fmla="*/ 0 w 12700"/>
                    <a:gd name="csY0" fmla="*/ 0 h 88646"/>
                    <a:gd name="csX1" fmla="*/ 0 w 12700"/>
                    <a:gd name="csY1" fmla="*/ 88646 h 8864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8646">
                      <a:moveTo>
                        <a:pt x="0" y="0"/>
                      </a:moveTo>
                      <a:lnTo>
                        <a:pt x="0" y="88646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1" name="Freeform 430">
                  <a:extLst>
                    <a:ext uri="{FF2B5EF4-FFF2-40B4-BE49-F238E27FC236}">
                      <a16:creationId xmlns:a16="http://schemas.microsoft.com/office/drawing/2014/main" id="{4737C413-A120-FB28-7D52-32CD07A52D49}"/>
                    </a:ext>
                  </a:extLst>
                </p:cNvPr>
                <p:cNvSpPr/>
                <p:nvPr/>
              </p:nvSpPr>
              <p:spPr>
                <a:xfrm>
                  <a:off x="655550" y="5851722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2" name="Freeform 431">
                  <a:extLst>
                    <a:ext uri="{FF2B5EF4-FFF2-40B4-BE49-F238E27FC236}">
                      <a16:creationId xmlns:a16="http://schemas.microsoft.com/office/drawing/2014/main" id="{213EB43E-EF07-0E04-95C9-679BB2A78940}"/>
                    </a:ext>
                  </a:extLst>
                </p:cNvPr>
                <p:cNvSpPr/>
                <p:nvPr/>
              </p:nvSpPr>
              <p:spPr>
                <a:xfrm>
                  <a:off x="893803" y="5882456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3" name="Freeform 432">
                  <a:extLst>
                    <a:ext uri="{FF2B5EF4-FFF2-40B4-BE49-F238E27FC236}">
                      <a16:creationId xmlns:a16="http://schemas.microsoft.com/office/drawing/2014/main" id="{AF200E70-0293-3B63-F468-FB575CDD2A26}"/>
                    </a:ext>
                  </a:extLst>
                </p:cNvPr>
                <p:cNvSpPr/>
                <p:nvPr/>
              </p:nvSpPr>
              <p:spPr>
                <a:xfrm>
                  <a:off x="941555" y="5882456"/>
                  <a:ext cx="12700" cy="72262"/>
                </a:xfrm>
                <a:custGeom>
                  <a:avLst/>
                  <a:gdLst>
                    <a:gd name="csX0" fmla="*/ 0 w 12700"/>
                    <a:gd name="csY0" fmla="*/ 0 h 72262"/>
                    <a:gd name="csX1" fmla="*/ 0 w 12700"/>
                    <a:gd name="csY1" fmla="*/ 72263 h 722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2262">
                      <a:moveTo>
                        <a:pt x="0" y="0"/>
                      </a:moveTo>
                      <a:lnTo>
                        <a:pt x="0" y="72263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4" name="Freeform 433">
                  <a:extLst>
                    <a:ext uri="{FF2B5EF4-FFF2-40B4-BE49-F238E27FC236}">
                      <a16:creationId xmlns:a16="http://schemas.microsoft.com/office/drawing/2014/main" id="{9903B68C-1309-8737-76A0-4378F6F90F6E}"/>
                    </a:ext>
                  </a:extLst>
                </p:cNvPr>
                <p:cNvSpPr/>
                <p:nvPr/>
              </p:nvSpPr>
              <p:spPr>
                <a:xfrm>
                  <a:off x="893803" y="5954718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5" name="Freeform 434">
                  <a:extLst>
                    <a:ext uri="{FF2B5EF4-FFF2-40B4-BE49-F238E27FC236}">
                      <a16:creationId xmlns:a16="http://schemas.microsoft.com/office/drawing/2014/main" id="{BE30E145-74DB-A930-704C-CEBA1D4FF865}"/>
                    </a:ext>
                  </a:extLst>
                </p:cNvPr>
                <p:cNvSpPr/>
                <p:nvPr/>
              </p:nvSpPr>
              <p:spPr>
                <a:xfrm>
                  <a:off x="1132181" y="5954465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6" name="Freeform 435">
                  <a:extLst>
                    <a:ext uri="{FF2B5EF4-FFF2-40B4-BE49-F238E27FC236}">
                      <a16:creationId xmlns:a16="http://schemas.microsoft.com/office/drawing/2014/main" id="{8311982A-4A9A-196C-77B4-A0D63572359F}"/>
                    </a:ext>
                  </a:extLst>
                </p:cNvPr>
                <p:cNvSpPr/>
                <p:nvPr/>
              </p:nvSpPr>
              <p:spPr>
                <a:xfrm>
                  <a:off x="1179806" y="5954465"/>
                  <a:ext cx="12700" cy="39369"/>
                </a:xfrm>
                <a:custGeom>
                  <a:avLst/>
                  <a:gdLst>
                    <a:gd name="csX0" fmla="*/ 0 w 12700"/>
                    <a:gd name="csY0" fmla="*/ 0 h 39369"/>
                    <a:gd name="csX1" fmla="*/ 0 w 12700"/>
                    <a:gd name="csY1" fmla="*/ 39370 h 3936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9369">
                      <a:moveTo>
                        <a:pt x="0" y="0"/>
                      </a:moveTo>
                      <a:lnTo>
                        <a:pt x="0" y="3937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7" name="Freeform 436">
                  <a:extLst>
                    <a:ext uri="{FF2B5EF4-FFF2-40B4-BE49-F238E27FC236}">
                      <a16:creationId xmlns:a16="http://schemas.microsoft.com/office/drawing/2014/main" id="{7078BB77-3432-1206-4ECB-DD50368B032B}"/>
                    </a:ext>
                  </a:extLst>
                </p:cNvPr>
                <p:cNvSpPr/>
                <p:nvPr/>
              </p:nvSpPr>
              <p:spPr>
                <a:xfrm>
                  <a:off x="1132181" y="5993834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8" name="Freeform 437">
                  <a:extLst>
                    <a:ext uri="{FF2B5EF4-FFF2-40B4-BE49-F238E27FC236}">
                      <a16:creationId xmlns:a16="http://schemas.microsoft.com/office/drawing/2014/main" id="{62343531-F816-D917-9DFA-621A1FF80897}"/>
                    </a:ext>
                  </a:extLst>
                </p:cNvPr>
                <p:cNvSpPr/>
                <p:nvPr/>
              </p:nvSpPr>
              <p:spPr>
                <a:xfrm>
                  <a:off x="1608686" y="5777934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39" name="Freeform 438">
                  <a:extLst>
                    <a:ext uri="{FF2B5EF4-FFF2-40B4-BE49-F238E27FC236}">
                      <a16:creationId xmlns:a16="http://schemas.microsoft.com/office/drawing/2014/main" id="{18A79584-FA8D-3B85-B52F-3532B3D9A3E3}"/>
                    </a:ext>
                  </a:extLst>
                </p:cNvPr>
                <p:cNvSpPr/>
                <p:nvPr/>
              </p:nvSpPr>
              <p:spPr>
                <a:xfrm>
                  <a:off x="1656311" y="5777934"/>
                  <a:ext cx="12700" cy="115951"/>
                </a:xfrm>
                <a:custGeom>
                  <a:avLst/>
                  <a:gdLst>
                    <a:gd name="csX0" fmla="*/ 0 w 12700"/>
                    <a:gd name="csY0" fmla="*/ 0 h 115951"/>
                    <a:gd name="csX1" fmla="*/ 0 w 12700"/>
                    <a:gd name="csY1" fmla="*/ 115951 h 11595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5951">
                      <a:moveTo>
                        <a:pt x="0" y="0"/>
                      </a:moveTo>
                      <a:lnTo>
                        <a:pt x="0" y="115951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0" name="Freeform 439">
                  <a:extLst>
                    <a:ext uri="{FF2B5EF4-FFF2-40B4-BE49-F238E27FC236}">
                      <a16:creationId xmlns:a16="http://schemas.microsoft.com/office/drawing/2014/main" id="{8EBCED7E-C79C-C89F-3957-6DF8218EFC1D}"/>
                    </a:ext>
                  </a:extLst>
                </p:cNvPr>
                <p:cNvSpPr/>
                <p:nvPr/>
              </p:nvSpPr>
              <p:spPr>
                <a:xfrm>
                  <a:off x="1608686" y="5893886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1" name="Freeform 440">
                  <a:extLst>
                    <a:ext uri="{FF2B5EF4-FFF2-40B4-BE49-F238E27FC236}">
                      <a16:creationId xmlns:a16="http://schemas.microsoft.com/office/drawing/2014/main" id="{92BC2C9A-9FD3-FA02-74D1-6B014F68CFF2}"/>
                    </a:ext>
                  </a:extLst>
                </p:cNvPr>
                <p:cNvSpPr/>
                <p:nvPr/>
              </p:nvSpPr>
              <p:spPr>
                <a:xfrm>
                  <a:off x="1181458" y="597567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2" name="Freeform 441">
                  <a:extLst>
                    <a:ext uri="{FF2B5EF4-FFF2-40B4-BE49-F238E27FC236}">
                      <a16:creationId xmlns:a16="http://schemas.microsoft.com/office/drawing/2014/main" id="{B5E38730-FE61-3E0F-4115-B27AC0C1CA68}"/>
                    </a:ext>
                  </a:extLst>
                </p:cNvPr>
                <p:cNvSpPr/>
                <p:nvPr/>
              </p:nvSpPr>
              <p:spPr>
                <a:xfrm>
                  <a:off x="944349" y="591534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3" name="Freeform 442">
                  <a:extLst>
                    <a:ext uri="{FF2B5EF4-FFF2-40B4-BE49-F238E27FC236}">
                      <a16:creationId xmlns:a16="http://schemas.microsoft.com/office/drawing/2014/main" id="{6DA19D64-87AB-AF98-F23B-168F8A8ED2C6}"/>
                    </a:ext>
                  </a:extLst>
                </p:cNvPr>
                <p:cNvSpPr/>
                <p:nvPr/>
              </p:nvSpPr>
              <p:spPr>
                <a:xfrm>
                  <a:off x="913234" y="591522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4" name="Freeform 443">
                  <a:extLst>
                    <a:ext uri="{FF2B5EF4-FFF2-40B4-BE49-F238E27FC236}">
                      <a16:creationId xmlns:a16="http://schemas.microsoft.com/office/drawing/2014/main" id="{E4CD7774-0C2C-3107-9C8F-320CEF4C4227}"/>
                    </a:ext>
                  </a:extLst>
                </p:cNvPr>
                <p:cNvSpPr/>
                <p:nvPr/>
              </p:nvSpPr>
              <p:spPr>
                <a:xfrm>
                  <a:off x="1654025" y="5814130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5" name="Freeform 444">
                  <a:extLst>
                    <a:ext uri="{FF2B5EF4-FFF2-40B4-BE49-F238E27FC236}">
                      <a16:creationId xmlns:a16="http://schemas.microsoft.com/office/drawing/2014/main" id="{F48CE830-1229-7633-2C36-BC188A1D581E}"/>
                    </a:ext>
                  </a:extLst>
                </p:cNvPr>
                <p:cNvSpPr/>
                <p:nvPr/>
              </p:nvSpPr>
              <p:spPr>
                <a:xfrm>
                  <a:off x="691873" y="564623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6" name="Freeform 445">
                  <a:extLst>
                    <a:ext uri="{FF2B5EF4-FFF2-40B4-BE49-F238E27FC236}">
                      <a16:creationId xmlns:a16="http://schemas.microsoft.com/office/drawing/2014/main" id="{A60961B5-F113-748F-6D6D-9A1391CDD7D3}"/>
                    </a:ext>
                  </a:extLst>
                </p:cNvPr>
                <p:cNvSpPr/>
                <p:nvPr/>
              </p:nvSpPr>
              <p:spPr>
                <a:xfrm>
                  <a:off x="1639166" y="599929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7" name="Freeform 446">
                  <a:extLst>
                    <a:ext uri="{FF2B5EF4-FFF2-40B4-BE49-F238E27FC236}">
                      <a16:creationId xmlns:a16="http://schemas.microsoft.com/office/drawing/2014/main" id="{D99C24FB-1F71-4B86-79A5-3E81EBAC7284}"/>
                    </a:ext>
                  </a:extLst>
                </p:cNvPr>
                <p:cNvSpPr/>
                <p:nvPr/>
              </p:nvSpPr>
              <p:spPr>
                <a:xfrm>
                  <a:off x="696445" y="591992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7C345A40-817A-DC97-038A-6EBA3E2CCDA8}"/>
                    </a:ext>
                  </a:extLst>
                </p:cNvPr>
                <p:cNvSpPr/>
                <p:nvPr/>
              </p:nvSpPr>
              <p:spPr>
                <a:xfrm>
                  <a:off x="1620878" y="593198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1DF449D6-8EEB-AC4C-0A50-877454FA6E4E}"/>
                    </a:ext>
                  </a:extLst>
                </p:cNvPr>
                <p:cNvSpPr/>
                <p:nvPr/>
              </p:nvSpPr>
              <p:spPr>
                <a:xfrm>
                  <a:off x="692635" y="586277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3EAEBB5E-2A02-3C56-5377-F31DC2B8457C}"/>
                    </a:ext>
                  </a:extLst>
                </p:cNvPr>
                <p:cNvSpPr/>
                <p:nvPr/>
              </p:nvSpPr>
              <p:spPr>
                <a:xfrm>
                  <a:off x="1648056" y="583102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254CCCA5-2F77-8625-A132-8AEE408A0B8D}"/>
                    </a:ext>
                  </a:extLst>
                </p:cNvPr>
                <p:cNvSpPr/>
                <p:nvPr/>
              </p:nvSpPr>
              <p:spPr>
                <a:xfrm>
                  <a:off x="683110" y="585502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EA9A50AC-6214-1A10-5482-97CDE8649689}"/>
                    </a:ext>
                  </a:extLst>
                </p:cNvPr>
                <p:cNvSpPr/>
                <p:nvPr/>
              </p:nvSpPr>
              <p:spPr>
                <a:xfrm>
                  <a:off x="1648818" y="560242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700527B4-0AE1-038A-490B-46389FC2922B}"/>
                    </a:ext>
                  </a:extLst>
                </p:cNvPr>
                <p:cNvSpPr/>
                <p:nvPr/>
              </p:nvSpPr>
              <p:spPr>
                <a:xfrm>
                  <a:off x="705843" y="576993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B62A3201-C956-9B2F-8B99-C45BFC0720B7}"/>
                    </a:ext>
                  </a:extLst>
                </p:cNvPr>
                <p:cNvSpPr/>
                <p:nvPr/>
              </p:nvSpPr>
              <p:spPr>
                <a:xfrm>
                  <a:off x="911837" y="5870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9F5C0490-709F-D72D-4116-DE978A98F3D6}"/>
                    </a:ext>
                  </a:extLst>
                </p:cNvPr>
                <p:cNvSpPr/>
                <p:nvPr/>
              </p:nvSpPr>
              <p:spPr>
                <a:xfrm>
                  <a:off x="1636499" y="5728151"/>
                  <a:ext cx="36067" cy="36067"/>
                </a:xfrm>
                <a:custGeom>
                  <a:avLst/>
                  <a:gdLst>
                    <a:gd name="csX0" fmla="*/ 36068 w 36067"/>
                    <a:gd name="csY0" fmla="*/ 18034 h 36067"/>
                    <a:gd name="csX1" fmla="*/ 18034 w 36067"/>
                    <a:gd name="csY1" fmla="*/ 36068 h 36067"/>
                    <a:gd name="csX2" fmla="*/ 0 w 36067"/>
                    <a:gd name="csY2" fmla="*/ 18034 h 36067"/>
                    <a:gd name="csX3" fmla="*/ 18034 w 36067"/>
                    <a:gd name="csY3" fmla="*/ 0 h 36067"/>
                    <a:gd name="csX4" fmla="*/ 36068 w 36067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EABF17BC-9590-D4D1-4CDB-2EB2781E6B1A}"/>
                    </a:ext>
                  </a:extLst>
                </p:cNvPr>
                <p:cNvSpPr/>
                <p:nvPr/>
              </p:nvSpPr>
              <p:spPr>
                <a:xfrm>
                  <a:off x="706097" y="568255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12BF6980-67B0-90EE-939B-61C230354AFB}"/>
                    </a:ext>
                  </a:extLst>
                </p:cNvPr>
                <p:cNvSpPr/>
                <p:nvPr/>
              </p:nvSpPr>
              <p:spPr>
                <a:xfrm>
                  <a:off x="1184506" y="59363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8" name="Freeform 457">
                  <a:extLst>
                    <a:ext uri="{FF2B5EF4-FFF2-40B4-BE49-F238E27FC236}">
                      <a16:creationId xmlns:a16="http://schemas.microsoft.com/office/drawing/2014/main" id="{F653AC51-C2B5-DE5F-518D-5AABD79499A7}"/>
                    </a:ext>
                  </a:extLst>
                </p:cNvPr>
                <p:cNvSpPr/>
                <p:nvPr/>
              </p:nvSpPr>
              <p:spPr>
                <a:xfrm>
                  <a:off x="905233" y="58279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9A7E8531-A815-3BD6-D433-0E37E62BBB17}"/>
                    </a:ext>
                  </a:extLst>
                </p:cNvPr>
                <p:cNvSpPr/>
                <p:nvPr/>
              </p:nvSpPr>
              <p:spPr>
                <a:xfrm>
                  <a:off x="922250" y="609124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158E323D-789E-99AB-E560-0BA69BDF6415}"/>
                    </a:ext>
                  </a:extLst>
                </p:cNvPr>
                <p:cNvSpPr/>
                <p:nvPr/>
              </p:nvSpPr>
              <p:spPr>
                <a:xfrm>
                  <a:off x="1402946" y="572472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AD5130CE-6779-8D32-38F6-25335BFEDE75}"/>
                    </a:ext>
                  </a:extLst>
                </p:cNvPr>
                <p:cNvSpPr/>
                <p:nvPr/>
              </p:nvSpPr>
              <p:spPr>
                <a:xfrm>
                  <a:off x="942697" y="579165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2FE17F75-D1DA-AD5D-A03D-C56D8632F1AB}"/>
                    </a:ext>
                  </a:extLst>
                </p:cNvPr>
                <p:cNvSpPr/>
                <p:nvPr/>
              </p:nvSpPr>
              <p:spPr>
                <a:xfrm>
                  <a:off x="906249" y="58914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A62502A3-EFB3-C3B7-DD57-1952553E96C9}"/>
                    </a:ext>
                  </a:extLst>
                </p:cNvPr>
                <p:cNvSpPr txBox="1"/>
                <p:nvPr/>
              </p:nvSpPr>
              <p:spPr>
                <a:xfrm>
                  <a:off x="618771" y="5350420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464" name="Freeform 463">
                  <a:extLst>
                    <a:ext uri="{FF2B5EF4-FFF2-40B4-BE49-F238E27FC236}">
                      <a16:creationId xmlns:a16="http://schemas.microsoft.com/office/drawing/2014/main" id="{4F3D7C6F-40C1-AB55-3B05-BFB2820846A9}"/>
                    </a:ext>
                  </a:extLst>
                </p:cNvPr>
                <p:cNvSpPr/>
                <p:nvPr/>
              </p:nvSpPr>
              <p:spPr>
                <a:xfrm>
                  <a:off x="703176" y="5544890"/>
                  <a:ext cx="214502" cy="12700"/>
                </a:xfrm>
                <a:custGeom>
                  <a:avLst/>
                  <a:gdLst>
                    <a:gd name="csX0" fmla="*/ 0 w 214502"/>
                    <a:gd name="csY0" fmla="*/ 0 h 12700"/>
                    <a:gd name="csX1" fmla="*/ 214503 w 21450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14502" h="12700">
                      <a:moveTo>
                        <a:pt x="0" y="0"/>
                      </a:moveTo>
                      <a:lnTo>
                        <a:pt x="214503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85839AA5-10BD-8689-60D7-9DAC99B4E4F7}"/>
                    </a:ext>
                  </a:extLst>
                </p:cNvPr>
                <p:cNvSpPr txBox="1"/>
                <p:nvPr/>
              </p:nvSpPr>
              <p:spPr>
                <a:xfrm>
                  <a:off x="1168845" y="5354673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466" name="Freeform 465">
                  <a:extLst>
                    <a:ext uri="{FF2B5EF4-FFF2-40B4-BE49-F238E27FC236}">
                      <a16:creationId xmlns:a16="http://schemas.microsoft.com/office/drawing/2014/main" id="{5BEAAABF-10E2-19A6-9869-724BEB2461C8}"/>
                    </a:ext>
                  </a:extLst>
                </p:cNvPr>
                <p:cNvSpPr/>
                <p:nvPr/>
              </p:nvSpPr>
              <p:spPr>
                <a:xfrm>
                  <a:off x="965303" y="5544890"/>
                  <a:ext cx="691007" cy="12700"/>
                </a:xfrm>
                <a:custGeom>
                  <a:avLst/>
                  <a:gdLst>
                    <a:gd name="csX0" fmla="*/ 0 w 691007"/>
                    <a:gd name="csY0" fmla="*/ 0 h 12700"/>
                    <a:gd name="csX1" fmla="*/ 691007 w 69100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691007" h="12700">
                      <a:moveTo>
                        <a:pt x="0" y="0"/>
                      </a:moveTo>
                      <a:lnTo>
                        <a:pt x="69100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57A51F1B-C17E-08DA-604F-B5DEB501DA49}"/>
                    </a:ext>
                  </a:extLst>
                </p:cNvPr>
                <p:cNvSpPr txBox="1"/>
                <p:nvPr/>
              </p:nvSpPr>
              <p:spPr>
                <a:xfrm>
                  <a:off x="898319" y="5212081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0.356</a:t>
                  </a: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40613451-052D-E527-B527-660D7D590903}"/>
                    </a:ext>
                  </a:extLst>
                </p:cNvPr>
                <p:cNvSpPr/>
                <p:nvPr/>
              </p:nvSpPr>
              <p:spPr>
                <a:xfrm>
                  <a:off x="703176" y="5355787"/>
                  <a:ext cx="953135" cy="12700"/>
                </a:xfrm>
                <a:custGeom>
                  <a:avLst/>
                  <a:gdLst>
                    <a:gd name="csX0" fmla="*/ 0 w 953135"/>
                    <a:gd name="csY0" fmla="*/ 0 h 12700"/>
                    <a:gd name="csX1" fmla="*/ 953135 w 95313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135" h="12700">
                      <a:moveTo>
                        <a:pt x="0" y="0"/>
                      </a:moveTo>
                      <a:lnTo>
                        <a:pt x="95313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469" name="Graphic 110">
                <a:extLst>
                  <a:ext uri="{FF2B5EF4-FFF2-40B4-BE49-F238E27FC236}">
                    <a16:creationId xmlns:a16="http://schemas.microsoft.com/office/drawing/2014/main" id="{82BBDA16-1F19-44B7-8FD4-A136FA535B09}"/>
                  </a:ext>
                </a:extLst>
              </p:cNvPr>
              <p:cNvGrpSpPr/>
              <p:nvPr/>
            </p:nvGrpSpPr>
            <p:grpSpPr>
              <a:xfrm>
                <a:off x="34393" y="5009132"/>
                <a:ext cx="1764919" cy="1750327"/>
                <a:chOff x="34393" y="5009132"/>
                <a:chExt cx="1764919" cy="1750327"/>
              </a:xfrm>
            </p:grpSpPr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65C2D173-7F26-7FE0-5112-50BAF30A9955}"/>
                    </a:ext>
                  </a:extLst>
                </p:cNvPr>
                <p:cNvSpPr/>
                <p:nvPr/>
              </p:nvSpPr>
              <p:spPr>
                <a:xfrm>
                  <a:off x="560300" y="524237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5E51CADE-964A-2C4B-6F3E-FDD812D976AF}"/>
                    </a:ext>
                  </a:extLst>
                </p:cNvPr>
                <p:cNvSpPr txBox="1"/>
                <p:nvPr/>
              </p:nvSpPr>
              <p:spPr>
                <a:xfrm>
                  <a:off x="232292" y="6269851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71C77BF1-B237-F87D-54A8-8A91923F0E64}"/>
                    </a:ext>
                  </a:extLst>
                </p:cNvPr>
                <p:cNvSpPr txBox="1"/>
                <p:nvPr/>
              </p:nvSpPr>
              <p:spPr>
                <a:xfrm>
                  <a:off x="165949" y="5994388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D366FB2E-0236-A964-BCED-7A956A3FD7BF}"/>
                    </a:ext>
                  </a:extLst>
                </p:cNvPr>
                <p:cNvSpPr txBox="1"/>
                <p:nvPr/>
              </p:nvSpPr>
              <p:spPr>
                <a:xfrm>
                  <a:off x="165949" y="571892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40%</a:t>
                  </a:r>
                </a:p>
              </p:txBody>
            </p:sp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2336E40F-EB13-DC9E-D6E5-3E4A0E05CD89}"/>
                    </a:ext>
                  </a:extLst>
                </p:cNvPr>
                <p:cNvSpPr txBox="1"/>
                <p:nvPr/>
              </p:nvSpPr>
              <p:spPr>
                <a:xfrm>
                  <a:off x="165949" y="544333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60%</a:t>
                  </a:r>
                </a:p>
              </p:txBody>
            </p:sp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AAF70D83-A8F6-CF7C-A4DC-20256F79043A}"/>
                    </a:ext>
                  </a:extLst>
                </p:cNvPr>
                <p:cNvSpPr txBox="1"/>
                <p:nvPr/>
              </p:nvSpPr>
              <p:spPr>
                <a:xfrm>
                  <a:off x="165949" y="5167872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80%</a:t>
                  </a: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7C39E475-8612-7374-7CB6-9F7DB1070878}"/>
                    </a:ext>
                  </a:extLst>
                </p:cNvPr>
                <p:cNvSpPr/>
                <p:nvPr/>
              </p:nvSpPr>
              <p:spPr>
                <a:xfrm>
                  <a:off x="525503" y="6376740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CF3C2F17-BE61-0815-A19A-7511F0E9AF6C}"/>
                    </a:ext>
                  </a:extLst>
                </p:cNvPr>
                <p:cNvSpPr/>
                <p:nvPr/>
              </p:nvSpPr>
              <p:spPr>
                <a:xfrm>
                  <a:off x="525503" y="6101276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5CFD9879-FB52-5E4B-EBAC-FD91F6D90817}"/>
                    </a:ext>
                  </a:extLst>
                </p:cNvPr>
                <p:cNvSpPr/>
                <p:nvPr/>
              </p:nvSpPr>
              <p:spPr>
                <a:xfrm>
                  <a:off x="525503" y="5825814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52AFD971-416F-55DE-49E2-50F1F03BAAA7}"/>
                    </a:ext>
                  </a:extLst>
                </p:cNvPr>
                <p:cNvSpPr/>
                <p:nvPr/>
              </p:nvSpPr>
              <p:spPr>
                <a:xfrm>
                  <a:off x="525503" y="5550223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91B5BCA3-22B7-550E-3C9D-F4A24513D42D}"/>
                    </a:ext>
                  </a:extLst>
                </p:cNvPr>
                <p:cNvSpPr/>
                <p:nvPr/>
              </p:nvSpPr>
              <p:spPr>
                <a:xfrm>
                  <a:off x="525503" y="5274760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0064105E-2FCE-6EE4-6C6D-180F7ED32486}"/>
                    </a:ext>
                  </a:extLst>
                </p:cNvPr>
                <p:cNvSpPr/>
                <p:nvPr/>
              </p:nvSpPr>
              <p:spPr>
                <a:xfrm>
                  <a:off x="560300" y="6376740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2" name="Freeform 481">
                  <a:extLst>
                    <a:ext uri="{FF2B5EF4-FFF2-40B4-BE49-F238E27FC236}">
                      <a16:creationId xmlns:a16="http://schemas.microsoft.com/office/drawing/2014/main" id="{EBBF3358-B03D-C3B5-9476-DB8A65F3203B}"/>
                    </a:ext>
                  </a:extLst>
                </p:cNvPr>
                <p:cNvSpPr/>
                <p:nvPr/>
              </p:nvSpPr>
              <p:spPr>
                <a:xfrm>
                  <a:off x="703175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96B59C04-5623-4EA1-F303-840E04FC465E}"/>
                    </a:ext>
                  </a:extLst>
                </p:cNvPr>
                <p:cNvSpPr/>
                <p:nvPr/>
              </p:nvSpPr>
              <p:spPr>
                <a:xfrm>
                  <a:off x="941555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4B97341B-0037-0761-1D7D-A6D1561B49EA}"/>
                    </a:ext>
                  </a:extLst>
                </p:cNvPr>
                <p:cNvSpPr/>
                <p:nvPr/>
              </p:nvSpPr>
              <p:spPr>
                <a:xfrm>
                  <a:off x="1179806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F83778CC-D10E-C134-6A33-D99DA242F97E}"/>
                    </a:ext>
                  </a:extLst>
                </p:cNvPr>
                <p:cNvSpPr/>
                <p:nvPr/>
              </p:nvSpPr>
              <p:spPr>
                <a:xfrm>
                  <a:off x="1418059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3B9132E3-03FC-9955-4940-89C99A8B9882}"/>
                    </a:ext>
                  </a:extLst>
                </p:cNvPr>
                <p:cNvSpPr/>
                <p:nvPr/>
              </p:nvSpPr>
              <p:spPr>
                <a:xfrm>
                  <a:off x="1656311" y="637674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9C3DA9F7-3AB5-1205-90A6-D03460769CA9}"/>
                    </a:ext>
                  </a:extLst>
                </p:cNvPr>
                <p:cNvSpPr txBox="1"/>
                <p:nvPr/>
              </p:nvSpPr>
              <p:spPr>
                <a:xfrm>
                  <a:off x="557142" y="637259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488" name="TextBox 487">
                  <a:extLst>
                    <a:ext uri="{FF2B5EF4-FFF2-40B4-BE49-F238E27FC236}">
                      <a16:creationId xmlns:a16="http://schemas.microsoft.com/office/drawing/2014/main" id="{9F71D40F-9C0F-2633-36DA-36BA17038EF3}"/>
                    </a:ext>
                  </a:extLst>
                </p:cNvPr>
                <p:cNvSpPr txBox="1"/>
                <p:nvPr/>
              </p:nvSpPr>
              <p:spPr>
                <a:xfrm>
                  <a:off x="831588" y="637259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489" name="TextBox 488">
                  <a:extLst>
                    <a:ext uri="{FF2B5EF4-FFF2-40B4-BE49-F238E27FC236}">
                      <a16:creationId xmlns:a16="http://schemas.microsoft.com/office/drawing/2014/main" id="{41DE0AFA-66B3-12C0-A49C-041C400DAB4D}"/>
                    </a:ext>
                  </a:extLst>
                </p:cNvPr>
                <p:cNvSpPr txBox="1"/>
                <p:nvPr/>
              </p:nvSpPr>
              <p:spPr>
                <a:xfrm>
                  <a:off x="1034574" y="637259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490" name="TextBox 489">
                  <a:extLst>
                    <a:ext uri="{FF2B5EF4-FFF2-40B4-BE49-F238E27FC236}">
                      <a16:creationId xmlns:a16="http://schemas.microsoft.com/office/drawing/2014/main" id="{98DCD54D-A576-82A5-AD78-4B6D168DCDA0}"/>
                    </a:ext>
                  </a:extLst>
                </p:cNvPr>
                <p:cNvSpPr txBox="1"/>
                <p:nvPr/>
              </p:nvSpPr>
              <p:spPr>
                <a:xfrm>
                  <a:off x="1239965" y="637259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DE1EAC4D-8539-5D53-24ED-C1C73E5EB58B}"/>
                    </a:ext>
                  </a:extLst>
                </p:cNvPr>
                <p:cNvSpPr txBox="1"/>
                <p:nvPr/>
              </p:nvSpPr>
              <p:spPr>
                <a:xfrm>
                  <a:off x="1524703" y="637259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3C45C96D-AAAC-2159-BBC6-394C7DCF26FF}"/>
                    </a:ext>
                  </a:extLst>
                </p:cNvPr>
                <p:cNvSpPr txBox="1"/>
                <p:nvPr/>
              </p:nvSpPr>
              <p:spPr>
                <a:xfrm>
                  <a:off x="895914" y="6505543"/>
                  <a:ext cx="567784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62F40539-8E63-4D26-7A22-A862323356CF}"/>
                    </a:ext>
                  </a:extLst>
                </p:cNvPr>
                <p:cNvSpPr txBox="1"/>
                <p:nvPr/>
              </p:nvSpPr>
              <p:spPr>
                <a:xfrm rot="16200000">
                  <a:off x="-309291" y="5682601"/>
                  <a:ext cx="941283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% of 1_RGC</a:t>
                  </a:r>
                </a:p>
              </p:txBody>
            </p:sp>
            <p:sp>
              <p:nvSpPr>
                <p:cNvPr id="494" name="TextBox 493">
                  <a:extLst>
                    <a:ext uri="{FF2B5EF4-FFF2-40B4-BE49-F238E27FC236}">
                      <a16:creationId xmlns:a16="http://schemas.microsoft.com/office/drawing/2014/main" id="{483427BA-C2B0-70F2-DA77-1133CCBBF781}"/>
                    </a:ext>
                  </a:extLst>
                </p:cNvPr>
                <p:cNvSpPr txBox="1"/>
                <p:nvPr/>
              </p:nvSpPr>
              <p:spPr>
                <a:xfrm>
                  <a:off x="833200" y="5009132"/>
                  <a:ext cx="641522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1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1_NSC</a:t>
                  </a:r>
                </a:p>
              </p:txBody>
            </p:sp>
          </p:grpSp>
        </p:grpSp>
      </p:grpSp>
      <p:sp>
        <p:nvSpPr>
          <p:cNvPr id="1318" name="TextBox 1317">
            <a:extLst>
              <a:ext uri="{FF2B5EF4-FFF2-40B4-BE49-F238E27FC236}">
                <a16:creationId xmlns:a16="http://schemas.microsoft.com/office/drawing/2014/main" id="{D94EF8F9-51CB-4826-E5A2-3A3475E4A856}"/>
              </a:ext>
            </a:extLst>
          </p:cNvPr>
          <p:cNvSpPr txBox="1"/>
          <p:nvPr/>
        </p:nvSpPr>
        <p:spPr>
          <a:xfrm>
            <a:off x="1794270" y="4538254"/>
            <a:ext cx="25359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f</a:t>
            </a:r>
          </a:p>
        </p:txBody>
      </p:sp>
      <p:sp>
        <p:nvSpPr>
          <p:cNvPr id="1319" name="TextBox 1318">
            <a:extLst>
              <a:ext uri="{FF2B5EF4-FFF2-40B4-BE49-F238E27FC236}">
                <a16:creationId xmlns:a16="http://schemas.microsoft.com/office/drawing/2014/main" id="{B6687E21-0893-E16B-7C06-816B357E567D}"/>
              </a:ext>
            </a:extLst>
          </p:cNvPr>
          <p:cNvSpPr txBox="1"/>
          <p:nvPr/>
        </p:nvSpPr>
        <p:spPr>
          <a:xfrm>
            <a:off x="-81821" y="4538254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e</a:t>
            </a:r>
          </a:p>
        </p:txBody>
      </p:sp>
      <p:grpSp>
        <p:nvGrpSpPr>
          <p:cNvPr id="1326" name="Graphic 1324">
            <a:extLst>
              <a:ext uri="{FF2B5EF4-FFF2-40B4-BE49-F238E27FC236}">
                <a16:creationId xmlns:a16="http://schemas.microsoft.com/office/drawing/2014/main" id="{718C17F5-CC9D-15D6-10C6-4FFA53FD9394}"/>
              </a:ext>
            </a:extLst>
          </p:cNvPr>
          <p:cNvGrpSpPr/>
          <p:nvPr/>
        </p:nvGrpSpPr>
        <p:grpSpPr>
          <a:xfrm>
            <a:off x="3354173" y="4549781"/>
            <a:ext cx="1856510" cy="1735332"/>
            <a:chOff x="3831665" y="5121726"/>
            <a:chExt cx="1856510" cy="1735332"/>
          </a:xfrm>
        </p:grpSpPr>
        <p:grpSp>
          <p:nvGrpSpPr>
            <p:cNvPr id="1329" name="Graphic 1324">
              <a:extLst>
                <a:ext uri="{FF2B5EF4-FFF2-40B4-BE49-F238E27FC236}">
                  <a16:creationId xmlns:a16="http://schemas.microsoft.com/office/drawing/2014/main" id="{986B6ED2-D465-AC75-6A46-17C7B82BA537}"/>
                </a:ext>
              </a:extLst>
            </p:cNvPr>
            <p:cNvGrpSpPr/>
            <p:nvPr/>
          </p:nvGrpSpPr>
          <p:grpSpPr>
            <a:xfrm>
              <a:off x="4351225" y="5314194"/>
              <a:ext cx="1245489" cy="1160145"/>
              <a:chOff x="4351225" y="5314194"/>
              <a:chExt cx="1245489" cy="1160145"/>
            </a:xfrm>
          </p:grpSpPr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4079CA42-182E-D2D3-BA94-92B863D80193}"/>
                  </a:ext>
                </a:extLst>
              </p:cNvPr>
              <p:cNvSpPr/>
              <p:nvPr/>
            </p:nvSpPr>
            <p:spPr>
              <a:xfrm>
                <a:off x="4351225" y="5314194"/>
                <a:ext cx="1245489" cy="1160145"/>
              </a:xfrm>
              <a:custGeom>
                <a:avLst/>
                <a:gdLst>
                  <a:gd name="csX0" fmla="*/ 0 w 1245489"/>
                  <a:gd name="csY0" fmla="*/ 0 h 1160145"/>
                  <a:gd name="csX1" fmla="*/ 1245489 w 1245489"/>
                  <a:gd name="csY1" fmla="*/ 0 h 1160145"/>
                  <a:gd name="csX2" fmla="*/ 1245489 w 1245489"/>
                  <a:gd name="csY2" fmla="*/ 1160145 h 1160145"/>
                  <a:gd name="csX3" fmla="*/ 0 w 1245489"/>
                  <a:gd name="csY3" fmla="*/ 1160145 h 11601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45489" h="1160145">
                    <a:moveTo>
                      <a:pt x="0" y="0"/>
                    </a:moveTo>
                    <a:lnTo>
                      <a:pt x="1245489" y="0"/>
                    </a:lnTo>
                    <a:lnTo>
                      <a:pt x="1245489" y="1160145"/>
                    </a:lnTo>
                    <a:lnTo>
                      <a:pt x="0" y="1160145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6C14D4AE-8514-E4E9-4093-7C4197FC2C22}"/>
                  </a:ext>
                </a:extLst>
              </p:cNvPr>
              <p:cNvSpPr/>
              <p:nvPr/>
            </p:nvSpPr>
            <p:spPr>
              <a:xfrm>
                <a:off x="4494862" y="5927731"/>
                <a:ext cx="12700" cy="53721"/>
              </a:xfrm>
              <a:custGeom>
                <a:avLst/>
                <a:gdLst>
                  <a:gd name="csX0" fmla="*/ 0 w 12700"/>
                  <a:gd name="csY0" fmla="*/ 53721 h 53721"/>
                  <a:gd name="csX1" fmla="*/ 0 w 12700"/>
                  <a:gd name="csY1" fmla="*/ 0 h 537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3721">
                    <a:moveTo>
                      <a:pt x="0" y="5372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378AE1CF-8F9F-8D3B-78E4-B06DD30CD031}"/>
                  </a:ext>
                </a:extLst>
              </p:cNvPr>
              <p:cNvSpPr/>
              <p:nvPr/>
            </p:nvSpPr>
            <p:spPr>
              <a:xfrm>
                <a:off x="4494862" y="6073019"/>
                <a:ext cx="12700" cy="7873"/>
              </a:xfrm>
              <a:custGeom>
                <a:avLst/>
                <a:gdLst>
                  <a:gd name="csX0" fmla="*/ 0 w 12700"/>
                  <a:gd name="csY0" fmla="*/ 0 h 7873"/>
                  <a:gd name="csX1" fmla="*/ 0 w 12700"/>
                  <a:gd name="csY1" fmla="*/ 7874 h 78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873">
                    <a:moveTo>
                      <a:pt x="0" y="0"/>
                    </a:moveTo>
                    <a:lnTo>
                      <a:pt x="0" y="787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8C67C216-7632-5943-0F3E-2FA0BB4B29E2}"/>
                  </a:ext>
                </a:extLst>
              </p:cNvPr>
              <p:cNvSpPr/>
              <p:nvPr/>
            </p:nvSpPr>
            <p:spPr>
              <a:xfrm>
                <a:off x="4422980" y="5981452"/>
                <a:ext cx="143763" cy="91566"/>
              </a:xfrm>
              <a:custGeom>
                <a:avLst/>
                <a:gdLst>
                  <a:gd name="csX0" fmla="*/ 0 w 143763"/>
                  <a:gd name="csY0" fmla="*/ 0 h 91566"/>
                  <a:gd name="csX1" fmla="*/ 0 w 143763"/>
                  <a:gd name="csY1" fmla="*/ 91567 h 91566"/>
                  <a:gd name="csX2" fmla="*/ 143764 w 143763"/>
                  <a:gd name="csY2" fmla="*/ 91567 h 91566"/>
                  <a:gd name="csX3" fmla="*/ 143764 w 143763"/>
                  <a:gd name="csY3" fmla="*/ 0 h 91566"/>
                  <a:gd name="csX4" fmla="*/ 0 w 143763"/>
                  <a:gd name="csY4" fmla="*/ 0 h 9156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91566">
                    <a:moveTo>
                      <a:pt x="0" y="0"/>
                    </a:moveTo>
                    <a:lnTo>
                      <a:pt x="0" y="91567"/>
                    </a:lnTo>
                    <a:lnTo>
                      <a:pt x="143764" y="91567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A5C4AE0E-6A24-7C82-F92A-EFC8CBED1E93}"/>
                  </a:ext>
                </a:extLst>
              </p:cNvPr>
              <p:cNvSpPr/>
              <p:nvPr/>
            </p:nvSpPr>
            <p:spPr>
              <a:xfrm>
                <a:off x="4422980" y="6046095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5" name="Freeform 1334">
                <a:extLst>
                  <a:ext uri="{FF2B5EF4-FFF2-40B4-BE49-F238E27FC236}">
                    <a16:creationId xmlns:a16="http://schemas.microsoft.com/office/drawing/2014/main" id="{9971B64A-407E-A2F0-2EA7-896E698CB0D8}"/>
                  </a:ext>
                </a:extLst>
              </p:cNvPr>
              <p:cNvSpPr/>
              <p:nvPr/>
            </p:nvSpPr>
            <p:spPr>
              <a:xfrm>
                <a:off x="4734384" y="5946908"/>
                <a:ext cx="12700" cy="36449"/>
              </a:xfrm>
              <a:custGeom>
                <a:avLst/>
                <a:gdLst>
                  <a:gd name="csX0" fmla="*/ 0 w 12700"/>
                  <a:gd name="csY0" fmla="*/ 36449 h 36449"/>
                  <a:gd name="csX1" fmla="*/ 0 w 12700"/>
                  <a:gd name="csY1" fmla="*/ 0 h 36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6449">
                    <a:moveTo>
                      <a:pt x="0" y="3644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6" name="Freeform 1335">
                <a:extLst>
                  <a:ext uri="{FF2B5EF4-FFF2-40B4-BE49-F238E27FC236}">
                    <a16:creationId xmlns:a16="http://schemas.microsoft.com/office/drawing/2014/main" id="{4C87DD98-175B-2D8B-5ED3-5C9E7E36C02E}"/>
                  </a:ext>
                </a:extLst>
              </p:cNvPr>
              <p:cNvSpPr/>
              <p:nvPr/>
            </p:nvSpPr>
            <p:spPr>
              <a:xfrm>
                <a:off x="4734384" y="6054477"/>
                <a:ext cx="12700" cy="23875"/>
              </a:xfrm>
              <a:custGeom>
                <a:avLst/>
                <a:gdLst>
                  <a:gd name="csX0" fmla="*/ 0 w 12700"/>
                  <a:gd name="csY0" fmla="*/ 0 h 23875"/>
                  <a:gd name="csX1" fmla="*/ 0 w 12700"/>
                  <a:gd name="csY1" fmla="*/ 23876 h 238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3875">
                    <a:moveTo>
                      <a:pt x="0" y="0"/>
                    </a:moveTo>
                    <a:lnTo>
                      <a:pt x="0" y="2387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7" name="Freeform 1336">
                <a:extLst>
                  <a:ext uri="{FF2B5EF4-FFF2-40B4-BE49-F238E27FC236}">
                    <a16:creationId xmlns:a16="http://schemas.microsoft.com/office/drawing/2014/main" id="{5C1A2CFB-5C09-E3D8-6162-5E45070F7175}"/>
                  </a:ext>
                </a:extLst>
              </p:cNvPr>
              <p:cNvSpPr/>
              <p:nvPr/>
            </p:nvSpPr>
            <p:spPr>
              <a:xfrm>
                <a:off x="4662502" y="5983356"/>
                <a:ext cx="143763" cy="71120"/>
              </a:xfrm>
              <a:custGeom>
                <a:avLst/>
                <a:gdLst>
                  <a:gd name="csX0" fmla="*/ 0 w 143763"/>
                  <a:gd name="csY0" fmla="*/ 0 h 71120"/>
                  <a:gd name="csX1" fmla="*/ 0 w 143763"/>
                  <a:gd name="csY1" fmla="*/ 71120 h 71120"/>
                  <a:gd name="csX2" fmla="*/ 143764 w 143763"/>
                  <a:gd name="csY2" fmla="*/ 71120 h 71120"/>
                  <a:gd name="csX3" fmla="*/ 143764 w 143763"/>
                  <a:gd name="csY3" fmla="*/ 0 h 71120"/>
                  <a:gd name="csX4" fmla="*/ 0 w 143763"/>
                  <a:gd name="csY4" fmla="*/ 0 h 7112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71120">
                    <a:moveTo>
                      <a:pt x="0" y="0"/>
                    </a:moveTo>
                    <a:lnTo>
                      <a:pt x="0" y="71120"/>
                    </a:lnTo>
                    <a:lnTo>
                      <a:pt x="143764" y="71120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8" name="Freeform 1337">
                <a:extLst>
                  <a:ext uri="{FF2B5EF4-FFF2-40B4-BE49-F238E27FC236}">
                    <a16:creationId xmlns:a16="http://schemas.microsoft.com/office/drawing/2014/main" id="{79925D11-C028-7645-5A1B-CF22764B43D6}"/>
                  </a:ext>
                </a:extLst>
              </p:cNvPr>
              <p:cNvSpPr/>
              <p:nvPr/>
            </p:nvSpPr>
            <p:spPr>
              <a:xfrm>
                <a:off x="4662502" y="6012313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69D16EC7-59F9-079F-0CA1-48B19E636171}"/>
                  </a:ext>
                </a:extLst>
              </p:cNvPr>
              <p:cNvSpPr/>
              <p:nvPr/>
            </p:nvSpPr>
            <p:spPr>
              <a:xfrm>
                <a:off x="4973906" y="5999613"/>
                <a:ext cx="12700" cy="44703"/>
              </a:xfrm>
              <a:custGeom>
                <a:avLst/>
                <a:gdLst>
                  <a:gd name="csX0" fmla="*/ 0 w 12700"/>
                  <a:gd name="csY0" fmla="*/ 44704 h 44703"/>
                  <a:gd name="csX1" fmla="*/ 0 w 12700"/>
                  <a:gd name="csY1" fmla="*/ 0 h 447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4703">
                    <a:moveTo>
                      <a:pt x="0" y="4470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736341BD-C9FD-CDC1-3462-A58E49B4DA50}"/>
                  </a:ext>
                </a:extLst>
              </p:cNvPr>
              <p:cNvSpPr/>
              <p:nvPr/>
            </p:nvSpPr>
            <p:spPr>
              <a:xfrm>
                <a:off x="4973906" y="6133725"/>
                <a:ext cx="12700" cy="44703"/>
              </a:xfrm>
              <a:custGeom>
                <a:avLst/>
                <a:gdLst>
                  <a:gd name="csX0" fmla="*/ 0 w 12700"/>
                  <a:gd name="csY0" fmla="*/ 0 h 44703"/>
                  <a:gd name="csX1" fmla="*/ 0 w 12700"/>
                  <a:gd name="csY1" fmla="*/ 44704 h 447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4703">
                    <a:moveTo>
                      <a:pt x="0" y="0"/>
                    </a:moveTo>
                    <a:lnTo>
                      <a:pt x="0" y="4470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53C1F66F-E7B1-767E-8899-6732A41C36C6}"/>
                  </a:ext>
                </a:extLst>
              </p:cNvPr>
              <p:cNvSpPr/>
              <p:nvPr/>
            </p:nvSpPr>
            <p:spPr>
              <a:xfrm>
                <a:off x="4902024" y="6044316"/>
                <a:ext cx="143763" cy="89408"/>
              </a:xfrm>
              <a:custGeom>
                <a:avLst/>
                <a:gdLst>
                  <a:gd name="csX0" fmla="*/ 0 w 143763"/>
                  <a:gd name="csY0" fmla="*/ 0 h 89408"/>
                  <a:gd name="csX1" fmla="*/ 0 w 143763"/>
                  <a:gd name="csY1" fmla="*/ 89408 h 89408"/>
                  <a:gd name="csX2" fmla="*/ 143764 w 143763"/>
                  <a:gd name="csY2" fmla="*/ 89408 h 89408"/>
                  <a:gd name="csX3" fmla="*/ 143764 w 143763"/>
                  <a:gd name="csY3" fmla="*/ 0 h 89408"/>
                  <a:gd name="csX4" fmla="*/ 0 w 143763"/>
                  <a:gd name="csY4" fmla="*/ 0 h 8940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89408">
                    <a:moveTo>
                      <a:pt x="0" y="0"/>
                    </a:moveTo>
                    <a:lnTo>
                      <a:pt x="0" y="89408"/>
                    </a:lnTo>
                    <a:lnTo>
                      <a:pt x="143764" y="89408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8887A323-EC7C-4B73-6CE8-E50CEE456A97}"/>
                  </a:ext>
                </a:extLst>
              </p:cNvPr>
              <p:cNvSpPr/>
              <p:nvPr/>
            </p:nvSpPr>
            <p:spPr>
              <a:xfrm>
                <a:off x="4902024" y="6089021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3" name="Freeform 1342">
                <a:extLst>
                  <a:ext uri="{FF2B5EF4-FFF2-40B4-BE49-F238E27FC236}">
                    <a16:creationId xmlns:a16="http://schemas.microsoft.com/office/drawing/2014/main" id="{66EDEF48-4C42-3375-D85A-DF6EFEF908B7}"/>
                  </a:ext>
                </a:extLst>
              </p:cNvPr>
              <p:cNvSpPr/>
              <p:nvPr/>
            </p:nvSpPr>
            <p:spPr>
              <a:xfrm>
                <a:off x="5452950" y="6067050"/>
                <a:ext cx="12700" cy="95122"/>
              </a:xfrm>
              <a:custGeom>
                <a:avLst/>
                <a:gdLst>
                  <a:gd name="csX0" fmla="*/ 0 w 12700"/>
                  <a:gd name="csY0" fmla="*/ 95123 h 95122"/>
                  <a:gd name="csX1" fmla="*/ 0 w 12700"/>
                  <a:gd name="csY1" fmla="*/ 0 h 951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95122">
                    <a:moveTo>
                      <a:pt x="0" y="9512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4" name="Freeform 1343">
                <a:extLst>
                  <a:ext uri="{FF2B5EF4-FFF2-40B4-BE49-F238E27FC236}">
                    <a16:creationId xmlns:a16="http://schemas.microsoft.com/office/drawing/2014/main" id="{7A2C9A67-A1ED-D1B9-7E70-0BF337D8C5BF}"/>
                  </a:ext>
                </a:extLst>
              </p:cNvPr>
              <p:cNvSpPr/>
              <p:nvPr/>
            </p:nvSpPr>
            <p:spPr>
              <a:xfrm>
                <a:off x="5452950" y="6244596"/>
                <a:ext cx="12700" cy="104648"/>
              </a:xfrm>
              <a:custGeom>
                <a:avLst/>
                <a:gdLst>
                  <a:gd name="csX0" fmla="*/ 0 w 12700"/>
                  <a:gd name="csY0" fmla="*/ 0 h 104648"/>
                  <a:gd name="csX1" fmla="*/ 0 w 12700"/>
                  <a:gd name="csY1" fmla="*/ 104648 h 1046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04648">
                    <a:moveTo>
                      <a:pt x="0" y="0"/>
                    </a:moveTo>
                    <a:lnTo>
                      <a:pt x="0" y="104648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5" name="Freeform 1344">
                <a:extLst>
                  <a:ext uri="{FF2B5EF4-FFF2-40B4-BE49-F238E27FC236}">
                    <a16:creationId xmlns:a16="http://schemas.microsoft.com/office/drawing/2014/main" id="{3944E0DF-BA14-AE80-5425-1CF2AEAE5DAE}"/>
                  </a:ext>
                </a:extLst>
              </p:cNvPr>
              <p:cNvSpPr/>
              <p:nvPr/>
            </p:nvSpPr>
            <p:spPr>
              <a:xfrm>
                <a:off x="5381068" y="6162172"/>
                <a:ext cx="143636" cy="82423"/>
              </a:xfrm>
              <a:custGeom>
                <a:avLst/>
                <a:gdLst>
                  <a:gd name="csX0" fmla="*/ 0 w 143636"/>
                  <a:gd name="csY0" fmla="*/ 0 h 82423"/>
                  <a:gd name="csX1" fmla="*/ 0 w 143636"/>
                  <a:gd name="csY1" fmla="*/ 82423 h 82423"/>
                  <a:gd name="csX2" fmla="*/ 143637 w 143636"/>
                  <a:gd name="csY2" fmla="*/ 82423 h 82423"/>
                  <a:gd name="csX3" fmla="*/ 143637 w 143636"/>
                  <a:gd name="csY3" fmla="*/ 0 h 82423"/>
                  <a:gd name="csX4" fmla="*/ 0 w 143636"/>
                  <a:gd name="csY4" fmla="*/ 0 h 824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636" h="82423">
                    <a:moveTo>
                      <a:pt x="0" y="0"/>
                    </a:moveTo>
                    <a:lnTo>
                      <a:pt x="0" y="82423"/>
                    </a:lnTo>
                    <a:lnTo>
                      <a:pt x="143637" y="82423"/>
                    </a:lnTo>
                    <a:lnTo>
                      <a:pt x="1436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6" name="Freeform 1345">
                <a:extLst>
                  <a:ext uri="{FF2B5EF4-FFF2-40B4-BE49-F238E27FC236}">
                    <a16:creationId xmlns:a16="http://schemas.microsoft.com/office/drawing/2014/main" id="{76994E41-8827-577B-44E3-7764E8502409}"/>
                  </a:ext>
                </a:extLst>
              </p:cNvPr>
              <p:cNvSpPr/>
              <p:nvPr/>
            </p:nvSpPr>
            <p:spPr>
              <a:xfrm>
                <a:off x="5381068" y="6194812"/>
                <a:ext cx="143637" cy="12700"/>
              </a:xfrm>
              <a:custGeom>
                <a:avLst/>
                <a:gdLst>
                  <a:gd name="csX0" fmla="*/ 0 w 143637"/>
                  <a:gd name="csY0" fmla="*/ 0 h 12700"/>
                  <a:gd name="csX1" fmla="*/ 143637 w 143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637" h="12700">
                    <a:moveTo>
                      <a:pt x="0" y="0"/>
                    </a:moveTo>
                    <a:lnTo>
                      <a:pt x="143637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024F6CA6-9805-D635-B9FD-D3312CD0C5E1}"/>
                  </a:ext>
                </a:extLst>
              </p:cNvPr>
              <p:cNvSpPr/>
              <p:nvPr/>
            </p:nvSpPr>
            <p:spPr>
              <a:xfrm>
                <a:off x="4954729" y="616064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D294DD1E-16C5-71BD-1775-1B360B9F107D}"/>
                  </a:ext>
                </a:extLst>
              </p:cNvPr>
              <p:cNvSpPr/>
              <p:nvPr/>
            </p:nvSpPr>
            <p:spPr>
              <a:xfrm>
                <a:off x="4722446" y="604292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4ADDBA52-F474-C55C-C899-6D959F75B34F}"/>
                  </a:ext>
                </a:extLst>
              </p:cNvPr>
              <p:cNvSpPr/>
              <p:nvPr/>
            </p:nvSpPr>
            <p:spPr>
              <a:xfrm>
                <a:off x="4682060" y="596341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08BA7945-15A6-6912-9A6B-0C7B87A88007}"/>
                  </a:ext>
                </a:extLst>
              </p:cNvPr>
              <p:cNvSpPr/>
              <p:nvPr/>
            </p:nvSpPr>
            <p:spPr>
              <a:xfrm>
                <a:off x="5421073" y="613842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93FD190B-7338-A8B4-21D8-ADCB19576223}"/>
                  </a:ext>
                </a:extLst>
              </p:cNvPr>
              <p:cNvSpPr/>
              <p:nvPr/>
            </p:nvSpPr>
            <p:spPr>
              <a:xfrm>
                <a:off x="4507308" y="603123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2" name="Freeform 1351">
                <a:extLst>
                  <a:ext uri="{FF2B5EF4-FFF2-40B4-BE49-F238E27FC236}">
                    <a16:creationId xmlns:a16="http://schemas.microsoft.com/office/drawing/2014/main" id="{6A88E5BC-7EAC-B31A-79D3-2837F4CAF80B}"/>
                  </a:ext>
                </a:extLst>
              </p:cNvPr>
              <p:cNvSpPr/>
              <p:nvPr/>
            </p:nvSpPr>
            <p:spPr>
              <a:xfrm>
                <a:off x="5464634" y="604901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3" name="Freeform 1352">
                <a:extLst>
                  <a:ext uri="{FF2B5EF4-FFF2-40B4-BE49-F238E27FC236}">
                    <a16:creationId xmlns:a16="http://schemas.microsoft.com/office/drawing/2014/main" id="{B2AA81AC-6E88-9A5F-70E1-1F1E90C6F204}"/>
                  </a:ext>
                </a:extLst>
              </p:cNvPr>
              <p:cNvSpPr/>
              <p:nvPr/>
            </p:nvSpPr>
            <p:spPr>
              <a:xfrm>
                <a:off x="4502609" y="602475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4" name="Freeform 1353">
                <a:extLst>
                  <a:ext uri="{FF2B5EF4-FFF2-40B4-BE49-F238E27FC236}">
                    <a16:creationId xmlns:a16="http://schemas.microsoft.com/office/drawing/2014/main" id="{FADF1C1F-E81F-1770-F10F-497D1C506F0A}"/>
                  </a:ext>
                </a:extLst>
              </p:cNvPr>
              <p:cNvSpPr/>
              <p:nvPr/>
            </p:nvSpPr>
            <p:spPr>
              <a:xfrm>
                <a:off x="5437456" y="623811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12B19F18-4362-0213-3B6B-97ACBFF16669}"/>
                  </a:ext>
                </a:extLst>
              </p:cNvPr>
              <p:cNvSpPr/>
              <p:nvPr/>
            </p:nvSpPr>
            <p:spPr>
              <a:xfrm>
                <a:off x="4443300" y="62162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1277E85A-2EE5-F606-F18B-9C0DE84DF984}"/>
                  </a:ext>
                </a:extLst>
              </p:cNvPr>
              <p:cNvSpPr/>
              <p:nvPr/>
            </p:nvSpPr>
            <p:spPr>
              <a:xfrm>
                <a:off x="5464761" y="619227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6D3AA2BB-7363-B743-C44F-0D287AFA8EC3}"/>
                  </a:ext>
                </a:extLst>
              </p:cNvPr>
              <p:cNvSpPr/>
              <p:nvPr/>
            </p:nvSpPr>
            <p:spPr>
              <a:xfrm>
                <a:off x="4479876" y="606298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926636C6-6A1F-2F9D-DFEB-B73E92665304}"/>
                  </a:ext>
                </a:extLst>
              </p:cNvPr>
              <p:cNvSpPr/>
              <p:nvPr/>
            </p:nvSpPr>
            <p:spPr>
              <a:xfrm>
                <a:off x="5435932" y="633108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FE6D3969-22F2-66C8-2A9C-C5F912ADF061}"/>
                  </a:ext>
                </a:extLst>
              </p:cNvPr>
              <p:cNvSpPr/>
              <p:nvPr/>
            </p:nvSpPr>
            <p:spPr>
              <a:xfrm>
                <a:off x="4511118" y="594335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E9E14B09-DBB9-CE43-3934-7768B1EF83D7}"/>
                  </a:ext>
                </a:extLst>
              </p:cNvPr>
              <p:cNvSpPr/>
              <p:nvPr/>
            </p:nvSpPr>
            <p:spPr>
              <a:xfrm>
                <a:off x="4708349" y="605993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1" name="Freeform 1360">
                <a:extLst>
                  <a:ext uri="{FF2B5EF4-FFF2-40B4-BE49-F238E27FC236}">
                    <a16:creationId xmlns:a16="http://schemas.microsoft.com/office/drawing/2014/main" id="{6F7DF06A-7B27-C9EC-9661-079828E3090C}"/>
                  </a:ext>
                </a:extLst>
              </p:cNvPr>
              <p:cNvSpPr/>
              <p:nvPr/>
            </p:nvSpPr>
            <p:spPr>
              <a:xfrm>
                <a:off x="5434662" y="616141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2" name="Freeform 1361">
                <a:extLst>
                  <a:ext uri="{FF2B5EF4-FFF2-40B4-BE49-F238E27FC236}">
                    <a16:creationId xmlns:a16="http://schemas.microsoft.com/office/drawing/2014/main" id="{3852A0B9-D244-463B-455A-4740C0498E5F}"/>
                  </a:ext>
                </a:extLst>
              </p:cNvPr>
              <p:cNvSpPr/>
              <p:nvPr/>
            </p:nvSpPr>
            <p:spPr>
              <a:xfrm>
                <a:off x="4468065" y="590982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07825042-48E2-6EB8-CEB2-8EB6E431AEB4}"/>
                  </a:ext>
                </a:extLst>
              </p:cNvPr>
              <p:cNvSpPr/>
              <p:nvPr/>
            </p:nvSpPr>
            <p:spPr>
              <a:xfrm>
                <a:off x="4972509" y="598157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F01B6218-93E3-9B25-1B5B-A82EB3C4C284}"/>
                  </a:ext>
                </a:extLst>
              </p:cNvPr>
              <p:cNvSpPr/>
              <p:nvPr/>
            </p:nvSpPr>
            <p:spPr>
              <a:xfrm>
                <a:off x="4681171" y="596760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14B14C52-760B-F2A7-5312-0DEFFCCB1225}"/>
                  </a:ext>
                </a:extLst>
              </p:cNvPr>
              <p:cNvSpPr/>
              <p:nvPr/>
            </p:nvSpPr>
            <p:spPr>
              <a:xfrm>
                <a:off x="4693871" y="592912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36772780-AC7C-CB9D-798D-ECC341FF43DA}"/>
                  </a:ext>
                </a:extLst>
              </p:cNvPr>
              <p:cNvSpPr/>
              <p:nvPr/>
            </p:nvSpPr>
            <p:spPr>
              <a:xfrm>
                <a:off x="5177868" y="602133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7" name="Freeform 1366">
                <a:extLst>
                  <a:ext uri="{FF2B5EF4-FFF2-40B4-BE49-F238E27FC236}">
                    <a16:creationId xmlns:a16="http://schemas.microsoft.com/office/drawing/2014/main" id="{5F3432C6-A551-ED85-2725-90EDF934B2E4}"/>
                  </a:ext>
                </a:extLst>
              </p:cNvPr>
              <p:cNvSpPr/>
              <p:nvPr/>
            </p:nvSpPr>
            <p:spPr>
              <a:xfrm>
                <a:off x="4731844" y="599402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8" name="Freeform 1367">
                <a:extLst>
                  <a:ext uri="{FF2B5EF4-FFF2-40B4-BE49-F238E27FC236}">
                    <a16:creationId xmlns:a16="http://schemas.microsoft.com/office/drawing/2014/main" id="{EBA1C6C7-6722-EDD4-E2E5-1D8BB7F26F45}"/>
                  </a:ext>
                </a:extLst>
              </p:cNvPr>
              <p:cNvSpPr/>
              <p:nvPr/>
            </p:nvSpPr>
            <p:spPr>
              <a:xfrm>
                <a:off x="4734257" y="603034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9" name="TextBox 1368">
                <a:extLst>
                  <a:ext uri="{FF2B5EF4-FFF2-40B4-BE49-F238E27FC236}">
                    <a16:creationId xmlns:a16="http://schemas.microsoft.com/office/drawing/2014/main" id="{FA353F40-39A4-7716-5B12-0F53A8CE714A}"/>
                  </a:ext>
                </a:extLst>
              </p:cNvPr>
              <p:cNvSpPr txBox="1"/>
              <p:nvPr/>
            </p:nvSpPr>
            <p:spPr>
              <a:xfrm>
                <a:off x="4378160" y="5597402"/>
                <a:ext cx="51328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0.51</a:t>
                </a:r>
              </a:p>
            </p:txBody>
          </p:sp>
          <p:sp>
            <p:nvSpPr>
              <p:cNvPr id="1370" name="Freeform 1369">
                <a:extLst>
                  <a:ext uri="{FF2B5EF4-FFF2-40B4-BE49-F238E27FC236}">
                    <a16:creationId xmlns:a16="http://schemas.microsoft.com/office/drawing/2014/main" id="{25492273-5E24-13F1-1768-BE9EF1D7CC24}"/>
                  </a:ext>
                </a:extLst>
              </p:cNvPr>
              <p:cNvSpPr/>
              <p:nvPr/>
            </p:nvSpPr>
            <p:spPr>
              <a:xfrm>
                <a:off x="4494862" y="5740787"/>
                <a:ext cx="215518" cy="12700"/>
              </a:xfrm>
              <a:custGeom>
                <a:avLst/>
                <a:gdLst>
                  <a:gd name="csX0" fmla="*/ 0 w 215518"/>
                  <a:gd name="csY0" fmla="*/ 0 h 12700"/>
                  <a:gd name="csX1" fmla="*/ 215519 w 21551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5518" h="12700">
                    <a:moveTo>
                      <a:pt x="0" y="0"/>
                    </a:moveTo>
                    <a:lnTo>
                      <a:pt x="21551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1" name="TextBox 1370">
                <a:extLst>
                  <a:ext uri="{FF2B5EF4-FFF2-40B4-BE49-F238E27FC236}">
                    <a16:creationId xmlns:a16="http://schemas.microsoft.com/office/drawing/2014/main" id="{F0519F83-2D83-C916-64F2-5D7DFD7EC865}"/>
                  </a:ext>
                </a:extLst>
              </p:cNvPr>
              <p:cNvSpPr txBox="1"/>
              <p:nvPr/>
            </p:nvSpPr>
            <p:spPr>
              <a:xfrm>
                <a:off x="4936102" y="5546523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A5ED664C-DE11-9301-BFE0-5F49122CAF89}"/>
                  </a:ext>
                </a:extLst>
              </p:cNvPr>
              <p:cNvSpPr/>
              <p:nvPr/>
            </p:nvSpPr>
            <p:spPr>
              <a:xfrm>
                <a:off x="4758387" y="5740787"/>
                <a:ext cx="694563" cy="12700"/>
              </a:xfrm>
              <a:custGeom>
                <a:avLst/>
                <a:gdLst>
                  <a:gd name="csX0" fmla="*/ 0 w 694563"/>
                  <a:gd name="csY0" fmla="*/ 0 h 12700"/>
                  <a:gd name="csX1" fmla="*/ 694563 w 69456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4563" h="12700">
                    <a:moveTo>
                      <a:pt x="0" y="0"/>
                    </a:moveTo>
                    <a:lnTo>
                      <a:pt x="69456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3" name="TextBox 1372">
                <a:extLst>
                  <a:ext uri="{FF2B5EF4-FFF2-40B4-BE49-F238E27FC236}">
                    <a16:creationId xmlns:a16="http://schemas.microsoft.com/office/drawing/2014/main" id="{54AD2E23-4829-BB8B-D3ED-ED8C54693613}"/>
                  </a:ext>
                </a:extLst>
              </p:cNvPr>
              <p:cNvSpPr txBox="1"/>
              <p:nvPr/>
            </p:nvSpPr>
            <p:spPr>
              <a:xfrm>
                <a:off x="4804403" y="5413499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8CA5A94D-0E0E-A171-6225-C2E12B3D7249}"/>
                  </a:ext>
                </a:extLst>
              </p:cNvPr>
              <p:cNvSpPr/>
              <p:nvPr/>
            </p:nvSpPr>
            <p:spPr>
              <a:xfrm>
                <a:off x="4494862" y="5611901"/>
                <a:ext cx="958088" cy="12700"/>
              </a:xfrm>
              <a:custGeom>
                <a:avLst/>
                <a:gdLst>
                  <a:gd name="csX0" fmla="*/ 0 w 958088"/>
                  <a:gd name="csY0" fmla="*/ 0 h 12700"/>
                  <a:gd name="csX1" fmla="*/ 958088 w 9580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8088" h="12700">
                    <a:moveTo>
                      <a:pt x="0" y="0"/>
                    </a:moveTo>
                    <a:lnTo>
                      <a:pt x="95808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375" name="Graphic 1324">
              <a:extLst>
                <a:ext uri="{FF2B5EF4-FFF2-40B4-BE49-F238E27FC236}">
                  <a16:creationId xmlns:a16="http://schemas.microsoft.com/office/drawing/2014/main" id="{7681C0DB-8231-B77D-A1F1-73F7A1C20306}"/>
                </a:ext>
              </a:extLst>
            </p:cNvPr>
            <p:cNvGrpSpPr/>
            <p:nvPr/>
          </p:nvGrpSpPr>
          <p:grpSpPr>
            <a:xfrm>
              <a:off x="3831665" y="5121726"/>
              <a:ext cx="1856510" cy="1735332"/>
              <a:chOff x="3831665" y="5121726"/>
              <a:chExt cx="1856510" cy="1735332"/>
            </a:xfrm>
          </p:grpSpPr>
          <p:sp>
            <p:nvSpPr>
              <p:cNvPr id="1376" name="Freeform 1375">
                <a:extLst>
                  <a:ext uri="{FF2B5EF4-FFF2-40B4-BE49-F238E27FC236}">
                    <a16:creationId xmlns:a16="http://schemas.microsoft.com/office/drawing/2014/main" id="{E50687C2-6130-3C11-07C9-34A3D9A8A8B3}"/>
                  </a:ext>
                </a:extLst>
              </p:cNvPr>
              <p:cNvSpPr/>
              <p:nvPr/>
            </p:nvSpPr>
            <p:spPr>
              <a:xfrm>
                <a:off x="4351224" y="5314193"/>
                <a:ext cx="12700" cy="1160145"/>
              </a:xfrm>
              <a:custGeom>
                <a:avLst/>
                <a:gdLst>
                  <a:gd name="csX0" fmla="*/ 0 w 12700"/>
                  <a:gd name="csY0" fmla="*/ 1160145 h 1160145"/>
                  <a:gd name="csX1" fmla="*/ 0 w 12700"/>
                  <a:gd name="csY1" fmla="*/ 0 h 11601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60145">
                    <a:moveTo>
                      <a:pt x="0" y="1160145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7" name="TextBox 1376">
                <a:extLst>
                  <a:ext uri="{FF2B5EF4-FFF2-40B4-BE49-F238E27FC236}">
                    <a16:creationId xmlns:a16="http://schemas.microsoft.com/office/drawing/2014/main" id="{EEDE3188-8B7E-D20D-5A56-2850DD6E69C8}"/>
                  </a:ext>
                </a:extLst>
              </p:cNvPr>
              <p:cNvSpPr txBox="1"/>
              <p:nvPr/>
            </p:nvSpPr>
            <p:spPr>
              <a:xfrm>
                <a:off x="4001298" y="6039409"/>
                <a:ext cx="40908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0.05</a:t>
                </a:r>
              </a:p>
            </p:txBody>
          </p:sp>
          <p:sp>
            <p:nvSpPr>
              <p:cNvPr id="1378" name="TextBox 1377">
                <a:extLst>
                  <a:ext uri="{FF2B5EF4-FFF2-40B4-BE49-F238E27FC236}">
                    <a16:creationId xmlns:a16="http://schemas.microsoft.com/office/drawing/2014/main" id="{49BBFAA3-EB30-0135-03A9-EE39F033507B}"/>
                  </a:ext>
                </a:extLst>
              </p:cNvPr>
              <p:cNvSpPr txBox="1"/>
              <p:nvPr/>
            </p:nvSpPr>
            <p:spPr>
              <a:xfrm>
                <a:off x="4001298" y="5709209"/>
                <a:ext cx="40908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0.06</a:t>
                </a:r>
              </a:p>
            </p:txBody>
          </p:sp>
          <p:sp>
            <p:nvSpPr>
              <p:cNvPr id="1379" name="TextBox 1378">
                <a:extLst>
                  <a:ext uri="{FF2B5EF4-FFF2-40B4-BE49-F238E27FC236}">
                    <a16:creationId xmlns:a16="http://schemas.microsoft.com/office/drawing/2014/main" id="{662B5C33-FDC2-44E1-94DB-AE9C31C0DAE0}"/>
                  </a:ext>
                </a:extLst>
              </p:cNvPr>
              <p:cNvSpPr txBox="1"/>
              <p:nvPr/>
            </p:nvSpPr>
            <p:spPr>
              <a:xfrm>
                <a:off x="4001298" y="5379009"/>
                <a:ext cx="40908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0.07</a:t>
                </a: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2AABE7C7-4EF3-810C-890B-3B95572D0359}"/>
                  </a:ext>
                </a:extLst>
              </p:cNvPr>
              <p:cNvSpPr/>
              <p:nvPr/>
            </p:nvSpPr>
            <p:spPr>
              <a:xfrm>
                <a:off x="4316427" y="6146297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2A61AF36-2A0D-8F6F-DD89-F428B680D459}"/>
                  </a:ext>
                </a:extLst>
              </p:cNvPr>
              <p:cNvSpPr/>
              <p:nvPr/>
            </p:nvSpPr>
            <p:spPr>
              <a:xfrm>
                <a:off x="4316427" y="5816097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0A463292-4034-B712-8CCF-97FE8376C54B}"/>
                  </a:ext>
                </a:extLst>
              </p:cNvPr>
              <p:cNvSpPr/>
              <p:nvPr/>
            </p:nvSpPr>
            <p:spPr>
              <a:xfrm>
                <a:off x="4316427" y="5485897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268AD465-F020-267A-67E4-5179A848674D}"/>
                  </a:ext>
                </a:extLst>
              </p:cNvPr>
              <p:cNvSpPr/>
              <p:nvPr/>
            </p:nvSpPr>
            <p:spPr>
              <a:xfrm>
                <a:off x="4351224" y="6474339"/>
                <a:ext cx="1245362" cy="12700"/>
              </a:xfrm>
              <a:custGeom>
                <a:avLst/>
                <a:gdLst>
                  <a:gd name="csX0" fmla="*/ 0 w 1245362"/>
                  <a:gd name="csY0" fmla="*/ 0 h 12700"/>
                  <a:gd name="csX1" fmla="*/ 1245362 w 124536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45362" h="12700">
                    <a:moveTo>
                      <a:pt x="0" y="0"/>
                    </a:moveTo>
                    <a:lnTo>
                      <a:pt x="124536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109C383C-6A8E-4A4D-4499-3CF4A05339D6}"/>
                  </a:ext>
                </a:extLst>
              </p:cNvPr>
              <p:cNvSpPr/>
              <p:nvPr/>
            </p:nvSpPr>
            <p:spPr>
              <a:xfrm>
                <a:off x="4494862" y="6474339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5" name="Freeform 1384">
                <a:extLst>
                  <a:ext uri="{FF2B5EF4-FFF2-40B4-BE49-F238E27FC236}">
                    <a16:creationId xmlns:a16="http://schemas.microsoft.com/office/drawing/2014/main" id="{9230B1D5-9A91-0FD5-202C-F9580BD34300}"/>
                  </a:ext>
                </a:extLst>
              </p:cNvPr>
              <p:cNvSpPr/>
              <p:nvPr/>
            </p:nvSpPr>
            <p:spPr>
              <a:xfrm>
                <a:off x="4734383" y="6474339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6" name="Freeform 1385">
                <a:extLst>
                  <a:ext uri="{FF2B5EF4-FFF2-40B4-BE49-F238E27FC236}">
                    <a16:creationId xmlns:a16="http://schemas.microsoft.com/office/drawing/2014/main" id="{7901E2C9-21D1-AC08-2669-B64FD978D58C}"/>
                  </a:ext>
                </a:extLst>
              </p:cNvPr>
              <p:cNvSpPr/>
              <p:nvPr/>
            </p:nvSpPr>
            <p:spPr>
              <a:xfrm>
                <a:off x="4973905" y="6474339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BF02ADD4-C952-5EED-4D91-77ACF033F3F8}"/>
                  </a:ext>
                </a:extLst>
              </p:cNvPr>
              <p:cNvSpPr/>
              <p:nvPr/>
            </p:nvSpPr>
            <p:spPr>
              <a:xfrm>
                <a:off x="5213427" y="6474339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8B8194EB-FCEC-96B0-7FF9-2E834F56BA0E}"/>
                  </a:ext>
                </a:extLst>
              </p:cNvPr>
              <p:cNvSpPr/>
              <p:nvPr/>
            </p:nvSpPr>
            <p:spPr>
              <a:xfrm>
                <a:off x="5452949" y="6474339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9" name="TextBox 1388">
                <a:extLst>
                  <a:ext uri="{FF2B5EF4-FFF2-40B4-BE49-F238E27FC236}">
                    <a16:creationId xmlns:a16="http://schemas.microsoft.com/office/drawing/2014/main" id="{E0B6A735-5201-9B4F-E541-6DD611B9871E}"/>
                  </a:ext>
                </a:extLst>
              </p:cNvPr>
              <p:cNvSpPr txBox="1"/>
              <p:nvPr/>
            </p:nvSpPr>
            <p:spPr>
              <a:xfrm>
                <a:off x="4359217" y="647019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390" name="TextBox 1389">
                <a:extLst>
                  <a:ext uri="{FF2B5EF4-FFF2-40B4-BE49-F238E27FC236}">
                    <a16:creationId xmlns:a16="http://schemas.microsoft.com/office/drawing/2014/main" id="{FB6E61E9-BC53-51C8-0AD9-1603489B3381}"/>
                  </a:ext>
                </a:extLst>
              </p:cNvPr>
              <p:cNvSpPr txBox="1"/>
              <p:nvPr/>
            </p:nvSpPr>
            <p:spPr>
              <a:xfrm>
                <a:off x="4627027" y="647019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391" name="TextBox 1390">
                <a:extLst>
                  <a:ext uri="{FF2B5EF4-FFF2-40B4-BE49-F238E27FC236}">
                    <a16:creationId xmlns:a16="http://schemas.microsoft.com/office/drawing/2014/main" id="{6E362D79-1C31-AD06-2D8B-49EBFF24D7CA}"/>
                  </a:ext>
                </a:extLst>
              </p:cNvPr>
              <p:cNvSpPr txBox="1"/>
              <p:nvPr/>
            </p:nvSpPr>
            <p:spPr>
              <a:xfrm>
                <a:off x="4839117" y="647019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392" name="TextBox 1391">
                <a:extLst>
                  <a:ext uri="{FF2B5EF4-FFF2-40B4-BE49-F238E27FC236}">
                    <a16:creationId xmlns:a16="http://schemas.microsoft.com/office/drawing/2014/main" id="{ACB3D56B-D111-B9DC-F768-CEDD3A471DAA}"/>
                  </a:ext>
                </a:extLst>
              </p:cNvPr>
              <p:cNvSpPr txBox="1"/>
              <p:nvPr/>
            </p:nvSpPr>
            <p:spPr>
              <a:xfrm>
                <a:off x="5052824" y="647019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393" name="TextBox 1392">
                <a:extLst>
                  <a:ext uri="{FF2B5EF4-FFF2-40B4-BE49-F238E27FC236}">
                    <a16:creationId xmlns:a16="http://schemas.microsoft.com/office/drawing/2014/main" id="{2002769A-32A0-E90B-D1CB-8AA11A68CDC8}"/>
                  </a:ext>
                </a:extLst>
              </p:cNvPr>
              <p:cNvSpPr txBox="1"/>
              <p:nvPr/>
            </p:nvSpPr>
            <p:spPr>
              <a:xfrm>
                <a:off x="5328935" y="647019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394" name="TextBox 1393">
                <a:extLst>
                  <a:ext uri="{FF2B5EF4-FFF2-40B4-BE49-F238E27FC236}">
                    <a16:creationId xmlns:a16="http://schemas.microsoft.com/office/drawing/2014/main" id="{9FA5FE72-8837-8221-743F-712ED8323A88}"/>
                  </a:ext>
                </a:extLst>
              </p:cNvPr>
              <p:cNvSpPr txBox="1"/>
              <p:nvPr/>
            </p:nvSpPr>
            <p:spPr>
              <a:xfrm>
                <a:off x="4736494" y="6603142"/>
                <a:ext cx="567784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1395" name="TextBox 1394">
                <a:extLst>
                  <a:ext uri="{FF2B5EF4-FFF2-40B4-BE49-F238E27FC236}">
                    <a16:creationId xmlns:a16="http://schemas.microsoft.com/office/drawing/2014/main" id="{FF47FD35-63DD-881A-A096-2DA681F12B06}"/>
                  </a:ext>
                </a:extLst>
              </p:cNvPr>
              <p:cNvSpPr txBox="1"/>
              <p:nvPr/>
            </p:nvSpPr>
            <p:spPr>
              <a:xfrm rot="16200000">
                <a:off x="3528857" y="5767373"/>
                <a:ext cx="859531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AUC Score</a:t>
                </a:r>
              </a:p>
            </p:txBody>
          </p:sp>
          <p:sp>
            <p:nvSpPr>
              <p:cNvPr id="1396" name="TextBox 1395">
                <a:extLst>
                  <a:ext uri="{FF2B5EF4-FFF2-40B4-BE49-F238E27FC236}">
                    <a16:creationId xmlns:a16="http://schemas.microsoft.com/office/drawing/2014/main" id="{64B0C120-1FFB-FDC3-9F58-9A989AD11032}"/>
                  </a:ext>
                </a:extLst>
              </p:cNvPr>
              <p:cNvSpPr txBox="1"/>
              <p:nvPr/>
            </p:nvSpPr>
            <p:spPr>
              <a:xfrm>
                <a:off x="4307669" y="5121726"/>
                <a:ext cx="13805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</a:t>
                </a:r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euron differentiation</a:t>
                </a:r>
              </a:p>
              <a:p>
                <a:pPr algn="ctr"/>
                <a:r>
                  <a:rPr lang="en-US" sz="10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1_NP</a:t>
                </a:r>
                <a:endPara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</p:grpSp>
      <p:sp>
        <p:nvSpPr>
          <p:cNvPr id="1466" name="Rectangle 1465">
            <a:extLst>
              <a:ext uri="{FF2B5EF4-FFF2-40B4-BE49-F238E27FC236}">
                <a16:creationId xmlns:a16="http://schemas.microsoft.com/office/drawing/2014/main" id="{B6378128-6269-5D40-88E1-435D52A955BB}"/>
              </a:ext>
            </a:extLst>
          </p:cNvPr>
          <p:cNvSpPr/>
          <p:nvPr/>
        </p:nvSpPr>
        <p:spPr>
          <a:xfrm>
            <a:off x="216659" y="6292735"/>
            <a:ext cx="6443899" cy="138759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Spatial? I guess show that 1_NP and 1_NSC exist near </a:t>
            </a:r>
            <a:r>
              <a:rPr lang="en-US" err="1"/>
              <a:t>nPPa</a:t>
            </a:r>
          </a:p>
          <a:p>
            <a:pPr algn="ctr"/>
            <a:r>
              <a:rPr lang="en-US"/>
              <a:t>Do we even need to fill up this figure</a:t>
            </a:r>
          </a:p>
        </p:txBody>
      </p:sp>
      <p:sp>
        <p:nvSpPr>
          <p:cNvPr id="1467" name="Rectangle 1466">
            <a:extLst>
              <a:ext uri="{FF2B5EF4-FFF2-40B4-BE49-F238E27FC236}">
                <a16:creationId xmlns:a16="http://schemas.microsoft.com/office/drawing/2014/main" id="{5A197880-EA9A-C5C9-9184-812545D073AA}"/>
              </a:ext>
            </a:extLst>
          </p:cNvPr>
          <p:cNvSpPr/>
          <p:nvPr/>
        </p:nvSpPr>
        <p:spPr>
          <a:xfrm>
            <a:off x="5279539" y="4663440"/>
            <a:ext cx="1407699" cy="1438102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Some ATAC?</a:t>
            </a:r>
          </a:p>
        </p:txBody>
      </p:sp>
      <p:sp>
        <p:nvSpPr>
          <p:cNvPr id="1468" name="TextBox 1467">
            <a:extLst>
              <a:ext uri="{FF2B5EF4-FFF2-40B4-BE49-F238E27FC236}">
                <a16:creationId xmlns:a16="http://schemas.microsoft.com/office/drawing/2014/main" id="{00A912F7-80FD-6A7D-C6AD-43A160C032DF}"/>
              </a:ext>
            </a:extLst>
          </p:cNvPr>
          <p:cNvSpPr txBox="1"/>
          <p:nvPr/>
        </p:nvSpPr>
        <p:spPr>
          <a:xfrm>
            <a:off x="3334092" y="4538254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g</a:t>
            </a:r>
          </a:p>
        </p:txBody>
      </p:sp>
    </p:spTree>
    <p:extLst>
      <p:ext uri="{BB962C8B-B14F-4D97-AF65-F5344CB8AC3E}">
        <p14:creationId xmlns:p14="http://schemas.microsoft.com/office/powerpoint/2010/main" val="20825871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E9A8E602-3367-06DD-622F-C1FE9FBBE5B8}"/>
              </a:ext>
            </a:extLst>
          </p:cNvPr>
          <p:cNvGrpSpPr>
            <a:grpSpLocks noChangeAspect="1"/>
          </p:cNvGrpSpPr>
          <p:nvPr/>
        </p:nvGrpSpPr>
        <p:grpSpPr>
          <a:xfrm>
            <a:off x="7140" y="97257"/>
            <a:ext cx="1924087" cy="2106939"/>
            <a:chOff x="2586820" y="2457903"/>
            <a:chExt cx="1713563" cy="1876416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3E434E4-CB9C-CF3A-1D2F-7B7FF8F4F671}"/>
                </a:ext>
              </a:extLst>
            </p:cNvPr>
            <p:cNvGrpSpPr/>
            <p:nvPr/>
          </p:nvGrpSpPr>
          <p:grpSpPr>
            <a:xfrm>
              <a:off x="2586820" y="2457903"/>
              <a:ext cx="1713563" cy="1876416"/>
              <a:chOff x="2387676" y="2751535"/>
              <a:chExt cx="1713563" cy="1876416"/>
            </a:xfrm>
          </p:grpSpPr>
          <p:pic>
            <p:nvPicPr>
              <p:cNvPr id="7" name="Graphic 6">
                <a:extLst>
                  <a:ext uri="{FF2B5EF4-FFF2-40B4-BE49-F238E27FC236}">
                    <a16:creationId xmlns:a16="http://schemas.microsoft.com/office/drawing/2014/main" id="{5098D5A4-0F79-AEBF-D55C-280E7D4FE7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3903" t="20864" r="15783"/>
              <a:stretch>
                <a:fillRect/>
              </a:stretch>
            </p:blipFill>
            <p:spPr>
              <a:xfrm>
                <a:off x="2387676" y="2939491"/>
                <a:ext cx="1713563" cy="1688460"/>
              </a:xfrm>
              <a:prstGeom prst="rect">
                <a:avLst/>
              </a:prstGeom>
            </p:spPr>
          </p:pic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4D38D92-B2A1-92F6-B16A-BA0BB5BCAD24}"/>
                  </a:ext>
                </a:extLst>
              </p:cNvPr>
              <p:cNvSpPr txBox="1"/>
              <p:nvPr/>
            </p:nvSpPr>
            <p:spPr>
              <a:xfrm>
                <a:off x="2879336" y="2751535"/>
                <a:ext cx="983707" cy="2469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2" b="1">
                    <a:latin typeface="Arial" panose="020B0604020202020204" pitchFamily="34" charset="0"/>
                    <a:cs typeface="Arial" panose="020B0604020202020204" pitchFamily="34" charset="0"/>
                  </a:rPr>
                  <a:t>6_NPO</a:t>
                </a:r>
              </a:p>
            </p:txBody>
          </p:sp>
          <p:cxnSp>
            <p:nvCxnSpPr>
              <p:cNvPr id="9" name="Straight Arrow Connector 8">
                <a:extLst>
                  <a:ext uri="{FF2B5EF4-FFF2-40B4-BE49-F238E27FC236}">
                    <a16:creationId xmlns:a16="http://schemas.microsoft.com/office/drawing/2014/main" id="{06F93F6E-084A-91FA-C8A3-D080C5841EBC}"/>
                  </a:ext>
                </a:extLst>
              </p:cNvPr>
              <p:cNvCxnSpPr/>
              <p:nvPr/>
            </p:nvCxnSpPr>
            <p:spPr>
              <a:xfrm>
                <a:off x="2717709" y="4358495"/>
                <a:ext cx="48254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Arrow Connector 9">
                <a:extLst>
                  <a:ext uri="{FF2B5EF4-FFF2-40B4-BE49-F238E27FC236}">
                    <a16:creationId xmlns:a16="http://schemas.microsoft.com/office/drawing/2014/main" id="{7F1C70D4-EEA6-1C73-66BB-FE203E0FA1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7709" y="3880430"/>
                <a:ext cx="0" cy="484632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FF2CCF7-BD95-ABAB-A89D-35F42DD0F1F2}"/>
                  </a:ext>
                </a:extLst>
              </p:cNvPr>
              <p:cNvSpPr/>
              <p:nvPr/>
            </p:nvSpPr>
            <p:spPr>
              <a:xfrm>
                <a:off x="2657271" y="4342404"/>
                <a:ext cx="517078" cy="19175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91439" tIns="45719" rIns="91439" bIns="45719">
                <a:spAutoFit/>
              </a:bodyPr>
              <a:lstStyle/>
              <a:p>
                <a:pPr algn="ctr"/>
                <a:r>
                  <a:rPr lang="en-US" sz="799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UMAP</a:t>
                </a:r>
                <a:r>
                  <a:rPr lang="en-US" sz="699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_1</a:t>
                </a:r>
                <a:endParaRPr lang="en-US" sz="1049">
                  <a:ln w="0">
                    <a:noFill/>
                  </a:ln>
                </a:endParaRPr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44D02EF-6D28-78ED-47C3-5063FC964E0C}"/>
                  </a:ext>
                </a:extLst>
              </p:cNvPr>
              <p:cNvSpPr/>
              <p:nvPr/>
            </p:nvSpPr>
            <p:spPr>
              <a:xfrm rot="16200000">
                <a:off x="2363747" y="4068278"/>
                <a:ext cx="531354" cy="19175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91439" tIns="45719" rIns="91439" bIns="45719">
                <a:spAutoFit/>
              </a:bodyPr>
              <a:lstStyle/>
              <a:p>
                <a:pPr algn="ctr"/>
                <a:r>
                  <a:rPr lang="en-US" sz="799">
                    <a:ln w="0">
                      <a:noFill/>
                    </a:ln>
                    <a:latin typeface="Arial" panose="020B0604020202020204" pitchFamily="34" charset="0"/>
                    <a:cs typeface="Arial" panose="020B0604020202020204" pitchFamily="34" charset="0"/>
                  </a:rPr>
                  <a:t>UMAP_2</a:t>
                </a:r>
                <a:endParaRPr lang="en-US" sz="1100">
                  <a:ln w="0">
                    <a:noFill/>
                  </a:ln>
                </a:endParaRPr>
              </a:p>
            </p:txBody>
          </p:sp>
        </p:grp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5C88F620-B16D-AC06-385F-83D951E1A5DC}"/>
                </a:ext>
              </a:extLst>
            </p:cNvPr>
            <p:cNvSpPr/>
            <p:nvPr/>
          </p:nvSpPr>
          <p:spPr>
            <a:xfrm>
              <a:off x="3201794" y="3223898"/>
              <a:ext cx="405102" cy="405101"/>
            </a:xfrm>
            <a:prstGeom prst="rect">
              <a:avLst/>
            </a:prstGeom>
            <a:noFill/>
            <a:ln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71"/>
            </a:p>
          </p:txBody>
        </p:sp>
      </p:grpSp>
      <p:grpSp>
        <p:nvGrpSpPr>
          <p:cNvPr id="2162" name="Group 2161">
            <a:extLst>
              <a:ext uri="{FF2B5EF4-FFF2-40B4-BE49-F238E27FC236}">
                <a16:creationId xmlns:a16="http://schemas.microsoft.com/office/drawing/2014/main" id="{039C1CF0-84FE-CBE4-3F0B-83564AD82B8E}"/>
              </a:ext>
            </a:extLst>
          </p:cNvPr>
          <p:cNvGrpSpPr/>
          <p:nvPr/>
        </p:nvGrpSpPr>
        <p:grpSpPr>
          <a:xfrm>
            <a:off x="2018566" y="3976576"/>
            <a:ext cx="3306613" cy="1831723"/>
            <a:chOff x="2358004" y="2372397"/>
            <a:chExt cx="3306613" cy="1831723"/>
          </a:xfrm>
        </p:grpSpPr>
        <p:grpSp>
          <p:nvGrpSpPr>
            <p:cNvPr id="2024" name="Graphic 2022">
              <a:extLst>
                <a:ext uri="{FF2B5EF4-FFF2-40B4-BE49-F238E27FC236}">
                  <a16:creationId xmlns:a16="http://schemas.microsoft.com/office/drawing/2014/main" id="{9700A15F-D6E9-1A52-5407-470736A42DAB}"/>
                </a:ext>
              </a:extLst>
            </p:cNvPr>
            <p:cNvGrpSpPr/>
            <p:nvPr/>
          </p:nvGrpSpPr>
          <p:grpSpPr>
            <a:xfrm>
              <a:off x="2358004" y="2372397"/>
              <a:ext cx="3306613" cy="1831723"/>
              <a:chOff x="2358004" y="2372397"/>
              <a:chExt cx="3306613" cy="1831723"/>
            </a:xfrm>
          </p:grpSpPr>
          <p:grpSp>
            <p:nvGrpSpPr>
              <p:cNvPr id="2029" name="Graphic 2022">
                <a:extLst>
                  <a:ext uri="{FF2B5EF4-FFF2-40B4-BE49-F238E27FC236}">
                    <a16:creationId xmlns:a16="http://schemas.microsoft.com/office/drawing/2014/main" id="{B5CA49BD-9E67-6799-2AC9-3873BE2ECF8F}"/>
                  </a:ext>
                </a:extLst>
              </p:cNvPr>
              <p:cNvGrpSpPr/>
              <p:nvPr/>
            </p:nvGrpSpPr>
            <p:grpSpPr>
              <a:xfrm>
                <a:off x="2659964" y="2680826"/>
                <a:ext cx="1436457" cy="1273523"/>
                <a:chOff x="2659964" y="2680826"/>
                <a:chExt cx="1436457" cy="1273523"/>
              </a:xfrm>
            </p:grpSpPr>
            <p:sp>
              <p:nvSpPr>
                <p:cNvPr id="2030" name="Freeform 2029">
                  <a:extLst>
                    <a:ext uri="{FF2B5EF4-FFF2-40B4-BE49-F238E27FC236}">
                      <a16:creationId xmlns:a16="http://schemas.microsoft.com/office/drawing/2014/main" id="{0C70882A-4056-EF4D-E5E9-4FF1DCD65CCE}"/>
                    </a:ext>
                  </a:extLst>
                </p:cNvPr>
                <p:cNvSpPr/>
                <p:nvPr/>
              </p:nvSpPr>
              <p:spPr>
                <a:xfrm>
                  <a:off x="2667417" y="2700987"/>
                  <a:ext cx="1429004" cy="1253362"/>
                </a:xfrm>
                <a:custGeom>
                  <a:avLst/>
                  <a:gdLst>
                    <a:gd name="csX0" fmla="*/ 0 w 1429004"/>
                    <a:gd name="csY0" fmla="*/ 0 h 1253362"/>
                    <a:gd name="csX1" fmla="*/ 1429004 w 1429004"/>
                    <a:gd name="csY1" fmla="*/ 0 h 1253362"/>
                    <a:gd name="csX2" fmla="*/ 1429004 w 1429004"/>
                    <a:gd name="csY2" fmla="*/ 1253363 h 1253362"/>
                    <a:gd name="csX3" fmla="*/ 0 w 1429004"/>
                    <a:gd name="csY3" fmla="*/ 1253363 h 12533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429004" h="1253362">
                      <a:moveTo>
                        <a:pt x="0" y="0"/>
                      </a:moveTo>
                      <a:lnTo>
                        <a:pt x="1429004" y="0"/>
                      </a:lnTo>
                      <a:lnTo>
                        <a:pt x="1429004" y="1253363"/>
                      </a:lnTo>
                      <a:lnTo>
                        <a:pt x="0" y="12533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1" name="Freeform 2030">
                  <a:extLst>
                    <a:ext uri="{FF2B5EF4-FFF2-40B4-BE49-F238E27FC236}">
                      <a16:creationId xmlns:a16="http://schemas.microsoft.com/office/drawing/2014/main" id="{D0330B0A-BD43-ED8D-DBF5-CA56352DC68F}"/>
                    </a:ext>
                  </a:extLst>
                </p:cNvPr>
                <p:cNvSpPr/>
                <p:nvPr/>
              </p:nvSpPr>
              <p:spPr>
                <a:xfrm>
                  <a:off x="2832390" y="3244547"/>
                  <a:ext cx="12700" cy="76327"/>
                </a:xfrm>
                <a:custGeom>
                  <a:avLst/>
                  <a:gdLst>
                    <a:gd name="csX0" fmla="*/ 0 w 12700"/>
                    <a:gd name="csY0" fmla="*/ 76327 h 76327"/>
                    <a:gd name="csX1" fmla="*/ 0 w 12700"/>
                    <a:gd name="csY1" fmla="*/ 0 h 763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6327">
                      <a:moveTo>
                        <a:pt x="0" y="76327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2" name="Freeform 2031">
                  <a:extLst>
                    <a:ext uri="{FF2B5EF4-FFF2-40B4-BE49-F238E27FC236}">
                      <a16:creationId xmlns:a16="http://schemas.microsoft.com/office/drawing/2014/main" id="{1D72BF25-66F4-49CF-E84E-DA8FD65C4D81}"/>
                    </a:ext>
                  </a:extLst>
                </p:cNvPr>
                <p:cNvSpPr/>
                <p:nvPr/>
              </p:nvSpPr>
              <p:spPr>
                <a:xfrm>
                  <a:off x="2832390" y="3403424"/>
                  <a:ext cx="12700" cy="13081"/>
                </a:xfrm>
                <a:custGeom>
                  <a:avLst/>
                  <a:gdLst>
                    <a:gd name="csX0" fmla="*/ 0 w 12700"/>
                    <a:gd name="csY0" fmla="*/ 0 h 13081"/>
                    <a:gd name="csX1" fmla="*/ 0 w 12700"/>
                    <a:gd name="csY1" fmla="*/ 13081 h 1308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081">
                      <a:moveTo>
                        <a:pt x="0" y="0"/>
                      </a:moveTo>
                      <a:lnTo>
                        <a:pt x="0" y="1308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3" name="Freeform 2032">
                  <a:extLst>
                    <a:ext uri="{FF2B5EF4-FFF2-40B4-BE49-F238E27FC236}">
                      <a16:creationId xmlns:a16="http://schemas.microsoft.com/office/drawing/2014/main" id="{EF234337-BCF4-6B48-C9AB-F64E04C24461}"/>
                    </a:ext>
                  </a:extLst>
                </p:cNvPr>
                <p:cNvSpPr/>
                <p:nvPr/>
              </p:nvSpPr>
              <p:spPr>
                <a:xfrm>
                  <a:off x="2749967" y="3320873"/>
                  <a:ext cx="164845" cy="82550"/>
                </a:xfrm>
                <a:custGeom>
                  <a:avLst/>
                  <a:gdLst>
                    <a:gd name="csX0" fmla="*/ 0 w 164845"/>
                    <a:gd name="csY0" fmla="*/ 0 h 82550"/>
                    <a:gd name="csX1" fmla="*/ 0 w 164845"/>
                    <a:gd name="csY1" fmla="*/ 82550 h 82550"/>
                    <a:gd name="csX2" fmla="*/ 164846 w 164845"/>
                    <a:gd name="csY2" fmla="*/ 82550 h 82550"/>
                    <a:gd name="csX3" fmla="*/ 164846 w 164845"/>
                    <a:gd name="csY3" fmla="*/ 0 h 82550"/>
                    <a:gd name="csX4" fmla="*/ 0 w 164845"/>
                    <a:gd name="csY4" fmla="*/ 0 h 825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845" h="82550">
                      <a:moveTo>
                        <a:pt x="0" y="0"/>
                      </a:moveTo>
                      <a:lnTo>
                        <a:pt x="0" y="82550"/>
                      </a:lnTo>
                      <a:lnTo>
                        <a:pt x="164846" y="82550"/>
                      </a:lnTo>
                      <a:lnTo>
                        <a:pt x="1648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4" name="Freeform 2033">
                  <a:extLst>
                    <a:ext uri="{FF2B5EF4-FFF2-40B4-BE49-F238E27FC236}">
                      <a16:creationId xmlns:a16="http://schemas.microsoft.com/office/drawing/2014/main" id="{4B92128D-8B28-CA42-D53E-8FB5E8D0A0E3}"/>
                    </a:ext>
                  </a:extLst>
                </p:cNvPr>
                <p:cNvSpPr/>
                <p:nvPr/>
              </p:nvSpPr>
              <p:spPr>
                <a:xfrm>
                  <a:off x="2749967" y="3355545"/>
                  <a:ext cx="164846" cy="12700"/>
                </a:xfrm>
                <a:custGeom>
                  <a:avLst/>
                  <a:gdLst>
                    <a:gd name="csX0" fmla="*/ 0 w 164846"/>
                    <a:gd name="csY0" fmla="*/ 0 h 12700"/>
                    <a:gd name="csX1" fmla="*/ 164846 w 16484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846" h="12700">
                      <a:moveTo>
                        <a:pt x="0" y="0"/>
                      </a:moveTo>
                      <a:lnTo>
                        <a:pt x="16484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5" name="Freeform 2034">
                  <a:extLst>
                    <a:ext uri="{FF2B5EF4-FFF2-40B4-BE49-F238E27FC236}">
                      <a16:creationId xmlns:a16="http://schemas.microsoft.com/office/drawing/2014/main" id="{F0E9B4D5-05AE-92C8-A038-99CB03CFC8CD}"/>
                    </a:ext>
                  </a:extLst>
                </p:cNvPr>
                <p:cNvSpPr/>
                <p:nvPr/>
              </p:nvSpPr>
              <p:spPr>
                <a:xfrm>
                  <a:off x="3107218" y="3246071"/>
                  <a:ext cx="12700" cy="60578"/>
                </a:xfrm>
                <a:custGeom>
                  <a:avLst/>
                  <a:gdLst>
                    <a:gd name="csX0" fmla="*/ 0 w 12700"/>
                    <a:gd name="csY0" fmla="*/ 60579 h 60578"/>
                    <a:gd name="csX1" fmla="*/ 0 w 12700"/>
                    <a:gd name="csY1" fmla="*/ 0 h 6057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0578">
                      <a:moveTo>
                        <a:pt x="0" y="60579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6" name="Freeform 2035">
                  <a:extLst>
                    <a:ext uri="{FF2B5EF4-FFF2-40B4-BE49-F238E27FC236}">
                      <a16:creationId xmlns:a16="http://schemas.microsoft.com/office/drawing/2014/main" id="{E8A338A4-B372-5114-373B-378B5B0DF5ED}"/>
                    </a:ext>
                  </a:extLst>
                </p:cNvPr>
                <p:cNvSpPr/>
                <p:nvPr/>
              </p:nvSpPr>
              <p:spPr>
                <a:xfrm>
                  <a:off x="3107218" y="3365197"/>
                  <a:ext cx="12700" cy="61340"/>
                </a:xfrm>
                <a:custGeom>
                  <a:avLst/>
                  <a:gdLst>
                    <a:gd name="csX0" fmla="*/ 0 w 12700"/>
                    <a:gd name="csY0" fmla="*/ 0 h 61340"/>
                    <a:gd name="csX1" fmla="*/ 0 w 12700"/>
                    <a:gd name="csY1" fmla="*/ 61341 h 6134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1340">
                      <a:moveTo>
                        <a:pt x="0" y="0"/>
                      </a:moveTo>
                      <a:lnTo>
                        <a:pt x="0" y="6134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7" name="Freeform 2036">
                  <a:extLst>
                    <a:ext uri="{FF2B5EF4-FFF2-40B4-BE49-F238E27FC236}">
                      <a16:creationId xmlns:a16="http://schemas.microsoft.com/office/drawing/2014/main" id="{F0C9F3E0-141C-21A7-F770-0BFC229BB987}"/>
                    </a:ext>
                  </a:extLst>
                </p:cNvPr>
                <p:cNvSpPr/>
                <p:nvPr/>
              </p:nvSpPr>
              <p:spPr>
                <a:xfrm>
                  <a:off x="3024667" y="3306649"/>
                  <a:ext cx="164973" cy="58547"/>
                </a:xfrm>
                <a:custGeom>
                  <a:avLst/>
                  <a:gdLst>
                    <a:gd name="csX0" fmla="*/ 0 w 164973"/>
                    <a:gd name="csY0" fmla="*/ 0 h 58547"/>
                    <a:gd name="csX1" fmla="*/ 0 w 164973"/>
                    <a:gd name="csY1" fmla="*/ 58547 h 58547"/>
                    <a:gd name="csX2" fmla="*/ 164973 w 164973"/>
                    <a:gd name="csY2" fmla="*/ 58547 h 58547"/>
                    <a:gd name="csX3" fmla="*/ 164973 w 164973"/>
                    <a:gd name="csY3" fmla="*/ 0 h 58547"/>
                    <a:gd name="csX4" fmla="*/ 0 w 164973"/>
                    <a:gd name="csY4" fmla="*/ 0 h 5854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973" h="58547">
                      <a:moveTo>
                        <a:pt x="0" y="0"/>
                      </a:moveTo>
                      <a:lnTo>
                        <a:pt x="0" y="58547"/>
                      </a:lnTo>
                      <a:lnTo>
                        <a:pt x="164973" y="58547"/>
                      </a:lnTo>
                      <a:lnTo>
                        <a:pt x="1649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8" name="Freeform 2037">
                  <a:extLst>
                    <a:ext uri="{FF2B5EF4-FFF2-40B4-BE49-F238E27FC236}">
                      <a16:creationId xmlns:a16="http://schemas.microsoft.com/office/drawing/2014/main" id="{E1ACD46F-763A-5907-176A-FDD77FC78D8B}"/>
                    </a:ext>
                  </a:extLst>
                </p:cNvPr>
                <p:cNvSpPr/>
                <p:nvPr/>
              </p:nvSpPr>
              <p:spPr>
                <a:xfrm>
                  <a:off x="3024668" y="3323541"/>
                  <a:ext cx="164972" cy="12700"/>
                </a:xfrm>
                <a:custGeom>
                  <a:avLst/>
                  <a:gdLst>
                    <a:gd name="csX0" fmla="*/ 0 w 164972"/>
                    <a:gd name="csY0" fmla="*/ 0 h 12700"/>
                    <a:gd name="csX1" fmla="*/ 164973 w 16497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972" h="12700">
                      <a:moveTo>
                        <a:pt x="0" y="0"/>
                      </a:moveTo>
                      <a:lnTo>
                        <a:pt x="164973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39" name="Freeform 2038">
                  <a:extLst>
                    <a:ext uri="{FF2B5EF4-FFF2-40B4-BE49-F238E27FC236}">
                      <a16:creationId xmlns:a16="http://schemas.microsoft.com/office/drawing/2014/main" id="{AABFC41A-E7F3-2465-B1F0-AF3EAB37922E}"/>
                    </a:ext>
                  </a:extLst>
                </p:cNvPr>
                <p:cNvSpPr/>
                <p:nvPr/>
              </p:nvSpPr>
              <p:spPr>
                <a:xfrm>
                  <a:off x="3381919" y="3381453"/>
                  <a:ext cx="12700" cy="47243"/>
                </a:xfrm>
                <a:custGeom>
                  <a:avLst/>
                  <a:gdLst>
                    <a:gd name="csX0" fmla="*/ 0 w 12700"/>
                    <a:gd name="csY0" fmla="*/ 47244 h 47243"/>
                    <a:gd name="csX1" fmla="*/ 0 w 12700"/>
                    <a:gd name="csY1" fmla="*/ 0 h 472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7243">
                      <a:moveTo>
                        <a:pt x="0" y="4724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0" name="Freeform 2039">
                  <a:extLst>
                    <a:ext uri="{FF2B5EF4-FFF2-40B4-BE49-F238E27FC236}">
                      <a16:creationId xmlns:a16="http://schemas.microsoft.com/office/drawing/2014/main" id="{1E76DDAF-D4EC-EF66-1FDD-532607EFB312}"/>
                    </a:ext>
                  </a:extLst>
                </p:cNvPr>
                <p:cNvSpPr/>
                <p:nvPr/>
              </p:nvSpPr>
              <p:spPr>
                <a:xfrm>
                  <a:off x="3381919" y="3523185"/>
                  <a:ext cx="12700" cy="47244"/>
                </a:xfrm>
                <a:custGeom>
                  <a:avLst/>
                  <a:gdLst>
                    <a:gd name="csX0" fmla="*/ 0 w 12700"/>
                    <a:gd name="csY0" fmla="*/ 0 h 47244"/>
                    <a:gd name="csX1" fmla="*/ 0 w 12700"/>
                    <a:gd name="csY1" fmla="*/ 47244 h 472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7244">
                      <a:moveTo>
                        <a:pt x="0" y="0"/>
                      </a:moveTo>
                      <a:lnTo>
                        <a:pt x="0" y="4724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05D2ABA-17CA-772F-9930-DFABE94A6D6C}"/>
                    </a:ext>
                  </a:extLst>
                </p:cNvPr>
                <p:cNvSpPr/>
                <p:nvPr/>
              </p:nvSpPr>
              <p:spPr>
                <a:xfrm>
                  <a:off x="3299495" y="3428696"/>
                  <a:ext cx="164973" cy="94488"/>
                </a:xfrm>
                <a:custGeom>
                  <a:avLst/>
                  <a:gdLst>
                    <a:gd name="csX0" fmla="*/ 0 w 164973"/>
                    <a:gd name="csY0" fmla="*/ 0 h 94488"/>
                    <a:gd name="csX1" fmla="*/ 0 w 164973"/>
                    <a:gd name="csY1" fmla="*/ 94488 h 94488"/>
                    <a:gd name="csX2" fmla="*/ 164973 w 164973"/>
                    <a:gd name="csY2" fmla="*/ 94488 h 94488"/>
                    <a:gd name="csX3" fmla="*/ 164973 w 164973"/>
                    <a:gd name="csY3" fmla="*/ 0 h 94488"/>
                    <a:gd name="csX4" fmla="*/ 0 w 164973"/>
                    <a:gd name="csY4" fmla="*/ 0 h 9448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973" h="94488">
                      <a:moveTo>
                        <a:pt x="0" y="0"/>
                      </a:moveTo>
                      <a:lnTo>
                        <a:pt x="0" y="94488"/>
                      </a:lnTo>
                      <a:lnTo>
                        <a:pt x="164973" y="94488"/>
                      </a:lnTo>
                      <a:lnTo>
                        <a:pt x="1649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0798B3D5-C7A1-4E59-B40D-E1E2A4F0EEEF}"/>
                    </a:ext>
                  </a:extLst>
                </p:cNvPr>
                <p:cNvSpPr/>
                <p:nvPr/>
              </p:nvSpPr>
              <p:spPr>
                <a:xfrm>
                  <a:off x="3299496" y="3475941"/>
                  <a:ext cx="164972" cy="12700"/>
                </a:xfrm>
                <a:custGeom>
                  <a:avLst/>
                  <a:gdLst>
                    <a:gd name="csX0" fmla="*/ 0 w 164972"/>
                    <a:gd name="csY0" fmla="*/ 0 h 12700"/>
                    <a:gd name="csX1" fmla="*/ 164973 w 16497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972" h="12700">
                      <a:moveTo>
                        <a:pt x="0" y="0"/>
                      </a:moveTo>
                      <a:lnTo>
                        <a:pt x="164973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90A434D-C808-1791-32B6-CC50654ADD93}"/>
                    </a:ext>
                  </a:extLst>
                </p:cNvPr>
                <p:cNvSpPr/>
                <p:nvPr/>
              </p:nvSpPr>
              <p:spPr>
                <a:xfrm>
                  <a:off x="3931575" y="3380437"/>
                  <a:ext cx="12700" cy="24003"/>
                </a:xfrm>
                <a:custGeom>
                  <a:avLst/>
                  <a:gdLst>
                    <a:gd name="csX0" fmla="*/ 0 w 12700"/>
                    <a:gd name="csY0" fmla="*/ 24003 h 24003"/>
                    <a:gd name="csX1" fmla="*/ 0 w 12700"/>
                    <a:gd name="csY1" fmla="*/ 0 h 2400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4003">
                      <a:moveTo>
                        <a:pt x="0" y="24003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994A5C66-9459-BB21-531A-89B78164022E}"/>
                    </a:ext>
                  </a:extLst>
                </p:cNvPr>
                <p:cNvSpPr/>
                <p:nvPr/>
              </p:nvSpPr>
              <p:spPr>
                <a:xfrm>
                  <a:off x="3931575" y="3571445"/>
                  <a:ext cx="12700" cy="36575"/>
                </a:xfrm>
                <a:custGeom>
                  <a:avLst/>
                  <a:gdLst>
                    <a:gd name="csX0" fmla="*/ 0 w 12700"/>
                    <a:gd name="csY0" fmla="*/ 0 h 36575"/>
                    <a:gd name="csX1" fmla="*/ 0 w 12700"/>
                    <a:gd name="csY1" fmla="*/ 36576 h 365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6575">
                      <a:moveTo>
                        <a:pt x="0" y="0"/>
                      </a:moveTo>
                      <a:lnTo>
                        <a:pt x="0" y="36576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5" name="Freeform 2044">
                  <a:extLst>
                    <a:ext uri="{FF2B5EF4-FFF2-40B4-BE49-F238E27FC236}">
                      <a16:creationId xmlns:a16="http://schemas.microsoft.com/office/drawing/2014/main" id="{FD8DA542-1365-0013-DCC6-7BBB9CD6E955}"/>
                    </a:ext>
                  </a:extLst>
                </p:cNvPr>
                <p:cNvSpPr/>
                <p:nvPr/>
              </p:nvSpPr>
              <p:spPr>
                <a:xfrm>
                  <a:off x="3849151" y="3404440"/>
                  <a:ext cx="164846" cy="167005"/>
                </a:xfrm>
                <a:custGeom>
                  <a:avLst/>
                  <a:gdLst>
                    <a:gd name="csX0" fmla="*/ 0 w 164846"/>
                    <a:gd name="csY0" fmla="*/ 0 h 167005"/>
                    <a:gd name="csX1" fmla="*/ 0 w 164846"/>
                    <a:gd name="csY1" fmla="*/ 167005 h 167005"/>
                    <a:gd name="csX2" fmla="*/ 164846 w 164846"/>
                    <a:gd name="csY2" fmla="*/ 167005 h 167005"/>
                    <a:gd name="csX3" fmla="*/ 164846 w 164846"/>
                    <a:gd name="csY3" fmla="*/ 0 h 167005"/>
                    <a:gd name="csX4" fmla="*/ 0 w 164846"/>
                    <a:gd name="csY4" fmla="*/ 0 h 16700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846" h="167005">
                      <a:moveTo>
                        <a:pt x="0" y="0"/>
                      </a:moveTo>
                      <a:lnTo>
                        <a:pt x="0" y="167005"/>
                      </a:lnTo>
                      <a:lnTo>
                        <a:pt x="164846" y="167005"/>
                      </a:lnTo>
                      <a:lnTo>
                        <a:pt x="1648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6" name="Freeform 2045">
                  <a:extLst>
                    <a:ext uri="{FF2B5EF4-FFF2-40B4-BE49-F238E27FC236}">
                      <a16:creationId xmlns:a16="http://schemas.microsoft.com/office/drawing/2014/main" id="{E4EEAD97-522C-F6E7-B2A8-55CBBB7924E2}"/>
                    </a:ext>
                  </a:extLst>
                </p:cNvPr>
                <p:cNvSpPr/>
                <p:nvPr/>
              </p:nvSpPr>
              <p:spPr>
                <a:xfrm>
                  <a:off x="3849152" y="3451938"/>
                  <a:ext cx="164845" cy="12700"/>
                </a:xfrm>
                <a:custGeom>
                  <a:avLst/>
                  <a:gdLst>
                    <a:gd name="csX0" fmla="*/ 0 w 164845"/>
                    <a:gd name="csY0" fmla="*/ 0 h 12700"/>
                    <a:gd name="csX1" fmla="*/ 164846 w 16484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845" h="12700">
                      <a:moveTo>
                        <a:pt x="0" y="0"/>
                      </a:moveTo>
                      <a:lnTo>
                        <a:pt x="16484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7" name="Freeform 2046">
                  <a:extLst>
                    <a:ext uri="{FF2B5EF4-FFF2-40B4-BE49-F238E27FC236}">
                      <a16:creationId xmlns:a16="http://schemas.microsoft.com/office/drawing/2014/main" id="{358CA8F9-0250-D337-A145-0280E3A3AF74}"/>
                    </a:ext>
                  </a:extLst>
                </p:cNvPr>
                <p:cNvSpPr/>
                <p:nvPr/>
              </p:nvSpPr>
              <p:spPr>
                <a:xfrm>
                  <a:off x="3386745" y="355188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8" name="Freeform 2047">
                  <a:extLst>
                    <a:ext uri="{FF2B5EF4-FFF2-40B4-BE49-F238E27FC236}">
                      <a16:creationId xmlns:a16="http://schemas.microsoft.com/office/drawing/2014/main" id="{EF736F20-0ABE-DD82-EE45-2794D90F7A69}"/>
                    </a:ext>
                  </a:extLst>
                </p:cNvPr>
                <p:cNvSpPr/>
                <p:nvPr/>
              </p:nvSpPr>
              <p:spPr>
                <a:xfrm>
                  <a:off x="3113187" y="335313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9BCE8E1E-E569-A2CA-670B-F5B1B259E920}"/>
                    </a:ext>
                  </a:extLst>
                </p:cNvPr>
                <p:cNvSpPr/>
                <p:nvPr/>
              </p:nvSpPr>
              <p:spPr>
                <a:xfrm>
                  <a:off x="3077373" y="330576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FCFA1204-1032-E5AD-CA7F-52A07B0434A5}"/>
                    </a:ext>
                  </a:extLst>
                </p:cNvPr>
                <p:cNvSpPr/>
                <p:nvPr/>
              </p:nvSpPr>
              <p:spPr>
                <a:xfrm>
                  <a:off x="3931702" y="336240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602C0531-5D08-06BC-F2C8-21378383BC1E}"/>
                    </a:ext>
                  </a:extLst>
                </p:cNvPr>
                <p:cNvSpPr/>
                <p:nvPr/>
              </p:nvSpPr>
              <p:spPr>
                <a:xfrm>
                  <a:off x="2822103" y="332887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6BE06D19-B74B-94AD-A68C-ACFF2DB5825A}"/>
                    </a:ext>
                  </a:extLst>
                </p:cNvPr>
                <p:cNvSpPr/>
                <p:nvPr/>
              </p:nvSpPr>
              <p:spPr>
                <a:xfrm>
                  <a:off x="3914557" y="358338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3" name="Freeform 2052">
                  <a:extLst>
                    <a:ext uri="{FF2B5EF4-FFF2-40B4-BE49-F238E27FC236}">
                      <a16:creationId xmlns:a16="http://schemas.microsoft.com/office/drawing/2014/main" id="{AE7C42D7-10CB-58CE-D331-ECC9D0D376F1}"/>
                    </a:ext>
                  </a:extLst>
                </p:cNvPr>
                <p:cNvSpPr/>
                <p:nvPr/>
              </p:nvSpPr>
              <p:spPr>
                <a:xfrm>
                  <a:off x="2827310" y="322664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4" name="Freeform 2053">
                  <a:extLst>
                    <a:ext uri="{FF2B5EF4-FFF2-40B4-BE49-F238E27FC236}">
                      <a16:creationId xmlns:a16="http://schemas.microsoft.com/office/drawing/2014/main" id="{FA281273-CE1A-388A-D99D-CD8B0830D2C2}"/>
                    </a:ext>
                  </a:extLst>
                </p:cNvPr>
                <p:cNvSpPr/>
                <p:nvPr/>
              </p:nvSpPr>
              <p:spPr>
                <a:xfrm>
                  <a:off x="3893475" y="358973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5" name="Freeform 2054">
                  <a:extLst>
                    <a:ext uri="{FF2B5EF4-FFF2-40B4-BE49-F238E27FC236}">
                      <a16:creationId xmlns:a16="http://schemas.microsoft.com/office/drawing/2014/main" id="{03D03E2A-8E22-8483-B9FE-8E904EA51DF8}"/>
                    </a:ext>
                  </a:extLst>
                </p:cNvPr>
                <p:cNvSpPr/>
                <p:nvPr/>
              </p:nvSpPr>
              <p:spPr>
                <a:xfrm>
                  <a:off x="2822992" y="339834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6" name="Freeform 2055">
                  <a:extLst>
                    <a:ext uri="{FF2B5EF4-FFF2-40B4-BE49-F238E27FC236}">
                      <a16:creationId xmlns:a16="http://schemas.microsoft.com/office/drawing/2014/main" id="{DFEDDBFA-B089-A47B-D11E-5695213FEAA4}"/>
                    </a:ext>
                  </a:extLst>
                </p:cNvPr>
                <p:cNvSpPr/>
                <p:nvPr/>
              </p:nvSpPr>
              <p:spPr>
                <a:xfrm>
                  <a:off x="3924844" y="3462225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7" name="Freeform 2056">
                  <a:extLst>
                    <a:ext uri="{FF2B5EF4-FFF2-40B4-BE49-F238E27FC236}">
                      <a16:creationId xmlns:a16="http://schemas.microsoft.com/office/drawing/2014/main" id="{80DA6F4B-6052-5332-8195-A9ECB0F54F4D}"/>
                    </a:ext>
                  </a:extLst>
                </p:cNvPr>
                <p:cNvSpPr/>
                <p:nvPr/>
              </p:nvSpPr>
              <p:spPr>
                <a:xfrm>
                  <a:off x="2811943" y="32942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8" name="Freeform 2057">
                  <a:extLst>
                    <a:ext uri="{FF2B5EF4-FFF2-40B4-BE49-F238E27FC236}">
                      <a16:creationId xmlns:a16="http://schemas.microsoft.com/office/drawing/2014/main" id="{EF72DFDB-6874-129D-5396-3D3C82CE87D0}"/>
                    </a:ext>
                  </a:extLst>
                </p:cNvPr>
                <p:cNvSpPr/>
                <p:nvPr/>
              </p:nvSpPr>
              <p:spPr>
                <a:xfrm>
                  <a:off x="3925606" y="3405329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59" name="Freeform 2058">
                  <a:extLst>
                    <a:ext uri="{FF2B5EF4-FFF2-40B4-BE49-F238E27FC236}">
                      <a16:creationId xmlns:a16="http://schemas.microsoft.com/office/drawing/2014/main" id="{D8414D4C-FD28-46D4-4886-9F956A983B27}"/>
                    </a:ext>
                  </a:extLst>
                </p:cNvPr>
                <p:cNvSpPr/>
                <p:nvPr/>
              </p:nvSpPr>
              <p:spPr>
                <a:xfrm>
                  <a:off x="2838232" y="360865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0" name="Freeform 2059">
                  <a:extLst>
                    <a:ext uri="{FF2B5EF4-FFF2-40B4-BE49-F238E27FC236}">
                      <a16:creationId xmlns:a16="http://schemas.microsoft.com/office/drawing/2014/main" id="{EBF137D7-BFEE-4031-D7A3-E377CC8C871E}"/>
                    </a:ext>
                  </a:extLst>
                </p:cNvPr>
                <p:cNvSpPr/>
                <p:nvPr/>
              </p:nvSpPr>
              <p:spPr>
                <a:xfrm>
                  <a:off x="3075722" y="330144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1" name="Freeform 2060">
                  <a:extLst>
                    <a:ext uri="{FF2B5EF4-FFF2-40B4-BE49-F238E27FC236}">
                      <a16:creationId xmlns:a16="http://schemas.microsoft.com/office/drawing/2014/main" id="{24A53C30-8807-BBC4-597E-DE66ABB61ABB}"/>
                    </a:ext>
                  </a:extLst>
                </p:cNvPr>
                <p:cNvSpPr/>
                <p:nvPr/>
              </p:nvSpPr>
              <p:spPr>
                <a:xfrm>
                  <a:off x="3911509" y="338043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2" name="Freeform 2061">
                  <a:extLst>
                    <a:ext uri="{FF2B5EF4-FFF2-40B4-BE49-F238E27FC236}">
                      <a16:creationId xmlns:a16="http://schemas.microsoft.com/office/drawing/2014/main" id="{3C0157C5-C935-CBF6-0784-A3ABF144CC15}"/>
                    </a:ext>
                  </a:extLst>
                </p:cNvPr>
                <p:cNvSpPr/>
                <p:nvPr/>
              </p:nvSpPr>
              <p:spPr>
                <a:xfrm>
                  <a:off x="2838486" y="334652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3" name="Freeform 2062">
                  <a:extLst>
                    <a:ext uri="{FF2B5EF4-FFF2-40B4-BE49-F238E27FC236}">
                      <a16:creationId xmlns:a16="http://schemas.microsoft.com/office/drawing/2014/main" id="{5E941E10-33A4-4F62-09A4-96F3CFCE97E1}"/>
                    </a:ext>
                  </a:extLst>
                </p:cNvPr>
                <p:cNvSpPr/>
                <p:nvPr/>
              </p:nvSpPr>
              <p:spPr>
                <a:xfrm>
                  <a:off x="3390174" y="336303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4" name="Freeform 2063">
                  <a:extLst>
                    <a:ext uri="{FF2B5EF4-FFF2-40B4-BE49-F238E27FC236}">
                      <a16:creationId xmlns:a16="http://schemas.microsoft.com/office/drawing/2014/main" id="{9F011E75-9026-ECC7-3AB2-DE81FF3654BF}"/>
                    </a:ext>
                  </a:extLst>
                </p:cNvPr>
                <p:cNvSpPr/>
                <p:nvPr/>
              </p:nvSpPr>
              <p:spPr>
                <a:xfrm>
                  <a:off x="3068102" y="334081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5" name="Freeform 2064">
                  <a:extLst>
                    <a:ext uri="{FF2B5EF4-FFF2-40B4-BE49-F238E27FC236}">
                      <a16:creationId xmlns:a16="http://schemas.microsoft.com/office/drawing/2014/main" id="{84D9FF8A-EE3F-84FC-8128-207B57FDCA54}"/>
                    </a:ext>
                  </a:extLst>
                </p:cNvPr>
                <p:cNvSpPr/>
                <p:nvPr/>
              </p:nvSpPr>
              <p:spPr>
                <a:xfrm>
                  <a:off x="3087787" y="322816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6" name="Freeform 2065">
                  <a:extLst>
                    <a:ext uri="{FF2B5EF4-FFF2-40B4-BE49-F238E27FC236}">
                      <a16:creationId xmlns:a16="http://schemas.microsoft.com/office/drawing/2014/main" id="{23D4E8BB-5345-13B6-FF53-89098EEB3EAE}"/>
                    </a:ext>
                  </a:extLst>
                </p:cNvPr>
                <p:cNvSpPr/>
                <p:nvPr/>
              </p:nvSpPr>
              <p:spPr>
                <a:xfrm>
                  <a:off x="3642015" y="323654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7" name="Freeform 2066">
                  <a:extLst>
                    <a:ext uri="{FF2B5EF4-FFF2-40B4-BE49-F238E27FC236}">
                      <a16:creationId xmlns:a16="http://schemas.microsoft.com/office/drawing/2014/main" id="{29047954-1488-9A9A-9AA1-2CE5F2E22A44}"/>
                    </a:ext>
                  </a:extLst>
                </p:cNvPr>
                <p:cNvSpPr/>
                <p:nvPr/>
              </p:nvSpPr>
              <p:spPr>
                <a:xfrm>
                  <a:off x="3111282" y="340888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8" name="Freeform 2067">
                  <a:extLst>
                    <a:ext uri="{FF2B5EF4-FFF2-40B4-BE49-F238E27FC236}">
                      <a16:creationId xmlns:a16="http://schemas.microsoft.com/office/drawing/2014/main" id="{2E7F627A-ED09-C576-283E-B48129EC94D0}"/>
                    </a:ext>
                  </a:extLst>
                </p:cNvPr>
                <p:cNvSpPr/>
                <p:nvPr/>
              </p:nvSpPr>
              <p:spPr>
                <a:xfrm>
                  <a:off x="3069245" y="327515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69" name="TextBox 2068">
                  <a:extLst>
                    <a:ext uri="{FF2B5EF4-FFF2-40B4-BE49-F238E27FC236}">
                      <a16:creationId xmlns:a16="http://schemas.microsoft.com/office/drawing/2014/main" id="{510DDFB5-598D-DC5C-1067-0C0E4078B1E1}"/>
                    </a:ext>
                  </a:extLst>
                </p:cNvPr>
                <p:cNvSpPr txBox="1"/>
                <p:nvPr/>
              </p:nvSpPr>
              <p:spPr>
                <a:xfrm>
                  <a:off x="2659964" y="3000183"/>
                  <a:ext cx="562975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0.714</a:t>
                  </a:r>
                </a:p>
              </p:txBody>
            </p:sp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338CBAAD-2E15-8EC0-4CDB-8F3AC6164D8B}"/>
                    </a:ext>
                  </a:extLst>
                </p:cNvPr>
                <p:cNvSpPr/>
                <p:nvPr/>
              </p:nvSpPr>
              <p:spPr>
                <a:xfrm>
                  <a:off x="2832390" y="3147265"/>
                  <a:ext cx="247269" cy="12700"/>
                </a:xfrm>
                <a:custGeom>
                  <a:avLst/>
                  <a:gdLst>
                    <a:gd name="csX0" fmla="*/ 0 w 247269"/>
                    <a:gd name="csY0" fmla="*/ 0 h 12700"/>
                    <a:gd name="csX1" fmla="*/ 247269 w 247269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7269" h="12700">
                      <a:moveTo>
                        <a:pt x="0" y="0"/>
                      </a:moveTo>
                      <a:lnTo>
                        <a:pt x="247269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71" name="TextBox 2070">
                  <a:extLst>
                    <a:ext uri="{FF2B5EF4-FFF2-40B4-BE49-F238E27FC236}">
                      <a16:creationId xmlns:a16="http://schemas.microsoft.com/office/drawing/2014/main" id="{6C6299D8-0369-1954-52DC-154B41E6B3E0}"/>
                    </a:ext>
                  </a:extLst>
                </p:cNvPr>
                <p:cNvSpPr txBox="1"/>
                <p:nvPr/>
              </p:nvSpPr>
              <p:spPr>
                <a:xfrm>
                  <a:off x="3402803" y="2924158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54C3B066-E6CE-09AD-233E-147E00F1C69A}"/>
                    </a:ext>
                  </a:extLst>
                </p:cNvPr>
                <p:cNvSpPr/>
                <p:nvPr/>
              </p:nvSpPr>
              <p:spPr>
                <a:xfrm>
                  <a:off x="3134650" y="3147265"/>
                  <a:ext cx="796925" cy="12700"/>
                </a:xfrm>
                <a:custGeom>
                  <a:avLst/>
                  <a:gdLst>
                    <a:gd name="csX0" fmla="*/ 0 w 796925"/>
                    <a:gd name="csY0" fmla="*/ 0 h 12700"/>
                    <a:gd name="csX1" fmla="*/ 796925 w 79692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96925" h="12700">
                      <a:moveTo>
                        <a:pt x="0" y="0"/>
                      </a:moveTo>
                      <a:lnTo>
                        <a:pt x="79692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73" name="TextBox 2072">
                  <a:extLst>
                    <a:ext uri="{FF2B5EF4-FFF2-40B4-BE49-F238E27FC236}">
                      <a16:creationId xmlns:a16="http://schemas.microsoft.com/office/drawing/2014/main" id="{27BC41CC-BD2D-5613-90D4-358BED79F472}"/>
                    </a:ext>
                  </a:extLst>
                </p:cNvPr>
                <p:cNvSpPr txBox="1"/>
                <p:nvPr/>
              </p:nvSpPr>
              <p:spPr>
                <a:xfrm>
                  <a:off x="3251673" y="2680826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2074" name="Freeform 2073">
                  <a:extLst>
                    <a:ext uri="{FF2B5EF4-FFF2-40B4-BE49-F238E27FC236}">
                      <a16:creationId xmlns:a16="http://schemas.microsoft.com/office/drawing/2014/main" id="{E89B3025-B3F1-40E6-142A-9290AA3BE6FD}"/>
                    </a:ext>
                  </a:extLst>
                </p:cNvPr>
                <p:cNvSpPr/>
                <p:nvPr/>
              </p:nvSpPr>
              <p:spPr>
                <a:xfrm>
                  <a:off x="2832390" y="2903933"/>
                  <a:ext cx="1099185" cy="12700"/>
                </a:xfrm>
                <a:custGeom>
                  <a:avLst/>
                  <a:gdLst>
                    <a:gd name="csX0" fmla="*/ 0 w 1099185"/>
                    <a:gd name="csY0" fmla="*/ 0 h 12700"/>
                    <a:gd name="csX1" fmla="*/ 1099185 w 109918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99185" h="12700">
                      <a:moveTo>
                        <a:pt x="0" y="0"/>
                      </a:moveTo>
                      <a:lnTo>
                        <a:pt x="109918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2075" name="Graphic 2022">
                <a:extLst>
                  <a:ext uri="{FF2B5EF4-FFF2-40B4-BE49-F238E27FC236}">
                    <a16:creationId xmlns:a16="http://schemas.microsoft.com/office/drawing/2014/main" id="{61589433-F051-7992-0FC7-9527DA3A81D5}"/>
                  </a:ext>
                </a:extLst>
              </p:cNvPr>
              <p:cNvGrpSpPr/>
              <p:nvPr/>
            </p:nvGrpSpPr>
            <p:grpSpPr>
              <a:xfrm>
                <a:off x="2358004" y="2372397"/>
                <a:ext cx="2055991" cy="1831723"/>
                <a:chOff x="2358004" y="2372397"/>
                <a:chExt cx="2055991" cy="1831723"/>
              </a:xfrm>
            </p:grpSpPr>
            <p:sp>
              <p:nvSpPr>
                <p:cNvPr id="2076" name="Freeform 2075">
                  <a:extLst>
                    <a:ext uri="{FF2B5EF4-FFF2-40B4-BE49-F238E27FC236}">
                      <a16:creationId xmlns:a16="http://schemas.microsoft.com/office/drawing/2014/main" id="{8D5D018F-CA79-F6B9-7241-1AD492446CBC}"/>
                    </a:ext>
                  </a:extLst>
                </p:cNvPr>
                <p:cNvSpPr/>
                <p:nvPr/>
              </p:nvSpPr>
              <p:spPr>
                <a:xfrm>
                  <a:off x="2667417" y="2700987"/>
                  <a:ext cx="12700" cy="1253363"/>
                </a:xfrm>
                <a:custGeom>
                  <a:avLst/>
                  <a:gdLst>
                    <a:gd name="csX0" fmla="*/ 0 w 12700"/>
                    <a:gd name="csY0" fmla="*/ 1253363 h 1253363"/>
                    <a:gd name="csX1" fmla="*/ 0 w 12700"/>
                    <a:gd name="csY1" fmla="*/ 0 h 1253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253363">
                      <a:moveTo>
                        <a:pt x="0" y="12533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77" name="TextBox 2076">
                  <a:extLst>
                    <a:ext uri="{FF2B5EF4-FFF2-40B4-BE49-F238E27FC236}">
                      <a16:creationId xmlns:a16="http://schemas.microsoft.com/office/drawing/2014/main" id="{46D6E681-1630-D8BC-EEBA-8C1B87092CED}"/>
                    </a:ext>
                  </a:extLst>
                </p:cNvPr>
                <p:cNvSpPr txBox="1"/>
                <p:nvPr/>
              </p:nvSpPr>
              <p:spPr>
                <a:xfrm>
                  <a:off x="2358004" y="3786862"/>
                  <a:ext cx="372218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0.2</a:t>
                  </a:r>
                </a:p>
              </p:txBody>
            </p:sp>
            <p:sp>
              <p:nvSpPr>
                <p:cNvPr id="2078" name="TextBox 2077">
                  <a:extLst>
                    <a:ext uri="{FF2B5EF4-FFF2-40B4-BE49-F238E27FC236}">
                      <a16:creationId xmlns:a16="http://schemas.microsoft.com/office/drawing/2014/main" id="{DD1E08EF-836C-8BC9-6C55-03B89B0B4666}"/>
                    </a:ext>
                  </a:extLst>
                </p:cNvPr>
                <p:cNvSpPr txBox="1"/>
                <p:nvPr/>
              </p:nvSpPr>
              <p:spPr>
                <a:xfrm>
                  <a:off x="2358004" y="3501034"/>
                  <a:ext cx="372218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0.4</a:t>
                  </a:r>
                </a:p>
              </p:txBody>
            </p:sp>
            <p:sp>
              <p:nvSpPr>
                <p:cNvPr id="2079" name="TextBox 2078">
                  <a:extLst>
                    <a:ext uri="{FF2B5EF4-FFF2-40B4-BE49-F238E27FC236}">
                      <a16:creationId xmlns:a16="http://schemas.microsoft.com/office/drawing/2014/main" id="{A387B3AC-EDBF-48AE-EEEA-C0520AF3452A}"/>
                    </a:ext>
                  </a:extLst>
                </p:cNvPr>
                <p:cNvSpPr txBox="1"/>
                <p:nvPr/>
              </p:nvSpPr>
              <p:spPr>
                <a:xfrm>
                  <a:off x="2358004" y="3200845"/>
                  <a:ext cx="372218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0.6</a:t>
                  </a:r>
                </a:p>
              </p:txBody>
            </p:sp>
            <p:sp>
              <p:nvSpPr>
                <p:cNvPr id="2080" name="TextBox 2079">
                  <a:extLst>
                    <a:ext uri="{FF2B5EF4-FFF2-40B4-BE49-F238E27FC236}">
                      <a16:creationId xmlns:a16="http://schemas.microsoft.com/office/drawing/2014/main" id="{086CD306-E3EC-8123-4921-3570F2660C8C}"/>
                    </a:ext>
                  </a:extLst>
                </p:cNvPr>
                <p:cNvSpPr txBox="1"/>
                <p:nvPr/>
              </p:nvSpPr>
              <p:spPr>
                <a:xfrm>
                  <a:off x="2358004" y="2910357"/>
                  <a:ext cx="372218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0.8</a:t>
                  </a:r>
                </a:p>
              </p:txBody>
            </p:sp>
            <p:sp>
              <p:nvSpPr>
                <p:cNvPr id="2081" name="TextBox 2080">
                  <a:extLst>
                    <a:ext uri="{FF2B5EF4-FFF2-40B4-BE49-F238E27FC236}">
                      <a16:creationId xmlns:a16="http://schemas.microsoft.com/office/drawing/2014/main" id="{E80DF1E0-94FF-9657-3E84-2D14B0C4D081}"/>
                    </a:ext>
                  </a:extLst>
                </p:cNvPr>
                <p:cNvSpPr txBox="1"/>
                <p:nvPr/>
              </p:nvSpPr>
              <p:spPr>
                <a:xfrm>
                  <a:off x="2358004" y="2619742"/>
                  <a:ext cx="372218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1.0</a:t>
                  </a:r>
                </a:p>
              </p:txBody>
            </p:sp>
            <p:sp>
              <p:nvSpPr>
                <p:cNvPr id="2082" name="Freeform 2081">
                  <a:extLst>
                    <a:ext uri="{FF2B5EF4-FFF2-40B4-BE49-F238E27FC236}">
                      <a16:creationId xmlns:a16="http://schemas.microsoft.com/office/drawing/2014/main" id="{7561FDDE-FA86-EF10-AE47-9995699F2416}"/>
                    </a:ext>
                  </a:extLst>
                </p:cNvPr>
                <p:cNvSpPr/>
                <p:nvPr/>
              </p:nvSpPr>
              <p:spPr>
                <a:xfrm>
                  <a:off x="2632618" y="3922472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3" name="Freeform 2082">
                  <a:extLst>
                    <a:ext uri="{FF2B5EF4-FFF2-40B4-BE49-F238E27FC236}">
                      <a16:creationId xmlns:a16="http://schemas.microsoft.com/office/drawing/2014/main" id="{5527EACD-330F-9329-F20B-7BB8EDCC74A2}"/>
                    </a:ext>
                  </a:extLst>
                </p:cNvPr>
                <p:cNvSpPr/>
                <p:nvPr/>
              </p:nvSpPr>
              <p:spPr>
                <a:xfrm>
                  <a:off x="2632618" y="362707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4" name="Freeform 2083">
                  <a:extLst>
                    <a:ext uri="{FF2B5EF4-FFF2-40B4-BE49-F238E27FC236}">
                      <a16:creationId xmlns:a16="http://schemas.microsoft.com/office/drawing/2014/main" id="{242792DC-BC3B-F5A5-0836-240C9BAE2332}"/>
                    </a:ext>
                  </a:extLst>
                </p:cNvPr>
                <p:cNvSpPr/>
                <p:nvPr/>
              </p:nvSpPr>
              <p:spPr>
                <a:xfrm>
                  <a:off x="2632618" y="3331668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5" name="Freeform 2084">
                  <a:extLst>
                    <a:ext uri="{FF2B5EF4-FFF2-40B4-BE49-F238E27FC236}">
                      <a16:creationId xmlns:a16="http://schemas.microsoft.com/office/drawing/2014/main" id="{1201D14A-5F63-2FEF-5496-0A1119302F91}"/>
                    </a:ext>
                  </a:extLst>
                </p:cNvPr>
                <p:cNvSpPr/>
                <p:nvPr/>
              </p:nvSpPr>
              <p:spPr>
                <a:xfrm>
                  <a:off x="2632618" y="3036393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6" name="Freeform 2085">
                  <a:extLst>
                    <a:ext uri="{FF2B5EF4-FFF2-40B4-BE49-F238E27FC236}">
                      <a16:creationId xmlns:a16="http://schemas.microsoft.com/office/drawing/2014/main" id="{35E91A1F-24B6-AF73-77FE-143C43EFDAE5}"/>
                    </a:ext>
                  </a:extLst>
                </p:cNvPr>
                <p:cNvSpPr/>
                <p:nvPr/>
              </p:nvSpPr>
              <p:spPr>
                <a:xfrm>
                  <a:off x="2632618" y="274099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7" name="Freeform 2086">
                  <a:extLst>
                    <a:ext uri="{FF2B5EF4-FFF2-40B4-BE49-F238E27FC236}">
                      <a16:creationId xmlns:a16="http://schemas.microsoft.com/office/drawing/2014/main" id="{8225D311-50F8-6747-BACB-EEB2C79F2631}"/>
                    </a:ext>
                  </a:extLst>
                </p:cNvPr>
                <p:cNvSpPr/>
                <p:nvPr/>
              </p:nvSpPr>
              <p:spPr>
                <a:xfrm>
                  <a:off x="2667417" y="3954350"/>
                  <a:ext cx="1429003" cy="12700"/>
                </a:xfrm>
                <a:custGeom>
                  <a:avLst/>
                  <a:gdLst>
                    <a:gd name="csX0" fmla="*/ 0 w 1429003"/>
                    <a:gd name="csY0" fmla="*/ 0 h 12700"/>
                    <a:gd name="csX1" fmla="*/ 1429004 w 142900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429003" h="12700">
                      <a:moveTo>
                        <a:pt x="0" y="0"/>
                      </a:moveTo>
                      <a:lnTo>
                        <a:pt x="1429004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8" name="Freeform 2087">
                  <a:extLst>
                    <a:ext uri="{FF2B5EF4-FFF2-40B4-BE49-F238E27FC236}">
                      <a16:creationId xmlns:a16="http://schemas.microsoft.com/office/drawing/2014/main" id="{600EE48F-7A63-4C86-992D-47E85F01C279}"/>
                    </a:ext>
                  </a:extLst>
                </p:cNvPr>
                <p:cNvSpPr/>
                <p:nvPr/>
              </p:nvSpPr>
              <p:spPr>
                <a:xfrm>
                  <a:off x="2832389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89" name="Freeform 2088">
                  <a:extLst>
                    <a:ext uri="{FF2B5EF4-FFF2-40B4-BE49-F238E27FC236}">
                      <a16:creationId xmlns:a16="http://schemas.microsoft.com/office/drawing/2014/main" id="{588FA107-A278-1ABB-06E0-6D7A9C85D209}"/>
                    </a:ext>
                  </a:extLst>
                </p:cNvPr>
                <p:cNvSpPr/>
                <p:nvPr/>
              </p:nvSpPr>
              <p:spPr>
                <a:xfrm>
                  <a:off x="3107217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90" name="Freeform 2089">
                  <a:extLst>
                    <a:ext uri="{FF2B5EF4-FFF2-40B4-BE49-F238E27FC236}">
                      <a16:creationId xmlns:a16="http://schemas.microsoft.com/office/drawing/2014/main" id="{D6B5D3EE-AA38-9B92-C52C-F32F896EDDAD}"/>
                    </a:ext>
                  </a:extLst>
                </p:cNvPr>
                <p:cNvSpPr/>
                <p:nvPr/>
              </p:nvSpPr>
              <p:spPr>
                <a:xfrm>
                  <a:off x="3381919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91" name="Freeform 2090">
                  <a:extLst>
                    <a:ext uri="{FF2B5EF4-FFF2-40B4-BE49-F238E27FC236}">
                      <a16:creationId xmlns:a16="http://schemas.microsoft.com/office/drawing/2014/main" id="{4619D841-F8B4-6F15-D256-19BD89635F1A}"/>
                    </a:ext>
                  </a:extLst>
                </p:cNvPr>
                <p:cNvSpPr/>
                <p:nvPr/>
              </p:nvSpPr>
              <p:spPr>
                <a:xfrm>
                  <a:off x="3656747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92" name="Freeform 2091">
                  <a:extLst>
                    <a:ext uri="{FF2B5EF4-FFF2-40B4-BE49-F238E27FC236}">
                      <a16:creationId xmlns:a16="http://schemas.microsoft.com/office/drawing/2014/main" id="{40C0EE5D-5822-3279-51B4-9B69950E2560}"/>
                    </a:ext>
                  </a:extLst>
                </p:cNvPr>
                <p:cNvSpPr/>
                <p:nvPr/>
              </p:nvSpPr>
              <p:spPr>
                <a:xfrm>
                  <a:off x="3931575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093" name="TextBox 2092">
                  <a:extLst>
                    <a:ext uri="{FF2B5EF4-FFF2-40B4-BE49-F238E27FC236}">
                      <a16:creationId xmlns:a16="http://schemas.microsoft.com/office/drawing/2014/main" id="{6BBDFDE9-B822-36DF-9BD0-09CF198689A1}"/>
                    </a:ext>
                  </a:extLst>
                </p:cNvPr>
                <p:cNvSpPr txBox="1"/>
                <p:nvPr/>
              </p:nvSpPr>
              <p:spPr>
                <a:xfrm>
                  <a:off x="2694401" y="3950204"/>
                  <a:ext cx="29687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2094" name="TextBox 2093">
                  <a:extLst>
                    <a:ext uri="{FF2B5EF4-FFF2-40B4-BE49-F238E27FC236}">
                      <a16:creationId xmlns:a16="http://schemas.microsoft.com/office/drawing/2014/main" id="{084841DD-3695-4E25-3EF5-03B7CB6B8735}"/>
                    </a:ext>
                  </a:extLst>
                </p:cNvPr>
                <p:cNvSpPr txBox="1"/>
                <p:nvPr/>
              </p:nvSpPr>
              <p:spPr>
                <a:xfrm>
                  <a:off x="3000252" y="3950204"/>
                  <a:ext cx="22153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2095" name="TextBox 2094">
                  <a:extLst>
                    <a:ext uri="{FF2B5EF4-FFF2-40B4-BE49-F238E27FC236}">
                      <a16:creationId xmlns:a16="http://schemas.microsoft.com/office/drawing/2014/main" id="{D4571F92-44E3-3329-7805-5C9CA0D3701F}"/>
                    </a:ext>
                  </a:extLst>
                </p:cNvPr>
                <p:cNvSpPr txBox="1"/>
                <p:nvPr/>
              </p:nvSpPr>
              <p:spPr>
                <a:xfrm>
                  <a:off x="3243875" y="3950204"/>
                  <a:ext cx="29687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2096" name="TextBox 2095">
                  <a:extLst>
                    <a:ext uri="{FF2B5EF4-FFF2-40B4-BE49-F238E27FC236}">
                      <a16:creationId xmlns:a16="http://schemas.microsoft.com/office/drawing/2014/main" id="{1B49CFE6-FF84-224C-DB19-8B73AC443A0E}"/>
                    </a:ext>
                  </a:extLst>
                </p:cNvPr>
                <p:cNvSpPr txBox="1"/>
                <p:nvPr/>
              </p:nvSpPr>
              <p:spPr>
                <a:xfrm>
                  <a:off x="3490818" y="3950204"/>
                  <a:ext cx="364202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2097" name="TextBox 2096">
                  <a:extLst>
                    <a:ext uri="{FF2B5EF4-FFF2-40B4-BE49-F238E27FC236}">
                      <a16:creationId xmlns:a16="http://schemas.microsoft.com/office/drawing/2014/main" id="{E8674C65-D0C3-F375-233E-74E905FF76CC}"/>
                    </a:ext>
                  </a:extLst>
                </p:cNvPr>
                <p:cNvSpPr txBox="1"/>
                <p:nvPr/>
              </p:nvSpPr>
              <p:spPr>
                <a:xfrm>
                  <a:off x="3806001" y="3950204"/>
                  <a:ext cx="266420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2099" name="TextBox 2098">
                  <a:extLst>
                    <a:ext uri="{FF2B5EF4-FFF2-40B4-BE49-F238E27FC236}">
                      <a16:creationId xmlns:a16="http://schemas.microsoft.com/office/drawing/2014/main" id="{41E61360-10A6-94EE-E675-534B1BEDDEE1}"/>
                    </a:ext>
                  </a:extLst>
                </p:cNvPr>
                <p:cNvSpPr txBox="1"/>
                <p:nvPr/>
              </p:nvSpPr>
              <p:spPr>
                <a:xfrm>
                  <a:off x="3931171" y="2499718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2100" name="TextBox 2099">
                  <a:extLst>
                    <a:ext uri="{FF2B5EF4-FFF2-40B4-BE49-F238E27FC236}">
                      <a16:creationId xmlns:a16="http://schemas.microsoft.com/office/drawing/2014/main" id="{478D4737-AE93-AF28-CA28-37F5721DF78C}"/>
                    </a:ext>
                  </a:extLst>
                </p:cNvPr>
                <p:cNvSpPr txBox="1"/>
                <p:nvPr/>
              </p:nvSpPr>
              <p:spPr>
                <a:xfrm>
                  <a:off x="2691983" y="2372397"/>
                  <a:ext cx="1474033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ECM DEG+</a:t>
                  </a:r>
                </a:p>
              </p:txBody>
            </p:sp>
          </p:grpSp>
          <p:grpSp>
            <p:nvGrpSpPr>
              <p:cNvPr id="2101" name="Graphic 2022">
                <a:extLst>
                  <a:ext uri="{FF2B5EF4-FFF2-40B4-BE49-F238E27FC236}">
                    <a16:creationId xmlns:a16="http://schemas.microsoft.com/office/drawing/2014/main" id="{E8016EFE-016B-3E40-08FE-E8991A517E00}"/>
                  </a:ext>
                </a:extLst>
              </p:cNvPr>
              <p:cNvGrpSpPr/>
              <p:nvPr/>
            </p:nvGrpSpPr>
            <p:grpSpPr>
              <a:xfrm>
                <a:off x="4232206" y="2735716"/>
                <a:ext cx="1349988" cy="1162753"/>
                <a:chOff x="4232206" y="2735716"/>
                <a:chExt cx="1349988" cy="1162753"/>
              </a:xfrm>
            </p:grpSpPr>
            <p:sp>
              <p:nvSpPr>
                <p:cNvPr id="2103" name="Freeform 2102">
                  <a:extLst>
                    <a:ext uri="{FF2B5EF4-FFF2-40B4-BE49-F238E27FC236}">
                      <a16:creationId xmlns:a16="http://schemas.microsoft.com/office/drawing/2014/main" id="{2D458721-2018-8704-5A89-CB08000804F5}"/>
                    </a:ext>
                  </a:extLst>
                </p:cNvPr>
                <p:cNvSpPr/>
                <p:nvPr/>
              </p:nvSpPr>
              <p:spPr>
                <a:xfrm>
                  <a:off x="4400586" y="3408758"/>
                  <a:ext cx="12700" cy="166369"/>
                </a:xfrm>
                <a:custGeom>
                  <a:avLst/>
                  <a:gdLst>
                    <a:gd name="csX0" fmla="*/ 0 w 12700"/>
                    <a:gd name="csY0" fmla="*/ 166370 h 166369"/>
                    <a:gd name="csX1" fmla="*/ 0 w 12700"/>
                    <a:gd name="csY1" fmla="*/ 0 h 16636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66369">
                      <a:moveTo>
                        <a:pt x="0" y="166370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4" name="Freeform 2103">
                  <a:extLst>
                    <a:ext uri="{FF2B5EF4-FFF2-40B4-BE49-F238E27FC236}">
                      <a16:creationId xmlns:a16="http://schemas.microsoft.com/office/drawing/2014/main" id="{FFF8D673-64DD-4776-CA2E-22BBEEF29E22}"/>
                    </a:ext>
                  </a:extLst>
                </p:cNvPr>
                <p:cNvSpPr/>
                <p:nvPr/>
              </p:nvSpPr>
              <p:spPr>
                <a:xfrm>
                  <a:off x="4400586" y="3754579"/>
                  <a:ext cx="12700" cy="9524"/>
                </a:xfrm>
                <a:custGeom>
                  <a:avLst/>
                  <a:gdLst>
                    <a:gd name="csX0" fmla="*/ 0 w 12700"/>
                    <a:gd name="csY0" fmla="*/ 0 h 9524"/>
                    <a:gd name="csX1" fmla="*/ 0 w 12700"/>
                    <a:gd name="csY1" fmla="*/ 9525 h 9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524">
                      <a:moveTo>
                        <a:pt x="0" y="0"/>
                      </a:moveTo>
                      <a:lnTo>
                        <a:pt x="0" y="9525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5" name="Freeform 2104">
                  <a:extLst>
                    <a:ext uri="{FF2B5EF4-FFF2-40B4-BE49-F238E27FC236}">
                      <a16:creationId xmlns:a16="http://schemas.microsoft.com/office/drawing/2014/main" id="{F2390ADF-44D4-D6D9-86FD-FCEE207B10B2}"/>
                    </a:ext>
                  </a:extLst>
                </p:cNvPr>
                <p:cNvSpPr/>
                <p:nvPr/>
              </p:nvSpPr>
              <p:spPr>
                <a:xfrm>
                  <a:off x="4318035" y="3575128"/>
                  <a:ext cx="164973" cy="179450"/>
                </a:xfrm>
                <a:custGeom>
                  <a:avLst/>
                  <a:gdLst>
                    <a:gd name="csX0" fmla="*/ 0 w 164973"/>
                    <a:gd name="csY0" fmla="*/ 0 h 179450"/>
                    <a:gd name="csX1" fmla="*/ 0 w 164973"/>
                    <a:gd name="csY1" fmla="*/ 179451 h 179450"/>
                    <a:gd name="csX2" fmla="*/ 164973 w 164973"/>
                    <a:gd name="csY2" fmla="*/ 179451 h 179450"/>
                    <a:gd name="csX3" fmla="*/ 164973 w 164973"/>
                    <a:gd name="csY3" fmla="*/ 0 h 179450"/>
                    <a:gd name="csX4" fmla="*/ 0 w 164973"/>
                    <a:gd name="csY4" fmla="*/ 0 h 1794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973" h="179450">
                      <a:moveTo>
                        <a:pt x="0" y="0"/>
                      </a:moveTo>
                      <a:lnTo>
                        <a:pt x="0" y="179451"/>
                      </a:lnTo>
                      <a:lnTo>
                        <a:pt x="164973" y="179451"/>
                      </a:lnTo>
                      <a:lnTo>
                        <a:pt x="1649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6" name="Freeform 2105">
                  <a:extLst>
                    <a:ext uri="{FF2B5EF4-FFF2-40B4-BE49-F238E27FC236}">
                      <a16:creationId xmlns:a16="http://schemas.microsoft.com/office/drawing/2014/main" id="{489F8D7F-877B-7C9A-0EAE-893236F79A43}"/>
                    </a:ext>
                  </a:extLst>
                </p:cNvPr>
                <p:cNvSpPr/>
                <p:nvPr/>
              </p:nvSpPr>
              <p:spPr>
                <a:xfrm>
                  <a:off x="4318036" y="3705557"/>
                  <a:ext cx="164973" cy="12700"/>
                </a:xfrm>
                <a:custGeom>
                  <a:avLst/>
                  <a:gdLst>
                    <a:gd name="csX0" fmla="*/ 0 w 164973"/>
                    <a:gd name="csY0" fmla="*/ 0 h 12700"/>
                    <a:gd name="csX1" fmla="*/ 164973 w 16497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973" h="12700">
                      <a:moveTo>
                        <a:pt x="0" y="0"/>
                      </a:moveTo>
                      <a:lnTo>
                        <a:pt x="164973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7" name="Freeform 2106">
                  <a:extLst>
                    <a:ext uri="{FF2B5EF4-FFF2-40B4-BE49-F238E27FC236}">
                      <a16:creationId xmlns:a16="http://schemas.microsoft.com/office/drawing/2014/main" id="{A94A1838-5471-E657-DFE0-5AF8D3F4AD9A}"/>
                    </a:ext>
                  </a:extLst>
                </p:cNvPr>
                <p:cNvSpPr/>
                <p:nvPr/>
              </p:nvSpPr>
              <p:spPr>
                <a:xfrm>
                  <a:off x="4675287" y="3517089"/>
                  <a:ext cx="12700" cy="29209"/>
                </a:xfrm>
                <a:custGeom>
                  <a:avLst/>
                  <a:gdLst>
                    <a:gd name="csX0" fmla="*/ 0 w 12700"/>
                    <a:gd name="csY0" fmla="*/ 29210 h 29209"/>
                    <a:gd name="csX1" fmla="*/ 0 w 12700"/>
                    <a:gd name="csY1" fmla="*/ 0 h 2920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9209">
                      <a:moveTo>
                        <a:pt x="0" y="29210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8" name="Freeform 2107">
                  <a:extLst>
                    <a:ext uri="{FF2B5EF4-FFF2-40B4-BE49-F238E27FC236}">
                      <a16:creationId xmlns:a16="http://schemas.microsoft.com/office/drawing/2014/main" id="{DE312C12-21CA-ED0B-8FF1-22BE8229BC91}"/>
                    </a:ext>
                  </a:extLst>
                </p:cNvPr>
                <p:cNvSpPr/>
                <p:nvPr/>
              </p:nvSpPr>
              <p:spPr>
                <a:xfrm>
                  <a:off x="4675287" y="3684348"/>
                  <a:ext cx="12700" cy="163195"/>
                </a:xfrm>
                <a:custGeom>
                  <a:avLst/>
                  <a:gdLst>
                    <a:gd name="csX0" fmla="*/ 0 w 12700"/>
                    <a:gd name="csY0" fmla="*/ 0 h 163195"/>
                    <a:gd name="csX1" fmla="*/ 0 w 12700"/>
                    <a:gd name="csY1" fmla="*/ 163195 h 16319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63195">
                      <a:moveTo>
                        <a:pt x="0" y="0"/>
                      </a:moveTo>
                      <a:lnTo>
                        <a:pt x="0" y="163195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09" name="Freeform 2108">
                  <a:extLst>
                    <a:ext uri="{FF2B5EF4-FFF2-40B4-BE49-F238E27FC236}">
                      <a16:creationId xmlns:a16="http://schemas.microsoft.com/office/drawing/2014/main" id="{979C700B-4558-BDFD-9142-211B596A3734}"/>
                    </a:ext>
                  </a:extLst>
                </p:cNvPr>
                <p:cNvSpPr/>
                <p:nvPr/>
              </p:nvSpPr>
              <p:spPr>
                <a:xfrm>
                  <a:off x="4592863" y="3546298"/>
                  <a:ext cx="164846" cy="138049"/>
                </a:xfrm>
                <a:custGeom>
                  <a:avLst/>
                  <a:gdLst>
                    <a:gd name="csX0" fmla="*/ 0 w 164846"/>
                    <a:gd name="csY0" fmla="*/ 0 h 138049"/>
                    <a:gd name="csX1" fmla="*/ 0 w 164846"/>
                    <a:gd name="csY1" fmla="*/ 138049 h 138049"/>
                    <a:gd name="csX2" fmla="*/ 164846 w 164846"/>
                    <a:gd name="csY2" fmla="*/ 138049 h 138049"/>
                    <a:gd name="csX3" fmla="*/ 164846 w 164846"/>
                    <a:gd name="csY3" fmla="*/ 0 h 138049"/>
                    <a:gd name="csX4" fmla="*/ 0 w 164846"/>
                    <a:gd name="csY4" fmla="*/ 0 h 1380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846" h="138049">
                      <a:moveTo>
                        <a:pt x="0" y="0"/>
                      </a:moveTo>
                      <a:lnTo>
                        <a:pt x="0" y="138049"/>
                      </a:lnTo>
                      <a:lnTo>
                        <a:pt x="164846" y="138049"/>
                      </a:lnTo>
                      <a:lnTo>
                        <a:pt x="1648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0" name="Freeform 2109">
                  <a:extLst>
                    <a:ext uri="{FF2B5EF4-FFF2-40B4-BE49-F238E27FC236}">
                      <a16:creationId xmlns:a16="http://schemas.microsoft.com/office/drawing/2014/main" id="{38E9541C-AFC8-544F-B5C9-9752F397C7E4}"/>
                    </a:ext>
                  </a:extLst>
                </p:cNvPr>
                <p:cNvSpPr/>
                <p:nvPr/>
              </p:nvSpPr>
              <p:spPr>
                <a:xfrm>
                  <a:off x="4592864" y="3601798"/>
                  <a:ext cx="164845" cy="12700"/>
                </a:xfrm>
                <a:custGeom>
                  <a:avLst/>
                  <a:gdLst>
                    <a:gd name="csX0" fmla="*/ 0 w 164845"/>
                    <a:gd name="csY0" fmla="*/ 0 h 12700"/>
                    <a:gd name="csX1" fmla="*/ 164846 w 16484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845" h="12700">
                      <a:moveTo>
                        <a:pt x="0" y="0"/>
                      </a:moveTo>
                      <a:lnTo>
                        <a:pt x="16484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1" name="Freeform 2110">
                  <a:extLst>
                    <a:ext uri="{FF2B5EF4-FFF2-40B4-BE49-F238E27FC236}">
                      <a16:creationId xmlns:a16="http://schemas.microsoft.com/office/drawing/2014/main" id="{CB84F76B-638F-C9D9-9111-5F72D3DBA598}"/>
                    </a:ext>
                  </a:extLst>
                </p:cNvPr>
                <p:cNvSpPr/>
                <p:nvPr/>
              </p:nvSpPr>
              <p:spPr>
                <a:xfrm>
                  <a:off x="4950115" y="3518359"/>
                  <a:ext cx="12700" cy="90550"/>
                </a:xfrm>
                <a:custGeom>
                  <a:avLst/>
                  <a:gdLst>
                    <a:gd name="csX0" fmla="*/ 0 w 12700"/>
                    <a:gd name="csY0" fmla="*/ 90551 h 90550"/>
                    <a:gd name="csX1" fmla="*/ 0 w 12700"/>
                    <a:gd name="csY1" fmla="*/ 0 h 905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0550">
                      <a:moveTo>
                        <a:pt x="0" y="90551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2" name="Freeform 2111">
                  <a:extLst>
                    <a:ext uri="{FF2B5EF4-FFF2-40B4-BE49-F238E27FC236}">
                      <a16:creationId xmlns:a16="http://schemas.microsoft.com/office/drawing/2014/main" id="{7E170A34-ABFA-EC50-72FB-2084CDD5E94F}"/>
                    </a:ext>
                  </a:extLst>
                </p:cNvPr>
                <p:cNvSpPr/>
                <p:nvPr/>
              </p:nvSpPr>
              <p:spPr>
                <a:xfrm>
                  <a:off x="4950115" y="3790012"/>
                  <a:ext cx="12700" cy="90550"/>
                </a:xfrm>
                <a:custGeom>
                  <a:avLst/>
                  <a:gdLst>
                    <a:gd name="csX0" fmla="*/ 0 w 12700"/>
                    <a:gd name="csY0" fmla="*/ 0 h 90550"/>
                    <a:gd name="csX1" fmla="*/ 0 w 12700"/>
                    <a:gd name="csY1" fmla="*/ 90551 h 905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0550">
                      <a:moveTo>
                        <a:pt x="0" y="0"/>
                      </a:moveTo>
                      <a:lnTo>
                        <a:pt x="0" y="9055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3" name="Freeform 2112">
                  <a:extLst>
                    <a:ext uri="{FF2B5EF4-FFF2-40B4-BE49-F238E27FC236}">
                      <a16:creationId xmlns:a16="http://schemas.microsoft.com/office/drawing/2014/main" id="{4892102E-9F25-B06A-00CC-0E0E17F14D73}"/>
                    </a:ext>
                  </a:extLst>
                </p:cNvPr>
                <p:cNvSpPr/>
                <p:nvPr/>
              </p:nvSpPr>
              <p:spPr>
                <a:xfrm>
                  <a:off x="4867691" y="3608909"/>
                  <a:ext cx="164846" cy="181102"/>
                </a:xfrm>
                <a:custGeom>
                  <a:avLst/>
                  <a:gdLst>
                    <a:gd name="csX0" fmla="*/ 0 w 164846"/>
                    <a:gd name="csY0" fmla="*/ 0 h 181102"/>
                    <a:gd name="csX1" fmla="*/ 0 w 164846"/>
                    <a:gd name="csY1" fmla="*/ 181102 h 181102"/>
                    <a:gd name="csX2" fmla="*/ 164846 w 164846"/>
                    <a:gd name="csY2" fmla="*/ 181102 h 181102"/>
                    <a:gd name="csX3" fmla="*/ 164846 w 164846"/>
                    <a:gd name="csY3" fmla="*/ 0 h 181102"/>
                    <a:gd name="csX4" fmla="*/ 0 w 164846"/>
                    <a:gd name="csY4" fmla="*/ 0 h 18110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846" h="181102">
                      <a:moveTo>
                        <a:pt x="0" y="0"/>
                      </a:moveTo>
                      <a:lnTo>
                        <a:pt x="0" y="181102"/>
                      </a:lnTo>
                      <a:lnTo>
                        <a:pt x="164846" y="181102"/>
                      </a:lnTo>
                      <a:lnTo>
                        <a:pt x="1648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4" name="Freeform 2113">
                  <a:extLst>
                    <a:ext uri="{FF2B5EF4-FFF2-40B4-BE49-F238E27FC236}">
                      <a16:creationId xmlns:a16="http://schemas.microsoft.com/office/drawing/2014/main" id="{388947D0-88E7-55BE-ABA8-F07C1980CF39}"/>
                    </a:ext>
                  </a:extLst>
                </p:cNvPr>
                <p:cNvSpPr/>
                <p:nvPr/>
              </p:nvSpPr>
              <p:spPr>
                <a:xfrm>
                  <a:off x="4867692" y="3699461"/>
                  <a:ext cx="164846" cy="12700"/>
                </a:xfrm>
                <a:custGeom>
                  <a:avLst/>
                  <a:gdLst>
                    <a:gd name="csX0" fmla="*/ 0 w 164846"/>
                    <a:gd name="csY0" fmla="*/ 0 h 12700"/>
                    <a:gd name="csX1" fmla="*/ 164846 w 16484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846" h="12700">
                      <a:moveTo>
                        <a:pt x="0" y="0"/>
                      </a:moveTo>
                      <a:lnTo>
                        <a:pt x="16484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5" name="Freeform 2114">
                  <a:extLst>
                    <a:ext uri="{FF2B5EF4-FFF2-40B4-BE49-F238E27FC236}">
                      <a16:creationId xmlns:a16="http://schemas.microsoft.com/office/drawing/2014/main" id="{99E17812-5601-DD58-CE16-1DD9678F9A51}"/>
                    </a:ext>
                  </a:extLst>
                </p:cNvPr>
                <p:cNvSpPr/>
                <p:nvPr/>
              </p:nvSpPr>
              <p:spPr>
                <a:xfrm>
                  <a:off x="5499771" y="3648407"/>
                  <a:ext cx="12700" cy="39115"/>
                </a:xfrm>
                <a:custGeom>
                  <a:avLst/>
                  <a:gdLst>
                    <a:gd name="csX0" fmla="*/ 0 w 12700"/>
                    <a:gd name="csY0" fmla="*/ 39116 h 39115"/>
                    <a:gd name="csX1" fmla="*/ 0 w 12700"/>
                    <a:gd name="csY1" fmla="*/ 0 h 3911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9115">
                      <a:moveTo>
                        <a:pt x="0" y="39116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6" name="Freeform 2115">
                  <a:extLst>
                    <a:ext uri="{FF2B5EF4-FFF2-40B4-BE49-F238E27FC236}">
                      <a16:creationId xmlns:a16="http://schemas.microsoft.com/office/drawing/2014/main" id="{5F40C18A-8091-0E5C-97F3-0E1D26D5315F}"/>
                    </a:ext>
                  </a:extLst>
                </p:cNvPr>
                <p:cNvSpPr/>
                <p:nvPr/>
              </p:nvSpPr>
              <p:spPr>
                <a:xfrm>
                  <a:off x="5499771" y="3805506"/>
                  <a:ext cx="12700" cy="34543"/>
                </a:xfrm>
                <a:custGeom>
                  <a:avLst/>
                  <a:gdLst>
                    <a:gd name="csX0" fmla="*/ 0 w 12700"/>
                    <a:gd name="csY0" fmla="*/ 0 h 34543"/>
                    <a:gd name="csX1" fmla="*/ 0 w 12700"/>
                    <a:gd name="csY1" fmla="*/ 34544 h 345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543">
                      <a:moveTo>
                        <a:pt x="0" y="0"/>
                      </a:moveTo>
                      <a:lnTo>
                        <a:pt x="0" y="3454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7" name="Freeform 2116">
                  <a:extLst>
                    <a:ext uri="{FF2B5EF4-FFF2-40B4-BE49-F238E27FC236}">
                      <a16:creationId xmlns:a16="http://schemas.microsoft.com/office/drawing/2014/main" id="{CA57B191-C3C2-51D2-FE0E-BF269E0011FE}"/>
                    </a:ext>
                  </a:extLst>
                </p:cNvPr>
                <p:cNvSpPr/>
                <p:nvPr/>
              </p:nvSpPr>
              <p:spPr>
                <a:xfrm>
                  <a:off x="5417348" y="3687523"/>
                  <a:ext cx="164845" cy="117983"/>
                </a:xfrm>
                <a:custGeom>
                  <a:avLst/>
                  <a:gdLst>
                    <a:gd name="csX0" fmla="*/ 0 w 164845"/>
                    <a:gd name="csY0" fmla="*/ 0 h 117983"/>
                    <a:gd name="csX1" fmla="*/ 0 w 164845"/>
                    <a:gd name="csY1" fmla="*/ 117983 h 117983"/>
                    <a:gd name="csX2" fmla="*/ 164846 w 164845"/>
                    <a:gd name="csY2" fmla="*/ 117983 h 117983"/>
                    <a:gd name="csX3" fmla="*/ 164846 w 164845"/>
                    <a:gd name="csY3" fmla="*/ 0 h 117983"/>
                    <a:gd name="csX4" fmla="*/ 0 w 164845"/>
                    <a:gd name="csY4" fmla="*/ 0 h 11798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64845" h="117983">
                      <a:moveTo>
                        <a:pt x="0" y="0"/>
                      </a:moveTo>
                      <a:lnTo>
                        <a:pt x="0" y="117983"/>
                      </a:lnTo>
                      <a:lnTo>
                        <a:pt x="164846" y="117983"/>
                      </a:lnTo>
                      <a:lnTo>
                        <a:pt x="1648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8" name="Freeform 2117">
                  <a:extLst>
                    <a:ext uri="{FF2B5EF4-FFF2-40B4-BE49-F238E27FC236}">
                      <a16:creationId xmlns:a16="http://schemas.microsoft.com/office/drawing/2014/main" id="{F7F4392A-07BA-CA1D-28E8-05FB3E0446A9}"/>
                    </a:ext>
                  </a:extLst>
                </p:cNvPr>
                <p:cNvSpPr/>
                <p:nvPr/>
              </p:nvSpPr>
              <p:spPr>
                <a:xfrm>
                  <a:off x="5417348" y="3759913"/>
                  <a:ext cx="164846" cy="12700"/>
                </a:xfrm>
                <a:custGeom>
                  <a:avLst/>
                  <a:gdLst>
                    <a:gd name="csX0" fmla="*/ 0 w 164846"/>
                    <a:gd name="csY0" fmla="*/ 0 h 12700"/>
                    <a:gd name="csX1" fmla="*/ 164846 w 16484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4846" h="12700">
                      <a:moveTo>
                        <a:pt x="0" y="0"/>
                      </a:moveTo>
                      <a:lnTo>
                        <a:pt x="16484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19" name="Freeform 2118">
                  <a:extLst>
                    <a:ext uri="{FF2B5EF4-FFF2-40B4-BE49-F238E27FC236}">
                      <a16:creationId xmlns:a16="http://schemas.microsoft.com/office/drawing/2014/main" id="{679041A2-84F6-7DC3-BC87-12F5ACFD74F8}"/>
                    </a:ext>
                  </a:extLst>
                </p:cNvPr>
                <p:cNvSpPr/>
                <p:nvPr/>
              </p:nvSpPr>
              <p:spPr>
                <a:xfrm>
                  <a:off x="4954941" y="3862402"/>
                  <a:ext cx="36067" cy="36067"/>
                </a:xfrm>
                <a:custGeom>
                  <a:avLst/>
                  <a:gdLst>
                    <a:gd name="csX0" fmla="*/ 36068 w 36067"/>
                    <a:gd name="csY0" fmla="*/ 18034 h 36067"/>
                    <a:gd name="csX1" fmla="*/ 18034 w 36067"/>
                    <a:gd name="csY1" fmla="*/ 36068 h 36067"/>
                    <a:gd name="csX2" fmla="*/ 0 w 36067"/>
                    <a:gd name="csY2" fmla="*/ 18034 h 36067"/>
                    <a:gd name="csX3" fmla="*/ 18034 w 36067"/>
                    <a:gd name="csY3" fmla="*/ 0 h 36067"/>
                    <a:gd name="csX4" fmla="*/ 36068 w 36067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0" name="Freeform 2119">
                  <a:extLst>
                    <a:ext uri="{FF2B5EF4-FFF2-40B4-BE49-F238E27FC236}">
                      <a16:creationId xmlns:a16="http://schemas.microsoft.com/office/drawing/2014/main" id="{5CD31983-6544-8FA5-6B5B-1D1B3D6C2636}"/>
                    </a:ext>
                  </a:extLst>
                </p:cNvPr>
                <p:cNvSpPr/>
                <p:nvPr/>
              </p:nvSpPr>
              <p:spPr>
                <a:xfrm>
                  <a:off x="4681256" y="349892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1" name="Freeform 2120">
                  <a:extLst>
                    <a:ext uri="{FF2B5EF4-FFF2-40B4-BE49-F238E27FC236}">
                      <a16:creationId xmlns:a16="http://schemas.microsoft.com/office/drawing/2014/main" id="{782C9F2E-C493-5218-D009-0372E38F92B3}"/>
                    </a:ext>
                  </a:extLst>
                </p:cNvPr>
                <p:cNvSpPr/>
                <p:nvPr/>
              </p:nvSpPr>
              <p:spPr>
                <a:xfrm>
                  <a:off x="4645569" y="354147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2" name="Freeform 2121">
                  <a:extLst>
                    <a:ext uri="{FF2B5EF4-FFF2-40B4-BE49-F238E27FC236}">
                      <a16:creationId xmlns:a16="http://schemas.microsoft.com/office/drawing/2014/main" id="{6E23CC06-B68D-954B-BAD7-A6D59DD24387}"/>
                    </a:ext>
                  </a:extLst>
                </p:cNvPr>
                <p:cNvSpPr/>
                <p:nvPr/>
              </p:nvSpPr>
              <p:spPr>
                <a:xfrm>
                  <a:off x="5499898" y="370949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3" name="Freeform 2122">
                  <a:extLst>
                    <a:ext uri="{FF2B5EF4-FFF2-40B4-BE49-F238E27FC236}">
                      <a16:creationId xmlns:a16="http://schemas.microsoft.com/office/drawing/2014/main" id="{249CCBCD-30EB-347C-DB13-700E69013795}"/>
                    </a:ext>
                  </a:extLst>
                </p:cNvPr>
                <p:cNvSpPr/>
                <p:nvPr/>
              </p:nvSpPr>
              <p:spPr>
                <a:xfrm>
                  <a:off x="4390299" y="339072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4" name="Freeform 2123">
                  <a:extLst>
                    <a:ext uri="{FF2B5EF4-FFF2-40B4-BE49-F238E27FC236}">
                      <a16:creationId xmlns:a16="http://schemas.microsoft.com/office/drawing/2014/main" id="{724B134D-9600-8B8D-5908-FC06015C8E46}"/>
                    </a:ext>
                  </a:extLst>
                </p:cNvPr>
                <p:cNvSpPr/>
                <p:nvPr/>
              </p:nvSpPr>
              <p:spPr>
                <a:xfrm>
                  <a:off x="5482753" y="3821889"/>
                  <a:ext cx="36068" cy="36067"/>
                </a:xfrm>
                <a:custGeom>
                  <a:avLst/>
                  <a:gdLst>
                    <a:gd name="csX0" fmla="*/ 36068 w 36068"/>
                    <a:gd name="csY0" fmla="*/ 18034 h 36067"/>
                    <a:gd name="csX1" fmla="*/ 18034 w 36068"/>
                    <a:gd name="csY1" fmla="*/ 36068 h 36067"/>
                    <a:gd name="csX2" fmla="*/ 0 w 36068"/>
                    <a:gd name="csY2" fmla="*/ 18034 h 36067"/>
                    <a:gd name="csX3" fmla="*/ 18034 w 36068"/>
                    <a:gd name="csY3" fmla="*/ 0 h 36067"/>
                    <a:gd name="csX4" fmla="*/ 36068 w 36068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5" name="Freeform 2124">
                  <a:extLst>
                    <a:ext uri="{FF2B5EF4-FFF2-40B4-BE49-F238E27FC236}">
                      <a16:creationId xmlns:a16="http://schemas.microsoft.com/office/drawing/2014/main" id="{E75A8DDF-79AE-92DA-6D3C-A0C89B2ED74D}"/>
                    </a:ext>
                  </a:extLst>
                </p:cNvPr>
                <p:cNvSpPr/>
                <p:nvPr/>
              </p:nvSpPr>
              <p:spPr>
                <a:xfrm>
                  <a:off x="4395506" y="3741498"/>
                  <a:ext cx="36067" cy="36067"/>
                </a:xfrm>
                <a:custGeom>
                  <a:avLst/>
                  <a:gdLst>
                    <a:gd name="csX0" fmla="*/ 36068 w 36067"/>
                    <a:gd name="csY0" fmla="*/ 18034 h 36067"/>
                    <a:gd name="csX1" fmla="*/ 18034 w 36067"/>
                    <a:gd name="csY1" fmla="*/ 36068 h 36067"/>
                    <a:gd name="csX2" fmla="*/ 0 w 36067"/>
                    <a:gd name="csY2" fmla="*/ 18034 h 36067"/>
                    <a:gd name="csX3" fmla="*/ 18034 w 36067"/>
                    <a:gd name="csY3" fmla="*/ 0 h 36067"/>
                    <a:gd name="csX4" fmla="*/ 36068 w 36067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6" name="Freeform 2125">
                  <a:extLst>
                    <a:ext uri="{FF2B5EF4-FFF2-40B4-BE49-F238E27FC236}">
                      <a16:creationId xmlns:a16="http://schemas.microsoft.com/office/drawing/2014/main" id="{0017AF6C-DF2D-5734-6D8F-835371FF3828}"/>
                    </a:ext>
                  </a:extLst>
                </p:cNvPr>
                <p:cNvSpPr/>
                <p:nvPr/>
              </p:nvSpPr>
              <p:spPr>
                <a:xfrm>
                  <a:off x="5461671" y="3791663"/>
                  <a:ext cx="36068" cy="36067"/>
                </a:xfrm>
                <a:custGeom>
                  <a:avLst/>
                  <a:gdLst>
                    <a:gd name="csX0" fmla="*/ 36068 w 36068"/>
                    <a:gd name="csY0" fmla="*/ 18034 h 36067"/>
                    <a:gd name="csX1" fmla="*/ 18034 w 36068"/>
                    <a:gd name="csY1" fmla="*/ 36068 h 36067"/>
                    <a:gd name="csX2" fmla="*/ 0 w 36068"/>
                    <a:gd name="csY2" fmla="*/ 18034 h 36067"/>
                    <a:gd name="csX3" fmla="*/ 18034 w 36068"/>
                    <a:gd name="csY3" fmla="*/ 0 h 36067"/>
                    <a:gd name="csX4" fmla="*/ 36068 w 36068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7" name="Freeform 2126">
                  <a:extLst>
                    <a:ext uri="{FF2B5EF4-FFF2-40B4-BE49-F238E27FC236}">
                      <a16:creationId xmlns:a16="http://schemas.microsoft.com/office/drawing/2014/main" id="{C2DB41C9-8127-F445-1C99-4E832C5855B7}"/>
                    </a:ext>
                  </a:extLst>
                </p:cNvPr>
                <p:cNvSpPr/>
                <p:nvPr/>
              </p:nvSpPr>
              <p:spPr>
                <a:xfrm>
                  <a:off x="4391061" y="365348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8" name="Freeform 2127">
                  <a:extLst>
                    <a:ext uri="{FF2B5EF4-FFF2-40B4-BE49-F238E27FC236}">
                      <a16:creationId xmlns:a16="http://schemas.microsoft.com/office/drawing/2014/main" id="{48EA40AF-0113-7270-3412-5E5D050F07E8}"/>
                    </a:ext>
                  </a:extLst>
                </p:cNvPr>
                <p:cNvSpPr/>
                <p:nvPr/>
              </p:nvSpPr>
              <p:spPr>
                <a:xfrm>
                  <a:off x="5493040" y="363024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29" name="Freeform 2128">
                  <a:extLst>
                    <a:ext uri="{FF2B5EF4-FFF2-40B4-BE49-F238E27FC236}">
                      <a16:creationId xmlns:a16="http://schemas.microsoft.com/office/drawing/2014/main" id="{624CE658-E349-C0DD-C523-00772ECDB4F6}"/>
                    </a:ext>
                  </a:extLst>
                </p:cNvPr>
                <p:cNvSpPr/>
                <p:nvPr/>
              </p:nvSpPr>
              <p:spPr>
                <a:xfrm>
                  <a:off x="4380139" y="3721559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0" name="Freeform 2129">
                  <a:extLst>
                    <a:ext uri="{FF2B5EF4-FFF2-40B4-BE49-F238E27FC236}">
                      <a16:creationId xmlns:a16="http://schemas.microsoft.com/office/drawing/2014/main" id="{7DB961C4-ECEA-EBDB-5DDC-FF75DE004663}"/>
                    </a:ext>
                  </a:extLst>
                </p:cNvPr>
                <p:cNvSpPr/>
                <p:nvPr/>
              </p:nvSpPr>
              <p:spPr>
                <a:xfrm>
                  <a:off x="5493802" y="3774264"/>
                  <a:ext cx="36068" cy="36067"/>
                </a:xfrm>
                <a:custGeom>
                  <a:avLst/>
                  <a:gdLst>
                    <a:gd name="csX0" fmla="*/ 36068 w 36068"/>
                    <a:gd name="csY0" fmla="*/ 18034 h 36067"/>
                    <a:gd name="csX1" fmla="*/ 18034 w 36068"/>
                    <a:gd name="csY1" fmla="*/ 36068 h 36067"/>
                    <a:gd name="csX2" fmla="*/ 0 w 36068"/>
                    <a:gd name="csY2" fmla="*/ 18034 h 36067"/>
                    <a:gd name="csX3" fmla="*/ 18034 w 36068"/>
                    <a:gd name="csY3" fmla="*/ 0 h 36067"/>
                    <a:gd name="csX4" fmla="*/ 36068 w 36068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3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1" name="Freeform 2130">
                  <a:extLst>
                    <a:ext uri="{FF2B5EF4-FFF2-40B4-BE49-F238E27FC236}">
                      <a16:creationId xmlns:a16="http://schemas.microsoft.com/office/drawing/2014/main" id="{D28337B2-6F7C-3B17-C5C4-D0C4DE2B9F77}"/>
                    </a:ext>
                  </a:extLst>
                </p:cNvPr>
                <p:cNvSpPr/>
                <p:nvPr/>
              </p:nvSpPr>
              <p:spPr>
                <a:xfrm>
                  <a:off x="4406428" y="3746197"/>
                  <a:ext cx="36067" cy="36067"/>
                </a:xfrm>
                <a:custGeom>
                  <a:avLst/>
                  <a:gdLst>
                    <a:gd name="csX0" fmla="*/ 36068 w 36067"/>
                    <a:gd name="csY0" fmla="*/ 18034 h 36067"/>
                    <a:gd name="csX1" fmla="*/ 18034 w 36067"/>
                    <a:gd name="csY1" fmla="*/ 36068 h 36067"/>
                    <a:gd name="csX2" fmla="*/ 0 w 36067"/>
                    <a:gd name="csY2" fmla="*/ 18034 h 36067"/>
                    <a:gd name="csX3" fmla="*/ 18034 w 36067"/>
                    <a:gd name="csY3" fmla="*/ 0 h 36067"/>
                    <a:gd name="csX4" fmla="*/ 36068 w 36067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2" name="Freeform 2131">
                  <a:extLst>
                    <a:ext uri="{FF2B5EF4-FFF2-40B4-BE49-F238E27FC236}">
                      <a16:creationId xmlns:a16="http://schemas.microsoft.com/office/drawing/2014/main" id="{90A4A833-170E-34B4-E1D8-D722E31C5A4B}"/>
                    </a:ext>
                  </a:extLst>
                </p:cNvPr>
                <p:cNvSpPr/>
                <p:nvPr/>
              </p:nvSpPr>
              <p:spPr>
                <a:xfrm>
                  <a:off x="4643791" y="3829382"/>
                  <a:ext cx="36067" cy="36067"/>
                </a:xfrm>
                <a:custGeom>
                  <a:avLst/>
                  <a:gdLst>
                    <a:gd name="csX0" fmla="*/ 36068 w 36067"/>
                    <a:gd name="csY0" fmla="*/ 18034 h 36067"/>
                    <a:gd name="csX1" fmla="*/ 18034 w 36067"/>
                    <a:gd name="csY1" fmla="*/ 36068 h 36067"/>
                    <a:gd name="csX2" fmla="*/ 0 w 36067"/>
                    <a:gd name="csY2" fmla="*/ 18034 h 36067"/>
                    <a:gd name="csX3" fmla="*/ 18034 w 36067"/>
                    <a:gd name="csY3" fmla="*/ 0 h 36067"/>
                    <a:gd name="csX4" fmla="*/ 36068 w 36067"/>
                    <a:gd name="csY4" fmla="*/ 18034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7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3" name="Freeform 2132">
                  <a:extLst>
                    <a:ext uri="{FF2B5EF4-FFF2-40B4-BE49-F238E27FC236}">
                      <a16:creationId xmlns:a16="http://schemas.microsoft.com/office/drawing/2014/main" id="{2B199D55-9E10-20BF-9358-7516CD4B8DC9}"/>
                    </a:ext>
                  </a:extLst>
                </p:cNvPr>
                <p:cNvSpPr/>
                <p:nvPr/>
              </p:nvSpPr>
              <p:spPr>
                <a:xfrm>
                  <a:off x="5479578" y="365628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4" name="Freeform 2133">
                  <a:extLst>
                    <a:ext uri="{FF2B5EF4-FFF2-40B4-BE49-F238E27FC236}">
                      <a16:creationId xmlns:a16="http://schemas.microsoft.com/office/drawing/2014/main" id="{8A925730-EB89-0733-B489-221329EBEFA7}"/>
                    </a:ext>
                  </a:extLst>
                </p:cNvPr>
                <p:cNvSpPr/>
                <p:nvPr/>
              </p:nvSpPr>
              <p:spPr>
                <a:xfrm>
                  <a:off x="4406682" y="3525090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5" name="Freeform 2134">
                  <a:extLst>
                    <a:ext uri="{FF2B5EF4-FFF2-40B4-BE49-F238E27FC236}">
                      <a16:creationId xmlns:a16="http://schemas.microsoft.com/office/drawing/2014/main" id="{FE2257D3-136F-1FDB-52DC-42779FA6EFF6}"/>
                    </a:ext>
                  </a:extLst>
                </p:cNvPr>
                <p:cNvSpPr/>
                <p:nvPr/>
              </p:nvSpPr>
              <p:spPr>
                <a:xfrm>
                  <a:off x="4958370" y="350019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6" name="Freeform 2135">
                  <a:extLst>
                    <a:ext uri="{FF2B5EF4-FFF2-40B4-BE49-F238E27FC236}">
                      <a16:creationId xmlns:a16="http://schemas.microsoft.com/office/drawing/2014/main" id="{29E72148-AAD8-251D-5AF5-13D295DA85D9}"/>
                    </a:ext>
                  </a:extLst>
                </p:cNvPr>
                <p:cNvSpPr/>
                <p:nvPr/>
              </p:nvSpPr>
              <p:spPr>
                <a:xfrm>
                  <a:off x="4636298" y="3635326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7" name="Freeform 2136">
                  <a:extLst>
                    <a:ext uri="{FF2B5EF4-FFF2-40B4-BE49-F238E27FC236}">
                      <a16:creationId xmlns:a16="http://schemas.microsoft.com/office/drawing/2014/main" id="{C986FADB-BA50-6821-B474-C6A39F42305A}"/>
                    </a:ext>
                  </a:extLst>
                </p:cNvPr>
                <p:cNvSpPr/>
                <p:nvPr/>
              </p:nvSpPr>
              <p:spPr>
                <a:xfrm>
                  <a:off x="4655983" y="351531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8" name="Freeform 2137">
                  <a:extLst>
                    <a:ext uri="{FF2B5EF4-FFF2-40B4-BE49-F238E27FC236}">
                      <a16:creationId xmlns:a16="http://schemas.microsoft.com/office/drawing/2014/main" id="{6109576A-F192-D250-C5AB-A341EB678A66}"/>
                    </a:ext>
                  </a:extLst>
                </p:cNvPr>
                <p:cNvSpPr/>
                <p:nvPr/>
              </p:nvSpPr>
              <p:spPr>
                <a:xfrm>
                  <a:off x="5210211" y="352458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39" name="Freeform 2138">
                  <a:extLst>
                    <a:ext uri="{FF2B5EF4-FFF2-40B4-BE49-F238E27FC236}">
                      <a16:creationId xmlns:a16="http://schemas.microsoft.com/office/drawing/2014/main" id="{CE470E6F-DCA6-90ED-4286-0AC3DDFE1750}"/>
                    </a:ext>
                  </a:extLst>
                </p:cNvPr>
                <p:cNvSpPr/>
                <p:nvPr/>
              </p:nvSpPr>
              <p:spPr>
                <a:xfrm>
                  <a:off x="4679478" y="3697429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40" name="Freeform 2139">
                  <a:extLst>
                    <a:ext uri="{FF2B5EF4-FFF2-40B4-BE49-F238E27FC236}">
                      <a16:creationId xmlns:a16="http://schemas.microsoft.com/office/drawing/2014/main" id="{508986DE-6DAF-6E64-F5F0-3A4CEDB44CFA}"/>
                    </a:ext>
                  </a:extLst>
                </p:cNvPr>
                <p:cNvSpPr/>
                <p:nvPr/>
              </p:nvSpPr>
              <p:spPr>
                <a:xfrm>
                  <a:off x="4637441" y="358363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41" name="TextBox 2140">
                  <a:extLst>
                    <a:ext uri="{FF2B5EF4-FFF2-40B4-BE49-F238E27FC236}">
                      <a16:creationId xmlns:a16="http://schemas.microsoft.com/office/drawing/2014/main" id="{61D37082-BD0D-EABE-0925-854798022CDC}"/>
                    </a:ext>
                  </a:extLst>
                </p:cNvPr>
                <p:cNvSpPr txBox="1"/>
                <p:nvPr/>
              </p:nvSpPr>
              <p:spPr>
                <a:xfrm>
                  <a:off x="4232206" y="2988459"/>
                  <a:ext cx="562975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0.874</a:t>
                  </a:r>
                </a:p>
              </p:txBody>
            </p:sp>
            <p:sp>
              <p:nvSpPr>
                <p:cNvPr id="2142" name="Freeform 2141">
                  <a:extLst>
                    <a:ext uri="{FF2B5EF4-FFF2-40B4-BE49-F238E27FC236}">
                      <a16:creationId xmlns:a16="http://schemas.microsoft.com/office/drawing/2014/main" id="{E5BEFB3E-284F-7A54-66A2-67CFB4854940}"/>
                    </a:ext>
                  </a:extLst>
                </p:cNvPr>
                <p:cNvSpPr/>
                <p:nvPr/>
              </p:nvSpPr>
              <p:spPr>
                <a:xfrm>
                  <a:off x="4400586" y="3147265"/>
                  <a:ext cx="247269" cy="12700"/>
                </a:xfrm>
                <a:custGeom>
                  <a:avLst/>
                  <a:gdLst>
                    <a:gd name="csX0" fmla="*/ 0 w 247269"/>
                    <a:gd name="csY0" fmla="*/ 0 h 12700"/>
                    <a:gd name="csX1" fmla="*/ 247269 w 247269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47269" h="12700">
                      <a:moveTo>
                        <a:pt x="0" y="0"/>
                      </a:moveTo>
                      <a:lnTo>
                        <a:pt x="247269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43" name="TextBox 2142">
                  <a:extLst>
                    <a:ext uri="{FF2B5EF4-FFF2-40B4-BE49-F238E27FC236}">
                      <a16:creationId xmlns:a16="http://schemas.microsoft.com/office/drawing/2014/main" id="{82903E44-3596-BA72-C543-25CE6283568F}"/>
                    </a:ext>
                  </a:extLst>
                </p:cNvPr>
                <p:cNvSpPr txBox="1"/>
                <p:nvPr/>
              </p:nvSpPr>
              <p:spPr>
                <a:xfrm>
                  <a:off x="4709564" y="2988459"/>
                  <a:ext cx="797065" cy="20005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0.203</a:t>
                  </a:r>
                </a:p>
              </p:txBody>
            </p:sp>
            <p:sp>
              <p:nvSpPr>
                <p:cNvPr id="2144" name="Freeform 2143">
                  <a:extLst>
                    <a:ext uri="{FF2B5EF4-FFF2-40B4-BE49-F238E27FC236}">
                      <a16:creationId xmlns:a16="http://schemas.microsoft.com/office/drawing/2014/main" id="{C6B2F744-E7A7-DEA2-EF2B-49CAD4941E5B}"/>
                    </a:ext>
                  </a:extLst>
                </p:cNvPr>
                <p:cNvSpPr/>
                <p:nvPr/>
              </p:nvSpPr>
              <p:spPr>
                <a:xfrm>
                  <a:off x="4702846" y="3147265"/>
                  <a:ext cx="796925" cy="12700"/>
                </a:xfrm>
                <a:custGeom>
                  <a:avLst/>
                  <a:gdLst>
                    <a:gd name="csX0" fmla="*/ 0 w 796925"/>
                    <a:gd name="csY0" fmla="*/ 0 h 12700"/>
                    <a:gd name="csX1" fmla="*/ 796925 w 79692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96925" h="12700">
                      <a:moveTo>
                        <a:pt x="0" y="0"/>
                      </a:moveTo>
                      <a:lnTo>
                        <a:pt x="79692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45" name="TextBox 2144">
                  <a:extLst>
                    <a:ext uri="{FF2B5EF4-FFF2-40B4-BE49-F238E27FC236}">
                      <a16:creationId xmlns:a16="http://schemas.microsoft.com/office/drawing/2014/main" id="{C63F12FB-AB5F-E87E-0F12-3E9F5884876D}"/>
                    </a:ext>
                  </a:extLst>
                </p:cNvPr>
                <p:cNvSpPr txBox="1"/>
                <p:nvPr/>
              </p:nvSpPr>
              <p:spPr>
                <a:xfrm>
                  <a:off x="4398021" y="2735716"/>
                  <a:ext cx="1116701" cy="20005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0.131</a:t>
                  </a:r>
                </a:p>
              </p:txBody>
            </p:sp>
            <p:sp>
              <p:nvSpPr>
                <p:cNvPr id="2146" name="Freeform 2145">
                  <a:extLst>
                    <a:ext uri="{FF2B5EF4-FFF2-40B4-BE49-F238E27FC236}">
                      <a16:creationId xmlns:a16="http://schemas.microsoft.com/office/drawing/2014/main" id="{61B80EAF-D9FF-9EDB-5A7D-1A1FAFC86CF4}"/>
                    </a:ext>
                  </a:extLst>
                </p:cNvPr>
                <p:cNvSpPr/>
                <p:nvPr/>
              </p:nvSpPr>
              <p:spPr>
                <a:xfrm>
                  <a:off x="4400586" y="2903933"/>
                  <a:ext cx="1099185" cy="12700"/>
                </a:xfrm>
                <a:custGeom>
                  <a:avLst/>
                  <a:gdLst>
                    <a:gd name="csX0" fmla="*/ 0 w 1099185"/>
                    <a:gd name="csY0" fmla="*/ 0 h 12700"/>
                    <a:gd name="csX1" fmla="*/ 1099185 w 109918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99185" h="12700">
                      <a:moveTo>
                        <a:pt x="0" y="0"/>
                      </a:moveTo>
                      <a:lnTo>
                        <a:pt x="109918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2147" name="Graphic 2022">
                <a:extLst>
                  <a:ext uri="{FF2B5EF4-FFF2-40B4-BE49-F238E27FC236}">
                    <a16:creationId xmlns:a16="http://schemas.microsoft.com/office/drawing/2014/main" id="{EAD17074-5EE6-6806-3718-09E3EC8BE2C6}"/>
                  </a:ext>
                </a:extLst>
              </p:cNvPr>
              <p:cNvGrpSpPr/>
              <p:nvPr/>
            </p:nvGrpSpPr>
            <p:grpSpPr>
              <a:xfrm>
                <a:off x="4144173" y="2372397"/>
                <a:ext cx="1520444" cy="1831723"/>
                <a:chOff x="4144173" y="2372397"/>
                <a:chExt cx="1520444" cy="1831723"/>
              </a:xfrm>
            </p:grpSpPr>
            <p:sp>
              <p:nvSpPr>
                <p:cNvPr id="2148" name="Freeform 2147">
                  <a:extLst>
                    <a:ext uri="{FF2B5EF4-FFF2-40B4-BE49-F238E27FC236}">
                      <a16:creationId xmlns:a16="http://schemas.microsoft.com/office/drawing/2014/main" id="{68A82203-F7D2-E801-0B76-359F979E13E9}"/>
                    </a:ext>
                  </a:extLst>
                </p:cNvPr>
                <p:cNvSpPr/>
                <p:nvPr/>
              </p:nvSpPr>
              <p:spPr>
                <a:xfrm>
                  <a:off x="4235613" y="3954350"/>
                  <a:ext cx="1429004" cy="12700"/>
                </a:xfrm>
                <a:custGeom>
                  <a:avLst/>
                  <a:gdLst>
                    <a:gd name="csX0" fmla="*/ 0 w 1429004"/>
                    <a:gd name="csY0" fmla="*/ 0 h 12700"/>
                    <a:gd name="csX1" fmla="*/ 1429004 w 142900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429004" h="12700">
                      <a:moveTo>
                        <a:pt x="0" y="0"/>
                      </a:moveTo>
                      <a:lnTo>
                        <a:pt x="1429004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49" name="Freeform 2148">
                  <a:extLst>
                    <a:ext uri="{FF2B5EF4-FFF2-40B4-BE49-F238E27FC236}">
                      <a16:creationId xmlns:a16="http://schemas.microsoft.com/office/drawing/2014/main" id="{CE71D379-2FE8-9B53-B7A2-CC949350AA96}"/>
                    </a:ext>
                  </a:extLst>
                </p:cNvPr>
                <p:cNvSpPr/>
                <p:nvPr/>
              </p:nvSpPr>
              <p:spPr>
                <a:xfrm>
                  <a:off x="4400585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50" name="Freeform 2149">
                  <a:extLst>
                    <a:ext uri="{FF2B5EF4-FFF2-40B4-BE49-F238E27FC236}">
                      <a16:creationId xmlns:a16="http://schemas.microsoft.com/office/drawing/2014/main" id="{247DF67D-1D00-9B90-2E21-614E8AAF10E2}"/>
                    </a:ext>
                  </a:extLst>
                </p:cNvPr>
                <p:cNvSpPr/>
                <p:nvPr/>
              </p:nvSpPr>
              <p:spPr>
                <a:xfrm>
                  <a:off x="4675286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51" name="Freeform 2150">
                  <a:extLst>
                    <a:ext uri="{FF2B5EF4-FFF2-40B4-BE49-F238E27FC236}">
                      <a16:creationId xmlns:a16="http://schemas.microsoft.com/office/drawing/2014/main" id="{36186252-B3C1-FA2C-EE04-0AE985E1F8FA}"/>
                    </a:ext>
                  </a:extLst>
                </p:cNvPr>
                <p:cNvSpPr/>
                <p:nvPr/>
              </p:nvSpPr>
              <p:spPr>
                <a:xfrm>
                  <a:off x="4950114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52" name="Freeform 2151">
                  <a:extLst>
                    <a:ext uri="{FF2B5EF4-FFF2-40B4-BE49-F238E27FC236}">
                      <a16:creationId xmlns:a16="http://schemas.microsoft.com/office/drawing/2014/main" id="{2C387309-6F99-AFAC-B786-B2BD031773CA}"/>
                    </a:ext>
                  </a:extLst>
                </p:cNvPr>
                <p:cNvSpPr/>
                <p:nvPr/>
              </p:nvSpPr>
              <p:spPr>
                <a:xfrm>
                  <a:off x="5224942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53" name="Freeform 2152">
                  <a:extLst>
                    <a:ext uri="{FF2B5EF4-FFF2-40B4-BE49-F238E27FC236}">
                      <a16:creationId xmlns:a16="http://schemas.microsoft.com/office/drawing/2014/main" id="{7402E0D8-9DC7-B28F-B809-970A2A5A57EB}"/>
                    </a:ext>
                  </a:extLst>
                </p:cNvPr>
                <p:cNvSpPr/>
                <p:nvPr/>
              </p:nvSpPr>
              <p:spPr>
                <a:xfrm>
                  <a:off x="5499770" y="395435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154" name="TextBox 2153">
                  <a:extLst>
                    <a:ext uri="{FF2B5EF4-FFF2-40B4-BE49-F238E27FC236}">
                      <a16:creationId xmlns:a16="http://schemas.microsoft.com/office/drawing/2014/main" id="{4A9395C1-9C84-04D9-9C4C-201CFA80F321}"/>
                    </a:ext>
                  </a:extLst>
                </p:cNvPr>
                <p:cNvSpPr txBox="1"/>
                <p:nvPr/>
              </p:nvSpPr>
              <p:spPr>
                <a:xfrm>
                  <a:off x="4262597" y="3950204"/>
                  <a:ext cx="29687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2155" name="TextBox 2154">
                  <a:extLst>
                    <a:ext uri="{FF2B5EF4-FFF2-40B4-BE49-F238E27FC236}">
                      <a16:creationId xmlns:a16="http://schemas.microsoft.com/office/drawing/2014/main" id="{B43A9FD2-80DD-9BB3-34FC-BB3D39F00827}"/>
                    </a:ext>
                  </a:extLst>
                </p:cNvPr>
                <p:cNvSpPr txBox="1"/>
                <p:nvPr/>
              </p:nvSpPr>
              <p:spPr>
                <a:xfrm>
                  <a:off x="4568321" y="3950204"/>
                  <a:ext cx="22153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2156" name="TextBox 2155">
                  <a:extLst>
                    <a:ext uri="{FF2B5EF4-FFF2-40B4-BE49-F238E27FC236}">
                      <a16:creationId xmlns:a16="http://schemas.microsoft.com/office/drawing/2014/main" id="{D07B5DA3-9169-6645-47BD-98006F73D3AC}"/>
                    </a:ext>
                  </a:extLst>
                </p:cNvPr>
                <p:cNvSpPr txBox="1"/>
                <p:nvPr/>
              </p:nvSpPr>
              <p:spPr>
                <a:xfrm>
                  <a:off x="4812072" y="3950204"/>
                  <a:ext cx="296876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2157" name="TextBox 2156">
                  <a:extLst>
                    <a:ext uri="{FF2B5EF4-FFF2-40B4-BE49-F238E27FC236}">
                      <a16:creationId xmlns:a16="http://schemas.microsoft.com/office/drawing/2014/main" id="{4309A644-0C7C-75E3-ED52-ED6329BB346E}"/>
                    </a:ext>
                  </a:extLst>
                </p:cNvPr>
                <p:cNvSpPr txBox="1"/>
                <p:nvPr/>
              </p:nvSpPr>
              <p:spPr>
                <a:xfrm>
                  <a:off x="5059014" y="3950204"/>
                  <a:ext cx="364202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2158" name="TextBox 2157">
                  <a:extLst>
                    <a:ext uri="{FF2B5EF4-FFF2-40B4-BE49-F238E27FC236}">
                      <a16:creationId xmlns:a16="http://schemas.microsoft.com/office/drawing/2014/main" id="{786D2F39-2FCD-C486-F9D0-7128D43743F7}"/>
                    </a:ext>
                  </a:extLst>
                </p:cNvPr>
                <p:cNvSpPr txBox="1"/>
                <p:nvPr/>
              </p:nvSpPr>
              <p:spPr>
                <a:xfrm>
                  <a:off x="5374197" y="3950204"/>
                  <a:ext cx="266420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2160" name="TextBox 2159">
                  <a:extLst>
                    <a:ext uri="{FF2B5EF4-FFF2-40B4-BE49-F238E27FC236}">
                      <a16:creationId xmlns:a16="http://schemas.microsoft.com/office/drawing/2014/main" id="{9EC90672-8718-AC2E-3C3E-F0DE34E66AC6}"/>
                    </a:ext>
                  </a:extLst>
                </p:cNvPr>
                <p:cNvSpPr txBox="1"/>
                <p:nvPr/>
              </p:nvSpPr>
              <p:spPr>
                <a:xfrm>
                  <a:off x="4144173" y="2372397"/>
                  <a:ext cx="1453596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ECM DEG-</a:t>
                  </a:r>
                </a:p>
              </p:txBody>
            </p:sp>
          </p:grpSp>
        </p:grpSp>
        <p:sp>
          <p:nvSpPr>
            <p:cNvPr id="2161" name="Freeform 2160">
              <a:extLst>
                <a:ext uri="{FF2B5EF4-FFF2-40B4-BE49-F238E27FC236}">
                  <a16:creationId xmlns:a16="http://schemas.microsoft.com/office/drawing/2014/main" id="{92483E01-2A23-BBED-15C7-0DD85D052EB4}"/>
                </a:ext>
              </a:extLst>
            </p:cNvPr>
            <p:cNvSpPr/>
            <p:nvPr/>
          </p:nvSpPr>
          <p:spPr>
            <a:xfrm>
              <a:off x="3369249" y="2723825"/>
              <a:ext cx="1568196" cy="104894"/>
            </a:xfrm>
            <a:custGeom>
              <a:avLst/>
              <a:gdLst>
                <a:gd name="csX0" fmla="*/ 0 w 1099185"/>
                <a:gd name="csY0" fmla="*/ 0 h 12700"/>
                <a:gd name="csX1" fmla="*/ 1099185 w 109918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99185" h="12700">
                  <a:moveTo>
                    <a:pt x="0" y="0"/>
                  </a:moveTo>
                  <a:lnTo>
                    <a:pt x="1099185" y="0"/>
                  </a:lnTo>
                </a:path>
              </a:pathLst>
            </a:custGeom>
            <a:ln w="1358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5884" name="Group 5883">
            <a:extLst>
              <a:ext uri="{FF2B5EF4-FFF2-40B4-BE49-F238E27FC236}">
                <a16:creationId xmlns:a16="http://schemas.microsoft.com/office/drawing/2014/main" id="{1125B396-8989-6E19-0B9D-6821B97E2A7A}"/>
              </a:ext>
            </a:extLst>
          </p:cNvPr>
          <p:cNvGrpSpPr/>
          <p:nvPr/>
        </p:nvGrpSpPr>
        <p:grpSpPr>
          <a:xfrm>
            <a:off x="5240798" y="3976576"/>
            <a:ext cx="1629985" cy="1888326"/>
            <a:chOff x="2035576" y="3976576"/>
            <a:chExt cx="1629985" cy="1888326"/>
          </a:xfrm>
        </p:grpSpPr>
        <p:grpSp>
          <p:nvGrpSpPr>
            <p:cNvPr id="86" name="Graphic 18">
              <a:extLst>
                <a:ext uri="{FF2B5EF4-FFF2-40B4-BE49-F238E27FC236}">
                  <a16:creationId xmlns:a16="http://schemas.microsoft.com/office/drawing/2014/main" id="{1A3FF806-F0DA-637E-2DC7-5304D14FD84F}"/>
                </a:ext>
              </a:extLst>
            </p:cNvPr>
            <p:cNvGrpSpPr/>
            <p:nvPr/>
          </p:nvGrpSpPr>
          <p:grpSpPr>
            <a:xfrm>
              <a:off x="2035576" y="4183794"/>
              <a:ext cx="1629985" cy="1681108"/>
              <a:chOff x="2739652" y="378039"/>
              <a:chExt cx="1629986" cy="1376564"/>
            </a:xfrm>
          </p:grpSpPr>
          <p:grpSp>
            <p:nvGrpSpPr>
              <p:cNvPr id="87" name="Graphic 18">
                <a:extLst>
                  <a:ext uri="{FF2B5EF4-FFF2-40B4-BE49-F238E27FC236}">
                    <a16:creationId xmlns:a16="http://schemas.microsoft.com/office/drawing/2014/main" id="{2E3ADA7E-C1FF-1D10-4C24-0132CE24820D}"/>
                  </a:ext>
                </a:extLst>
              </p:cNvPr>
              <p:cNvGrpSpPr/>
              <p:nvPr/>
            </p:nvGrpSpPr>
            <p:grpSpPr>
              <a:xfrm>
                <a:off x="3062046" y="378039"/>
                <a:ext cx="1307591" cy="1134490"/>
                <a:chOff x="3062046" y="378039"/>
                <a:chExt cx="1307591" cy="1134490"/>
              </a:xfrm>
            </p:grpSpPr>
            <p:sp>
              <p:nvSpPr>
                <p:cNvPr id="113" name="Freeform 112">
                  <a:extLst>
                    <a:ext uri="{FF2B5EF4-FFF2-40B4-BE49-F238E27FC236}">
                      <a16:creationId xmlns:a16="http://schemas.microsoft.com/office/drawing/2014/main" id="{223FDADE-77DC-2807-5F3E-AA064C660144}"/>
                    </a:ext>
                  </a:extLst>
                </p:cNvPr>
                <p:cNvSpPr/>
                <p:nvPr/>
              </p:nvSpPr>
              <p:spPr>
                <a:xfrm>
                  <a:off x="3062046" y="378039"/>
                  <a:ext cx="1307591" cy="1134490"/>
                </a:xfrm>
                <a:custGeom>
                  <a:avLst/>
                  <a:gdLst>
                    <a:gd name="csX0" fmla="*/ 0 w 1307591"/>
                    <a:gd name="csY0" fmla="*/ 0 h 1134490"/>
                    <a:gd name="csX1" fmla="*/ 1307592 w 1307591"/>
                    <a:gd name="csY1" fmla="*/ 0 h 1134490"/>
                    <a:gd name="csX2" fmla="*/ 1307592 w 1307591"/>
                    <a:gd name="csY2" fmla="*/ 1134491 h 1134490"/>
                    <a:gd name="csX3" fmla="*/ 0 w 1307591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307591" h="1134490">
                      <a:moveTo>
                        <a:pt x="0" y="0"/>
                      </a:moveTo>
                      <a:lnTo>
                        <a:pt x="1307592" y="0"/>
                      </a:lnTo>
                      <a:lnTo>
                        <a:pt x="1307592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2B0F38A2-A753-6DD3-9A4D-C9C19F7FFE84}"/>
                    </a:ext>
                  </a:extLst>
                </p:cNvPr>
                <p:cNvSpPr/>
                <p:nvPr/>
              </p:nvSpPr>
              <p:spPr>
                <a:xfrm>
                  <a:off x="3212922" y="954746"/>
                  <a:ext cx="12700" cy="34162"/>
                </a:xfrm>
                <a:custGeom>
                  <a:avLst/>
                  <a:gdLst>
                    <a:gd name="csX0" fmla="*/ 0 w 12700"/>
                    <a:gd name="csY0" fmla="*/ 34163 h 34162"/>
                    <a:gd name="csX1" fmla="*/ 0 w 12700"/>
                    <a:gd name="csY1" fmla="*/ 0 h 341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162">
                      <a:moveTo>
                        <a:pt x="0" y="34163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A49E6D7C-65C1-DEE8-366D-DF5A3951E147}"/>
                    </a:ext>
                  </a:extLst>
                </p:cNvPr>
                <p:cNvSpPr/>
                <p:nvPr/>
              </p:nvSpPr>
              <p:spPr>
                <a:xfrm>
                  <a:off x="3212922" y="1151850"/>
                  <a:ext cx="12700" cy="243840"/>
                </a:xfrm>
                <a:custGeom>
                  <a:avLst/>
                  <a:gdLst>
                    <a:gd name="csX0" fmla="*/ 0 w 12700"/>
                    <a:gd name="csY0" fmla="*/ 0 h 243840"/>
                    <a:gd name="csX1" fmla="*/ 0 w 12700"/>
                    <a:gd name="csY1" fmla="*/ 243840 h 24384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43840">
                      <a:moveTo>
                        <a:pt x="0" y="0"/>
                      </a:moveTo>
                      <a:lnTo>
                        <a:pt x="0" y="24384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FB2E9397-543A-4B7E-C687-4A4E16C78462}"/>
                    </a:ext>
                  </a:extLst>
                </p:cNvPr>
                <p:cNvSpPr/>
                <p:nvPr/>
              </p:nvSpPr>
              <p:spPr>
                <a:xfrm>
                  <a:off x="3137484" y="988908"/>
                  <a:ext cx="150876" cy="162941"/>
                </a:xfrm>
                <a:custGeom>
                  <a:avLst/>
                  <a:gdLst>
                    <a:gd name="csX0" fmla="*/ 0 w 150876"/>
                    <a:gd name="csY0" fmla="*/ 0 h 162941"/>
                    <a:gd name="csX1" fmla="*/ 0 w 150876"/>
                    <a:gd name="csY1" fmla="*/ 162941 h 162941"/>
                    <a:gd name="csX2" fmla="*/ 150876 w 150876"/>
                    <a:gd name="csY2" fmla="*/ 162941 h 162941"/>
                    <a:gd name="csX3" fmla="*/ 150876 w 150876"/>
                    <a:gd name="csY3" fmla="*/ 0 h 162941"/>
                    <a:gd name="csX4" fmla="*/ 0 w 150876"/>
                    <a:gd name="csY4" fmla="*/ 0 h 16294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62941">
                      <a:moveTo>
                        <a:pt x="0" y="0"/>
                      </a:moveTo>
                      <a:lnTo>
                        <a:pt x="0" y="162941"/>
                      </a:lnTo>
                      <a:lnTo>
                        <a:pt x="150876" y="162941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86E749A9-6036-DDD6-92C2-40DA7AA70DAB}"/>
                    </a:ext>
                  </a:extLst>
                </p:cNvPr>
                <p:cNvSpPr/>
                <p:nvPr/>
              </p:nvSpPr>
              <p:spPr>
                <a:xfrm>
                  <a:off x="3137484" y="1067649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0CE28E94-EBEE-48B7-17D6-2144D0D9D582}"/>
                    </a:ext>
                  </a:extLst>
                </p:cNvPr>
                <p:cNvSpPr/>
                <p:nvPr/>
              </p:nvSpPr>
              <p:spPr>
                <a:xfrm>
                  <a:off x="3464382" y="931632"/>
                  <a:ext cx="12700" cy="43687"/>
                </a:xfrm>
                <a:custGeom>
                  <a:avLst/>
                  <a:gdLst>
                    <a:gd name="csX0" fmla="*/ 0 w 12700"/>
                    <a:gd name="csY0" fmla="*/ 43688 h 43687"/>
                    <a:gd name="csX1" fmla="*/ 0 w 12700"/>
                    <a:gd name="csY1" fmla="*/ 0 h 4368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3687">
                      <a:moveTo>
                        <a:pt x="0" y="43688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" name="Freeform 118">
                  <a:extLst>
                    <a:ext uri="{FF2B5EF4-FFF2-40B4-BE49-F238E27FC236}">
                      <a16:creationId xmlns:a16="http://schemas.microsoft.com/office/drawing/2014/main" id="{ADD2B210-D83F-A2B6-F510-849236D3FEAF}"/>
                    </a:ext>
                  </a:extLst>
                </p:cNvPr>
                <p:cNvSpPr/>
                <p:nvPr/>
              </p:nvSpPr>
              <p:spPr>
                <a:xfrm>
                  <a:off x="3464382" y="1029041"/>
                  <a:ext cx="12700" cy="1778"/>
                </a:xfrm>
                <a:custGeom>
                  <a:avLst/>
                  <a:gdLst>
                    <a:gd name="csX0" fmla="*/ 0 w 12700"/>
                    <a:gd name="csY0" fmla="*/ 0 h 1778"/>
                    <a:gd name="csX1" fmla="*/ 0 w 12700"/>
                    <a:gd name="csY1" fmla="*/ 1778 h 177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78">
                      <a:moveTo>
                        <a:pt x="0" y="0"/>
                      </a:moveTo>
                      <a:lnTo>
                        <a:pt x="0" y="1778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" name="Freeform 119">
                  <a:extLst>
                    <a:ext uri="{FF2B5EF4-FFF2-40B4-BE49-F238E27FC236}">
                      <a16:creationId xmlns:a16="http://schemas.microsoft.com/office/drawing/2014/main" id="{A3E587C2-43EA-5A46-6CA7-CDDCCE7178D7}"/>
                    </a:ext>
                  </a:extLst>
                </p:cNvPr>
                <p:cNvSpPr/>
                <p:nvPr/>
              </p:nvSpPr>
              <p:spPr>
                <a:xfrm>
                  <a:off x="3388943" y="975319"/>
                  <a:ext cx="150876" cy="53721"/>
                </a:xfrm>
                <a:custGeom>
                  <a:avLst/>
                  <a:gdLst>
                    <a:gd name="csX0" fmla="*/ 0 w 150876"/>
                    <a:gd name="csY0" fmla="*/ 0 h 53721"/>
                    <a:gd name="csX1" fmla="*/ 0 w 150876"/>
                    <a:gd name="csY1" fmla="*/ 53721 h 53721"/>
                    <a:gd name="csX2" fmla="*/ 150876 w 150876"/>
                    <a:gd name="csY2" fmla="*/ 53721 h 53721"/>
                    <a:gd name="csX3" fmla="*/ 150876 w 150876"/>
                    <a:gd name="csY3" fmla="*/ 0 h 53721"/>
                    <a:gd name="csX4" fmla="*/ 0 w 150876"/>
                    <a:gd name="csY4" fmla="*/ 0 h 5372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53721">
                      <a:moveTo>
                        <a:pt x="0" y="0"/>
                      </a:moveTo>
                      <a:lnTo>
                        <a:pt x="0" y="53721"/>
                      </a:lnTo>
                      <a:lnTo>
                        <a:pt x="150876" y="53721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" name="Freeform 120">
                  <a:extLst>
                    <a:ext uri="{FF2B5EF4-FFF2-40B4-BE49-F238E27FC236}">
                      <a16:creationId xmlns:a16="http://schemas.microsoft.com/office/drawing/2014/main" id="{805C72BE-4A11-1AA7-397A-23702390AB28}"/>
                    </a:ext>
                  </a:extLst>
                </p:cNvPr>
                <p:cNvSpPr/>
                <p:nvPr/>
              </p:nvSpPr>
              <p:spPr>
                <a:xfrm>
                  <a:off x="3388944" y="1019008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E2DC4DFC-068E-A81D-7211-372CE4F1031B}"/>
                    </a:ext>
                  </a:extLst>
                </p:cNvPr>
                <p:cNvSpPr/>
                <p:nvPr/>
              </p:nvSpPr>
              <p:spPr>
                <a:xfrm>
                  <a:off x="3715842" y="1035264"/>
                  <a:ext cx="12700" cy="84962"/>
                </a:xfrm>
                <a:custGeom>
                  <a:avLst/>
                  <a:gdLst>
                    <a:gd name="csX0" fmla="*/ 0 w 12700"/>
                    <a:gd name="csY0" fmla="*/ 84963 h 84962"/>
                    <a:gd name="csX1" fmla="*/ 0 w 12700"/>
                    <a:gd name="csY1" fmla="*/ 0 h 849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4962">
                      <a:moveTo>
                        <a:pt x="0" y="84963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53398768-4D07-DA49-9778-B6960971E0CC}"/>
                    </a:ext>
                  </a:extLst>
                </p:cNvPr>
                <p:cNvSpPr/>
                <p:nvPr/>
              </p:nvSpPr>
              <p:spPr>
                <a:xfrm>
                  <a:off x="3715842" y="1290280"/>
                  <a:ext cx="12700" cy="85089"/>
                </a:xfrm>
                <a:custGeom>
                  <a:avLst/>
                  <a:gdLst>
                    <a:gd name="csX0" fmla="*/ 0 w 12700"/>
                    <a:gd name="csY0" fmla="*/ 0 h 85089"/>
                    <a:gd name="csX1" fmla="*/ 0 w 12700"/>
                    <a:gd name="csY1" fmla="*/ 85090 h 8508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5089">
                      <a:moveTo>
                        <a:pt x="0" y="0"/>
                      </a:moveTo>
                      <a:lnTo>
                        <a:pt x="0" y="8509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1B860927-9ADC-5FF0-2D75-905D7D6A20B1}"/>
                    </a:ext>
                  </a:extLst>
                </p:cNvPr>
                <p:cNvSpPr/>
                <p:nvPr/>
              </p:nvSpPr>
              <p:spPr>
                <a:xfrm>
                  <a:off x="3640403" y="1120227"/>
                  <a:ext cx="150876" cy="170052"/>
                </a:xfrm>
                <a:custGeom>
                  <a:avLst/>
                  <a:gdLst>
                    <a:gd name="csX0" fmla="*/ 0 w 150876"/>
                    <a:gd name="csY0" fmla="*/ 0 h 170052"/>
                    <a:gd name="csX1" fmla="*/ 0 w 150876"/>
                    <a:gd name="csY1" fmla="*/ 170053 h 170052"/>
                    <a:gd name="csX2" fmla="*/ 150876 w 150876"/>
                    <a:gd name="csY2" fmla="*/ 170053 h 170052"/>
                    <a:gd name="csX3" fmla="*/ 150876 w 150876"/>
                    <a:gd name="csY3" fmla="*/ 0 h 170052"/>
                    <a:gd name="csX4" fmla="*/ 0 w 150876"/>
                    <a:gd name="csY4" fmla="*/ 0 h 1700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70052">
                      <a:moveTo>
                        <a:pt x="0" y="0"/>
                      </a:moveTo>
                      <a:lnTo>
                        <a:pt x="0" y="170053"/>
                      </a:lnTo>
                      <a:lnTo>
                        <a:pt x="150876" y="170053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4905CB8-BA2D-3632-FFEE-3AA854CF5EBD}"/>
                    </a:ext>
                  </a:extLst>
                </p:cNvPr>
                <p:cNvSpPr/>
                <p:nvPr/>
              </p:nvSpPr>
              <p:spPr>
                <a:xfrm>
                  <a:off x="3640404" y="1205317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8A4A62B0-D0C5-B36B-38F7-ED9E49AB3D06}"/>
                    </a:ext>
                  </a:extLst>
                </p:cNvPr>
                <p:cNvSpPr/>
                <p:nvPr/>
              </p:nvSpPr>
              <p:spPr>
                <a:xfrm>
                  <a:off x="4218762" y="1103463"/>
                  <a:ext cx="12700" cy="33655"/>
                </a:xfrm>
                <a:custGeom>
                  <a:avLst/>
                  <a:gdLst>
                    <a:gd name="csX0" fmla="*/ 0 w 12700"/>
                    <a:gd name="csY0" fmla="*/ 33655 h 33655"/>
                    <a:gd name="csX1" fmla="*/ 0 w 12700"/>
                    <a:gd name="csY1" fmla="*/ 0 h 3365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3655">
                      <a:moveTo>
                        <a:pt x="0" y="33655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ED8718A-B12C-1EB5-72BB-C11EF9086408}"/>
                    </a:ext>
                  </a:extLst>
                </p:cNvPr>
                <p:cNvSpPr/>
                <p:nvPr/>
              </p:nvSpPr>
              <p:spPr>
                <a:xfrm>
                  <a:off x="4218762" y="1342858"/>
                  <a:ext cx="12700" cy="79756"/>
                </a:xfrm>
                <a:custGeom>
                  <a:avLst/>
                  <a:gdLst>
                    <a:gd name="csX0" fmla="*/ 0 w 12700"/>
                    <a:gd name="csY0" fmla="*/ 0 h 79756"/>
                    <a:gd name="csX1" fmla="*/ 0 w 12700"/>
                    <a:gd name="csY1" fmla="*/ 79756 h 7975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9756">
                      <a:moveTo>
                        <a:pt x="0" y="0"/>
                      </a:moveTo>
                      <a:lnTo>
                        <a:pt x="0" y="79756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2F24BEF3-9BCA-91CC-380E-6EE6B79C7759}"/>
                    </a:ext>
                  </a:extLst>
                </p:cNvPr>
                <p:cNvSpPr/>
                <p:nvPr/>
              </p:nvSpPr>
              <p:spPr>
                <a:xfrm>
                  <a:off x="4143323" y="1137117"/>
                  <a:ext cx="150876" cy="205740"/>
                </a:xfrm>
                <a:custGeom>
                  <a:avLst/>
                  <a:gdLst>
                    <a:gd name="csX0" fmla="*/ 0 w 150876"/>
                    <a:gd name="csY0" fmla="*/ 0 h 205740"/>
                    <a:gd name="csX1" fmla="*/ 0 w 150876"/>
                    <a:gd name="csY1" fmla="*/ 205740 h 205740"/>
                    <a:gd name="csX2" fmla="*/ 150876 w 150876"/>
                    <a:gd name="csY2" fmla="*/ 205740 h 205740"/>
                    <a:gd name="csX3" fmla="*/ 150876 w 150876"/>
                    <a:gd name="csY3" fmla="*/ 0 h 205740"/>
                    <a:gd name="csX4" fmla="*/ 0 w 150876"/>
                    <a:gd name="csY4" fmla="*/ 0 h 20574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205740">
                      <a:moveTo>
                        <a:pt x="0" y="0"/>
                      </a:moveTo>
                      <a:lnTo>
                        <a:pt x="0" y="205740"/>
                      </a:lnTo>
                      <a:lnTo>
                        <a:pt x="150876" y="205740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04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EF964E0D-1997-F95B-F56A-46670650EA79}"/>
                    </a:ext>
                  </a:extLst>
                </p:cNvPr>
                <p:cNvSpPr/>
                <p:nvPr/>
              </p:nvSpPr>
              <p:spPr>
                <a:xfrm>
                  <a:off x="4143324" y="1195538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776206B4-15C3-65AB-1E1D-53C7B5E2DC0D}"/>
                    </a:ext>
                  </a:extLst>
                </p:cNvPr>
                <p:cNvSpPr/>
                <p:nvPr/>
              </p:nvSpPr>
              <p:spPr>
                <a:xfrm>
                  <a:off x="3718763" y="135632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95E53718-9FD9-F9AA-A8E1-976B26A462EF}"/>
                    </a:ext>
                  </a:extLst>
                </p:cNvPr>
                <p:cNvSpPr/>
                <p:nvPr/>
              </p:nvSpPr>
              <p:spPr>
                <a:xfrm>
                  <a:off x="3468319" y="101176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EC96A4C5-0AC2-5A7D-6449-D79A1E6CA6EF}"/>
                    </a:ext>
                  </a:extLst>
                </p:cNvPr>
                <p:cNvSpPr/>
                <p:nvPr/>
              </p:nvSpPr>
              <p:spPr>
                <a:xfrm>
                  <a:off x="3435680" y="96477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7358388F-C510-065E-E416-507CC47296DD}"/>
                    </a:ext>
                  </a:extLst>
                </p:cNvPr>
                <p:cNvSpPr/>
                <p:nvPr/>
              </p:nvSpPr>
              <p:spPr>
                <a:xfrm>
                  <a:off x="4217365" y="110168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4" name="Freeform 133">
                  <a:extLst>
                    <a:ext uri="{FF2B5EF4-FFF2-40B4-BE49-F238E27FC236}">
                      <a16:creationId xmlns:a16="http://schemas.microsoft.com/office/drawing/2014/main" id="{F7B56249-E3F2-29B7-D69D-392502368179}"/>
                    </a:ext>
                  </a:extLst>
                </p:cNvPr>
                <p:cNvSpPr/>
                <p:nvPr/>
              </p:nvSpPr>
              <p:spPr>
                <a:xfrm>
                  <a:off x="3202127" y="95373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459C50CE-A640-7DAC-A5FC-B5989FD7A4E3}"/>
                    </a:ext>
                  </a:extLst>
                </p:cNvPr>
                <p:cNvSpPr/>
                <p:nvPr/>
              </p:nvSpPr>
              <p:spPr>
                <a:xfrm>
                  <a:off x="4201744" y="137105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BF065899-E549-BF7D-AA8B-E8B6E87160D5}"/>
                    </a:ext>
                  </a:extLst>
                </p:cNvPr>
                <p:cNvSpPr/>
                <p:nvPr/>
              </p:nvSpPr>
              <p:spPr>
                <a:xfrm>
                  <a:off x="3206826" y="93683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E5FEB1FD-E38C-EC81-8D7C-D7990294F928}"/>
                    </a:ext>
                  </a:extLst>
                </p:cNvPr>
                <p:cNvSpPr/>
                <p:nvPr/>
              </p:nvSpPr>
              <p:spPr>
                <a:xfrm>
                  <a:off x="4182313" y="14039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F5EC2BA3-8E43-E0CD-9231-0D4927ACAB65}"/>
                    </a:ext>
                  </a:extLst>
                </p:cNvPr>
                <p:cNvSpPr/>
                <p:nvPr/>
              </p:nvSpPr>
              <p:spPr>
                <a:xfrm>
                  <a:off x="3202889" y="115248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BCD146EE-51A6-8DEB-8BCC-8BEE7DE4680B}"/>
                    </a:ext>
                  </a:extLst>
                </p:cNvPr>
                <p:cNvSpPr/>
                <p:nvPr/>
              </p:nvSpPr>
              <p:spPr>
                <a:xfrm>
                  <a:off x="4211015" y="118283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0" name="Freeform 139">
                  <a:extLst>
                    <a:ext uri="{FF2B5EF4-FFF2-40B4-BE49-F238E27FC236}">
                      <a16:creationId xmlns:a16="http://schemas.microsoft.com/office/drawing/2014/main" id="{44DC2155-D780-17CF-30B9-49E0CC15D58D}"/>
                    </a:ext>
                  </a:extLst>
                </p:cNvPr>
                <p:cNvSpPr/>
                <p:nvPr/>
              </p:nvSpPr>
              <p:spPr>
                <a:xfrm>
                  <a:off x="3192856" y="107653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1" name="Freeform 140">
                  <a:extLst>
                    <a:ext uri="{FF2B5EF4-FFF2-40B4-BE49-F238E27FC236}">
                      <a16:creationId xmlns:a16="http://schemas.microsoft.com/office/drawing/2014/main" id="{CF2A55DE-77B1-FE00-D145-17A7BC1EA774}"/>
                    </a:ext>
                  </a:extLst>
                </p:cNvPr>
                <p:cNvSpPr/>
                <p:nvPr/>
              </p:nvSpPr>
              <p:spPr>
                <a:xfrm>
                  <a:off x="4211777" y="117115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2" name="Freeform 141">
                  <a:extLst>
                    <a:ext uri="{FF2B5EF4-FFF2-40B4-BE49-F238E27FC236}">
                      <a16:creationId xmlns:a16="http://schemas.microsoft.com/office/drawing/2014/main" id="{8BF90681-F69D-8415-2C42-DB85B475A4BA}"/>
                    </a:ext>
                  </a:extLst>
                </p:cNvPr>
                <p:cNvSpPr/>
                <p:nvPr/>
              </p:nvSpPr>
              <p:spPr>
                <a:xfrm>
                  <a:off x="3216859" y="13786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3" name="Freeform 142">
                  <a:extLst>
                    <a:ext uri="{FF2B5EF4-FFF2-40B4-BE49-F238E27FC236}">
                      <a16:creationId xmlns:a16="http://schemas.microsoft.com/office/drawing/2014/main" id="{42104E26-B208-4053-BBAE-769AF88DDD96}"/>
                    </a:ext>
                  </a:extLst>
                </p:cNvPr>
                <p:cNvSpPr/>
                <p:nvPr/>
              </p:nvSpPr>
              <p:spPr>
                <a:xfrm>
                  <a:off x="3434029" y="100021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A8837DBF-6F3C-6C31-41B8-2C6E30E11A4B}"/>
                    </a:ext>
                  </a:extLst>
                </p:cNvPr>
                <p:cNvSpPr/>
                <p:nvPr/>
              </p:nvSpPr>
              <p:spPr>
                <a:xfrm>
                  <a:off x="4198823" y="10865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F3D805C7-DC17-D9A8-7D6B-6757AC89DBFB}"/>
                    </a:ext>
                  </a:extLst>
                </p:cNvPr>
                <p:cNvSpPr/>
                <p:nvPr/>
              </p:nvSpPr>
              <p:spPr>
                <a:xfrm>
                  <a:off x="3217113" y="102358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16629B9A-DAEB-662E-0C87-1DD59C055064}"/>
                    </a:ext>
                  </a:extLst>
                </p:cNvPr>
                <p:cNvSpPr/>
                <p:nvPr/>
              </p:nvSpPr>
              <p:spPr>
                <a:xfrm>
                  <a:off x="3721938" y="101634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67FD4AB6-05AB-5256-AD17-AEE88451407F}"/>
                    </a:ext>
                  </a:extLst>
                </p:cNvPr>
                <p:cNvSpPr/>
                <p:nvPr/>
              </p:nvSpPr>
              <p:spPr>
                <a:xfrm>
                  <a:off x="3427171" y="100910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8" name="Freeform 147">
                  <a:extLst>
                    <a:ext uri="{FF2B5EF4-FFF2-40B4-BE49-F238E27FC236}">
                      <a16:creationId xmlns:a16="http://schemas.microsoft.com/office/drawing/2014/main" id="{688CE8AA-06EB-41B9-DD74-8413F96B0E91}"/>
                    </a:ext>
                  </a:extLst>
                </p:cNvPr>
                <p:cNvSpPr/>
                <p:nvPr/>
              </p:nvSpPr>
              <p:spPr>
                <a:xfrm>
                  <a:off x="3445078" y="91385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E3D6D1D5-C180-37B8-287D-5DFC448D75C5}"/>
                    </a:ext>
                  </a:extLst>
                </p:cNvPr>
                <p:cNvSpPr/>
                <p:nvPr/>
              </p:nvSpPr>
              <p:spPr>
                <a:xfrm>
                  <a:off x="3952316" y="93252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A1413519-86F5-44B9-2D56-C9F720E4B116}"/>
                    </a:ext>
                  </a:extLst>
                </p:cNvPr>
                <p:cNvSpPr/>
                <p:nvPr/>
              </p:nvSpPr>
              <p:spPr>
                <a:xfrm>
                  <a:off x="3466668" y="114715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438823A3-AC43-5434-84A7-B0335DD18260}"/>
                    </a:ext>
                  </a:extLst>
                </p:cNvPr>
                <p:cNvSpPr/>
                <p:nvPr/>
              </p:nvSpPr>
              <p:spPr>
                <a:xfrm>
                  <a:off x="3428187" y="94979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52" name="TextBox 151">
                  <a:extLst>
                    <a:ext uri="{FF2B5EF4-FFF2-40B4-BE49-F238E27FC236}">
                      <a16:creationId xmlns:a16="http://schemas.microsoft.com/office/drawing/2014/main" id="{6122D033-3917-BF28-00BA-2996998D3435}"/>
                    </a:ext>
                  </a:extLst>
                </p:cNvPr>
                <p:cNvSpPr txBox="1"/>
                <p:nvPr/>
              </p:nvSpPr>
              <p:spPr>
                <a:xfrm>
                  <a:off x="3069437" y="664259"/>
                  <a:ext cx="513279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0.25</a:t>
                  </a: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AACA45CF-76E4-E7B6-6AAD-4E967DF24A55}"/>
                    </a:ext>
                  </a:extLst>
                </p:cNvPr>
                <p:cNvSpPr/>
                <p:nvPr/>
              </p:nvSpPr>
              <p:spPr>
                <a:xfrm>
                  <a:off x="3212922" y="806156"/>
                  <a:ext cx="226314" cy="12700"/>
                </a:xfrm>
                <a:custGeom>
                  <a:avLst/>
                  <a:gdLst>
                    <a:gd name="csX0" fmla="*/ 0 w 226314"/>
                    <a:gd name="csY0" fmla="*/ 0 h 12700"/>
                    <a:gd name="csX1" fmla="*/ 226314 w 22631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6314" h="12700">
                      <a:moveTo>
                        <a:pt x="0" y="0"/>
                      </a:moveTo>
                      <a:lnTo>
                        <a:pt x="22631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54" name="TextBox 153">
                  <a:extLst>
                    <a:ext uri="{FF2B5EF4-FFF2-40B4-BE49-F238E27FC236}">
                      <a16:creationId xmlns:a16="http://schemas.microsoft.com/office/drawing/2014/main" id="{069D07D9-3E32-4A0B-7580-09689DF51524}"/>
                    </a:ext>
                  </a:extLst>
                </p:cNvPr>
                <p:cNvSpPr txBox="1"/>
                <p:nvPr/>
              </p:nvSpPr>
              <p:spPr>
                <a:xfrm>
                  <a:off x="3662429" y="646136"/>
                  <a:ext cx="383436" cy="400236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2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2E135E89-72C9-666D-4DF2-C49CBEF28A25}"/>
                    </a:ext>
                  </a:extLst>
                </p:cNvPr>
                <p:cNvSpPr/>
                <p:nvPr/>
              </p:nvSpPr>
              <p:spPr>
                <a:xfrm>
                  <a:off x="3489528" y="806156"/>
                  <a:ext cx="729234" cy="12700"/>
                </a:xfrm>
                <a:custGeom>
                  <a:avLst/>
                  <a:gdLst>
                    <a:gd name="csX0" fmla="*/ 0 w 729234"/>
                    <a:gd name="csY0" fmla="*/ 0 h 12700"/>
                    <a:gd name="csX1" fmla="*/ 729234 w 72923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29234" h="12700">
                      <a:moveTo>
                        <a:pt x="0" y="0"/>
                      </a:moveTo>
                      <a:lnTo>
                        <a:pt x="72923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56" name="TextBox 155">
                  <a:extLst>
                    <a:ext uri="{FF2B5EF4-FFF2-40B4-BE49-F238E27FC236}">
                      <a16:creationId xmlns:a16="http://schemas.microsoft.com/office/drawing/2014/main" id="{D05AF8AD-5ED0-3146-4D7C-72E8031E733B}"/>
                    </a:ext>
                  </a:extLst>
                </p:cNvPr>
                <p:cNvSpPr txBox="1"/>
                <p:nvPr/>
              </p:nvSpPr>
              <p:spPr>
                <a:xfrm>
                  <a:off x="3434355" y="483070"/>
                  <a:ext cx="562973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0.123</a:t>
                  </a: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1103C47A-0561-9E97-9D2C-C0D9194FF473}"/>
                    </a:ext>
                  </a:extLst>
                </p:cNvPr>
                <p:cNvSpPr/>
                <p:nvPr/>
              </p:nvSpPr>
              <p:spPr>
                <a:xfrm>
                  <a:off x="3212922" y="617815"/>
                  <a:ext cx="1005840" cy="12700"/>
                </a:xfrm>
                <a:custGeom>
                  <a:avLst/>
                  <a:gdLst>
                    <a:gd name="csX0" fmla="*/ 0 w 1005840"/>
                    <a:gd name="csY0" fmla="*/ 0 h 12700"/>
                    <a:gd name="csX1" fmla="*/ 1005840 w 10058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5840" h="12700">
                      <a:moveTo>
                        <a:pt x="0" y="0"/>
                      </a:moveTo>
                      <a:lnTo>
                        <a:pt x="1005840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88" name="Graphic 18">
                <a:extLst>
                  <a:ext uri="{FF2B5EF4-FFF2-40B4-BE49-F238E27FC236}">
                    <a16:creationId xmlns:a16="http://schemas.microsoft.com/office/drawing/2014/main" id="{D7A979E0-1B49-0767-BF7E-D1971C41BBD5}"/>
                  </a:ext>
                </a:extLst>
              </p:cNvPr>
              <p:cNvGrpSpPr/>
              <p:nvPr/>
            </p:nvGrpSpPr>
            <p:grpSpPr>
              <a:xfrm>
                <a:off x="2739652" y="378039"/>
                <a:ext cx="1629986" cy="1376564"/>
                <a:chOff x="2739652" y="378039"/>
                <a:chExt cx="1629986" cy="1376564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94E52B2B-6AAF-4E6F-6004-0BA776BDC5D8}"/>
                    </a:ext>
                  </a:extLst>
                </p:cNvPr>
                <p:cNvSpPr/>
                <p:nvPr/>
              </p:nvSpPr>
              <p:spPr>
                <a:xfrm>
                  <a:off x="3062046" y="378039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58E34830-BF53-6182-CACC-ED862EBCF98E}"/>
                    </a:ext>
                  </a:extLst>
                </p:cNvPr>
                <p:cNvSpPr txBox="1"/>
                <p:nvPr/>
              </p:nvSpPr>
              <p:spPr>
                <a:xfrm>
                  <a:off x="2739652" y="1245746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0.4</a:t>
                  </a:r>
                </a:p>
              </p:txBody>
            </p:sp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1F3CAB03-24C5-E376-B03B-24113BACB524}"/>
                    </a:ext>
                  </a:extLst>
                </p:cNvPr>
                <p:cNvSpPr txBox="1"/>
                <p:nvPr/>
              </p:nvSpPr>
              <p:spPr>
                <a:xfrm>
                  <a:off x="2739652" y="1037214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0.5</a:t>
                  </a:r>
                </a:p>
              </p:txBody>
            </p:sp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36676698-C170-83C0-95BE-C16F8B3E921B}"/>
                    </a:ext>
                  </a:extLst>
                </p:cNvPr>
                <p:cNvSpPr txBox="1"/>
                <p:nvPr/>
              </p:nvSpPr>
              <p:spPr>
                <a:xfrm>
                  <a:off x="2739652" y="828679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0.6</a:t>
                  </a:r>
                </a:p>
              </p:txBody>
            </p:sp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2A662481-45F6-97A4-071E-E599062B682E}"/>
                    </a:ext>
                  </a:extLst>
                </p:cNvPr>
                <p:cNvSpPr txBox="1"/>
                <p:nvPr/>
              </p:nvSpPr>
              <p:spPr>
                <a:xfrm>
                  <a:off x="2739652" y="620145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0.7</a:t>
                  </a:r>
                </a:p>
              </p:txBody>
            </p:sp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334759AE-776C-5A94-BDD5-1AB12B3F50A8}"/>
                    </a:ext>
                  </a:extLst>
                </p:cNvPr>
                <p:cNvSpPr txBox="1"/>
                <p:nvPr/>
              </p:nvSpPr>
              <p:spPr>
                <a:xfrm>
                  <a:off x="2739652" y="411610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0.8</a:t>
                  </a:r>
                </a:p>
              </p:txBody>
            </p:sp>
            <p:sp>
              <p:nvSpPr>
                <p:cNvPr id="95" name="Freeform 94">
                  <a:extLst>
                    <a:ext uri="{FF2B5EF4-FFF2-40B4-BE49-F238E27FC236}">
                      <a16:creationId xmlns:a16="http://schemas.microsoft.com/office/drawing/2014/main" id="{579C012F-4671-1A4C-75A9-FB6AF5EB9619}"/>
                    </a:ext>
                  </a:extLst>
                </p:cNvPr>
                <p:cNvSpPr/>
                <p:nvPr/>
              </p:nvSpPr>
              <p:spPr>
                <a:xfrm>
                  <a:off x="3027247" y="1352636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6" name="Freeform 95">
                  <a:extLst>
                    <a:ext uri="{FF2B5EF4-FFF2-40B4-BE49-F238E27FC236}">
                      <a16:creationId xmlns:a16="http://schemas.microsoft.com/office/drawing/2014/main" id="{D0489020-DF14-C14D-F427-38E4A930B340}"/>
                    </a:ext>
                  </a:extLst>
                </p:cNvPr>
                <p:cNvSpPr/>
                <p:nvPr/>
              </p:nvSpPr>
              <p:spPr>
                <a:xfrm>
                  <a:off x="3027247" y="1144103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7" name="Freeform 96">
                  <a:extLst>
                    <a:ext uri="{FF2B5EF4-FFF2-40B4-BE49-F238E27FC236}">
                      <a16:creationId xmlns:a16="http://schemas.microsoft.com/office/drawing/2014/main" id="{A0596370-158B-1AFC-E42E-EDD557F2D47B}"/>
                    </a:ext>
                  </a:extLst>
                </p:cNvPr>
                <p:cNvSpPr/>
                <p:nvPr/>
              </p:nvSpPr>
              <p:spPr>
                <a:xfrm>
                  <a:off x="3027247" y="935569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5860D38-1BB8-9EB4-3399-100EE1AD1DA6}"/>
                    </a:ext>
                  </a:extLst>
                </p:cNvPr>
                <p:cNvSpPr/>
                <p:nvPr/>
              </p:nvSpPr>
              <p:spPr>
                <a:xfrm>
                  <a:off x="3027247" y="727034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A8308B31-5410-1CF5-EEDC-DEE367A43CBE}"/>
                    </a:ext>
                  </a:extLst>
                </p:cNvPr>
                <p:cNvSpPr/>
                <p:nvPr/>
              </p:nvSpPr>
              <p:spPr>
                <a:xfrm>
                  <a:off x="3027247" y="51850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E44DF359-2E33-6C5C-ED67-2B8E323C850C}"/>
                    </a:ext>
                  </a:extLst>
                </p:cNvPr>
                <p:cNvSpPr/>
                <p:nvPr/>
              </p:nvSpPr>
              <p:spPr>
                <a:xfrm>
                  <a:off x="3062046" y="1512403"/>
                  <a:ext cx="1307592" cy="12700"/>
                </a:xfrm>
                <a:custGeom>
                  <a:avLst/>
                  <a:gdLst>
                    <a:gd name="csX0" fmla="*/ 0 w 1307592"/>
                    <a:gd name="csY0" fmla="*/ 0 h 12700"/>
                    <a:gd name="csX1" fmla="*/ 1307592 w 130759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07592" h="12700">
                      <a:moveTo>
                        <a:pt x="0" y="0"/>
                      </a:moveTo>
                      <a:lnTo>
                        <a:pt x="130759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A997D44D-123F-20C2-AEAB-714BFD8E2F1D}"/>
                    </a:ext>
                  </a:extLst>
                </p:cNvPr>
                <p:cNvSpPr/>
                <p:nvPr/>
              </p:nvSpPr>
              <p:spPr>
                <a:xfrm>
                  <a:off x="3212921" y="1512403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A5DEF88D-C809-EF0E-E294-51256DED152B}"/>
                    </a:ext>
                  </a:extLst>
                </p:cNvPr>
                <p:cNvSpPr/>
                <p:nvPr/>
              </p:nvSpPr>
              <p:spPr>
                <a:xfrm>
                  <a:off x="3464381" y="1512403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3" name="Freeform 102">
                  <a:extLst>
                    <a:ext uri="{FF2B5EF4-FFF2-40B4-BE49-F238E27FC236}">
                      <a16:creationId xmlns:a16="http://schemas.microsoft.com/office/drawing/2014/main" id="{C90CD5CF-7C7C-E43F-E09B-A620B1164B4F}"/>
                    </a:ext>
                  </a:extLst>
                </p:cNvPr>
                <p:cNvSpPr/>
                <p:nvPr/>
              </p:nvSpPr>
              <p:spPr>
                <a:xfrm>
                  <a:off x="3715842" y="1512403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2C63067E-4CA8-A59F-E22A-E206E39F3801}"/>
                    </a:ext>
                  </a:extLst>
                </p:cNvPr>
                <p:cNvSpPr/>
                <p:nvPr/>
              </p:nvSpPr>
              <p:spPr>
                <a:xfrm>
                  <a:off x="3967301" y="1512403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00248040-71B6-E0CC-5434-5A1F1F91187E}"/>
                    </a:ext>
                  </a:extLst>
                </p:cNvPr>
                <p:cNvSpPr/>
                <p:nvPr/>
              </p:nvSpPr>
              <p:spPr>
                <a:xfrm>
                  <a:off x="4218761" y="1512403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" name="TextBox 105">
                  <a:extLst>
                    <a:ext uri="{FF2B5EF4-FFF2-40B4-BE49-F238E27FC236}">
                      <a16:creationId xmlns:a16="http://schemas.microsoft.com/office/drawing/2014/main" id="{2BFE5AC9-85B3-8280-5CAA-D903E9E4FD14}"/>
                    </a:ext>
                  </a:extLst>
                </p:cNvPr>
                <p:cNvSpPr txBox="1"/>
                <p:nvPr/>
              </p:nvSpPr>
              <p:spPr>
                <a:xfrm>
                  <a:off x="3066889" y="1508256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107" name="TextBox 106">
                  <a:extLst>
                    <a:ext uri="{FF2B5EF4-FFF2-40B4-BE49-F238E27FC236}">
                      <a16:creationId xmlns:a16="http://schemas.microsoft.com/office/drawing/2014/main" id="{D32BE997-524E-85BE-1CD3-B5C18F294502}"/>
                    </a:ext>
                  </a:extLst>
                </p:cNvPr>
                <p:cNvSpPr txBox="1"/>
                <p:nvPr/>
              </p:nvSpPr>
              <p:spPr>
                <a:xfrm>
                  <a:off x="3354415" y="1508256"/>
                  <a:ext cx="21993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108" name="TextBox 107">
                  <a:extLst>
                    <a:ext uri="{FF2B5EF4-FFF2-40B4-BE49-F238E27FC236}">
                      <a16:creationId xmlns:a16="http://schemas.microsoft.com/office/drawing/2014/main" id="{2AC97A34-230A-8FD1-2A4D-BBD353A63AA8}"/>
                    </a:ext>
                  </a:extLst>
                </p:cNvPr>
                <p:cNvSpPr txBox="1"/>
                <p:nvPr/>
              </p:nvSpPr>
              <p:spPr>
                <a:xfrm>
                  <a:off x="3569811" y="1508256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F65AA820-AFC7-F912-31BF-959B428EE388}"/>
                    </a:ext>
                  </a:extLst>
                </p:cNvPr>
                <p:cNvSpPr txBox="1"/>
                <p:nvPr/>
              </p:nvSpPr>
              <p:spPr>
                <a:xfrm>
                  <a:off x="3789207" y="1508256"/>
                  <a:ext cx="356186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110" name="TextBox 109">
                  <a:extLst>
                    <a:ext uri="{FF2B5EF4-FFF2-40B4-BE49-F238E27FC236}">
                      <a16:creationId xmlns:a16="http://schemas.microsoft.com/office/drawing/2014/main" id="{92A9086F-5D38-2F84-17BE-9E62EEF3938C}"/>
                    </a:ext>
                  </a:extLst>
                </p:cNvPr>
                <p:cNvSpPr txBox="1"/>
                <p:nvPr/>
              </p:nvSpPr>
              <p:spPr>
                <a:xfrm>
                  <a:off x="4087154" y="1508256"/>
                  <a:ext cx="2632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</p:grpSp>
        </p:grpSp>
        <p:sp>
          <p:nvSpPr>
            <p:cNvPr id="2245" name="TextBox 2244">
              <a:extLst>
                <a:ext uri="{FF2B5EF4-FFF2-40B4-BE49-F238E27FC236}">
                  <a16:creationId xmlns:a16="http://schemas.microsoft.com/office/drawing/2014/main" id="{43ED53E7-AC3D-FD26-EE49-D6FEBE776048}"/>
                </a:ext>
              </a:extLst>
            </p:cNvPr>
            <p:cNvSpPr txBox="1"/>
            <p:nvPr/>
          </p:nvSpPr>
          <p:spPr>
            <a:xfrm>
              <a:off x="2376678" y="3976576"/>
              <a:ext cx="125230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6_NPO</a:t>
              </a:r>
              <a:endParaRPr lang="en-US" sz="11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5224" name="Graphic 4145">
            <a:extLst>
              <a:ext uri="{FF2B5EF4-FFF2-40B4-BE49-F238E27FC236}">
                <a16:creationId xmlns:a16="http://schemas.microsoft.com/office/drawing/2014/main" id="{257A1266-96D6-5859-854B-86740AC04189}"/>
              </a:ext>
            </a:extLst>
          </p:cNvPr>
          <p:cNvGrpSpPr/>
          <p:nvPr/>
        </p:nvGrpSpPr>
        <p:grpSpPr>
          <a:xfrm>
            <a:off x="3625198" y="5858266"/>
            <a:ext cx="1645855" cy="1758629"/>
            <a:chOff x="3722880" y="5729335"/>
            <a:chExt cx="1645855" cy="1758629"/>
          </a:xfrm>
        </p:grpSpPr>
        <p:grpSp>
          <p:nvGrpSpPr>
            <p:cNvPr id="5225" name="Graphic 4145">
              <a:extLst>
                <a:ext uri="{FF2B5EF4-FFF2-40B4-BE49-F238E27FC236}">
                  <a16:creationId xmlns:a16="http://schemas.microsoft.com/office/drawing/2014/main" id="{212006BF-E18C-AD1B-51D4-CE14CDB86A80}"/>
                </a:ext>
              </a:extLst>
            </p:cNvPr>
            <p:cNvGrpSpPr/>
            <p:nvPr/>
          </p:nvGrpSpPr>
          <p:grpSpPr>
            <a:xfrm>
              <a:off x="4094576" y="5857144"/>
              <a:ext cx="1245489" cy="1388745"/>
              <a:chOff x="4094576" y="5857144"/>
              <a:chExt cx="1245489" cy="1388745"/>
            </a:xfrm>
          </p:grpSpPr>
          <p:sp>
            <p:nvSpPr>
              <p:cNvPr id="5248" name="Freeform 5247">
                <a:extLst>
                  <a:ext uri="{FF2B5EF4-FFF2-40B4-BE49-F238E27FC236}">
                    <a16:creationId xmlns:a16="http://schemas.microsoft.com/office/drawing/2014/main" id="{04BF5C1C-8214-FFF0-D5BE-587A66DAD8CC}"/>
                  </a:ext>
                </a:extLst>
              </p:cNvPr>
              <p:cNvSpPr/>
              <p:nvPr/>
            </p:nvSpPr>
            <p:spPr>
              <a:xfrm>
                <a:off x="4094576" y="5857144"/>
                <a:ext cx="1245489" cy="1388745"/>
              </a:xfrm>
              <a:custGeom>
                <a:avLst/>
                <a:gdLst>
                  <a:gd name="csX0" fmla="*/ 0 w 1245489"/>
                  <a:gd name="csY0" fmla="*/ 0 h 1388745"/>
                  <a:gd name="csX1" fmla="*/ 1245489 w 1245489"/>
                  <a:gd name="csY1" fmla="*/ 0 h 1388745"/>
                  <a:gd name="csX2" fmla="*/ 1245489 w 1245489"/>
                  <a:gd name="csY2" fmla="*/ 1388745 h 1388745"/>
                  <a:gd name="csX3" fmla="*/ 0 w 1245489"/>
                  <a:gd name="csY3" fmla="*/ 1388745 h 1388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45489" h="1388745">
                    <a:moveTo>
                      <a:pt x="0" y="0"/>
                    </a:moveTo>
                    <a:lnTo>
                      <a:pt x="1245489" y="0"/>
                    </a:lnTo>
                    <a:lnTo>
                      <a:pt x="1245489" y="1388745"/>
                    </a:lnTo>
                    <a:lnTo>
                      <a:pt x="0" y="1388745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49" name="Freeform 5248">
                <a:extLst>
                  <a:ext uri="{FF2B5EF4-FFF2-40B4-BE49-F238E27FC236}">
                    <a16:creationId xmlns:a16="http://schemas.microsoft.com/office/drawing/2014/main" id="{8F9E94BE-D1CD-9230-1347-DBFC413BA423}"/>
                  </a:ext>
                </a:extLst>
              </p:cNvPr>
              <p:cNvSpPr/>
              <p:nvPr/>
            </p:nvSpPr>
            <p:spPr>
              <a:xfrm>
                <a:off x="4238213" y="6844950"/>
                <a:ext cx="12700" cy="71373"/>
              </a:xfrm>
              <a:custGeom>
                <a:avLst/>
                <a:gdLst>
                  <a:gd name="csX0" fmla="*/ 0 w 12700"/>
                  <a:gd name="csY0" fmla="*/ 71374 h 71373"/>
                  <a:gd name="csX1" fmla="*/ 0 w 12700"/>
                  <a:gd name="csY1" fmla="*/ 0 h 713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1373">
                    <a:moveTo>
                      <a:pt x="0" y="7137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0" name="Freeform 5249">
                <a:extLst>
                  <a:ext uri="{FF2B5EF4-FFF2-40B4-BE49-F238E27FC236}">
                    <a16:creationId xmlns:a16="http://schemas.microsoft.com/office/drawing/2014/main" id="{B6C13918-2C27-A80E-88F5-45C85E11855E}"/>
                  </a:ext>
                </a:extLst>
              </p:cNvPr>
              <p:cNvSpPr/>
              <p:nvPr/>
            </p:nvSpPr>
            <p:spPr>
              <a:xfrm>
                <a:off x="4238213" y="7008399"/>
                <a:ext cx="12700" cy="78486"/>
              </a:xfrm>
              <a:custGeom>
                <a:avLst/>
                <a:gdLst>
                  <a:gd name="csX0" fmla="*/ 0 w 12700"/>
                  <a:gd name="csY0" fmla="*/ 0 h 78486"/>
                  <a:gd name="csX1" fmla="*/ 0 w 12700"/>
                  <a:gd name="csY1" fmla="*/ 78486 h 784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8486">
                    <a:moveTo>
                      <a:pt x="0" y="0"/>
                    </a:moveTo>
                    <a:lnTo>
                      <a:pt x="0" y="7848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1" name="Freeform 5250">
                <a:extLst>
                  <a:ext uri="{FF2B5EF4-FFF2-40B4-BE49-F238E27FC236}">
                    <a16:creationId xmlns:a16="http://schemas.microsoft.com/office/drawing/2014/main" id="{209A2FCE-A13C-3574-6F19-97B5EED0F516}"/>
                  </a:ext>
                </a:extLst>
              </p:cNvPr>
              <p:cNvSpPr/>
              <p:nvPr/>
            </p:nvSpPr>
            <p:spPr>
              <a:xfrm>
                <a:off x="4166331" y="6916324"/>
                <a:ext cx="143763" cy="92075"/>
              </a:xfrm>
              <a:custGeom>
                <a:avLst/>
                <a:gdLst>
                  <a:gd name="csX0" fmla="*/ 0 w 143763"/>
                  <a:gd name="csY0" fmla="*/ 0 h 92075"/>
                  <a:gd name="csX1" fmla="*/ 0 w 143763"/>
                  <a:gd name="csY1" fmla="*/ 92075 h 92075"/>
                  <a:gd name="csX2" fmla="*/ 143764 w 143763"/>
                  <a:gd name="csY2" fmla="*/ 92075 h 92075"/>
                  <a:gd name="csX3" fmla="*/ 143764 w 143763"/>
                  <a:gd name="csY3" fmla="*/ 0 h 92075"/>
                  <a:gd name="csX4" fmla="*/ 0 w 143763"/>
                  <a:gd name="csY4" fmla="*/ 0 h 920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92075">
                    <a:moveTo>
                      <a:pt x="0" y="0"/>
                    </a:moveTo>
                    <a:lnTo>
                      <a:pt x="0" y="92075"/>
                    </a:lnTo>
                    <a:lnTo>
                      <a:pt x="143764" y="92075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2" name="Freeform 5251">
                <a:extLst>
                  <a:ext uri="{FF2B5EF4-FFF2-40B4-BE49-F238E27FC236}">
                    <a16:creationId xmlns:a16="http://schemas.microsoft.com/office/drawing/2014/main" id="{D238AB1A-085E-55DA-BB6C-539B7B5A79F1}"/>
                  </a:ext>
                </a:extLst>
              </p:cNvPr>
              <p:cNvSpPr/>
              <p:nvPr/>
            </p:nvSpPr>
            <p:spPr>
              <a:xfrm>
                <a:off x="4166331" y="6968394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3" name="Freeform 5252">
                <a:extLst>
                  <a:ext uri="{FF2B5EF4-FFF2-40B4-BE49-F238E27FC236}">
                    <a16:creationId xmlns:a16="http://schemas.microsoft.com/office/drawing/2014/main" id="{88DC6352-A9FA-7883-5188-DBCF54BD4A1A}"/>
                  </a:ext>
                </a:extLst>
              </p:cNvPr>
              <p:cNvSpPr/>
              <p:nvPr/>
            </p:nvSpPr>
            <p:spPr>
              <a:xfrm>
                <a:off x="4477735" y="6738651"/>
                <a:ext cx="12700" cy="15240"/>
              </a:xfrm>
              <a:custGeom>
                <a:avLst/>
                <a:gdLst>
                  <a:gd name="csX0" fmla="*/ 0 w 12700"/>
                  <a:gd name="csY0" fmla="*/ 15240 h 15240"/>
                  <a:gd name="csX1" fmla="*/ 0 w 12700"/>
                  <a:gd name="csY1" fmla="*/ 0 h 1524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240">
                    <a:moveTo>
                      <a:pt x="0" y="1524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4" name="Freeform 5253">
                <a:extLst>
                  <a:ext uri="{FF2B5EF4-FFF2-40B4-BE49-F238E27FC236}">
                    <a16:creationId xmlns:a16="http://schemas.microsoft.com/office/drawing/2014/main" id="{70FFF7BA-F0EF-C0C9-99BA-746C1BD8C62C}"/>
                  </a:ext>
                </a:extLst>
              </p:cNvPr>
              <p:cNvSpPr/>
              <p:nvPr/>
            </p:nvSpPr>
            <p:spPr>
              <a:xfrm>
                <a:off x="4477735" y="6809136"/>
                <a:ext cx="12700" cy="74930"/>
              </a:xfrm>
              <a:custGeom>
                <a:avLst/>
                <a:gdLst>
                  <a:gd name="csX0" fmla="*/ 0 w 12700"/>
                  <a:gd name="csY0" fmla="*/ 0 h 74930"/>
                  <a:gd name="csX1" fmla="*/ 0 w 12700"/>
                  <a:gd name="csY1" fmla="*/ 74930 h 749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4930">
                    <a:moveTo>
                      <a:pt x="0" y="0"/>
                    </a:moveTo>
                    <a:lnTo>
                      <a:pt x="0" y="7493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5" name="Freeform 5254">
                <a:extLst>
                  <a:ext uri="{FF2B5EF4-FFF2-40B4-BE49-F238E27FC236}">
                    <a16:creationId xmlns:a16="http://schemas.microsoft.com/office/drawing/2014/main" id="{9B7CDE44-4F60-DDEF-9B18-F519F5D6704D}"/>
                  </a:ext>
                </a:extLst>
              </p:cNvPr>
              <p:cNvSpPr/>
              <p:nvPr/>
            </p:nvSpPr>
            <p:spPr>
              <a:xfrm>
                <a:off x="4405853" y="6753891"/>
                <a:ext cx="143763" cy="55244"/>
              </a:xfrm>
              <a:custGeom>
                <a:avLst/>
                <a:gdLst>
                  <a:gd name="csX0" fmla="*/ 0 w 143763"/>
                  <a:gd name="csY0" fmla="*/ 0 h 55244"/>
                  <a:gd name="csX1" fmla="*/ 0 w 143763"/>
                  <a:gd name="csY1" fmla="*/ 55245 h 55244"/>
                  <a:gd name="csX2" fmla="*/ 143764 w 143763"/>
                  <a:gd name="csY2" fmla="*/ 55245 h 55244"/>
                  <a:gd name="csX3" fmla="*/ 143764 w 143763"/>
                  <a:gd name="csY3" fmla="*/ 0 h 55244"/>
                  <a:gd name="csX4" fmla="*/ 0 w 143763"/>
                  <a:gd name="csY4" fmla="*/ 0 h 552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55244">
                    <a:moveTo>
                      <a:pt x="0" y="0"/>
                    </a:moveTo>
                    <a:lnTo>
                      <a:pt x="0" y="55245"/>
                    </a:lnTo>
                    <a:lnTo>
                      <a:pt x="143764" y="55245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6" name="Freeform 5255">
                <a:extLst>
                  <a:ext uri="{FF2B5EF4-FFF2-40B4-BE49-F238E27FC236}">
                    <a16:creationId xmlns:a16="http://schemas.microsoft.com/office/drawing/2014/main" id="{B11D7063-0CD0-9B5C-B2F8-3B7B0D505FE1}"/>
                  </a:ext>
                </a:extLst>
              </p:cNvPr>
              <p:cNvSpPr/>
              <p:nvPr/>
            </p:nvSpPr>
            <p:spPr>
              <a:xfrm>
                <a:off x="4405853" y="6780688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7" name="Freeform 5256">
                <a:extLst>
                  <a:ext uri="{FF2B5EF4-FFF2-40B4-BE49-F238E27FC236}">
                    <a16:creationId xmlns:a16="http://schemas.microsoft.com/office/drawing/2014/main" id="{99D0C9A5-B073-AA2F-B6DE-B03B952E8237}"/>
                  </a:ext>
                </a:extLst>
              </p:cNvPr>
              <p:cNvSpPr/>
              <p:nvPr/>
            </p:nvSpPr>
            <p:spPr>
              <a:xfrm>
                <a:off x="4717257" y="6827932"/>
                <a:ext cx="12700" cy="49910"/>
              </a:xfrm>
              <a:custGeom>
                <a:avLst/>
                <a:gdLst>
                  <a:gd name="csX0" fmla="*/ 0 w 12700"/>
                  <a:gd name="csY0" fmla="*/ 49911 h 49910"/>
                  <a:gd name="csX1" fmla="*/ 0 w 12700"/>
                  <a:gd name="csY1" fmla="*/ 0 h 4991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9910">
                    <a:moveTo>
                      <a:pt x="0" y="4991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8" name="Freeform 5257">
                <a:extLst>
                  <a:ext uri="{FF2B5EF4-FFF2-40B4-BE49-F238E27FC236}">
                    <a16:creationId xmlns:a16="http://schemas.microsoft.com/office/drawing/2014/main" id="{DB981E2F-53F7-C693-2600-6EB3716E97B7}"/>
                  </a:ext>
                </a:extLst>
              </p:cNvPr>
              <p:cNvSpPr/>
              <p:nvPr/>
            </p:nvSpPr>
            <p:spPr>
              <a:xfrm>
                <a:off x="4717257" y="6977538"/>
                <a:ext cx="12700" cy="49910"/>
              </a:xfrm>
              <a:custGeom>
                <a:avLst/>
                <a:gdLst>
                  <a:gd name="csX0" fmla="*/ 0 w 12700"/>
                  <a:gd name="csY0" fmla="*/ 0 h 49910"/>
                  <a:gd name="csX1" fmla="*/ 0 w 12700"/>
                  <a:gd name="csY1" fmla="*/ 49911 h 4991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9910">
                    <a:moveTo>
                      <a:pt x="0" y="0"/>
                    </a:moveTo>
                    <a:lnTo>
                      <a:pt x="0" y="49911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59" name="Freeform 5258">
                <a:extLst>
                  <a:ext uri="{FF2B5EF4-FFF2-40B4-BE49-F238E27FC236}">
                    <a16:creationId xmlns:a16="http://schemas.microsoft.com/office/drawing/2014/main" id="{F7E0CF43-5713-E3EC-A037-B8D5D3096C34}"/>
                  </a:ext>
                </a:extLst>
              </p:cNvPr>
              <p:cNvSpPr/>
              <p:nvPr/>
            </p:nvSpPr>
            <p:spPr>
              <a:xfrm>
                <a:off x="4645375" y="6877842"/>
                <a:ext cx="143763" cy="99695"/>
              </a:xfrm>
              <a:custGeom>
                <a:avLst/>
                <a:gdLst>
                  <a:gd name="csX0" fmla="*/ 0 w 143763"/>
                  <a:gd name="csY0" fmla="*/ 0 h 99695"/>
                  <a:gd name="csX1" fmla="*/ 0 w 143763"/>
                  <a:gd name="csY1" fmla="*/ 99695 h 99695"/>
                  <a:gd name="csX2" fmla="*/ 143764 w 143763"/>
                  <a:gd name="csY2" fmla="*/ 99695 h 99695"/>
                  <a:gd name="csX3" fmla="*/ 143764 w 143763"/>
                  <a:gd name="csY3" fmla="*/ 0 h 99695"/>
                  <a:gd name="csX4" fmla="*/ 0 w 143763"/>
                  <a:gd name="csY4" fmla="*/ 0 h 996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99695">
                    <a:moveTo>
                      <a:pt x="0" y="0"/>
                    </a:moveTo>
                    <a:lnTo>
                      <a:pt x="0" y="99695"/>
                    </a:lnTo>
                    <a:lnTo>
                      <a:pt x="143764" y="99695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0" name="Freeform 5259">
                <a:extLst>
                  <a:ext uri="{FF2B5EF4-FFF2-40B4-BE49-F238E27FC236}">
                    <a16:creationId xmlns:a16="http://schemas.microsoft.com/office/drawing/2014/main" id="{BB4E07F9-9B87-283A-91EA-A708E60D4BBB}"/>
                  </a:ext>
                </a:extLst>
              </p:cNvPr>
              <p:cNvSpPr/>
              <p:nvPr/>
            </p:nvSpPr>
            <p:spPr>
              <a:xfrm>
                <a:off x="4645375" y="6927754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1" name="Freeform 5260">
                <a:extLst>
                  <a:ext uri="{FF2B5EF4-FFF2-40B4-BE49-F238E27FC236}">
                    <a16:creationId xmlns:a16="http://schemas.microsoft.com/office/drawing/2014/main" id="{10A1CEBF-1235-1E8C-F34C-7AD5DE65D262}"/>
                  </a:ext>
                </a:extLst>
              </p:cNvPr>
              <p:cNvSpPr/>
              <p:nvPr/>
            </p:nvSpPr>
            <p:spPr>
              <a:xfrm>
                <a:off x="5196301" y="6854983"/>
                <a:ext cx="12700" cy="73152"/>
              </a:xfrm>
              <a:custGeom>
                <a:avLst/>
                <a:gdLst>
                  <a:gd name="csX0" fmla="*/ 0 w 12700"/>
                  <a:gd name="csY0" fmla="*/ 73152 h 73152"/>
                  <a:gd name="csX1" fmla="*/ 0 w 12700"/>
                  <a:gd name="csY1" fmla="*/ 0 h 731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3152">
                    <a:moveTo>
                      <a:pt x="0" y="7315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2" name="Freeform 5261">
                <a:extLst>
                  <a:ext uri="{FF2B5EF4-FFF2-40B4-BE49-F238E27FC236}">
                    <a16:creationId xmlns:a16="http://schemas.microsoft.com/office/drawing/2014/main" id="{1C02DF44-7BE0-B384-FDF2-6590638EA7DA}"/>
                  </a:ext>
                </a:extLst>
              </p:cNvPr>
              <p:cNvSpPr/>
              <p:nvPr/>
            </p:nvSpPr>
            <p:spPr>
              <a:xfrm>
                <a:off x="5196301" y="7025163"/>
                <a:ext cx="12700" cy="73913"/>
              </a:xfrm>
              <a:custGeom>
                <a:avLst/>
                <a:gdLst>
                  <a:gd name="csX0" fmla="*/ 0 w 12700"/>
                  <a:gd name="csY0" fmla="*/ 0 h 73913"/>
                  <a:gd name="csX1" fmla="*/ 0 w 12700"/>
                  <a:gd name="csY1" fmla="*/ 73914 h 739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3913">
                    <a:moveTo>
                      <a:pt x="0" y="0"/>
                    </a:moveTo>
                    <a:lnTo>
                      <a:pt x="0" y="7391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3" name="Freeform 5262">
                <a:extLst>
                  <a:ext uri="{FF2B5EF4-FFF2-40B4-BE49-F238E27FC236}">
                    <a16:creationId xmlns:a16="http://schemas.microsoft.com/office/drawing/2014/main" id="{A6814FEC-C725-AC31-1DE3-33EA0127C825}"/>
                  </a:ext>
                </a:extLst>
              </p:cNvPr>
              <p:cNvSpPr/>
              <p:nvPr/>
            </p:nvSpPr>
            <p:spPr>
              <a:xfrm>
                <a:off x="5124419" y="6928135"/>
                <a:ext cx="143636" cy="97027"/>
              </a:xfrm>
              <a:custGeom>
                <a:avLst/>
                <a:gdLst>
                  <a:gd name="csX0" fmla="*/ 0 w 143636"/>
                  <a:gd name="csY0" fmla="*/ 0 h 97027"/>
                  <a:gd name="csX1" fmla="*/ 0 w 143636"/>
                  <a:gd name="csY1" fmla="*/ 97028 h 97027"/>
                  <a:gd name="csX2" fmla="*/ 143637 w 143636"/>
                  <a:gd name="csY2" fmla="*/ 97028 h 97027"/>
                  <a:gd name="csX3" fmla="*/ 143637 w 143636"/>
                  <a:gd name="csY3" fmla="*/ 0 h 97027"/>
                  <a:gd name="csX4" fmla="*/ 0 w 143636"/>
                  <a:gd name="csY4" fmla="*/ 0 h 970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636" h="97027">
                    <a:moveTo>
                      <a:pt x="0" y="0"/>
                    </a:moveTo>
                    <a:lnTo>
                      <a:pt x="0" y="97028"/>
                    </a:lnTo>
                    <a:lnTo>
                      <a:pt x="143637" y="97028"/>
                    </a:lnTo>
                    <a:lnTo>
                      <a:pt x="1436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4" name="Freeform 5263">
                <a:extLst>
                  <a:ext uri="{FF2B5EF4-FFF2-40B4-BE49-F238E27FC236}">
                    <a16:creationId xmlns:a16="http://schemas.microsoft.com/office/drawing/2014/main" id="{DC0A693E-9EDD-6667-3970-F483776A8BD8}"/>
                  </a:ext>
                </a:extLst>
              </p:cNvPr>
              <p:cNvSpPr/>
              <p:nvPr/>
            </p:nvSpPr>
            <p:spPr>
              <a:xfrm>
                <a:off x="5124419" y="6984650"/>
                <a:ext cx="143637" cy="12700"/>
              </a:xfrm>
              <a:custGeom>
                <a:avLst/>
                <a:gdLst>
                  <a:gd name="csX0" fmla="*/ 0 w 143637"/>
                  <a:gd name="csY0" fmla="*/ 0 h 12700"/>
                  <a:gd name="csX1" fmla="*/ 143637 w 143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637" h="12700">
                    <a:moveTo>
                      <a:pt x="0" y="0"/>
                    </a:moveTo>
                    <a:lnTo>
                      <a:pt x="143637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5" name="Freeform 5264">
                <a:extLst>
                  <a:ext uri="{FF2B5EF4-FFF2-40B4-BE49-F238E27FC236}">
                    <a16:creationId xmlns:a16="http://schemas.microsoft.com/office/drawing/2014/main" id="{AB603FC5-A5AA-EA52-1325-3463E811C8A7}"/>
                  </a:ext>
                </a:extLst>
              </p:cNvPr>
              <p:cNvSpPr/>
              <p:nvPr/>
            </p:nvSpPr>
            <p:spPr>
              <a:xfrm>
                <a:off x="4699985" y="700928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6" name="Freeform 5265">
                <a:extLst>
                  <a:ext uri="{FF2B5EF4-FFF2-40B4-BE49-F238E27FC236}">
                    <a16:creationId xmlns:a16="http://schemas.microsoft.com/office/drawing/2014/main" id="{D70EAF09-04FD-2C27-9333-6CC4FA5CBA03}"/>
                  </a:ext>
                </a:extLst>
              </p:cNvPr>
              <p:cNvSpPr/>
              <p:nvPr/>
            </p:nvSpPr>
            <p:spPr>
              <a:xfrm>
                <a:off x="4483958" y="677395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7" name="Freeform 5266">
                <a:extLst>
                  <a:ext uri="{FF2B5EF4-FFF2-40B4-BE49-F238E27FC236}">
                    <a16:creationId xmlns:a16="http://schemas.microsoft.com/office/drawing/2014/main" id="{1E78CF86-C5C6-EF74-5918-C4084BFCA91F}"/>
                  </a:ext>
                </a:extLst>
              </p:cNvPr>
              <p:cNvSpPr/>
              <p:nvPr/>
            </p:nvSpPr>
            <p:spPr>
              <a:xfrm>
                <a:off x="4456653" y="664213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8" name="Freeform 5267">
                <a:extLst>
                  <a:ext uri="{FF2B5EF4-FFF2-40B4-BE49-F238E27FC236}">
                    <a16:creationId xmlns:a16="http://schemas.microsoft.com/office/drawing/2014/main" id="{8C6D704A-5590-2947-EEE1-117B3A9BD9A1}"/>
                  </a:ext>
                </a:extLst>
              </p:cNvPr>
              <p:cNvSpPr/>
              <p:nvPr/>
            </p:nvSpPr>
            <p:spPr>
              <a:xfrm>
                <a:off x="5144104" y="690133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69" name="Freeform 5268">
                <a:extLst>
                  <a:ext uri="{FF2B5EF4-FFF2-40B4-BE49-F238E27FC236}">
                    <a16:creationId xmlns:a16="http://schemas.microsoft.com/office/drawing/2014/main" id="{904CFABB-F362-92E6-B9A5-38BA8D3FD01C}"/>
                  </a:ext>
                </a:extLst>
              </p:cNvPr>
              <p:cNvSpPr/>
              <p:nvPr/>
            </p:nvSpPr>
            <p:spPr>
              <a:xfrm>
                <a:off x="4240626" y="695518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0" name="Freeform 5269">
                <a:extLst>
                  <a:ext uri="{FF2B5EF4-FFF2-40B4-BE49-F238E27FC236}">
                    <a16:creationId xmlns:a16="http://schemas.microsoft.com/office/drawing/2014/main" id="{EBC2984F-371B-729F-B3FF-603DB22D88E4}"/>
                  </a:ext>
                </a:extLst>
              </p:cNvPr>
              <p:cNvSpPr/>
              <p:nvPr/>
            </p:nvSpPr>
            <p:spPr>
              <a:xfrm>
                <a:off x="5152994" y="699506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1" name="Freeform 5270">
                <a:extLst>
                  <a:ext uri="{FF2B5EF4-FFF2-40B4-BE49-F238E27FC236}">
                    <a16:creationId xmlns:a16="http://schemas.microsoft.com/office/drawing/2014/main" id="{63DBB881-E65D-6089-0AD7-CEFEC8528559}"/>
                  </a:ext>
                </a:extLst>
              </p:cNvPr>
              <p:cNvSpPr/>
              <p:nvPr/>
            </p:nvSpPr>
            <p:spPr>
              <a:xfrm>
                <a:off x="4209511" y="688292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2" name="Freeform 5271">
                <a:extLst>
                  <a:ext uri="{FF2B5EF4-FFF2-40B4-BE49-F238E27FC236}">
                    <a16:creationId xmlns:a16="http://schemas.microsoft.com/office/drawing/2014/main" id="{8CBBDA43-ADC3-0EF4-CAAF-6F9EE9B55462}"/>
                  </a:ext>
                </a:extLst>
              </p:cNvPr>
              <p:cNvSpPr/>
              <p:nvPr/>
            </p:nvSpPr>
            <p:spPr>
              <a:xfrm>
                <a:off x="5188300" y="708155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3" name="Freeform 5272">
                <a:extLst>
                  <a:ext uri="{FF2B5EF4-FFF2-40B4-BE49-F238E27FC236}">
                    <a16:creationId xmlns:a16="http://schemas.microsoft.com/office/drawing/2014/main" id="{2E698DBD-DBF3-230D-2829-3AFA460DB73B}"/>
                  </a:ext>
                </a:extLst>
              </p:cNvPr>
              <p:cNvSpPr/>
              <p:nvPr/>
            </p:nvSpPr>
            <p:spPr>
              <a:xfrm>
                <a:off x="4251675" y="706948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4" name="Freeform 5273">
                <a:extLst>
                  <a:ext uri="{FF2B5EF4-FFF2-40B4-BE49-F238E27FC236}">
                    <a16:creationId xmlns:a16="http://schemas.microsoft.com/office/drawing/2014/main" id="{7CACA51E-7DE3-315A-EE86-4349E64114DF}"/>
                  </a:ext>
                </a:extLst>
              </p:cNvPr>
              <p:cNvSpPr/>
              <p:nvPr/>
            </p:nvSpPr>
            <p:spPr>
              <a:xfrm>
                <a:off x="5159852" y="701068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5" name="Freeform 5274">
                <a:extLst>
                  <a:ext uri="{FF2B5EF4-FFF2-40B4-BE49-F238E27FC236}">
                    <a16:creationId xmlns:a16="http://schemas.microsoft.com/office/drawing/2014/main" id="{BE536919-F693-B371-9489-EC5A017D5AC4}"/>
                  </a:ext>
                </a:extLst>
              </p:cNvPr>
              <p:cNvSpPr/>
              <p:nvPr/>
            </p:nvSpPr>
            <p:spPr>
              <a:xfrm>
                <a:off x="4230593" y="682628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6" name="Freeform 5275">
                <a:extLst>
                  <a:ext uri="{FF2B5EF4-FFF2-40B4-BE49-F238E27FC236}">
                    <a16:creationId xmlns:a16="http://schemas.microsoft.com/office/drawing/2014/main" id="{6DB33492-118B-3F85-4F4F-B1C1B4A3A507}"/>
                  </a:ext>
                </a:extLst>
              </p:cNvPr>
              <p:cNvSpPr/>
              <p:nvPr/>
            </p:nvSpPr>
            <p:spPr>
              <a:xfrm>
                <a:off x="5211922" y="693804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7" name="Freeform 5276">
                <a:extLst>
                  <a:ext uri="{FF2B5EF4-FFF2-40B4-BE49-F238E27FC236}">
                    <a16:creationId xmlns:a16="http://schemas.microsoft.com/office/drawing/2014/main" id="{5F6EF2C8-355C-216A-D911-31F41676E872}"/>
                  </a:ext>
                </a:extLst>
              </p:cNvPr>
              <p:cNvSpPr/>
              <p:nvPr/>
            </p:nvSpPr>
            <p:spPr>
              <a:xfrm>
                <a:off x="4229323" y="700204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8" name="Freeform 5277">
                <a:extLst>
                  <a:ext uri="{FF2B5EF4-FFF2-40B4-BE49-F238E27FC236}">
                    <a16:creationId xmlns:a16="http://schemas.microsoft.com/office/drawing/2014/main" id="{59C5D30E-BB7B-23D7-24D4-52CA49675A90}"/>
                  </a:ext>
                </a:extLst>
              </p:cNvPr>
              <p:cNvSpPr/>
              <p:nvPr/>
            </p:nvSpPr>
            <p:spPr>
              <a:xfrm>
                <a:off x="4460336" y="680735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79" name="Freeform 5278">
                <a:extLst>
                  <a:ext uri="{FF2B5EF4-FFF2-40B4-BE49-F238E27FC236}">
                    <a16:creationId xmlns:a16="http://schemas.microsoft.com/office/drawing/2014/main" id="{4FD915BD-6D0E-158C-83AF-1B685306BA43}"/>
                  </a:ext>
                </a:extLst>
              </p:cNvPr>
              <p:cNvSpPr/>
              <p:nvPr/>
            </p:nvSpPr>
            <p:spPr>
              <a:xfrm>
                <a:off x="5175219" y="683644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0" name="Freeform 5279">
                <a:extLst>
                  <a:ext uri="{FF2B5EF4-FFF2-40B4-BE49-F238E27FC236}">
                    <a16:creationId xmlns:a16="http://schemas.microsoft.com/office/drawing/2014/main" id="{D0ED2FED-815F-FFB4-380A-082E5C1277B6}"/>
                  </a:ext>
                </a:extLst>
              </p:cNvPr>
              <p:cNvSpPr/>
              <p:nvPr/>
            </p:nvSpPr>
            <p:spPr>
              <a:xfrm>
                <a:off x="4204812" y="694655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1" name="Freeform 5280">
                <a:extLst>
                  <a:ext uri="{FF2B5EF4-FFF2-40B4-BE49-F238E27FC236}">
                    <a16:creationId xmlns:a16="http://schemas.microsoft.com/office/drawing/2014/main" id="{2F3AF63C-6126-10C0-6924-D176EE0950A8}"/>
                  </a:ext>
                </a:extLst>
              </p:cNvPr>
              <p:cNvSpPr/>
              <p:nvPr/>
            </p:nvSpPr>
            <p:spPr>
              <a:xfrm>
                <a:off x="4696810" y="681027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2" name="Freeform 5281">
                <a:extLst>
                  <a:ext uri="{FF2B5EF4-FFF2-40B4-BE49-F238E27FC236}">
                    <a16:creationId xmlns:a16="http://schemas.microsoft.com/office/drawing/2014/main" id="{D773DA2D-A3AE-F0B3-69C9-F9A2C2A1F854}"/>
                  </a:ext>
                </a:extLst>
              </p:cNvPr>
              <p:cNvSpPr/>
              <p:nvPr/>
            </p:nvSpPr>
            <p:spPr>
              <a:xfrm>
                <a:off x="4483958" y="672074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3" name="Freeform 5282">
                <a:extLst>
                  <a:ext uri="{FF2B5EF4-FFF2-40B4-BE49-F238E27FC236}">
                    <a16:creationId xmlns:a16="http://schemas.microsoft.com/office/drawing/2014/main" id="{8C3ED698-2B08-EF1E-B8BA-5895E1832B00}"/>
                  </a:ext>
                </a:extLst>
              </p:cNvPr>
              <p:cNvSpPr/>
              <p:nvPr/>
            </p:nvSpPr>
            <p:spPr>
              <a:xfrm>
                <a:off x="4460463" y="67507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4" name="Freeform 5283">
                <a:extLst>
                  <a:ext uri="{FF2B5EF4-FFF2-40B4-BE49-F238E27FC236}">
                    <a16:creationId xmlns:a16="http://schemas.microsoft.com/office/drawing/2014/main" id="{BE74B26A-E841-AEA6-40E7-CFDD44699984}"/>
                  </a:ext>
                </a:extLst>
              </p:cNvPr>
              <p:cNvSpPr/>
              <p:nvPr/>
            </p:nvSpPr>
            <p:spPr>
              <a:xfrm>
                <a:off x="4931760" y="681904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5" name="Freeform 5284">
                <a:extLst>
                  <a:ext uri="{FF2B5EF4-FFF2-40B4-BE49-F238E27FC236}">
                    <a16:creationId xmlns:a16="http://schemas.microsoft.com/office/drawing/2014/main" id="{FC7194DC-331E-4794-4781-EACD774FC0B6}"/>
                  </a:ext>
                </a:extLst>
              </p:cNvPr>
              <p:cNvSpPr/>
              <p:nvPr/>
            </p:nvSpPr>
            <p:spPr>
              <a:xfrm>
                <a:off x="4472655" y="686539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6" name="Freeform 5285">
                <a:extLst>
                  <a:ext uri="{FF2B5EF4-FFF2-40B4-BE49-F238E27FC236}">
                    <a16:creationId xmlns:a16="http://schemas.microsoft.com/office/drawing/2014/main" id="{0CCA2673-02D7-8870-4793-870681736B4E}"/>
                  </a:ext>
                </a:extLst>
              </p:cNvPr>
              <p:cNvSpPr/>
              <p:nvPr/>
            </p:nvSpPr>
            <p:spPr>
              <a:xfrm>
                <a:off x="4484720" y="676316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7" name="TextBox 5286">
                <a:extLst>
                  <a:ext uri="{FF2B5EF4-FFF2-40B4-BE49-F238E27FC236}">
                    <a16:creationId xmlns:a16="http://schemas.microsoft.com/office/drawing/2014/main" id="{21015625-AABF-C118-A0A1-8DC56D5CB601}"/>
                  </a:ext>
                </a:extLst>
              </p:cNvPr>
              <p:cNvSpPr txBox="1"/>
              <p:nvPr/>
            </p:nvSpPr>
            <p:spPr>
              <a:xfrm>
                <a:off x="4156144" y="6258267"/>
                <a:ext cx="38343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5288" name="Freeform 5287">
                <a:extLst>
                  <a:ext uri="{FF2B5EF4-FFF2-40B4-BE49-F238E27FC236}">
                    <a16:creationId xmlns:a16="http://schemas.microsoft.com/office/drawing/2014/main" id="{EC1B5732-555B-34E5-092E-110E3F77AA11}"/>
                  </a:ext>
                </a:extLst>
              </p:cNvPr>
              <p:cNvSpPr/>
              <p:nvPr/>
            </p:nvSpPr>
            <p:spPr>
              <a:xfrm>
                <a:off x="4238213" y="6448837"/>
                <a:ext cx="215518" cy="12700"/>
              </a:xfrm>
              <a:custGeom>
                <a:avLst/>
                <a:gdLst>
                  <a:gd name="csX0" fmla="*/ 0 w 215518"/>
                  <a:gd name="csY0" fmla="*/ 0 h 12700"/>
                  <a:gd name="csX1" fmla="*/ 215519 w 21551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5518" h="12700">
                    <a:moveTo>
                      <a:pt x="0" y="0"/>
                    </a:moveTo>
                    <a:lnTo>
                      <a:pt x="21551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89" name="TextBox 5288">
                <a:extLst>
                  <a:ext uri="{FF2B5EF4-FFF2-40B4-BE49-F238E27FC236}">
                    <a16:creationId xmlns:a16="http://schemas.microsoft.com/office/drawing/2014/main" id="{C838E856-80CD-2CEE-2D5A-63E552EE416E}"/>
                  </a:ext>
                </a:extLst>
              </p:cNvPr>
              <p:cNvSpPr txBox="1"/>
              <p:nvPr/>
            </p:nvSpPr>
            <p:spPr>
              <a:xfrm>
                <a:off x="4609839" y="6252981"/>
                <a:ext cx="4828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5290" name="Freeform 5289">
                <a:extLst>
                  <a:ext uri="{FF2B5EF4-FFF2-40B4-BE49-F238E27FC236}">
                    <a16:creationId xmlns:a16="http://schemas.microsoft.com/office/drawing/2014/main" id="{6D0D0180-749F-7A28-A0CB-69326B6DB984}"/>
                  </a:ext>
                </a:extLst>
              </p:cNvPr>
              <p:cNvSpPr/>
              <p:nvPr/>
            </p:nvSpPr>
            <p:spPr>
              <a:xfrm>
                <a:off x="4501738" y="6448837"/>
                <a:ext cx="694563" cy="12700"/>
              </a:xfrm>
              <a:custGeom>
                <a:avLst/>
                <a:gdLst>
                  <a:gd name="csX0" fmla="*/ 0 w 694563"/>
                  <a:gd name="csY0" fmla="*/ 0 h 12700"/>
                  <a:gd name="csX1" fmla="*/ 694563 w 69456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4563" h="12700">
                    <a:moveTo>
                      <a:pt x="0" y="0"/>
                    </a:moveTo>
                    <a:lnTo>
                      <a:pt x="69456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91" name="TextBox 5290">
                <a:extLst>
                  <a:ext uri="{FF2B5EF4-FFF2-40B4-BE49-F238E27FC236}">
                    <a16:creationId xmlns:a16="http://schemas.microsoft.com/office/drawing/2014/main" id="{81F97636-99C2-4B41-21A8-70DFB864F5FB}"/>
                  </a:ext>
                </a:extLst>
              </p:cNvPr>
              <p:cNvSpPr txBox="1"/>
              <p:nvPr/>
            </p:nvSpPr>
            <p:spPr>
              <a:xfrm>
                <a:off x="4474128" y="6100661"/>
                <a:ext cx="562975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0.785</a:t>
                </a:r>
              </a:p>
            </p:txBody>
          </p:sp>
          <p:sp>
            <p:nvSpPr>
              <p:cNvPr id="5292" name="Freeform 5291">
                <a:extLst>
                  <a:ext uri="{FF2B5EF4-FFF2-40B4-BE49-F238E27FC236}">
                    <a16:creationId xmlns:a16="http://schemas.microsoft.com/office/drawing/2014/main" id="{758CA607-1D14-C387-2F93-71EB2262FDEF}"/>
                  </a:ext>
                </a:extLst>
              </p:cNvPr>
              <p:cNvSpPr/>
              <p:nvPr/>
            </p:nvSpPr>
            <p:spPr>
              <a:xfrm>
                <a:off x="4238213" y="6257358"/>
                <a:ext cx="958088" cy="12700"/>
              </a:xfrm>
              <a:custGeom>
                <a:avLst/>
                <a:gdLst>
                  <a:gd name="csX0" fmla="*/ 0 w 958088"/>
                  <a:gd name="csY0" fmla="*/ 0 h 12700"/>
                  <a:gd name="csX1" fmla="*/ 958088 w 9580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8088" h="12700">
                    <a:moveTo>
                      <a:pt x="0" y="0"/>
                    </a:moveTo>
                    <a:lnTo>
                      <a:pt x="95808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5226" name="Graphic 4145">
              <a:extLst>
                <a:ext uri="{FF2B5EF4-FFF2-40B4-BE49-F238E27FC236}">
                  <a16:creationId xmlns:a16="http://schemas.microsoft.com/office/drawing/2014/main" id="{79D883DC-126B-44BC-840C-CEC21576DFCD}"/>
                </a:ext>
              </a:extLst>
            </p:cNvPr>
            <p:cNvGrpSpPr/>
            <p:nvPr/>
          </p:nvGrpSpPr>
          <p:grpSpPr>
            <a:xfrm>
              <a:off x="3722880" y="5729335"/>
              <a:ext cx="1645855" cy="1758629"/>
              <a:chOff x="3722880" y="5729335"/>
              <a:chExt cx="1645855" cy="1758629"/>
            </a:xfrm>
          </p:grpSpPr>
          <p:sp>
            <p:nvSpPr>
              <p:cNvPr id="5227" name="Freeform 5226">
                <a:extLst>
                  <a:ext uri="{FF2B5EF4-FFF2-40B4-BE49-F238E27FC236}">
                    <a16:creationId xmlns:a16="http://schemas.microsoft.com/office/drawing/2014/main" id="{2CD2E29C-9860-D28D-ED11-214CEB675B8F}"/>
                  </a:ext>
                </a:extLst>
              </p:cNvPr>
              <p:cNvSpPr/>
              <p:nvPr/>
            </p:nvSpPr>
            <p:spPr>
              <a:xfrm>
                <a:off x="4094575" y="5857143"/>
                <a:ext cx="12700" cy="1388745"/>
              </a:xfrm>
              <a:custGeom>
                <a:avLst/>
                <a:gdLst>
                  <a:gd name="csX0" fmla="*/ 0 w 12700"/>
                  <a:gd name="csY0" fmla="*/ 1388745 h 1388745"/>
                  <a:gd name="csX1" fmla="*/ 0 w 12700"/>
                  <a:gd name="csY1" fmla="*/ 0 h 1388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388745">
                    <a:moveTo>
                      <a:pt x="0" y="1388745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28" name="TextBox 5227">
                <a:extLst>
                  <a:ext uri="{FF2B5EF4-FFF2-40B4-BE49-F238E27FC236}">
                    <a16:creationId xmlns:a16="http://schemas.microsoft.com/office/drawing/2014/main" id="{32B7152C-ABFE-E053-AED1-638642B23DF9}"/>
                  </a:ext>
                </a:extLst>
              </p:cNvPr>
              <p:cNvSpPr txBox="1"/>
              <p:nvPr/>
            </p:nvSpPr>
            <p:spPr>
              <a:xfrm>
                <a:off x="3722880" y="6734378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0.08</a:t>
                </a:r>
              </a:p>
            </p:txBody>
          </p:sp>
          <p:sp>
            <p:nvSpPr>
              <p:cNvPr id="5229" name="TextBox 5228">
                <a:extLst>
                  <a:ext uri="{FF2B5EF4-FFF2-40B4-BE49-F238E27FC236}">
                    <a16:creationId xmlns:a16="http://schemas.microsoft.com/office/drawing/2014/main" id="{AE90D432-1BA9-0380-DAD4-5ED78CAD4B40}"/>
                  </a:ext>
                </a:extLst>
              </p:cNvPr>
              <p:cNvSpPr txBox="1"/>
              <p:nvPr/>
            </p:nvSpPr>
            <p:spPr>
              <a:xfrm>
                <a:off x="3722880" y="6251270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0.10</a:t>
                </a:r>
              </a:p>
            </p:txBody>
          </p:sp>
          <p:sp>
            <p:nvSpPr>
              <p:cNvPr id="5230" name="TextBox 5229">
                <a:extLst>
                  <a:ext uri="{FF2B5EF4-FFF2-40B4-BE49-F238E27FC236}">
                    <a16:creationId xmlns:a16="http://schemas.microsoft.com/office/drawing/2014/main" id="{D9DACF43-C769-EF40-096D-6609400C1AC9}"/>
                  </a:ext>
                </a:extLst>
              </p:cNvPr>
              <p:cNvSpPr txBox="1"/>
              <p:nvPr/>
            </p:nvSpPr>
            <p:spPr>
              <a:xfrm>
                <a:off x="3722880" y="5768162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0.12</a:t>
                </a:r>
              </a:p>
            </p:txBody>
          </p:sp>
          <p:sp>
            <p:nvSpPr>
              <p:cNvPr id="5231" name="Freeform 5230">
                <a:extLst>
                  <a:ext uri="{FF2B5EF4-FFF2-40B4-BE49-F238E27FC236}">
                    <a16:creationId xmlns:a16="http://schemas.microsoft.com/office/drawing/2014/main" id="{7572B7AC-573A-AC27-86D7-388EDE4B2063}"/>
                  </a:ext>
                </a:extLst>
              </p:cNvPr>
              <p:cNvSpPr/>
              <p:nvPr/>
            </p:nvSpPr>
            <p:spPr>
              <a:xfrm>
                <a:off x="4059778" y="6841266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2" name="Freeform 5231">
                <a:extLst>
                  <a:ext uri="{FF2B5EF4-FFF2-40B4-BE49-F238E27FC236}">
                    <a16:creationId xmlns:a16="http://schemas.microsoft.com/office/drawing/2014/main" id="{E309D3C9-8015-ECCA-33A0-95AAD31A0575}"/>
                  </a:ext>
                </a:extLst>
              </p:cNvPr>
              <p:cNvSpPr/>
              <p:nvPr/>
            </p:nvSpPr>
            <p:spPr>
              <a:xfrm>
                <a:off x="4059778" y="6358158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3" name="Freeform 5232">
                <a:extLst>
                  <a:ext uri="{FF2B5EF4-FFF2-40B4-BE49-F238E27FC236}">
                    <a16:creationId xmlns:a16="http://schemas.microsoft.com/office/drawing/2014/main" id="{6673539D-E38D-CEFE-0DCA-3F70A84C4D0B}"/>
                  </a:ext>
                </a:extLst>
              </p:cNvPr>
              <p:cNvSpPr/>
              <p:nvPr/>
            </p:nvSpPr>
            <p:spPr>
              <a:xfrm>
                <a:off x="4059778" y="587505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4" name="Freeform 5233">
                <a:extLst>
                  <a:ext uri="{FF2B5EF4-FFF2-40B4-BE49-F238E27FC236}">
                    <a16:creationId xmlns:a16="http://schemas.microsoft.com/office/drawing/2014/main" id="{7791E80B-1C9C-2BC7-01B2-C3E4868F3289}"/>
                  </a:ext>
                </a:extLst>
              </p:cNvPr>
              <p:cNvSpPr/>
              <p:nvPr/>
            </p:nvSpPr>
            <p:spPr>
              <a:xfrm>
                <a:off x="4094575" y="7245889"/>
                <a:ext cx="1245362" cy="12700"/>
              </a:xfrm>
              <a:custGeom>
                <a:avLst/>
                <a:gdLst>
                  <a:gd name="csX0" fmla="*/ 0 w 1245362"/>
                  <a:gd name="csY0" fmla="*/ 0 h 12700"/>
                  <a:gd name="csX1" fmla="*/ 1245362 w 124536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45362" h="12700">
                    <a:moveTo>
                      <a:pt x="0" y="0"/>
                    </a:moveTo>
                    <a:lnTo>
                      <a:pt x="124536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5" name="Freeform 5234">
                <a:extLst>
                  <a:ext uri="{FF2B5EF4-FFF2-40B4-BE49-F238E27FC236}">
                    <a16:creationId xmlns:a16="http://schemas.microsoft.com/office/drawing/2014/main" id="{457ABC64-F023-FF77-D80E-B6245AAA73CD}"/>
                  </a:ext>
                </a:extLst>
              </p:cNvPr>
              <p:cNvSpPr/>
              <p:nvPr/>
            </p:nvSpPr>
            <p:spPr>
              <a:xfrm>
                <a:off x="4238213" y="724588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6" name="Freeform 5235">
                <a:extLst>
                  <a:ext uri="{FF2B5EF4-FFF2-40B4-BE49-F238E27FC236}">
                    <a16:creationId xmlns:a16="http://schemas.microsoft.com/office/drawing/2014/main" id="{A20E71D1-19B0-0A2B-5499-99C09706D7CB}"/>
                  </a:ext>
                </a:extLst>
              </p:cNvPr>
              <p:cNvSpPr/>
              <p:nvPr/>
            </p:nvSpPr>
            <p:spPr>
              <a:xfrm>
                <a:off x="4477734" y="724588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7" name="Freeform 5236">
                <a:extLst>
                  <a:ext uri="{FF2B5EF4-FFF2-40B4-BE49-F238E27FC236}">
                    <a16:creationId xmlns:a16="http://schemas.microsoft.com/office/drawing/2014/main" id="{396A8751-0D14-45C3-03DD-4E74322068D1}"/>
                  </a:ext>
                </a:extLst>
              </p:cNvPr>
              <p:cNvSpPr/>
              <p:nvPr/>
            </p:nvSpPr>
            <p:spPr>
              <a:xfrm>
                <a:off x="4717256" y="724588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8" name="Freeform 5237">
                <a:extLst>
                  <a:ext uri="{FF2B5EF4-FFF2-40B4-BE49-F238E27FC236}">
                    <a16:creationId xmlns:a16="http://schemas.microsoft.com/office/drawing/2014/main" id="{C80F9DA8-F924-6BF0-9002-9FCD88804D55}"/>
                  </a:ext>
                </a:extLst>
              </p:cNvPr>
              <p:cNvSpPr/>
              <p:nvPr/>
            </p:nvSpPr>
            <p:spPr>
              <a:xfrm>
                <a:off x="4956778" y="724588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39" name="Freeform 5238">
                <a:extLst>
                  <a:ext uri="{FF2B5EF4-FFF2-40B4-BE49-F238E27FC236}">
                    <a16:creationId xmlns:a16="http://schemas.microsoft.com/office/drawing/2014/main" id="{3DB2F2E8-9B25-5B34-8446-DCEF608DAB56}"/>
                  </a:ext>
                </a:extLst>
              </p:cNvPr>
              <p:cNvSpPr/>
              <p:nvPr/>
            </p:nvSpPr>
            <p:spPr>
              <a:xfrm>
                <a:off x="5196300" y="724588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240" name="TextBox 5239">
                <a:extLst>
                  <a:ext uri="{FF2B5EF4-FFF2-40B4-BE49-F238E27FC236}">
                    <a16:creationId xmlns:a16="http://schemas.microsoft.com/office/drawing/2014/main" id="{B7DFDCD5-CE9F-9A70-1D30-F1884E149F5F}"/>
                  </a:ext>
                </a:extLst>
              </p:cNvPr>
              <p:cNvSpPr txBox="1"/>
              <p:nvPr/>
            </p:nvSpPr>
            <p:spPr>
              <a:xfrm>
                <a:off x="4100224" y="724174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5241" name="TextBox 5240">
                <a:extLst>
                  <a:ext uri="{FF2B5EF4-FFF2-40B4-BE49-F238E27FC236}">
                    <a16:creationId xmlns:a16="http://schemas.microsoft.com/office/drawing/2014/main" id="{9EEFCD03-0EBC-C47D-5045-B82729598A9D}"/>
                  </a:ext>
                </a:extLst>
              </p:cNvPr>
              <p:cNvSpPr txBox="1"/>
              <p:nvPr/>
            </p:nvSpPr>
            <p:spPr>
              <a:xfrm>
                <a:off x="4370769" y="724174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5242" name="TextBox 5241">
                <a:extLst>
                  <a:ext uri="{FF2B5EF4-FFF2-40B4-BE49-F238E27FC236}">
                    <a16:creationId xmlns:a16="http://schemas.microsoft.com/office/drawing/2014/main" id="{7FEB31AE-500F-E5FD-6598-02285705904E}"/>
                  </a:ext>
                </a:extLst>
              </p:cNvPr>
              <p:cNvSpPr txBox="1"/>
              <p:nvPr/>
            </p:nvSpPr>
            <p:spPr>
              <a:xfrm>
                <a:off x="4579213" y="724174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5243" name="TextBox 5242">
                <a:extLst>
                  <a:ext uri="{FF2B5EF4-FFF2-40B4-BE49-F238E27FC236}">
                    <a16:creationId xmlns:a16="http://schemas.microsoft.com/office/drawing/2014/main" id="{87222B82-4BA8-2612-4726-006006492C5D}"/>
                  </a:ext>
                </a:extLst>
              </p:cNvPr>
              <p:cNvSpPr txBox="1"/>
              <p:nvPr/>
            </p:nvSpPr>
            <p:spPr>
              <a:xfrm>
                <a:off x="4790850" y="724174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5244" name="TextBox 5243">
                <a:extLst>
                  <a:ext uri="{FF2B5EF4-FFF2-40B4-BE49-F238E27FC236}">
                    <a16:creationId xmlns:a16="http://schemas.microsoft.com/office/drawing/2014/main" id="{80F7E083-3F8E-857B-E3E7-5F60BB88E006}"/>
                  </a:ext>
                </a:extLst>
              </p:cNvPr>
              <p:cNvSpPr txBox="1"/>
              <p:nvPr/>
            </p:nvSpPr>
            <p:spPr>
              <a:xfrm>
                <a:off x="5070727" y="724174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5247" name="TextBox 5246">
                <a:extLst>
                  <a:ext uri="{FF2B5EF4-FFF2-40B4-BE49-F238E27FC236}">
                    <a16:creationId xmlns:a16="http://schemas.microsoft.com/office/drawing/2014/main" id="{0FAD16EA-B9AC-9981-7150-F441D7CFB080}"/>
                  </a:ext>
                </a:extLst>
              </p:cNvPr>
              <p:cNvSpPr txBox="1"/>
              <p:nvPr/>
            </p:nvSpPr>
            <p:spPr>
              <a:xfrm>
                <a:off x="4135705" y="5729335"/>
                <a:ext cx="123303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brain </a:t>
                </a:r>
                <a:r>
                  <a:rPr lang="en-US" sz="10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</a:t>
                </a:r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evelopment</a:t>
                </a:r>
              </a:p>
            </p:txBody>
          </p:sp>
        </p:grpSp>
      </p:grpSp>
      <p:grpSp>
        <p:nvGrpSpPr>
          <p:cNvPr id="5881" name="Group 5880">
            <a:extLst>
              <a:ext uri="{FF2B5EF4-FFF2-40B4-BE49-F238E27FC236}">
                <a16:creationId xmlns:a16="http://schemas.microsoft.com/office/drawing/2014/main" id="{255CFE38-9F57-C048-7A45-27A7B3EA4A33}"/>
              </a:ext>
            </a:extLst>
          </p:cNvPr>
          <p:cNvGrpSpPr/>
          <p:nvPr/>
        </p:nvGrpSpPr>
        <p:grpSpPr>
          <a:xfrm>
            <a:off x="-74330" y="2089673"/>
            <a:ext cx="3199477" cy="3574555"/>
            <a:chOff x="-74330" y="2089673"/>
            <a:chExt cx="3199477" cy="3574556"/>
          </a:xfrm>
        </p:grpSpPr>
        <p:grpSp>
          <p:nvGrpSpPr>
            <p:cNvPr id="5150" name="Group 5149">
              <a:extLst>
                <a:ext uri="{FF2B5EF4-FFF2-40B4-BE49-F238E27FC236}">
                  <a16:creationId xmlns:a16="http://schemas.microsoft.com/office/drawing/2014/main" id="{1FFB831B-4DDB-3A17-225A-5593C01EC1F1}"/>
                </a:ext>
              </a:extLst>
            </p:cNvPr>
            <p:cNvGrpSpPr/>
            <p:nvPr/>
          </p:nvGrpSpPr>
          <p:grpSpPr>
            <a:xfrm>
              <a:off x="-74330" y="2089675"/>
              <a:ext cx="3199477" cy="3574555"/>
              <a:chOff x="-78385" y="2085461"/>
              <a:chExt cx="3199477" cy="3574555"/>
            </a:xfrm>
          </p:grpSpPr>
          <p:sp>
            <p:nvSpPr>
              <p:cNvPr id="4419" name="TextBox 4418">
                <a:extLst>
                  <a:ext uri="{FF2B5EF4-FFF2-40B4-BE49-F238E27FC236}">
                    <a16:creationId xmlns:a16="http://schemas.microsoft.com/office/drawing/2014/main" id="{80A5190C-E52C-6D04-1D3C-DE270961169D}"/>
                  </a:ext>
                </a:extLst>
              </p:cNvPr>
              <p:cNvSpPr txBox="1"/>
              <p:nvPr/>
            </p:nvSpPr>
            <p:spPr>
              <a:xfrm>
                <a:off x="463471" y="2085461"/>
                <a:ext cx="121920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b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6_NPO DEGs</a:t>
                </a:r>
              </a:p>
            </p:txBody>
          </p:sp>
          <p:grpSp>
            <p:nvGrpSpPr>
              <p:cNvPr id="5149" name="Group 5148">
                <a:extLst>
                  <a:ext uri="{FF2B5EF4-FFF2-40B4-BE49-F238E27FC236}">
                    <a16:creationId xmlns:a16="http://schemas.microsoft.com/office/drawing/2014/main" id="{0D9412F6-198E-CC07-69A1-68ABD2FB8860}"/>
                  </a:ext>
                </a:extLst>
              </p:cNvPr>
              <p:cNvGrpSpPr/>
              <p:nvPr/>
            </p:nvGrpSpPr>
            <p:grpSpPr>
              <a:xfrm>
                <a:off x="-78385" y="2163444"/>
                <a:ext cx="3199477" cy="3496572"/>
                <a:chOff x="-78385" y="2163444"/>
                <a:chExt cx="3199477" cy="3496572"/>
              </a:xfrm>
            </p:grpSpPr>
            <p:sp>
              <p:nvSpPr>
                <p:cNvPr id="4367" name="Freeform 4366">
                  <a:extLst>
                    <a:ext uri="{FF2B5EF4-FFF2-40B4-BE49-F238E27FC236}">
                      <a16:creationId xmlns:a16="http://schemas.microsoft.com/office/drawing/2014/main" id="{E0FE99B1-1B43-F436-4468-D6AC600C4268}"/>
                    </a:ext>
                  </a:extLst>
                </p:cNvPr>
                <p:cNvSpPr/>
                <p:nvPr/>
              </p:nvSpPr>
              <p:spPr>
                <a:xfrm>
                  <a:off x="1299524" y="236700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68" name="Freeform 4367">
                  <a:extLst>
                    <a:ext uri="{FF2B5EF4-FFF2-40B4-BE49-F238E27FC236}">
                      <a16:creationId xmlns:a16="http://schemas.microsoft.com/office/drawing/2014/main" id="{1B2AC0B6-4863-4FEB-56BE-D7D08661419C}"/>
                    </a:ext>
                  </a:extLst>
                </p:cNvPr>
                <p:cNvSpPr/>
                <p:nvPr/>
              </p:nvSpPr>
              <p:spPr>
                <a:xfrm>
                  <a:off x="1299524" y="2425852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69" name="Freeform 4368">
                  <a:extLst>
                    <a:ext uri="{FF2B5EF4-FFF2-40B4-BE49-F238E27FC236}">
                      <a16:creationId xmlns:a16="http://schemas.microsoft.com/office/drawing/2014/main" id="{6CB4D5DF-207E-685A-015A-9124DFA31A33}"/>
                    </a:ext>
                  </a:extLst>
                </p:cNvPr>
                <p:cNvSpPr/>
                <p:nvPr/>
              </p:nvSpPr>
              <p:spPr>
                <a:xfrm>
                  <a:off x="1299524" y="248456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0" name="Freeform 4369">
                  <a:extLst>
                    <a:ext uri="{FF2B5EF4-FFF2-40B4-BE49-F238E27FC236}">
                      <a16:creationId xmlns:a16="http://schemas.microsoft.com/office/drawing/2014/main" id="{6340239B-F7F4-97F3-F253-2F2A29C9B0C5}"/>
                    </a:ext>
                  </a:extLst>
                </p:cNvPr>
                <p:cNvSpPr/>
                <p:nvPr/>
              </p:nvSpPr>
              <p:spPr>
                <a:xfrm>
                  <a:off x="1299524" y="2543412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1" name="Freeform 4370">
                  <a:extLst>
                    <a:ext uri="{FF2B5EF4-FFF2-40B4-BE49-F238E27FC236}">
                      <a16:creationId xmlns:a16="http://schemas.microsoft.com/office/drawing/2014/main" id="{A612CE33-28B0-34C6-7A9E-00D770CFA6EF}"/>
                    </a:ext>
                  </a:extLst>
                </p:cNvPr>
                <p:cNvSpPr/>
                <p:nvPr/>
              </p:nvSpPr>
              <p:spPr>
                <a:xfrm>
                  <a:off x="1299524" y="260212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2" name="Freeform 4371">
                  <a:extLst>
                    <a:ext uri="{FF2B5EF4-FFF2-40B4-BE49-F238E27FC236}">
                      <a16:creationId xmlns:a16="http://schemas.microsoft.com/office/drawing/2014/main" id="{AE951C61-729E-FFE9-AAD9-92F0FCDE8F57}"/>
                    </a:ext>
                  </a:extLst>
                </p:cNvPr>
                <p:cNvSpPr/>
                <p:nvPr/>
              </p:nvSpPr>
              <p:spPr>
                <a:xfrm>
                  <a:off x="1299524" y="266083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3" name="Freeform 4372">
                  <a:extLst>
                    <a:ext uri="{FF2B5EF4-FFF2-40B4-BE49-F238E27FC236}">
                      <a16:creationId xmlns:a16="http://schemas.microsoft.com/office/drawing/2014/main" id="{59B6EFB7-C821-859C-870E-28F88D1C1840}"/>
                    </a:ext>
                  </a:extLst>
                </p:cNvPr>
                <p:cNvSpPr/>
                <p:nvPr/>
              </p:nvSpPr>
              <p:spPr>
                <a:xfrm>
                  <a:off x="1299524" y="271968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4" name="Freeform 4373">
                  <a:extLst>
                    <a:ext uri="{FF2B5EF4-FFF2-40B4-BE49-F238E27FC236}">
                      <a16:creationId xmlns:a16="http://schemas.microsoft.com/office/drawing/2014/main" id="{B18F6689-C1D3-4E50-69A9-6B8ED19B3BB5}"/>
                    </a:ext>
                  </a:extLst>
                </p:cNvPr>
                <p:cNvSpPr/>
                <p:nvPr/>
              </p:nvSpPr>
              <p:spPr>
                <a:xfrm>
                  <a:off x="1299524" y="277839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5" name="Freeform 4374">
                  <a:extLst>
                    <a:ext uri="{FF2B5EF4-FFF2-40B4-BE49-F238E27FC236}">
                      <a16:creationId xmlns:a16="http://schemas.microsoft.com/office/drawing/2014/main" id="{B26A9582-3AC5-2140-3BB5-6A469257D5A7}"/>
                    </a:ext>
                  </a:extLst>
                </p:cNvPr>
                <p:cNvSpPr/>
                <p:nvPr/>
              </p:nvSpPr>
              <p:spPr>
                <a:xfrm>
                  <a:off x="1299524" y="2837242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6" name="Freeform 4375">
                  <a:extLst>
                    <a:ext uri="{FF2B5EF4-FFF2-40B4-BE49-F238E27FC236}">
                      <a16:creationId xmlns:a16="http://schemas.microsoft.com/office/drawing/2014/main" id="{7EA0EDCB-86D2-4F34-8396-3AA70F25CC4B}"/>
                    </a:ext>
                  </a:extLst>
                </p:cNvPr>
                <p:cNvSpPr/>
                <p:nvPr/>
              </p:nvSpPr>
              <p:spPr>
                <a:xfrm>
                  <a:off x="1299524" y="289595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7" name="Freeform 4376">
                  <a:extLst>
                    <a:ext uri="{FF2B5EF4-FFF2-40B4-BE49-F238E27FC236}">
                      <a16:creationId xmlns:a16="http://schemas.microsoft.com/office/drawing/2014/main" id="{F3CB96D3-7E51-5AE8-72F2-5A5FC2019E4A}"/>
                    </a:ext>
                  </a:extLst>
                </p:cNvPr>
                <p:cNvSpPr/>
                <p:nvPr/>
              </p:nvSpPr>
              <p:spPr>
                <a:xfrm>
                  <a:off x="1299524" y="295466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8" name="Freeform 4377">
                  <a:extLst>
                    <a:ext uri="{FF2B5EF4-FFF2-40B4-BE49-F238E27FC236}">
                      <a16:creationId xmlns:a16="http://schemas.microsoft.com/office/drawing/2014/main" id="{DB09F326-B761-B35A-DE8D-5D6E12B08F4A}"/>
                    </a:ext>
                  </a:extLst>
                </p:cNvPr>
                <p:cNvSpPr/>
                <p:nvPr/>
              </p:nvSpPr>
              <p:spPr>
                <a:xfrm>
                  <a:off x="1299524" y="301351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9" name="Freeform 4378">
                  <a:extLst>
                    <a:ext uri="{FF2B5EF4-FFF2-40B4-BE49-F238E27FC236}">
                      <a16:creationId xmlns:a16="http://schemas.microsoft.com/office/drawing/2014/main" id="{23B050AF-5CD8-D9DB-441B-5CDAF0B822F1}"/>
                    </a:ext>
                  </a:extLst>
                </p:cNvPr>
                <p:cNvSpPr/>
                <p:nvPr/>
              </p:nvSpPr>
              <p:spPr>
                <a:xfrm>
                  <a:off x="1299524" y="307222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0" name="Freeform 4379">
                  <a:extLst>
                    <a:ext uri="{FF2B5EF4-FFF2-40B4-BE49-F238E27FC236}">
                      <a16:creationId xmlns:a16="http://schemas.microsoft.com/office/drawing/2014/main" id="{5AAAD1D5-1E4B-9297-CA20-AC052785C710}"/>
                    </a:ext>
                  </a:extLst>
                </p:cNvPr>
                <p:cNvSpPr/>
                <p:nvPr/>
              </p:nvSpPr>
              <p:spPr>
                <a:xfrm>
                  <a:off x="1299524" y="313107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1" name="Freeform 4380">
                  <a:extLst>
                    <a:ext uri="{FF2B5EF4-FFF2-40B4-BE49-F238E27FC236}">
                      <a16:creationId xmlns:a16="http://schemas.microsoft.com/office/drawing/2014/main" id="{02C85E02-7FB6-5A5B-F622-BDDCF3DB0A87}"/>
                    </a:ext>
                  </a:extLst>
                </p:cNvPr>
                <p:cNvSpPr/>
                <p:nvPr/>
              </p:nvSpPr>
              <p:spPr>
                <a:xfrm>
                  <a:off x="1299524" y="318978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2" name="Freeform 4381">
                  <a:extLst>
                    <a:ext uri="{FF2B5EF4-FFF2-40B4-BE49-F238E27FC236}">
                      <a16:creationId xmlns:a16="http://schemas.microsoft.com/office/drawing/2014/main" id="{F9885C99-14B9-A2B8-782C-EE966C99C58E}"/>
                    </a:ext>
                  </a:extLst>
                </p:cNvPr>
                <p:cNvSpPr/>
                <p:nvPr/>
              </p:nvSpPr>
              <p:spPr>
                <a:xfrm>
                  <a:off x="1299524" y="324849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3" name="Freeform 4382">
                  <a:extLst>
                    <a:ext uri="{FF2B5EF4-FFF2-40B4-BE49-F238E27FC236}">
                      <a16:creationId xmlns:a16="http://schemas.microsoft.com/office/drawing/2014/main" id="{5208391C-E3BE-6D85-E3B0-EADFE69E3747}"/>
                    </a:ext>
                  </a:extLst>
                </p:cNvPr>
                <p:cNvSpPr/>
                <p:nvPr/>
              </p:nvSpPr>
              <p:spPr>
                <a:xfrm>
                  <a:off x="1299524" y="3307343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4" name="Freeform 4383">
                  <a:extLst>
                    <a:ext uri="{FF2B5EF4-FFF2-40B4-BE49-F238E27FC236}">
                      <a16:creationId xmlns:a16="http://schemas.microsoft.com/office/drawing/2014/main" id="{F68D8D3A-0189-FB38-E11F-B9D772323064}"/>
                    </a:ext>
                  </a:extLst>
                </p:cNvPr>
                <p:cNvSpPr/>
                <p:nvPr/>
              </p:nvSpPr>
              <p:spPr>
                <a:xfrm>
                  <a:off x="1299524" y="336605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5" name="Freeform 4384">
                  <a:extLst>
                    <a:ext uri="{FF2B5EF4-FFF2-40B4-BE49-F238E27FC236}">
                      <a16:creationId xmlns:a16="http://schemas.microsoft.com/office/drawing/2014/main" id="{25D2DF32-8CDC-B87B-BFD1-656C67663022}"/>
                    </a:ext>
                  </a:extLst>
                </p:cNvPr>
                <p:cNvSpPr/>
                <p:nvPr/>
              </p:nvSpPr>
              <p:spPr>
                <a:xfrm>
                  <a:off x="1299524" y="342490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6" name="Freeform 4385">
                  <a:extLst>
                    <a:ext uri="{FF2B5EF4-FFF2-40B4-BE49-F238E27FC236}">
                      <a16:creationId xmlns:a16="http://schemas.microsoft.com/office/drawing/2014/main" id="{AB5667EA-A3CA-E42C-55B4-FF45F9FB8568}"/>
                    </a:ext>
                  </a:extLst>
                </p:cNvPr>
                <p:cNvSpPr/>
                <p:nvPr/>
              </p:nvSpPr>
              <p:spPr>
                <a:xfrm>
                  <a:off x="1299524" y="348361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7" name="Freeform 4386">
                  <a:extLst>
                    <a:ext uri="{FF2B5EF4-FFF2-40B4-BE49-F238E27FC236}">
                      <a16:creationId xmlns:a16="http://schemas.microsoft.com/office/drawing/2014/main" id="{063A6B7F-AA87-075D-63D0-E15E862BD258}"/>
                    </a:ext>
                  </a:extLst>
                </p:cNvPr>
                <p:cNvSpPr/>
                <p:nvPr/>
              </p:nvSpPr>
              <p:spPr>
                <a:xfrm>
                  <a:off x="1299524" y="354232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8" name="Freeform 4387">
                  <a:extLst>
                    <a:ext uri="{FF2B5EF4-FFF2-40B4-BE49-F238E27FC236}">
                      <a16:creationId xmlns:a16="http://schemas.microsoft.com/office/drawing/2014/main" id="{BA74483E-8F39-ABD4-1932-F13691EFAE25}"/>
                    </a:ext>
                  </a:extLst>
                </p:cNvPr>
                <p:cNvSpPr/>
                <p:nvPr/>
              </p:nvSpPr>
              <p:spPr>
                <a:xfrm>
                  <a:off x="1299524" y="360117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9" name="Freeform 4388">
                  <a:extLst>
                    <a:ext uri="{FF2B5EF4-FFF2-40B4-BE49-F238E27FC236}">
                      <a16:creationId xmlns:a16="http://schemas.microsoft.com/office/drawing/2014/main" id="{285B3F63-D4C7-ED15-C464-FD68EB74D731}"/>
                    </a:ext>
                  </a:extLst>
                </p:cNvPr>
                <p:cNvSpPr/>
                <p:nvPr/>
              </p:nvSpPr>
              <p:spPr>
                <a:xfrm>
                  <a:off x="1299524" y="365988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0" name="Freeform 4389">
                  <a:extLst>
                    <a:ext uri="{FF2B5EF4-FFF2-40B4-BE49-F238E27FC236}">
                      <a16:creationId xmlns:a16="http://schemas.microsoft.com/office/drawing/2014/main" id="{B114CEB4-2593-12AA-F81E-567B43926B5E}"/>
                    </a:ext>
                  </a:extLst>
                </p:cNvPr>
                <p:cNvSpPr/>
                <p:nvPr/>
              </p:nvSpPr>
              <p:spPr>
                <a:xfrm>
                  <a:off x="1299524" y="371873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1" name="Freeform 4390">
                  <a:extLst>
                    <a:ext uri="{FF2B5EF4-FFF2-40B4-BE49-F238E27FC236}">
                      <a16:creationId xmlns:a16="http://schemas.microsoft.com/office/drawing/2014/main" id="{80B7B7F4-2D50-A794-DC97-71B65F73DB5E}"/>
                    </a:ext>
                  </a:extLst>
                </p:cNvPr>
                <p:cNvSpPr/>
                <p:nvPr/>
              </p:nvSpPr>
              <p:spPr>
                <a:xfrm>
                  <a:off x="1299524" y="377744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2" name="Freeform 4391">
                  <a:extLst>
                    <a:ext uri="{FF2B5EF4-FFF2-40B4-BE49-F238E27FC236}">
                      <a16:creationId xmlns:a16="http://schemas.microsoft.com/office/drawing/2014/main" id="{3572DC01-64EE-173B-AA40-048725250425}"/>
                    </a:ext>
                  </a:extLst>
                </p:cNvPr>
                <p:cNvSpPr/>
                <p:nvPr/>
              </p:nvSpPr>
              <p:spPr>
                <a:xfrm>
                  <a:off x="1299524" y="383615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3" name="Freeform 4392">
                  <a:extLst>
                    <a:ext uri="{FF2B5EF4-FFF2-40B4-BE49-F238E27FC236}">
                      <a16:creationId xmlns:a16="http://schemas.microsoft.com/office/drawing/2014/main" id="{F7AFD7DE-CA2F-DCFF-9814-B76BEFCBEBE7}"/>
                    </a:ext>
                  </a:extLst>
                </p:cNvPr>
                <p:cNvSpPr/>
                <p:nvPr/>
              </p:nvSpPr>
              <p:spPr>
                <a:xfrm>
                  <a:off x="1299524" y="389500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CAE0A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4" name="Freeform 4393">
                  <a:extLst>
                    <a:ext uri="{FF2B5EF4-FFF2-40B4-BE49-F238E27FC236}">
                      <a16:creationId xmlns:a16="http://schemas.microsoft.com/office/drawing/2014/main" id="{C21F3864-BE23-6326-BDD6-F460DA78CF7D}"/>
                    </a:ext>
                  </a:extLst>
                </p:cNvPr>
                <p:cNvSpPr/>
                <p:nvPr/>
              </p:nvSpPr>
              <p:spPr>
                <a:xfrm>
                  <a:off x="1299524" y="395371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5" name="Freeform 4394">
                  <a:extLst>
                    <a:ext uri="{FF2B5EF4-FFF2-40B4-BE49-F238E27FC236}">
                      <a16:creationId xmlns:a16="http://schemas.microsoft.com/office/drawing/2014/main" id="{E3D79E80-3BE7-E834-60BF-2632DE5452CC}"/>
                    </a:ext>
                  </a:extLst>
                </p:cNvPr>
                <p:cNvSpPr/>
                <p:nvPr/>
              </p:nvSpPr>
              <p:spPr>
                <a:xfrm>
                  <a:off x="1299524" y="4012564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6" name="Freeform 4395">
                  <a:extLst>
                    <a:ext uri="{FF2B5EF4-FFF2-40B4-BE49-F238E27FC236}">
                      <a16:creationId xmlns:a16="http://schemas.microsoft.com/office/drawing/2014/main" id="{F9EC4DC0-5173-1729-F10C-7DAA3A3E8B52}"/>
                    </a:ext>
                  </a:extLst>
                </p:cNvPr>
                <p:cNvSpPr/>
                <p:nvPr/>
              </p:nvSpPr>
              <p:spPr>
                <a:xfrm>
                  <a:off x="1299524" y="407127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7" name="Freeform 4396">
                  <a:extLst>
                    <a:ext uri="{FF2B5EF4-FFF2-40B4-BE49-F238E27FC236}">
                      <a16:creationId xmlns:a16="http://schemas.microsoft.com/office/drawing/2014/main" id="{508B8145-66C7-B695-526F-BC20AA1BC450}"/>
                    </a:ext>
                  </a:extLst>
                </p:cNvPr>
                <p:cNvSpPr/>
                <p:nvPr/>
              </p:nvSpPr>
              <p:spPr>
                <a:xfrm>
                  <a:off x="1299524" y="412998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8" name="Freeform 4397">
                  <a:extLst>
                    <a:ext uri="{FF2B5EF4-FFF2-40B4-BE49-F238E27FC236}">
                      <a16:creationId xmlns:a16="http://schemas.microsoft.com/office/drawing/2014/main" id="{4E78F9CC-CF48-F041-C2D3-5C5B7BC950C3}"/>
                    </a:ext>
                  </a:extLst>
                </p:cNvPr>
                <p:cNvSpPr/>
                <p:nvPr/>
              </p:nvSpPr>
              <p:spPr>
                <a:xfrm>
                  <a:off x="1299524" y="418883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9" name="Freeform 4398">
                  <a:extLst>
                    <a:ext uri="{FF2B5EF4-FFF2-40B4-BE49-F238E27FC236}">
                      <a16:creationId xmlns:a16="http://schemas.microsoft.com/office/drawing/2014/main" id="{7FF38398-A1A9-B425-9D33-AEDC881C1075}"/>
                    </a:ext>
                  </a:extLst>
                </p:cNvPr>
                <p:cNvSpPr/>
                <p:nvPr/>
              </p:nvSpPr>
              <p:spPr>
                <a:xfrm>
                  <a:off x="1299524" y="424754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0" name="Freeform 4399">
                  <a:extLst>
                    <a:ext uri="{FF2B5EF4-FFF2-40B4-BE49-F238E27FC236}">
                      <a16:creationId xmlns:a16="http://schemas.microsoft.com/office/drawing/2014/main" id="{538C3406-2BA5-0E4E-B13A-EBC4433AA83A}"/>
                    </a:ext>
                  </a:extLst>
                </p:cNvPr>
                <p:cNvSpPr/>
                <p:nvPr/>
              </p:nvSpPr>
              <p:spPr>
                <a:xfrm>
                  <a:off x="1299524" y="4306395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1" name="Freeform 4400">
                  <a:extLst>
                    <a:ext uri="{FF2B5EF4-FFF2-40B4-BE49-F238E27FC236}">
                      <a16:creationId xmlns:a16="http://schemas.microsoft.com/office/drawing/2014/main" id="{61745114-8BCA-E6CE-0EF8-59905AF94482}"/>
                    </a:ext>
                  </a:extLst>
                </p:cNvPr>
                <p:cNvSpPr/>
                <p:nvPr/>
              </p:nvSpPr>
              <p:spPr>
                <a:xfrm>
                  <a:off x="1299524" y="436510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2" name="Freeform 4401">
                  <a:extLst>
                    <a:ext uri="{FF2B5EF4-FFF2-40B4-BE49-F238E27FC236}">
                      <a16:creationId xmlns:a16="http://schemas.microsoft.com/office/drawing/2014/main" id="{D19214F2-8749-1959-71B8-ED425D14B190}"/>
                    </a:ext>
                  </a:extLst>
                </p:cNvPr>
                <p:cNvSpPr/>
                <p:nvPr/>
              </p:nvSpPr>
              <p:spPr>
                <a:xfrm>
                  <a:off x="1299524" y="442381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3" name="Freeform 4402">
                  <a:extLst>
                    <a:ext uri="{FF2B5EF4-FFF2-40B4-BE49-F238E27FC236}">
                      <a16:creationId xmlns:a16="http://schemas.microsoft.com/office/drawing/2014/main" id="{612DC436-282E-9AF5-A36B-022678B2CFDF}"/>
                    </a:ext>
                  </a:extLst>
                </p:cNvPr>
                <p:cNvSpPr/>
                <p:nvPr/>
              </p:nvSpPr>
              <p:spPr>
                <a:xfrm>
                  <a:off x="1299524" y="448266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4" name="Freeform 4403">
                  <a:extLst>
                    <a:ext uri="{FF2B5EF4-FFF2-40B4-BE49-F238E27FC236}">
                      <a16:creationId xmlns:a16="http://schemas.microsoft.com/office/drawing/2014/main" id="{221E3E5B-387D-D155-2632-074FE67D6F8E}"/>
                    </a:ext>
                  </a:extLst>
                </p:cNvPr>
                <p:cNvSpPr/>
                <p:nvPr/>
              </p:nvSpPr>
              <p:spPr>
                <a:xfrm>
                  <a:off x="1299524" y="454137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5" name="Freeform 4404">
                  <a:extLst>
                    <a:ext uri="{FF2B5EF4-FFF2-40B4-BE49-F238E27FC236}">
                      <a16:creationId xmlns:a16="http://schemas.microsoft.com/office/drawing/2014/main" id="{AEED5516-A744-ED55-EF65-B335F6D22044}"/>
                    </a:ext>
                  </a:extLst>
                </p:cNvPr>
                <p:cNvSpPr/>
                <p:nvPr/>
              </p:nvSpPr>
              <p:spPr>
                <a:xfrm>
                  <a:off x="1299524" y="460022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6" name="Freeform 4405">
                  <a:extLst>
                    <a:ext uri="{FF2B5EF4-FFF2-40B4-BE49-F238E27FC236}">
                      <a16:creationId xmlns:a16="http://schemas.microsoft.com/office/drawing/2014/main" id="{45227720-6C36-FBF4-B498-F4F5261A4BD0}"/>
                    </a:ext>
                  </a:extLst>
                </p:cNvPr>
                <p:cNvSpPr/>
                <p:nvPr/>
              </p:nvSpPr>
              <p:spPr>
                <a:xfrm>
                  <a:off x="1299524" y="465893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7" name="Freeform 4406">
                  <a:extLst>
                    <a:ext uri="{FF2B5EF4-FFF2-40B4-BE49-F238E27FC236}">
                      <a16:creationId xmlns:a16="http://schemas.microsoft.com/office/drawing/2014/main" id="{B24BD422-DD4E-AA31-8946-8B56A5D66DE9}"/>
                    </a:ext>
                  </a:extLst>
                </p:cNvPr>
                <p:cNvSpPr/>
                <p:nvPr/>
              </p:nvSpPr>
              <p:spPr>
                <a:xfrm>
                  <a:off x="1299524" y="471764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8" name="Freeform 4407">
                  <a:extLst>
                    <a:ext uri="{FF2B5EF4-FFF2-40B4-BE49-F238E27FC236}">
                      <a16:creationId xmlns:a16="http://schemas.microsoft.com/office/drawing/2014/main" id="{2A8576B6-2846-3BA2-1151-128B0855B02C}"/>
                    </a:ext>
                  </a:extLst>
                </p:cNvPr>
                <p:cNvSpPr/>
                <p:nvPr/>
              </p:nvSpPr>
              <p:spPr>
                <a:xfrm>
                  <a:off x="1299524" y="477649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9" name="Freeform 4408">
                  <a:extLst>
                    <a:ext uri="{FF2B5EF4-FFF2-40B4-BE49-F238E27FC236}">
                      <a16:creationId xmlns:a16="http://schemas.microsoft.com/office/drawing/2014/main" id="{0399F3D3-3ED5-648B-768B-B2AACA601278}"/>
                    </a:ext>
                  </a:extLst>
                </p:cNvPr>
                <p:cNvSpPr/>
                <p:nvPr/>
              </p:nvSpPr>
              <p:spPr>
                <a:xfrm>
                  <a:off x="1299524" y="483520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0" name="Freeform 4409">
                  <a:extLst>
                    <a:ext uri="{FF2B5EF4-FFF2-40B4-BE49-F238E27FC236}">
                      <a16:creationId xmlns:a16="http://schemas.microsoft.com/office/drawing/2014/main" id="{3C4B7A0F-D7D2-9077-170C-54E04B802227}"/>
                    </a:ext>
                  </a:extLst>
                </p:cNvPr>
                <p:cNvSpPr/>
                <p:nvPr/>
              </p:nvSpPr>
              <p:spPr>
                <a:xfrm>
                  <a:off x="1299524" y="489405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1" name="Freeform 4410">
                  <a:extLst>
                    <a:ext uri="{FF2B5EF4-FFF2-40B4-BE49-F238E27FC236}">
                      <a16:creationId xmlns:a16="http://schemas.microsoft.com/office/drawing/2014/main" id="{88103F38-BC1F-8EEA-CDA6-31227658D901}"/>
                    </a:ext>
                  </a:extLst>
                </p:cNvPr>
                <p:cNvSpPr/>
                <p:nvPr/>
              </p:nvSpPr>
              <p:spPr>
                <a:xfrm>
                  <a:off x="1299524" y="495276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2" name="Freeform 4411">
                  <a:extLst>
                    <a:ext uri="{FF2B5EF4-FFF2-40B4-BE49-F238E27FC236}">
                      <a16:creationId xmlns:a16="http://schemas.microsoft.com/office/drawing/2014/main" id="{E691ADDE-234B-6CD7-9580-447C81E0FFC9}"/>
                    </a:ext>
                  </a:extLst>
                </p:cNvPr>
                <p:cNvSpPr/>
                <p:nvPr/>
              </p:nvSpPr>
              <p:spPr>
                <a:xfrm>
                  <a:off x="1299524" y="5011478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3" name="Freeform 4412">
                  <a:extLst>
                    <a:ext uri="{FF2B5EF4-FFF2-40B4-BE49-F238E27FC236}">
                      <a16:creationId xmlns:a16="http://schemas.microsoft.com/office/drawing/2014/main" id="{A05C8419-A8A7-2519-01F4-383CCBFFCE93}"/>
                    </a:ext>
                  </a:extLst>
                </p:cNvPr>
                <p:cNvSpPr/>
                <p:nvPr/>
              </p:nvSpPr>
              <p:spPr>
                <a:xfrm>
                  <a:off x="1299524" y="507032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4" name="Freeform 4413">
                  <a:extLst>
                    <a:ext uri="{FF2B5EF4-FFF2-40B4-BE49-F238E27FC236}">
                      <a16:creationId xmlns:a16="http://schemas.microsoft.com/office/drawing/2014/main" id="{B4A064DA-BB8B-6277-E53C-4E6AEC6C3862}"/>
                    </a:ext>
                  </a:extLst>
                </p:cNvPr>
                <p:cNvSpPr/>
                <p:nvPr/>
              </p:nvSpPr>
              <p:spPr>
                <a:xfrm>
                  <a:off x="1299524" y="512903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5" name="Freeform 4414">
                  <a:extLst>
                    <a:ext uri="{FF2B5EF4-FFF2-40B4-BE49-F238E27FC236}">
                      <a16:creationId xmlns:a16="http://schemas.microsoft.com/office/drawing/2014/main" id="{D07AAA19-96AB-383C-DFEC-AD920AC4219E}"/>
                    </a:ext>
                  </a:extLst>
                </p:cNvPr>
                <p:cNvSpPr/>
                <p:nvPr/>
              </p:nvSpPr>
              <p:spPr>
                <a:xfrm>
                  <a:off x="1299524" y="5187886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6" name="Freeform 4415">
                  <a:extLst>
                    <a:ext uri="{FF2B5EF4-FFF2-40B4-BE49-F238E27FC236}">
                      <a16:creationId xmlns:a16="http://schemas.microsoft.com/office/drawing/2014/main" id="{E144EFE9-D103-551E-E846-4B28ABED230C}"/>
                    </a:ext>
                  </a:extLst>
                </p:cNvPr>
                <p:cNvSpPr/>
                <p:nvPr/>
              </p:nvSpPr>
              <p:spPr>
                <a:xfrm>
                  <a:off x="1299524" y="524659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7" name="Freeform 4416">
                  <a:extLst>
                    <a:ext uri="{FF2B5EF4-FFF2-40B4-BE49-F238E27FC236}">
                      <a16:creationId xmlns:a16="http://schemas.microsoft.com/office/drawing/2014/main" id="{DF200291-6F74-E183-ACC0-7EF198E91177}"/>
                    </a:ext>
                  </a:extLst>
                </p:cNvPr>
                <p:cNvSpPr/>
                <p:nvPr/>
              </p:nvSpPr>
              <p:spPr>
                <a:xfrm>
                  <a:off x="1299524" y="530530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8" name="Freeform 4417">
                  <a:extLst>
                    <a:ext uri="{FF2B5EF4-FFF2-40B4-BE49-F238E27FC236}">
                      <a16:creationId xmlns:a16="http://schemas.microsoft.com/office/drawing/2014/main" id="{C34E4654-54E0-CDCD-9F81-AC9F820D253D}"/>
                    </a:ext>
                  </a:extLst>
                </p:cNvPr>
                <p:cNvSpPr/>
                <p:nvPr/>
              </p:nvSpPr>
              <p:spPr>
                <a:xfrm>
                  <a:off x="1299524" y="5364157"/>
                  <a:ext cx="127000" cy="58710"/>
                </a:xfrm>
                <a:custGeom>
                  <a:avLst/>
                  <a:gdLst>
                    <a:gd name="csX0" fmla="*/ 0 w 127000"/>
                    <a:gd name="csY0" fmla="*/ 0 h 53524"/>
                    <a:gd name="csX1" fmla="*/ 127000 w 127000"/>
                    <a:gd name="csY1" fmla="*/ 0 h 53524"/>
                    <a:gd name="csX2" fmla="*/ 127000 w 127000"/>
                    <a:gd name="csY2" fmla="*/ 53525 h 53524"/>
                    <a:gd name="csX3" fmla="*/ 0 w 127000"/>
                    <a:gd name="csY3" fmla="*/ 53525 h 535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53524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53525"/>
                      </a:lnTo>
                      <a:lnTo>
                        <a:pt x="0" y="53525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20" name="Group 4419">
                  <a:extLst>
                    <a:ext uri="{FF2B5EF4-FFF2-40B4-BE49-F238E27FC236}">
                      <a16:creationId xmlns:a16="http://schemas.microsoft.com/office/drawing/2014/main" id="{D180D605-D603-4A57-3056-53C430ACF7B6}"/>
                    </a:ext>
                  </a:extLst>
                </p:cNvPr>
                <p:cNvGrpSpPr/>
                <p:nvPr/>
              </p:nvGrpSpPr>
              <p:grpSpPr>
                <a:xfrm>
                  <a:off x="518334" y="2367334"/>
                  <a:ext cx="761637" cy="3292682"/>
                  <a:chOff x="1127258" y="2570274"/>
                  <a:chExt cx="3698021" cy="3001854"/>
                </a:xfrm>
              </p:grpSpPr>
              <p:grpSp>
                <p:nvGrpSpPr>
                  <p:cNvPr id="4616" name="Group 4615">
                    <a:extLst>
                      <a:ext uri="{FF2B5EF4-FFF2-40B4-BE49-F238E27FC236}">
                        <a16:creationId xmlns:a16="http://schemas.microsoft.com/office/drawing/2014/main" id="{E20F7634-14C2-52C7-0729-996A1FCD2A02}"/>
                      </a:ext>
                    </a:extLst>
                  </p:cNvPr>
                  <p:cNvGrpSpPr/>
                  <p:nvPr/>
                </p:nvGrpSpPr>
                <p:grpSpPr>
                  <a:xfrm>
                    <a:off x="1351397" y="2570274"/>
                    <a:ext cx="3390646" cy="2785953"/>
                    <a:chOff x="311225" y="2440656"/>
                    <a:chExt cx="3390646" cy="2785953"/>
                  </a:xfrm>
                </p:grpSpPr>
                <p:sp>
                  <p:nvSpPr>
                    <p:cNvPr id="4621" name="Freeform 4620">
                      <a:extLst>
                        <a:ext uri="{FF2B5EF4-FFF2-40B4-BE49-F238E27FC236}">
                          <a16:creationId xmlns:a16="http://schemas.microsoft.com/office/drawing/2014/main" id="{AA701667-DF7E-3098-7C48-4720E9065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4406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9D9DA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2" name="Freeform 4621">
                      <a:extLst>
                        <a:ext uri="{FF2B5EF4-FFF2-40B4-BE49-F238E27FC236}">
                          <a16:creationId xmlns:a16="http://schemas.microsoft.com/office/drawing/2014/main" id="{7A19708C-13B0-60EF-9C22-431C7815A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4943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DF2F2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3" name="Freeform 4622">
                      <a:extLst>
                        <a:ext uri="{FF2B5EF4-FFF2-40B4-BE49-F238E27FC236}">
                          <a16:creationId xmlns:a16="http://schemas.microsoft.com/office/drawing/2014/main" id="{BACEAF01-710C-D866-8BD9-A2FB651558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5478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3F7F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4" name="Freeform 4623">
                      <a:extLst>
                        <a:ext uri="{FF2B5EF4-FFF2-40B4-BE49-F238E27FC236}">
                          <a16:creationId xmlns:a16="http://schemas.microsoft.com/office/drawing/2014/main" id="{BFF02372-83AC-19BE-19C5-04057EC947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60148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3F7F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5" name="Freeform 4624">
                      <a:extLst>
                        <a:ext uri="{FF2B5EF4-FFF2-40B4-BE49-F238E27FC236}">
                          <a16:creationId xmlns:a16="http://schemas.microsoft.com/office/drawing/2014/main" id="{40452D2A-9C25-3372-2FA7-CDE94F6F3D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65500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F1F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6" name="Freeform 4625">
                      <a:extLst>
                        <a:ext uri="{FF2B5EF4-FFF2-40B4-BE49-F238E27FC236}">
                          <a16:creationId xmlns:a16="http://schemas.microsoft.com/office/drawing/2014/main" id="{725639EC-D727-D89B-2C2A-2A478BD0C0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7085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F1F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7" name="Freeform 4626">
                      <a:extLst>
                        <a:ext uri="{FF2B5EF4-FFF2-40B4-BE49-F238E27FC236}">
                          <a16:creationId xmlns:a16="http://schemas.microsoft.com/office/drawing/2014/main" id="{0F24EB4D-902A-877E-1C61-FD9688924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7621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F1F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8" name="Freeform 4627">
                      <a:extLst>
                        <a:ext uri="{FF2B5EF4-FFF2-40B4-BE49-F238E27FC236}">
                          <a16:creationId xmlns:a16="http://schemas.microsoft.com/office/drawing/2014/main" id="{059F6C03-7A46-EF91-7E75-D2162A754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81571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9" name="Freeform 4628">
                      <a:extLst>
                        <a:ext uri="{FF2B5EF4-FFF2-40B4-BE49-F238E27FC236}">
                          <a16:creationId xmlns:a16="http://schemas.microsoft.com/office/drawing/2014/main" id="{FDE99A2D-D3A6-5312-5A03-49143A6816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86936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4D8E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0" name="Freeform 4629">
                      <a:extLst>
                        <a:ext uri="{FF2B5EF4-FFF2-40B4-BE49-F238E27FC236}">
                          <a16:creationId xmlns:a16="http://schemas.microsoft.com/office/drawing/2014/main" id="{3AE112F2-7118-19D7-A4FA-87505E2A3E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92288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0D5E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1" name="Freeform 4630">
                      <a:extLst>
                        <a:ext uri="{FF2B5EF4-FFF2-40B4-BE49-F238E27FC236}">
                          <a16:creationId xmlns:a16="http://schemas.microsoft.com/office/drawing/2014/main" id="{AB36CE31-0B80-3B5B-DE5F-7CEE9A41F3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297641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0D5E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2" name="Freeform 4631">
                      <a:extLst>
                        <a:ext uri="{FF2B5EF4-FFF2-40B4-BE49-F238E27FC236}">
                          <a16:creationId xmlns:a16="http://schemas.microsoft.com/office/drawing/2014/main" id="{6B52D961-BC28-A78F-48E4-99586F997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03006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CE7F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3" name="Freeform 4632">
                      <a:extLst>
                        <a:ext uri="{FF2B5EF4-FFF2-40B4-BE49-F238E27FC236}">
                          <a16:creationId xmlns:a16="http://schemas.microsoft.com/office/drawing/2014/main" id="{96CDFEAC-3266-A3CF-FE65-3BDE061B3B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08358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CE7F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4" name="Freeform 4633">
                      <a:extLst>
                        <a:ext uri="{FF2B5EF4-FFF2-40B4-BE49-F238E27FC236}">
                          <a16:creationId xmlns:a16="http://schemas.microsoft.com/office/drawing/2014/main" id="{9DE49AA2-2F13-2DC7-E8A5-394F7395E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13723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2E1E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5" name="Freeform 4634">
                      <a:extLst>
                        <a:ext uri="{FF2B5EF4-FFF2-40B4-BE49-F238E27FC236}">
                          <a16:creationId xmlns:a16="http://schemas.microsoft.com/office/drawing/2014/main" id="{A136F388-8924-ADEF-5722-7FB54E829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19076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7E4F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6" name="Freeform 4635">
                      <a:extLst>
                        <a:ext uri="{FF2B5EF4-FFF2-40B4-BE49-F238E27FC236}">
                          <a16:creationId xmlns:a16="http://schemas.microsoft.com/office/drawing/2014/main" id="{F25AB588-DA68-06EB-E851-8C96A1769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24428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AA6D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7" name="Freeform 4636">
                      <a:extLst>
                        <a:ext uri="{FF2B5EF4-FFF2-40B4-BE49-F238E27FC236}">
                          <a16:creationId xmlns:a16="http://schemas.microsoft.com/office/drawing/2014/main" id="{F4507FC7-8C9B-20B3-3A60-4699CF467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29794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FA9D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8" name="Freeform 4637">
                      <a:extLst>
                        <a:ext uri="{FF2B5EF4-FFF2-40B4-BE49-F238E27FC236}">
                          <a16:creationId xmlns:a16="http://schemas.microsoft.com/office/drawing/2014/main" id="{197C41E8-B715-C421-4B99-0DE0D53C5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35146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3ACD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9" name="Freeform 4638">
                      <a:extLst>
                        <a:ext uri="{FF2B5EF4-FFF2-40B4-BE49-F238E27FC236}">
                          <a16:creationId xmlns:a16="http://schemas.microsoft.com/office/drawing/2014/main" id="{FB0AFC13-0178-5CA0-9596-BA4F10B22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40511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3ACD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0" name="Freeform 4639">
                      <a:extLst>
                        <a:ext uri="{FF2B5EF4-FFF2-40B4-BE49-F238E27FC236}">
                          <a16:creationId xmlns:a16="http://schemas.microsoft.com/office/drawing/2014/main" id="{80F9F000-4E99-5C43-1050-23A6C0049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45864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DB2D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1" name="Freeform 4640">
                      <a:extLst>
                        <a:ext uri="{FF2B5EF4-FFF2-40B4-BE49-F238E27FC236}">
                          <a16:creationId xmlns:a16="http://schemas.microsoft.com/office/drawing/2014/main" id="{6BF51AF5-6D11-2ADC-7A00-5CFDE2817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51216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2" name="Freeform 4641">
                      <a:extLst>
                        <a:ext uri="{FF2B5EF4-FFF2-40B4-BE49-F238E27FC236}">
                          <a16:creationId xmlns:a16="http://schemas.microsoft.com/office/drawing/2014/main" id="{6831EEB2-150C-42E3-C1DE-8AA75D17B7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56581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4C2D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3" name="Freeform 4642">
                      <a:extLst>
                        <a:ext uri="{FF2B5EF4-FFF2-40B4-BE49-F238E27FC236}">
                          <a16:creationId xmlns:a16="http://schemas.microsoft.com/office/drawing/2014/main" id="{BC3F5F2D-5D90-9A29-2144-5F5BC6436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61934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6CEE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4" name="Freeform 4643">
                      <a:extLst>
                        <a:ext uri="{FF2B5EF4-FFF2-40B4-BE49-F238E27FC236}">
                          <a16:creationId xmlns:a16="http://schemas.microsoft.com/office/drawing/2014/main" id="{81357CD7-4F6F-94E4-B3A8-707B7705E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67299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2CBE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5" name="Freeform 4644">
                      <a:extLst>
                        <a:ext uri="{FF2B5EF4-FFF2-40B4-BE49-F238E27FC236}">
                          <a16:creationId xmlns:a16="http://schemas.microsoft.com/office/drawing/2014/main" id="{8F82E4B1-3170-6A24-D94F-2BC47407EE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72652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6" name="Freeform 4645">
                      <a:extLst>
                        <a:ext uri="{FF2B5EF4-FFF2-40B4-BE49-F238E27FC236}">
                          <a16:creationId xmlns:a16="http://schemas.microsoft.com/office/drawing/2014/main" id="{AC6FC467-C972-D807-645B-CC2BCDBF6B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78004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7" name="Freeform 4646">
                      <a:extLst>
                        <a:ext uri="{FF2B5EF4-FFF2-40B4-BE49-F238E27FC236}">
                          <a16:creationId xmlns:a16="http://schemas.microsoft.com/office/drawing/2014/main" id="{C875BEFB-B2E1-798B-FF16-3F0E8A3B61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83369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8" name="Freeform 4647">
                      <a:extLst>
                        <a:ext uri="{FF2B5EF4-FFF2-40B4-BE49-F238E27FC236}">
                          <a16:creationId xmlns:a16="http://schemas.microsoft.com/office/drawing/2014/main" id="{F959AEC2-1167-FD50-B4F0-B6A9D251A8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88722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D838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9" name="Freeform 4648">
                      <a:extLst>
                        <a:ext uri="{FF2B5EF4-FFF2-40B4-BE49-F238E27FC236}">
                          <a16:creationId xmlns:a16="http://schemas.microsoft.com/office/drawing/2014/main" id="{A0473748-8064-7060-C0C7-D354FD3E1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94087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E8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0" name="Freeform 4649">
                      <a:extLst>
                        <a:ext uri="{FF2B5EF4-FFF2-40B4-BE49-F238E27FC236}">
                          <a16:creationId xmlns:a16="http://schemas.microsoft.com/office/drawing/2014/main" id="{DBE82EB1-C08B-96A6-91CB-74FFCB3E63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399439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E8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1" name="Freeform 4650">
                      <a:extLst>
                        <a:ext uri="{FF2B5EF4-FFF2-40B4-BE49-F238E27FC236}">
                          <a16:creationId xmlns:a16="http://schemas.microsoft.com/office/drawing/2014/main" id="{3F6DBBAB-0840-614A-00BF-71B3C10EA3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04792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2" name="Freeform 4651">
                      <a:extLst>
                        <a:ext uri="{FF2B5EF4-FFF2-40B4-BE49-F238E27FC236}">
                          <a16:creationId xmlns:a16="http://schemas.microsoft.com/office/drawing/2014/main" id="{19839D2A-754F-1C19-955D-A23ADDFBE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10157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3" name="Freeform 4652">
                      <a:extLst>
                        <a:ext uri="{FF2B5EF4-FFF2-40B4-BE49-F238E27FC236}">
                          <a16:creationId xmlns:a16="http://schemas.microsoft.com/office/drawing/2014/main" id="{492DC218-A311-D285-94B6-E4AE2365C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15509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4" name="Freeform 4653">
                      <a:extLst>
                        <a:ext uri="{FF2B5EF4-FFF2-40B4-BE49-F238E27FC236}">
                          <a16:creationId xmlns:a16="http://schemas.microsoft.com/office/drawing/2014/main" id="{701A12FB-B128-0CB3-D162-C623B4447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20875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5" name="Freeform 4654">
                      <a:extLst>
                        <a:ext uri="{FF2B5EF4-FFF2-40B4-BE49-F238E27FC236}">
                          <a16:creationId xmlns:a16="http://schemas.microsoft.com/office/drawing/2014/main" id="{A0F149E4-93FB-54A8-888F-9E7EAE0E8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26227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D838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6" name="Freeform 4655">
                      <a:extLst>
                        <a:ext uri="{FF2B5EF4-FFF2-40B4-BE49-F238E27FC236}">
                          <a16:creationId xmlns:a16="http://schemas.microsoft.com/office/drawing/2014/main" id="{3554ED4D-3A8E-B3AF-B8FE-554A7912D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31580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F8D90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7" name="Freeform 4656">
                      <a:extLst>
                        <a:ext uri="{FF2B5EF4-FFF2-40B4-BE49-F238E27FC236}">
                          <a16:creationId xmlns:a16="http://schemas.microsoft.com/office/drawing/2014/main" id="{D22AA5F2-1978-C319-0159-19C11E855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36945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F8D90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8" name="Freeform 4657">
                      <a:extLst>
                        <a:ext uri="{FF2B5EF4-FFF2-40B4-BE49-F238E27FC236}">
                          <a16:creationId xmlns:a16="http://schemas.microsoft.com/office/drawing/2014/main" id="{4DAAAC7F-2228-7A72-4D2A-AF532115AC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42297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9" name="Freeform 4658">
                      <a:extLst>
                        <a:ext uri="{FF2B5EF4-FFF2-40B4-BE49-F238E27FC236}">
                          <a16:creationId xmlns:a16="http://schemas.microsoft.com/office/drawing/2014/main" id="{34BCC5EC-2BFD-1007-1E22-FB05D72D11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47662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0" name="Freeform 4659">
                      <a:extLst>
                        <a:ext uri="{FF2B5EF4-FFF2-40B4-BE49-F238E27FC236}">
                          <a16:creationId xmlns:a16="http://schemas.microsoft.com/office/drawing/2014/main" id="{6A1789A9-2F33-2FB0-CC57-1F54C4BEAB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53015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1" name="Freeform 4660">
                      <a:extLst>
                        <a:ext uri="{FF2B5EF4-FFF2-40B4-BE49-F238E27FC236}">
                          <a16:creationId xmlns:a16="http://schemas.microsoft.com/office/drawing/2014/main" id="{018027F9-27F6-0A9A-35CA-D8B7C2407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58367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2" name="Freeform 4661">
                      <a:extLst>
                        <a:ext uri="{FF2B5EF4-FFF2-40B4-BE49-F238E27FC236}">
                          <a16:creationId xmlns:a16="http://schemas.microsoft.com/office/drawing/2014/main" id="{7F69AFED-199A-2E4F-FDB6-FE9975D6EE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63732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3" name="Freeform 4662">
                      <a:extLst>
                        <a:ext uri="{FF2B5EF4-FFF2-40B4-BE49-F238E27FC236}">
                          <a16:creationId xmlns:a16="http://schemas.microsoft.com/office/drawing/2014/main" id="{2A965C8D-035A-F02F-9654-CBCE8E418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69085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1B5D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4" name="Freeform 4663">
                      <a:extLst>
                        <a:ext uri="{FF2B5EF4-FFF2-40B4-BE49-F238E27FC236}">
                          <a16:creationId xmlns:a16="http://schemas.microsoft.com/office/drawing/2014/main" id="{78F9057A-C860-4BF5-8C90-7A8102E10E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74450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CEDED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5" name="Freeform 4664">
                      <a:extLst>
                        <a:ext uri="{FF2B5EF4-FFF2-40B4-BE49-F238E27FC236}">
                          <a16:creationId xmlns:a16="http://schemas.microsoft.com/office/drawing/2014/main" id="{9897183F-AFDF-B48E-08FD-4C1F128BD0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79803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8CFD0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6" name="Freeform 4665">
                      <a:extLst>
                        <a:ext uri="{FF2B5EF4-FFF2-40B4-BE49-F238E27FC236}">
                          <a16:creationId xmlns:a16="http://schemas.microsoft.com/office/drawing/2014/main" id="{3371EE96-0FAF-B8C4-FAF4-72C8F69CC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8515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9D9DA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7" name="Freeform 4666">
                      <a:extLst>
                        <a:ext uri="{FF2B5EF4-FFF2-40B4-BE49-F238E27FC236}">
                          <a16:creationId xmlns:a16="http://schemas.microsoft.com/office/drawing/2014/main" id="{36586EDC-1579-6560-627F-0CA2BB4A6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9052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8FA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8" name="Freeform 4667">
                      <a:extLst>
                        <a:ext uri="{FF2B5EF4-FFF2-40B4-BE49-F238E27FC236}">
                          <a16:creationId xmlns:a16="http://schemas.microsoft.com/office/drawing/2014/main" id="{2668A00B-43DC-AFCF-5D79-B1623911E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49587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EF4F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9" name="Freeform 4668">
                      <a:extLst>
                        <a:ext uri="{FF2B5EF4-FFF2-40B4-BE49-F238E27FC236}">
                          <a16:creationId xmlns:a16="http://schemas.microsoft.com/office/drawing/2014/main" id="{FD7EB63E-A0AD-7592-A570-5C3C1630E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501238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CE7F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0" name="Freeform 4669">
                      <a:extLst>
                        <a:ext uri="{FF2B5EF4-FFF2-40B4-BE49-F238E27FC236}">
                          <a16:creationId xmlns:a16="http://schemas.microsoft.com/office/drawing/2014/main" id="{3ADF33E3-28F2-BF0C-C2B4-52A7EA930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506590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1" name="Freeform 4670">
                      <a:extLst>
                        <a:ext uri="{FF2B5EF4-FFF2-40B4-BE49-F238E27FC236}">
                          <a16:creationId xmlns:a16="http://schemas.microsoft.com/office/drawing/2014/main" id="{32F9FE18-DE9B-808A-145F-2F532E59FD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51194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2" name="Freeform 4671">
                      <a:extLst>
                        <a:ext uri="{FF2B5EF4-FFF2-40B4-BE49-F238E27FC236}">
                          <a16:creationId xmlns:a16="http://schemas.microsoft.com/office/drawing/2014/main" id="{AC5E86DB-1FD8-9CFC-FCAB-A92B5ADAEC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225" y="51730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4D8E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3" name="Freeform 4672">
                      <a:extLst>
                        <a:ext uri="{FF2B5EF4-FFF2-40B4-BE49-F238E27FC236}">
                          <a16:creationId xmlns:a16="http://schemas.microsoft.com/office/drawing/2014/main" id="{34F9A3FB-F67B-31D5-E203-C4372DD746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4406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FA9D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4" name="Freeform 4673">
                      <a:extLst>
                        <a:ext uri="{FF2B5EF4-FFF2-40B4-BE49-F238E27FC236}">
                          <a16:creationId xmlns:a16="http://schemas.microsoft.com/office/drawing/2014/main" id="{41CE115F-9D35-0143-3747-28097459B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4943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3ACD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5" name="Freeform 4674">
                      <a:extLst>
                        <a:ext uri="{FF2B5EF4-FFF2-40B4-BE49-F238E27FC236}">
                          <a16:creationId xmlns:a16="http://schemas.microsoft.com/office/drawing/2014/main" id="{24323D28-0077-2F77-3A89-993933B72C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5478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1B5D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6" name="Freeform 4675">
                      <a:extLst>
                        <a:ext uri="{FF2B5EF4-FFF2-40B4-BE49-F238E27FC236}">
                          <a16:creationId xmlns:a16="http://schemas.microsoft.com/office/drawing/2014/main" id="{A3877098-1EC0-3555-F8F0-42790707A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60148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1B5D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7" name="Freeform 4676">
                      <a:extLst>
                        <a:ext uri="{FF2B5EF4-FFF2-40B4-BE49-F238E27FC236}">
                          <a16:creationId xmlns:a16="http://schemas.microsoft.com/office/drawing/2014/main" id="{25F87C7D-C235-0359-A971-701AF92B7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65500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8" name="Freeform 4677">
                      <a:extLst>
                        <a:ext uri="{FF2B5EF4-FFF2-40B4-BE49-F238E27FC236}">
                          <a16:creationId xmlns:a16="http://schemas.microsoft.com/office/drawing/2014/main" id="{2ED1F278-399F-6211-9F37-496C7CB6F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7085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79" name="Freeform 4678">
                      <a:extLst>
                        <a:ext uri="{FF2B5EF4-FFF2-40B4-BE49-F238E27FC236}">
                          <a16:creationId xmlns:a16="http://schemas.microsoft.com/office/drawing/2014/main" id="{885E041B-46DB-A76C-0197-0025B2ABF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7621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0" name="Freeform 4679">
                      <a:extLst>
                        <a:ext uri="{FF2B5EF4-FFF2-40B4-BE49-F238E27FC236}">
                          <a16:creationId xmlns:a16="http://schemas.microsoft.com/office/drawing/2014/main" id="{E951C5EC-7803-FE24-02EF-6011197B2B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81571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1" name="Freeform 4680">
                      <a:extLst>
                        <a:ext uri="{FF2B5EF4-FFF2-40B4-BE49-F238E27FC236}">
                          <a16:creationId xmlns:a16="http://schemas.microsoft.com/office/drawing/2014/main" id="{88ABACF8-5289-CAC4-ED43-0D188E22B6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86936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2CBE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2" name="Freeform 4681">
                      <a:extLst>
                        <a:ext uri="{FF2B5EF4-FFF2-40B4-BE49-F238E27FC236}">
                          <a16:creationId xmlns:a16="http://schemas.microsoft.com/office/drawing/2014/main" id="{D9B3785B-9838-8E48-CB6C-F6A8CFC62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92288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6CEE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3" name="Freeform 4682">
                      <a:extLst>
                        <a:ext uri="{FF2B5EF4-FFF2-40B4-BE49-F238E27FC236}">
                          <a16:creationId xmlns:a16="http://schemas.microsoft.com/office/drawing/2014/main" id="{070863B6-3F9E-E506-6CE2-D761180EDD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297641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6CEE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4" name="Freeform 4683">
                      <a:extLst>
                        <a:ext uri="{FF2B5EF4-FFF2-40B4-BE49-F238E27FC236}">
                          <a16:creationId xmlns:a16="http://schemas.microsoft.com/office/drawing/2014/main" id="{2584FD6A-ACEB-815C-A3F2-C5FC65842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03006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FBFDE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5" name="Freeform 4684">
                      <a:extLst>
                        <a:ext uri="{FF2B5EF4-FFF2-40B4-BE49-F238E27FC236}">
                          <a16:creationId xmlns:a16="http://schemas.microsoft.com/office/drawing/2014/main" id="{842091D6-D39C-969F-E12C-A93176D13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08358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FBFDE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6" name="Freeform 4685">
                      <a:extLst>
                        <a:ext uri="{FF2B5EF4-FFF2-40B4-BE49-F238E27FC236}">
                          <a16:creationId xmlns:a16="http://schemas.microsoft.com/office/drawing/2014/main" id="{FB6878C8-3A5E-3ADE-9DFA-57D9581FF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13723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9C5E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7" name="Freeform 4686">
                      <a:extLst>
                        <a:ext uri="{FF2B5EF4-FFF2-40B4-BE49-F238E27FC236}">
                          <a16:creationId xmlns:a16="http://schemas.microsoft.com/office/drawing/2014/main" id="{4CD39A2B-CC54-7007-0EEE-E617412003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19076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4C2D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8" name="Freeform 4687">
                      <a:extLst>
                        <a:ext uri="{FF2B5EF4-FFF2-40B4-BE49-F238E27FC236}">
                          <a16:creationId xmlns:a16="http://schemas.microsoft.com/office/drawing/2014/main" id="{7E30BF3F-2FA8-1A5D-537B-08A13047C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24428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6BFC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9" name="Freeform 4688">
                      <a:extLst>
                        <a:ext uri="{FF2B5EF4-FFF2-40B4-BE49-F238E27FC236}">
                          <a16:creationId xmlns:a16="http://schemas.microsoft.com/office/drawing/2014/main" id="{F14214E3-EBF6-EA6F-1C00-9D32E0555B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29794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ADED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0" name="Freeform 4689">
                      <a:extLst>
                        <a:ext uri="{FF2B5EF4-FFF2-40B4-BE49-F238E27FC236}">
                          <a16:creationId xmlns:a16="http://schemas.microsoft.com/office/drawing/2014/main" id="{9D301AA1-8612-44A5-7A96-80B0F967E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35146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CEDED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1" name="Freeform 4690">
                      <a:extLst>
                        <a:ext uri="{FF2B5EF4-FFF2-40B4-BE49-F238E27FC236}">
                          <a16:creationId xmlns:a16="http://schemas.microsoft.com/office/drawing/2014/main" id="{3F968187-63BE-C876-A233-9F470C3A84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40511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BE8E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2" name="Freeform 4691">
                      <a:extLst>
                        <a:ext uri="{FF2B5EF4-FFF2-40B4-BE49-F238E27FC236}">
                          <a16:creationId xmlns:a16="http://schemas.microsoft.com/office/drawing/2014/main" id="{5661F5C6-FBCE-2743-76ED-A33DF431F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45864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8FA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3" name="Freeform 4692">
                      <a:extLst>
                        <a:ext uri="{FF2B5EF4-FFF2-40B4-BE49-F238E27FC236}">
                          <a16:creationId xmlns:a16="http://schemas.microsoft.com/office/drawing/2014/main" id="{70EC9CF4-3B87-4D37-F5F3-6B54E9322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51216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F1F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4" name="Freeform 4693">
                      <a:extLst>
                        <a:ext uri="{FF2B5EF4-FFF2-40B4-BE49-F238E27FC236}">
                          <a16:creationId xmlns:a16="http://schemas.microsoft.com/office/drawing/2014/main" id="{A12C56AC-B607-CABB-9633-11043E91E2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56581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7E4F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5" name="Freeform 4694">
                      <a:extLst>
                        <a:ext uri="{FF2B5EF4-FFF2-40B4-BE49-F238E27FC236}">
                          <a16:creationId xmlns:a16="http://schemas.microsoft.com/office/drawing/2014/main" id="{C0CB6BF8-7E94-F832-B88C-0D75A1996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61934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0D5E9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6" name="Freeform 4695">
                      <a:extLst>
                        <a:ext uri="{FF2B5EF4-FFF2-40B4-BE49-F238E27FC236}">
                          <a16:creationId xmlns:a16="http://schemas.microsoft.com/office/drawing/2014/main" id="{703C66D6-A401-33CD-969B-BD7F94E1EA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67299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7" name="Freeform 4696">
                      <a:extLst>
                        <a:ext uri="{FF2B5EF4-FFF2-40B4-BE49-F238E27FC236}">
                          <a16:creationId xmlns:a16="http://schemas.microsoft.com/office/drawing/2014/main" id="{5CC684E8-C304-944A-5396-593F73939D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72652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8" name="Freeform 4697">
                      <a:extLst>
                        <a:ext uri="{FF2B5EF4-FFF2-40B4-BE49-F238E27FC236}">
                          <a16:creationId xmlns:a16="http://schemas.microsoft.com/office/drawing/2014/main" id="{C242C618-6F19-5E8C-E21D-44C6ADB4D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78004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9" name="Freeform 4698">
                      <a:extLst>
                        <a:ext uri="{FF2B5EF4-FFF2-40B4-BE49-F238E27FC236}">
                          <a16:creationId xmlns:a16="http://schemas.microsoft.com/office/drawing/2014/main" id="{3AEC2D66-C9BF-9171-90C7-9D8CD5B7D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83369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EDEEE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0" name="Freeform 4699">
                      <a:extLst>
                        <a:ext uri="{FF2B5EF4-FFF2-40B4-BE49-F238E27FC236}">
                          <a16:creationId xmlns:a16="http://schemas.microsoft.com/office/drawing/2014/main" id="{5EE987D7-539A-A8A7-CF60-2E86443D2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88722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8AFD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1" name="Freeform 4700">
                      <a:extLst>
                        <a:ext uri="{FF2B5EF4-FFF2-40B4-BE49-F238E27FC236}">
                          <a16:creationId xmlns:a16="http://schemas.microsoft.com/office/drawing/2014/main" id="{60CEB3A5-0837-12C1-A0F4-579EEDAE8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94087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DB2D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2" name="Freeform 4701">
                      <a:extLst>
                        <a:ext uri="{FF2B5EF4-FFF2-40B4-BE49-F238E27FC236}">
                          <a16:creationId xmlns:a16="http://schemas.microsoft.com/office/drawing/2014/main" id="{EE348613-DF2F-F32B-4049-5756C7D00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399439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DB2D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3" name="Freeform 4702">
                      <a:extLst>
                        <a:ext uri="{FF2B5EF4-FFF2-40B4-BE49-F238E27FC236}">
                          <a16:creationId xmlns:a16="http://schemas.microsoft.com/office/drawing/2014/main" id="{3868FC9C-40A9-E3AF-12E8-3F46B487B0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04792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2CBE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4" name="Freeform 4703">
                      <a:extLst>
                        <a:ext uri="{FF2B5EF4-FFF2-40B4-BE49-F238E27FC236}">
                          <a16:creationId xmlns:a16="http://schemas.microsoft.com/office/drawing/2014/main" id="{8EDFC138-3BAE-CC2C-7B51-1581E9425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10157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5" name="Freeform 4704">
                      <a:extLst>
                        <a:ext uri="{FF2B5EF4-FFF2-40B4-BE49-F238E27FC236}">
                          <a16:creationId xmlns:a16="http://schemas.microsoft.com/office/drawing/2014/main" id="{6E3646D5-EFAD-B05A-F4CB-7329BC5C3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15509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4C2D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6" name="Freeform 4705">
                      <a:extLst>
                        <a:ext uri="{FF2B5EF4-FFF2-40B4-BE49-F238E27FC236}">
                          <a16:creationId xmlns:a16="http://schemas.microsoft.com/office/drawing/2014/main" id="{722B7303-284C-6842-BA7D-79CE85DD9D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20875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FBFDE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7" name="Freeform 4706">
                      <a:extLst>
                        <a:ext uri="{FF2B5EF4-FFF2-40B4-BE49-F238E27FC236}">
                          <a16:creationId xmlns:a16="http://schemas.microsoft.com/office/drawing/2014/main" id="{50EE1B1B-7435-1039-1153-CD6F916E1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26227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EFC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8" name="Freeform 4707">
                      <a:extLst>
                        <a:ext uri="{FF2B5EF4-FFF2-40B4-BE49-F238E27FC236}">
                          <a16:creationId xmlns:a16="http://schemas.microsoft.com/office/drawing/2014/main" id="{992CB1BC-658D-4EFB-1482-F11922662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31580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CEDED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9" name="Freeform 4708">
                      <a:extLst>
                        <a:ext uri="{FF2B5EF4-FFF2-40B4-BE49-F238E27FC236}">
                          <a16:creationId xmlns:a16="http://schemas.microsoft.com/office/drawing/2014/main" id="{4B03CDFB-DB1F-F27B-D5FE-14BD8EAD0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36945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BE3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0" name="Freeform 4709">
                      <a:extLst>
                        <a:ext uri="{FF2B5EF4-FFF2-40B4-BE49-F238E27FC236}">
                          <a16:creationId xmlns:a16="http://schemas.microsoft.com/office/drawing/2014/main" id="{97065F09-3F91-0CB4-523C-E79A554C4B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42297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5EDF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1" name="Freeform 4710">
                      <a:extLst>
                        <a:ext uri="{FF2B5EF4-FFF2-40B4-BE49-F238E27FC236}">
                          <a16:creationId xmlns:a16="http://schemas.microsoft.com/office/drawing/2014/main" id="{49143A47-8A08-8F5F-5862-D84D75ED6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47662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0EAF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2" name="Freeform 4711">
                      <a:extLst>
                        <a:ext uri="{FF2B5EF4-FFF2-40B4-BE49-F238E27FC236}">
                          <a16:creationId xmlns:a16="http://schemas.microsoft.com/office/drawing/2014/main" id="{92409341-B83C-CE09-3A20-BD660313C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53015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7E4F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3" name="Freeform 4712">
                      <a:extLst>
                        <a:ext uri="{FF2B5EF4-FFF2-40B4-BE49-F238E27FC236}">
                          <a16:creationId xmlns:a16="http://schemas.microsoft.com/office/drawing/2014/main" id="{70E3B8D4-80AA-98F4-F788-224B8218D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58367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4" name="Freeform 4713">
                      <a:extLst>
                        <a:ext uri="{FF2B5EF4-FFF2-40B4-BE49-F238E27FC236}">
                          <a16:creationId xmlns:a16="http://schemas.microsoft.com/office/drawing/2014/main" id="{3884FEEB-D30E-1CDB-C2FC-E24CDBBF0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63732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2E1E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5" name="Freeform 4714">
                      <a:extLst>
                        <a:ext uri="{FF2B5EF4-FFF2-40B4-BE49-F238E27FC236}">
                          <a16:creationId xmlns:a16="http://schemas.microsoft.com/office/drawing/2014/main" id="{53CCD4DE-35DC-1597-20A5-045320753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69085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6" name="Freeform 4715">
                      <a:extLst>
                        <a:ext uri="{FF2B5EF4-FFF2-40B4-BE49-F238E27FC236}">
                          <a16:creationId xmlns:a16="http://schemas.microsoft.com/office/drawing/2014/main" id="{D2E498A7-1CC7-B28F-258C-D2C12655C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74450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F8D90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7" name="Freeform 4716">
                      <a:extLst>
                        <a:ext uri="{FF2B5EF4-FFF2-40B4-BE49-F238E27FC236}">
                          <a16:creationId xmlns:a16="http://schemas.microsoft.com/office/drawing/2014/main" id="{199BA2AD-E8C3-6707-FCD5-726F11DF34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79803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1A1A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8" name="Freeform 4717">
                      <a:extLst>
                        <a:ext uri="{FF2B5EF4-FFF2-40B4-BE49-F238E27FC236}">
                          <a16:creationId xmlns:a16="http://schemas.microsoft.com/office/drawing/2014/main" id="{355A62C8-9DD2-EC1F-2E8D-016B9B3C5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8515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0979A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19" name="Freeform 4718">
                      <a:extLst>
                        <a:ext uri="{FF2B5EF4-FFF2-40B4-BE49-F238E27FC236}">
                          <a16:creationId xmlns:a16="http://schemas.microsoft.com/office/drawing/2014/main" id="{9781B84F-9DEA-D624-DDB5-B13639AFB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9052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E8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0" name="Freeform 4719">
                      <a:extLst>
                        <a:ext uri="{FF2B5EF4-FFF2-40B4-BE49-F238E27FC236}">
                          <a16:creationId xmlns:a16="http://schemas.microsoft.com/office/drawing/2014/main" id="{E4A62BEC-99BC-D954-B11F-21E8A8DE0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49587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1" name="Freeform 4720">
                      <a:extLst>
                        <a:ext uri="{FF2B5EF4-FFF2-40B4-BE49-F238E27FC236}">
                          <a16:creationId xmlns:a16="http://schemas.microsoft.com/office/drawing/2014/main" id="{3F635C89-054E-CD9B-866F-51F879DA3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501238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2" name="Freeform 4721">
                      <a:extLst>
                        <a:ext uri="{FF2B5EF4-FFF2-40B4-BE49-F238E27FC236}">
                          <a16:creationId xmlns:a16="http://schemas.microsoft.com/office/drawing/2014/main" id="{F9E899EA-8E60-BA7C-BE21-452DEA62E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506590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3" name="Freeform 4722">
                      <a:extLst>
                        <a:ext uri="{FF2B5EF4-FFF2-40B4-BE49-F238E27FC236}">
                          <a16:creationId xmlns:a16="http://schemas.microsoft.com/office/drawing/2014/main" id="{3C4383A0-20B3-F3B3-7686-1EE9A455C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51194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4" name="Freeform 4723">
                      <a:extLst>
                        <a:ext uri="{FF2B5EF4-FFF2-40B4-BE49-F238E27FC236}">
                          <a16:creationId xmlns:a16="http://schemas.microsoft.com/office/drawing/2014/main" id="{D7087FD0-B6E7-6448-619A-5760ED6C9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1398" y="51730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5" name="Freeform 4724">
                      <a:extLst>
                        <a:ext uri="{FF2B5EF4-FFF2-40B4-BE49-F238E27FC236}">
                          <a16:creationId xmlns:a16="http://schemas.microsoft.com/office/drawing/2014/main" id="{25DB4BA2-B598-8D21-3F51-0C9AA906DC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4406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0979A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6" name="Freeform 4725">
                      <a:extLst>
                        <a:ext uri="{FF2B5EF4-FFF2-40B4-BE49-F238E27FC236}">
                          <a16:creationId xmlns:a16="http://schemas.microsoft.com/office/drawing/2014/main" id="{3461AD0F-BF4F-F2E8-4B9D-47B3FAA64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4943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E888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7" name="Freeform 4726">
                      <a:extLst>
                        <a:ext uri="{FF2B5EF4-FFF2-40B4-BE49-F238E27FC236}">
                          <a16:creationId xmlns:a16="http://schemas.microsoft.com/office/drawing/2014/main" id="{6167CB11-8196-1FCB-72CC-DE866C68D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5478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8" name="Freeform 4727">
                      <a:extLst>
                        <a:ext uri="{FF2B5EF4-FFF2-40B4-BE49-F238E27FC236}">
                          <a16:creationId xmlns:a16="http://schemas.microsoft.com/office/drawing/2014/main" id="{1FCDF58D-9542-E2BD-5C56-432DB1745C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60148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9" name="Freeform 4728">
                      <a:extLst>
                        <a:ext uri="{FF2B5EF4-FFF2-40B4-BE49-F238E27FC236}">
                          <a16:creationId xmlns:a16="http://schemas.microsoft.com/office/drawing/2014/main" id="{2BAF3FCD-496B-2DFB-45DF-808B8FD07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65500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0" name="Freeform 4729">
                      <a:extLst>
                        <a:ext uri="{FF2B5EF4-FFF2-40B4-BE49-F238E27FC236}">
                          <a16:creationId xmlns:a16="http://schemas.microsoft.com/office/drawing/2014/main" id="{44C6623B-51A9-3B36-7C54-0FD628167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7085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1" name="Freeform 4730">
                      <a:extLst>
                        <a:ext uri="{FF2B5EF4-FFF2-40B4-BE49-F238E27FC236}">
                          <a16:creationId xmlns:a16="http://schemas.microsoft.com/office/drawing/2014/main" id="{3CA6DD34-AFD8-4DA2-4951-724447ADB7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7621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97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2" name="Freeform 4731">
                      <a:extLst>
                        <a:ext uri="{FF2B5EF4-FFF2-40B4-BE49-F238E27FC236}">
                          <a16:creationId xmlns:a16="http://schemas.microsoft.com/office/drawing/2014/main" id="{782E1890-A7FB-56E9-06C6-49E0FEFB79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81571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3" name="Freeform 4732">
                      <a:extLst>
                        <a:ext uri="{FF2B5EF4-FFF2-40B4-BE49-F238E27FC236}">
                          <a16:creationId xmlns:a16="http://schemas.microsoft.com/office/drawing/2014/main" id="{3466092E-B13C-AE09-9830-AB7169B66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86936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4" name="Freeform 4733">
                      <a:extLst>
                        <a:ext uri="{FF2B5EF4-FFF2-40B4-BE49-F238E27FC236}">
                          <a16:creationId xmlns:a16="http://schemas.microsoft.com/office/drawing/2014/main" id="{FE5E81AF-285E-7795-25FD-CC874CDA7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92288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5" name="Freeform 4734">
                      <a:extLst>
                        <a:ext uri="{FF2B5EF4-FFF2-40B4-BE49-F238E27FC236}">
                          <a16:creationId xmlns:a16="http://schemas.microsoft.com/office/drawing/2014/main" id="{77563DE1-E6AD-644C-7B1D-86F852122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297641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6" name="Freeform 4735">
                      <a:extLst>
                        <a:ext uri="{FF2B5EF4-FFF2-40B4-BE49-F238E27FC236}">
                          <a16:creationId xmlns:a16="http://schemas.microsoft.com/office/drawing/2014/main" id="{D233836A-C9F5-017C-3523-BC224DCE8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03006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7" name="Freeform 4736">
                      <a:extLst>
                        <a:ext uri="{FF2B5EF4-FFF2-40B4-BE49-F238E27FC236}">
                          <a16:creationId xmlns:a16="http://schemas.microsoft.com/office/drawing/2014/main" id="{6C52A68E-7DE6-1B58-FC71-B2A477BE9B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08358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8" name="Freeform 4737">
                      <a:extLst>
                        <a:ext uri="{FF2B5EF4-FFF2-40B4-BE49-F238E27FC236}">
                          <a16:creationId xmlns:a16="http://schemas.microsoft.com/office/drawing/2014/main" id="{DCCEC173-8697-8A4B-75E7-4AB2881BD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13723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39" name="Freeform 4738">
                      <a:extLst>
                        <a:ext uri="{FF2B5EF4-FFF2-40B4-BE49-F238E27FC236}">
                          <a16:creationId xmlns:a16="http://schemas.microsoft.com/office/drawing/2014/main" id="{FCB876B0-E6CA-B6E4-11D1-5930F30EE2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19076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0" name="Freeform 4739">
                      <a:extLst>
                        <a:ext uri="{FF2B5EF4-FFF2-40B4-BE49-F238E27FC236}">
                          <a16:creationId xmlns:a16="http://schemas.microsoft.com/office/drawing/2014/main" id="{03DF2D8F-9B33-C6F4-52CB-0AED243C6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24428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3ABAD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1" name="Freeform 4740">
                      <a:extLst>
                        <a:ext uri="{FF2B5EF4-FFF2-40B4-BE49-F238E27FC236}">
                          <a16:creationId xmlns:a16="http://schemas.microsoft.com/office/drawing/2014/main" id="{1BC90A5E-FC8C-0DBF-75A8-9967DFC68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29794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0979A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2" name="Freeform 4741">
                      <a:extLst>
                        <a:ext uri="{FF2B5EF4-FFF2-40B4-BE49-F238E27FC236}">
                          <a16:creationId xmlns:a16="http://schemas.microsoft.com/office/drawing/2014/main" id="{0FCAF4EB-3445-F8A4-1154-E0D62B041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35146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E888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3" name="Freeform 4742">
                      <a:extLst>
                        <a:ext uri="{FF2B5EF4-FFF2-40B4-BE49-F238E27FC236}">
                          <a16:creationId xmlns:a16="http://schemas.microsoft.com/office/drawing/2014/main" id="{844FEF76-12DE-0B4C-E6F9-E05EB5974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40511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F8D90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4" name="Freeform 4743">
                      <a:extLst>
                        <a:ext uri="{FF2B5EF4-FFF2-40B4-BE49-F238E27FC236}">
                          <a16:creationId xmlns:a16="http://schemas.microsoft.com/office/drawing/2014/main" id="{C71C671A-ADA9-0340-CE2D-D2B151BBC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45864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C7E8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5" name="Freeform 4744">
                      <a:extLst>
                        <a:ext uri="{FF2B5EF4-FFF2-40B4-BE49-F238E27FC236}">
                          <a16:creationId xmlns:a16="http://schemas.microsoft.com/office/drawing/2014/main" id="{37E31CAC-10FC-B31B-61AB-4B7BFD2EF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51216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B7478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6" name="Freeform 4745">
                      <a:extLst>
                        <a:ext uri="{FF2B5EF4-FFF2-40B4-BE49-F238E27FC236}">
                          <a16:creationId xmlns:a16="http://schemas.microsoft.com/office/drawing/2014/main" id="{726F4B8E-D7C9-31F6-1FFA-70D61B27E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56581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7" name="Freeform 4746">
                      <a:extLst>
                        <a:ext uri="{FF2B5EF4-FFF2-40B4-BE49-F238E27FC236}">
                          <a16:creationId xmlns:a16="http://schemas.microsoft.com/office/drawing/2014/main" id="{35CC7155-996F-3A6E-5B23-0D38BBC51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61934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8" name="Freeform 4747">
                      <a:extLst>
                        <a:ext uri="{FF2B5EF4-FFF2-40B4-BE49-F238E27FC236}">
                          <a16:creationId xmlns:a16="http://schemas.microsoft.com/office/drawing/2014/main" id="{432133A8-C6D8-4447-5635-F26CCA0157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67299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9" name="Freeform 4748">
                      <a:extLst>
                        <a:ext uri="{FF2B5EF4-FFF2-40B4-BE49-F238E27FC236}">
                          <a16:creationId xmlns:a16="http://schemas.microsoft.com/office/drawing/2014/main" id="{DA2FE96E-C2F5-3875-B906-4F2C126DC7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72652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0" name="Freeform 4749">
                      <a:extLst>
                        <a:ext uri="{FF2B5EF4-FFF2-40B4-BE49-F238E27FC236}">
                          <a16:creationId xmlns:a16="http://schemas.microsoft.com/office/drawing/2014/main" id="{6DEB9FD4-FB34-522D-9543-195E8BB53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78004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1" name="Freeform 4750">
                      <a:extLst>
                        <a:ext uri="{FF2B5EF4-FFF2-40B4-BE49-F238E27FC236}">
                          <a16:creationId xmlns:a16="http://schemas.microsoft.com/office/drawing/2014/main" id="{3832E933-A76E-5E34-504E-AD7EE2310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83369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EA6F7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2" name="Freeform 4751">
                      <a:extLst>
                        <a:ext uri="{FF2B5EF4-FFF2-40B4-BE49-F238E27FC236}">
                          <a16:creationId xmlns:a16="http://schemas.microsoft.com/office/drawing/2014/main" id="{70254DEC-776C-24A7-385D-1908DEC7E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88722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EFC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3" name="Freeform 4752">
                      <a:extLst>
                        <a:ext uri="{FF2B5EF4-FFF2-40B4-BE49-F238E27FC236}">
                          <a16:creationId xmlns:a16="http://schemas.microsoft.com/office/drawing/2014/main" id="{2FDC4A1A-72F9-2C29-A1EA-D13F823379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94087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8FA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4" name="Freeform 4753">
                      <a:extLst>
                        <a:ext uri="{FF2B5EF4-FFF2-40B4-BE49-F238E27FC236}">
                          <a16:creationId xmlns:a16="http://schemas.microsoft.com/office/drawing/2014/main" id="{08E59E20-3D23-0027-4B81-1E9946DA5F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399439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8FAF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5" name="Freeform 4754">
                      <a:extLst>
                        <a:ext uri="{FF2B5EF4-FFF2-40B4-BE49-F238E27FC236}">
                          <a16:creationId xmlns:a16="http://schemas.microsoft.com/office/drawing/2014/main" id="{F2C89CC3-7AC1-98E1-1AA4-5EDCE7232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04792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4D8E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6" name="Freeform 4755">
                      <a:extLst>
                        <a:ext uri="{FF2B5EF4-FFF2-40B4-BE49-F238E27FC236}">
                          <a16:creationId xmlns:a16="http://schemas.microsoft.com/office/drawing/2014/main" id="{F87F2B90-E76B-1E17-33FC-BAFA1E1321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10157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C9DBE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7" name="Freeform 4756">
                      <a:extLst>
                        <a:ext uri="{FF2B5EF4-FFF2-40B4-BE49-F238E27FC236}">
                          <a16:creationId xmlns:a16="http://schemas.microsoft.com/office/drawing/2014/main" id="{FA401BBA-3BF1-7305-5340-1887D0710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15509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2E1E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8" name="Freeform 4757">
                      <a:extLst>
                        <a:ext uri="{FF2B5EF4-FFF2-40B4-BE49-F238E27FC236}">
                          <a16:creationId xmlns:a16="http://schemas.microsoft.com/office/drawing/2014/main" id="{772051AC-F4EC-1C1A-7A62-B4C4DE3E9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20875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DCE7F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59" name="Freeform 4758">
                      <a:extLst>
                        <a:ext uri="{FF2B5EF4-FFF2-40B4-BE49-F238E27FC236}">
                          <a16:creationId xmlns:a16="http://schemas.microsoft.com/office/drawing/2014/main" id="{24C0D374-DCB4-584C-8371-1D44552526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26227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8AFD6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0" name="Freeform 4759">
                      <a:extLst>
                        <a:ext uri="{FF2B5EF4-FFF2-40B4-BE49-F238E27FC236}">
                          <a16:creationId xmlns:a16="http://schemas.microsoft.com/office/drawing/2014/main" id="{FAD46129-E621-5EAF-449B-9FA55D56D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315800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3ACD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1" name="Freeform 4760">
                      <a:extLst>
                        <a:ext uri="{FF2B5EF4-FFF2-40B4-BE49-F238E27FC236}">
                          <a16:creationId xmlns:a16="http://schemas.microsoft.com/office/drawing/2014/main" id="{D2F1045F-4DA6-C182-4AD0-ED6D83B1F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36945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FA9D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2" name="Freeform 4761">
                      <a:extLst>
                        <a:ext uri="{FF2B5EF4-FFF2-40B4-BE49-F238E27FC236}">
                          <a16:creationId xmlns:a16="http://schemas.microsoft.com/office/drawing/2014/main" id="{B6F681A0-4666-B1CD-C0E0-7E9E9A9E3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42297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3" name="Freeform 4762">
                      <a:extLst>
                        <a:ext uri="{FF2B5EF4-FFF2-40B4-BE49-F238E27FC236}">
                          <a16:creationId xmlns:a16="http://schemas.microsoft.com/office/drawing/2014/main" id="{627178B7-AC62-E6B2-26DB-7030907CB6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47662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BBCDC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4" name="Freeform 4763">
                      <a:extLst>
                        <a:ext uri="{FF2B5EF4-FFF2-40B4-BE49-F238E27FC236}">
                          <a16:creationId xmlns:a16="http://schemas.microsoft.com/office/drawing/2014/main" id="{CFB0F5A1-33E6-497C-41FC-683EB9565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53015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4C2DF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5" name="Freeform 4764">
                      <a:extLst>
                        <a:ext uri="{FF2B5EF4-FFF2-40B4-BE49-F238E27FC236}">
                          <a16:creationId xmlns:a16="http://schemas.microsoft.com/office/drawing/2014/main" id="{349F3754-DCEE-5C95-9A68-B548C36D9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58367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6" name="Freeform 4765">
                      <a:extLst>
                        <a:ext uri="{FF2B5EF4-FFF2-40B4-BE49-F238E27FC236}">
                          <a16:creationId xmlns:a16="http://schemas.microsoft.com/office/drawing/2014/main" id="{14C07617-BBA8-F2E5-F20D-94CF92AC5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637329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9C5E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7" name="Freeform 4766">
                      <a:extLst>
                        <a:ext uri="{FF2B5EF4-FFF2-40B4-BE49-F238E27FC236}">
                          <a16:creationId xmlns:a16="http://schemas.microsoft.com/office/drawing/2014/main" id="{E21D6D04-03D1-01A5-2B01-12ECB3C40D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690854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F3F7F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8" name="Freeform 4767">
                      <a:extLst>
                        <a:ext uri="{FF2B5EF4-FFF2-40B4-BE49-F238E27FC236}">
                          <a16:creationId xmlns:a16="http://schemas.microsoft.com/office/drawing/2014/main" id="{FE2E5140-92F6-272B-47C9-F5CA4700E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74450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3ACD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9" name="Freeform 4768">
                      <a:extLst>
                        <a:ext uri="{FF2B5EF4-FFF2-40B4-BE49-F238E27FC236}">
                          <a16:creationId xmlns:a16="http://schemas.microsoft.com/office/drawing/2014/main" id="{A9BDE635-9B36-E936-4D4A-6712F1F8FA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798031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AA6D1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0" name="Freeform 4769">
                      <a:extLst>
                        <a:ext uri="{FF2B5EF4-FFF2-40B4-BE49-F238E27FC236}">
                          <a16:creationId xmlns:a16="http://schemas.microsoft.com/office/drawing/2014/main" id="{6BD1D602-98BB-850F-C6F3-17E117613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851556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7FA9D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1" name="Freeform 4770">
                      <a:extLst>
                        <a:ext uri="{FF2B5EF4-FFF2-40B4-BE49-F238E27FC236}">
                          <a16:creationId xmlns:a16="http://schemas.microsoft.com/office/drawing/2014/main" id="{64CB504A-DDB0-5F8A-248C-B031F7228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905207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8DB2D7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2" name="Freeform 4771">
                      <a:extLst>
                        <a:ext uri="{FF2B5EF4-FFF2-40B4-BE49-F238E27FC236}">
                          <a16:creationId xmlns:a16="http://schemas.microsoft.com/office/drawing/2014/main" id="{CC5E6AEA-3630-0E90-F90B-7CCD8776D2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4958732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6B9DB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3" name="Freeform 4772">
                      <a:extLst>
                        <a:ext uri="{FF2B5EF4-FFF2-40B4-BE49-F238E27FC236}">
                          <a16:creationId xmlns:a16="http://schemas.microsoft.com/office/drawing/2014/main" id="{881DF3BF-1148-29F2-AE36-A89B0A5E5E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501238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9FBFDE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4" name="Freeform 4773">
                      <a:extLst>
                        <a:ext uri="{FF2B5EF4-FFF2-40B4-BE49-F238E27FC236}">
                          <a16:creationId xmlns:a16="http://schemas.microsoft.com/office/drawing/2014/main" id="{5A6831E7-A2CB-4FFD-34E5-6C5FA9A47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5065908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ADC8E3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5" name="Freeform 4774">
                      <a:extLst>
                        <a:ext uri="{FF2B5EF4-FFF2-40B4-BE49-F238E27FC236}">
                          <a16:creationId xmlns:a16="http://schemas.microsoft.com/office/drawing/2014/main" id="{7672DED2-1FAD-65E2-D852-3F7D9C48F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5119433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2CBE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6" name="Freeform 4775">
                      <a:extLst>
                        <a:ext uri="{FF2B5EF4-FFF2-40B4-BE49-F238E27FC236}">
                          <a16:creationId xmlns:a16="http://schemas.microsoft.com/office/drawing/2014/main" id="{79B154D4-31E1-5455-AD57-44E2FD2CE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698" y="5173085"/>
                      <a:ext cx="1130173" cy="53524"/>
                    </a:xfrm>
                    <a:custGeom>
                      <a:avLst/>
                      <a:gdLst>
                        <a:gd name="csX0" fmla="*/ 0 w 1130173"/>
                        <a:gd name="csY0" fmla="*/ 0 h 53524"/>
                        <a:gd name="csX1" fmla="*/ 1130173 w 1130173"/>
                        <a:gd name="csY1" fmla="*/ 0 h 53524"/>
                        <a:gd name="csX2" fmla="*/ 1130173 w 1130173"/>
                        <a:gd name="csY2" fmla="*/ 53525 h 53524"/>
                        <a:gd name="csX3" fmla="*/ 0 w 1130173"/>
                        <a:gd name="csY3" fmla="*/ 53525 h 5352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130173" h="53524">
                          <a:moveTo>
                            <a:pt x="0" y="0"/>
                          </a:moveTo>
                          <a:lnTo>
                            <a:pt x="1130173" y="0"/>
                          </a:lnTo>
                          <a:lnTo>
                            <a:pt x="1130173" y="53525"/>
                          </a:lnTo>
                          <a:lnTo>
                            <a:pt x="0" y="53525"/>
                          </a:lnTo>
                          <a:close/>
                        </a:path>
                      </a:pathLst>
                    </a:custGeom>
                    <a:solidFill>
                      <a:srgbClr val="B2CBE4"/>
                    </a:solidFill>
                    <a:ln w="9525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617" name="Group 4616">
                    <a:extLst>
                      <a:ext uri="{FF2B5EF4-FFF2-40B4-BE49-F238E27FC236}">
                        <a16:creationId xmlns:a16="http://schemas.microsoft.com/office/drawing/2014/main" id="{A00C7724-6BB2-BADF-8D78-5BC51D22956E}"/>
                      </a:ext>
                    </a:extLst>
                  </p:cNvPr>
                  <p:cNvGrpSpPr/>
                  <p:nvPr/>
                </p:nvGrpSpPr>
                <p:grpSpPr>
                  <a:xfrm>
                    <a:off x="1127258" y="5319595"/>
                    <a:ext cx="3698021" cy="252533"/>
                    <a:chOff x="115135" y="5152072"/>
                    <a:chExt cx="3698021" cy="252533"/>
                  </a:xfrm>
                </p:grpSpPr>
                <p:sp>
                  <p:nvSpPr>
                    <p:cNvPr id="4618" name="TextBox 4617">
                      <a:extLst>
                        <a:ext uri="{FF2B5EF4-FFF2-40B4-BE49-F238E27FC236}">
                          <a16:creationId xmlns:a16="http://schemas.microsoft.com/office/drawing/2014/main" id="{7D7B5EDE-309C-E41E-DA0C-53A77266357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15135" y="5152072"/>
                      <a:ext cx="1519271" cy="252533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2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4619" name="TextBox 4618">
                      <a:extLst>
                        <a:ext uri="{FF2B5EF4-FFF2-40B4-BE49-F238E27FC236}">
                          <a16:creationId xmlns:a16="http://schemas.microsoft.com/office/drawing/2014/main" id="{659EAE86-2032-CF2F-425F-B9A461C59B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51558" y="5152072"/>
                      <a:ext cx="1106769" cy="252533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2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4620" name="TextBox 4619">
                      <a:extLst>
                        <a:ext uri="{FF2B5EF4-FFF2-40B4-BE49-F238E27FC236}">
                          <a16:creationId xmlns:a16="http://schemas.microsoft.com/office/drawing/2014/main" id="{8F33B86A-5C40-C496-A609-2152A6FBBEC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57326" y="5152072"/>
                      <a:ext cx="1355830" cy="252533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2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</p:grpSp>
            </p:grpSp>
            <p:grpSp>
              <p:nvGrpSpPr>
                <p:cNvPr id="4421" name="Group 4420">
                  <a:extLst>
                    <a:ext uri="{FF2B5EF4-FFF2-40B4-BE49-F238E27FC236}">
                      <a16:creationId xmlns:a16="http://schemas.microsoft.com/office/drawing/2014/main" id="{BC9479EE-62EC-A800-E75E-74E4364CFE8A}"/>
                    </a:ext>
                  </a:extLst>
                </p:cNvPr>
                <p:cNvGrpSpPr/>
                <p:nvPr/>
              </p:nvGrpSpPr>
              <p:grpSpPr>
                <a:xfrm>
                  <a:off x="-78385" y="2311719"/>
                  <a:ext cx="668432" cy="3166294"/>
                  <a:chOff x="396380" y="2511355"/>
                  <a:chExt cx="668432" cy="2886629"/>
                </a:xfrm>
              </p:grpSpPr>
              <p:sp>
                <p:nvSpPr>
                  <p:cNvPr id="4564" name="TextBox 4563">
                    <a:extLst>
                      <a:ext uri="{FF2B5EF4-FFF2-40B4-BE49-F238E27FC236}">
                        <a16:creationId xmlns:a16="http://schemas.microsoft.com/office/drawing/2014/main" id="{82EE9800-608D-7774-F2AD-3BB707CDA17F}"/>
                      </a:ext>
                    </a:extLst>
                  </p:cNvPr>
                  <p:cNvSpPr txBox="1"/>
                  <p:nvPr/>
                </p:nvSpPr>
                <p:spPr>
                  <a:xfrm>
                    <a:off x="572711" y="2511355"/>
                    <a:ext cx="45717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ldlrp8-like</a:t>
                    </a:r>
                  </a:p>
                </p:txBody>
              </p:sp>
              <p:sp>
                <p:nvSpPr>
                  <p:cNvPr id="4565" name="TextBox 4564">
                    <a:extLst>
                      <a:ext uri="{FF2B5EF4-FFF2-40B4-BE49-F238E27FC236}">
                        <a16:creationId xmlns:a16="http://schemas.microsoft.com/office/drawing/2014/main" id="{81ABAE32-5D7E-AAC0-DB42-AEEE1853A375}"/>
                      </a:ext>
                    </a:extLst>
                  </p:cNvPr>
                  <p:cNvSpPr txBox="1"/>
                  <p:nvPr/>
                </p:nvSpPr>
                <p:spPr>
                  <a:xfrm>
                    <a:off x="708624" y="2564880"/>
                    <a:ext cx="35618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chgb</a:t>
                    </a:r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	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66" name="TextBox 4565">
                    <a:extLst>
                      <a:ext uri="{FF2B5EF4-FFF2-40B4-BE49-F238E27FC236}">
                        <a16:creationId xmlns:a16="http://schemas.microsoft.com/office/drawing/2014/main" id="{942666E6-9F07-1499-A3B9-170CB54E10C3}"/>
                      </a:ext>
                    </a:extLst>
                  </p:cNvPr>
                  <p:cNvSpPr txBox="1"/>
                  <p:nvPr/>
                </p:nvSpPr>
                <p:spPr>
                  <a:xfrm>
                    <a:off x="590343" y="2618405"/>
                    <a:ext cx="43954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cd87-like</a:t>
                    </a:r>
                  </a:p>
                </p:txBody>
              </p:sp>
              <p:sp>
                <p:nvSpPr>
                  <p:cNvPr id="4567" name="TextBox 4566">
                    <a:extLst>
                      <a:ext uri="{FF2B5EF4-FFF2-40B4-BE49-F238E27FC236}">
                        <a16:creationId xmlns:a16="http://schemas.microsoft.com/office/drawing/2014/main" id="{C93A91E6-E936-561D-6AAB-77DBC98D2512}"/>
                      </a:ext>
                    </a:extLst>
                  </p:cNvPr>
                  <p:cNvSpPr txBox="1"/>
                  <p:nvPr/>
                </p:nvSpPr>
                <p:spPr>
                  <a:xfrm>
                    <a:off x="660876" y="2672057"/>
                    <a:ext cx="369011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picalm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68" name="TextBox 4567">
                    <a:extLst>
                      <a:ext uri="{FF2B5EF4-FFF2-40B4-BE49-F238E27FC236}">
                        <a16:creationId xmlns:a16="http://schemas.microsoft.com/office/drawing/2014/main" id="{FCA2222B-78D5-8725-6667-CE91F88D4050}"/>
                      </a:ext>
                    </a:extLst>
                  </p:cNvPr>
                  <p:cNvSpPr txBox="1"/>
                  <p:nvPr/>
                </p:nvSpPr>
                <p:spPr>
                  <a:xfrm>
                    <a:off x="665685" y="2725582"/>
                    <a:ext cx="364202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grm5a</a:t>
                    </a:r>
                  </a:p>
                </p:txBody>
              </p:sp>
              <p:sp>
                <p:nvSpPr>
                  <p:cNvPr id="4569" name="TextBox 4568">
                    <a:extLst>
                      <a:ext uri="{FF2B5EF4-FFF2-40B4-BE49-F238E27FC236}">
                        <a16:creationId xmlns:a16="http://schemas.microsoft.com/office/drawing/2014/main" id="{F04FE2ED-B21D-39E7-A44C-819B99F03CAE}"/>
                      </a:ext>
                    </a:extLst>
                  </p:cNvPr>
                  <p:cNvSpPr txBox="1"/>
                  <p:nvPr/>
                </p:nvSpPr>
                <p:spPr>
                  <a:xfrm>
                    <a:off x="753849" y="2779233"/>
                    <a:ext cx="27603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pgr</a:t>
                    </a:r>
                  </a:p>
                </p:txBody>
              </p:sp>
              <p:sp>
                <p:nvSpPr>
                  <p:cNvPr id="4570" name="TextBox 4569">
                    <a:extLst>
                      <a:ext uri="{FF2B5EF4-FFF2-40B4-BE49-F238E27FC236}">
                        <a16:creationId xmlns:a16="http://schemas.microsoft.com/office/drawing/2014/main" id="{3C119CC6-9746-28F6-F294-82FD6C2BBE02}"/>
                      </a:ext>
                    </a:extLst>
                  </p:cNvPr>
                  <p:cNvSpPr txBox="1"/>
                  <p:nvPr/>
                </p:nvSpPr>
                <p:spPr>
                  <a:xfrm>
                    <a:off x="633625" y="2832758"/>
                    <a:ext cx="396262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ptprz1a</a:t>
                    </a:r>
                  </a:p>
                </p:txBody>
              </p:sp>
              <p:sp>
                <p:nvSpPr>
                  <p:cNvPr id="4571" name="TextBox 4570">
                    <a:extLst>
                      <a:ext uri="{FF2B5EF4-FFF2-40B4-BE49-F238E27FC236}">
                        <a16:creationId xmlns:a16="http://schemas.microsoft.com/office/drawing/2014/main" id="{F6220790-F3D6-13AE-DD56-DFE9366C5523}"/>
                      </a:ext>
                    </a:extLst>
                  </p:cNvPr>
                  <p:cNvSpPr txBox="1"/>
                  <p:nvPr/>
                </p:nvSpPr>
                <p:spPr>
                  <a:xfrm>
                    <a:off x="710569" y="2886283"/>
                    <a:ext cx="31931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sdc2</a:t>
                    </a:r>
                  </a:p>
                </p:txBody>
              </p:sp>
              <p:sp>
                <p:nvSpPr>
                  <p:cNvPr id="4572" name="TextBox 4571">
                    <a:extLst>
                      <a:ext uri="{FF2B5EF4-FFF2-40B4-BE49-F238E27FC236}">
                        <a16:creationId xmlns:a16="http://schemas.microsoft.com/office/drawing/2014/main" id="{204A31B6-11E1-86B3-843E-42D143995E52}"/>
                      </a:ext>
                    </a:extLst>
                  </p:cNvPr>
                  <p:cNvSpPr txBox="1"/>
                  <p:nvPr/>
                </p:nvSpPr>
                <p:spPr>
                  <a:xfrm>
                    <a:off x="604772" y="2939934"/>
                    <a:ext cx="42511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rgs9-like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73" name="TextBox 4572">
                    <a:extLst>
                      <a:ext uri="{FF2B5EF4-FFF2-40B4-BE49-F238E27FC236}">
                        <a16:creationId xmlns:a16="http://schemas.microsoft.com/office/drawing/2014/main" id="{53DC9AE3-6B88-348F-CEF8-C2557E1A51CA}"/>
                      </a:ext>
                    </a:extLst>
                  </p:cNvPr>
                  <p:cNvSpPr txBox="1"/>
                  <p:nvPr/>
                </p:nvSpPr>
                <p:spPr>
                  <a:xfrm>
                    <a:off x="531033" y="2993459"/>
                    <a:ext cx="498855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frmpd4-like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74" name="TextBox 4573">
                    <a:extLst>
                      <a:ext uri="{FF2B5EF4-FFF2-40B4-BE49-F238E27FC236}">
                        <a16:creationId xmlns:a16="http://schemas.microsoft.com/office/drawing/2014/main" id="{FBA50F59-5EA2-5681-4681-EC6264CF7DED}"/>
                      </a:ext>
                    </a:extLst>
                  </p:cNvPr>
                  <p:cNvSpPr txBox="1"/>
                  <p:nvPr/>
                </p:nvSpPr>
                <p:spPr>
                  <a:xfrm>
                    <a:off x="494164" y="3047111"/>
                    <a:ext cx="535723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s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hisal2a-like</a:t>
                    </a:r>
                  </a:p>
                </p:txBody>
              </p:sp>
              <p:sp>
                <p:nvSpPr>
                  <p:cNvPr id="4575" name="TextBox 4574">
                    <a:extLst>
                      <a:ext uri="{FF2B5EF4-FFF2-40B4-BE49-F238E27FC236}">
                        <a16:creationId xmlns:a16="http://schemas.microsoft.com/office/drawing/2014/main" id="{92501C20-9665-F01E-430B-59EAF2DB53B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509" y="3100636"/>
                    <a:ext cx="35137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wdfy2</a:t>
                    </a:r>
                  </a:p>
                </p:txBody>
              </p:sp>
              <p:sp>
                <p:nvSpPr>
                  <p:cNvPr id="4576" name="TextBox 4575">
                    <a:extLst>
                      <a:ext uri="{FF2B5EF4-FFF2-40B4-BE49-F238E27FC236}">
                        <a16:creationId xmlns:a16="http://schemas.microsoft.com/office/drawing/2014/main" id="{21D0A813-33F1-7E20-0EEE-5C657FCFD1A8}"/>
                      </a:ext>
                    </a:extLst>
                  </p:cNvPr>
                  <p:cNvSpPr txBox="1"/>
                  <p:nvPr/>
                </p:nvSpPr>
                <p:spPr>
                  <a:xfrm>
                    <a:off x="625610" y="3154161"/>
                    <a:ext cx="40427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dse</a:t>
                    </a:r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-like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77" name="TextBox 4576">
                    <a:extLst>
                      <a:ext uri="{FF2B5EF4-FFF2-40B4-BE49-F238E27FC236}">
                        <a16:creationId xmlns:a16="http://schemas.microsoft.com/office/drawing/2014/main" id="{07151CF2-BE20-1655-225C-BA18BC46E839}"/>
                      </a:ext>
                    </a:extLst>
                  </p:cNvPr>
                  <p:cNvSpPr txBox="1"/>
                  <p:nvPr/>
                </p:nvSpPr>
                <p:spPr>
                  <a:xfrm>
                    <a:off x="460500" y="3207812"/>
                    <a:ext cx="56938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	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gpcr22-like</a:t>
                    </a:r>
                  </a:p>
                </p:txBody>
              </p:sp>
              <p:sp>
                <p:nvSpPr>
                  <p:cNvPr id="4578" name="TextBox 4577">
                    <a:extLst>
                      <a:ext uri="{FF2B5EF4-FFF2-40B4-BE49-F238E27FC236}">
                        <a16:creationId xmlns:a16="http://schemas.microsoft.com/office/drawing/2014/main" id="{42A66961-81FF-342B-F41E-2317EC45E5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9730" y="3261337"/>
                    <a:ext cx="34015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cntn4</a:t>
                    </a:r>
                  </a:p>
                </p:txBody>
              </p:sp>
              <p:sp>
                <p:nvSpPr>
                  <p:cNvPr id="4579" name="TextBox 4578">
                    <a:extLst>
                      <a:ext uri="{FF2B5EF4-FFF2-40B4-BE49-F238E27FC236}">
                        <a16:creationId xmlns:a16="http://schemas.microsoft.com/office/drawing/2014/main" id="{4FCC63A9-D4E8-DA6C-B7ED-1209A7E7954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17" y="3314989"/>
                    <a:ext cx="346570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ptprfa</a:t>
                    </a:r>
                  </a:p>
                </p:txBody>
              </p:sp>
              <p:sp>
                <p:nvSpPr>
                  <p:cNvPr id="4580" name="TextBox 4579">
                    <a:extLst>
                      <a:ext uri="{FF2B5EF4-FFF2-40B4-BE49-F238E27FC236}">
                        <a16:creationId xmlns:a16="http://schemas.microsoft.com/office/drawing/2014/main" id="{D1F638DE-0A8C-E3D4-1E9D-646053F2BC19}"/>
                      </a:ext>
                    </a:extLst>
                  </p:cNvPr>
                  <p:cNvSpPr txBox="1"/>
                  <p:nvPr/>
                </p:nvSpPr>
                <p:spPr>
                  <a:xfrm>
                    <a:off x="672097" y="3368514"/>
                    <a:ext cx="357790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ca16b</a:t>
                    </a:r>
                  </a:p>
                </p:txBody>
              </p:sp>
              <p:sp>
                <p:nvSpPr>
                  <p:cNvPr id="4581" name="TextBox 4580">
                    <a:extLst>
                      <a:ext uri="{FF2B5EF4-FFF2-40B4-BE49-F238E27FC236}">
                        <a16:creationId xmlns:a16="http://schemas.microsoft.com/office/drawing/2014/main" id="{B558122C-4421-B95A-C22D-A4E1E9EE107C}"/>
                      </a:ext>
                    </a:extLst>
                  </p:cNvPr>
                  <p:cNvSpPr txBox="1"/>
                  <p:nvPr/>
                </p:nvSpPr>
                <p:spPr>
                  <a:xfrm>
                    <a:off x="555078" y="3422038"/>
                    <a:ext cx="474809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nxph1-like</a:t>
                    </a:r>
                    <a:endParaRPr lang="en-US" sz="5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endParaRPr>
                  </a:p>
                </p:txBody>
              </p:sp>
              <p:sp>
                <p:nvSpPr>
                  <p:cNvPr id="4582" name="TextBox 4581">
                    <a:extLst>
                      <a:ext uri="{FF2B5EF4-FFF2-40B4-BE49-F238E27FC236}">
                        <a16:creationId xmlns:a16="http://schemas.microsoft.com/office/drawing/2014/main" id="{9C19439C-68F8-AE76-79F7-DE4E740BAF89}"/>
                      </a:ext>
                    </a:extLst>
                  </p:cNvPr>
                  <p:cNvSpPr txBox="1"/>
                  <p:nvPr/>
                </p:nvSpPr>
                <p:spPr>
                  <a:xfrm>
                    <a:off x="686523" y="3475690"/>
                    <a:ext cx="34336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rgs5b</a:t>
                    </a:r>
                  </a:p>
                </p:txBody>
              </p:sp>
              <p:sp>
                <p:nvSpPr>
                  <p:cNvPr id="4583" name="TextBox 4582">
                    <a:extLst>
                      <a:ext uri="{FF2B5EF4-FFF2-40B4-BE49-F238E27FC236}">
                        <a16:creationId xmlns:a16="http://schemas.microsoft.com/office/drawing/2014/main" id="{15132B88-EA4E-7E67-5896-16640F99DD25}"/>
                      </a:ext>
                    </a:extLst>
                  </p:cNvPr>
                  <p:cNvSpPr txBox="1"/>
                  <p:nvPr/>
                </p:nvSpPr>
                <p:spPr>
                  <a:xfrm>
                    <a:off x="555078" y="3529215"/>
                    <a:ext cx="474809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capn1-like</a:t>
                    </a:r>
                  </a:p>
                </p:txBody>
              </p:sp>
              <p:sp>
                <p:nvSpPr>
                  <p:cNvPr id="4584" name="TextBox 4583">
                    <a:extLst>
                      <a:ext uri="{FF2B5EF4-FFF2-40B4-BE49-F238E27FC236}">
                        <a16:creationId xmlns:a16="http://schemas.microsoft.com/office/drawing/2014/main" id="{8EA06F19-7DAA-D471-6B8E-EA1EF84A26B2}"/>
                      </a:ext>
                    </a:extLst>
                  </p:cNvPr>
                  <p:cNvSpPr txBox="1"/>
                  <p:nvPr/>
                </p:nvSpPr>
                <p:spPr>
                  <a:xfrm>
                    <a:off x="490958" y="3582866"/>
                    <a:ext cx="538929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znf385C-like</a:t>
                    </a:r>
                  </a:p>
                </p:txBody>
              </p:sp>
              <p:sp>
                <p:nvSpPr>
                  <p:cNvPr id="4585" name="TextBox 4584">
                    <a:extLst>
                      <a:ext uri="{FF2B5EF4-FFF2-40B4-BE49-F238E27FC236}">
                        <a16:creationId xmlns:a16="http://schemas.microsoft.com/office/drawing/2014/main" id="{DE253D12-59EC-01AE-D8F7-13467D32CE8C}"/>
                      </a:ext>
                    </a:extLst>
                  </p:cNvPr>
                  <p:cNvSpPr txBox="1"/>
                  <p:nvPr/>
                </p:nvSpPr>
                <p:spPr>
                  <a:xfrm>
                    <a:off x="551872" y="3636391"/>
                    <a:ext cx="478015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tenm3-like</a:t>
                    </a:r>
                  </a:p>
                </p:txBody>
              </p:sp>
              <p:sp>
                <p:nvSpPr>
                  <p:cNvPr id="4586" name="TextBox 4585">
                    <a:extLst>
                      <a:ext uri="{FF2B5EF4-FFF2-40B4-BE49-F238E27FC236}">
                        <a16:creationId xmlns:a16="http://schemas.microsoft.com/office/drawing/2014/main" id="{38DCE6FE-AAD6-8CD5-F56C-326684988215}"/>
                      </a:ext>
                    </a:extLst>
                  </p:cNvPr>
                  <p:cNvSpPr txBox="1"/>
                  <p:nvPr/>
                </p:nvSpPr>
                <p:spPr>
                  <a:xfrm>
                    <a:off x="572712" y="3689916"/>
                    <a:ext cx="45717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gsta1-like</a:t>
                    </a:r>
                  </a:p>
                </p:txBody>
              </p:sp>
              <p:sp>
                <p:nvSpPr>
                  <p:cNvPr id="4587" name="TextBox 4586">
                    <a:extLst>
                      <a:ext uri="{FF2B5EF4-FFF2-40B4-BE49-F238E27FC236}">
                        <a16:creationId xmlns:a16="http://schemas.microsoft.com/office/drawing/2014/main" id="{9127147B-895C-72FA-8E35-756853E1245E}"/>
                      </a:ext>
                    </a:extLst>
                  </p:cNvPr>
                  <p:cNvSpPr txBox="1"/>
                  <p:nvPr/>
                </p:nvSpPr>
                <p:spPr>
                  <a:xfrm>
                    <a:off x="636831" y="3743568"/>
                    <a:ext cx="39305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pgr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-like</a:t>
                    </a:r>
                  </a:p>
                </p:txBody>
              </p:sp>
              <p:sp>
                <p:nvSpPr>
                  <p:cNvPr id="4588" name="TextBox 4587">
                    <a:extLst>
                      <a:ext uri="{FF2B5EF4-FFF2-40B4-BE49-F238E27FC236}">
                        <a16:creationId xmlns:a16="http://schemas.microsoft.com/office/drawing/2014/main" id="{2CF4D663-9375-481F-2A62-A3352F7CFC39}"/>
                      </a:ext>
                    </a:extLst>
                  </p:cNvPr>
                  <p:cNvSpPr txBox="1"/>
                  <p:nvPr/>
                </p:nvSpPr>
                <p:spPr>
                  <a:xfrm>
                    <a:off x="593549" y="3797093"/>
                    <a:ext cx="43633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k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cn4-like</a:t>
                    </a:r>
                  </a:p>
                </p:txBody>
              </p:sp>
              <p:sp>
                <p:nvSpPr>
                  <p:cNvPr id="4589" name="TextBox 4588">
                    <a:extLst>
                      <a:ext uri="{FF2B5EF4-FFF2-40B4-BE49-F238E27FC236}">
                        <a16:creationId xmlns:a16="http://schemas.microsoft.com/office/drawing/2014/main" id="{2BC1C8B6-25DC-6116-8232-616ED7F7A0E1}"/>
                      </a:ext>
                    </a:extLst>
                  </p:cNvPr>
                  <p:cNvSpPr txBox="1"/>
                  <p:nvPr/>
                </p:nvSpPr>
                <p:spPr>
                  <a:xfrm>
                    <a:off x="718583" y="3850744"/>
                    <a:ext cx="31130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drd3</a:t>
                    </a:r>
                  </a:p>
                </p:txBody>
              </p:sp>
              <p:sp>
                <p:nvSpPr>
                  <p:cNvPr id="4590" name="TextBox 4589">
                    <a:extLst>
                      <a:ext uri="{FF2B5EF4-FFF2-40B4-BE49-F238E27FC236}">
                        <a16:creationId xmlns:a16="http://schemas.microsoft.com/office/drawing/2014/main" id="{AECF867F-4804-EF53-A43E-E3B2CF6D9D31}"/>
                      </a:ext>
                    </a:extLst>
                  </p:cNvPr>
                  <p:cNvSpPr txBox="1"/>
                  <p:nvPr/>
                </p:nvSpPr>
                <p:spPr>
                  <a:xfrm>
                    <a:off x="396380" y="3904269"/>
                    <a:ext cx="63350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LOC111575683</a:t>
                    </a:r>
                  </a:p>
                </p:txBody>
              </p:sp>
              <p:sp>
                <p:nvSpPr>
                  <p:cNvPr id="4591" name="TextBox 4590">
                    <a:extLst>
                      <a:ext uri="{FF2B5EF4-FFF2-40B4-BE49-F238E27FC236}">
                        <a16:creationId xmlns:a16="http://schemas.microsoft.com/office/drawing/2014/main" id="{82E151DF-BAFA-D1AF-591B-CA9D202D43EB}"/>
                      </a:ext>
                    </a:extLst>
                  </p:cNvPr>
                  <p:cNvSpPr txBox="1"/>
                  <p:nvPr/>
                </p:nvSpPr>
                <p:spPr>
                  <a:xfrm>
                    <a:off x="481339" y="3957794"/>
                    <a:ext cx="54854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	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neurl1-like</a:t>
                    </a:r>
                  </a:p>
                </p:txBody>
              </p:sp>
              <p:sp>
                <p:nvSpPr>
                  <p:cNvPr id="4592" name="TextBox 4591">
                    <a:extLst>
                      <a:ext uri="{FF2B5EF4-FFF2-40B4-BE49-F238E27FC236}">
                        <a16:creationId xmlns:a16="http://schemas.microsoft.com/office/drawing/2014/main" id="{8605E277-8260-8B61-C227-626D1CF842D3}"/>
                      </a:ext>
                    </a:extLst>
                  </p:cNvPr>
                  <p:cNvSpPr txBox="1"/>
                  <p:nvPr/>
                </p:nvSpPr>
                <p:spPr>
                  <a:xfrm>
                    <a:off x="707363" y="4011445"/>
                    <a:ext cx="32252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pim3</a:t>
                    </a:r>
                  </a:p>
                </p:txBody>
              </p:sp>
              <p:sp>
                <p:nvSpPr>
                  <p:cNvPr id="4593" name="TextBox 4592">
                    <a:extLst>
                      <a:ext uri="{FF2B5EF4-FFF2-40B4-BE49-F238E27FC236}">
                        <a16:creationId xmlns:a16="http://schemas.microsoft.com/office/drawing/2014/main" id="{2308A3D9-758B-F248-A681-E9D963D14FDB}"/>
                      </a:ext>
                    </a:extLst>
                  </p:cNvPr>
                  <p:cNvSpPr txBox="1"/>
                  <p:nvPr/>
                </p:nvSpPr>
                <p:spPr>
                  <a:xfrm>
                    <a:off x="710569" y="4064970"/>
                    <a:ext cx="319318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mxi1</a:t>
                    </a:r>
                  </a:p>
                </p:txBody>
              </p:sp>
              <p:sp>
                <p:nvSpPr>
                  <p:cNvPr id="4594" name="TextBox 4593">
                    <a:extLst>
                      <a:ext uri="{FF2B5EF4-FFF2-40B4-BE49-F238E27FC236}">
                        <a16:creationId xmlns:a16="http://schemas.microsoft.com/office/drawing/2014/main" id="{A54AB929-DFC1-C900-CD0B-3C1779CD8009}"/>
                      </a:ext>
                    </a:extLst>
                  </p:cNvPr>
                  <p:cNvSpPr txBox="1"/>
                  <p:nvPr/>
                </p:nvSpPr>
                <p:spPr>
                  <a:xfrm>
                    <a:off x="498972" y="4118622"/>
                    <a:ext cx="530915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lmbrd2b-like</a:t>
                    </a:r>
                  </a:p>
                </p:txBody>
              </p:sp>
              <p:sp>
                <p:nvSpPr>
                  <p:cNvPr id="4595" name="TextBox 4594">
                    <a:extLst>
                      <a:ext uri="{FF2B5EF4-FFF2-40B4-BE49-F238E27FC236}">
                        <a16:creationId xmlns:a16="http://schemas.microsoft.com/office/drawing/2014/main" id="{FFFD6842-4298-A389-702B-54F940450D9B}"/>
                      </a:ext>
                    </a:extLst>
                  </p:cNvPr>
                  <p:cNvSpPr txBox="1"/>
                  <p:nvPr/>
                </p:nvSpPr>
                <p:spPr>
                  <a:xfrm>
                    <a:off x="526223" y="4172147"/>
                    <a:ext cx="50366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sinhcaf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-like</a:t>
                    </a:r>
                  </a:p>
                </p:txBody>
              </p:sp>
              <p:sp>
                <p:nvSpPr>
                  <p:cNvPr id="4596" name="TextBox 4595">
                    <a:extLst>
                      <a:ext uri="{FF2B5EF4-FFF2-40B4-BE49-F238E27FC236}">
                        <a16:creationId xmlns:a16="http://schemas.microsoft.com/office/drawing/2014/main" id="{C8B8767E-1965-0A33-19B3-B093B0B7A7C5}"/>
                      </a:ext>
                    </a:extLst>
                  </p:cNvPr>
                  <p:cNvSpPr txBox="1"/>
                  <p:nvPr/>
                </p:nvSpPr>
                <p:spPr>
                  <a:xfrm>
                    <a:off x="587137" y="4225672"/>
                    <a:ext cx="442750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camk2g2</a:t>
                    </a:r>
                  </a:p>
                </p:txBody>
              </p:sp>
              <p:sp>
                <p:nvSpPr>
                  <p:cNvPr id="4597" name="TextBox 4596">
                    <a:extLst>
                      <a:ext uri="{FF2B5EF4-FFF2-40B4-BE49-F238E27FC236}">
                        <a16:creationId xmlns:a16="http://schemas.microsoft.com/office/drawing/2014/main" id="{5EB085E2-5F41-27B0-DC9E-6890B745A327}"/>
                      </a:ext>
                    </a:extLst>
                  </p:cNvPr>
                  <p:cNvSpPr txBox="1"/>
                  <p:nvPr/>
                </p:nvSpPr>
                <p:spPr>
                  <a:xfrm>
                    <a:off x="396380" y="4279323"/>
                    <a:ext cx="63350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LOC111565841</a:t>
                    </a:r>
                  </a:p>
                </p:txBody>
              </p:sp>
              <p:sp>
                <p:nvSpPr>
                  <p:cNvPr id="4598" name="TextBox 4597">
                    <a:extLst>
                      <a:ext uri="{FF2B5EF4-FFF2-40B4-BE49-F238E27FC236}">
                        <a16:creationId xmlns:a16="http://schemas.microsoft.com/office/drawing/2014/main" id="{1C069192-383E-36F2-0F03-4B7643FA69C0}"/>
                      </a:ext>
                    </a:extLst>
                  </p:cNvPr>
                  <p:cNvSpPr txBox="1"/>
                  <p:nvPr/>
                </p:nvSpPr>
                <p:spPr>
                  <a:xfrm>
                    <a:off x="636831" y="4332848"/>
                    <a:ext cx="39305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pde1cb</a:t>
                    </a:r>
                  </a:p>
                </p:txBody>
              </p:sp>
              <p:sp>
                <p:nvSpPr>
                  <p:cNvPr id="4599" name="TextBox 4598">
                    <a:extLst>
                      <a:ext uri="{FF2B5EF4-FFF2-40B4-BE49-F238E27FC236}">
                        <a16:creationId xmlns:a16="http://schemas.microsoft.com/office/drawing/2014/main" id="{4022F5BC-1F46-BCFF-270B-90E748225773}"/>
                      </a:ext>
                    </a:extLst>
                  </p:cNvPr>
                  <p:cNvSpPr txBox="1"/>
                  <p:nvPr/>
                </p:nvSpPr>
                <p:spPr>
                  <a:xfrm>
                    <a:off x="648051" y="4386500"/>
                    <a:ext cx="38183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gabra3</a:t>
                    </a:r>
                  </a:p>
                </p:txBody>
              </p:sp>
              <p:sp>
                <p:nvSpPr>
                  <p:cNvPr id="4600" name="TextBox 4599">
                    <a:extLst>
                      <a:ext uri="{FF2B5EF4-FFF2-40B4-BE49-F238E27FC236}">
                        <a16:creationId xmlns:a16="http://schemas.microsoft.com/office/drawing/2014/main" id="{276E67C5-5F6D-9812-10F7-03C24ED59F3E}"/>
                      </a:ext>
                    </a:extLst>
                  </p:cNvPr>
                  <p:cNvSpPr txBox="1"/>
                  <p:nvPr/>
                </p:nvSpPr>
                <p:spPr>
                  <a:xfrm>
                    <a:off x="657670" y="4440025"/>
                    <a:ext cx="37221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stxbp6</a:t>
                    </a:r>
                  </a:p>
                </p:txBody>
              </p:sp>
              <p:sp>
                <p:nvSpPr>
                  <p:cNvPr id="4601" name="TextBox 4600">
                    <a:extLst>
                      <a:ext uri="{FF2B5EF4-FFF2-40B4-BE49-F238E27FC236}">
                        <a16:creationId xmlns:a16="http://schemas.microsoft.com/office/drawing/2014/main" id="{4B2AEE1E-0EAF-BA43-8C58-F74EF526BAFC}"/>
                      </a:ext>
                    </a:extLst>
                  </p:cNvPr>
                  <p:cNvSpPr txBox="1"/>
                  <p:nvPr/>
                </p:nvSpPr>
                <p:spPr>
                  <a:xfrm>
                    <a:off x="781101" y="4493550"/>
                    <a:ext cx="24878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ell</a:t>
                    </a:r>
                  </a:p>
                </p:txBody>
              </p:sp>
              <p:sp>
                <p:nvSpPr>
                  <p:cNvPr id="4602" name="TextBox 4601">
                    <a:extLst>
                      <a:ext uri="{FF2B5EF4-FFF2-40B4-BE49-F238E27FC236}">
                        <a16:creationId xmlns:a16="http://schemas.microsoft.com/office/drawing/2014/main" id="{34A78A88-D91D-C73F-D705-11913C92EC27}"/>
                      </a:ext>
                    </a:extLst>
                  </p:cNvPr>
                  <p:cNvSpPr txBox="1"/>
                  <p:nvPr/>
                </p:nvSpPr>
                <p:spPr>
                  <a:xfrm>
                    <a:off x="700951" y="4547201"/>
                    <a:ext cx="32893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nmbr</a:t>
                    </a:r>
                  </a:p>
                </p:txBody>
              </p:sp>
              <p:sp>
                <p:nvSpPr>
                  <p:cNvPr id="4603" name="TextBox 4602">
                    <a:extLst>
                      <a:ext uri="{FF2B5EF4-FFF2-40B4-BE49-F238E27FC236}">
                        <a16:creationId xmlns:a16="http://schemas.microsoft.com/office/drawing/2014/main" id="{DABCC92B-6170-7D1F-D70E-2C0375CF2ACE}"/>
                      </a:ext>
                    </a:extLst>
                  </p:cNvPr>
                  <p:cNvSpPr txBox="1"/>
                  <p:nvPr/>
                </p:nvSpPr>
                <p:spPr>
                  <a:xfrm>
                    <a:off x="686523" y="4600726"/>
                    <a:ext cx="34336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npy7r</a:t>
                    </a:r>
                  </a:p>
                </p:txBody>
              </p:sp>
              <p:sp>
                <p:nvSpPr>
                  <p:cNvPr id="4604" name="TextBox 4603">
                    <a:extLst>
                      <a:ext uri="{FF2B5EF4-FFF2-40B4-BE49-F238E27FC236}">
                        <a16:creationId xmlns:a16="http://schemas.microsoft.com/office/drawing/2014/main" id="{2956007C-0DB9-E21F-4598-138F4329EFF6}"/>
                      </a:ext>
                    </a:extLst>
                  </p:cNvPr>
                  <p:cNvSpPr txBox="1"/>
                  <p:nvPr/>
                </p:nvSpPr>
                <p:spPr>
                  <a:xfrm>
                    <a:off x="508590" y="4654377"/>
                    <a:ext cx="52129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slc25a1-like</a:t>
                    </a:r>
                  </a:p>
                </p:txBody>
              </p:sp>
              <p:sp>
                <p:nvSpPr>
                  <p:cNvPr id="4605" name="TextBox 4604">
                    <a:extLst>
                      <a:ext uri="{FF2B5EF4-FFF2-40B4-BE49-F238E27FC236}">
                        <a16:creationId xmlns:a16="http://schemas.microsoft.com/office/drawing/2014/main" id="{599B4E7D-9258-8223-7A12-95F9F5BB8F11}"/>
                      </a:ext>
                    </a:extLst>
                  </p:cNvPr>
                  <p:cNvSpPr txBox="1"/>
                  <p:nvPr/>
                </p:nvSpPr>
                <p:spPr>
                  <a:xfrm>
                    <a:off x="540651" y="4707902"/>
                    <a:ext cx="48923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myo1c-like</a:t>
                    </a:r>
                  </a:p>
                </p:txBody>
              </p:sp>
              <p:sp>
                <p:nvSpPr>
                  <p:cNvPr id="4606" name="TextBox 4605">
                    <a:extLst>
                      <a:ext uri="{FF2B5EF4-FFF2-40B4-BE49-F238E27FC236}">
                        <a16:creationId xmlns:a16="http://schemas.microsoft.com/office/drawing/2014/main" id="{76D58EB1-F609-558E-D30A-278D14B3CA0D}"/>
                      </a:ext>
                    </a:extLst>
                  </p:cNvPr>
                  <p:cNvSpPr txBox="1"/>
                  <p:nvPr/>
                </p:nvSpPr>
                <p:spPr>
                  <a:xfrm>
                    <a:off x="651258" y="4761427"/>
                    <a:ext cx="378629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nudt4a</a:t>
                    </a:r>
                  </a:p>
                </p:txBody>
              </p:sp>
              <p:sp>
                <p:nvSpPr>
                  <p:cNvPr id="4607" name="TextBox 4606">
                    <a:extLst>
                      <a:ext uri="{FF2B5EF4-FFF2-40B4-BE49-F238E27FC236}">
                        <a16:creationId xmlns:a16="http://schemas.microsoft.com/office/drawing/2014/main" id="{27435228-671C-74FA-9847-6420C981F0D8}"/>
                      </a:ext>
                    </a:extLst>
                  </p:cNvPr>
                  <p:cNvSpPr txBox="1"/>
                  <p:nvPr/>
                </p:nvSpPr>
                <p:spPr>
                  <a:xfrm>
                    <a:off x="558283" y="4815079"/>
                    <a:ext cx="47160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kcnd3-like</a:t>
                    </a:r>
                  </a:p>
                </p:txBody>
              </p:sp>
              <p:sp>
                <p:nvSpPr>
                  <p:cNvPr id="4608" name="TextBox 4607">
                    <a:extLst>
                      <a:ext uri="{FF2B5EF4-FFF2-40B4-BE49-F238E27FC236}">
                        <a16:creationId xmlns:a16="http://schemas.microsoft.com/office/drawing/2014/main" id="{2E03308C-B525-7407-B6C6-35DC651C094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363" y="4868604"/>
                    <a:ext cx="32252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bcan</a:t>
                    </a:r>
                  </a:p>
                </p:txBody>
              </p:sp>
              <p:sp>
                <p:nvSpPr>
                  <p:cNvPr id="4609" name="TextBox 4608">
                    <a:extLst>
                      <a:ext uri="{FF2B5EF4-FFF2-40B4-BE49-F238E27FC236}">
                        <a16:creationId xmlns:a16="http://schemas.microsoft.com/office/drawing/2014/main" id="{51D2768E-BB0D-7910-9FEB-D4CBF70F3591}"/>
                      </a:ext>
                    </a:extLst>
                  </p:cNvPr>
                  <p:cNvSpPr txBox="1"/>
                  <p:nvPr/>
                </p:nvSpPr>
                <p:spPr>
                  <a:xfrm>
                    <a:off x="590343" y="4922255"/>
                    <a:ext cx="439544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ca10-like</a:t>
                    </a:r>
                  </a:p>
                </p:txBody>
              </p:sp>
              <p:sp>
                <p:nvSpPr>
                  <p:cNvPr id="4610" name="TextBox 4609">
                    <a:extLst>
                      <a:ext uri="{FF2B5EF4-FFF2-40B4-BE49-F238E27FC236}">
                        <a16:creationId xmlns:a16="http://schemas.microsoft.com/office/drawing/2014/main" id="{4117CD68-B339-098F-C109-8B3864D8354A}"/>
                      </a:ext>
                    </a:extLst>
                  </p:cNvPr>
                  <p:cNvSpPr txBox="1"/>
                  <p:nvPr/>
                </p:nvSpPr>
                <p:spPr>
                  <a:xfrm>
                    <a:off x="668891" y="4975780"/>
                    <a:ext cx="36099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tacr3a</a:t>
                    </a:r>
                  </a:p>
                </p:txBody>
              </p:sp>
              <p:sp>
                <p:nvSpPr>
                  <p:cNvPr id="4611" name="TextBox 4610">
                    <a:extLst>
                      <a:ext uri="{FF2B5EF4-FFF2-40B4-BE49-F238E27FC236}">
                        <a16:creationId xmlns:a16="http://schemas.microsoft.com/office/drawing/2014/main" id="{575E3F9B-1643-B354-A9A9-7C3F31191B42}"/>
                      </a:ext>
                    </a:extLst>
                  </p:cNvPr>
                  <p:cNvSpPr txBox="1"/>
                  <p:nvPr/>
                </p:nvSpPr>
                <p:spPr>
                  <a:xfrm>
                    <a:off x="484546" y="5029305"/>
                    <a:ext cx="545341" cy="15432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</a:t>
                    </a:r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ntnap4-like </a:t>
                    </a:r>
                  </a:p>
                </p:txBody>
              </p:sp>
              <p:sp>
                <p:nvSpPr>
                  <p:cNvPr id="4612" name="TextBox 4611">
                    <a:extLst>
                      <a:ext uri="{FF2B5EF4-FFF2-40B4-BE49-F238E27FC236}">
                        <a16:creationId xmlns:a16="http://schemas.microsoft.com/office/drawing/2014/main" id="{FA720325-2FF2-EC4D-0919-2D1F05E9992C}"/>
                      </a:ext>
                    </a:extLst>
                  </p:cNvPr>
                  <p:cNvSpPr txBox="1"/>
                  <p:nvPr/>
                </p:nvSpPr>
                <p:spPr>
                  <a:xfrm>
                    <a:off x="672097" y="5082956"/>
                    <a:ext cx="357790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nova2</a:t>
                    </a:r>
                  </a:p>
                </p:txBody>
              </p:sp>
              <p:sp>
                <p:nvSpPr>
                  <p:cNvPr id="4613" name="TextBox 4612">
                    <a:extLst>
                      <a:ext uri="{FF2B5EF4-FFF2-40B4-BE49-F238E27FC236}">
                        <a16:creationId xmlns:a16="http://schemas.microsoft.com/office/drawing/2014/main" id="{26C25BB8-016C-5093-1ACC-C01C28AEC9FA}"/>
                      </a:ext>
                    </a:extLst>
                  </p:cNvPr>
                  <p:cNvSpPr txBox="1"/>
                  <p:nvPr/>
                </p:nvSpPr>
                <p:spPr>
                  <a:xfrm>
                    <a:off x="601565" y="5136482"/>
                    <a:ext cx="428322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pcdh10b</a:t>
                    </a:r>
                  </a:p>
                </p:txBody>
              </p:sp>
              <p:sp>
                <p:nvSpPr>
                  <p:cNvPr id="4614" name="TextBox 4613">
                    <a:extLst>
                      <a:ext uri="{FF2B5EF4-FFF2-40B4-BE49-F238E27FC236}">
                        <a16:creationId xmlns:a16="http://schemas.microsoft.com/office/drawing/2014/main" id="{F414CDA0-E26B-074C-8E24-CED5A66E13D5}"/>
                      </a:ext>
                    </a:extLst>
                  </p:cNvPr>
                  <p:cNvSpPr txBox="1"/>
                  <p:nvPr/>
                </p:nvSpPr>
                <p:spPr>
                  <a:xfrm>
                    <a:off x="396380" y="5190133"/>
                    <a:ext cx="633507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LOC118470193</a:t>
                    </a:r>
                  </a:p>
                </p:txBody>
              </p:sp>
              <p:sp>
                <p:nvSpPr>
                  <p:cNvPr id="4615" name="TextBox 4614">
                    <a:extLst>
                      <a:ext uri="{FF2B5EF4-FFF2-40B4-BE49-F238E27FC236}">
                        <a16:creationId xmlns:a16="http://schemas.microsoft.com/office/drawing/2014/main" id="{7E8D4DDF-D222-3576-7FA3-DA8ACFB572C6}"/>
                      </a:ext>
                    </a:extLst>
                  </p:cNvPr>
                  <p:cNvSpPr txBox="1"/>
                  <p:nvPr/>
                </p:nvSpPr>
                <p:spPr>
                  <a:xfrm>
                    <a:off x="700951" y="5243658"/>
                    <a:ext cx="328936" cy="15432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gfra3</a:t>
                    </a:r>
                  </a:p>
                </p:txBody>
              </p:sp>
            </p:grpSp>
            <p:grpSp>
              <p:nvGrpSpPr>
                <p:cNvPr id="4422" name="Group 4421">
                  <a:extLst>
                    <a:ext uri="{FF2B5EF4-FFF2-40B4-BE49-F238E27FC236}">
                      <a16:creationId xmlns:a16="http://schemas.microsoft.com/office/drawing/2014/main" id="{928063C3-2899-C551-361A-13944E4825B8}"/>
                    </a:ext>
                  </a:extLst>
                </p:cNvPr>
                <p:cNvGrpSpPr/>
                <p:nvPr/>
              </p:nvGrpSpPr>
              <p:grpSpPr>
                <a:xfrm>
                  <a:off x="1440222" y="2163444"/>
                  <a:ext cx="1680870" cy="1425491"/>
                  <a:chOff x="4965079" y="2390388"/>
                  <a:chExt cx="1680870" cy="1299584"/>
                </a:xfrm>
              </p:grpSpPr>
              <p:grpSp>
                <p:nvGrpSpPr>
                  <p:cNvPr id="4550" name="Group 4549">
                    <a:extLst>
                      <a:ext uri="{FF2B5EF4-FFF2-40B4-BE49-F238E27FC236}">
                        <a16:creationId xmlns:a16="http://schemas.microsoft.com/office/drawing/2014/main" id="{7A82D431-45D1-A69B-86E7-4CE4B9677E6C}"/>
                      </a:ext>
                    </a:extLst>
                  </p:cNvPr>
                  <p:cNvGrpSpPr/>
                  <p:nvPr/>
                </p:nvGrpSpPr>
                <p:grpSpPr>
                  <a:xfrm>
                    <a:off x="4965079" y="2390388"/>
                    <a:ext cx="1604479" cy="1274128"/>
                    <a:chOff x="4965079" y="2390388"/>
                    <a:chExt cx="1604479" cy="1274128"/>
                  </a:xfrm>
                </p:grpSpPr>
                <p:sp>
                  <p:nvSpPr>
                    <p:cNvPr id="4552" name="TextBox 4551">
                      <a:extLst>
                        <a:ext uri="{FF2B5EF4-FFF2-40B4-BE49-F238E27FC236}">
                          <a16:creationId xmlns:a16="http://schemas.microsoft.com/office/drawing/2014/main" id="{57CA48EA-2036-2662-FF63-0E743E50A82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65079" y="2390388"/>
                      <a:ext cx="1199596" cy="231489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/>
                      <a:r>
                        <a:rPr lang="en-US" sz="100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Classification</a:t>
                      </a:r>
                      <a:endParaRPr lang="en-US" sz="700" b="1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endParaRPr>
                    </a:p>
                  </p:txBody>
                </p:sp>
                <p:sp>
                  <p:nvSpPr>
                    <p:cNvPr id="4553" name="Freeform 4552">
                      <a:extLst>
                        <a:ext uri="{FF2B5EF4-FFF2-40B4-BE49-F238E27FC236}">
                          <a16:creationId xmlns:a16="http://schemas.microsoft.com/office/drawing/2014/main" id="{3EBCADF7-83F9-F3B8-7070-995423F904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2576682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4" name="Freeform 4553">
                      <a:extLst>
                        <a:ext uri="{FF2B5EF4-FFF2-40B4-BE49-F238E27FC236}">
                          <a16:creationId xmlns:a16="http://schemas.microsoft.com/office/drawing/2014/main" id="{47613ECC-B105-0E4E-724D-2D5E6AC30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2758009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5" name="Freeform 4554">
                      <a:extLst>
                        <a:ext uri="{FF2B5EF4-FFF2-40B4-BE49-F238E27FC236}">
                          <a16:creationId xmlns:a16="http://schemas.microsoft.com/office/drawing/2014/main" id="{8749612F-C8AF-BAEE-643D-A2A01A3ADC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2939336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6" name="Freeform 4555">
                      <a:extLst>
                        <a:ext uri="{FF2B5EF4-FFF2-40B4-BE49-F238E27FC236}">
                          <a16:creationId xmlns:a16="http://schemas.microsoft.com/office/drawing/2014/main" id="{FA70AB93-4D70-B00A-BF34-993BBE4320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3120536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CAE0AB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7" name="Freeform 4556">
                      <a:extLst>
                        <a:ext uri="{FF2B5EF4-FFF2-40B4-BE49-F238E27FC236}">
                          <a16:creationId xmlns:a16="http://schemas.microsoft.com/office/drawing/2014/main" id="{57561E38-9244-7CC9-0498-8974A5975C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3301863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8" name="Freeform 4557">
                      <a:extLst>
                        <a:ext uri="{FF2B5EF4-FFF2-40B4-BE49-F238E27FC236}">
                          <a16:creationId xmlns:a16="http://schemas.microsoft.com/office/drawing/2014/main" id="{53876E24-7551-6FFE-C552-3F3136F31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42" y="3483190"/>
                      <a:ext cx="181990" cy="181326"/>
                    </a:xfrm>
                    <a:custGeom>
                      <a:avLst/>
                      <a:gdLst>
                        <a:gd name="csX0" fmla="*/ 0 w 181990"/>
                        <a:gd name="csY0" fmla="*/ 0 h 181326"/>
                        <a:gd name="csX1" fmla="*/ 181991 w 181990"/>
                        <a:gd name="csY1" fmla="*/ 0 h 181326"/>
                        <a:gd name="csX2" fmla="*/ 181991 w 181990"/>
                        <a:gd name="csY2" fmla="*/ 181327 h 181326"/>
                        <a:gd name="csX3" fmla="*/ 0 w 181990"/>
                        <a:gd name="csY3" fmla="*/ 181327 h 18132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81990" h="181326">
                          <a:moveTo>
                            <a:pt x="0" y="0"/>
                          </a:moveTo>
                          <a:lnTo>
                            <a:pt x="181991" y="0"/>
                          </a:lnTo>
                          <a:lnTo>
                            <a:pt x="181991" y="181327"/>
                          </a:lnTo>
                          <a:lnTo>
                            <a:pt x="0" y="181327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9525" cap="rnd">
                      <a:solidFill>
                        <a:schemeClr val="dk1">
                          <a:shade val="15000"/>
                        </a:schemeClr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9" name="TextBox 4558">
                      <a:extLst>
                        <a:ext uri="{FF2B5EF4-FFF2-40B4-BE49-F238E27FC236}">
                          <a16:creationId xmlns:a16="http://schemas.microsoft.com/office/drawing/2014/main" id="{DCDB87CE-B108-8B2F-FB82-4C9ED29B50C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95524" y="2573021"/>
                      <a:ext cx="1199595" cy="21044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US" sz="9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Early Upregulated</a:t>
                      </a:r>
                    </a:p>
                  </p:txBody>
                </p:sp>
                <p:sp>
                  <p:nvSpPr>
                    <p:cNvPr id="4560" name="TextBox 4559">
                      <a:extLst>
                        <a:ext uri="{FF2B5EF4-FFF2-40B4-BE49-F238E27FC236}">
                          <a16:creationId xmlns:a16="http://schemas.microsoft.com/office/drawing/2014/main" id="{1797BA42-0AA0-0ED9-4F7D-A77546696FF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95525" y="2754221"/>
                      <a:ext cx="1474033" cy="21044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US" sz="9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Transiently Upregulated</a:t>
                      </a:r>
                    </a:p>
                  </p:txBody>
                </p:sp>
                <p:sp>
                  <p:nvSpPr>
                    <p:cNvPr id="4561" name="TextBox 4560">
                      <a:extLst>
                        <a:ext uri="{FF2B5EF4-FFF2-40B4-BE49-F238E27FC236}">
                          <a16:creationId xmlns:a16="http://schemas.microsoft.com/office/drawing/2014/main" id="{4E3DCDA9-60F1-4E8A-ED4B-D91FBB7A79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95525" y="2935548"/>
                      <a:ext cx="1217000" cy="210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sz="9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Late Downregulated</a:t>
                      </a:r>
                    </a:p>
                  </p:txBody>
                </p:sp>
                <p:sp>
                  <p:nvSpPr>
                    <p:cNvPr id="4562" name="TextBox 4561">
                      <a:extLst>
                        <a:ext uri="{FF2B5EF4-FFF2-40B4-BE49-F238E27FC236}">
                          <a16:creationId xmlns:a16="http://schemas.microsoft.com/office/drawing/2014/main" id="{1A1DD515-9E32-41EC-2827-2C3B3CBBC01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95525" y="3116875"/>
                      <a:ext cx="1069524" cy="210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sz="9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Late Upregulated</a:t>
                      </a:r>
                    </a:p>
                  </p:txBody>
                </p:sp>
                <p:sp>
                  <p:nvSpPr>
                    <p:cNvPr id="4563" name="TextBox 4562">
                      <a:extLst>
                        <a:ext uri="{FF2B5EF4-FFF2-40B4-BE49-F238E27FC236}">
                          <a16:creationId xmlns:a16="http://schemas.microsoft.com/office/drawing/2014/main" id="{5DF0D942-0244-BC7F-BAC0-E27E2AE0673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95525" y="3298202"/>
                      <a:ext cx="1255472" cy="210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sz="9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Early Downregulated</a:t>
                      </a:r>
                    </a:p>
                  </p:txBody>
                </p:sp>
              </p:grpSp>
              <p:sp>
                <p:nvSpPr>
                  <p:cNvPr id="4551" name="TextBox 4550">
                    <a:extLst>
                      <a:ext uri="{FF2B5EF4-FFF2-40B4-BE49-F238E27FC236}">
                        <a16:creationId xmlns:a16="http://schemas.microsoft.com/office/drawing/2014/main" id="{ACAB6823-4074-A3B7-1014-1483171369F1}"/>
                      </a:ext>
                    </a:extLst>
                  </p:cNvPr>
                  <p:cNvSpPr txBox="1"/>
                  <p:nvPr/>
                </p:nvSpPr>
                <p:spPr>
                  <a:xfrm>
                    <a:off x="5095525" y="3479528"/>
                    <a:ext cx="1550424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Transiently Downregulated</a:t>
                    </a:r>
                  </a:p>
                </p:txBody>
              </p:sp>
            </p:grpSp>
            <p:grpSp>
              <p:nvGrpSpPr>
                <p:cNvPr id="4423" name="Group 4422">
                  <a:extLst>
                    <a:ext uri="{FF2B5EF4-FFF2-40B4-BE49-F238E27FC236}">
                      <a16:creationId xmlns:a16="http://schemas.microsoft.com/office/drawing/2014/main" id="{5E0FC369-A514-FAD3-7BC7-782A337EF3FE}"/>
                    </a:ext>
                  </a:extLst>
                </p:cNvPr>
                <p:cNvGrpSpPr/>
                <p:nvPr/>
              </p:nvGrpSpPr>
              <p:grpSpPr>
                <a:xfrm>
                  <a:off x="1473977" y="4306256"/>
                  <a:ext cx="377891" cy="1177186"/>
                  <a:chOff x="3758863" y="3609174"/>
                  <a:chExt cx="377891" cy="1464439"/>
                </a:xfrm>
              </p:grpSpPr>
              <p:sp>
                <p:nvSpPr>
                  <p:cNvPr id="4445" name="Freeform 4444">
                    <a:extLst>
                      <a:ext uri="{FF2B5EF4-FFF2-40B4-BE49-F238E27FC236}">
                        <a16:creationId xmlns:a16="http://schemas.microsoft.com/office/drawing/2014/main" id="{6A11165C-51C1-C981-D3E2-214791DC0D2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8474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46" name="Freeform 4445">
                    <a:extLst>
                      <a:ext uri="{FF2B5EF4-FFF2-40B4-BE49-F238E27FC236}">
                        <a16:creationId xmlns:a16="http://schemas.microsoft.com/office/drawing/2014/main" id="{CC1EEF25-79ED-0E40-A97F-116158BEEE4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7144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1D68B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47" name="Freeform 4446">
                    <a:extLst>
                      <a:ext uri="{FF2B5EF4-FFF2-40B4-BE49-F238E27FC236}">
                        <a16:creationId xmlns:a16="http://schemas.microsoft.com/office/drawing/2014/main" id="{7DE3F3DF-7D6D-A4C0-B4F2-CF705A32453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5815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226BB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48" name="Freeform 4447">
                    <a:extLst>
                      <a:ext uri="{FF2B5EF4-FFF2-40B4-BE49-F238E27FC236}">
                        <a16:creationId xmlns:a16="http://schemas.microsoft.com/office/drawing/2014/main" id="{DB4EF198-2F3D-06C0-B20D-0D7EB96D0860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4485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266EB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49" name="Freeform 4448">
                    <a:extLst>
                      <a:ext uri="{FF2B5EF4-FFF2-40B4-BE49-F238E27FC236}">
                        <a16:creationId xmlns:a16="http://schemas.microsoft.com/office/drawing/2014/main" id="{41218BBD-FAB4-A694-C1E3-C296F44AAAD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3155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2B71B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0" name="Freeform 4449">
                    <a:extLst>
                      <a:ext uri="{FF2B5EF4-FFF2-40B4-BE49-F238E27FC236}">
                        <a16:creationId xmlns:a16="http://schemas.microsoft.com/office/drawing/2014/main" id="{9BFAA23C-438A-74C6-99DC-E61927A4271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1825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3074B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1" name="Freeform 4450">
                    <a:extLst>
                      <a:ext uri="{FF2B5EF4-FFF2-40B4-BE49-F238E27FC236}">
                        <a16:creationId xmlns:a16="http://schemas.microsoft.com/office/drawing/2014/main" id="{866B1888-DCA1-0C03-689A-ABE9388DC4F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90496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3477B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2" name="Freeform 4451">
                    <a:extLst>
                      <a:ext uri="{FF2B5EF4-FFF2-40B4-BE49-F238E27FC236}">
                        <a16:creationId xmlns:a16="http://schemas.microsoft.com/office/drawing/2014/main" id="{AF4C60BD-9F95-9432-F3A6-8EDBBF3577F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9166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397AB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3" name="Freeform 4452">
                    <a:extLst>
                      <a:ext uri="{FF2B5EF4-FFF2-40B4-BE49-F238E27FC236}">
                        <a16:creationId xmlns:a16="http://schemas.microsoft.com/office/drawing/2014/main" id="{DDE01074-416F-11B4-C88F-B7FBDC14AA10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7836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3E7DB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4" name="Freeform 4453">
                    <a:extLst>
                      <a:ext uri="{FF2B5EF4-FFF2-40B4-BE49-F238E27FC236}">
                        <a16:creationId xmlns:a16="http://schemas.microsoft.com/office/drawing/2014/main" id="{9490F728-9CFD-14B8-ED86-5853A62F1F47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6506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4281B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5" name="Freeform 4454">
                    <a:extLst>
                      <a:ext uri="{FF2B5EF4-FFF2-40B4-BE49-F238E27FC236}">
                        <a16:creationId xmlns:a16="http://schemas.microsoft.com/office/drawing/2014/main" id="{C08DA659-ADFD-B1DD-A4AB-53B94B90670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5177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4784B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6" name="Freeform 4455">
                    <a:extLst>
                      <a:ext uri="{FF2B5EF4-FFF2-40B4-BE49-F238E27FC236}">
                        <a16:creationId xmlns:a16="http://schemas.microsoft.com/office/drawing/2014/main" id="{1F6087D9-447F-2AEF-6570-6DB0B891EF34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3847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4C87C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7" name="Freeform 4456">
                    <a:extLst>
                      <a:ext uri="{FF2B5EF4-FFF2-40B4-BE49-F238E27FC236}">
                        <a16:creationId xmlns:a16="http://schemas.microsoft.com/office/drawing/2014/main" id="{61A5DD0C-1D5E-0BA3-5C70-0F1015268FC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2517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508AC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8" name="Freeform 4457">
                    <a:extLst>
                      <a:ext uri="{FF2B5EF4-FFF2-40B4-BE49-F238E27FC236}">
                        <a16:creationId xmlns:a16="http://schemas.microsoft.com/office/drawing/2014/main" id="{5813788D-149F-4363-5907-A305C00CBB4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81187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558DC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9" name="Freeform 4458">
                    <a:extLst>
                      <a:ext uri="{FF2B5EF4-FFF2-40B4-BE49-F238E27FC236}">
                        <a16:creationId xmlns:a16="http://schemas.microsoft.com/office/drawing/2014/main" id="{B87C505B-D24F-50E4-FC40-E75181B2586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9857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5A90C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0" name="Freeform 4459">
                    <a:extLst>
                      <a:ext uri="{FF2B5EF4-FFF2-40B4-BE49-F238E27FC236}">
                        <a16:creationId xmlns:a16="http://schemas.microsoft.com/office/drawing/2014/main" id="{7BC1883A-6895-80E7-9856-98603A08C38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8528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5E93C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1" name="Freeform 4460">
                    <a:extLst>
                      <a:ext uri="{FF2B5EF4-FFF2-40B4-BE49-F238E27FC236}">
                        <a16:creationId xmlns:a16="http://schemas.microsoft.com/office/drawing/2014/main" id="{50B025D6-FB5C-14E9-7653-CE327A8577A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7198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6396C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2" name="Freeform 4461">
                    <a:extLst>
                      <a:ext uri="{FF2B5EF4-FFF2-40B4-BE49-F238E27FC236}">
                        <a16:creationId xmlns:a16="http://schemas.microsoft.com/office/drawing/2014/main" id="{E33F2D60-DAA6-FFA0-DBB5-3DA755B2F81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5868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6799C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3" name="Freeform 4462">
                    <a:extLst>
                      <a:ext uri="{FF2B5EF4-FFF2-40B4-BE49-F238E27FC236}">
                        <a16:creationId xmlns:a16="http://schemas.microsoft.com/office/drawing/2014/main" id="{B9CAD164-4DF5-B4E9-4F3E-AD9782E9F7A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4538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6C9DC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4" name="Freeform 4463">
                    <a:extLst>
                      <a:ext uri="{FF2B5EF4-FFF2-40B4-BE49-F238E27FC236}">
                        <a16:creationId xmlns:a16="http://schemas.microsoft.com/office/drawing/2014/main" id="{BD716D1F-99FB-7E78-04F3-AD6A829C17F2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3209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71A0C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5" name="Freeform 4464">
                    <a:extLst>
                      <a:ext uri="{FF2B5EF4-FFF2-40B4-BE49-F238E27FC236}">
                        <a16:creationId xmlns:a16="http://schemas.microsoft.com/office/drawing/2014/main" id="{2C8E40F0-F602-32D3-7FEA-51C2E2025149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1879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75A3C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6" name="Freeform 4465">
                    <a:extLst>
                      <a:ext uri="{FF2B5EF4-FFF2-40B4-BE49-F238E27FC236}">
                        <a16:creationId xmlns:a16="http://schemas.microsoft.com/office/drawing/2014/main" id="{6EC413D1-67A4-0626-1A81-B9919213411B}"/>
                      </a:ext>
                    </a:extLst>
                  </p:cNvPr>
                  <p:cNvSpPr/>
                  <p:nvPr/>
                </p:nvSpPr>
                <p:spPr>
                  <a:xfrm>
                    <a:off x="3758863" y="470549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7AA6D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7" name="Freeform 4466">
                    <a:extLst>
                      <a:ext uri="{FF2B5EF4-FFF2-40B4-BE49-F238E27FC236}">
                        <a16:creationId xmlns:a16="http://schemas.microsoft.com/office/drawing/2014/main" id="{57B94182-08CC-14DD-4B7E-342F645D0F3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9219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7FA9D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8" name="Freeform 4467">
                    <a:extLst>
                      <a:ext uri="{FF2B5EF4-FFF2-40B4-BE49-F238E27FC236}">
                        <a16:creationId xmlns:a16="http://schemas.microsoft.com/office/drawing/2014/main" id="{4E0B4484-0D3A-F4D2-6F47-5572D54A549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7889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83ACD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9" name="Freeform 4468">
                    <a:extLst>
                      <a:ext uri="{FF2B5EF4-FFF2-40B4-BE49-F238E27FC236}">
                        <a16:creationId xmlns:a16="http://schemas.microsoft.com/office/drawing/2014/main" id="{984A3016-1099-4CD1-24A4-F4AF2924C7D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6560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88AFD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0" name="Freeform 4469">
                    <a:extLst>
                      <a:ext uri="{FF2B5EF4-FFF2-40B4-BE49-F238E27FC236}">
                        <a16:creationId xmlns:a16="http://schemas.microsoft.com/office/drawing/2014/main" id="{1282B0BD-881F-D16D-417F-8FCFD538C04F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5230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8DB2D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1" name="Freeform 4470">
                    <a:extLst>
                      <a:ext uri="{FF2B5EF4-FFF2-40B4-BE49-F238E27FC236}">
                        <a16:creationId xmlns:a16="http://schemas.microsoft.com/office/drawing/2014/main" id="{0E8E1DFC-15DB-1150-73C9-B4C6DE303351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3900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1 h 18980"/>
                      <a:gd name="csX3" fmla="*/ 0 w 127000"/>
                      <a:gd name="csY3" fmla="*/ 18981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1"/>
                        </a:lnTo>
                        <a:lnTo>
                          <a:pt x="0" y="18981"/>
                        </a:lnTo>
                        <a:close/>
                      </a:path>
                    </a:pathLst>
                  </a:custGeom>
                  <a:solidFill>
                    <a:srgbClr val="91B5D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2" name="Freeform 4471">
                    <a:extLst>
                      <a:ext uri="{FF2B5EF4-FFF2-40B4-BE49-F238E27FC236}">
                        <a16:creationId xmlns:a16="http://schemas.microsoft.com/office/drawing/2014/main" id="{AD6A7127-F775-5748-1EEC-D0C0A5DE94C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2570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96B9D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3" name="Freeform 4472">
                    <a:extLst>
                      <a:ext uri="{FF2B5EF4-FFF2-40B4-BE49-F238E27FC236}">
                        <a16:creationId xmlns:a16="http://schemas.microsoft.com/office/drawing/2014/main" id="{13998007-8DCD-59EB-F146-B4B4CFEDD57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61241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9BBCD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4" name="Freeform 4473">
                    <a:extLst>
                      <a:ext uri="{FF2B5EF4-FFF2-40B4-BE49-F238E27FC236}">
                        <a16:creationId xmlns:a16="http://schemas.microsoft.com/office/drawing/2014/main" id="{97E965B2-6271-BC83-20CB-9486A852784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9911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9FBFD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5" name="Freeform 4474">
                    <a:extLst>
                      <a:ext uri="{FF2B5EF4-FFF2-40B4-BE49-F238E27FC236}">
                        <a16:creationId xmlns:a16="http://schemas.microsoft.com/office/drawing/2014/main" id="{F3EF51BD-D11A-D117-80A2-6309FFC5DB87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8581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A4C2D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6" name="Freeform 4475">
                    <a:extLst>
                      <a:ext uri="{FF2B5EF4-FFF2-40B4-BE49-F238E27FC236}">
                        <a16:creationId xmlns:a16="http://schemas.microsoft.com/office/drawing/2014/main" id="{FF0615F4-E9F0-BE81-F630-C8D485F8519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7251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A9C5E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7" name="Freeform 4476">
                    <a:extLst>
                      <a:ext uri="{FF2B5EF4-FFF2-40B4-BE49-F238E27FC236}">
                        <a16:creationId xmlns:a16="http://schemas.microsoft.com/office/drawing/2014/main" id="{044FA511-FD8D-C4A1-B5A2-437D071C213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5921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ADC8E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8" name="Freeform 4477">
                    <a:extLst>
                      <a:ext uri="{FF2B5EF4-FFF2-40B4-BE49-F238E27FC236}">
                        <a16:creationId xmlns:a16="http://schemas.microsoft.com/office/drawing/2014/main" id="{F3EC6A84-A165-9656-7465-B06677F58FB4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4592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B2CBE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9" name="Freeform 4478">
                    <a:extLst>
                      <a:ext uri="{FF2B5EF4-FFF2-40B4-BE49-F238E27FC236}">
                        <a16:creationId xmlns:a16="http://schemas.microsoft.com/office/drawing/2014/main" id="{89DE3738-26B2-AEE0-7B6D-475B9E02456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3262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B6CEE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0" name="Freeform 4479">
                    <a:extLst>
                      <a:ext uri="{FF2B5EF4-FFF2-40B4-BE49-F238E27FC236}">
                        <a16:creationId xmlns:a16="http://schemas.microsoft.com/office/drawing/2014/main" id="{4D5F5E4C-6817-26BC-8D5D-D380503AC22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1932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BBD1E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1" name="Freeform 4480">
                    <a:extLst>
                      <a:ext uri="{FF2B5EF4-FFF2-40B4-BE49-F238E27FC236}">
                        <a16:creationId xmlns:a16="http://schemas.microsoft.com/office/drawing/2014/main" id="{B18CD7DB-31A7-0B6F-B12D-581F5684DF12}"/>
                      </a:ext>
                    </a:extLst>
                  </p:cNvPr>
                  <p:cNvSpPr/>
                  <p:nvPr/>
                </p:nvSpPr>
                <p:spPr>
                  <a:xfrm>
                    <a:off x="3758863" y="450602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C0D5E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2" name="Freeform 4481">
                    <a:extLst>
                      <a:ext uri="{FF2B5EF4-FFF2-40B4-BE49-F238E27FC236}">
                        <a16:creationId xmlns:a16="http://schemas.microsoft.com/office/drawing/2014/main" id="{341FE9EC-E44A-8AD1-55FD-2B12D9CDD15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9273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C4D8E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3" name="Freeform 4482">
                    <a:extLst>
                      <a:ext uri="{FF2B5EF4-FFF2-40B4-BE49-F238E27FC236}">
                        <a16:creationId xmlns:a16="http://schemas.microsoft.com/office/drawing/2014/main" id="{0208FEC6-AAE7-4328-3E92-B353022368E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7943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C9DBE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4" name="Freeform 4483">
                    <a:extLst>
                      <a:ext uri="{FF2B5EF4-FFF2-40B4-BE49-F238E27FC236}">
                        <a16:creationId xmlns:a16="http://schemas.microsoft.com/office/drawing/2014/main" id="{B78A73BD-FB0F-BFAE-0216-AAFCC48F423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6613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CEDEE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5" name="Freeform 4484">
                    <a:extLst>
                      <a:ext uri="{FF2B5EF4-FFF2-40B4-BE49-F238E27FC236}">
                        <a16:creationId xmlns:a16="http://schemas.microsoft.com/office/drawing/2014/main" id="{B5FC904A-DA12-13AA-F259-A5FE9EBB1313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5283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2E1E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6" name="Freeform 4485">
                    <a:extLst>
                      <a:ext uri="{FF2B5EF4-FFF2-40B4-BE49-F238E27FC236}">
                        <a16:creationId xmlns:a16="http://schemas.microsoft.com/office/drawing/2014/main" id="{CF2501BE-1CBC-719A-10C7-E52DB5CD8A2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3954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7E4F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7" name="Freeform 4486">
                    <a:extLst>
                      <a:ext uri="{FF2B5EF4-FFF2-40B4-BE49-F238E27FC236}">
                        <a16:creationId xmlns:a16="http://schemas.microsoft.com/office/drawing/2014/main" id="{86D5934C-DF6B-8261-1707-F4E42D0D213F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2624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CE7F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8" name="Freeform 4487">
                    <a:extLst>
                      <a:ext uri="{FF2B5EF4-FFF2-40B4-BE49-F238E27FC236}">
                        <a16:creationId xmlns:a16="http://schemas.microsoft.com/office/drawing/2014/main" id="{8D6328A4-88AE-8BB2-053B-86F78BD3BAEF}"/>
                      </a:ext>
                    </a:extLst>
                  </p:cNvPr>
                  <p:cNvSpPr/>
                  <p:nvPr/>
                </p:nvSpPr>
                <p:spPr>
                  <a:xfrm>
                    <a:off x="3758863" y="441294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0EAF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89" name="Freeform 4488">
                    <a:extLst>
                      <a:ext uri="{FF2B5EF4-FFF2-40B4-BE49-F238E27FC236}">
                        <a16:creationId xmlns:a16="http://schemas.microsoft.com/office/drawing/2014/main" id="{F7E8E3AC-3F46-A8CD-A8AC-C11AC8E48B10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9964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5EDF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0" name="Freeform 4489">
                    <a:extLst>
                      <a:ext uri="{FF2B5EF4-FFF2-40B4-BE49-F238E27FC236}">
                        <a16:creationId xmlns:a16="http://schemas.microsoft.com/office/drawing/2014/main" id="{8BA071E7-DC6C-76AE-FC8A-5280C615CE4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8634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AF1F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1" name="Freeform 4490">
                    <a:extLst>
                      <a:ext uri="{FF2B5EF4-FFF2-40B4-BE49-F238E27FC236}">
                        <a16:creationId xmlns:a16="http://schemas.microsoft.com/office/drawing/2014/main" id="{0F415E0E-BB00-8BF3-1448-490273BF00E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7305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EF4F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2" name="Freeform 4491">
                    <a:extLst>
                      <a:ext uri="{FF2B5EF4-FFF2-40B4-BE49-F238E27FC236}">
                        <a16:creationId xmlns:a16="http://schemas.microsoft.com/office/drawing/2014/main" id="{1EDA826B-1662-9737-E434-F113E5503334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5975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3F7F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3" name="Freeform 4492">
                    <a:extLst>
                      <a:ext uri="{FF2B5EF4-FFF2-40B4-BE49-F238E27FC236}">
                        <a16:creationId xmlns:a16="http://schemas.microsoft.com/office/drawing/2014/main" id="{BB099C43-52EB-C4CB-DFCB-07DF4979AE90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4645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8FAF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4" name="Freeform 4493">
                    <a:extLst>
                      <a:ext uri="{FF2B5EF4-FFF2-40B4-BE49-F238E27FC236}">
                        <a16:creationId xmlns:a16="http://schemas.microsoft.com/office/drawing/2014/main" id="{92BF595C-C124-8469-C21A-7562D4E109D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3315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CFDF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5" name="Freeform 4494">
                    <a:extLst>
                      <a:ext uri="{FF2B5EF4-FFF2-40B4-BE49-F238E27FC236}">
                        <a16:creationId xmlns:a16="http://schemas.microsoft.com/office/drawing/2014/main" id="{A8399AA5-1157-9AE0-A238-4F543E9586D7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1986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EFCF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6" name="Freeform 4495">
                    <a:extLst>
                      <a:ext uri="{FF2B5EF4-FFF2-40B4-BE49-F238E27FC236}">
                        <a16:creationId xmlns:a16="http://schemas.microsoft.com/office/drawing/2014/main" id="{3609F6B8-9934-8982-E517-F36F7B29691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30656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DF7F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7" name="Freeform 4496">
                    <a:extLst>
                      <a:ext uri="{FF2B5EF4-FFF2-40B4-BE49-F238E27FC236}">
                        <a16:creationId xmlns:a16="http://schemas.microsoft.com/office/drawing/2014/main" id="{8542D993-9A95-EDE1-BAC1-EE4125B3E547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9326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DF2F2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8" name="Freeform 4497">
                    <a:extLst>
                      <a:ext uri="{FF2B5EF4-FFF2-40B4-BE49-F238E27FC236}">
                        <a16:creationId xmlns:a16="http://schemas.microsoft.com/office/drawing/2014/main" id="{A7E9E100-7335-4AE8-817E-F8942B07F5CF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7996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CEDED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99" name="Freeform 4498">
                    <a:extLst>
                      <a:ext uri="{FF2B5EF4-FFF2-40B4-BE49-F238E27FC236}">
                        <a16:creationId xmlns:a16="http://schemas.microsoft.com/office/drawing/2014/main" id="{181D7E34-BBF1-D611-8E0F-AA450B4360C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6667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BE8E8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0" name="Freeform 4499">
                    <a:extLst>
                      <a:ext uri="{FF2B5EF4-FFF2-40B4-BE49-F238E27FC236}">
                        <a16:creationId xmlns:a16="http://schemas.microsoft.com/office/drawing/2014/main" id="{2F5E1614-7C95-DBCF-97B7-8DEC8A814538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5337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BE3E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1" name="Freeform 4500">
                    <a:extLst>
                      <a:ext uri="{FF2B5EF4-FFF2-40B4-BE49-F238E27FC236}">
                        <a16:creationId xmlns:a16="http://schemas.microsoft.com/office/drawing/2014/main" id="{BC009AA1-0B1E-12F4-B443-A818797C00A9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4007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ADED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2" name="Freeform 4501">
                    <a:extLst>
                      <a:ext uri="{FF2B5EF4-FFF2-40B4-BE49-F238E27FC236}">
                        <a16:creationId xmlns:a16="http://schemas.microsoft.com/office/drawing/2014/main" id="{668EA004-289C-35FE-DBE6-772FDFCC1CD7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2677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9D9DA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3" name="Freeform 4502">
                    <a:extLst>
                      <a:ext uri="{FF2B5EF4-FFF2-40B4-BE49-F238E27FC236}">
                        <a16:creationId xmlns:a16="http://schemas.microsoft.com/office/drawing/2014/main" id="{C9CDA14D-0682-966A-78DE-C5A572F5A62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1347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8D4D5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4" name="Freeform 4503">
                    <a:extLst>
                      <a:ext uri="{FF2B5EF4-FFF2-40B4-BE49-F238E27FC236}">
                        <a16:creationId xmlns:a16="http://schemas.microsoft.com/office/drawing/2014/main" id="{6B754298-10BC-E81E-3891-1F60C299CADC}"/>
                      </a:ext>
                    </a:extLst>
                  </p:cNvPr>
                  <p:cNvSpPr/>
                  <p:nvPr/>
                </p:nvSpPr>
                <p:spPr>
                  <a:xfrm>
                    <a:off x="3758863" y="420018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8CFD0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5" name="Freeform 4504">
                    <a:extLst>
                      <a:ext uri="{FF2B5EF4-FFF2-40B4-BE49-F238E27FC236}">
                        <a16:creationId xmlns:a16="http://schemas.microsoft.com/office/drawing/2014/main" id="{8B10EBE6-C464-15A4-29D8-C3EE5514F3C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8688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7C9C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6" name="Freeform 4505">
                    <a:extLst>
                      <a:ext uri="{FF2B5EF4-FFF2-40B4-BE49-F238E27FC236}">
                        <a16:creationId xmlns:a16="http://schemas.microsoft.com/office/drawing/2014/main" id="{CC3A6E4D-5D62-EB0A-4902-1DAAFA33A6A4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7358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6C4C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7" name="Freeform 4506">
                    <a:extLst>
                      <a:ext uri="{FF2B5EF4-FFF2-40B4-BE49-F238E27FC236}">
                        <a16:creationId xmlns:a16="http://schemas.microsoft.com/office/drawing/2014/main" id="{8778DE9F-D759-CE9D-B816-C600120BA9CF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6028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6BFC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8" name="Freeform 4507">
                    <a:extLst>
                      <a:ext uri="{FF2B5EF4-FFF2-40B4-BE49-F238E27FC236}">
                        <a16:creationId xmlns:a16="http://schemas.microsoft.com/office/drawing/2014/main" id="{D78652E4-6D76-4457-A3C8-EA25DC07D7A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4699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5BAB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09" name="Freeform 4508">
                    <a:extLst>
                      <a:ext uri="{FF2B5EF4-FFF2-40B4-BE49-F238E27FC236}">
                        <a16:creationId xmlns:a16="http://schemas.microsoft.com/office/drawing/2014/main" id="{C1D9D72B-BB70-8B98-52D2-E3465725516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3369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4B5B7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0" name="Freeform 4509">
                    <a:extLst>
                      <a:ext uri="{FF2B5EF4-FFF2-40B4-BE49-F238E27FC236}">
                        <a16:creationId xmlns:a16="http://schemas.microsoft.com/office/drawing/2014/main" id="{727B4EA0-EC83-0657-EAC2-A1B9B2C17D5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2039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4B0B2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1" name="Freeform 4510">
                    <a:extLst>
                      <a:ext uri="{FF2B5EF4-FFF2-40B4-BE49-F238E27FC236}">
                        <a16:creationId xmlns:a16="http://schemas.microsoft.com/office/drawing/2014/main" id="{4E6E7E2E-CE3F-1B39-FEDA-36C154F47FD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10709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3ABAD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2" name="Freeform 4511">
                    <a:extLst>
                      <a:ext uri="{FF2B5EF4-FFF2-40B4-BE49-F238E27FC236}">
                        <a16:creationId xmlns:a16="http://schemas.microsoft.com/office/drawing/2014/main" id="{81B15823-B606-CFEF-8B5B-38A01A386D4B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9380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2A6A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3" name="Freeform 4512">
                    <a:extLst>
                      <a:ext uri="{FF2B5EF4-FFF2-40B4-BE49-F238E27FC236}">
                        <a16:creationId xmlns:a16="http://schemas.microsoft.com/office/drawing/2014/main" id="{7FD1C75B-D15F-F728-5049-0C17E3DAEE8E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8050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1A1A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4" name="Freeform 4513">
                    <a:extLst>
                      <a:ext uri="{FF2B5EF4-FFF2-40B4-BE49-F238E27FC236}">
                        <a16:creationId xmlns:a16="http://schemas.microsoft.com/office/drawing/2014/main" id="{915F9076-6CC4-34B1-4F29-78CF58B99596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6720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19C9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5" name="Freeform 4514">
                    <a:extLst>
                      <a:ext uri="{FF2B5EF4-FFF2-40B4-BE49-F238E27FC236}">
                        <a16:creationId xmlns:a16="http://schemas.microsoft.com/office/drawing/2014/main" id="{5685B4EF-C76F-DC39-05CF-438EEEB8045B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5390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F0979A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6" name="Freeform 4515">
                    <a:extLst>
                      <a:ext uri="{FF2B5EF4-FFF2-40B4-BE49-F238E27FC236}">
                        <a16:creationId xmlns:a16="http://schemas.microsoft.com/office/drawing/2014/main" id="{E8B8D235-123B-F498-5513-AF74AF73DDAE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4060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F9295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7" name="Freeform 4516">
                    <a:extLst>
                      <a:ext uri="{FF2B5EF4-FFF2-40B4-BE49-F238E27FC236}">
                        <a16:creationId xmlns:a16="http://schemas.microsoft.com/office/drawing/2014/main" id="{DACACD02-AB6C-9669-0D06-2ED55ED7EDA5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2731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F8D90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8" name="Freeform 4517">
                    <a:extLst>
                      <a:ext uri="{FF2B5EF4-FFF2-40B4-BE49-F238E27FC236}">
                        <a16:creationId xmlns:a16="http://schemas.microsoft.com/office/drawing/2014/main" id="{A5CD6C7E-F84D-60AC-785B-31CA3A2BC0BA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1401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E888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19" name="Freeform 4518">
                    <a:extLst>
                      <a:ext uri="{FF2B5EF4-FFF2-40B4-BE49-F238E27FC236}">
                        <a16:creationId xmlns:a16="http://schemas.microsoft.com/office/drawing/2014/main" id="{117263AD-3368-652F-4876-1F0951C5EC72}"/>
                      </a:ext>
                    </a:extLst>
                  </p:cNvPr>
                  <p:cNvSpPr/>
                  <p:nvPr/>
                </p:nvSpPr>
                <p:spPr>
                  <a:xfrm>
                    <a:off x="3758863" y="400071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D838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0" name="Freeform 4519">
                    <a:extLst>
                      <a:ext uri="{FF2B5EF4-FFF2-40B4-BE49-F238E27FC236}">
                        <a16:creationId xmlns:a16="http://schemas.microsoft.com/office/drawing/2014/main" id="{8D3E44E9-B601-D39E-EB3F-926987BE8401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8741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C7E8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1" name="Freeform 4520">
                    <a:extLst>
                      <a:ext uri="{FF2B5EF4-FFF2-40B4-BE49-F238E27FC236}">
                        <a16:creationId xmlns:a16="http://schemas.microsoft.com/office/drawing/2014/main" id="{E854B674-57D6-C3F9-BB25-909B1B00C367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7412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C797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2" name="Freeform 4521">
                    <a:extLst>
                      <a:ext uri="{FF2B5EF4-FFF2-40B4-BE49-F238E27FC236}">
                        <a16:creationId xmlns:a16="http://schemas.microsoft.com/office/drawing/2014/main" id="{144D32F4-D026-D181-3442-E41B64E4C7C3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6082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B7478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3" name="Freeform 4522">
                    <a:extLst>
                      <a:ext uri="{FF2B5EF4-FFF2-40B4-BE49-F238E27FC236}">
                        <a16:creationId xmlns:a16="http://schemas.microsoft.com/office/drawing/2014/main" id="{0E3B1B70-4F48-FC43-A3E9-604E84E3011A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4752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A6F7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4" name="Freeform 4523">
                    <a:extLst>
                      <a:ext uri="{FF2B5EF4-FFF2-40B4-BE49-F238E27FC236}">
                        <a16:creationId xmlns:a16="http://schemas.microsoft.com/office/drawing/2014/main" id="{E16C2B6C-EF87-9B70-B7C0-9F5A6B689AC4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3422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A6A6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5" name="Freeform 4524">
                    <a:extLst>
                      <a:ext uri="{FF2B5EF4-FFF2-40B4-BE49-F238E27FC236}">
                        <a16:creationId xmlns:a16="http://schemas.microsoft.com/office/drawing/2014/main" id="{79431D50-8356-D6F6-E412-3DDAE067C867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2092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9646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6" name="Freeform 4525">
                    <a:extLst>
                      <a:ext uri="{FF2B5EF4-FFF2-40B4-BE49-F238E27FC236}">
                        <a16:creationId xmlns:a16="http://schemas.microsoft.com/office/drawing/2014/main" id="{4DFB8E3C-6D21-F1DB-44D4-964F21D5A44D}"/>
                      </a:ext>
                    </a:extLst>
                  </p:cNvPr>
                  <p:cNvSpPr/>
                  <p:nvPr/>
                </p:nvSpPr>
                <p:spPr>
                  <a:xfrm>
                    <a:off x="3758863" y="390763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85F6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7" name="Freeform 4526">
                    <a:extLst>
                      <a:ext uri="{FF2B5EF4-FFF2-40B4-BE49-F238E27FC236}">
                        <a16:creationId xmlns:a16="http://schemas.microsoft.com/office/drawing/2014/main" id="{15A66971-59B4-4561-5BB8-FA9FECA076F6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9433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85A5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8" name="Freeform 4527">
                    <a:extLst>
                      <a:ext uri="{FF2B5EF4-FFF2-40B4-BE49-F238E27FC236}">
                        <a16:creationId xmlns:a16="http://schemas.microsoft.com/office/drawing/2014/main" id="{012DD7E5-47ED-41FB-886E-F17434FC4281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8103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7555A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9" name="Freeform 4528">
                    <a:extLst>
                      <a:ext uri="{FF2B5EF4-FFF2-40B4-BE49-F238E27FC236}">
                        <a16:creationId xmlns:a16="http://schemas.microsoft.com/office/drawing/2014/main" id="{2796E6C9-4F28-7DC0-AB79-868AED171D77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6773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65055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0" name="Freeform 4529">
                    <a:extLst>
                      <a:ext uri="{FF2B5EF4-FFF2-40B4-BE49-F238E27FC236}">
                        <a16:creationId xmlns:a16="http://schemas.microsoft.com/office/drawing/2014/main" id="{42021FEA-4618-42D9-D326-AC0A48C758B9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5444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54B50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1" name="Freeform 4530">
                    <a:extLst>
                      <a:ext uri="{FF2B5EF4-FFF2-40B4-BE49-F238E27FC236}">
                        <a16:creationId xmlns:a16="http://schemas.microsoft.com/office/drawing/2014/main" id="{806371EC-70FC-BB63-D631-06AE03BEA549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4114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5464B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2" name="Freeform 4531">
                    <a:extLst>
                      <a:ext uri="{FF2B5EF4-FFF2-40B4-BE49-F238E27FC236}">
                        <a16:creationId xmlns:a16="http://schemas.microsoft.com/office/drawing/2014/main" id="{C0FB7CC9-FD6C-9CEF-D672-041994285FD0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27845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44146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3" name="Freeform 4532">
                    <a:extLst>
                      <a:ext uri="{FF2B5EF4-FFF2-40B4-BE49-F238E27FC236}">
                        <a16:creationId xmlns:a16="http://schemas.microsoft.com/office/drawing/2014/main" id="{D75F3B2B-AAC2-0E66-5CBD-9839D33BA2D1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1454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33C41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4" name="Freeform 4533">
                    <a:extLst>
                      <a:ext uri="{FF2B5EF4-FFF2-40B4-BE49-F238E27FC236}">
                        <a16:creationId xmlns:a16="http://schemas.microsoft.com/office/drawing/2014/main" id="{DAA8BB8B-EC9A-D51E-2174-0721528C21CC}"/>
                      </a:ext>
                    </a:extLst>
                  </p:cNvPr>
                  <p:cNvSpPr/>
                  <p:nvPr/>
                </p:nvSpPr>
                <p:spPr>
                  <a:xfrm>
                    <a:off x="3758863" y="380124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3373D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5" name="Freeform 4534">
                    <a:extLst>
                      <a:ext uri="{FF2B5EF4-FFF2-40B4-BE49-F238E27FC236}">
                        <a16:creationId xmlns:a16="http://schemas.microsoft.com/office/drawing/2014/main" id="{EC3E27AB-A31D-A956-0E40-F05ED68BDE64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87952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23238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6" name="Freeform 4535">
                    <a:extLst>
                      <a:ext uri="{FF2B5EF4-FFF2-40B4-BE49-F238E27FC236}">
                        <a16:creationId xmlns:a16="http://schemas.microsoft.com/office/drawing/2014/main" id="{EF4A2921-3008-9335-8E7A-A8048454DF17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7465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12D33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7" name="Freeform 4536">
                    <a:extLst>
                      <a:ext uri="{FF2B5EF4-FFF2-40B4-BE49-F238E27FC236}">
                        <a16:creationId xmlns:a16="http://schemas.microsoft.com/office/drawing/2014/main" id="{940EA941-518B-3CD7-1990-E925212AC6F6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61357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0282E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8" name="Freeform 4537">
                    <a:extLst>
                      <a:ext uri="{FF2B5EF4-FFF2-40B4-BE49-F238E27FC236}">
                        <a16:creationId xmlns:a16="http://schemas.microsoft.com/office/drawing/2014/main" id="{2FC7D5AE-AC91-9F17-B2D1-BBF7A59F6ED3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48059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E0232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9" name="Freeform 4538">
                    <a:extLst>
                      <a:ext uri="{FF2B5EF4-FFF2-40B4-BE49-F238E27FC236}">
                        <a16:creationId xmlns:a16="http://schemas.microsoft.com/office/drawing/2014/main" id="{178D8C16-D270-27F5-8A3F-3A664B4E0527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34761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F1E24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0" name="Freeform 4539">
                    <a:extLst>
                      <a:ext uri="{FF2B5EF4-FFF2-40B4-BE49-F238E27FC236}">
                        <a16:creationId xmlns:a16="http://schemas.microsoft.com/office/drawing/2014/main" id="{7E825665-8541-0ADA-E73D-C0737DF56F7A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21464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E191F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1" name="Freeform 4540">
                    <a:extLst>
                      <a:ext uri="{FF2B5EF4-FFF2-40B4-BE49-F238E27FC236}">
                        <a16:creationId xmlns:a16="http://schemas.microsoft.com/office/drawing/2014/main" id="{E4A8D264-BC7A-21C0-8225-068F3B6BD3BB}"/>
                      </a:ext>
                    </a:extLst>
                  </p:cNvPr>
                  <p:cNvSpPr/>
                  <p:nvPr/>
                </p:nvSpPr>
                <p:spPr>
                  <a:xfrm>
                    <a:off x="3758863" y="3708166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E141A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2" name="Freeform 4541">
                    <a:extLst>
                      <a:ext uri="{FF2B5EF4-FFF2-40B4-BE49-F238E27FC236}">
                        <a16:creationId xmlns:a16="http://schemas.microsoft.com/office/drawing/2014/main" id="{D52217FB-D8D0-CBFA-59A8-8599219AA1BA}"/>
                      </a:ext>
                    </a:extLst>
                  </p:cNvPr>
                  <p:cNvSpPr/>
                  <p:nvPr/>
                </p:nvSpPr>
                <p:spPr>
                  <a:xfrm>
                    <a:off x="3758863" y="3694868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D0F15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3" name="Freeform 4542">
                    <a:extLst>
                      <a:ext uri="{FF2B5EF4-FFF2-40B4-BE49-F238E27FC236}">
                        <a16:creationId xmlns:a16="http://schemas.microsoft.com/office/drawing/2014/main" id="{B8B04736-63B4-46E8-7525-462FAC16596A}"/>
                      </a:ext>
                    </a:extLst>
                  </p:cNvPr>
                  <p:cNvSpPr/>
                  <p:nvPr/>
                </p:nvSpPr>
                <p:spPr>
                  <a:xfrm>
                    <a:off x="3758863" y="3681570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C0A10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4" name="Freeform 4543">
                    <a:extLst>
                      <a:ext uri="{FF2B5EF4-FFF2-40B4-BE49-F238E27FC236}">
                        <a16:creationId xmlns:a16="http://schemas.microsoft.com/office/drawing/2014/main" id="{D7814444-FE95-510A-D3BE-2466A96D3EE8}"/>
                      </a:ext>
                    </a:extLst>
                  </p:cNvPr>
                  <p:cNvSpPr/>
                  <p:nvPr/>
                </p:nvSpPr>
                <p:spPr>
                  <a:xfrm>
                    <a:off x="3758863" y="3668273"/>
                    <a:ext cx="127000" cy="13297"/>
                  </a:xfrm>
                  <a:custGeom>
                    <a:avLst/>
                    <a:gdLst>
                      <a:gd name="csX0" fmla="*/ 0 w 127000"/>
                      <a:gd name="csY0" fmla="*/ 0 h 18980"/>
                      <a:gd name="csX1" fmla="*/ 127000 w 127000"/>
                      <a:gd name="csY1" fmla="*/ 0 h 18980"/>
                      <a:gd name="csX2" fmla="*/ 127000 w 127000"/>
                      <a:gd name="csY2" fmla="*/ 18980 h 18980"/>
                      <a:gd name="csX3" fmla="*/ 0 w 127000"/>
                      <a:gd name="csY3" fmla="*/ 18980 h 189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27000" h="18980">
                        <a:moveTo>
                          <a:pt x="0" y="0"/>
                        </a:moveTo>
                        <a:lnTo>
                          <a:pt x="127000" y="0"/>
                        </a:lnTo>
                        <a:lnTo>
                          <a:pt x="127000" y="18980"/>
                        </a:lnTo>
                        <a:lnTo>
                          <a:pt x="0" y="18980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5" name="TextBox 4544">
                    <a:extLst>
                      <a:ext uri="{FF2B5EF4-FFF2-40B4-BE49-F238E27FC236}">
                        <a16:creationId xmlns:a16="http://schemas.microsoft.com/office/drawing/2014/main" id="{0BBB27C6-018F-8BF4-9C7F-E6F36BEC66A7}"/>
                      </a:ext>
                    </a:extLst>
                  </p:cNvPr>
                  <p:cNvSpPr txBox="1"/>
                  <p:nvPr/>
                </p:nvSpPr>
                <p:spPr>
                  <a:xfrm>
                    <a:off x="3849495" y="4863169"/>
                    <a:ext cx="287259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-2</a:t>
                    </a:r>
                  </a:p>
                </p:txBody>
              </p:sp>
              <p:sp>
                <p:nvSpPr>
                  <p:cNvPr id="4546" name="TextBox 4545">
                    <a:extLst>
                      <a:ext uri="{FF2B5EF4-FFF2-40B4-BE49-F238E27FC236}">
                        <a16:creationId xmlns:a16="http://schemas.microsoft.com/office/drawing/2014/main" id="{3FF90C8F-911F-8A7A-C0D2-347E41D60F90}"/>
                      </a:ext>
                    </a:extLst>
                  </p:cNvPr>
                  <p:cNvSpPr txBox="1"/>
                  <p:nvPr/>
                </p:nvSpPr>
                <p:spPr>
                  <a:xfrm>
                    <a:off x="3849495" y="4554042"/>
                    <a:ext cx="287259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-1</a:t>
                    </a:r>
                  </a:p>
                </p:txBody>
              </p:sp>
              <p:sp>
                <p:nvSpPr>
                  <p:cNvPr id="4547" name="TextBox 4546">
                    <a:extLst>
                      <a:ext uri="{FF2B5EF4-FFF2-40B4-BE49-F238E27FC236}">
                        <a16:creationId xmlns:a16="http://schemas.microsoft.com/office/drawing/2014/main" id="{217F7605-5B0F-24A9-0A89-CD7CCBF927FE}"/>
                      </a:ext>
                    </a:extLst>
                  </p:cNvPr>
                  <p:cNvSpPr txBox="1"/>
                  <p:nvPr/>
                </p:nvSpPr>
                <p:spPr>
                  <a:xfrm>
                    <a:off x="3847585" y="4221599"/>
                    <a:ext cx="248787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</a:t>
                    </a:r>
                  </a:p>
                </p:txBody>
              </p:sp>
              <p:sp>
                <p:nvSpPr>
                  <p:cNvPr id="4548" name="TextBox 4547">
                    <a:extLst>
                      <a:ext uri="{FF2B5EF4-FFF2-40B4-BE49-F238E27FC236}">
                        <a16:creationId xmlns:a16="http://schemas.microsoft.com/office/drawing/2014/main" id="{39C88B3E-AAB3-6CE5-0660-A82ABA630A8F}"/>
                      </a:ext>
                    </a:extLst>
                  </p:cNvPr>
                  <p:cNvSpPr txBox="1"/>
                  <p:nvPr/>
                </p:nvSpPr>
                <p:spPr>
                  <a:xfrm>
                    <a:off x="3847585" y="3889156"/>
                    <a:ext cx="248787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</a:t>
                    </a:r>
                  </a:p>
                </p:txBody>
              </p:sp>
              <p:sp>
                <p:nvSpPr>
                  <p:cNvPr id="4549" name="TextBox 4548">
                    <a:extLst>
                      <a:ext uri="{FF2B5EF4-FFF2-40B4-BE49-F238E27FC236}">
                        <a16:creationId xmlns:a16="http://schemas.microsoft.com/office/drawing/2014/main" id="{256B6608-4286-0472-1B54-6FFF5E70E1CC}"/>
                      </a:ext>
                    </a:extLst>
                  </p:cNvPr>
                  <p:cNvSpPr txBox="1"/>
                  <p:nvPr/>
                </p:nvSpPr>
                <p:spPr>
                  <a:xfrm>
                    <a:off x="3847585" y="3609174"/>
                    <a:ext cx="248787" cy="210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9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</a:t>
                    </a:r>
                  </a:p>
                </p:txBody>
              </p:sp>
            </p:grpSp>
            <p:sp>
              <p:nvSpPr>
                <p:cNvPr id="4424" name="TextBox 4423">
                  <a:extLst>
                    <a:ext uri="{FF2B5EF4-FFF2-40B4-BE49-F238E27FC236}">
                      <a16:creationId xmlns:a16="http://schemas.microsoft.com/office/drawing/2014/main" id="{37FB7958-D7C2-D1F7-1D9E-731DF572EE7B}"/>
                    </a:ext>
                  </a:extLst>
                </p:cNvPr>
                <p:cNvSpPr txBox="1"/>
                <p:nvPr/>
              </p:nvSpPr>
              <p:spPr>
                <a:xfrm>
                  <a:off x="1363024" y="4142550"/>
                  <a:ext cx="639919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Z-Score</a:t>
                  </a:r>
                  <a:endPara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grpSp>
              <p:nvGrpSpPr>
                <p:cNvPr id="4427" name="Group 4426">
                  <a:extLst>
                    <a:ext uri="{FF2B5EF4-FFF2-40B4-BE49-F238E27FC236}">
                      <a16:creationId xmlns:a16="http://schemas.microsoft.com/office/drawing/2014/main" id="{4F8DA9CD-55E8-5B0D-9775-7FF2C069E191}"/>
                    </a:ext>
                  </a:extLst>
                </p:cNvPr>
                <p:cNvGrpSpPr/>
                <p:nvPr/>
              </p:nvGrpSpPr>
              <p:grpSpPr>
                <a:xfrm>
                  <a:off x="382835" y="2614767"/>
                  <a:ext cx="252437" cy="2748674"/>
                  <a:chOff x="1009792" y="2733105"/>
                  <a:chExt cx="252437" cy="2748674"/>
                </a:xfrm>
              </p:grpSpPr>
              <p:sp>
                <p:nvSpPr>
                  <p:cNvPr id="4428" name="TextBox 4427">
                    <a:extLst>
                      <a:ext uri="{FF2B5EF4-FFF2-40B4-BE49-F238E27FC236}">
                        <a16:creationId xmlns:a16="http://schemas.microsoft.com/office/drawing/2014/main" id="{01D5AFCC-EA08-A9EA-E95F-B905691E9A0C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5312502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29" name="TextBox 4428">
                    <a:extLst>
                      <a:ext uri="{FF2B5EF4-FFF2-40B4-BE49-F238E27FC236}">
                        <a16:creationId xmlns:a16="http://schemas.microsoft.com/office/drawing/2014/main" id="{06E3D406-9197-1862-324E-0744ACEA7E9F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5017091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0" name="TextBox 4429">
                    <a:extLst>
                      <a:ext uri="{FF2B5EF4-FFF2-40B4-BE49-F238E27FC236}">
                        <a16:creationId xmlns:a16="http://schemas.microsoft.com/office/drawing/2014/main" id="{0B6F28BB-5871-4357-3CBF-93DC761A9F55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3252977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1" name="TextBox 4430">
                    <a:extLst>
                      <a:ext uri="{FF2B5EF4-FFF2-40B4-BE49-F238E27FC236}">
                        <a16:creationId xmlns:a16="http://schemas.microsoft.com/office/drawing/2014/main" id="{6C483867-CD16-7A4B-D4EB-0D49109B1428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2840267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2" name="TextBox 4431">
                    <a:extLst>
                      <a:ext uri="{FF2B5EF4-FFF2-40B4-BE49-F238E27FC236}">
                        <a16:creationId xmlns:a16="http://schemas.microsoft.com/office/drawing/2014/main" id="{FB18F0E4-452C-8CC8-61A5-C987A4A5A77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3433262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3" name="TextBox 4432">
                    <a:extLst>
                      <a:ext uri="{FF2B5EF4-FFF2-40B4-BE49-F238E27FC236}">
                        <a16:creationId xmlns:a16="http://schemas.microsoft.com/office/drawing/2014/main" id="{BAD9BE2B-5690-E608-0057-5F7AF81BDF93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5197564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4" name="TextBox 4433">
                    <a:extLst>
                      <a:ext uri="{FF2B5EF4-FFF2-40B4-BE49-F238E27FC236}">
                        <a16:creationId xmlns:a16="http://schemas.microsoft.com/office/drawing/2014/main" id="{EC8CDB35-E951-31CA-5005-D531E308AA75}"/>
                      </a:ext>
                    </a:extLst>
                  </p:cNvPr>
                  <p:cNvSpPr txBox="1"/>
                  <p:nvPr/>
                </p:nvSpPr>
                <p:spPr>
                  <a:xfrm>
                    <a:off x="1009792" y="3132832"/>
                    <a:ext cx="252437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†</a:t>
                    </a:r>
                    <a:endParaRPr lang="en-US" sz="500"/>
                  </a:p>
                </p:txBody>
              </p:sp>
              <p:sp>
                <p:nvSpPr>
                  <p:cNvPr id="4435" name="TextBox 4434">
                    <a:extLst>
                      <a:ext uri="{FF2B5EF4-FFF2-40B4-BE49-F238E27FC236}">
                        <a16:creationId xmlns:a16="http://schemas.microsoft.com/office/drawing/2014/main" id="{BEF34A9B-E4EB-BB2B-A28D-3FECE235C327}"/>
                      </a:ext>
                    </a:extLst>
                  </p:cNvPr>
                  <p:cNvSpPr txBox="1"/>
                  <p:nvPr/>
                </p:nvSpPr>
                <p:spPr>
                  <a:xfrm>
                    <a:off x="1041934" y="5125869"/>
                    <a:ext cx="188152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§</a:t>
                    </a:r>
                    <a:endParaRPr lang="en-US" sz="500"/>
                  </a:p>
                </p:txBody>
              </p:sp>
              <p:sp>
                <p:nvSpPr>
                  <p:cNvPr id="4436" name="TextBox 4435">
                    <a:extLst>
                      <a:ext uri="{FF2B5EF4-FFF2-40B4-BE49-F238E27FC236}">
                        <a16:creationId xmlns:a16="http://schemas.microsoft.com/office/drawing/2014/main" id="{4F615E3C-86CA-54A1-1C19-8779E82D50F6}"/>
                      </a:ext>
                    </a:extLst>
                  </p:cNvPr>
                  <p:cNvSpPr txBox="1"/>
                  <p:nvPr/>
                </p:nvSpPr>
                <p:spPr>
                  <a:xfrm>
                    <a:off x="1041934" y="4724187"/>
                    <a:ext cx="188152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§</a:t>
                    </a:r>
                    <a:endParaRPr lang="en-US" sz="500"/>
                  </a:p>
                </p:txBody>
              </p:sp>
              <p:sp>
                <p:nvSpPr>
                  <p:cNvPr id="4437" name="TextBox 4436">
                    <a:extLst>
                      <a:ext uri="{FF2B5EF4-FFF2-40B4-BE49-F238E27FC236}">
                        <a16:creationId xmlns:a16="http://schemas.microsoft.com/office/drawing/2014/main" id="{D33B416F-4834-11E5-622C-223DD24D9F02}"/>
                      </a:ext>
                    </a:extLst>
                  </p:cNvPr>
                  <p:cNvSpPr txBox="1"/>
                  <p:nvPr/>
                </p:nvSpPr>
                <p:spPr>
                  <a:xfrm>
                    <a:off x="1041934" y="3901068"/>
                    <a:ext cx="188152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§</a:t>
                    </a:r>
                    <a:endParaRPr lang="en-US" sz="500"/>
                  </a:p>
                </p:txBody>
              </p:sp>
              <p:sp>
                <p:nvSpPr>
                  <p:cNvPr id="4438" name="TextBox 4437">
                    <a:extLst>
                      <a:ext uri="{FF2B5EF4-FFF2-40B4-BE49-F238E27FC236}">
                        <a16:creationId xmlns:a16="http://schemas.microsoft.com/office/drawing/2014/main" id="{7C589E67-A23B-1569-0E6C-FFCC0A85E2ED}"/>
                      </a:ext>
                    </a:extLst>
                  </p:cNvPr>
                  <p:cNvSpPr txBox="1"/>
                  <p:nvPr/>
                </p:nvSpPr>
                <p:spPr>
                  <a:xfrm>
                    <a:off x="1041934" y="2733105"/>
                    <a:ext cx="188152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§</a:t>
                    </a:r>
                    <a:endParaRPr lang="en-US" sz="500"/>
                  </a:p>
                </p:txBody>
              </p:sp>
              <p:sp>
                <p:nvSpPr>
                  <p:cNvPr id="4439" name="TextBox 4438">
                    <a:extLst>
                      <a:ext uri="{FF2B5EF4-FFF2-40B4-BE49-F238E27FC236}">
                        <a16:creationId xmlns:a16="http://schemas.microsoft.com/office/drawing/2014/main" id="{E962950F-4771-AA76-04D3-75F2431FA886}"/>
                      </a:ext>
                    </a:extLst>
                  </p:cNvPr>
                  <p:cNvSpPr txBox="1"/>
                  <p:nvPr/>
                </p:nvSpPr>
                <p:spPr>
                  <a:xfrm>
                    <a:off x="1041934" y="3788745"/>
                    <a:ext cx="188152" cy="16927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500" b="0" i="0">
                        <a:solidFill>
                          <a:srgbClr val="202122"/>
                        </a:solidFill>
                        <a:effectLst/>
                        <a:latin typeface="Arial" panose="020B0604020202020204" pitchFamily="34" charset="0"/>
                      </a:rPr>
                      <a:t>§</a:t>
                    </a:r>
                    <a:endParaRPr lang="en-US" sz="500"/>
                  </a:p>
                </p:txBody>
              </p:sp>
            </p:grpSp>
            <p:sp>
              <p:nvSpPr>
                <p:cNvPr id="5146" name="Rectangle 5145">
                  <a:extLst>
                    <a:ext uri="{FF2B5EF4-FFF2-40B4-BE49-F238E27FC236}">
                      <a16:creationId xmlns:a16="http://schemas.microsoft.com/office/drawing/2014/main" id="{8A06D0A2-925C-C0E9-2691-9E1580BC9BE6}"/>
                    </a:ext>
                  </a:extLst>
                </p:cNvPr>
                <p:cNvSpPr/>
                <p:nvPr/>
              </p:nvSpPr>
              <p:spPr>
                <a:xfrm>
                  <a:off x="1475830" y="3640577"/>
                  <a:ext cx="1421710" cy="461034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tIns="0" rIns="0" bIns="0" rtlCol="0" anchor="ctr"/>
                <a:lstStyle/>
                <a:p>
                  <a:r>
                    <a:rPr lang="en-US" sz="900">
                      <a:solidFill>
                        <a:srgbClr val="202122"/>
                      </a:solidFill>
                      <a:latin typeface="Arial" panose="020B0604020202020204" pitchFamily="34" charset="0"/>
                    </a:rPr>
                    <a:t>† </a:t>
                  </a:r>
                  <a:r>
                    <a:rPr lang="en-US" sz="90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ECM / Cell Adhesion</a:t>
                  </a:r>
                  <a:endParaRPr lang="en-US" sz="900">
                    <a:solidFill>
                      <a:srgbClr val="202122"/>
                    </a:solidFill>
                    <a:latin typeface="Arial" panose="020B0604020202020204" pitchFamily="34" charset="0"/>
                  </a:endParaRPr>
                </a:p>
                <a:p>
                  <a:r>
                    <a:rPr lang="en-US" sz="900">
                      <a:solidFill>
                        <a:srgbClr val="202122"/>
                      </a:solidFill>
                      <a:latin typeface="Arial" panose="020B0604020202020204" pitchFamily="34" charset="0"/>
                    </a:rPr>
                    <a:t>§</a:t>
                  </a:r>
                  <a:r>
                    <a:rPr lang="en-US" sz="900"/>
                    <a:t> </a:t>
                  </a:r>
                  <a:r>
                    <a:rPr lang="en-US" sz="90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Gonadotroph Associated</a:t>
                  </a:r>
                </a:p>
              </p:txBody>
            </p:sp>
            <p:sp>
              <p:nvSpPr>
                <p:cNvPr id="5148" name="TextBox 5147">
                  <a:extLst>
                    <a:ext uri="{FF2B5EF4-FFF2-40B4-BE49-F238E27FC236}">
                      <a16:creationId xmlns:a16="http://schemas.microsoft.com/office/drawing/2014/main" id="{B92FB59B-D1F2-979B-E015-19293B4724B3}"/>
                    </a:ext>
                  </a:extLst>
                </p:cNvPr>
                <p:cNvSpPr txBox="1"/>
                <p:nvPr/>
              </p:nvSpPr>
              <p:spPr>
                <a:xfrm>
                  <a:off x="1568210" y="3499695"/>
                  <a:ext cx="1199596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00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Type</a:t>
                  </a:r>
                  <a:endParaRPr lang="en-US" sz="700" b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sp>
          <p:nvSpPr>
            <p:cNvPr id="5366" name="TextBox 5365">
              <a:extLst>
                <a:ext uri="{FF2B5EF4-FFF2-40B4-BE49-F238E27FC236}">
                  <a16:creationId xmlns:a16="http://schemas.microsoft.com/office/drawing/2014/main" id="{B6BD0515-5EDE-1D6A-DCED-39B18648ECDB}"/>
                </a:ext>
              </a:extLst>
            </p:cNvPr>
            <p:cNvSpPr txBox="1"/>
            <p:nvPr/>
          </p:nvSpPr>
          <p:spPr>
            <a:xfrm>
              <a:off x="388148" y="4546043"/>
              <a:ext cx="252437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500">
                  <a:solidFill>
                    <a:srgbClr val="202122"/>
                  </a:solidFill>
                  <a:latin typeface="Arial" panose="020B0604020202020204" pitchFamily="34" charset="0"/>
                </a:rPr>
                <a:t>§</a:t>
              </a:r>
              <a:endParaRPr lang="en-US" sz="500"/>
            </a:p>
            <a:p>
              <a:pPr algn="ctr"/>
              <a:endParaRPr lang="en-US" sz="500"/>
            </a:p>
          </p:txBody>
        </p:sp>
      </p:grpSp>
      <p:grpSp>
        <p:nvGrpSpPr>
          <p:cNvPr id="5713" name="Group 5712">
            <a:extLst>
              <a:ext uri="{FF2B5EF4-FFF2-40B4-BE49-F238E27FC236}">
                <a16:creationId xmlns:a16="http://schemas.microsoft.com/office/drawing/2014/main" id="{DE6A4DE2-E021-69FE-B20F-7BD1E146DBBB}"/>
              </a:ext>
            </a:extLst>
          </p:cNvPr>
          <p:cNvGrpSpPr/>
          <p:nvPr/>
        </p:nvGrpSpPr>
        <p:grpSpPr>
          <a:xfrm>
            <a:off x="1209780" y="-16795"/>
            <a:ext cx="5740171" cy="2330676"/>
            <a:chOff x="94802" y="825400"/>
            <a:chExt cx="5740171" cy="2330676"/>
          </a:xfrm>
        </p:grpSpPr>
        <p:sp>
          <p:nvSpPr>
            <p:cNvPr id="5714" name="Freeform 5713">
              <a:extLst>
                <a:ext uri="{FF2B5EF4-FFF2-40B4-BE49-F238E27FC236}">
                  <a16:creationId xmlns:a16="http://schemas.microsoft.com/office/drawing/2014/main" id="{7CE1551E-D69F-4D96-D74B-8BC81E5E9A4D}"/>
                </a:ext>
              </a:extLst>
            </p:cNvPr>
            <p:cNvSpPr/>
            <p:nvPr/>
          </p:nvSpPr>
          <p:spPr>
            <a:xfrm>
              <a:off x="3737699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5" name="Freeform 5714">
              <a:extLst>
                <a:ext uri="{FF2B5EF4-FFF2-40B4-BE49-F238E27FC236}">
                  <a16:creationId xmlns:a16="http://schemas.microsoft.com/office/drawing/2014/main" id="{7953F432-AE3C-5285-862C-337087D774B1}"/>
                </a:ext>
              </a:extLst>
            </p:cNvPr>
            <p:cNvSpPr/>
            <p:nvPr/>
          </p:nvSpPr>
          <p:spPr>
            <a:xfrm>
              <a:off x="4285577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6" name="Freeform 5715">
              <a:extLst>
                <a:ext uri="{FF2B5EF4-FFF2-40B4-BE49-F238E27FC236}">
                  <a16:creationId xmlns:a16="http://schemas.microsoft.com/office/drawing/2014/main" id="{245F183D-9728-C3F9-368B-8B0B59A5F00F}"/>
                </a:ext>
              </a:extLst>
            </p:cNvPr>
            <p:cNvSpPr/>
            <p:nvPr/>
          </p:nvSpPr>
          <p:spPr>
            <a:xfrm>
              <a:off x="4833455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7" name="Freeform 5716">
              <a:extLst>
                <a:ext uri="{FF2B5EF4-FFF2-40B4-BE49-F238E27FC236}">
                  <a16:creationId xmlns:a16="http://schemas.microsoft.com/office/drawing/2014/main" id="{CF770AA5-8E64-5A31-FDC4-8A2BD76A99E7}"/>
                </a:ext>
              </a:extLst>
            </p:cNvPr>
            <p:cNvSpPr/>
            <p:nvPr/>
          </p:nvSpPr>
          <p:spPr>
            <a:xfrm>
              <a:off x="3434042" y="2742206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8" name="Freeform 5717">
              <a:extLst>
                <a:ext uri="{FF2B5EF4-FFF2-40B4-BE49-F238E27FC236}">
                  <a16:creationId xmlns:a16="http://schemas.microsoft.com/office/drawing/2014/main" id="{4B210FFB-0D30-B268-52AE-DF26F3C5264C}"/>
                </a:ext>
              </a:extLst>
            </p:cNvPr>
            <p:cNvSpPr/>
            <p:nvPr/>
          </p:nvSpPr>
          <p:spPr>
            <a:xfrm>
              <a:off x="3434042" y="2573043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9" name="Freeform 5718">
              <a:extLst>
                <a:ext uri="{FF2B5EF4-FFF2-40B4-BE49-F238E27FC236}">
                  <a16:creationId xmlns:a16="http://schemas.microsoft.com/office/drawing/2014/main" id="{21A8D1AB-3ECC-FDD4-FBD5-8DF26513F4EE}"/>
                </a:ext>
              </a:extLst>
            </p:cNvPr>
            <p:cNvSpPr/>
            <p:nvPr/>
          </p:nvSpPr>
          <p:spPr>
            <a:xfrm>
              <a:off x="3434042" y="2403878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0" name="Freeform 5719">
              <a:extLst>
                <a:ext uri="{FF2B5EF4-FFF2-40B4-BE49-F238E27FC236}">
                  <a16:creationId xmlns:a16="http://schemas.microsoft.com/office/drawing/2014/main" id="{51EC5F43-E5A3-B4DC-AADF-95ACDE22263F}"/>
                </a:ext>
              </a:extLst>
            </p:cNvPr>
            <p:cNvSpPr/>
            <p:nvPr/>
          </p:nvSpPr>
          <p:spPr>
            <a:xfrm>
              <a:off x="3434042" y="2234714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1" name="Freeform 5720">
              <a:extLst>
                <a:ext uri="{FF2B5EF4-FFF2-40B4-BE49-F238E27FC236}">
                  <a16:creationId xmlns:a16="http://schemas.microsoft.com/office/drawing/2014/main" id="{DAA66D1C-B69F-548A-3133-E09A6AC69692}"/>
                </a:ext>
              </a:extLst>
            </p:cNvPr>
            <p:cNvSpPr/>
            <p:nvPr/>
          </p:nvSpPr>
          <p:spPr>
            <a:xfrm>
              <a:off x="3434042" y="2065678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2" name="Freeform 5721">
              <a:extLst>
                <a:ext uri="{FF2B5EF4-FFF2-40B4-BE49-F238E27FC236}">
                  <a16:creationId xmlns:a16="http://schemas.microsoft.com/office/drawing/2014/main" id="{08C53E88-CCC5-00AD-AEF7-70215A998D11}"/>
                </a:ext>
              </a:extLst>
            </p:cNvPr>
            <p:cNvSpPr/>
            <p:nvPr/>
          </p:nvSpPr>
          <p:spPr>
            <a:xfrm>
              <a:off x="3434042" y="1896514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3" name="Freeform 5722">
              <a:extLst>
                <a:ext uri="{FF2B5EF4-FFF2-40B4-BE49-F238E27FC236}">
                  <a16:creationId xmlns:a16="http://schemas.microsoft.com/office/drawing/2014/main" id="{523D91C0-7E46-5DA5-1872-BFC689104C1F}"/>
                </a:ext>
              </a:extLst>
            </p:cNvPr>
            <p:cNvSpPr/>
            <p:nvPr/>
          </p:nvSpPr>
          <p:spPr>
            <a:xfrm>
              <a:off x="3434042" y="1727350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4" name="Freeform 5723">
              <a:extLst>
                <a:ext uri="{FF2B5EF4-FFF2-40B4-BE49-F238E27FC236}">
                  <a16:creationId xmlns:a16="http://schemas.microsoft.com/office/drawing/2014/main" id="{40D0C718-0F03-AD39-0B60-6B56E82C06E3}"/>
                </a:ext>
              </a:extLst>
            </p:cNvPr>
            <p:cNvSpPr/>
            <p:nvPr/>
          </p:nvSpPr>
          <p:spPr>
            <a:xfrm>
              <a:off x="3434042" y="1558185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5" name="Freeform 5724">
              <a:extLst>
                <a:ext uri="{FF2B5EF4-FFF2-40B4-BE49-F238E27FC236}">
                  <a16:creationId xmlns:a16="http://schemas.microsoft.com/office/drawing/2014/main" id="{1C390874-AFD3-0B08-4E6B-09216A21B42A}"/>
                </a:ext>
              </a:extLst>
            </p:cNvPr>
            <p:cNvSpPr/>
            <p:nvPr/>
          </p:nvSpPr>
          <p:spPr>
            <a:xfrm>
              <a:off x="3434042" y="1389149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6" name="Freeform 5725">
              <a:extLst>
                <a:ext uri="{FF2B5EF4-FFF2-40B4-BE49-F238E27FC236}">
                  <a16:creationId xmlns:a16="http://schemas.microsoft.com/office/drawing/2014/main" id="{95B0A4E3-AA99-BF0A-7A01-A84AF9853DF9}"/>
                </a:ext>
              </a:extLst>
            </p:cNvPr>
            <p:cNvSpPr/>
            <p:nvPr/>
          </p:nvSpPr>
          <p:spPr>
            <a:xfrm>
              <a:off x="3434042" y="1219985"/>
              <a:ext cx="1628902" cy="12700"/>
            </a:xfrm>
            <a:custGeom>
              <a:avLst/>
              <a:gdLst>
                <a:gd name="csX0" fmla="*/ 0 w 1628902"/>
                <a:gd name="csY0" fmla="*/ 0 h 12700"/>
                <a:gd name="csX1" fmla="*/ 1628902 w 162890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28902" h="12700">
                  <a:moveTo>
                    <a:pt x="0" y="0"/>
                  </a:moveTo>
                  <a:lnTo>
                    <a:pt x="1628902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7" name="Freeform 5726">
              <a:extLst>
                <a:ext uri="{FF2B5EF4-FFF2-40B4-BE49-F238E27FC236}">
                  <a16:creationId xmlns:a16="http://schemas.microsoft.com/office/drawing/2014/main" id="{2CA68C88-3AC0-85DD-56ED-A037F797C324}"/>
                </a:ext>
              </a:extLst>
            </p:cNvPr>
            <p:cNvSpPr/>
            <p:nvPr/>
          </p:nvSpPr>
          <p:spPr>
            <a:xfrm>
              <a:off x="3463759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8" name="Freeform 5727">
              <a:extLst>
                <a:ext uri="{FF2B5EF4-FFF2-40B4-BE49-F238E27FC236}">
                  <a16:creationId xmlns:a16="http://schemas.microsoft.com/office/drawing/2014/main" id="{7734EEC2-29EE-2DA1-6277-A26097C70F8C}"/>
                </a:ext>
              </a:extLst>
            </p:cNvPr>
            <p:cNvSpPr/>
            <p:nvPr/>
          </p:nvSpPr>
          <p:spPr>
            <a:xfrm>
              <a:off x="4011637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9" name="Freeform 5728">
              <a:extLst>
                <a:ext uri="{FF2B5EF4-FFF2-40B4-BE49-F238E27FC236}">
                  <a16:creationId xmlns:a16="http://schemas.microsoft.com/office/drawing/2014/main" id="{E40824DF-8F28-C448-BDDF-89B6FBC9AABC}"/>
                </a:ext>
              </a:extLst>
            </p:cNvPr>
            <p:cNvSpPr/>
            <p:nvPr/>
          </p:nvSpPr>
          <p:spPr>
            <a:xfrm>
              <a:off x="4559515" y="1118512"/>
              <a:ext cx="12700" cy="1725168"/>
            </a:xfrm>
            <a:custGeom>
              <a:avLst/>
              <a:gdLst>
                <a:gd name="csX0" fmla="*/ 0 w 12700"/>
                <a:gd name="csY0" fmla="*/ 1725168 h 1725168"/>
                <a:gd name="csX1" fmla="*/ 0 w 12700"/>
                <a:gd name="csY1" fmla="*/ 0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725168">
                  <a:moveTo>
                    <a:pt x="0" y="172516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0" name="Freeform 5729">
              <a:extLst>
                <a:ext uri="{FF2B5EF4-FFF2-40B4-BE49-F238E27FC236}">
                  <a16:creationId xmlns:a16="http://schemas.microsoft.com/office/drawing/2014/main" id="{7B5DB1D4-CC12-3E80-A2BD-B62AE2A5A29F}"/>
                </a:ext>
              </a:extLst>
            </p:cNvPr>
            <p:cNvSpPr/>
            <p:nvPr/>
          </p:nvSpPr>
          <p:spPr>
            <a:xfrm>
              <a:off x="3728809" y="1482748"/>
              <a:ext cx="150875" cy="150875"/>
            </a:xfrm>
            <a:custGeom>
              <a:avLst/>
              <a:gdLst>
                <a:gd name="csX0" fmla="*/ 150876 w 150875"/>
                <a:gd name="csY0" fmla="*/ 75438 h 150875"/>
                <a:gd name="csX1" fmla="*/ 75438 w 150875"/>
                <a:gd name="csY1" fmla="*/ 150876 h 150875"/>
                <a:gd name="csX2" fmla="*/ 0 w 150875"/>
                <a:gd name="csY2" fmla="*/ 75438 h 150875"/>
                <a:gd name="csX3" fmla="*/ 75438 w 150875"/>
                <a:gd name="csY3" fmla="*/ 0 h 150875"/>
                <a:gd name="csX4" fmla="*/ 150876 w 150875"/>
                <a:gd name="csY4" fmla="*/ 75438 h 150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0875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solidFill>
              <a:srgbClr val="E06663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1" name="Freeform 5730">
              <a:extLst>
                <a:ext uri="{FF2B5EF4-FFF2-40B4-BE49-F238E27FC236}">
                  <a16:creationId xmlns:a16="http://schemas.microsoft.com/office/drawing/2014/main" id="{86756786-6218-2179-2268-87E6810597AF}"/>
                </a:ext>
              </a:extLst>
            </p:cNvPr>
            <p:cNvSpPr/>
            <p:nvPr/>
          </p:nvSpPr>
          <p:spPr>
            <a:xfrm>
              <a:off x="3728809" y="1651912"/>
              <a:ext cx="150875" cy="150875"/>
            </a:xfrm>
            <a:custGeom>
              <a:avLst/>
              <a:gdLst>
                <a:gd name="csX0" fmla="*/ 150876 w 150875"/>
                <a:gd name="csY0" fmla="*/ 75438 h 150875"/>
                <a:gd name="csX1" fmla="*/ 75438 w 150875"/>
                <a:gd name="csY1" fmla="*/ 150876 h 150875"/>
                <a:gd name="csX2" fmla="*/ 0 w 150875"/>
                <a:gd name="csY2" fmla="*/ 75438 h 150875"/>
                <a:gd name="csX3" fmla="*/ 75438 w 150875"/>
                <a:gd name="csY3" fmla="*/ 0 h 150875"/>
                <a:gd name="csX4" fmla="*/ 150876 w 150875"/>
                <a:gd name="csY4" fmla="*/ 75438 h 150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0875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solidFill>
              <a:srgbClr val="E06663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2" name="Freeform 5731">
              <a:extLst>
                <a:ext uri="{FF2B5EF4-FFF2-40B4-BE49-F238E27FC236}">
                  <a16:creationId xmlns:a16="http://schemas.microsoft.com/office/drawing/2014/main" id="{C9984379-C9BF-0E87-879A-F0EFCE4468A3}"/>
                </a:ext>
              </a:extLst>
            </p:cNvPr>
            <p:cNvSpPr/>
            <p:nvPr/>
          </p:nvSpPr>
          <p:spPr>
            <a:xfrm>
              <a:off x="4586948" y="1283358"/>
              <a:ext cx="211581" cy="211581"/>
            </a:xfrm>
            <a:custGeom>
              <a:avLst/>
              <a:gdLst>
                <a:gd name="csX0" fmla="*/ 211582 w 211581"/>
                <a:gd name="csY0" fmla="*/ 105791 h 211581"/>
                <a:gd name="csX1" fmla="*/ 105791 w 211581"/>
                <a:gd name="csY1" fmla="*/ 211582 h 211581"/>
                <a:gd name="csX2" fmla="*/ 0 w 211581"/>
                <a:gd name="csY2" fmla="*/ 105791 h 211581"/>
                <a:gd name="csX3" fmla="*/ 105791 w 211581"/>
                <a:gd name="csY3" fmla="*/ 0 h 211581"/>
                <a:gd name="csX4" fmla="*/ 211582 w 211581"/>
                <a:gd name="csY4" fmla="*/ 105791 h 211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1581" h="211581">
                  <a:moveTo>
                    <a:pt x="211582" y="105791"/>
                  </a:moveTo>
                  <a:cubicBezTo>
                    <a:pt x="211582" y="164218"/>
                    <a:pt x="164218" y="211582"/>
                    <a:pt x="105791" y="211582"/>
                  </a:cubicBezTo>
                  <a:cubicBezTo>
                    <a:pt x="47365" y="211582"/>
                    <a:pt x="0" y="164218"/>
                    <a:pt x="0" y="105791"/>
                  </a:cubicBezTo>
                  <a:cubicBezTo>
                    <a:pt x="0" y="47364"/>
                    <a:pt x="47365" y="0"/>
                    <a:pt x="105791" y="0"/>
                  </a:cubicBezTo>
                  <a:cubicBezTo>
                    <a:pt x="164218" y="0"/>
                    <a:pt x="211582" y="47364"/>
                    <a:pt x="211582" y="105791"/>
                  </a:cubicBezTo>
                  <a:close/>
                </a:path>
              </a:pathLst>
            </a:custGeom>
            <a:solidFill>
              <a:srgbClr val="9F7691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3" name="Freeform 5732">
              <a:extLst>
                <a:ext uri="{FF2B5EF4-FFF2-40B4-BE49-F238E27FC236}">
                  <a16:creationId xmlns:a16="http://schemas.microsoft.com/office/drawing/2014/main" id="{2C1C367C-4AD6-B386-9813-CCECDF7C611F}"/>
                </a:ext>
              </a:extLst>
            </p:cNvPr>
            <p:cNvSpPr/>
            <p:nvPr/>
          </p:nvSpPr>
          <p:spPr>
            <a:xfrm>
              <a:off x="4876000" y="1107082"/>
              <a:ext cx="225805" cy="225806"/>
            </a:xfrm>
            <a:custGeom>
              <a:avLst/>
              <a:gdLst>
                <a:gd name="csX0" fmla="*/ 225806 w 225805"/>
                <a:gd name="csY0" fmla="*/ 112903 h 225806"/>
                <a:gd name="csX1" fmla="*/ 112903 w 225805"/>
                <a:gd name="csY1" fmla="*/ 225806 h 225806"/>
                <a:gd name="csX2" fmla="*/ 0 w 225805"/>
                <a:gd name="csY2" fmla="*/ 112903 h 225806"/>
                <a:gd name="csX3" fmla="*/ 112903 w 225805"/>
                <a:gd name="csY3" fmla="*/ 0 h 225806"/>
                <a:gd name="csX4" fmla="*/ 225806 w 225805"/>
                <a:gd name="csY4" fmla="*/ 112903 h 22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5805" h="225806">
                  <a:moveTo>
                    <a:pt x="225806" y="112903"/>
                  </a:moveTo>
                  <a:cubicBezTo>
                    <a:pt x="225806" y="175258"/>
                    <a:pt x="175258" y="225806"/>
                    <a:pt x="112903" y="225806"/>
                  </a:cubicBezTo>
                  <a:cubicBezTo>
                    <a:pt x="50548" y="225806"/>
                    <a:pt x="0" y="175258"/>
                    <a:pt x="0" y="112903"/>
                  </a:cubicBezTo>
                  <a:cubicBezTo>
                    <a:pt x="0" y="50548"/>
                    <a:pt x="50548" y="0"/>
                    <a:pt x="112903" y="0"/>
                  </a:cubicBezTo>
                  <a:cubicBezTo>
                    <a:pt x="175258" y="0"/>
                    <a:pt x="225806" y="50548"/>
                    <a:pt x="225806" y="112903"/>
                  </a:cubicBezTo>
                  <a:close/>
                </a:path>
              </a:pathLst>
            </a:custGeom>
            <a:solidFill>
              <a:srgbClr val="9D7692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4" name="Freeform 5733">
              <a:extLst>
                <a:ext uri="{FF2B5EF4-FFF2-40B4-BE49-F238E27FC236}">
                  <a16:creationId xmlns:a16="http://schemas.microsoft.com/office/drawing/2014/main" id="{21DE3819-39D4-D9DA-FA6A-ED77048DC5BC}"/>
                </a:ext>
              </a:extLst>
            </p:cNvPr>
            <p:cNvSpPr/>
            <p:nvPr/>
          </p:nvSpPr>
          <p:spPr>
            <a:xfrm>
              <a:off x="3462871" y="2358667"/>
              <a:ext cx="90424" cy="90424"/>
            </a:xfrm>
            <a:custGeom>
              <a:avLst/>
              <a:gdLst>
                <a:gd name="csX0" fmla="*/ 90424 w 90424"/>
                <a:gd name="csY0" fmla="*/ 45212 h 90424"/>
                <a:gd name="csX1" fmla="*/ 45212 w 90424"/>
                <a:gd name="csY1" fmla="*/ 90424 h 90424"/>
                <a:gd name="csX2" fmla="*/ 0 w 90424"/>
                <a:gd name="csY2" fmla="*/ 45212 h 90424"/>
                <a:gd name="csX3" fmla="*/ 45212 w 90424"/>
                <a:gd name="csY3" fmla="*/ 0 h 90424"/>
                <a:gd name="csX4" fmla="*/ 90424 w 90424"/>
                <a:gd name="csY4" fmla="*/ 45212 h 90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24" h="90424">
                  <a:moveTo>
                    <a:pt x="90424" y="45212"/>
                  </a:moveTo>
                  <a:cubicBezTo>
                    <a:pt x="90424" y="70182"/>
                    <a:pt x="70182" y="90424"/>
                    <a:pt x="45212" y="90424"/>
                  </a:cubicBezTo>
                  <a:cubicBezTo>
                    <a:pt x="20242" y="90424"/>
                    <a:pt x="0" y="70182"/>
                    <a:pt x="0" y="45212"/>
                  </a:cubicBezTo>
                  <a:cubicBezTo>
                    <a:pt x="0" y="20242"/>
                    <a:pt x="20242" y="0"/>
                    <a:pt x="45212" y="0"/>
                  </a:cubicBezTo>
                  <a:cubicBezTo>
                    <a:pt x="70182" y="0"/>
                    <a:pt x="90424" y="20242"/>
                    <a:pt x="90424" y="45212"/>
                  </a:cubicBezTo>
                  <a:close/>
                </a:path>
              </a:pathLst>
            </a:custGeom>
            <a:solidFill>
              <a:srgbClr val="977795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5" name="Freeform 5734">
              <a:extLst>
                <a:ext uri="{FF2B5EF4-FFF2-40B4-BE49-F238E27FC236}">
                  <a16:creationId xmlns:a16="http://schemas.microsoft.com/office/drawing/2014/main" id="{A022B4ED-0613-8E53-928F-E2996E4E7A22}"/>
                </a:ext>
              </a:extLst>
            </p:cNvPr>
            <p:cNvSpPr/>
            <p:nvPr/>
          </p:nvSpPr>
          <p:spPr>
            <a:xfrm>
              <a:off x="3462871" y="2527831"/>
              <a:ext cx="90424" cy="90424"/>
            </a:xfrm>
            <a:custGeom>
              <a:avLst/>
              <a:gdLst>
                <a:gd name="csX0" fmla="*/ 90424 w 90424"/>
                <a:gd name="csY0" fmla="*/ 45212 h 90424"/>
                <a:gd name="csX1" fmla="*/ 45212 w 90424"/>
                <a:gd name="csY1" fmla="*/ 90424 h 90424"/>
                <a:gd name="csX2" fmla="*/ 0 w 90424"/>
                <a:gd name="csY2" fmla="*/ 45212 h 90424"/>
                <a:gd name="csX3" fmla="*/ 45212 w 90424"/>
                <a:gd name="csY3" fmla="*/ 0 h 90424"/>
                <a:gd name="csX4" fmla="*/ 90424 w 90424"/>
                <a:gd name="csY4" fmla="*/ 45212 h 90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24" h="90424">
                  <a:moveTo>
                    <a:pt x="90424" y="45212"/>
                  </a:moveTo>
                  <a:cubicBezTo>
                    <a:pt x="90424" y="70182"/>
                    <a:pt x="70182" y="90424"/>
                    <a:pt x="45212" y="90424"/>
                  </a:cubicBezTo>
                  <a:cubicBezTo>
                    <a:pt x="20242" y="90424"/>
                    <a:pt x="0" y="70182"/>
                    <a:pt x="0" y="45212"/>
                  </a:cubicBezTo>
                  <a:cubicBezTo>
                    <a:pt x="0" y="20242"/>
                    <a:pt x="20242" y="0"/>
                    <a:pt x="45212" y="0"/>
                  </a:cubicBezTo>
                  <a:cubicBezTo>
                    <a:pt x="70182" y="0"/>
                    <a:pt x="90424" y="20242"/>
                    <a:pt x="90424" y="45212"/>
                  </a:cubicBezTo>
                  <a:close/>
                </a:path>
              </a:pathLst>
            </a:custGeom>
            <a:solidFill>
              <a:srgbClr val="7E7AA2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6" name="Freeform 5735">
              <a:extLst>
                <a:ext uri="{FF2B5EF4-FFF2-40B4-BE49-F238E27FC236}">
                  <a16:creationId xmlns:a16="http://schemas.microsoft.com/office/drawing/2014/main" id="{94894295-B7EA-95F9-2052-B00F830A6232}"/>
                </a:ext>
              </a:extLst>
            </p:cNvPr>
            <p:cNvSpPr/>
            <p:nvPr/>
          </p:nvSpPr>
          <p:spPr>
            <a:xfrm>
              <a:off x="3728809" y="1821076"/>
              <a:ext cx="150875" cy="150875"/>
            </a:xfrm>
            <a:custGeom>
              <a:avLst/>
              <a:gdLst>
                <a:gd name="csX0" fmla="*/ 150876 w 150875"/>
                <a:gd name="csY0" fmla="*/ 75438 h 150875"/>
                <a:gd name="csX1" fmla="*/ 75438 w 150875"/>
                <a:gd name="csY1" fmla="*/ 150876 h 150875"/>
                <a:gd name="csX2" fmla="*/ 0 w 150875"/>
                <a:gd name="csY2" fmla="*/ 75438 h 150875"/>
                <a:gd name="csX3" fmla="*/ 75438 w 150875"/>
                <a:gd name="csY3" fmla="*/ 0 h 150875"/>
                <a:gd name="csX4" fmla="*/ 150876 w 150875"/>
                <a:gd name="csY4" fmla="*/ 75438 h 150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0875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7" name="Freeform 5736">
              <a:extLst>
                <a:ext uri="{FF2B5EF4-FFF2-40B4-BE49-F238E27FC236}">
                  <a16:creationId xmlns:a16="http://schemas.microsoft.com/office/drawing/2014/main" id="{B5D5EE48-196A-086F-789E-B9A5C1077389}"/>
                </a:ext>
              </a:extLst>
            </p:cNvPr>
            <p:cNvSpPr/>
            <p:nvPr/>
          </p:nvSpPr>
          <p:spPr>
            <a:xfrm>
              <a:off x="3462871" y="2696995"/>
              <a:ext cx="90424" cy="90424"/>
            </a:xfrm>
            <a:custGeom>
              <a:avLst/>
              <a:gdLst>
                <a:gd name="csX0" fmla="*/ 90424 w 90424"/>
                <a:gd name="csY0" fmla="*/ 45212 h 90424"/>
                <a:gd name="csX1" fmla="*/ 45212 w 90424"/>
                <a:gd name="csY1" fmla="*/ 90424 h 90424"/>
                <a:gd name="csX2" fmla="*/ 0 w 90424"/>
                <a:gd name="csY2" fmla="*/ 45212 h 90424"/>
                <a:gd name="csX3" fmla="*/ 45212 w 90424"/>
                <a:gd name="csY3" fmla="*/ 0 h 90424"/>
                <a:gd name="csX4" fmla="*/ 90424 w 90424"/>
                <a:gd name="csY4" fmla="*/ 45212 h 90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24" h="90424">
                  <a:moveTo>
                    <a:pt x="90424" y="45212"/>
                  </a:moveTo>
                  <a:cubicBezTo>
                    <a:pt x="90424" y="70182"/>
                    <a:pt x="70182" y="90424"/>
                    <a:pt x="45212" y="90424"/>
                  </a:cubicBezTo>
                  <a:cubicBezTo>
                    <a:pt x="20242" y="90424"/>
                    <a:pt x="0" y="70182"/>
                    <a:pt x="0" y="45212"/>
                  </a:cubicBezTo>
                  <a:cubicBezTo>
                    <a:pt x="0" y="20242"/>
                    <a:pt x="20242" y="0"/>
                    <a:pt x="45212" y="0"/>
                  </a:cubicBezTo>
                  <a:cubicBezTo>
                    <a:pt x="70182" y="0"/>
                    <a:pt x="90424" y="20242"/>
                    <a:pt x="90424" y="45212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8" name="Freeform 5737">
              <a:extLst>
                <a:ext uri="{FF2B5EF4-FFF2-40B4-BE49-F238E27FC236}">
                  <a16:creationId xmlns:a16="http://schemas.microsoft.com/office/drawing/2014/main" id="{310184C5-697D-6FAF-12C2-D7E04A81440C}"/>
                </a:ext>
              </a:extLst>
            </p:cNvPr>
            <p:cNvSpPr/>
            <p:nvPr/>
          </p:nvSpPr>
          <p:spPr>
            <a:xfrm>
              <a:off x="3728809" y="1990240"/>
              <a:ext cx="150875" cy="150875"/>
            </a:xfrm>
            <a:custGeom>
              <a:avLst/>
              <a:gdLst>
                <a:gd name="csX0" fmla="*/ 150876 w 150875"/>
                <a:gd name="csY0" fmla="*/ 75438 h 150875"/>
                <a:gd name="csX1" fmla="*/ 75438 w 150875"/>
                <a:gd name="csY1" fmla="*/ 150876 h 150875"/>
                <a:gd name="csX2" fmla="*/ 0 w 150875"/>
                <a:gd name="csY2" fmla="*/ 75438 h 150875"/>
                <a:gd name="csX3" fmla="*/ 75438 w 150875"/>
                <a:gd name="csY3" fmla="*/ 0 h 150875"/>
                <a:gd name="csX4" fmla="*/ 150876 w 150875"/>
                <a:gd name="csY4" fmla="*/ 75438 h 150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0875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9" name="Freeform 5738">
              <a:extLst>
                <a:ext uri="{FF2B5EF4-FFF2-40B4-BE49-F238E27FC236}">
                  <a16:creationId xmlns:a16="http://schemas.microsoft.com/office/drawing/2014/main" id="{4EB49811-284A-A54F-FA7A-ACC6BBB5EE60}"/>
                </a:ext>
              </a:extLst>
            </p:cNvPr>
            <p:cNvSpPr/>
            <p:nvPr/>
          </p:nvSpPr>
          <p:spPr>
            <a:xfrm>
              <a:off x="3728809" y="2159277"/>
              <a:ext cx="150875" cy="150875"/>
            </a:xfrm>
            <a:custGeom>
              <a:avLst/>
              <a:gdLst>
                <a:gd name="csX0" fmla="*/ 150876 w 150875"/>
                <a:gd name="csY0" fmla="*/ 75438 h 150875"/>
                <a:gd name="csX1" fmla="*/ 75438 w 150875"/>
                <a:gd name="csY1" fmla="*/ 150876 h 150875"/>
                <a:gd name="csX2" fmla="*/ 0 w 150875"/>
                <a:gd name="csY2" fmla="*/ 75438 h 150875"/>
                <a:gd name="csX3" fmla="*/ 75438 w 150875"/>
                <a:gd name="csY3" fmla="*/ 0 h 150875"/>
                <a:gd name="csX4" fmla="*/ 150876 w 150875"/>
                <a:gd name="csY4" fmla="*/ 75438 h 150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0875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0" name="Freeform 5739">
              <a:extLst>
                <a:ext uri="{FF2B5EF4-FFF2-40B4-BE49-F238E27FC236}">
                  <a16:creationId xmlns:a16="http://schemas.microsoft.com/office/drawing/2014/main" id="{E29D12E1-5A0B-DD6D-D0D5-E46ED4313BB4}"/>
                </a:ext>
              </a:extLst>
            </p:cNvPr>
            <p:cNvSpPr/>
            <p:nvPr/>
          </p:nvSpPr>
          <p:spPr>
            <a:xfrm>
              <a:off x="3434042" y="1092096"/>
              <a:ext cx="1693290" cy="1751584"/>
            </a:xfrm>
            <a:custGeom>
              <a:avLst/>
              <a:gdLst>
                <a:gd name="csX0" fmla="*/ 0 w 1628902"/>
                <a:gd name="csY0" fmla="*/ 0 h 1725168"/>
                <a:gd name="csX1" fmla="*/ 1628902 w 1628902"/>
                <a:gd name="csY1" fmla="*/ 0 h 1725168"/>
                <a:gd name="csX2" fmla="*/ 1628902 w 1628902"/>
                <a:gd name="csY2" fmla="*/ 1725168 h 1725168"/>
                <a:gd name="csX3" fmla="*/ 0 w 1628902"/>
                <a:gd name="csY3" fmla="*/ 1725168 h 1725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28902" h="1725168">
                  <a:moveTo>
                    <a:pt x="0" y="0"/>
                  </a:moveTo>
                  <a:lnTo>
                    <a:pt x="1628902" y="0"/>
                  </a:lnTo>
                  <a:lnTo>
                    <a:pt x="1628902" y="1725168"/>
                  </a:lnTo>
                  <a:lnTo>
                    <a:pt x="0" y="1725168"/>
                  </a:lnTo>
                  <a:close/>
                </a:path>
              </a:pathLst>
            </a:custGeom>
            <a:noFill/>
            <a:ln w="13589" cap="rnd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1" name="Freeform 5740">
              <a:extLst>
                <a:ext uri="{FF2B5EF4-FFF2-40B4-BE49-F238E27FC236}">
                  <a16:creationId xmlns:a16="http://schemas.microsoft.com/office/drawing/2014/main" id="{320137DA-F219-36A8-40F6-8FAEF739AA23}"/>
                </a:ext>
              </a:extLst>
            </p:cNvPr>
            <p:cNvSpPr/>
            <p:nvPr/>
          </p:nvSpPr>
          <p:spPr>
            <a:xfrm>
              <a:off x="3399243" y="2742206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2" name="Freeform 5741">
              <a:extLst>
                <a:ext uri="{FF2B5EF4-FFF2-40B4-BE49-F238E27FC236}">
                  <a16:creationId xmlns:a16="http://schemas.microsoft.com/office/drawing/2014/main" id="{592069E4-25D8-5D22-D5A4-92CA29CFF4AE}"/>
                </a:ext>
              </a:extLst>
            </p:cNvPr>
            <p:cNvSpPr/>
            <p:nvPr/>
          </p:nvSpPr>
          <p:spPr>
            <a:xfrm>
              <a:off x="3399243" y="2573043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3" name="Freeform 5742">
              <a:extLst>
                <a:ext uri="{FF2B5EF4-FFF2-40B4-BE49-F238E27FC236}">
                  <a16:creationId xmlns:a16="http://schemas.microsoft.com/office/drawing/2014/main" id="{70F9DCAB-8A5B-F490-769B-34EA29800560}"/>
                </a:ext>
              </a:extLst>
            </p:cNvPr>
            <p:cNvSpPr/>
            <p:nvPr/>
          </p:nvSpPr>
          <p:spPr>
            <a:xfrm>
              <a:off x="3399243" y="2403878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4" name="Freeform 5743">
              <a:extLst>
                <a:ext uri="{FF2B5EF4-FFF2-40B4-BE49-F238E27FC236}">
                  <a16:creationId xmlns:a16="http://schemas.microsoft.com/office/drawing/2014/main" id="{51F0EBD5-01D9-AC8D-D63C-6A1DECBD4280}"/>
                </a:ext>
              </a:extLst>
            </p:cNvPr>
            <p:cNvSpPr/>
            <p:nvPr/>
          </p:nvSpPr>
          <p:spPr>
            <a:xfrm>
              <a:off x="3399243" y="2234714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5" name="Freeform 5744">
              <a:extLst>
                <a:ext uri="{FF2B5EF4-FFF2-40B4-BE49-F238E27FC236}">
                  <a16:creationId xmlns:a16="http://schemas.microsoft.com/office/drawing/2014/main" id="{AB78BD7E-D4CB-A575-6279-437F0F9E96A9}"/>
                </a:ext>
              </a:extLst>
            </p:cNvPr>
            <p:cNvSpPr/>
            <p:nvPr/>
          </p:nvSpPr>
          <p:spPr>
            <a:xfrm>
              <a:off x="3399243" y="2065678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6" name="Freeform 5745">
              <a:extLst>
                <a:ext uri="{FF2B5EF4-FFF2-40B4-BE49-F238E27FC236}">
                  <a16:creationId xmlns:a16="http://schemas.microsoft.com/office/drawing/2014/main" id="{D5C36695-58F0-E22D-1506-C5AB80D25891}"/>
                </a:ext>
              </a:extLst>
            </p:cNvPr>
            <p:cNvSpPr/>
            <p:nvPr/>
          </p:nvSpPr>
          <p:spPr>
            <a:xfrm>
              <a:off x="3399243" y="1896514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7" name="Freeform 5746">
              <a:extLst>
                <a:ext uri="{FF2B5EF4-FFF2-40B4-BE49-F238E27FC236}">
                  <a16:creationId xmlns:a16="http://schemas.microsoft.com/office/drawing/2014/main" id="{E0A507DD-0583-D405-9A3D-2B034BBB3519}"/>
                </a:ext>
              </a:extLst>
            </p:cNvPr>
            <p:cNvSpPr/>
            <p:nvPr/>
          </p:nvSpPr>
          <p:spPr>
            <a:xfrm>
              <a:off x="3399243" y="1727350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8" name="Freeform 5747">
              <a:extLst>
                <a:ext uri="{FF2B5EF4-FFF2-40B4-BE49-F238E27FC236}">
                  <a16:creationId xmlns:a16="http://schemas.microsoft.com/office/drawing/2014/main" id="{168A469C-28A0-B45B-5956-8238B8738B5B}"/>
                </a:ext>
              </a:extLst>
            </p:cNvPr>
            <p:cNvSpPr/>
            <p:nvPr/>
          </p:nvSpPr>
          <p:spPr>
            <a:xfrm>
              <a:off x="3399243" y="1558185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9" name="Freeform 5748">
              <a:extLst>
                <a:ext uri="{FF2B5EF4-FFF2-40B4-BE49-F238E27FC236}">
                  <a16:creationId xmlns:a16="http://schemas.microsoft.com/office/drawing/2014/main" id="{2C38E929-959E-9C7B-6606-CBCFFDB73342}"/>
                </a:ext>
              </a:extLst>
            </p:cNvPr>
            <p:cNvSpPr/>
            <p:nvPr/>
          </p:nvSpPr>
          <p:spPr>
            <a:xfrm>
              <a:off x="3399243" y="1389149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0" name="Freeform 5749">
              <a:extLst>
                <a:ext uri="{FF2B5EF4-FFF2-40B4-BE49-F238E27FC236}">
                  <a16:creationId xmlns:a16="http://schemas.microsoft.com/office/drawing/2014/main" id="{27C36225-962D-AE6D-C6C2-4B5B69D14CEF}"/>
                </a:ext>
              </a:extLst>
            </p:cNvPr>
            <p:cNvSpPr/>
            <p:nvPr/>
          </p:nvSpPr>
          <p:spPr>
            <a:xfrm>
              <a:off x="3399243" y="1219985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1" name="Freeform 5750">
              <a:extLst>
                <a:ext uri="{FF2B5EF4-FFF2-40B4-BE49-F238E27FC236}">
                  <a16:creationId xmlns:a16="http://schemas.microsoft.com/office/drawing/2014/main" id="{FA5067C9-87E6-A210-6985-114C885EF3F4}"/>
                </a:ext>
              </a:extLst>
            </p:cNvPr>
            <p:cNvSpPr/>
            <p:nvPr/>
          </p:nvSpPr>
          <p:spPr>
            <a:xfrm>
              <a:off x="3463759" y="2843680"/>
              <a:ext cx="12700" cy="34797"/>
            </a:xfrm>
            <a:custGeom>
              <a:avLst/>
              <a:gdLst>
                <a:gd name="csX0" fmla="*/ 0 w 12700"/>
                <a:gd name="csY0" fmla="*/ 34798 h 34797"/>
                <a:gd name="csX1" fmla="*/ 0 w 12700"/>
                <a:gd name="csY1" fmla="*/ 0 h 34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7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2" name="Freeform 5751">
              <a:extLst>
                <a:ext uri="{FF2B5EF4-FFF2-40B4-BE49-F238E27FC236}">
                  <a16:creationId xmlns:a16="http://schemas.microsoft.com/office/drawing/2014/main" id="{58C41E7D-5324-9EAB-3B23-49DCDDB67644}"/>
                </a:ext>
              </a:extLst>
            </p:cNvPr>
            <p:cNvSpPr/>
            <p:nvPr/>
          </p:nvSpPr>
          <p:spPr>
            <a:xfrm>
              <a:off x="4011637" y="2843680"/>
              <a:ext cx="12700" cy="34797"/>
            </a:xfrm>
            <a:custGeom>
              <a:avLst/>
              <a:gdLst>
                <a:gd name="csX0" fmla="*/ 0 w 12700"/>
                <a:gd name="csY0" fmla="*/ 34798 h 34797"/>
                <a:gd name="csX1" fmla="*/ 0 w 12700"/>
                <a:gd name="csY1" fmla="*/ 0 h 34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7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3" name="Freeform 5752">
              <a:extLst>
                <a:ext uri="{FF2B5EF4-FFF2-40B4-BE49-F238E27FC236}">
                  <a16:creationId xmlns:a16="http://schemas.microsoft.com/office/drawing/2014/main" id="{FD2392D2-9A87-5C72-EE2C-714CE32DF36C}"/>
                </a:ext>
              </a:extLst>
            </p:cNvPr>
            <p:cNvSpPr/>
            <p:nvPr/>
          </p:nvSpPr>
          <p:spPr>
            <a:xfrm>
              <a:off x="4559515" y="2843680"/>
              <a:ext cx="12700" cy="34797"/>
            </a:xfrm>
            <a:custGeom>
              <a:avLst/>
              <a:gdLst>
                <a:gd name="csX0" fmla="*/ 0 w 12700"/>
                <a:gd name="csY0" fmla="*/ 34798 h 34797"/>
                <a:gd name="csX1" fmla="*/ 0 w 12700"/>
                <a:gd name="csY1" fmla="*/ 0 h 34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7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4" name="TextBox 5753">
              <a:extLst>
                <a:ext uri="{FF2B5EF4-FFF2-40B4-BE49-F238E27FC236}">
                  <a16:creationId xmlns:a16="http://schemas.microsoft.com/office/drawing/2014/main" id="{1DCE59EB-96F2-D989-A7CF-1E60BED8001F}"/>
                </a:ext>
              </a:extLst>
            </p:cNvPr>
            <p:cNvSpPr txBox="1"/>
            <p:nvPr/>
          </p:nvSpPr>
          <p:spPr>
            <a:xfrm>
              <a:off x="3259216" y="283170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	.05</a:t>
              </a:r>
            </a:p>
          </p:txBody>
        </p:sp>
        <p:sp>
          <p:nvSpPr>
            <p:cNvPr id="5755" name="TextBox 5754">
              <a:extLst>
                <a:ext uri="{FF2B5EF4-FFF2-40B4-BE49-F238E27FC236}">
                  <a16:creationId xmlns:a16="http://schemas.microsoft.com/office/drawing/2014/main" id="{7F4A6DFD-960C-2656-EFE0-97847A1EBE3E}"/>
                </a:ext>
              </a:extLst>
            </p:cNvPr>
            <p:cNvSpPr txBox="1"/>
            <p:nvPr/>
          </p:nvSpPr>
          <p:spPr>
            <a:xfrm>
              <a:off x="3807094" y="283170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0.10</a:t>
              </a:r>
            </a:p>
          </p:txBody>
        </p:sp>
        <p:sp>
          <p:nvSpPr>
            <p:cNvPr id="5756" name="TextBox 5755">
              <a:extLst>
                <a:ext uri="{FF2B5EF4-FFF2-40B4-BE49-F238E27FC236}">
                  <a16:creationId xmlns:a16="http://schemas.microsoft.com/office/drawing/2014/main" id="{D2F92975-0581-6C7B-8C5C-80DEE955DD9D}"/>
                </a:ext>
              </a:extLst>
            </p:cNvPr>
            <p:cNvSpPr txBox="1"/>
            <p:nvPr/>
          </p:nvSpPr>
          <p:spPr>
            <a:xfrm>
              <a:off x="4354972" y="283170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0.15</a:t>
              </a:r>
            </a:p>
          </p:txBody>
        </p:sp>
        <p:sp>
          <p:nvSpPr>
            <p:cNvPr id="5757" name="TextBox 5756">
              <a:extLst>
                <a:ext uri="{FF2B5EF4-FFF2-40B4-BE49-F238E27FC236}">
                  <a16:creationId xmlns:a16="http://schemas.microsoft.com/office/drawing/2014/main" id="{ECDE376A-65D7-D198-3EB7-3877E5CE8B15}"/>
                </a:ext>
              </a:extLst>
            </p:cNvPr>
            <p:cNvSpPr txBox="1"/>
            <p:nvPr/>
          </p:nvSpPr>
          <p:spPr>
            <a:xfrm>
              <a:off x="3880443" y="2925244"/>
              <a:ext cx="73609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GeneRatio</a:t>
              </a:r>
              <a:endParaRPr lang="en-US" sz="9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5758" name="TextBox 5757">
              <a:extLst>
                <a:ext uri="{FF2B5EF4-FFF2-40B4-BE49-F238E27FC236}">
                  <a16:creationId xmlns:a16="http://schemas.microsoft.com/office/drawing/2014/main" id="{A2CB03E9-C3DE-DBE6-C07E-E68F213CD80C}"/>
                </a:ext>
              </a:extLst>
            </p:cNvPr>
            <p:cNvSpPr txBox="1"/>
            <p:nvPr/>
          </p:nvSpPr>
          <p:spPr>
            <a:xfrm>
              <a:off x="5167900" y="877943"/>
              <a:ext cx="556563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p.adjust</a:t>
              </a:r>
              <a:endParaRPr lang="en-US" sz="825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5759" name="Group 5758">
              <a:extLst>
                <a:ext uri="{FF2B5EF4-FFF2-40B4-BE49-F238E27FC236}">
                  <a16:creationId xmlns:a16="http://schemas.microsoft.com/office/drawing/2014/main" id="{68554D7C-004F-0D4D-946A-60C8F2AEE845}"/>
                </a:ext>
              </a:extLst>
            </p:cNvPr>
            <p:cNvGrpSpPr/>
            <p:nvPr/>
          </p:nvGrpSpPr>
          <p:grpSpPr>
            <a:xfrm>
              <a:off x="5236965" y="1096501"/>
              <a:ext cx="598008" cy="459795"/>
              <a:chOff x="5069459" y="2344737"/>
              <a:chExt cx="598008" cy="1097280"/>
            </a:xfrm>
          </p:grpSpPr>
          <p:pic>
            <p:nvPicPr>
              <p:cNvPr id="5786" name="Picture 5785">
                <a:extLst>
                  <a:ext uri="{FF2B5EF4-FFF2-40B4-BE49-F238E27FC236}">
                    <a16:creationId xmlns:a16="http://schemas.microsoft.com/office/drawing/2014/main" id="{7E50FB01-E0C8-E073-6B77-7DC6C4D190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069459" y="2344737"/>
                <a:ext cx="219456" cy="1097280"/>
              </a:xfrm>
              <a:custGeom>
                <a:avLst/>
                <a:gdLst>
                  <a:gd name="csX0" fmla="*/ 0 w 219456"/>
                  <a:gd name="csY0" fmla="*/ 0 h 1097280"/>
                  <a:gd name="csX1" fmla="*/ 219456 w 219456"/>
                  <a:gd name="csY1" fmla="*/ 0 h 1097280"/>
                  <a:gd name="csX2" fmla="*/ 219456 w 219456"/>
                  <a:gd name="csY2" fmla="*/ 1097280 h 1097280"/>
                  <a:gd name="csX3" fmla="*/ 0 w 219456"/>
                  <a:gd name="csY3" fmla="*/ 1097280 h 10972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9456" h="1097280">
                    <a:moveTo>
                      <a:pt x="0" y="0"/>
                    </a:moveTo>
                    <a:lnTo>
                      <a:pt x="219456" y="0"/>
                    </a:lnTo>
                    <a:lnTo>
                      <a:pt x="219456" y="1097280"/>
                    </a:lnTo>
                    <a:lnTo>
                      <a:pt x="0" y="1097280"/>
                    </a:lnTo>
                    <a:close/>
                  </a:path>
                </a:pathLst>
              </a:custGeom>
            </p:spPr>
          </p:pic>
          <p:sp>
            <p:nvSpPr>
              <p:cNvPr id="5787" name="Freeform 5786">
                <a:extLst>
                  <a:ext uri="{FF2B5EF4-FFF2-40B4-BE49-F238E27FC236}">
                    <a16:creationId xmlns:a16="http://schemas.microsoft.com/office/drawing/2014/main" id="{290B3B23-BB13-BB7F-069F-B032D9DE4FCA}"/>
                  </a:ext>
                </a:extLst>
              </p:cNvPr>
              <p:cNvSpPr/>
              <p:nvPr/>
            </p:nvSpPr>
            <p:spPr>
              <a:xfrm>
                <a:off x="5245100" y="2538665"/>
                <a:ext cx="43815" cy="12700"/>
              </a:xfrm>
              <a:custGeom>
                <a:avLst/>
                <a:gdLst>
                  <a:gd name="csX0" fmla="*/ 0 w 43815"/>
                  <a:gd name="csY0" fmla="*/ 0 h 12700"/>
                  <a:gd name="csX1" fmla="*/ 43815 w 4381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815" h="12700">
                    <a:moveTo>
                      <a:pt x="0" y="0"/>
                    </a:moveTo>
                    <a:lnTo>
                      <a:pt x="43815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" name="Freeform 5787">
                <a:extLst>
                  <a:ext uri="{FF2B5EF4-FFF2-40B4-BE49-F238E27FC236}">
                    <a16:creationId xmlns:a16="http://schemas.microsoft.com/office/drawing/2014/main" id="{859B1BE5-5EBA-2884-D777-217D9571C061}"/>
                  </a:ext>
                </a:extLst>
              </p:cNvPr>
              <p:cNvSpPr/>
              <p:nvPr/>
            </p:nvSpPr>
            <p:spPr>
              <a:xfrm>
                <a:off x="5245100" y="2850832"/>
                <a:ext cx="43815" cy="12700"/>
              </a:xfrm>
              <a:custGeom>
                <a:avLst/>
                <a:gdLst>
                  <a:gd name="csX0" fmla="*/ 0 w 43815"/>
                  <a:gd name="csY0" fmla="*/ 0 h 12700"/>
                  <a:gd name="csX1" fmla="*/ 43815 w 4381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815" h="12700">
                    <a:moveTo>
                      <a:pt x="0" y="0"/>
                    </a:moveTo>
                    <a:lnTo>
                      <a:pt x="43815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" name="Freeform 5788">
                <a:extLst>
                  <a:ext uri="{FF2B5EF4-FFF2-40B4-BE49-F238E27FC236}">
                    <a16:creationId xmlns:a16="http://schemas.microsoft.com/office/drawing/2014/main" id="{F74820A2-32FA-60D7-CC4B-02B7347E67C5}"/>
                  </a:ext>
                </a:extLst>
              </p:cNvPr>
              <p:cNvSpPr/>
              <p:nvPr/>
            </p:nvSpPr>
            <p:spPr>
              <a:xfrm>
                <a:off x="5245100" y="3163124"/>
                <a:ext cx="43815" cy="12700"/>
              </a:xfrm>
              <a:custGeom>
                <a:avLst/>
                <a:gdLst>
                  <a:gd name="csX0" fmla="*/ 0 w 43815"/>
                  <a:gd name="csY0" fmla="*/ 0 h 12700"/>
                  <a:gd name="csX1" fmla="*/ 43815 w 4381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815" h="12700">
                    <a:moveTo>
                      <a:pt x="0" y="0"/>
                    </a:moveTo>
                    <a:lnTo>
                      <a:pt x="43815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" name="Freeform 5789">
                <a:extLst>
                  <a:ext uri="{FF2B5EF4-FFF2-40B4-BE49-F238E27FC236}">
                    <a16:creationId xmlns:a16="http://schemas.microsoft.com/office/drawing/2014/main" id="{2D4B0CBD-54F0-A847-CB6D-0C7C60C13F88}"/>
                  </a:ext>
                </a:extLst>
              </p:cNvPr>
              <p:cNvSpPr/>
              <p:nvPr/>
            </p:nvSpPr>
            <p:spPr>
              <a:xfrm>
                <a:off x="5069459" y="2538665"/>
                <a:ext cx="43941" cy="12700"/>
              </a:xfrm>
              <a:custGeom>
                <a:avLst/>
                <a:gdLst>
                  <a:gd name="csX0" fmla="*/ 43942 w 43941"/>
                  <a:gd name="csY0" fmla="*/ 0 h 12700"/>
                  <a:gd name="csX1" fmla="*/ 0 w 439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941" h="12700">
                    <a:moveTo>
                      <a:pt x="43942" y="0"/>
                    </a:moveTo>
                    <a:lnTo>
                      <a:pt x="0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" name="Freeform 5790">
                <a:extLst>
                  <a:ext uri="{FF2B5EF4-FFF2-40B4-BE49-F238E27FC236}">
                    <a16:creationId xmlns:a16="http://schemas.microsoft.com/office/drawing/2014/main" id="{5D85650A-E715-7E03-534C-1B59322C6643}"/>
                  </a:ext>
                </a:extLst>
              </p:cNvPr>
              <p:cNvSpPr/>
              <p:nvPr/>
            </p:nvSpPr>
            <p:spPr>
              <a:xfrm>
                <a:off x="5069459" y="2850832"/>
                <a:ext cx="43941" cy="12700"/>
              </a:xfrm>
              <a:custGeom>
                <a:avLst/>
                <a:gdLst>
                  <a:gd name="csX0" fmla="*/ 43942 w 43941"/>
                  <a:gd name="csY0" fmla="*/ 0 h 12700"/>
                  <a:gd name="csX1" fmla="*/ 0 w 439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941" h="12700">
                    <a:moveTo>
                      <a:pt x="43942" y="0"/>
                    </a:moveTo>
                    <a:lnTo>
                      <a:pt x="0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" name="Freeform 5791">
                <a:extLst>
                  <a:ext uri="{FF2B5EF4-FFF2-40B4-BE49-F238E27FC236}">
                    <a16:creationId xmlns:a16="http://schemas.microsoft.com/office/drawing/2014/main" id="{D372B213-0B76-BA2A-676C-7A0A6455FA68}"/>
                  </a:ext>
                </a:extLst>
              </p:cNvPr>
              <p:cNvSpPr/>
              <p:nvPr/>
            </p:nvSpPr>
            <p:spPr>
              <a:xfrm>
                <a:off x="5069459" y="3163124"/>
                <a:ext cx="43941" cy="12700"/>
              </a:xfrm>
              <a:custGeom>
                <a:avLst/>
                <a:gdLst>
                  <a:gd name="csX0" fmla="*/ 43942 w 43941"/>
                  <a:gd name="csY0" fmla="*/ 0 h 12700"/>
                  <a:gd name="csX1" fmla="*/ 0 w 439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941" h="12700">
                    <a:moveTo>
                      <a:pt x="43942" y="0"/>
                    </a:moveTo>
                    <a:lnTo>
                      <a:pt x="0" y="0"/>
                    </a:lnTo>
                  </a:path>
                </a:pathLst>
              </a:custGeom>
              <a:noFill/>
              <a:ln w="4826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" name="TextBox 5792">
                <a:extLst>
                  <a:ext uri="{FF2B5EF4-FFF2-40B4-BE49-F238E27FC236}">
                    <a16:creationId xmlns:a16="http://schemas.microsoft.com/office/drawing/2014/main" id="{DAD7CF65-C1ED-B694-CB31-0B36DA2E9D25}"/>
                  </a:ext>
                </a:extLst>
              </p:cNvPr>
              <p:cNvSpPr txBox="1"/>
              <p:nvPr/>
            </p:nvSpPr>
            <p:spPr>
              <a:xfrm>
                <a:off x="5267070" y="2431777"/>
                <a:ext cx="400397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0.01</a:t>
                </a:r>
              </a:p>
            </p:txBody>
          </p:sp>
          <p:sp>
            <p:nvSpPr>
              <p:cNvPr id="5794" name="TextBox 5793">
                <a:extLst>
                  <a:ext uri="{FF2B5EF4-FFF2-40B4-BE49-F238E27FC236}">
                    <a16:creationId xmlns:a16="http://schemas.microsoft.com/office/drawing/2014/main" id="{5D2CA4CB-7E2A-C78C-790C-F7E64B5A1851}"/>
                  </a:ext>
                </a:extLst>
              </p:cNvPr>
              <p:cNvSpPr txBox="1"/>
              <p:nvPr/>
            </p:nvSpPr>
            <p:spPr>
              <a:xfrm>
                <a:off x="5267070" y="2743943"/>
                <a:ext cx="400397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0.02</a:t>
                </a:r>
              </a:p>
            </p:txBody>
          </p:sp>
          <p:sp>
            <p:nvSpPr>
              <p:cNvPr id="5795" name="TextBox 5794">
                <a:extLst>
                  <a:ext uri="{FF2B5EF4-FFF2-40B4-BE49-F238E27FC236}">
                    <a16:creationId xmlns:a16="http://schemas.microsoft.com/office/drawing/2014/main" id="{F80F3E88-6668-D4EF-BCDA-E6ABD0F13F82}"/>
                  </a:ext>
                </a:extLst>
              </p:cNvPr>
              <p:cNvSpPr txBox="1"/>
              <p:nvPr/>
            </p:nvSpPr>
            <p:spPr>
              <a:xfrm>
                <a:off x="5267070" y="3056236"/>
                <a:ext cx="400397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0.03</a:t>
                </a:r>
              </a:p>
            </p:txBody>
          </p:sp>
        </p:grpSp>
        <p:sp>
          <p:nvSpPr>
            <p:cNvPr id="5760" name="TextBox 5759">
              <a:extLst>
                <a:ext uri="{FF2B5EF4-FFF2-40B4-BE49-F238E27FC236}">
                  <a16:creationId xmlns:a16="http://schemas.microsoft.com/office/drawing/2014/main" id="{52E16F08-68AA-E6A0-67A2-652500E250BA}"/>
                </a:ext>
              </a:extLst>
            </p:cNvPr>
            <p:cNvSpPr txBox="1"/>
            <p:nvPr/>
          </p:nvSpPr>
          <p:spPr>
            <a:xfrm>
              <a:off x="5163564" y="1544346"/>
              <a:ext cx="555663" cy="247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Count</a:t>
              </a:r>
            </a:p>
          </p:txBody>
        </p:sp>
        <p:grpSp>
          <p:nvGrpSpPr>
            <p:cNvPr id="5761" name="Group 5760">
              <a:extLst>
                <a:ext uri="{FF2B5EF4-FFF2-40B4-BE49-F238E27FC236}">
                  <a16:creationId xmlns:a16="http://schemas.microsoft.com/office/drawing/2014/main" id="{CA911D02-1D8F-B86D-D49A-F52372487469}"/>
                </a:ext>
              </a:extLst>
            </p:cNvPr>
            <p:cNvGrpSpPr/>
            <p:nvPr/>
          </p:nvGrpSpPr>
          <p:grpSpPr>
            <a:xfrm>
              <a:off x="5217896" y="1691034"/>
              <a:ext cx="480111" cy="1203990"/>
              <a:chOff x="5100574" y="3922376"/>
              <a:chExt cx="480111" cy="1203990"/>
            </a:xfrm>
          </p:grpSpPr>
          <p:sp>
            <p:nvSpPr>
              <p:cNvPr id="5774" name="Freeform 5773">
                <a:extLst>
                  <a:ext uri="{FF2B5EF4-FFF2-40B4-BE49-F238E27FC236}">
                    <a16:creationId xmlns:a16="http://schemas.microsoft.com/office/drawing/2014/main" id="{6DCCB518-2644-5C0B-91CF-92C21D603A69}"/>
                  </a:ext>
                </a:extLst>
              </p:cNvPr>
              <p:cNvSpPr/>
              <p:nvPr/>
            </p:nvSpPr>
            <p:spPr>
              <a:xfrm>
                <a:off x="5168265" y="3984053"/>
                <a:ext cx="90424" cy="90424"/>
              </a:xfrm>
              <a:custGeom>
                <a:avLst/>
                <a:gdLst>
                  <a:gd name="csX0" fmla="*/ 90424 w 90424"/>
                  <a:gd name="csY0" fmla="*/ 45212 h 90424"/>
                  <a:gd name="csX1" fmla="*/ 45212 w 90424"/>
                  <a:gd name="csY1" fmla="*/ 90424 h 90424"/>
                  <a:gd name="csX2" fmla="*/ 0 w 90424"/>
                  <a:gd name="csY2" fmla="*/ 45212 h 90424"/>
                  <a:gd name="csX3" fmla="*/ 45212 w 90424"/>
                  <a:gd name="csY3" fmla="*/ 0 h 90424"/>
                  <a:gd name="csX4" fmla="*/ 90424 w 90424"/>
                  <a:gd name="csY4" fmla="*/ 45212 h 904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424" h="90424">
                    <a:moveTo>
                      <a:pt x="90424" y="45212"/>
                    </a:moveTo>
                    <a:cubicBezTo>
                      <a:pt x="90424" y="70182"/>
                      <a:pt x="70182" y="90424"/>
                      <a:pt x="45212" y="90424"/>
                    </a:cubicBezTo>
                    <a:cubicBezTo>
                      <a:pt x="20242" y="90424"/>
                      <a:pt x="0" y="70182"/>
                      <a:pt x="0" y="45212"/>
                    </a:cubicBezTo>
                    <a:cubicBezTo>
                      <a:pt x="0" y="20242"/>
                      <a:pt x="20242" y="0"/>
                      <a:pt x="45212" y="0"/>
                    </a:cubicBezTo>
                    <a:cubicBezTo>
                      <a:pt x="70182" y="0"/>
                      <a:pt x="90424" y="20242"/>
                      <a:pt x="90424" y="45212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" name="Freeform 5774">
                <a:extLst>
                  <a:ext uri="{FF2B5EF4-FFF2-40B4-BE49-F238E27FC236}">
                    <a16:creationId xmlns:a16="http://schemas.microsoft.com/office/drawing/2014/main" id="{888B33AB-B842-FF2E-8E4B-2498C421EF4E}"/>
                  </a:ext>
                </a:extLst>
              </p:cNvPr>
              <p:cNvSpPr/>
              <p:nvPr/>
            </p:nvSpPr>
            <p:spPr>
              <a:xfrm>
                <a:off x="5138039" y="4091819"/>
                <a:ext cx="150875" cy="150875"/>
              </a:xfrm>
              <a:custGeom>
                <a:avLst/>
                <a:gdLst>
                  <a:gd name="csX0" fmla="*/ 150876 w 150875"/>
                  <a:gd name="csY0" fmla="*/ 75438 h 150875"/>
                  <a:gd name="csX1" fmla="*/ 75438 w 150875"/>
                  <a:gd name="csY1" fmla="*/ 150876 h 150875"/>
                  <a:gd name="csX2" fmla="*/ 0 w 150875"/>
                  <a:gd name="csY2" fmla="*/ 75438 h 150875"/>
                  <a:gd name="csX3" fmla="*/ 75438 w 150875"/>
                  <a:gd name="csY3" fmla="*/ 0 h 150875"/>
                  <a:gd name="csX4" fmla="*/ 150876 w 150875"/>
                  <a:gd name="csY4" fmla="*/ 75438 h 1508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5" h="150875">
                    <a:moveTo>
                      <a:pt x="150876" y="75438"/>
                    </a:moveTo>
                    <a:cubicBezTo>
                      <a:pt x="150876" y="117101"/>
                      <a:pt x="117101" y="150876"/>
                      <a:pt x="75438" y="150876"/>
                    </a:cubicBezTo>
                    <a:cubicBezTo>
                      <a:pt x="33775" y="150876"/>
                      <a:pt x="0" y="117101"/>
                      <a:pt x="0" y="75438"/>
                    </a:cubicBezTo>
                    <a:cubicBezTo>
                      <a:pt x="0" y="33775"/>
                      <a:pt x="33775" y="0"/>
                      <a:pt x="75438" y="0"/>
                    </a:cubicBezTo>
                    <a:cubicBezTo>
                      <a:pt x="117101" y="0"/>
                      <a:pt x="150876" y="33775"/>
                      <a:pt x="150876" y="75438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" name="Freeform 5775">
                <a:extLst>
                  <a:ext uri="{FF2B5EF4-FFF2-40B4-BE49-F238E27FC236}">
                    <a16:creationId xmlns:a16="http://schemas.microsoft.com/office/drawing/2014/main" id="{B6CAB6DF-E429-AD9C-CDAE-9F031847AD99}"/>
                  </a:ext>
                </a:extLst>
              </p:cNvPr>
              <p:cNvSpPr/>
              <p:nvPr/>
            </p:nvSpPr>
            <p:spPr>
              <a:xfrm>
                <a:off x="5125466" y="4256864"/>
                <a:ext cx="176022" cy="176022"/>
              </a:xfrm>
              <a:custGeom>
                <a:avLst/>
                <a:gdLst>
                  <a:gd name="csX0" fmla="*/ 176022 w 176022"/>
                  <a:gd name="csY0" fmla="*/ 88011 h 176022"/>
                  <a:gd name="csX1" fmla="*/ 88011 w 176022"/>
                  <a:gd name="csY1" fmla="*/ 176022 h 176022"/>
                  <a:gd name="csX2" fmla="*/ 0 w 176022"/>
                  <a:gd name="csY2" fmla="*/ 88011 h 176022"/>
                  <a:gd name="csX3" fmla="*/ 88011 w 176022"/>
                  <a:gd name="csY3" fmla="*/ 0 h 176022"/>
                  <a:gd name="csX4" fmla="*/ 176022 w 176022"/>
                  <a:gd name="csY4" fmla="*/ 88011 h 1760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6022" h="176022">
                    <a:moveTo>
                      <a:pt x="176022" y="88011"/>
                    </a:moveTo>
                    <a:cubicBezTo>
                      <a:pt x="176022" y="136618"/>
                      <a:pt x="136618" y="176022"/>
                      <a:pt x="88011" y="176022"/>
                    </a:cubicBezTo>
                    <a:cubicBezTo>
                      <a:pt x="39404" y="176022"/>
                      <a:pt x="0" y="136618"/>
                      <a:pt x="0" y="88011"/>
                    </a:cubicBezTo>
                    <a:cubicBezTo>
                      <a:pt x="0" y="39404"/>
                      <a:pt x="39404" y="0"/>
                      <a:pt x="88011" y="0"/>
                    </a:cubicBezTo>
                    <a:cubicBezTo>
                      <a:pt x="136618" y="0"/>
                      <a:pt x="176022" y="39404"/>
                      <a:pt x="176022" y="88011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" name="Freeform 5776">
                <a:extLst>
                  <a:ext uri="{FF2B5EF4-FFF2-40B4-BE49-F238E27FC236}">
                    <a16:creationId xmlns:a16="http://schemas.microsoft.com/office/drawing/2014/main" id="{96549AE2-62C2-58E6-AFDC-CF21268E7A39}"/>
                  </a:ext>
                </a:extLst>
              </p:cNvPr>
              <p:cNvSpPr/>
              <p:nvPr/>
            </p:nvSpPr>
            <p:spPr>
              <a:xfrm>
                <a:off x="5115814" y="4449617"/>
                <a:ext cx="195325" cy="195325"/>
              </a:xfrm>
              <a:custGeom>
                <a:avLst/>
                <a:gdLst>
                  <a:gd name="csX0" fmla="*/ 195326 w 195325"/>
                  <a:gd name="csY0" fmla="*/ 97663 h 195325"/>
                  <a:gd name="csX1" fmla="*/ 97663 w 195325"/>
                  <a:gd name="csY1" fmla="*/ 195326 h 195325"/>
                  <a:gd name="csX2" fmla="*/ 0 w 195325"/>
                  <a:gd name="csY2" fmla="*/ 97663 h 195325"/>
                  <a:gd name="csX3" fmla="*/ 97663 w 195325"/>
                  <a:gd name="csY3" fmla="*/ 0 h 195325"/>
                  <a:gd name="csX4" fmla="*/ 195326 w 195325"/>
                  <a:gd name="csY4" fmla="*/ 97663 h 1953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5325" h="195325">
                    <a:moveTo>
                      <a:pt x="195326" y="97663"/>
                    </a:moveTo>
                    <a:cubicBezTo>
                      <a:pt x="195326" y="151601"/>
                      <a:pt x="151601" y="195326"/>
                      <a:pt x="97663" y="195326"/>
                    </a:cubicBezTo>
                    <a:cubicBezTo>
                      <a:pt x="43725" y="195326"/>
                      <a:pt x="0" y="151601"/>
                      <a:pt x="0" y="97663"/>
                    </a:cubicBezTo>
                    <a:cubicBezTo>
                      <a:pt x="0" y="43725"/>
                      <a:pt x="43725" y="0"/>
                      <a:pt x="97663" y="0"/>
                    </a:cubicBezTo>
                    <a:cubicBezTo>
                      <a:pt x="151601" y="0"/>
                      <a:pt x="195326" y="43725"/>
                      <a:pt x="195326" y="97663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" name="Freeform 5777">
                <a:extLst>
                  <a:ext uri="{FF2B5EF4-FFF2-40B4-BE49-F238E27FC236}">
                    <a16:creationId xmlns:a16="http://schemas.microsoft.com/office/drawing/2014/main" id="{8A6EF7A7-A16E-AB01-9982-C4AD58D92EDF}"/>
                  </a:ext>
                </a:extLst>
              </p:cNvPr>
              <p:cNvSpPr/>
              <p:nvPr/>
            </p:nvSpPr>
            <p:spPr>
              <a:xfrm>
                <a:off x="5107686" y="4667341"/>
                <a:ext cx="211581" cy="211582"/>
              </a:xfrm>
              <a:custGeom>
                <a:avLst/>
                <a:gdLst>
                  <a:gd name="csX0" fmla="*/ 211582 w 211581"/>
                  <a:gd name="csY0" fmla="*/ 105791 h 211582"/>
                  <a:gd name="csX1" fmla="*/ 105791 w 211581"/>
                  <a:gd name="csY1" fmla="*/ 211582 h 211582"/>
                  <a:gd name="csX2" fmla="*/ 0 w 211581"/>
                  <a:gd name="csY2" fmla="*/ 105791 h 211582"/>
                  <a:gd name="csX3" fmla="*/ 105791 w 211581"/>
                  <a:gd name="csY3" fmla="*/ 0 h 211582"/>
                  <a:gd name="csX4" fmla="*/ 211582 w 211581"/>
                  <a:gd name="csY4" fmla="*/ 105791 h 2115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11581" h="211582">
                    <a:moveTo>
                      <a:pt x="211582" y="105791"/>
                    </a:moveTo>
                    <a:cubicBezTo>
                      <a:pt x="211582" y="164218"/>
                      <a:pt x="164218" y="211582"/>
                      <a:pt x="105791" y="211582"/>
                    </a:cubicBezTo>
                    <a:cubicBezTo>
                      <a:pt x="47364" y="211582"/>
                      <a:pt x="0" y="164218"/>
                      <a:pt x="0" y="105791"/>
                    </a:cubicBezTo>
                    <a:cubicBezTo>
                      <a:pt x="0" y="47364"/>
                      <a:pt x="47364" y="0"/>
                      <a:pt x="105791" y="0"/>
                    </a:cubicBezTo>
                    <a:cubicBezTo>
                      <a:pt x="164218" y="0"/>
                      <a:pt x="211582" y="47364"/>
                      <a:pt x="211582" y="105791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" name="Freeform 5778">
                <a:extLst>
                  <a:ext uri="{FF2B5EF4-FFF2-40B4-BE49-F238E27FC236}">
                    <a16:creationId xmlns:a16="http://schemas.microsoft.com/office/drawing/2014/main" id="{C649C274-D034-B47D-D911-82F2E3321649}"/>
                  </a:ext>
                </a:extLst>
              </p:cNvPr>
              <p:cNvSpPr/>
              <p:nvPr/>
            </p:nvSpPr>
            <p:spPr>
              <a:xfrm>
                <a:off x="5100574" y="4900560"/>
                <a:ext cx="225805" cy="225806"/>
              </a:xfrm>
              <a:custGeom>
                <a:avLst/>
                <a:gdLst>
                  <a:gd name="csX0" fmla="*/ 225806 w 225805"/>
                  <a:gd name="csY0" fmla="*/ 112903 h 225806"/>
                  <a:gd name="csX1" fmla="*/ 112903 w 225805"/>
                  <a:gd name="csY1" fmla="*/ 225806 h 225806"/>
                  <a:gd name="csX2" fmla="*/ 0 w 225805"/>
                  <a:gd name="csY2" fmla="*/ 112903 h 225806"/>
                  <a:gd name="csX3" fmla="*/ 112903 w 225805"/>
                  <a:gd name="csY3" fmla="*/ 0 h 225806"/>
                  <a:gd name="csX4" fmla="*/ 225806 w 225805"/>
                  <a:gd name="csY4" fmla="*/ 112903 h 2258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25805" h="225806">
                    <a:moveTo>
                      <a:pt x="225806" y="112903"/>
                    </a:moveTo>
                    <a:cubicBezTo>
                      <a:pt x="225806" y="175258"/>
                      <a:pt x="175257" y="225806"/>
                      <a:pt x="112903" y="225806"/>
                    </a:cubicBezTo>
                    <a:cubicBezTo>
                      <a:pt x="50548" y="225806"/>
                      <a:pt x="0" y="175258"/>
                      <a:pt x="0" y="112903"/>
                    </a:cubicBezTo>
                    <a:cubicBezTo>
                      <a:pt x="0" y="50548"/>
                      <a:pt x="50548" y="0"/>
                      <a:pt x="112903" y="0"/>
                    </a:cubicBezTo>
                    <a:cubicBezTo>
                      <a:pt x="175257" y="0"/>
                      <a:pt x="225806" y="50548"/>
                      <a:pt x="225806" y="112903"/>
                    </a:cubicBezTo>
                    <a:close/>
                  </a:path>
                </a:pathLst>
              </a:custGeom>
              <a:noFill/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" name="TextBox 5779">
                <a:extLst>
                  <a:ext uri="{FF2B5EF4-FFF2-40B4-BE49-F238E27FC236}">
                    <a16:creationId xmlns:a16="http://schemas.microsoft.com/office/drawing/2014/main" id="{7F22CDF4-D18B-44FA-1B6F-5F88C8C408BD}"/>
                  </a:ext>
                </a:extLst>
              </p:cNvPr>
              <p:cNvSpPr txBox="1"/>
              <p:nvPr/>
            </p:nvSpPr>
            <p:spPr>
              <a:xfrm>
                <a:off x="5335650" y="3922376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5781" name="TextBox 5780">
                <a:extLst>
                  <a:ext uri="{FF2B5EF4-FFF2-40B4-BE49-F238E27FC236}">
                    <a16:creationId xmlns:a16="http://schemas.microsoft.com/office/drawing/2014/main" id="{A0509B45-D5F8-C424-CC60-AE52D3494D3F}"/>
                  </a:ext>
                </a:extLst>
              </p:cNvPr>
              <p:cNvSpPr txBox="1"/>
              <p:nvPr/>
            </p:nvSpPr>
            <p:spPr>
              <a:xfrm>
                <a:off x="5335650" y="4055260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5782" name="TextBox 5781">
                <a:extLst>
                  <a:ext uri="{FF2B5EF4-FFF2-40B4-BE49-F238E27FC236}">
                    <a16:creationId xmlns:a16="http://schemas.microsoft.com/office/drawing/2014/main" id="{B95AD312-5550-DBCA-DFDF-C98FF0A3D261}"/>
                  </a:ext>
                </a:extLst>
              </p:cNvPr>
              <p:cNvSpPr txBox="1"/>
              <p:nvPr/>
            </p:nvSpPr>
            <p:spPr>
              <a:xfrm>
                <a:off x="5335650" y="4237986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5783" name="TextBox 5782">
                <a:extLst>
                  <a:ext uri="{FF2B5EF4-FFF2-40B4-BE49-F238E27FC236}">
                    <a16:creationId xmlns:a16="http://schemas.microsoft.com/office/drawing/2014/main" id="{40A6E066-6C6E-DA74-9104-A512EF9A2502}"/>
                  </a:ext>
                </a:extLst>
              </p:cNvPr>
              <p:cNvSpPr txBox="1"/>
              <p:nvPr/>
            </p:nvSpPr>
            <p:spPr>
              <a:xfrm>
                <a:off x="5335650" y="4445499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5784" name="TextBox 5783">
                <a:extLst>
                  <a:ext uri="{FF2B5EF4-FFF2-40B4-BE49-F238E27FC236}">
                    <a16:creationId xmlns:a16="http://schemas.microsoft.com/office/drawing/2014/main" id="{01858689-EAC3-548F-306E-435AB41CF650}"/>
                  </a:ext>
                </a:extLst>
              </p:cNvPr>
              <p:cNvSpPr txBox="1"/>
              <p:nvPr/>
            </p:nvSpPr>
            <p:spPr>
              <a:xfrm>
                <a:off x="5335650" y="4671351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5785" name="TextBox 5784">
                <a:extLst>
                  <a:ext uri="{FF2B5EF4-FFF2-40B4-BE49-F238E27FC236}">
                    <a16:creationId xmlns:a16="http://schemas.microsoft.com/office/drawing/2014/main" id="{6663D4B7-F9A9-1B98-45E6-03FF81EE7488}"/>
                  </a:ext>
                </a:extLst>
              </p:cNvPr>
              <p:cNvSpPr txBox="1"/>
              <p:nvPr/>
            </p:nvSpPr>
            <p:spPr>
              <a:xfrm>
                <a:off x="5335650" y="4906574"/>
                <a:ext cx="245035" cy="216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6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</p:grpSp>
        <p:sp>
          <p:nvSpPr>
            <p:cNvPr id="5762" name="TextBox 5761">
              <a:extLst>
                <a:ext uri="{FF2B5EF4-FFF2-40B4-BE49-F238E27FC236}">
                  <a16:creationId xmlns:a16="http://schemas.microsoft.com/office/drawing/2014/main" id="{702A13AF-EBC5-18E3-7950-66A012EE458A}"/>
                </a:ext>
              </a:extLst>
            </p:cNvPr>
            <p:cNvSpPr txBox="1"/>
            <p:nvPr/>
          </p:nvSpPr>
          <p:spPr>
            <a:xfrm>
              <a:off x="3434040" y="825400"/>
              <a:ext cx="169328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6_NPO DEGs</a:t>
              </a:r>
            </a:p>
          </p:txBody>
        </p:sp>
        <p:grpSp>
          <p:nvGrpSpPr>
            <p:cNvPr id="5763" name="Group 5762">
              <a:extLst>
                <a:ext uri="{FF2B5EF4-FFF2-40B4-BE49-F238E27FC236}">
                  <a16:creationId xmlns:a16="http://schemas.microsoft.com/office/drawing/2014/main" id="{12A7D2D7-467E-73F6-010D-90F0A3441571}"/>
                </a:ext>
              </a:extLst>
            </p:cNvPr>
            <p:cNvGrpSpPr/>
            <p:nvPr/>
          </p:nvGrpSpPr>
          <p:grpSpPr>
            <a:xfrm>
              <a:off x="94802" y="1109142"/>
              <a:ext cx="3374534" cy="1742889"/>
              <a:chOff x="-215318" y="2893278"/>
              <a:chExt cx="3374534" cy="1742889"/>
            </a:xfrm>
          </p:grpSpPr>
          <p:sp>
            <p:nvSpPr>
              <p:cNvPr id="5764" name="TextBox 5763">
                <a:extLst>
                  <a:ext uri="{FF2B5EF4-FFF2-40B4-BE49-F238E27FC236}">
                    <a16:creationId xmlns:a16="http://schemas.microsoft.com/office/drawing/2014/main" id="{56337BDB-8529-69C7-16EA-00D5B441B3AB}"/>
                  </a:ext>
                </a:extLst>
              </p:cNvPr>
              <p:cNvSpPr txBox="1"/>
              <p:nvPr/>
            </p:nvSpPr>
            <p:spPr>
              <a:xfrm>
                <a:off x="484945" y="2893278"/>
                <a:ext cx="267427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GPCR signaling pathway</a:t>
                </a:r>
                <a:endPara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765" name="TextBox 5764">
                <a:extLst>
                  <a:ext uri="{FF2B5EF4-FFF2-40B4-BE49-F238E27FC236}">
                    <a16:creationId xmlns:a16="http://schemas.microsoft.com/office/drawing/2014/main" id="{858844B2-0658-919B-9333-DC8B2BB87ABC}"/>
                  </a:ext>
                </a:extLst>
              </p:cNvPr>
              <p:cNvSpPr txBox="1"/>
              <p:nvPr/>
            </p:nvSpPr>
            <p:spPr>
              <a:xfrm>
                <a:off x="484945" y="3062994"/>
                <a:ext cx="267427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GPCR receptor activity</a:t>
                </a:r>
                <a:endPara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766" name="TextBox 5765">
                <a:extLst>
                  <a:ext uri="{FF2B5EF4-FFF2-40B4-BE49-F238E27FC236}">
                    <a16:creationId xmlns:a16="http://schemas.microsoft.com/office/drawing/2014/main" id="{23D65548-9378-461F-7EE0-59C03BEFBB11}"/>
                  </a:ext>
                </a:extLst>
              </p:cNvPr>
              <p:cNvSpPr txBox="1"/>
              <p:nvPr/>
            </p:nvSpPr>
            <p:spPr>
              <a:xfrm>
                <a:off x="484945" y="3232710"/>
                <a:ext cx="267427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positive regulation of transcription by RNA pol III</a:t>
                </a:r>
              </a:p>
            </p:txBody>
          </p:sp>
          <p:sp>
            <p:nvSpPr>
              <p:cNvPr id="5767" name="TextBox 5766">
                <a:extLst>
                  <a:ext uri="{FF2B5EF4-FFF2-40B4-BE49-F238E27FC236}">
                    <a16:creationId xmlns:a16="http://schemas.microsoft.com/office/drawing/2014/main" id="{34DB0822-813F-9631-03EE-627DD7C1667E}"/>
                  </a:ext>
                </a:extLst>
              </p:cNvPr>
              <p:cNvSpPr txBox="1"/>
              <p:nvPr/>
            </p:nvSpPr>
            <p:spPr>
              <a:xfrm>
                <a:off x="484945" y="3402426"/>
                <a:ext cx="267427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protein tyrosine phosphatase activity</a:t>
                </a:r>
              </a:p>
            </p:txBody>
          </p:sp>
          <p:sp>
            <p:nvSpPr>
              <p:cNvPr id="5768" name="TextBox 5767">
                <a:extLst>
                  <a:ext uri="{FF2B5EF4-FFF2-40B4-BE49-F238E27FC236}">
                    <a16:creationId xmlns:a16="http://schemas.microsoft.com/office/drawing/2014/main" id="{690DDCA6-4D07-942B-FC67-854B0DFBFE18}"/>
                  </a:ext>
                </a:extLst>
              </p:cNvPr>
              <p:cNvSpPr txBox="1"/>
              <p:nvPr/>
            </p:nvSpPr>
            <p:spPr>
              <a:xfrm>
                <a:off x="484945" y="3572142"/>
                <a:ext cx="267427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learning or memory</a:t>
                </a:r>
              </a:p>
            </p:txBody>
          </p:sp>
          <p:sp>
            <p:nvSpPr>
              <p:cNvPr id="5769" name="TextBox 5768">
                <a:extLst>
                  <a:ext uri="{FF2B5EF4-FFF2-40B4-BE49-F238E27FC236}">
                    <a16:creationId xmlns:a16="http://schemas.microsoft.com/office/drawing/2014/main" id="{AD27CB27-9242-A460-D1EA-2E3789FCB4E7}"/>
                  </a:ext>
                </a:extLst>
              </p:cNvPr>
              <p:cNvSpPr txBox="1"/>
              <p:nvPr/>
            </p:nvSpPr>
            <p:spPr>
              <a:xfrm>
                <a:off x="190494" y="3682337"/>
                <a:ext cx="296872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non-membrane spanning protein tyrosine phosphatase activity</a:t>
                </a:r>
              </a:p>
            </p:txBody>
          </p:sp>
          <p:sp>
            <p:nvSpPr>
              <p:cNvPr id="5770" name="TextBox 5769">
                <a:extLst>
                  <a:ext uri="{FF2B5EF4-FFF2-40B4-BE49-F238E27FC236}">
                    <a16:creationId xmlns:a16="http://schemas.microsoft.com/office/drawing/2014/main" id="{E321C7A2-88EB-075B-C158-BC87252BACEC}"/>
                  </a:ext>
                </a:extLst>
              </p:cNvPr>
              <p:cNvSpPr txBox="1"/>
              <p:nvPr/>
            </p:nvSpPr>
            <p:spPr>
              <a:xfrm>
                <a:off x="-215318" y="3911574"/>
                <a:ext cx="337453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protein tyrosine phosphatase activity, metal-dependent</a:t>
                </a:r>
              </a:p>
            </p:txBody>
          </p:sp>
          <p:sp>
            <p:nvSpPr>
              <p:cNvPr id="5771" name="TextBox 5770">
                <a:extLst>
                  <a:ext uri="{FF2B5EF4-FFF2-40B4-BE49-F238E27FC236}">
                    <a16:creationId xmlns:a16="http://schemas.microsoft.com/office/drawing/2014/main" id="{FE99148F-81DB-5874-C243-728D7D825704}"/>
                  </a:ext>
                </a:extLst>
              </p:cNvPr>
              <p:cNvSpPr txBox="1"/>
              <p:nvPr/>
            </p:nvSpPr>
            <p:spPr>
              <a:xfrm>
                <a:off x="-215318" y="4081290"/>
                <a:ext cx="337453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perineuronal net</a:t>
                </a:r>
              </a:p>
            </p:txBody>
          </p:sp>
          <p:sp>
            <p:nvSpPr>
              <p:cNvPr id="5772" name="TextBox 5771">
                <a:extLst>
                  <a:ext uri="{FF2B5EF4-FFF2-40B4-BE49-F238E27FC236}">
                    <a16:creationId xmlns:a16="http://schemas.microsoft.com/office/drawing/2014/main" id="{3BECB0BF-7062-2870-6CCB-5D518303DF83}"/>
                  </a:ext>
                </a:extLst>
              </p:cNvPr>
              <p:cNvSpPr txBox="1"/>
              <p:nvPr/>
            </p:nvSpPr>
            <p:spPr>
              <a:xfrm>
                <a:off x="-215318" y="4251006"/>
                <a:ext cx="337453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estrogen response element binding</a:t>
                </a:r>
              </a:p>
            </p:txBody>
          </p:sp>
          <p:sp>
            <p:nvSpPr>
              <p:cNvPr id="5773" name="TextBox 5772">
                <a:extLst>
                  <a:ext uri="{FF2B5EF4-FFF2-40B4-BE49-F238E27FC236}">
                    <a16:creationId xmlns:a16="http://schemas.microsoft.com/office/drawing/2014/main" id="{42F88E07-1668-6EAB-580F-69DB9D17ED8A}"/>
                  </a:ext>
                </a:extLst>
              </p:cNvPr>
              <p:cNvSpPr txBox="1"/>
              <p:nvPr/>
            </p:nvSpPr>
            <p:spPr>
              <a:xfrm>
                <a:off x="-215318" y="4420723"/>
                <a:ext cx="337453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8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peptidyl-tyrosine dephosphorylation</a:t>
                </a:r>
              </a:p>
            </p:txBody>
          </p:sp>
        </p:grpSp>
      </p:grpSp>
      <p:sp>
        <p:nvSpPr>
          <p:cNvPr id="5869" name="Rectangle 5868">
            <a:extLst>
              <a:ext uri="{FF2B5EF4-FFF2-40B4-BE49-F238E27FC236}">
                <a16:creationId xmlns:a16="http://schemas.microsoft.com/office/drawing/2014/main" id="{4A3EF0C9-C55C-FC41-9990-E47FED1F75CB}"/>
              </a:ext>
            </a:extLst>
          </p:cNvPr>
          <p:cNvSpPr/>
          <p:nvPr/>
        </p:nvSpPr>
        <p:spPr>
          <a:xfrm>
            <a:off x="3165862" y="2307032"/>
            <a:ext cx="1828800" cy="16597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Some ATAC?</a:t>
            </a:r>
          </a:p>
        </p:txBody>
      </p:sp>
      <p:sp>
        <p:nvSpPr>
          <p:cNvPr id="5870" name="Rectangle 5869">
            <a:extLst>
              <a:ext uri="{FF2B5EF4-FFF2-40B4-BE49-F238E27FC236}">
                <a16:creationId xmlns:a16="http://schemas.microsoft.com/office/drawing/2014/main" id="{B02AB86E-2CDB-2572-A9B4-D73D65C9DBCE}"/>
              </a:ext>
            </a:extLst>
          </p:cNvPr>
          <p:cNvSpPr/>
          <p:nvPr/>
        </p:nvSpPr>
        <p:spPr>
          <a:xfrm>
            <a:off x="5029200" y="2307032"/>
            <a:ext cx="1828800" cy="16597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Some ATAC?</a:t>
            </a:r>
          </a:p>
        </p:txBody>
      </p:sp>
      <p:sp>
        <p:nvSpPr>
          <p:cNvPr id="5871" name="Rectangle 5870">
            <a:extLst>
              <a:ext uri="{FF2B5EF4-FFF2-40B4-BE49-F238E27FC236}">
                <a16:creationId xmlns:a16="http://schemas.microsoft.com/office/drawing/2014/main" id="{8B2EAB2F-BC6C-3513-898A-4820F8738AED}"/>
              </a:ext>
            </a:extLst>
          </p:cNvPr>
          <p:cNvSpPr/>
          <p:nvPr/>
        </p:nvSpPr>
        <p:spPr>
          <a:xfrm>
            <a:off x="86716" y="5893086"/>
            <a:ext cx="3342284" cy="16597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More spatial?</a:t>
            </a:r>
          </a:p>
          <a:p>
            <a:pPr algn="ctr"/>
            <a:r>
              <a:rPr lang="en-US"/>
              <a:t>Again, do we need to fill up this fig</a:t>
            </a:r>
          </a:p>
        </p:txBody>
      </p:sp>
      <p:sp>
        <p:nvSpPr>
          <p:cNvPr id="5874" name="TextBox 5873">
            <a:extLst>
              <a:ext uri="{FF2B5EF4-FFF2-40B4-BE49-F238E27FC236}">
                <a16:creationId xmlns:a16="http://schemas.microsoft.com/office/drawing/2014/main" id="{B20F257E-006A-7657-4F04-23DBE4E854D6}"/>
              </a:ext>
            </a:extLst>
          </p:cNvPr>
          <p:cNvSpPr txBox="1"/>
          <p:nvPr/>
        </p:nvSpPr>
        <p:spPr>
          <a:xfrm>
            <a:off x="40109" y="58883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</a:p>
        </p:txBody>
      </p:sp>
      <p:sp>
        <p:nvSpPr>
          <p:cNvPr id="5875" name="TextBox 5874">
            <a:extLst>
              <a:ext uri="{FF2B5EF4-FFF2-40B4-BE49-F238E27FC236}">
                <a16:creationId xmlns:a16="http://schemas.microsoft.com/office/drawing/2014/main" id="{DDD76089-E40A-B1F3-BBF7-E1FD85069E4E}"/>
              </a:ext>
            </a:extLst>
          </p:cNvPr>
          <p:cNvSpPr txBox="1"/>
          <p:nvPr/>
        </p:nvSpPr>
        <p:spPr>
          <a:xfrm>
            <a:off x="2411354" y="61815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</a:p>
        </p:txBody>
      </p:sp>
      <p:sp>
        <p:nvSpPr>
          <p:cNvPr id="5876" name="TextBox 5875">
            <a:extLst>
              <a:ext uri="{FF2B5EF4-FFF2-40B4-BE49-F238E27FC236}">
                <a16:creationId xmlns:a16="http://schemas.microsoft.com/office/drawing/2014/main" id="{CA17146C-4AA8-6E44-D0A9-C04E94C18F0F}"/>
              </a:ext>
            </a:extLst>
          </p:cNvPr>
          <p:cNvSpPr txBox="1"/>
          <p:nvPr/>
        </p:nvSpPr>
        <p:spPr>
          <a:xfrm>
            <a:off x="-9716" y="2101628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c</a:t>
            </a:r>
          </a:p>
        </p:txBody>
      </p:sp>
      <p:sp>
        <p:nvSpPr>
          <p:cNvPr id="5877" name="TextBox 5876">
            <a:extLst>
              <a:ext uri="{FF2B5EF4-FFF2-40B4-BE49-F238E27FC236}">
                <a16:creationId xmlns:a16="http://schemas.microsoft.com/office/drawing/2014/main" id="{CCBD8606-5747-0667-749C-46A79C1C91D1}"/>
              </a:ext>
            </a:extLst>
          </p:cNvPr>
          <p:cNvSpPr txBox="1"/>
          <p:nvPr/>
        </p:nvSpPr>
        <p:spPr>
          <a:xfrm>
            <a:off x="1947037" y="4022623"/>
            <a:ext cx="25359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f</a:t>
            </a:r>
          </a:p>
        </p:txBody>
      </p:sp>
      <p:sp>
        <p:nvSpPr>
          <p:cNvPr id="5879" name="TextBox 5878">
            <a:extLst>
              <a:ext uri="{FF2B5EF4-FFF2-40B4-BE49-F238E27FC236}">
                <a16:creationId xmlns:a16="http://schemas.microsoft.com/office/drawing/2014/main" id="{57AED02C-1DAF-A970-CB35-FBC23D362B1E}"/>
              </a:ext>
            </a:extLst>
          </p:cNvPr>
          <p:cNvSpPr txBox="1"/>
          <p:nvPr/>
        </p:nvSpPr>
        <p:spPr>
          <a:xfrm>
            <a:off x="3526061" y="5830509"/>
            <a:ext cx="2423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err="1">
                <a:latin typeface="Helvetica" pitchFamily="2" charset="0"/>
              </a:rPr>
              <a:t>i</a:t>
            </a:r>
            <a:endParaRPr lang="en-US" sz="1600" b="1">
              <a:latin typeface="Helvetica" pitchFamily="2" charset="0"/>
            </a:endParaRPr>
          </a:p>
        </p:txBody>
      </p:sp>
      <p:sp>
        <p:nvSpPr>
          <p:cNvPr id="5880" name="TextBox 5879">
            <a:extLst>
              <a:ext uri="{FF2B5EF4-FFF2-40B4-BE49-F238E27FC236}">
                <a16:creationId xmlns:a16="http://schemas.microsoft.com/office/drawing/2014/main" id="{6CCA5153-9F66-7CEF-BF02-10BD41D166DA}"/>
              </a:ext>
            </a:extLst>
          </p:cNvPr>
          <p:cNvSpPr txBox="1"/>
          <p:nvPr/>
        </p:nvSpPr>
        <p:spPr>
          <a:xfrm>
            <a:off x="5110700" y="4022623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g</a:t>
            </a:r>
          </a:p>
        </p:txBody>
      </p:sp>
      <p:sp>
        <p:nvSpPr>
          <p:cNvPr id="5882" name="TextBox 5881">
            <a:extLst>
              <a:ext uri="{FF2B5EF4-FFF2-40B4-BE49-F238E27FC236}">
                <a16:creationId xmlns:a16="http://schemas.microsoft.com/office/drawing/2014/main" id="{FAE329D5-577F-3B89-FEDF-FA49D4F305BF}"/>
              </a:ext>
            </a:extLst>
          </p:cNvPr>
          <p:cNvSpPr txBox="1"/>
          <p:nvPr/>
        </p:nvSpPr>
        <p:spPr>
          <a:xfrm rot="16200000">
            <a:off x="1531175" y="4749567"/>
            <a:ext cx="918838" cy="25378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1049" err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CytoTRACE</a:t>
            </a:r>
            <a:endParaRPr lang="en-US" sz="1049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5883" name="TextBox 5882">
            <a:extLst>
              <a:ext uri="{FF2B5EF4-FFF2-40B4-BE49-F238E27FC236}">
                <a16:creationId xmlns:a16="http://schemas.microsoft.com/office/drawing/2014/main" id="{402B07A4-E02B-FB39-3076-C324DAF1C002}"/>
              </a:ext>
            </a:extLst>
          </p:cNvPr>
          <p:cNvSpPr txBox="1"/>
          <p:nvPr/>
        </p:nvSpPr>
        <p:spPr>
          <a:xfrm>
            <a:off x="2727876" y="5726419"/>
            <a:ext cx="567782" cy="3099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104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Phase</a:t>
            </a:r>
          </a:p>
        </p:txBody>
      </p:sp>
      <p:grpSp>
        <p:nvGrpSpPr>
          <p:cNvPr id="5887" name="Graphic 5885">
            <a:extLst>
              <a:ext uri="{FF2B5EF4-FFF2-40B4-BE49-F238E27FC236}">
                <a16:creationId xmlns:a16="http://schemas.microsoft.com/office/drawing/2014/main" id="{FDA5AECA-2DD2-ADE0-6ACE-11310712D02D}"/>
              </a:ext>
            </a:extLst>
          </p:cNvPr>
          <p:cNvGrpSpPr/>
          <p:nvPr/>
        </p:nvGrpSpPr>
        <p:grpSpPr>
          <a:xfrm>
            <a:off x="5139496" y="5714955"/>
            <a:ext cx="1718505" cy="1901940"/>
            <a:chOff x="4862855" y="4873944"/>
            <a:chExt cx="1718505" cy="1901940"/>
          </a:xfrm>
        </p:grpSpPr>
        <p:grpSp>
          <p:nvGrpSpPr>
            <p:cNvPr id="5890" name="Graphic 5885">
              <a:extLst>
                <a:ext uri="{FF2B5EF4-FFF2-40B4-BE49-F238E27FC236}">
                  <a16:creationId xmlns:a16="http://schemas.microsoft.com/office/drawing/2014/main" id="{0E54E1C2-108F-815F-31E8-03978C33B3DF}"/>
                </a:ext>
              </a:extLst>
            </p:cNvPr>
            <p:cNvGrpSpPr/>
            <p:nvPr/>
          </p:nvGrpSpPr>
          <p:grpSpPr>
            <a:xfrm>
              <a:off x="5316460" y="5145064"/>
              <a:ext cx="1183259" cy="1388745"/>
              <a:chOff x="5316460" y="5145064"/>
              <a:chExt cx="1183259" cy="1388745"/>
            </a:xfrm>
          </p:grpSpPr>
          <p:sp>
            <p:nvSpPr>
              <p:cNvPr id="5891" name="Freeform 5890">
                <a:extLst>
                  <a:ext uri="{FF2B5EF4-FFF2-40B4-BE49-F238E27FC236}">
                    <a16:creationId xmlns:a16="http://schemas.microsoft.com/office/drawing/2014/main" id="{DA3236BD-FC44-A64A-48A5-77A8BCC150CE}"/>
                  </a:ext>
                </a:extLst>
              </p:cNvPr>
              <p:cNvSpPr/>
              <p:nvPr/>
            </p:nvSpPr>
            <p:spPr>
              <a:xfrm>
                <a:off x="5316460" y="5145064"/>
                <a:ext cx="1183259" cy="1388745"/>
              </a:xfrm>
              <a:custGeom>
                <a:avLst/>
                <a:gdLst>
                  <a:gd name="csX0" fmla="*/ 0 w 1183259"/>
                  <a:gd name="csY0" fmla="*/ 0 h 1388745"/>
                  <a:gd name="csX1" fmla="*/ 1183259 w 1183259"/>
                  <a:gd name="csY1" fmla="*/ 0 h 1388745"/>
                  <a:gd name="csX2" fmla="*/ 1183259 w 1183259"/>
                  <a:gd name="csY2" fmla="*/ 1388745 h 1388745"/>
                  <a:gd name="csX3" fmla="*/ 0 w 1183259"/>
                  <a:gd name="csY3" fmla="*/ 1388745 h 1388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183259" h="1388745">
                    <a:moveTo>
                      <a:pt x="0" y="0"/>
                    </a:moveTo>
                    <a:lnTo>
                      <a:pt x="1183259" y="0"/>
                    </a:lnTo>
                    <a:lnTo>
                      <a:pt x="1183259" y="1388745"/>
                    </a:lnTo>
                    <a:lnTo>
                      <a:pt x="0" y="1388745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2" name="Freeform 5891">
                <a:extLst>
                  <a:ext uri="{FF2B5EF4-FFF2-40B4-BE49-F238E27FC236}">
                    <a16:creationId xmlns:a16="http://schemas.microsoft.com/office/drawing/2014/main" id="{A31C3613-AE0B-FF54-F19F-78010D65753C}"/>
                  </a:ext>
                </a:extLst>
              </p:cNvPr>
              <p:cNvSpPr/>
              <p:nvPr/>
            </p:nvSpPr>
            <p:spPr>
              <a:xfrm>
                <a:off x="5452985" y="6002822"/>
                <a:ext cx="12700" cy="24130"/>
              </a:xfrm>
              <a:custGeom>
                <a:avLst/>
                <a:gdLst>
                  <a:gd name="csX0" fmla="*/ 0 w 12700"/>
                  <a:gd name="csY0" fmla="*/ 24130 h 24130"/>
                  <a:gd name="csX1" fmla="*/ 0 w 12700"/>
                  <a:gd name="csY1" fmla="*/ 0 h 241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4130">
                    <a:moveTo>
                      <a:pt x="0" y="2413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3" name="Freeform 5892">
                <a:extLst>
                  <a:ext uri="{FF2B5EF4-FFF2-40B4-BE49-F238E27FC236}">
                    <a16:creationId xmlns:a16="http://schemas.microsoft.com/office/drawing/2014/main" id="{BBE80CBA-963B-386E-A823-D1AE2F28ACDD}"/>
                  </a:ext>
                </a:extLst>
              </p:cNvPr>
              <p:cNvSpPr/>
              <p:nvPr/>
            </p:nvSpPr>
            <p:spPr>
              <a:xfrm>
                <a:off x="5452985" y="6174780"/>
                <a:ext cx="12700" cy="20319"/>
              </a:xfrm>
              <a:custGeom>
                <a:avLst/>
                <a:gdLst>
                  <a:gd name="csX0" fmla="*/ 0 w 12700"/>
                  <a:gd name="csY0" fmla="*/ 0 h 20319"/>
                  <a:gd name="csX1" fmla="*/ 0 w 12700"/>
                  <a:gd name="csY1" fmla="*/ 20320 h 203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0319">
                    <a:moveTo>
                      <a:pt x="0" y="0"/>
                    </a:moveTo>
                    <a:lnTo>
                      <a:pt x="0" y="2032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4" name="Freeform 5893">
                <a:extLst>
                  <a:ext uri="{FF2B5EF4-FFF2-40B4-BE49-F238E27FC236}">
                    <a16:creationId xmlns:a16="http://schemas.microsoft.com/office/drawing/2014/main" id="{EB708F0B-997F-13AB-D5A3-7D3C0BF1B4AD}"/>
                  </a:ext>
                </a:extLst>
              </p:cNvPr>
              <p:cNvSpPr/>
              <p:nvPr/>
            </p:nvSpPr>
            <p:spPr>
              <a:xfrm>
                <a:off x="5384659" y="6026951"/>
                <a:ext cx="136525" cy="147828"/>
              </a:xfrm>
              <a:custGeom>
                <a:avLst/>
                <a:gdLst>
                  <a:gd name="csX0" fmla="*/ 0 w 136525"/>
                  <a:gd name="csY0" fmla="*/ 0 h 147828"/>
                  <a:gd name="csX1" fmla="*/ 0 w 136525"/>
                  <a:gd name="csY1" fmla="*/ 147828 h 147828"/>
                  <a:gd name="csX2" fmla="*/ 136525 w 136525"/>
                  <a:gd name="csY2" fmla="*/ 147828 h 147828"/>
                  <a:gd name="csX3" fmla="*/ 136525 w 136525"/>
                  <a:gd name="csY3" fmla="*/ 0 h 147828"/>
                  <a:gd name="csX4" fmla="*/ 0 w 136525"/>
                  <a:gd name="csY4" fmla="*/ 0 h 1478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6525" h="147828">
                    <a:moveTo>
                      <a:pt x="0" y="0"/>
                    </a:moveTo>
                    <a:lnTo>
                      <a:pt x="0" y="147828"/>
                    </a:lnTo>
                    <a:lnTo>
                      <a:pt x="136525" y="147828"/>
                    </a:lnTo>
                    <a:lnTo>
                      <a:pt x="136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5" name="Freeform 5894">
                <a:extLst>
                  <a:ext uri="{FF2B5EF4-FFF2-40B4-BE49-F238E27FC236}">
                    <a16:creationId xmlns:a16="http://schemas.microsoft.com/office/drawing/2014/main" id="{721C7EF1-11E3-84A0-62C2-802FABC529BB}"/>
                  </a:ext>
                </a:extLst>
              </p:cNvPr>
              <p:cNvSpPr/>
              <p:nvPr/>
            </p:nvSpPr>
            <p:spPr>
              <a:xfrm>
                <a:off x="5384659" y="6095532"/>
                <a:ext cx="136525" cy="12700"/>
              </a:xfrm>
              <a:custGeom>
                <a:avLst/>
                <a:gdLst>
                  <a:gd name="csX0" fmla="*/ 0 w 136525"/>
                  <a:gd name="csY0" fmla="*/ 0 h 12700"/>
                  <a:gd name="csX1" fmla="*/ 136525 w 13652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6525" h="12700">
                    <a:moveTo>
                      <a:pt x="0" y="0"/>
                    </a:moveTo>
                    <a:lnTo>
                      <a:pt x="13652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6" name="Freeform 5895">
                <a:extLst>
                  <a:ext uri="{FF2B5EF4-FFF2-40B4-BE49-F238E27FC236}">
                    <a16:creationId xmlns:a16="http://schemas.microsoft.com/office/drawing/2014/main" id="{52BA45B9-7E3E-DFD4-869D-3B3A86ECB9B4}"/>
                  </a:ext>
                </a:extLst>
              </p:cNvPr>
              <p:cNvSpPr/>
              <p:nvPr/>
            </p:nvSpPr>
            <p:spPr>
              <a:xfrm>
                <a:off x="5680569" y="5802670"/>
                <a:ext cx="12700" cy="19176"/>
              </a:xfrm>
              <a:custGeom>
                <a:avLst/>
                <a:gdLst>
                  <a:gd name="csX0" fmla="*/ 0 w 12700"/>
                  <a:gd name="csY0" fmla="*/ 19177 h 19176"/>
                  <a:gd name="csX1" fmla="*/ 0 w 12700"/>
                  <a:gd name="csY1" fmla="*/ 0 h 1917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176">
                    <a:moveTo>
                      <a:pt x="0" y="19177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7" name="Freeform 5896">
                <a:extLst>
                  <a:ext uri="{FF2B5EF4-FFF2-40B4-BE49-F238E27FC236}">
                    <a16:creationId xmlns:a16="http://schemas.microsoft.com/office/drawing/2014/main" id="{8FBE57A1-A37C-BEC6-CC4B-C41D34896E3C}"/>
                  </a:ext>
                </a:extLst>
              </p:cNvPr>
              <p:cNvSpPr/>
              <p:nvPr/>
            </p:nvSpPr>
            <p:spPr>
              <a:xfrm>
                <a:off x="5680569" y="5938052"/>
                <a:ext cx="12700" cy="51688"/>
              </a:xfrm>
              <a:custGeom>
                <a:avLst/>
                <a:gdLst>
                  <a:gd name="csX0" fmla="*/ 0 w 12700"/>
                  <a:gd name="csY0" fmla="*/ 0 h 51688"/>
                  <a:gd name="csX1" fmla="*/ 0 w 12700"/>
                  <a:gd name="csY1" fmla="*/ 51689 h 516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1688">
                    <a:moveTo>
                      <a:pt x="0" y="0"/>
                    </a:moveTo>
                    <a:lnTo>
                      <a:pt x="0" y="5168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8" name="Freeform 5897">
                <a:extLst>
                  <a:ext uri="{FF2B5EF4-FFF2-40B4-BE49-F238E27FC236}">
                    <a16:creationId xmlns:a16="http://schemas.microsoft.com/office/drawing/2014/main" id="{FACA9B0E-F13A-E741-853E-BF887FB49434}"/>
                  </a:ext>
                </a:extLst>
              </p:cNvPr>
              <p:cNvSpPr/>
              <p:nvPr/>
            </p:nvSpPr>
            <p:spPr>
              <a:xfrm>
                <a:off x="5612242" y="5821847"/>
                <a:ext cx="136525" cy="116204"/>
              </a:xfrm>
              <a:custGeom>
                <a:avLst/>
                <a:gdLst>
                  <a:gd name="csX0" fmla="*/ 0 w 136525"/>
                  <a:gd name="csY0" fmla="*/ 0 h 116204"/>
                  <a:gd name="csX1" fmla="*/ 0 w 136525"/>
                  <a:gd name="csY1" fmla="*/ 116205 h 116204"/>
                  <a:gd name="csX2" fmla="*/ 136525 w 136525"/>
                  <a:gd name="csY2" fmla="*/ 116205 h 116204"/>
                  <a:gd name="csX3" fmla="*/ 136525 w 136525"/>
                  <a:gd name="csY3" fmla="*/ 0 h 116204"/>
                  <a:gd name="csX4" fmla="*/ 0 w 136525"/>
                  <a:gd name="csY4" fmla="*/ 0 h 1162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6525" h="116204">
                    <a:moveTo>
                      <a:pt x="0" y="0"/>
                    </a:moveTo>
                    <a:lnTo>
                      <a:pt x="0" y="116205"/>
                    </a:lnTo>
                    <a:lnTo>
                      <a:pt x="136525" y="116205"/>
                    </a:lnTo>
                    <a:lnTo>
                      <a:pt x="136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899" name="Freeform 5898">
                <a:extLst>
                  <a:ext uri="{FF2B5EF4-FFF2-40B4-BE49-F238E27FC236}">
                    <a16:creationId xmlns:a16="http://schemas.microsoft.com/office/drawing/2014/main" id="{E8DA9C25-D2FE-C453-2560-E93060F57DA5}"/>
                  </a:ext>
                </a:extLst>
              </p:cNvPr>
              <p:cNvSpPr/>
              <p:nvPr/>
            </p:nvSpPr>
            <p:spPr>
              <a:xfrm>
                <a:off x="5612243" y="5870361"/>
                <a:ext cx="136525" cy="12700"/>
              </a:xfrm>
              <a:custGeom>
                <a:avLst/>
                <a:gdLst>
                  <a:gd name="csX0" fmla="*/ 0 w 136525"/>
                  <a:gd name="csY0" fmla="*/ 0 h 12700"/>
                  <a:gd name="csX1" fmla="*/ 136525 w 13652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6525" h="12700">
                    <a:moveTo>
                      <a:pt x="0" y="0"/>
                    </a:moveTo>
                    <a:lnTo>
                      <a:pt x="13652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0" name="Freeform 5899">
                <a:extLst>
                  <a:ext uri="{FF2B5EF4-FFF2-40B4-BE49-F238E27FC236}">
                    <a16:creationId xmlns:a16="http://schemas.microsoft.com/office/drawing/2014/main" id="{7B98499B-1D1D-91B7-F0C4-1130664BD7A7}"/>
                  </a:ext>
                </a:extLst>
              </p:cNvPr>
              <p:cNvSpPr/>
              <p:nvPr/>
            </p:nvSpPr>
            <p:spPr>
              <a:xfrm>
                <a:off x="5908026" y="5940719"/>
                <a:ext cx="12700" cy="81026"/>
              </a:xfrm>
              <a:custGeom>
                <a:avLst/>
                <a:gdLst>
                  <a:gd name="csX0" fmla="*/ 0 w 12700"/>
                  <a:gd name="csY0" fmla="*/ 81026 h 81026"/>
                  <a:gd name="csX1" fmla="*/ 0 w 12700"/>
                  <a:gd name="csY1" fmla="*/ 0 h 810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1026">
                    <a:moveTo>
                      <a:pt x="0" y="81026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1" name="Freeform 5900">
                <a:extLst>
                  <a:ext uri="{FF2B5EF4-FFF2-40B4-BE49-F238E27FC236}">
                    <a16:creationId xmlns:a16="http://schemas.microsoft.com/office/drawing/2014/main" id="{7F516CC2-2D17-3512-1D5C-836CD6AE3835}"/>
                  </a:ext>
                </a:extLst>
              </p:cNvPr>
              <p:cNvSpPr/>
              <p:nvPr/>
            </p:nvSpPr>
            <p:spPr>
              <a:xfrm>
                <a:off x="5908026" y="6183670"/>
                <a:ext cx="12700" cy="81025"/>
              </a:xfrm>
              <a:custGeom>
                <a:avLst/>
                <a:gdLst>
                  <a:gd name="csX0" fmla="*/ 0 w 12700"/>
                  <a:gd name="csY0" fmla="*/ 0 h 81025"/>
                  <a:gd name="csX1" fmla="*/ 0 w 12700"/>
                  <a:gd name="csY1" fmla="*/ 81026 h 810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1025">
                    <a:moveTo>
                      <a:pt x="0" y="0"/>
                    </a:moveTo>
                    <a:lnTo>
                      <a:pt x="0" y="8102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2" name="Freeform 5901">
                <a:extLst>
                  <a:ext uri="{FF2B5EF4-FFF2-40B4-BE49-F238E27FC236}">
                    <a16:creationId xmlns:a16="http://schemas.microsoft.com/office/drawing/2014/main" id="{D71B8EFE-23AF-D3E8-ECF0-62643821EB5B}"/>
                  </a:ext>
                </a:extLst>
              </p:cNvPr>
              <p:cNvSpPr/>
              <p:nvPr/>
            </p:nvSpPr>
            <p:spPr>
              <a:xfrm>
                <a:off x="5839826" y="6021745"/>
                <a:ext cx="136525" cy="161925"/>
              </a:xfrm>
              <a:custGeom>
                <a:avLst/>
                <a:gdLst>
                  <a:gd name="csX0" fmla="*/ 0 w 136525"/>
                  <a:gd name="csY0" fmla="*/ 0 h 161925"/>
                  <a:gd name="csX1" fmla="*/ 0 w 136525"/>
                  <a:gd name="csY1" fmla="*/ 161925 h 161925"/>
                  <a:gd name="csX2" fmla="*/ 136525 w 136525"/>
                  <a:gd name="csY2" fmla="*/ 161925 h 161925"/>
                  <a:gd name="csX3" fmla="*/ 136525 w 136525"/>
                  <a:gd name="csY3" fmla="*/ 0 h 161925"/>
                  <a:gd name="csX4" fmla="*/ 0 w 136525"/>
                  <a:gd name="csY4" fmla="*/ 0 h 1619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6525" h="161925">
                    <a:moveTo>
                      <a:pt x="0" y="0"/>
                    </a:moveTo>
                    <a:lnTo>
                      <a:pt x="0" y="161925"/>
                    </a:lnTo>
                    <a:lnTo>
                      <a:pt x="136525" y="161925"/>
                    </a:lnTo>
                    <a:lnTo>
                      <a:pt x="136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3" name="Freeform 5902">
                <a:extLst>
                  <a:ext uri="{FF2B5EF4-FFF2-40B4-BE49-F238E27FC236}">
                    <a16:creationId xmlns:a16="http://schemas.microsoft.com/office/drawing/2014/main" id="{4B32218B-BA9B-B253-8CEB-ABE6CE556DAC}"/>
                  </a:ext>
                </a:extLst>
              </p:cNvPr>
              <p:cNvSpPr/>
              <p:nvPr/>
            </p:nvSpPr>
            <p:spPr>
              <a:xfrm>
                <a:off x="5839827" y="6102644"/>
                <a:ext cx="136525" cy="12700"/>
              </a:xfrm>
              <a:custGeom>
                <a:avLst/>
                <a:gdLst>
                  <a:gd name="csX0" fmla="*/ 0 w 136525"/>
                  <a:gd name="csY0" fmla="*/ 0 h 12700"/>
                  <a:gd name="csX1" fmla="*/ 136525 w 13652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6525" h="12700">
                    <a:moveTo>
                      <a:pt x="0" y="0"/>
                    </a:moveTo>
                    <a:lnTo>
                      <a:pt x="13652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4" name="Freeform 5903">
                <a:extLst>
                  <a:ext uri="{FF2B5EF4-FFF2-40B4-BE49-F238E27FC236}">
                    <a16:creationId xmlns:a16="http://schemas.microsoft.com/office/drawing/2014/main" id="{A7B72798-CF86-477B-881C-D7B3DD595BB0}"/>
                  </a:ext>
                </a:extLst>
              </p:cNvPr>
              <p:cNvSpPr/>
              <p:nvPr/>
            </p:nvSpPr>
            <p:spPr>
              <a:xfrm>
                <a:off x="6363194" y="5925225"/>
                <a:ext cx="12700" cy="94234"/>
              </a:xfrm>
              <a:custGeom>
                <a:avLst/>
                <a:gdLst>
                  <a:gd name="csX0" fmla="*/ 0 w 12700"/>
                  <a:gd name="csY0" fmla="*/ 94234 h 94234"/>
                  <a:gd name="csX1" fmla="*/ 0 w 12700"/>
                  <a:gd name="csY1" fmla="*/ 0 h 942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94234">
                    <a:moveTo>
                      <a:pt x="0" y="9423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5" name="Freeform 5904">
                <a:extLst>
                  <a:ext uri="{FF2B5EF4-FFF2-40B4-BE49-F238E27FC236}">
                    <a16:creationId xmlns:a16="http://schemas.microsoft.com/office/drawing/2014/main" id="{8B900DC2-2153-DC2F-E20A-993BA589F588}"/>
                  </a:ext>
                </a:extLst>
              </p:cNvPr>
              <p:cNvSpPr/>
              <p:nvPr/>
            </p:nvSpPr>
            <p:spPr>
              <a:xfrm>
                <a:off x="6363194" y="6127790"/>
                <a:ext cx="12700" cy="82041"/>
              </a:xfrm>
              <a:custGeom>
                <a:avLst/>
                <a:gdLst>
                  <a:gd name="csX0" fmla="*/ 0 w 12700"/>
                  <a:gd name="csY0" fmla="*/ 0 h 82041"/>
                  <a:gd name="csX1" fmla="*/ 0 w 12700"/>
                  <a:gd name="csY1" fmla="*/ 82042 h 820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2041">
                    <a:moveTo>
                      <a:pt x="0" y="0"/>
                    </a:moveTo>
                    <a:lnTo>
                      <a:pt x="0" y="82042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6" name="Freeform 5905">
                <a:extLst>
                  <a:ext uri="{FF2B5EF4-FFF2-40B4-BE49-F238E27FC236}">
                    <a16:creationId xmlns:a16="http://schemas.microsoft.com/office/drawing/2014/main" id="{09524D5B-0F39-E513-C7B2-752DC14DCC7F}"/>
                  </a:ext>
                </a:extLst>
              </p:cNvPr>
              <p:cNvSpPr/>
              <p:nvPr/>
            </p:nvSpPr>
            <p:spPr>
              <a:xfrm>
                <a:off x="6294867" y="6019459"/>
                <a:ext cx="136651" cy="108330"/>
              </a:xfrm>
              <a:custGeom>
                <a:avLst/>
                <a:gdLst>
                  <a:gd name="csX0" fmla="*/ 0 w 136651"/>
                  <a:gd name="csY0" fmla="*/ 0 h 108330"/>
                  <a:gd name="csX1" fmla="*/ 0 w 136651"/>
                  <a:gd name="csY1" fmla="*/ 108331 h 108330"/>
                  <a:gd name="csX2" fmla="*/ 136652 w 136651"/>
                  <a:gd name="csY2" fmla="*/ 108331 h 108330"/>
                  <a:gd name="csX3" fmla="*/ 136652 w 136651"/>
                  <a:gd name="csY3" fmla="*/ 0 h 108330"/>
                  <a:gd name="csX4" fmla="*/ 0 w 136651"/>
                  <a:gd name="csY4" fmla="*/ 0 h 1083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6651" h="108330">
                    <a:moveTo>
                      <a:pt x="0" y="0"/>
                    </a:moveTo>
                    <a:lnTo>
                      <a:pt x="0" y="108331"/>
                    </a:lnTo>
                    <a:lnTo>
                      <a:pt x="136652" y="108331"/>
                    </a:lnTo>
                    <a:lnTo>
                      <a:pt x="13665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7" name="Freeform 5906">
                <a:extLst>
                  <a:ext uri="{FF2B5EF4-FFF2-40B4-BE49-F238E27FC236}">
                    <a16:creationId xmlns:a16="http://schemas.microsoft.com/office/drawing/2014/main" id="{8656D5FE-E6C5-0F51-B0B0-4195D658EE3E}"/>
                  </a:ext>
                </a:extLst>
              </p:cNvPr>
              <p:cNvSpPr/>
              <p:nvPr/>
            </p:nvSpPr>
            <p:spPr>
              <a:xfrm>
                <a:off x="6294868" y="6083975"/>
                <a:ext cx="136652" cy="12700"/>
              </a:xfrm>
              <a:custGeom>
                <a:avLst/>
                <a:gdLst>
                  <a:gd name="csX0" fmla="*/ 0 w 136652"/>
                  <a:gd name="csY0" fmla="*/ 0 h 12700"/>
                  <a:gd name="csX1" fmla="*/ 136652 w 13665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6652" h="12700">
                    <a:moveTo>
                      <a:pt x="0" y="0"/>
                    </a:moveTo>
                    <a:lnTo>
                      <a:pt x="136652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8" name="Freeform 5907">
                <a:extLst>
                  <a:ext uri="{FF2B5EF4-FFF2-40B4-BE49-F238E27FC236}">
                    <a16:creationId xmlns:a16="http://schemas.microsoft.com/office/drawing/2014/main" id="{0569E8ED-9972-B55B-87A6-24C7B5DB7A76}"/>
                  </a:ext>
                </a:extLst>
              </p:cNvPr>
              <p:cNvSpPr/>
              <p:nvPr/>
            </p:nvSpPr>
            <p:spPr>
              <a:xfrm>
                <a:off x="5890754" y="624653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09" name="Freeform 5908">
                <a:extLst>
                  <a:ext uri="{FF2B5EF4-FFF2-40B4-BE49-F238E27FC236}">
                    <a16:creationId xmlns:a16="http://schemas.microsoft.com/office/drawing/2014/main" id="{1257ADFC-7401-69E6-BA2D-3876C84E18A4}"/>
                  </a:ext>
                </a:extLst>
              </p:cNvPr>
              <p:cNvSpPr/>
              <p:nvPr/>
            </p:nvSpPr>
            <p:spPr>
              <a:xfrm>
                <a:off x="5685522" y="597158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0" name="Freeform 5909">
                <a:extLst>
                  <a:ext uri="{FF2B5EF4-FFF2-40B4-BE49-F238E27FC236}">
                    <a16:creationId xmlns:a16="http://schemas.microsoft.com/office/drawing/2014/main" id="{15951361-898A-5FEF-8291-6EBED88E70A9}"/>
                  </a:ext>
                </a:extLst>
              </p:cNvPr>
              <p:cNvSpPr/>
              <p:nvPr/>
            </p:nvSpPr>
            <p:spPr>
              <a:xfrm>
                <a:off x="5659614" y="594922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1" name="Freeform 5910">
                <a:extLst>
                  <a:ext uri="{FF2B5EF4-FFF2-40B4-BE49-F238E27FC236}">
                    <a16:creationId xmlns:a16="http://schemas.microsoft.com/office/drawing/2014/main" id="{9909D143-D805-9A4D-177A-D3CD7796F5F5}"/>
                  </a:ext>
                </a:extLst>
              </p:cNvPr>
              <p:cNvSpPr/>
              <p:nvPr/>
            </p:nvSpPr>
            <p:spPr>
              <a:xfrm>
                <a:off x="6312775" y="599088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2" name="Freeform 5911">
                <a:extLst>
                  <a:ext uri="{FF2B5EF4-FFF2-40B4-BE49-F238E27FC236}">
                    <a16:creationId xmlns:a16="http://schemas.microsoft.com/office/drawing/2014/main" id="{9D6AB93D-7F5A-F9DF-4509-6F600941DA5D}"/>
                  </a:ext>
                </a:extLst>
              </p:cNvPr>
              <p:cNvSpPr/>
              <p:nvPr/>
            </p:nvSpPr>
            <p:spPr>
              <a:xfrm>
                <a:off x="5454382" y="617719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3" name="Freeform 5912">
                <a:extLst>
                  <a:ext uri="{FF2B5EF4-FFF2-40B4-BE49-F238E27FC236}">
                    <a16:creationId xmlns:a16="http://schemas.microsoft.com/office/drawing/2014/main" id="{47A87736-B3E6-24F6-69BB-7820C9BC22F2}"/>
                  </a:ext>
                </a:extLst>
              </p:cNvPr>
              <p:cNvSpPr/>
              <p:nvPr/>
            </p:nvSpPr>
            <p:spPr>
              <a:xfrm>
                <a:off x="6321157" y="611318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4" name="Freeform 5913">
                <a:extLst>
                  <a:ext uri="{FF2B5EF4-FFF2-40B4-BE49-F238E27FC236}">
                    <a16:creationId xmlns:a16="http://schemas.microsoft.com/office/drawing/2014/main" id="{E09DB20C-9118-D8BD-ADC0-54CA11144EF8}"/>
                  </a:ext>
                </a:extLst>
              </p:cNvPr>
              <p:cNvSpPr/>
              <p:nvPr/>
            </p:nvSpPr>
            <p:spPr>
              <a:xfrm>
                <a:off x="5424664" y="609604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5" name="Freeform 5914">
                <a:extLst>
                  <a:ext uri="{FF2B5EF4-FFF2-40B4-BE49-F238E27FC236}">
                    <a16:creationId xmlns:a16="http://schemas.microsoft.com/office/drawing/2014/main" id="{2E63F622-05CF-3594-EA8A-0EFAE5DA7AE5}"/>
                  </a:ext>
                </a:extLst>
              </p:cNvPr>
              <p:cNvSpPr/>
              <p:nvPr/>
            </p:nvSpPr>
            <p:spPr>
              <a:xfrm>
                <a:off x="6354685" y="619192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6" name="Freeform 5915">
                <a:extLst>
                  <a:ext uri="{FF2B5EF4-FFF2-40B4-BE49-F238E27FC236}">
                    <a16:creationId xmlns:a16="http://schemas.microsoft.com/office/drawing/2014/main" id="{FB5A8083-0FD5-FB8A-E158-3010CB31B319}"/>
                  </a:ext>
                </a:extLst>
              </p:cNvPr>
              <p:cNvSpPr/>
              <p:nvPr/>
            </p:nvSpPr>
            <p:spPr>
              <a:xfrm>
                <a:off x="5464796" y="638369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7" name="Freeform 5916">
                <a:extLst>
                  <a:ext uri="{FF2B5EF4-FFF2-40B4-BE49-F238E27FC236}">
                    <a16:creationId xmlns:a16="http://schemas.microsoft.com/office/drawing/2014/main" id="{15120F06-F363-AF2C-18C9-3335AA2E1BBD}"/>
                  </a:ext>
                </a:extLst>
              </p:cNvPr>
              <p:cNvSpPr/>
              <p:nvPr/>
            </p:nvSpPr>
            <p:spPr>
              <a:xfrm>
                <a:off x="6327634" y="590706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8" name="Freeform 5917">
                <a:extLst>
                  <a:ext uri="{FF2B5EF4-FFF2-40B4-BE49-F238E27FC236}">
                    <a16:creationId xmlns:a16="http://schemas.microsoft.com/office/drawing/2014/main" id="{7C315AD9-88E5-0D06-D05B-C9404E322361}"/>
                  </a:ext>
                </a:extLst>
              </p:cNvPr>
              <p:cNvSpPr/>
              <p:nvPr/>
            </p:nvSpPr>
            <p:spPr>
              <a:xfrm>
                <a:off x="5444857" y="598466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19" name="Freeform 5918">
                <a:extLst>
                  <a:ext uri="{FF2B5EF4-FFF2-40B4-BE49-F238E27FC236}">
                    <a16:creationId xmlns:a16="http://schemas.microsoft.com/office/drawing/2014/main" id="{06080144-A4C6-AE81-E302-BDC004DC26C6}"/>
                  </a:ext>
                </a:extLst>
              </p:cNvPr>
              <p:cNvSpPr/>
              <p:nvPr/>
            </p:nvSpPr>
            <p:spPr>
              <a:xfrm>
                <a:off x="6377164" y="609896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0" name="Freeform 5919">
                <a:extLst>
                  <a:ext uri="{FF2B5EF4-FFF2-40B4-BE49-F238E27FC236}">
                    <a16:creationId xmlns:a16="http://schemas.microsoft.com/office/drawing/2014/main" id="{4F705381-7F15-BA90-B4B5-3C3C866A822E}"/>
                  </a:ext>
                </a:extLst>
              </p:cNvPr>
              <p:cNvSpPr/>
              <p:nvPr/>
            </p:nvSpPr>
            <p:spPr>
              <a:xfrm>
                <a:off x="5443587" y="605921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1" name="Freeform 5920">
                <a:extLst>
                  <a:ext uri="{FF2B5EF4-FFF2-40B4-BE49-F238E27FC236}">
                    <a16:creationId xmlns:a16="http://schemas.microsoft.com/office/drawing/2014/main" id="{EDCC4FCD-2FEA-4A9F-1267-05150B9FF300}"/>
                  </a:ext>
                </a:extLst>
              </p:cNvPr>
              <p:cNvSpPr/>
              <p:nvPr/>
            </p:nvSpPr>
            <p:spPr>
              <a:xfrm>
                <a:off x="5663043" y="578501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2" name="Freeform 5921">
                <a:extLst>
                  <a:ext uri="{FF2B5EF4-FFF2-40B4-BE49-F238E27FC236}">
                    <a16:creationId xmlns:a16="http://schemas.microsoft.com/office/drawing/2014/main" id="{507171AB-128A-EB23-44EC-318B6F75484B}"/>
                  </a:ext>
                </a:extLst>
              </p:cNvPr>
              <p:cNvSpPr/>
              <p:nvPr/>
            </p:nvSpPr>
            <p:spPr>
              <a:xfrm>
                <a:off x="6342239" y="603292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3" name="Freeform 5922">
                <a:extLst>
                  <a:ext uri="{FF2B5EF4-FFF2-40B4-BE49-F238E27FC236}">
                    <a16:creationId xmlns:a16="http://schemas.microsoft.com/office/drawing/2014/main" id="{767D7562-AF91-2115-1892-83CC0393897C}"/>
                  </a:ext>
                </a:extLst>
              </p:cNvPr>
              <p:cNvSpPr/>
              <p:nvPr/>
            </p:nvSpPr>
            <p:spPr>
              <a:xfrm>
                <a:off x="5420219" y="599240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4" name="Freeform 5923">
                <a:extLst>
                  <a:ext uri="{FF2B5EF4-FFF2-40B4-BE49-F238E27FC236}">
                    <a16:creationId xmlns:a16="http://schemas.microsoft.com/office/drawing/2014/main" id="{9DA0D1DD-7347-EEB9-9997-DE2FD9C2125D}"/>
                  </a:ext>
                </a:extLst>
              </p:cNvPr>
              <p:cNvSpPr/>
              <p:nvPr/>
            </p:nvSpPr>
            <p:spPr>
              <a:xfrm>
                <a:off x="5887706" y="592281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5" name="Freeform 5924">
                <a:extLst>
                  <a:ext uri="{FF2B5EF4-FFF2-40B4-BE49-F238E27FC236}">
                    <a16:creationId xmlns:a16="http://schemas.microsoft.com/office/drawing/2014/main" id="{AF99C6A0-D8DF-DB07-79E0-C9505DEAE021}"/>
                  </a:ext>
                </a:extLst>
              </p:cNvPr>
              <p:cNvSpPr/>
              <p:nvPr/>
            </p:nvSpPr>
            <p:spPr>
              <a:xfrm>
                <a:off x="5685522" y="58524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6" name="Freeform 5925">
                <a:extLst>
                  <a:ext uri="{FF2B5EF4-FFF2-40B4-BE49-F238E27FC236}">
                    <a16:creationId xmlns:a16="http://schemas.microsoft.com/office/drawing/2014/main" id="{7C3A58D7-7D25-0E61-7063-E40BD1FDF6EB}"/>
                  </a:ext>
                </a:extLst>
              </p:cNvPr>
              <p:cNvSpPr/>
              <p:nvPr/>
            </p:nvSpPr>
            <p:spPr>
              <a:xfrm>
                <a:off x="5663170" y="589068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7" name="Freeform 5926">
                <a:extLst>
                  <a:ext uri="{FF2B5EF4-FFF2-40B4-BE49-F238E27FC236}">
                    <a16:creationId xmlns:a16="http://schemas.microsoft.com/office/drawing/2014/main" id="{DF0009B2-D598-09D9-759C-F150D4178B05}"/>
                  </a:ext>
                </a:extLst>
              </p:cNvPr>
              <p:cNvSpPr/>
              <p:nvPr/>
            </p:nvSpPr>
            <p:spPr>
              <a:xfrm>
                <a:off x="6110972" y="594757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8" name="Freeform 5927">
                <a:extLst>
                  <a:ext uri="{FF2B5EF4-FFF2-40B4-BE49-F238E27FC236}">
                    <a16:creationId xmlns:a16="http://schemas.microsoft.com/office/drawing/2014/main" id="{5B0062D0-BEFF-DD16-BC65-CFF4FA3A62B7}"/>
                  </a:ext>
                </a:extLst>
              </p:cNvPr>
              <p:cNvSpPr/>
              <p:nvPr/>
            </p:nvSpPr>
            <p:spPr>
              <a:xfrm>
                <a:off x="5674854" y="582235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29" name="Freeform 5928">
                <a:extLst>
                  <a:ext uri="{FF2B5EF4-FFF2-40B4-BE49-F238E27FC236}">
                    <a16:creationId xmlns:a16="http://schemas.microsoft.com/office/drawing/2014/main" id="{940F2423-0E3E-A1CC-A89D-4451631BFA06}"/>
                  </a:ext>
                </a:extLst>
              </p:cNvPr>
              <p:cNvSpPr/>
              <p:nvPr/>
            </p:nvSpPr>
            <p:spPr>
              <a:xfrm>
                <a:off x="5686284" y="578476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30" name="TextBox 5929">
                <a:extLst>
                  <a:ext uri="{FF2B5EF4-FFF2-40B4-BE49-F238E27FC236}">
                    <a16:creationId xmlns:a16="http://schemas.microsoft.com/office/drawing/2014/main" id="{6E2CD03D-D9B3-245C-B558-C0F16C2764DA}"/>
                  </a:ext>
                </a:extLst>
              </p:cNvPr>
              <p:cNvSpPr txBox="1"/>
              <p:nvPr/>
            </p:nvSpPr>
            <p:spPr>
              <a:xfrm>
                <a:off x="5363627" y="5410698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5931" name="Freeform 5930">
                <a:extLst>
                  <a:ext uri="{FF2B5EF4-FFF2-40B4-BE49-F238E27FC236}">
                    <a16:creationId xmlns:a16="http://schemas.microsoft.com/office/drawing/2014/main" id="{434A0C7A-2B61-BEDC-A4E2-54A89414A8A0}"/>
                  </a:ext>
                </a:extLst>
              </p:cNvPr>
              <p:cNvSpPr/>
              <p:nvPr/>
            </p:nvSpPr>
            <p:spPr>
              <a:xfrm>
                <a:off x="5452985" y="5604550"/>
                <a:ext cx="204723" cy="12700"/>
              </a:xfrm>
              <a:custGeom>
                <a:avLst/>
                <a:gdLst>
                  <a:gd name="csX0" fmla="*/ 0 w 204723"/>
                  <a:gd name="csY0" fmla="*/ 0 h 12700"/>
                  <a:gd name="csX1" fmla="*/ 204724 w 20472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04723" h="12700">
                    <a:moveTo>
                      <a:pt x="0" y="0"/>
                    </a:moveTo>
                    <a:lnTo>
                      <a:pt x="20472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32" name="TextBox 5931">
                <a:extLst>
                  <a:ext uri="{FF2B5EF4-FFF2-40B4-BE49-F238E27FC236}">
                    <a16:creationId xmlns:a16="http://schemas.microsoft.com/office/drawing/2014/main" id="{A674663B-2EF4-75DB-FC86-E54A26BCEDE9}"/>
                  </a:ext>
                </a:extLst>
              </p:cNvPr>
              <p:cNvSpPr txBox="1"/>
              <p:nvPr/>
            </p:nvSpPr>
            <p:spPr>
              <a:xfrm>
                <a:off x="5891222" y="5415316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5933" name="Freeform 5932">
                <a:extLst>
                  <a:ext uri="{FF2B5EF4-FFF2-40B4-BE49-F238E27FC236}">
                    <a16:creationId xmlns:a16="http://schemas.microsoft.com/office/drawing/2014/main" id="{20BC7F85-5549-92EC-BCEF-2C7D1C61AF44}"/>
                  </a:ext>
                </a:extLst>
              </p:cNvPr>
              <p:cNvSpPr/>
              <p:nvPr/>
            </p:nvSpPr>
            <p:spPr>
              <a:xfrm>
                <a:off x="5703302" y="5604550"/>
                <a:ext cx="659891" cy="12700"/>
              </a:xfrm>
              <a:custGeom>
                <a:avLst/>
                <a:gdLst>
                  <a:gd name="csX0" fmla="*/ 0 w 659891"/>
                  <a:gd name="csY0" fmla="*/ 0 h 12700"/>
                  <a:gd name="csX1" fmla="*/ 659892 w 65989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59891" h="12700">
                    <a:moveTo>
                      <a:pt x="0" y="0"/>
                    </a:moveTo>
                    <a:lnTo>
                      <a:pt x="659892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34" name="TextBox 5933">
                <a:extLst>
                  <a:ext uri="{FF2B5EF4-FFF2-40B4-BE49-F238E27FC236}">
                    <a16:creationId xmlns:a16="http://schemas.microsoft.com/office/drawing/2014/main" id="{D2EB1415-5135-B1BB-1516-5DCFC92FD42D}"/>
                  </a:ext>
                </a:extLst>
              </p:cNvPr>
              <p:cNvSpPr txBox="1"/>
              <p:nvPr/>
            </p:nvSpPr>
            <p:spPr>
              <a:xfrm>
                <a:off x="5626538" y="5253614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0.405</a:t>
                </a:r>
              </a:p>
            </p:txBody>
          </p:sp>
          <p:sp>
            <p:nvSpPr>
              <p:cNvPr id="5935" name="Freeform 5934">
                <a:extLst>
                  <a:ext uri="{FF2B5EF4-FFF2-40B4-BE49-F238E27FC236}">
                    <a16:creationId xmlns:a16="http://schemas.microsoft.com/office/drawing/2014/main" id="{849DE490-101F-F27D-5FCB-9F6C243E84DB}"/>
                  </a:ext>
                </a:extLst>
              </p:cNvPr>
              <p:cNvSpPr/>
              <p:nvPr/>
            </p:nvSpPr>
            <p:spPr>
              <a:xfrm>
                <a:off x="5452985" y="5406430"/>
                <a:ext cx="910208" cy="12700"/>
              </a:xfrm>
              <a:custGeom>
                <a:avLst/>
                <a:gdLst>
                  <a:gd name="csX0" fmla="*/ 0 w 910208"/>
                  <a:gd name="csY0" fmla="*/ 0 h 12700"/>
                  <a:gd name="csX1" fmla="*/ 910209 w 91020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10208" h="12700">
                    <a:moveTo>
                      <a:pt x="0" y="0"/>
                    </a:moveTo>
                    <a:lnTo>
                      <a:pt x="91020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5936" name="Graphic 5885">
              <a:extLst>
                <a:ext uri="{FF2B5EF4-FFF2-40B4-BE49-F238E27FC236}">
                  <a16:creationId xmlns:a16="http://schemas.microsoft.com/office/drawing/2014/main" id="{62314EF1-E287-3EA7-518C-2C3145E427A8}"/>
                </a:ext>
              </a:extLst>
            </p:cNvPr>
            <p:cNvGrpSpPr/>
            <p:nvPr/>
          </p:nvGrpSpPr>
          <p:grpSpPr>
            <a:xfrm>
              <a:off x="4862855" y="4873944"/>
              <a:ext cx="1718505" cy="1901940"/>
              <a:chOff x="4862855" y="4873944"/>
              <a:chExt cx="1718505" cy="1901940"/>
            </a:xfrm>
          </p:grpSpPr>
          <p:sp>
            <p:nvSpPr>
              <p:cNvPr id="5937" name="Freeform 5936">
                <a:extLst>
                  <a:ext uri="{FF2B5EF4-FFF2-40B4-BE49-F238E27FC236}">
                    <a16:creationId xmlns:a16="http://schemas.microsoft.com/office/drawing/2014/main" id="{91437C1F-88D9-CDF3-B6A6-4D0EF85EC7F2}"/>
                  </a:ext>
                </a:extLst>
              </p:cNvPr>
              <p:cNvSpPr/>
              <p:nvPr/>
            </p:nvSpPr>
            <p:spPr>
              <a:xfrm>
                <a:off x="5316459" y="5145063"/>
                <a:ext cx="12700" cy="1388745"/>
              </a:xfrm>
              <a:custGeom>
                <a:avLst/>
                <a:gdLst>
                  <a:gd name="csX0" fmla="*/ 0 w 12700"/>
                  <a:gd name="csY0" fmla="*/ 1388745 h 1388745"/>
                  <a:gd name="csX1" fmla="*/ 0 w 12700"/>
                  <a:gd name="csY1" fmla="*/ 0 h 1388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388745">
                    <a:moveTo>
                      <a:pt x="0" y="1388745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38" name="TextBox 5937">
                <a:extLst>
                  <a:ext uri="{FF2B5EF4-FFF2-40B4-BE49-F238E27FC236}">
                    <a16:creationId xmlns:a16="http://schemas.microsoft.com/office/drawing/2014/main" id="{C11D98EC-3F59-8F1E-4211-76CE221A19DB}"/>
                  </a:ext>
                </a:extLst>
              </p:cNvPr>
              <p:cNvSpPr txBox="1"/>
              <p:nvPr/>
            </p:nvSpPr>
            <p:spPr>
              <a:xfrm>
                <a:off x="4862855" y="6179524"/>
                <a:ext cx="502061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0.125</a:t>
                </a:r>
              </a:p>
            </p:txBody>
          </p:sp>
          <p:sp>
            <p:nvSpPr>
              <p:cNvPr id="5939" name="TextBox 5938">
                <a:extLst>
                  <a:ext uri="{FF2B5EF4-FFF2-40B4-BE49-F238E27FC236}">
                    <a16:creationId xmlns:a16="http://schemas.microsoft.com/office/drawing/2014/main" id="{9584F3FC-A794-24DF-B187-530C4A60DA77}"/>
                  </a:ext>
                </a:extLst>
              </p:cNvPr>
              <p:cNvSpPr txBox="1"/>
              <p:nvPr/>
            </p:nvSpPr>
            <p:spPr>
              <a:xfrm>
                <a:off x="4862855" y="5879931"/>
                <a:ext cx="502061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0.150</a:t>
                </a:r>
              </a:p>
            </p:txBody>
          </p:sp>
          <p:sp>
            <p:nvSpPr>
              <p:cNvPr id="5940" name="TextBox 5939">
                <a:extLst>
                  <a:ext uri="{FF2B5EF4-FFF2-40B4-BE49-F238E27FC236}">
                    <a16:creationId xmlns:a16="http://schemas.microsoft.com/office/drawing/2014/main" id="{298D912E-0D73-F3C0-D23C-462B615AD688}"/>
                  </a:ext>
                </a:extLst>
              </p:cNvPr>
              <p:cNvSpPr txBox="1"/>
              <p:nvPr/>
            </p:nvSpPr>
            <p:spPr>
              <a:xfrm>
                <a:off x="4862855" y="5580465"/>
                <a:ext cx="502061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0.175</a:t>
                </a:r>
              </a:p>
            </p:txBody>
          </p:sp>
          <p:sp>
            <p:nvSpPr>
              <p:cNvPr id="5941" name="TextBox 5940">
                <a:extLst>
                  <a:ext uri="{FF2B5EF4-FFF2-40B4-BE49-F238E27FC236}">
                    <a16:creationId xmlns:a16="http://schemas.microsoft.com/office/drawing/2014/main" id="{EB2600A9-7C6D-DC3B-DD41-3F891DC4A0C0}"/>
                  </a:ext>
                </a:extLst>
              </p:cNvPr>
              <p:cNvSpPr txBox="1"/>
              <p:nvPr/>
            </p:nvSpPr>
            <p:spPr>
              <a:xfrm>
                <a:off x="4862855" y="5280872"/>
                <a:ext cx="502061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0.200</a:t>
                </a:r>
              </a:p>
            </p:txBody>
          </p:sp>
          <p:sp>
            <p:nvSpPr>
              <p:cNvPr id="5942" name="Freeform 5941">
                <a:extLst>
                  <a:ext uri="{FF2B5EF4-FFF2-40B4-BE49-F238E27FC236}">
                    <a16:creationId xmlns:a16="http://schemas.microsoft.com/office/drawing/2014/main" id="{7E6A18A1-377D-385C-D15F-904C2643A73A}"/>
                  </a:ext>
                </a:extLst>
              </p:cNvPr>
              <p:cNvSpPr/>
              <p:nvPr/>
            </p:nvSpPr>
            <p:spPr>
              <a:xfrm>
                <a:off x="5281662" y="6286412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3" name="Freeform 5942">
                <a:extLst>
                  <a:ext uri="{FF2B5EF4-FFF2-40B4-BE49-F238E27FC236}">
                    <a16:creationId xmlns:a16="http://schemas.microsoft.com/office/drawing/2014/main" id="{96AE7C0F-7549-C405-BDA0-212B9AE36D8B}"/>
                  </a:ext>
                </a:extLst>
              </p:cNvPr>
              <p:cNvSpPr/>
              <p:nvPr/>
            </p:nvSpPr>
            <p:spPr>
              <a:xfrm>
                <a:off x="5281662" y="598682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4" name="Freeform 5943">
                <a:extLst>
                  <a:ext uri="{FF2B5EF4-FFF2-40B4-BE49-F238E27FC236}">
                    <a16:creationId xmlns:a16="http://schemas.microsoft.com/office/drawing/2014/main" id="{3F9642B8-B494-F3B4-2335-CE834CE2493C}"/>
                  </a:ext>
                </a:extLst>
              </p:cNvPr>
              <p:cNvSpPr/>
              <p:nvPr/>
            </p:nvSpPr>
            <p:spPr>
              <a:xfrm>
                <a:off x="5281662" y="568735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5" name="Freeform 5944">
                <a:extLst>
                  <a:ext uri="{FF2B5EF4-FFF2-40B4-BE49-F238E27FC236}">
                    <a16:creationId xmlns:a16="http://schemas.microsoft.com/office/drawing/2014/main" id="{5E952C0F-6994-B514-9263-0C101ABE2965}"/>
                  </a:ext>
                </a:extLst>
              </p:cNvPr>
              <p:cNvSpPr/>
              <p:nvPr/>
            </p:nvSpPr>
            <p:spPr>
              <a:xfrm>
                <a:off x="5281662" y="538776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6" name="Freeform 5945">
                <a:extLst>
                  <a:ext uri="{FF2B5EF4-FFF2-40B4-BE49-F238E27FC236}">
                    <a16:creationId xmlns:a16="http://schemas.microsoft.com/office/drawing/2014/main" id="{F66412F8-0CF8-E4CA-D143-0BDCF5099231}"/>
                  </a:ext>
                </a:extLst>
              </p:cNvPr>
              <p:cNvSpPr/>
              <p:nvPr/>
            </p:nvSpPr>
            <p:spPr>
              <a:xfrm>
                <a:off x="5316459" y="6533809"/>
                <a:ext cx="1183259" cy="12700"/>
              </a:xfrm>
              <a:custGeom>
                <a:avLst/>
                <a:gdLst>
                  <a:gd name="csX0" fmla="*/ 0 w 1183259"/>
                  <a:gd name="csY0" fmla="*/ 0 h 12700"/>
                  <a:gd name="csX1" fmla="*/ 1183259 w 118325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83259" h="12700">
                    <a:moveTo>
                      <a:pt x="0" y="0"/>
                    </a:moveTo>
                    <a:lnTo>
                      <a:pt x="1183259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7" name="Freeform 5946">
                <a:extLst>
                  <a:ext uri="{FF2B5EF4-FFF2-40B4-BE49-F238E27FC236}">
                    <a16:creationId xmlns:a16="http://schemas.microsoft.com/office/drawing/2014/main" id="{55950C0E-7CB0-8CE6-7072-61F2F11613C2}"/>
                  </a:ext>
                </a:extLst>
              </p:cNvPr>
              <p:cNvSpPr/>
              <p:nvPr/>
            </p:nvSpPr>
            <p:spPr>
              <a:xfrm>
                <a:off x="5452984" y="653380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8" name="Freeform 5947">
                <a:extLst>
                  <a:ext uri="{FF2B5EF4-FFF2-40B4-BE49-F238E27FC236}">
                    <a16:creationId xmlns:a16="http://schemas.microsoft.com/office/drawing/2014/main" id="{514B0342-553C-D0DC-03F1-E699875E6E93}"/>
                  </a:ext>
                </a:extLst>
              </p:cNvPr>
              <p:cNvSpPr/>
              <p:nvPr/>
            </p:nvSpPr>
            <p:spPr>
              <a:xfrm>
                <a:off x="5680568" y="653380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49" name="Freeform 5948">
                <a:extLst>
                  <a:ext uri="{FF2B5EF4-FFF2-40B4-BE49-F238E27FC236}">
                    <a16:creationId xmlns:a16="http://schemas.microsoft.com/office/drawing/2014/main" id="{6F58F39E-FCA2-1D1D-9FB7-C37ABE13ECF2}"/>
                  </a:ext>
                </a:extLst>
              </p:cNvPr>
              <p:cNvSpPr/>
              <p:nvPr/>
            </p:nvSpPr>
            <p:spPr>
              <a:xfrm>
                <a:off x="5908026" y="653380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50" name="Freeform 5949">
                <a:extLst>
                  <a:ext uri="{FF2B5EF4-FFF2-40B4-BE49-F238E27FC236}">
                    <a16:creationId xmlns:a16="http://schemas.microsoft.com/office/drawing/2014/main" id="{51DF661F-A288-BEFC-62E8-A08E2101437A}"/>
                  </a:ext>
                </a:extLst>
              </p:cNvPr>
              <p:cNvSpPr/>
              <p:nvPr/>
            </p:nvSpPr>
            <p:spPr>
              <a:xfrm>
                <a:off x="6135609" y="653380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51" name="Freeform 5950">
                <a:extLst>
                  <a:ext uri="{FF2B5EF4-FFF2-40B4-BE49-F238E27FC236}">
                    <a16:creationId xmlns:a16="http://schemas.microsoft.com/office/drawing/2014/main" id="{6A66F9E0-48B4-DEBA-049B-60D98A29A8A7}"/>
                  </a:ext>
                </a:extLst>
              </p:cNvPr>
              <p:cNvSpPr/>
              <p:nvPr/>
            </p:nvSpPr>
            <p:spPr>
              <a:xfrm>
                <a:off x="6363193" y="653380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5952" name="TextBox 5951">
                <a:extLst>
                  <a:ext uri="{FF2B5EF4-FFF2-40B4-BE49-F238E27FC236}">
                    <a16:creationId xmlns:a16="http://schemas.microsoft.com/office/drawing/2014/main" id="{6D1AD78D-7556-5EE7-A364-0007A386B17F}"/>
                  </a:ext>
                </a:extLst>
              </p:cNvPr>
              <p:cNvSpPr txBox="1"/>
              <p:nvPr/>
            </p:nvSpPr>
            <p:spPr>
              <a:xfrm>
                <a:off x="5306951" y="652966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5953" name="TextBox 5952">
                <a:extLst>
                  <a:ext uri="{FF2B5EF4-FFF2-40B4-BE49-F238E27FC236}">
                    <a16:creationId xmlns:a16="http://schemas.microsoft.com/office/drawing/2014/main" id="{41605D0D-5258-BED5-A26A-46848136982D}"/>
                  </a:ext>
                </a:extLst>
              </p:cNvPr>
              <p:cNvSpPr txBox="1"/>
              <p:nvPr/>
            </p:nvSpPr>
            <p:spPr>
              <a:xfrm>
                <a:off x="5570602" y="652966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5954" name="TextBox 5953">
                <a:extLst>
                  <a:ext uri="{FF2B5EF4-FFF2-40B4-BE49-F238E27FC236}">
                    <a16:creationId xmlns:a16="http://schemas.microsoft.com/office/drawing/2014/main" id="{13F86EC6-2F43-1AC4-8A98-5720AC3F637C}"/>
                  </a:ext>
                </a:extLst>
              </p:cNvPr>
              <p:cNvSpPr txBox="1"/>
              <p:nvPr/>
            </p:nvSpPr>
            <p:spPr>
              <a:xfrm>
                <a:off x="5762793" y="652966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5955" name="TextBox 5954">
                <a:extLst>
                  <a:ext uri="{FF2B5EF4-FFF2-40B4-BE49-F238E27FC236}">
                    <a16:creationId xmlns:a16="http://schemas.microsoft.com/office/drawing/2014/main" id="{9467F31B-F56C-00AE-C43A-3BFDAB769C6C}"/>
                  </a:ext>
                </a:extLst>
              </p:cNvPr>
              <p:cNvSpPr txBox="1"/>
              <p:nvPr/>
            </p:nvSpPr>
            <p:spPr>
              <a:xfrm>
                <a:off x="5957516" y="652966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5956" name="TextBox 5955">
                <a:extLst>
                  <a:ext uri="{FF2B5EF4-FFF2-40B4-BE49-F238E27FC236}">
                    <a16:creationId xmlns:a16="http://schemas.microsoft.com/office/drawing/2014/main" id="{387E471D-5048-FAB6-6B9F-3C658584D41E}"/>
                  </a:ext>
                </a:extLst>
              </p:cNvPr>
              <p:cNvSpPr txBox="1"/>
              <p:nvPr/>
            </p:nvSpPr>
            <p:spPr>
              <a:xfrm>
                <a:off x="6231586" y="652966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5959" name="TextBox 5958">
                <a:extLst>
                  <a:ext uri="{FF2B5EF4-FFF2-40B4-BE49-F238E27FC236}">
                    <a16:creationId xmlns:a16="http://schemas.microsoft.com/office/drawing/2014/main" id="{98300EC8-0F68-8AA6-9FF8-5BDA85E73F37}"/>
                  </a:ext>
                </a:extLst>
              </p:cNvPr>
              <p:cNvSpPr txBox="1"/>
              <p:nvPr/>
            </p:nvSpPr>
            <p:spPr>
              <a:xfrm>
                <a:off x="5329055" y="4873944"/>
                <a:ext cx="1252305" cy="4154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axon guidance receptor activity</a:t>
                </a:r>
              </a:p>
            </p:txBody>
          </p:sp>
        </p:grpSp>
      </p:grpSp>
      <p:sp>
        <p:nvSpPr>
          <p:cNvPr id="5960" name="TextBox 5959">
            <a:extLst>
              <a:ext uri="{FF2B5EF4-FFF2-40B4-BE49-F238E27FC236}">
                <a16:creationId xmlns:a16="http://schemas.microsoft.com/office/drawing/2014/main" id="{D164CD47-AB16-7926-33A1-4532A7116408}"/>
              </a:ext>
            </a:extLst>
          </p:cNvPr>
          <p:cNvSpPr txBox="1"/>
          <p:nvPr/>
        </p:nvSpPr>
        <p:spPr>
          <a:xfrm>
            <a:off x="5242283" y="5849511"/>
            <a:ext cx="2423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j</a:t>
            </a:r>
          </a:p>
        </p:txBody>
      </p:sp>
      <p:sp>
        <p:nvSpPr>
          <p:cNvPr id="5961" name="TextBox 5960">
            <a:extLst>
              <a:ext uri="{FF2B5EF4-FFF2-40B4-BE49-F238E27FC236}">
                <a16:creationId xmlns:a16="http://schemas.microsoft.com/office/drawing/2014/main" id="{FC575FB3-8B4E-40BF-318C-7C2648AAC749}"/>
              </a:ext>
            </a:extLst>
          </p:cNvPr>
          <p:cNvSpPr txBox="1"/>
          <p:nvPr/>
        </p:nvSpPr>
        <p:spPr>
          <a:xfrm>
            <a:off x="4330078" y="7478972"/>
            <a:ext cx="56778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Phase</a:t>
            </a:r>
          </a:p>
        </p:txBody>
      </p:sp>
      <p:sp>
        <p:nvSpPr>
          <p:cNvPr id="5962" name="TextBox 5961">
            <a:extLst>
              <a:ext uri="{FF2B5EF4-FFF2-40B4-BE49-F238E27FC236}">
                <a16:creationId xmlns:a16="http://schemas.microsoft.com/office/drawing/2014/main" id="{16CB032E-8DB8-BEEC-4CF2-6A0B50A111AD}"/>
              </a:ext>
            </a:extLst>
          </p:cNvPr>
          <p:cNvSpPr txBox="1"/>
          <p:nvPr/>
        </p:nvSpPr>
        <p:spPr>
          <a:xfrm rot="16200000">
            <a:off x="3174527" y="6549842"/>
            <a:ext cx="85953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AUC Score</a:t>
            </a:r>
          </a:p>
        </p:txBody>
      </p:sp>
    </p:spTree>
    <p:extLst>
      <p:ext uri="{BB962C8B-B14F-4D97-AF65-F5344CB8AC3E}">
        <p14:creationId xmlns:p14="http://schemas.microsoft.com/office/powerpoint/2010/main" val="4271432082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7" name="Graphic 523">
            <a:extLst>
              <a:ext uri="{FF2B5EF4-FFF2-40B4-BE49-F238E27FC236}">
                <a16:creationId xmlns:a16="http://schemas.microsoft.com/office/drawing/2014/main" id="{1027EB2C-EBD6-F559-DC51-E4DD753A4F8F}"/>
              </a:ext>
            </a:extLst>
          </p:cNvPr>
          <p:cNvGrpSpPr/>
          <p:nvPr/>
        </p:nvGrpSpPr>
        <p:grpSpPr>
          <a:xfrm>
            <a:off x="2241523" y="-5086"/>
            <a:ext cx="1764980" cy="1590146"/>
            <a:chOff x="452390" y="2936876"/>
            <a:chExt cx="1764983" cy="1590147"/>
          </a:xfrm>
        </p:grpSpPr>
        <p:grpSp>
          <p:nvGrpSpPr>
            <p:cNvPr id="1248" name="Graphic 523">
              <a:extLst>
                <a:ext uri="{FF2B5EF4-FFF2-40B4-BE49-F238E27FC236}">
                  <a16:creationId xmlns:a16="http://schemas.microsoft.com/office/drawing/2014/main" id="{27E6F981-320D-9883-5D05-86F264AFE0B8}"/>
                </a:ext>
              </a:extLst>
            </p:cNvPr>
            <p:cNvGrpSpPr/>
            <p:nvPr/>
          </p:nvGrpSpPr>
          <p:grpSpPr>
            <a:xfrm>
              <a:off x="941860" y="3114040"/>
              <a:ext cx="1275513" cy="1170909"/>
              <a:chOff x="941860" y="3114040"/>
              <a:chExt cx="1275513" cy="1170909"/>
            </a:xfrm>
          </p:grpSpPr>
          <p:sp>
            <p:nvSpPr>
              <p:cNvPr id="1274" name="Freeform 1273">
                <a:extLst>
                  <a:ext uri="{FF2B5EF4-FFF2-40B4-BE49-F238E27FC236}">
                    <a16:creationId xmlns:a16="http://schemas.microsoft.com/office/drawing/2014/main" id="{DFC77EEE-2691-AA09-08EA-371842AEAEB6}"/>
                  </a:ext>
                </a:extLst>
              </p:cNvPr>
              <p:cNvSpPr/>
              <p:nvPr/>
            </p:nvSpPr>
            <p:spPr>
              <a:xfrm>
                <a:off x="971884" y="3150459"/>
                <a:ext cx="1245489" cy="1134490"/>
              </a:xfrm>
              <a:custGeom>
                <a:avLst/>
                <a:gdLst>
                  <a:gd name="csX0" fmla="*/ 0 w 1245489"/>
                  <a:gd name="csY0" fmla="*/ 0 h 1134490"/>
                  <a:gd name="csX1" fmla="*/ 1245489 w 1245489"/>
                  <a:gd name="csY1" fmla="*/ 0 h 1134490"/>
                  <a:gd name="csX2" fmla="*/ 1245489 w 1245489"/>
                  <a:gd name="csY2" fmla="*/ 1134491 h 1134490"/>
                  <a:gd name="csX3" fmla="*/ 0 w 1245489"/>
                  <a:gd name="csY3" fmla="*/ 1134491 h 11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45489" h="1134490">
                    <a:moveTo>
                      <a:pt x="0" y="0"/>
                    </a:moveTo>
                    <a:lnTo>
                      <a:pt x="1245489" y="0"/>
                    </a:lnTo>
                    <a:lnTo>
                      <a:pt x="1245489" y="1134491"/>
                    </a:lnTo>
                    <a:lnTo>
                      <a:pt x="0" y="1134491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5" name="Freeform 1274">
                <a:extLst>
                  <a:ext uri="{FF2B5EF4-FFF2-40B4-BE49-F238E27FC236}">
                    <a16:creationId xmlns:a16="http://schemas.microsoft.com/office/drawing/2014/main" id="{1D5CD94C-4327-B08D-4455-92F2B03C9342}"/>
                  </a:ext>
                </a:extLst>
              </p:cNvPr>
              <p:cNvSpPr/>
              <p:nvPr/>
            </p:nvSpPr>
            <p:spPr>
              <a:xfrm>
                <a:off x="1115521" y="3908649"/>
                <a:ext cx="12700" cy="150622"/>
              </a:xfrm>
              <a:custGeom>
                <a:avLst/>
                <a:gdLst>
                  <a:gd name="csX0" fmla="*/ 0 w 12700"/>
                  <a:gd name="csY0" fmla="*/ 150622 h 150622"/>
                  <a:gd name="csX1" fmla="*/ 0 w 12700"/>
                  <a:gd name="csY1" fmla="*/ 0 h 1506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0622">
                    <a:moveTo>
                      <a:pt x="0" y="15062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CB9659ED-A3EA-53E9-9027-7965E08C303A}"/>
                  </a:ext>
                </a:extLst>
              </p:cNvPr>
              <p:cNvSpPr/>
              <p:nvPr/>
            </p:nvSpPr>
            <p:spPr>
              <a:xfrm>
                <a:off x="1115521" y="4201892"/>
                <a:ext cx="12700" cy="31368"/>
              </a:xfrm>
              <a:custGeom>
                <a:avLst/>
                <a:gdLst>
                  <a:gd name="csX0" fmla="*/ 0 w 12700"/>
                  <a:gd name="csY0" fmla="*/ 0 h 31368"/>
                  <a:gd name="csX1" fmla="*/ 0 w 12700"/>
                  <a:gd name="csY1" fmla="*/ 31369 h 313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1368">
                    <a:moveTo>
                      <a:pt x="0" y="0"/>
                    </a:moveTo>
                    <a:lnTo>
                      <a:pt x="0" y="3136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EE00F1A7-A509-2C31-B0F1-5AB1E23F87B1}"/>
                  </a:ext>
                </a:extLst>
              </p:cNvPr>
              <p:cNvSpPr/>
              <p:nvPr/>
            </p:nvSpPr>
            <p:spPr>
              <a:xfrm>
                <a:off x="1043639" y="4059270"/>
                <a:ext cx="143763" cy="142621"/>
              </a:xfrm>
              <a:custGeom>
                <a:avLst/>
                <a:gdLst>
                  <a:gd name="csX0" fmla="*/ 0 w 143763"/>
                  <a:gd name="csY0" fmla="*/ 0 h 142621"/>
                  <a:gd name="csX1" fmla="*/ 0 w 143763"/>
                  <a:gd name="csY1" fmla="*/ 142621 h 142621"/>
                  <a:gd name="csX2" fmla="*/ 143764 w 143763"/>
                  <a:gd name="csY2" fmla="*/ 142621 h 142621"/>
                  <a:gd name="csX3" fmla="*/ 143764 w 143763"/>
                  <a:gd name="csY3" fmla="*/ 0 h 142621"/>
                  <a:gd name="csX4" fmla="*/ 0 w 143763"/>
                  <a:gd name="csY4" fmla="*/ 0 h 1426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142621">
                    <a:moveTo>
                      <a:pt x="0" y="0"/>
                    </a:moveTo>
                    <a:lnTo>
                      <a:pt x="0" y="142621"/>
                    </a:lnTo>
                    <a:lnTo>
                      <a:pt x="143764" y="142621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9700B54D-1D15-15B7-630D-167CF142CDE5}"/>
                  </a:ext>
                </a:extLst>
              </p:cNvPr>
              <p:cNvSpPr/>
              <p:nvPr/>
            </p:nvSpPr>
            <p:spPr>
              <a:xfrm>
                <a:off x="1043639" y="4088354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B0C91515-45FA-51AA-B7E6-EB088D2E7A7A}"/>
                  </a:ext>
                </a:extLst>
              </p:cNvPr>
              <p:cNvSpPr/>
              <p:nvPr/>
            </p:nvSpPr>
            <p:spPr>
              <a:xfrm>
                <a:off x="1355043" y="3926810"/>
                <a:ext cx="12700" cy="59816"/>
              </a:xfrm>
              <a:custGeom>
                <a:avLst/>
                <a:gdLst>
                  <a:gd name="csX0" fmla="*/ 0 w 12700"/>
                  <a:gd name="csY0" fmla="*/ 59817 h 59816"/>
                  <a:gd name="csX1" fmla="*/ 0 w 12700"/>
                  <a:gd name="csY1" fmla="*/ 0 h 5981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9816">
                    <a:moveTo>
                      <a:pt x="0" y="59817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0" name="Freeform 1279">
                <a:extLst>
                  <a:ext uri="{FF2B5EF4-FFF2-40B4-BE49-F238E27FC236}">
                    <a16:creationId xmlns:a16="http://schemas.microsoft.com/office/drawing/2014/main" id="{4493BA66-5742-F93C-0821-A89FB148C00A}"/>
                  </a:ext>
                </a:extLst>
              </p:cNvPr>
              <p:cNvSpPr/>
              <p:nvPr/>
            </p:nvSpPr>
            <p:spPr>
              <a:xfrm>
                <a:off x="1355043" y="4131661"/>
                <a:ext cx="12700" cy="101600"/>
              </a:xfrm>
              <a:custGeom>
                <a:avLst/>
                <a:gdLst>
                  <a:gd name="csX0" fmla="*/ 0 w 12700"/>
                  <a:gd name="csY0" fmla="*/ 0 h 101600"/>
                  <a:gd name="csX1" fmla="*/ 0 w 12700"/>
                  <a:gd name="csY1" fmla="*/ 101600 h 1016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01600">
                    <a:moveTo>
                      <a:pt x="0" y="0"/>
                    </a:moveTo>
                    <a:lnTo>
                      <a:pt x="0" y="10160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1" name="Freeform 1280">
                <a:extLst>
                  <a:ext uri="{FF2B5EF4-FFF2-40B4-BE49-F238E27FC236}">
                    <a16:creationId xmlns:a16="http://schemas.microsoft.com/office/drawing/2014/main" id="{E8BA8B5F-FA20-7A11-A127-111DB05DA005}"/>
                  </a:ext>
                </a:extLst>
              </p:cNvPr>
              <p:cNvSpPr/>
              <p:nvPr/>
            </p:nvSpPr>
            <p:spPr>
              <a:xfrm>
                <a:off x="1283161" y="3986626"/>
                <a:ext cx="143763" cy="145034"/>
              </a:xfrm>
              <a:custGeom>
                <a:avLst/>
                <a:gdLst>
                  <a:gd name="csX0" fmla="*/ 0 w 143763"/>
                  <a:gd name="csY0" fmla="*/ 0 h 145034"/>
                  <a:gd name="csX1" fmla="*/ 0 w 143763"/>
                  <a:gd name="csY1" fmla="*/ 145034 h 145034"/>
                  <a:gd name="csX2" fmla="*/ 143764 w 143763"/>
                  <a:gd name="csY2" fmla="*/ 145034 h 145034"/>
                  <a:gd name="csX3" fmla="*/ 143764 w 143763"/>
                  <a:gd name="csY3" fmla="*/ 0 h 145034"/>
                  <a:gd name="csX4" fmla="*/ 0 w 143763"/>
                  <a:gd name="csY4" fmla="*/ 0 h 1450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145034">
                    <a:moveTo>
                      <a:pt x="0" y="0"/>
                    </a:moveTo>
                    <a:lnTo>
                      <a:pt x="0" y="145034"/>
                    </a:lnTo>
                    <a:lnTo>
                      <a:pt x="143764" y="145034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2" name="Freeform 1281">
                <a:extLst>
                  <a:ext uri="{FF2B5EF4-FFF2-40B4-BE49-F238E27FC236}">
                    <a16:creationId xmlns:a16="http://schemas.microsoft.com/office/drawing/2014/main" id="{A9F4EC96-FFCB-D1E1-341F-4694419DF808}"/>
                  </a:ext>
                </a:extLst>
              </p:cNvPr>
              <p:cNvSpPr/>
              <p:nvPr/>
            </p:nvSpPr>
            <p:spPr>
              <a:xfrm>
                <a:off x="1283161" y="4089243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76E0E0E5-D59B-56CB-9011-22322DD11AAA}"/>
                  </a:ext>
                </a:extLst>
              </p:cNvPr>
              <p:cNvSpPr/>
              <p:nvPr/>
            </p:nvSpPr>
            <p:spPr>
              <a:xfrm>
                <a:off x="1594565" y="4009487"/>
                <a:ext cx="12700" cy="28956"/>
              </a:xfrm>
              <a:custGeom>
                <a:avLst/>
                <a:gdLst>
                  <a:gd name="csX0" fmla="*/ 0 w 12700"/>
                  <a:gd name="csY0" fmla="*/ 28956 h 28956"/>
                  <a:gd name="csX1" fmla="*/ 0 w 12700"/>
                  <a:gd name="csY1" fmla="*/ 0 h 289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8956">
                    <a:moveTo>
                      <a:pt x="0" y="28956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5BBADC5C-DBC8-9B2E-564D-0FBA2EBD993C}"/>
                  </a:ext>
                </a:extLst>
              </p:cNvPr>
              <p:cNvSpPr/>
              <p:nvPr/>
            </p:nvSpPr>
            <p:spPr>
              <a:xfrm>
                <a:off x="1594565" y="4096355"/>
                <a:ext cx="12700" cy="28956"/>
              </a:xfrm>
              <a:custGeom>
                <a:avLst/>
                <a:gdLst>
                  <a:gd name="csX0" fmla="*/ 0 w 12700"/>
                  <a:gd name="csY0" fmla="*/ 0 h 28956"/>
                  <a:gd name="csX1" fmla="*/ 0 w 12700"/>
                  <a:gd name="csY1" fmla="*/ 28956 h 289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8956">
                    <a:moveTo>
                      <a:pt x="0" y="0"/>
                    </a:moveTo>
                    <a:lnTo>
                      <a:pt x="0" y="2895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E365949A-7A7E-A1C1-E01B-63B1627AB27C}"/>
                  </a:ext>
                </a:extLst>
              </p:cNvPr>
              <p:cNvSpPr/>
              <p:nvPr/>
            </p:nvSpPr>
            <p:spPr>
              <a:xfrm>
                <a:off x="1522683" y="4038442"/>
                <a:ext cx="143763" cy="57912"/>
              </a:xfrm>
              <a:custGeom>
                <a:avLst/>
                <a:gdLst>
                  <a:gd name="csX0" fmla="*/ 0 w 143763"/>
                  <a:gd name="csY0" fmla="*/ 0 h 57912"/>
                  <a:gd name="csX1" fmla="*/ 0 w 143763"/>
                  <a:gd name="csY1" fmla="*/ 57912 h 57912"/>
                  <a:gd name="csX2" fmla="*/ 143764 w 143763"/>
                  <a:gd name="csY2" fmla="*/ 57912 h 57912"/>
                  <a:gd name="csX3" fmla="*/ 143764 w 143763"/>
                  <a:gd name="csY3" fmla="*/ 0 h 57912"/>
                  <a:gd name="csX4" fmla="*/ 0 w 143763"/>
                  <a:gd name="csY4" fmla="*/ 0 h 579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57912">
                    <a:moveTo>
                      <a:pt x="0" y="0"/>
                    </a:moveTo>
                    <a:lnTo>
                      <a:pt x="0" y="57912"/>
                    </a:lnTo>
                    <a:lnTo>
                      <a:pt x="143764" y="57912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E48D52DB-106B-9AF0-8EDC-66FA1DFB023B}"/>
                  </a:ext>
                </a:extLst>
              </p:cNvPr>
              <p:cNvSpPr/>
              <p:nvPr/>
            </p:nvSpPr>
            <p:spPr>
              <a:xfrm>
                <a:off x="1522683" y="4067399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D9B64941-C2FE-26DB-80DB-464DD38102B4}"/>
                  </a:ext>
                </a:extLst>
              </p:cNvPr>
              <p:cNvSpPr/>
              <p:nvPr/>
            </p:nvSpPr>
            <p:spPr>
              <a:xfrm>
                <a:off x="2073609" y="3545810"/>
                <a:ext cx="12700" cy="104775"/>
              </a:xfrm>
              <a:custGeom>
                <a:avLst/>
                <a:gdLst>
                  <a:gd name="csX0" fmla="*/ 0 w 12700"/>
                  <a:gd name="csY0" fmla="*/ 104775 h 104775"/>
                  <a:gd name="csX1" fmla="*/ 0 w 12700"/>
                  <a:gd name="csY1" fmla="*/ 0 h 1047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04775">
                    <a:moveTo>
                      <a:pt x="0" y="104775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5B855147-DCBC-8BB9-1048-528BEFDEFC58}"/>
                  </a:ext>
                </a:extLst>
              </p:cNvPr>
              <p:cNvSpPr/>
              <p:nvPr/>
            </p:nvSpPr>
            <p:spPr>
              <a:xfrm>
                <a:off x="2073609" y="3907760"/>
                <a:ext cx="12700" cy="47497"/>
              </a:xfrm>
              <a:custGeom>
                <a:avLst/>
                <a:gdLst>
                  <a:gd name="csX0" fmla="*/ 0 w 12700"/>
                  <a:gd name="csY0" fmla="*/ 0 h 47497"/>
                  <a:gd name="csX1" fmla="*/ 0 w 12700"/>
                  <a:gd name="csY1" fmla="*/ 47498 h 474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7497">
                    <a:moveTo>
                      <a:pt x="0" y="0"/>
                    </a:moveTo>
                    <a:lnTo>
                      <a:pt x="0" y="47498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9E3F5C60-3273-EAAF-E1CF-81FF4A2E6DC9}"/>
                  </a:ext>
                </a:extLst>
              </p:cNvPr>
              <p:cNvSpPr/>
              <p:nvPr/>
            </p:nvSpPr>
            <p:spPr>
              <a:xfrm>
                <a:off x="2001727" y="3650585"/>
                <a:ext cx="143636" cy="257174"/>
              </a:xfrm>
              <a:custGeom>
                <a:avLst/>
                <a:gdLst>
                  <a:gd name="csX0" fmla="*/ 0 w 143636"/>
                  <a:gd name="csY0" fmla="*/ 0 h 257174"/>
                  <a:gd name="csX1" fmla="*/ 0 w 143636"/>
                  <a:gd name="csY1" fmla="*/ 257175 h 257174"/>
                  <a:gd name="csX2" fmla="*/ 143637 w 143636"/>
                  <a:gd name="csY2" fmla="*/ 257175 h 257174"/>
                  <a:gd name="csX3" fmla="*/ 143637 w 143636"/>
                  <a:gd name="csY3" fmla="*/ 0 h 257174"/>
                  <a:gd name="csX4" fmla="*/ 0 w 143636"/>
                  <a:gd name="csY4" fmla="*/ 0 h 25717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636" h="257174">
                    <a:moveTo>
                      <a:pt x="0" y="0"/>
                    </a:moveTo>
                    <a:lnTo>
                      <a:pt x="0" y="257175"/>
                    </a:lnTo>
                    <a:lnTo>
                      <a:pt x="143637" y="257175"/>
                    </a:lnTo>
                    <a:lnTo>
                      <a:pt x="1436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4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0" name="Freeform 1289">
                <a:extLst>
                  <a:ext uri="{FF2B5EF4-FFF2-40B4-BE49-F238E27FC236}">
                    <a16:creationId xmlns:a16="http://schemas.microsoft.com/office/drawing/2014/main" id="{68741E6D-0715-DE4E-91F2-1629A8DCF61D}"/>
                  </a:ext>
                </a:extLst>
              </p:cNvPr>
              <p:cNvSpPr/>
              <p:nvPr/>
            </p:nvSpPr>
            <p:spPr>
              <a:xfrm>
                <a:off x="2001727" y="3735802"/>
                <a:ext cx="143637" cy="12700"/>
              </a:xfrm>
              <a:custGeom>
                <a:avLst/>
                <a:gdLst>
                  <a:gd name="csX0" fmla="*/ 0 w 143637"/>
                  <a:gd name="csY0" fmla="*/ 0 h 12700"/>
                  <a:gd name="csX1" fmla="*/ 143637 w 143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637" h="12700">
                    <a:moveTo>
                      <a:pt x="0" y="0"/>
                    </a:moveTo>
                    <a:lnTo>
                      <a:pt x="143637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1" name="Freeform 1290">
                <a:extLst>
                  <a:ext uri="{FF2B5EF4-FFF2-40B4-BE49-F238E27FC236}">
                    <a16:creationId xmlns:a16="http://schemas.microsoft.com/office/drawing/2014/main" id="{754D83EB-10E0-25FA-3F63-F02236079BE2}"/>
                  </a:ext>
                </a:extLst>
              </p:cNvPr>
              <p:cNvSpPr/>
              <p:nvPr/>
            </p:nvSpPr>
            <p:spPr>
              <a:xfrm>
                <a:off x="1117426" y="403577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2" name="Freeform 1291">
                <a:extLst>
                  <a:ext uri="{FF2B5EF4-FFF2-40B4-BE49-F238E27FC236}">
                    <a16:creationId xmlns:a16="http://schemas.microsoft.com/office/drawing/2014/main" id="{7DC8D3AF-81C3-FC5B-0DDC-D8D7A54A9776}"/>
                  </a:ext>
                </a:extLst>
              </p:cNvPr>
              <p:cNvSpPr/>
              <p:nvPr/>
            </p:nvSpPr>
            <p:spPr>
              <a:xfrm>
                <a:off x="1118442" y="421344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3" name="Freeform 1292">
                <a:extLst>
                  <a:ext uri="{FF2B5EF4-FFF2-40B4-BE49-F238E27FC236}">
                    <a16:creationId xmlns:a16="http://schemas.microsoft.com/office/drawing/2014/main" id="{B7254469-DE44-E71C-B556-01E49776F400}"/>
                  </a:ext>
                </a:extLst>
              </p:cNvPr>
              <p:cNvSpPr/>
              <p:nvPr/>
            </p:nvSpPr>
            <p:spPr>
              <a:xfrm>
                <a:off x="1087200" y="40914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E3B389C6-215C-3AA6-506F-5464EBC0AAD1}"/>
                  </a:ext>
                </a:extLst>
              </p:cNvPr>
              <p:cNvSpPr/>
              <p:nvPr/>
            </p:nvSpPr>
            <p:spPr>
              <a:xfrm>
                <a:off x="1113362" y="389061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8B8506A9-8785-7A5C-6F08-68177ACDB78B}"/>
                  </a:ext>
                </a:extLst>
              </p:cNvPr>
              <p:cNvSpPr/>
              <p:nvPr/>
            </p:nvSpPr>
            <p:spPr>
              <a:xfrm>
                <a:off x="1098376" y="404936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DEAAF803-6CB6-88FD-872A-7904362028D6}"/>
                  </a:ext>
                </a:extLst>
              </p:cNvPr>
              <p:cNvSpPr/>
              <p:nvPr/>
            </p:nvSpPr>
            <p:spPr>
              <a:xfrm>
                <a:off x="1348312" y="390903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3C9A2D57-A2D7-C6FA-37A2-D875BBFCA0AF}"/>
                  </a:ext>
                </a:extLst>
              </p:cNvPr>
              <p:cNvSpPr/>
              <p:nvPr/>
            </p:nvSpPr>
            <p:spPr>
              <a:xfrm>
                <a:off x="1319483" y="373478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8" name="Freeform 1297">
                <a:extLst>
                  <a:ext uri="{FF2B5EF4-FFF2-40B4-BE49-F238E27FC236}">
                    <a16:creationId xmlns:a16="http://schemas.microsoft.com/office/drawing/2014/main" id="{5B434DCC-68FE-CA60-8722-DD73C1768B38}"/>
                  </a:ext>
                </a:extLst>
              </p:cNvPr>
              <p:cNvSpPr/>
              <p:nvPr/>
            </p:nvSpPr>
            <p:spPr>
              <a:xfrm>
                <a:off x="1344502" y="413001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AD00C89A-F091-2277-A1A3-ABE716647526}"/>
                  </a:ext>
                </a:extLst>
              </p:cNvPr>
              <p:cNvSpPr/>
              <p:nvPr/>
            </p:nvSpPr>
            <p:spPr>
              <a:xfrm>
                <a:off x="1346788" y="402714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2C51AECC-0D3D-8F69-E234-9FF3407064DB}"/>
                  </a:ext>
                </a:extLst>
              </p:cNvPr>
              <p:cNvSpPr/>
              <p:nvPr/>
            </p:nvSpPr>
            <p:spPr>
              <a:xfrm>
                <a:off x="1347550" y="407044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FEA5AAC4-D610-2C68-6D64-D9D5885FC9E9}"/>
                  </a:ext>
                </a:extLst>
              </p:cNvPr>
              <p:cNvSpPr/>
              <p:nvPr/>
            </p:nvSpPr>
            <p:spPr>
              <a:xfrm>
                <a:off x="1357837" y="409838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FD5246CD-0F02-A3F7-897F-B91AF2EF14FB}"/>
                  </a:ext>
                </a:extLst>
              </p:cNvPr>
              <p:cNvSpPr/>
              <p:nvPr/>
            </p:nvSpPr>
            <p:spPr>
              <a:xfrm>
                <a:off x="1564847" y="398992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255F037A-453B-9405-1B9D-19EA595631B1}"/>
                  </a:ext>
                </a:extLst>
              </p:cNvPr>
              <p:cNvSpPr/>
              <p:nvPr/>
            </p:nvSpPr>
            <p:spPr>
              <a:xfrm>
                <a:off x="1574753" y="410943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1FA2524D-D733-76C3-B830-48406CA2779C}"/>
                  </a:ext>
                </a:extLst>
              </p:cNvPr>
              <p:cNvSpPr/>
              <p:nvPr/>
            </p:nvSpPr>
            <p:spPr>
              <a:xfrm>
                <a:off x="1837135" y="395030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A3FD0446-8725-5A1D-51B1-A71A84F40E2D}"/>
                  </a:ext>
                </a:extLst>
              </p:cNvPr>
              <p:cNvSpPr/>
              <p:nvPr/>
            </p:nvSpPr>
            <p:spPr>
              <a:xfrm>
                <a:off x="2078434" y="376145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0DD44C37-0CDE-C7EC-8D99-95BFE106B7DF}"/>
                  </a:ext>
                </a:extLst>
              </p:cNvPr>
              <p:cNvSpPr/>
              <p:nvPr/>
            </p:nvSpPr>
            <p:spPr>
              <a:xfrm>
                <a:off x="2037160" y="361883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FCE4056B-3D00-0590-DC5D-52FDEC5069DC}"/>
                  </a:ext>
                </a:extLst>
              </p:cNvPr>
              <p:cNvSpPr/>
              <p:nvPr/>
            </p:nvSpPr>
            <p:spPr>
              <a:xfrm>
                <a:off x="2054305" y="352828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0FF66424-9E76-796F-697E-AEB9ACB29886}"/>
                  </a:ext>
                </a:extLst>
              </p:cNvPr>
              <p:cNvSpPr/>
              <p:nvPr/>
            </p:nvSpPr>
            <p:spPr>
              <a:xfrm>
                <a:off x="2058369" y="393227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9196A23C-2ACC-C4EC-792C-94B26D8EBB91}"/>
                  </a:ext>
                </a:extLst>
              </p:cNvPr>
              <p:cNvSpPr/>
              <p:nvPr/>
            </p:nvSpPr>
            <p:spPr>
              <a:xfrm>
                <a:off x="2074878" y="393912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67228FB2-D9DE-E49E-DA4A-E26ED0AD0F53}"/>
                  </a:ext>
                </a:extLst>
              </p:cNvPr>
              <p:cNvSpPr/>
              <p:nvPr/>
            </p:nvSpPr>
            <p:spPr>
              <a:xfrm>
                <a:off x="2038176" y="367039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11" name="TextBox 1310">
                <a:extLst>
                  <a:ext uri="{FF2B5EF4-FFF2-40B4-BE49-F238E27FC236}">
                    <a16:creationId xmlns:a16="http://schemas.microsoft.com/office/drawing/2014/main" id="{64F01C2F-9ED1-CC3D-22CF-52994539F69D}"/>
                  </a:ext>
                </a:extLst>
              </p:cNvPr>
              <p:cNvSpPr txBox="1"/>
              <p:nvPr/>
            </p:nvSpPr>
            <p:spPr>
              <a:xfrm>
                <a:off x="941860" y="3331790"/>
                <a:ext cx="562974" cy="19992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69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0.586</a:t>
                </a:r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3446DA5B-1949-4C86-8B5C-EFCBF562AB9C}"/>
                  </a:ext>
                </a:extLst>
              </p:cNvPr>
              <p:cNvSpPr/>
              <p:nvPr/>
            </p:nvSpPr>
            <p:spPr>
              <a:xfrm>
                <a:off x="1115521" y="3476976"/>
                <a:ext cx="215518" cy="12700"/>
              </a:xfrm>
              <a:custGeom>
                <a:avLst/>
                <a:gdLst>
                  <a:gd name="csX0" fmla="*/ 0 w 215518"/>
                  <a:gd name="csY0" fmla="*/ 0 h 12700"/>
                  <a:gd name="csX1" fmla="*/ 215519 w 21551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5518" h="12700">
                    <a:moveTo>
                      <a:pt x="0" y="0"/>
                    </a:moveTo>
                    <a:lnTo>
                      <a:pt x="21551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13" name="TextBox 1312">
                <a:extLst>
                  <a:ext uri="{FF2B5EF4-FFF2-40B4-BE49-F238E27FC236}">
                    <a16:creationId xmlns:a16="http://schemas.microsoft.com/office/drawing/2014/main" id="{9A73464C-5502-2D83-B135-845252CDA338}"/>
                  </a:ext>
                </a:extLst>
              </p:cNvPr>
              <p:cNvSpPr txBox="1"/>
              <p:nvPr/>
            </p:nvSpPr>
            <p:spPr>
              <a:xfrm>
                <a:off x="1534547" y="3281321"/>
                <a:ext cx="383437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E9C701FA-F614-B145-CF2E-8D92A40DC757}"/>
                  </a:ext>
                </a:extLst>
              </p:cNvPr>
              <p:cNvSpPr/>
              <p:nvPr/>
            </p:nvSpPr>
            <p:spPr>
              <a:xfrm>
                <a:off x="1379046" y="3476976"/>
                <a:ext cx="694563" cy="12700"/>
              </a:xfrm>
              <a:custGeom>
                <a:avLst/>
                <a:gdLst>
                  <a:gd name="csX0" fmla="*/ 0 w 694563"/>
                  <a:gd name="csY0" fmla="*/ 0 h 12700"/>
                  <a:gd name="csX1" fmla="*/ 694563 w 69456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4563" h="12700">
                    <a:moveTo>
                      <a:pt x="0" y="0"/>
                    </a:moveTo>
                    <a:lnTo>
                      <a:pt x="69456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15" name="TextBox 1314">
                <a:extLst>
                  <a:ext uri="{FF2B5EF4-FFF2-40B4-BE49-F238E27FC236}">
                    <a16:creationId xmlns:a16="http://schemas.microsoft.com/office/drawing/2014/main" id="{36BCC251-2A3E-42D9-6836-3BC0B1CC74BB}"/>
                  </a:ext>
                </a:extLst>
              </p:cNvPr>
              <p:cNvSpPr txBox="1"/>
              <p:nvPr/>
            </p:nvSpPr>
            <p:spPr>
              <a:xfrm>
                <a:off x="1402849" y="3114040"/>
                <a:ext cx="383437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D67EA3E2-CA3E-1A32-1A56-2FD1288B46C8}"/>
                  </a:ext>
                </a:extLst>
              </p:cNvPr>
              <p:cNvSpPr/>
              <p:nvPr/>
            </p:nvSpPr>
            <p:spPr>
              <a:xfrm>
                <a:off x="1115521" y="3305145"/>
                <a:ext cx="958088" cy="12700"/>
              </a:xfrm>
              <a:custGeom>
                <a:avLst/>
                <a:gdLst>
                  <a:gd name="csX0" fmla="*/ 0 w 958088"/>
                  <a:gd name="csY0" fmla="*/ 0 h 12700"/>
                  <a:gd name="csX1" fmla="*/ 958088 w 9580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8088" h="12700">
                    <a:moveTo>
                      <a:pt x="0" y="0"/>
                    </a:moveTo>
                    <a:lnTo>
                      <a:pt x="95808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249" name="Graphic 523">
              <a:extLst>
                <a:ext uri="{FF2B5EF4-FFF2-40B4-BE49-F238E27FC236}">
                  <a16:creationId xmlns:a16="http://schemas.microsoft.com/office/drawing/2014/main" id="{4109BDE9-F21D-D481-E300-E1335FDC2624}"/>
                </a:ext>
              </a:extLst>
            </p:cNvPr>
            <p:cNvGrpSpPr/>
            <p:nvPr/>
          </p:nvGrpSpPr>
          <p:grpSpPr>
            <a:xfrm>
              <a:off x="452390" y="2936876"/>
              <a:ext cx="1764855" cy="1590147"/>
              <a:chOff x="452390" y="2936876"/>
              <a:chExt cx="1764855" cy="1590147"/>
            </a:xfrm>
          </p:grpSpPr>
          <p:sp>
            <p:nvSpPr>
              <p:cNvPr id="1250" name="Freeform 1249">
                <a:extLst>
                  <a:ext uri="{FF2B5EF4-FFF2-40B4-BE49-F238E27FC236}">
                    <a16:creationId xmlns:a16="http://schemas.microsoft.com/office/drawing/2014/main" id="{5FCEEE82-A9EA-AE44-C95D-73B66F7609AD}"/>
                  </a:ext>
                </a:extLst>
              </p:cNvPr>
              <p:cNvSpPr/>
              <p:nvPr/>
            </p:nvSpPr>
            <p:spPr>
              <a:xfrm>
                <a:off x="971883" y="3150459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1" name="TextBox 1250">
                <a:extLst>
                  <a:ext uri="{FF2B5EF4-FFF2-40B4-BE49-F238E27FC236}">
                    <a16:creationId xmlns:a16="http://schemas.microsoft.com/office/drawing/2014/main" id="{D7539608-08D8-6724-4328-9EE37D6F8C08}"/>
                  </a:ext>
                </a:extLst>
              </p:cNvPr>
              <p:cNvSpPr txBox="1"/>
              <p:nvPr/>
            </p:nvSpPr>
            <p:spPr>
              <a:xfrm>
                <a:off x="582218" y="4126373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0.00</a:t>
                </a:r>
              </a:p>
            </p:txBody>
          </p:sp>
          <p:sp>
            <p:nvSpPr>
              <p:cNvPr id="1252" name="TextBox 1251">
                <a:extLst>
                  <a:ext uri="{FF2B5EF4-FFF2-40B4-BE49-F238E27FC236}">
                    <a16:creationId xmlns:a16="http://schemas.microsoft.com/office/drawing/2014/main" id="{1190D4B6-1546-32D0-0610-8953E5889889}"/>
                  </a:ext>
                </a:extLst>
              </p:cNvPr>
              <p:cNvSpPr txBox="1"/>
              <p:nvPr/>
            </p:nvSpPr>
            <p:spPr>
              <a:xfrm>
                <a:off x="582219" y="3886217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0.05</a:t>
                </a:r>
              </a:p>
            </p:txBody>
          </p:sp>
          <p:sp>
            <p:nvSpPr>
              <p:cNvPr id="1253" name="TextBox 1252">
                <a:extLst>
                  <a:ext uri="{FF2B5EF4-FFF2-40B4-BE49-F238E27FC236}">
                    <a16:creationId xmlns:a16="http://schemas.microsoft.com/office/drawing/2014/main" id="{C5284624-5656-27F9-D3DE-A4A9699D9773}"/>
                  </a:ext>
                </a:extLst>
              </p:cNvPr>
              <p:cNvSpPr txBox="1"/>
              <p:nvPr/>
            </p:nvSpPr>
            <p:spPr>
              <a:xfrm>
                <a:off x="582219" y="3646058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0.10</a:t>
                </a:r>
              </a:p>
            </p:txBody>
          </p:sp>
          <p:sp>
            <p:nvSpPr>
              <p:cNvPr id="1254" name="TextBox 1253">
                <a:extLst>
                  <a:ext uri="{FF2B5EF4-FFF2-40B4-BE49-F238E27FC236}">
                    <a16:creationId xmlns:a16="http://schemas.microsoft.com/office/drawing/2014/main" id="{20F16365-1362-CCC6-B579-9FCC65B19161}"/>
                  </a:ext>
                </a:extLst>
              </p:cNvPr>
              <p:cNvSpPr txBox="1"/>
              <p:nvPr/>
            </p:nvSpPr>
            <p:spPr>
              <a:xfrm>
                <a:off x="582219" y="3405774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0.15</a:t>
                </a:r>
              </a:p>
            </p:txBody>
          </p:sp>
          <p:sp>
            <p:nvSpPr>
              <p:cNvPr id="1255" name="TextBox 1254">
                <a:extLst>
                  <a:ext uri="{FF2B5EF4-FFF2-40B4-BE49-F238E27FC236}">
                    <a16:creationId xmlns:a16="http://schemas.microsoft.com/office/drawing/2014/main" id="{26E27537-1269-21E6-FFF3-88EEF2F8E6BB}"/>
                  </a:ext>
                </a:extLst>
              </p:cNvPr>
              <p:cNvSpPr txBox="1"/>
              <p:nvPr/>
            </p:nvSpPr>
            <p:spPr>
              <a:xfrm>
                <a:off x="582219" y="3165618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0.20</a:t>
                </a:r>
              </a:p>
            </p:txBody>
          </p:sp>
          <p:sp>
            <p:nvSpPr>
              <p:cNvPr id="1256" name="Freeform 1255">
                <a:extLst>
                  <a:ext uri="{FF2B5EF4-FFF2-40B4-BE49-F238E27FC236}">
                    <a16:creationId xmlns:a16="http://schemas.microsoft.com/office/drawing/2014/main" id="{FD7B7000-FCB6-83BF-1287-2AD066C79736}"/>
                  </a:ext>
                </a:extLst>
              </p:cNvPr>
              <p:cNvSpPr/>
              <p:nvPr/>
            </p:nvSpPr>
            <p:spPr>
              <a:xfrm>
                <a:off x="937086" y="4233261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7" name="Freeform 1256">
                <a:extLst>
                  <a:ext uri="{FF2B5EF4-FFF2-40B4-BE49-F238E27FC236}">
                    <a16:creationId xmlns:a16="http://schemas.microsoft.com/office/drawing/2014/main" id="{C306C979-5A22-BFAA-7ADB-7B3DB6B93A04}"/>
                  </a:ext>
                </a:extLst>
              </p:cNvPr>
              <p:cNvSpPr/>
              <p:nvPr/>
            </p:nvSpPr>
            <p:spPr>
              <a:xfrm>
                <a:off x="937086" y="399310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8" name="Freeform 1257">
                <a:extLst>
                  <a:ext uri="{FF2B5EF4-FFF2-40B4-BE49-F238E27FC236}">
                    <a16:creationId xmlns:a16="http://schemas.microsoft.com/office/drawing/2014/main" id="{4E251B2B-3C3B-08C6-871A-C91BB0983795}"/>
                  </a:ext>
                </a:extLst>
              </p:cNvPr>
              <p:cNvSpPr/>
              <p:nvPr/>
            </p:nvSpPr>
            <p:spPr>
              <a:xfrm>
                <a:off x="937086" y="3752947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9" name="Freeform 1258">
                <a:extLst>
                  <a:ext uri="{FF2B5EF4-FFF2-40B4-BE49-F238E27FC236}">
                    <a16:creationId xmlns:a16="http://schemas.microsoft.com/office/drawing/2014/main" id="{7D0DABE0-69C8-8E5B-A48D-CA1949B1CB9E}"/>
                  </a:ext>
                </a:extLst>
              </p:cNvPr>
              <p:cNvSpPr/>
              <p:nvPr/>
            </p:nvSpPr>
            <p:spPr>
              <a:xfrm>
                <a:off x="937086" y="351266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942D400C-663D-D5C6-5023-B35B499AFEF4}"/>
                  </a:ext>
                </a:extLst>
              </p:cNvPr>
              <p:cNvSpPr/>
              <p:nvPr/>
            </p:nvSpPr>
            <p:spPr>
              <a:xfrm>
                <a:off x="937086" y="3272506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1" name="Freeform 1260">
                <a:extLst>
                  <a:ext uri="{FF2B5EF4-FFF2-40B4-BE49-F238E27FC236}">
                    <a16:creationId xmlns:a16="http://schemas.microsoft.com/office/drawing/2014/main" id="{51D8BC02-CB9C-789B-AB1A-5CC52F72602F}"/>
                  </a:ext>
                </a:extLst>
              </p:cNvPr>
              <p:cNvSpPr/>
              <p:nvPr/>
            </p:nvSpPr>
            <p:spPr>
              <a:xfrm>
                <a:off x="971883" y="4284823"/>
                <a:ext cx="1245362" cy="12700"/>
              </a:xfrm>
              <a:custGeom>
                <a:avLst/>
                <a:gdLst>
                  <a:gd name="csX0" fmla="*/ 0 w 1245362"/>
                  <a:gd name="csY0" fmla="*/ 0 h 12700"/>
                  <a:gd name="csX1" fmla="*/ 1245362 w 124536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45362" h="12700">
                    <a:moveTo>
                      <a:pt x="0" y="0"/>
                    </a:moveTo>
                    <a:lnTo>
                      <a:pt x="124536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2" name="Freeform 1261">
                <a:extLst>
                  <a:ext uri="{FF2B5EF4-FFF2-40B4-BE49-F238E27FC236}">
                    <a16:creationId xmlns:a16="http://schemas.microsoft.com/office/drawing/2014/main" id="{96DDF541-D989-E26B-6F4C-E3EDAF6DF4F2}"/>
                  </a:ext>
                </a:extLst>
              </p:cNvPr>
              <p:cNvSpPr/>
              <p:nvPr/>
            </p:nvSpPr>
            <p:spPr>
              <a:xfrm>
                <a:off x="1115521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3" name="Freeform 1262">
                <a:extLst>
                  <a:ext uri="{FF2B5EF4-FFF2-40B4-BE49-F238E27FC236}">
                    <a16:creationId xmlns:a16="http://schemas.microsoft.com/office/drawing/2014/main" id="{5AB8FE78-CB8C-3B22-B133-D9A39453F7A7}"/>
                  </a:ext>
                </a:extLst>
              </p:cNvPr>
              <p:cNvSpPr/>
              <p:nvPr/>
            </p:nvSpPr>
            <p:spPr>
              <a:xfrm>
                <a:off x="1355042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4" name="Freeform 1263">
                <a:extLst>
                  <a:ext uri="{FF2B5EF4-FFF2-40B4-BE49-F238E27FC236}">
                    <a16:creationId xmlns:a16="http://schemas.microsoft.com/office/drawing/2014/main" id="{9BEE97A4-A4F1-3126-F687-B6D61F655084}"/>
                  </a:ext>
                </a:extLst>
              </p:cNvPr>
              <p:cNvSpPr/>
              <p:nvPr/>
            </p:nvSpPr>
            <p:spPr>
              <a:xfrm>
                <a:off x="1594564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5" name="Freeform 1264">
                <a:extLst>
                  <a:ext uri="{FF2B5EF4-FFF2-40B4-BE49-F238E27FC236}">
                    <a16:creationId xmlns:a16="http://schemas.microsoft.com/office/drawing/2014/main" id="{268793C1-3B36-378D-99C1-D574E2784D2A}"/>
                  </a:ext>
                </a:extLst>
              </p:cNvPr>
              <p:cNvSpPr/>
              <p:nvPr/>
            </p:nvSpPr>
            <p:spPr>
              <a:xfrm>
                <a:off x="1834086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6" name="Freeform 1265">
                <a:extLst>
                  <a:ext uri="{FF2B5EF4-FFF2-40B4-BE49-F238E27FC236}">
                    <a16:creationId xmlns:a16="http://schemas.microsoft.com/office/drawing/2014/main" id="{465ACFE0-45A0-F2D4-F7AC-10E30CDE67BB}"/>
                  </a:ext>
                </a:extLst>
              </p:cNvPr>
              <p:cNvSpPr/>
              <p:nvPr/>
            </p:nvSpPr>
            <p:spPr>
              <a:xfrm>
                <a:off x="2073608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7" name="TextBox 1266">
                <a:extLst>
                  <a:ext uri="{FF2B5EF4-FFF2-40B4-BE49-F238E27FC236}">
                    <a16:creationId xmlns:a16="http://schemas.microsoft.com/office/drawing/2014/main" id="{4D0D395B-EE02-26F5-089A-C3D89B9147CA}"/>
                  </a:ext>
                </a:extLst>
              </p:cNvPr>
              <p:cNvSpPr txBox="1"/>
              <p:nvPr/>
            </p:nvSpPr>
            <p:spPr>
              <a:xfrm>
                <a:off x="969486" y="4280676"/>
                <a:ext cx="292065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268" name="TextBox 1267">
                <a:extLst>
                  <a:ext uri="{FF2B5EF4-FFF2-40B4-BE49-F238E27FC236}">
                    <a16:creationId xmlns:a16="http://schemas.microsoft.com/office/drawing/2014/main" id="{450BC98A-AF2F-CEA4-BA99-E945B4B5692D}"/>
                  </a:ext>
                </a:extLst>
              </p:cNvPr>
              <p:cNvSpPr txBox="1"/>
              <p:nvPr/>
            </p:nvSpPr>
            <p:spPr>
              <a:xfrm>
                <a:off x="1245076" y="4280676"/>
                <a:ext cx="21993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269" name="TextBox 1268">
                <a:extLst>
                  <a:ext uri="{FF2B5EF4-FFF2-40B4-BE49-F238E27FC236}">
                    <a16:creationId xmlns:a16="http://schemas.microsoft.com/office/drawing/2014/main" id="{3C788510-3A80-9298-23DE-0E2839A21327}"/>
                  </a:ext>
                </a:extLst>
              </p:cNvPr>
              <p:cNvSpPr txBox="1"/>
              <p:nvPr/>
            </p:nvSpPr>
            <p:spPr>
              <a:xfrm>
                <a:off x="1448531" y="4280676"/>
                <a:ext cx="292065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270" name="TextBox 1269">
                <a:extLst>
                  <a:ext uri="{FF2B5EF4-FFF2-40B4-BE49-F238E27FC236}">
                    <a16:creationId xmlns:a16="http://schemas.microsoft.com/office/drawing/2014/main" id="{C119C7F1-B516-889C-98FB-D0E5040FA3FD}"/>
                  </a:ext>
                </a:extLst>
              </p:cNvPr>
              <p:cNvSpPr txBox="1"/>
              <p:nvPr/>
            </p:nvSpPr>
            <p:spPr>
              <a:xfrm>
                <a:off x="1655993" y="4280676"/>
                <a:ext cx="35618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271" name="TextBox 1270">
                <a:extLst>
                  <a:ext uri="{FF2B5EF4-FFF2-40B4-BE49-F238E27FC236}">
                    <a16:creationId xmlns:a16="http://schemas.microsoft.com/office/drawing/2014/main" id="{F82578B9-B2B1-57D2-B172-E01593B25BED}"/>
                  </a:ext>
                </a:extLst>
              </p:cNvPr>
              <p:cNvSpPr txBox="1"/>
              <p:nvPr/>
            </p:nvSpPr>
            <p:spPr>
              <a:xfrm>
                <a:off x="1942001" y="4280676"/>
                <a:ext cx="263212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272" name="TextBox 1271">
                <a:extLst>
                  <a:ext uri="{FF2B5EF4-FFF2-40B4-BE49-F238E27FC236}">
                    <a16:creationId xmlns:a16="http://schemas.microsoft.com/office/drawing/2014/main" id="{9EB6F836-F8B5-61CA-4129-ABDB04FE40DD}"/>
                  </a:ext>
                </a:extLst>
              </p:cNvPr>
              <p:cNvSpPr txBox="1"/>
              <p:nvPr/>
            </p:nvSpPr>
            <p:spPr>
              <a:xfrm rot="16200000">
                <a:off x="152724" y="3590750"/>
                <a:ext cx="853117" cy="25378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Expression</a:t>
                </a:r>
              </a:p>
            </p:txBody>
          </p:sp>
          <p:sp>
            <p:nvSpPr>
              <p:cNvPr id="1273" name="TextBox 1272">
                <a:extLst>
                  <a:ext uri="{FF2B5EF4-FFF2-40B4-BE49-F238E27FC236}">
                    <a16:creationId xmlns:a16="http://schemas.microsoft.com/office/drawing/2014/main" id="{309392DA-8277-B11F-2997-99E32209EC84}"/>
                  </a:ext>
                </a:extLst>
              </p:cNvPr>
              <p:cNvSpPr txBox="1"/>
              <p:nvPr/>
            </p:nvSpPr>
            <p:spPr>
              <a:xfrm>
                <a:off x="1340887" y="2936876"/>
                <a:ext cx="505266" cy="26160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drd3</a:t>
                </a:r>
                <a:r>
                  <a:rPr lang="en-US" sz="11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</p:grpSp>
      </p:grpSp>
      <p:grpSp>
        <p:nvGrpSpPr>
          <p:cNvPr id="778" name="Graphic 524">
            <a:extLst>
              <a:ext uri="{FF2B5EF4-FFF2-40B4-BE49-F238E27FC236}">
                <a16:creationId xmlns:a16="http://schemas.microsoft.com/office/drawing/2014/main" id="{26F4225E-1056-7D6C-BDFA-525438774A81}"/>
              </a:ext>
            </a:extLst>
          </p:cNvPr>
          <p:cNvGrpSpPr/>
          <p:nvPr/>
        </p:nvGrpSpPr>
        <p:grpSpPr>
          <a:xfrm>
            <a:off x="2240491" y="1679232"/>
            <a:ext cx="1764859" cy="1413120"/>
            <a:chOff x="4466748" y="3113902"/>
            <a:chExt cx="1764859" cy="1413121"/>
          </a:xfrm>
        </p:grpSpPr>
        <p:grpSp>
          <p:nvGrpSpPr>
            <p:cNvPr id="1179" name="Graphic 524">
              <a:extLst>
                <a:ext uri="{FF2B5EF4-FFF2-40B4-BE49-F238E27FC236}">
                  <a16:creationId xmlns:a16="http://schemas.microsoft.com/office/drawing/2014/main" id="{44A718A9-C5B8-8E99-8C38-C4085DF052EE}"/>
                </a:ext>
              </a:extLst>
            </p:cNvPr>
            <p:cNvGrpSpPr/>
            <p:nvPr/>
          </p:nvGrpSpPr>
          <p:grpSpPr>
            <a:xfrm>
              <a:off x="4924015" y="3113902"/>
              <a:ext cx="1307591" cy="1171047"/>
              <a:chOff x="4924015" y="3113902"/>
              <a:chExt cx="1307591" cy="1171047"/>
            </a:xfrm>
          </p:grpSpPr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400EE047-AC9C-7149-5C5F-22B3AE529AA8}"/>
                  </a:ext>
                </a:extLst>
              </p:cNvPr>
              <p:cNvSpPr/>
              <p:nvPr/>
            </p:nvSpPr>
            <p:spPr>
              <a:xfrm>
                <a:off x="4924015" y="3150459"/>
                <a:ext cx="1307591" cy="1134490"/>
              </a:xfrm>
              <a:custGeom>
                <a:avLst/>
                <a:gdLst>
                  <a:gd name="csX0" fmla="*/ 0 w 1307591"/>
                  <a:gd name="csY0" fmla="*/ 0 h 1134490"/>
                  <a:gd name="csX1" fmla="*/ 1307592 w 1307591"/>
                  <a:gd name="csY1" fmla="*/ 0 h 1134490"/>
                  <a:gd name="csX2" fmla="*/ 1307592 w 1307591"/>
                  <a:gd name="csY2" fmla="*/ 1134491 h 1134490"/>
                  <a:gd name="csX3" fmla="*/ 0 w 1307591"/>
                  <a:gd name="csY3" fmla="*/ 1134491 h 11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307591" h="1134490">
                    <a:moveTo>
                      <a:pt x="0" y="0"/>
                    </a:moveTo>
                    <a:lnTo>
                      <a:pt x="1307592" y="0"/>
                    </a:lnTo>
                    <a:lnTo>
                      <a:pt x="1307592" y="1134491"/>
                    </a:lnTo>
                    <a:lnTo>
                      <a:pt x="0" y="1134491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4191DE2B-5711-7648-2B7A-5451E3B81550}"/>
                  </a:ext>
                </a:extLst>
              </p:cNvPr>
              <p:cNvSpPr/>
              <p:nvPr/>
            </p:nvSpPr>
            <p:spPr>
              <a:xfrm>
                <a:off x="5074891" y="3887821"/>
                <a:ext cx="12700" cy="41783"/>
              </a:xfrm>
              <a:custGeom>
                <a:avLst/>
                <a:gdLst>
                  <a:gd name="csX0" fmla="*/ 0 w 12700"/>
                  <a:gd name="csY0" fmla="*/ 41783 h 41783"/>
                  <a:gd name="csX1" fmla="*/ 0 w 12700"/>
                  <a:gd name="csY1" fmla="*/ 0 h 417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1783">
                    <a:moveTo>
                      <a:pt x="0" y="4178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F4B6D599-E5FB-386D-4E3F-3E4BCC09AA28}"/>
                  </a:ext>
                </a:extLst>
              </p:cNvPr>
              <p:cNvSpPr/>
              <p:nvPr/>
            </p:nvSpPr>
            <p:spPr>
              <a:xfrm>
                <a:off x="5074891" y="4077940"/>
                <a:ext cx="12700" cy="10668"/>
              </a:xfrm>
              <a:custGeom>
                <a:avLst/>
                <a:gdLst>
                  <a:gd name="csX0" fmla="*/ 0 w 12700"/>
                  <a:gd name="csY0" fmla="*/ 0 h 10668"/>
                  <a:gd name="csX1" fmla="*/ 0 w 12700"/>
                  <a:gd name="csY1" fmla="*/ 10668 h 106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0668">
                    <a:moveTo>
                      <a:pt x="0" y="0"/>
                    </a:moveTo>
                    <a:lnTo>
                      <a:pt x="0" y="10668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90E25138-3CDA-A5A9-54F3-A1FB92F906E1}"/>
                  </a:ext>
                </a:extLst>
              </p:cNvPr>
              <p:cNvSpPr/>
              <p:nvPr/>
            </p:nvSpPr>
            <p:spPr>
              <a:xfrm>
                <a:off x="4999453" y="3929603"/>
                <a:ext cx="150876" cy="148336"/>
              </a:xfrm>
              <a:custGeom>
                <a:avLst/>
                <a:gdLst>
                  <a:gd name="csX0" fmla="*/ 0 w 150876"/>
                  <a:gd name="csY0" fmla="*/ 0 h 148336"/>
                  <a:gd name="csX1" fmla="*/ 0 w 150876"/>
                  <a:gd name="csY1" fmla="*/ 148336 h 148336"/>
                  <a:gd name="csX2" fmla="*/ 150876 w 150876"/>
                  <a:gd name="csY2" fmla="*/ 148336 h 148336"/>
                  <a:gd name="csX3" fmla="*/ 150876 w 150876"/>
                  <a:gd name="csY3" fmla="*/ 0 h 148336"/>
                  <a:gd name="csX4" fmla="*/ 0 w 150876"/>
                  <a:gd name="csY4" fmla="*/ 0 h 1483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148336">
                    <a:moveTo>
                      <a:pt x="0" y="0"/>
                    </a:moveTo>
                    <a:lnTo>
                      <a:pt x="0" y="148336"/>
                    </a:lnTo>
                    <a:lnTo>
                      <a:pt x="150876" y="148336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4F88CE86-FB7C-02AD-8965-20C8D5181F57}"/>
                  </a:ext>
                </a:extLst>
              </p:cNvPr>
              <p:cNvSpPr/>
              <p:nvPr/>
            </p:nvSpPr>
            <p:spPr>
              <a:xfrm>
                <a:off x="4999453" y="4057620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7DCDBFB4-8F4C-F36F-4FAE-282B46FF3F8F}"/>
                  </a:ext>
                </a:extLst>
              </p:cNvPr>
              <p:cNvSpPr/>
              <p:nvPr/>
            </p:nvSpPr>
            <p:spPr>
              <a:xfrm>
                <a:off x="5326351" y="3666206"/>
                <a:ext cx="12700" cy="78232"/>
              </a:xfrm>
              <a:custGeom>
                <a:avLst/>
                <a:gdLst>
                  <a:gd name="csX0" fmla="*/ 0 w 12700"/>
                  <a:gd name="csY0" fmla="*/ 78232 h 78232"/>
                  <a:gd name="csX1" fmla="*/ 0 w 12700"/>
                  <a:gd name="csY1" fmla="*/ 0 h 782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8232">
                    <a:moveTo>
                      <a:pt x="0" y="7823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EA058420-F64F-0E28-FD12-05849CFAF62C}"/>
                  </a:ext>
                </a:extLst>
              </p:cNvPr>
              <p:cNvSpPr/>
              <p:nvPr/>
            </p:nvSpPr>
            <p:spPr>
              <a:xfrm>
                <a:off x="5326351" y="3893917"/>
                <a:ext cx="12700" cy="31877"/>
              </a:xfrm>
              <a:custGeom>
                <a:avLst/>
                <a:gdLst>
                  <a:gd name="csX0" fmla="*/ 0 w 12700"/>
                  <a:gd name="csY0" fmla="*/ 0 h 31877"/>
                  <a:gd name="csX1" fmla="*/ 0 w 12700"/>
                  <a:gd name="csY1" fmla="*/ 31877 h 318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1877">
                    <a:moveTo>
                      <a:pt x="0" y="0"/>
                    </a:moveTo>
                    <a:lnTo>
                      <a:pt x="0" y="3187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6D3D9ECA-A4EF-729F-6787-A45FAFE263C6}"/>
                  </a:ext>
                </a:extLst>
              </p:cNvPr>
              <p:cNvSpPr/>
              <p:nvPr/>
            </p:nvSpPr>
            <p:spPr>
              <a:xfrm>
                <a:off x="5250912" y="3744437"/>
                <a:ext cx="150876" cy="149479"/>
              </a:xfrm>
              <a:custGeom>
                <a:avLst/>
                <a:gdLst>
                  <a:gd name="csX0" fmla="*/ 0 w 150876"/>
                  <a:gd name="csY0" fmla="*/ 0 h 149479"/>
                  <a:gd name="csX1" fmla="*/ 0 w 150876"/>
                  <a:gd name="csY1" fmla="*/ 149479 h 149479"/>
                  <a:gd name="csX2" fmla="*/ 150876 w 150876"/>
                  <a:gd name="csY2" fmla="*/ 149479 h 149479"/>
                  <a:gd name="csX3" fmla="*/ 150876 w 150876"/>
                  <a:gd name="csY3" fmla="*/ 0 h 149479"/>
                  <a:gd name="csX4" fmla="*/ 0 w 150876"/>
                  <a:gd name="csY4" fmla="*/ 0 h 14947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149479">
                    <a:moveTo>
                      <a:pt x="0" y="0"/>
                    </a:moveTo>
                    <a:lnTo>
                      <a:pt x="0" y="149479"/>
                    </a:lnTo>
                    <a:lnTo>
                      <a:pt x="150876" y="149479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1581F5A3-B7F2-893A-4C84-97CDB6DFF8E8}"/>
                  </a:ext>
                </a:extLst>
              </p:cNvPr>
              <p:cNvSpPr/>
              <p:nvPr/>
            </p:nvSpPr>
            <p:spPr>
              <a:xfrm>
                <a:off x="5250913" y="3812764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06FC478D-5969-9E3D-5286-DB60296EE86A}"/>
                  </a:ext>
                </a:extLst>
              </p:cNvPr>
              <p:cNvSpPr/>
              <p:nvPr/>
            </p:nvSpPr>
            <p:spPr>
              <a:xfrm>
                <a:off x="5577811" y="4104737"/>
                <a:ext cx="12700" cy="24257"/>
              </a:xfrm>
              <a:custGeom>
                <a:avLst/>
                <a:gdLst>
                  <a:gd name="csX0" fmla="*/ 0 w 12700"/>
                  <a:gd name="csY0" fmla="*/ 24257 h 24257"/>
                  <a:gd name="csX1" fmla="*/ 0 w 12700"/>
                  <a:gd name="csY1" fmla="*/ 0 h 242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4257">
                    <a:moveTo>
                      <a:pt x="0" y="24257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653E7ADE-0AC4-485C-D8B2-B6929EF6E053}"/>
                  </a:ext>
                </a:extLst>
              </p:cNvPr>
              <p:cNvSpPr/>
              <p:nvPr/>
            </p:nvSpPr>
            <p:spPr>
              <a:xfrm>
                <a:off x="5577811" y="4177254"/>
                <a:ext cx="12700" cy="24256"/>
              </a:xfrm>
              <a:custGeom>
                <a:avLst/>
                <a:gdLst>
                  <a:gd name="csX0" fmla="*/ 0 w 12700"/>
                  <a:gd name="csY0" fmla="*/ 0 h 24256"/>
                  <a:gd name="csX1" fmla="*/ 0 w 12700"/>
                  <a:gd name="csY1" fmla="*/ 24257 h 242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4256">
                    <a:moveTo>
                      <a:pt x="0" y="0"/>
                    </a:moveTo>
                    <a:lnTo>
                      <a:pt x="0" y="2425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76B4D8BE-502A-128C-9D5B-924F66110E0C}"/>
                  </a:ext>
                </a:extLst>
              </p:cNvPr>
              <p:cNvSpPr/>
              <p:nvPr/>
            </p:nvSpPr>
            <p:spPr>
              <a:xfrm>
                <a:off x="5502372" y="4128994"/>
                <a:ext cx="150876" cy="48259"/>
              </a:xfrm>
              <a:custGeom>
                <a:avLst/>
                <a:gdLst>
                  <a:gd name="csX0" fmla="*/ 0 w 150876"/>
                  <a:gd name="csY0" fmla="*/ 0 h 48259"/>
                  <a:gd name="csX1" fmla="*/ 0 w 150876"/>
                  <a:gd name="csY1" fmla="*/ 48260 h 48259"/>
                  <a:gd name="csX2" fmla="*/ 150876 w 150876"/>
                  <a:gd name="csY2" fmla="*/ 48260 h 48259"/>
                  <a:gd name="csX3" fmla="*/ 150876 w 150876"/>
                  <a:gd name="csY3" fmla="*/ 0 h 48259"/>
                  <a:gd name="csX4" fmla="*/ 0 w 150876"/>
                  <a:gd name="csY4" fmla="*/ 0 h 482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48259">
                    <a:moveTo>
                      <a:pt x="0" y="0"/>
                    </a:moveTo>
                    <a:lnTo>
                      <a:pt x="0" y="48260"/>
                    </a:lnTo>
                    <a:lnTo>
                      <a:pt x="150876" y="48260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4" name="Freeform 1213">
                <a:extLst>
                  <a:ext uri="{FF2B5EF4-FFF2-40B4-BE49-F238E27FC236}">
                    <a16:creationId xmlns:a16="http://schemas.microsoft.com/office/drawing/2014/main" id="{0CABC6ED-E1A6-EA2B-FABB-E76FF99A2210}"/>
                  </a:ext>
                </a:extLst>
              </p:cNvPr>
              <p:cNvSpPr/>
              <p:nvPr/>
            </p:nvSpPr>
            <p:spPr>
              <a:xfrm>
                <a:off x="5502373" y="4153124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5" name="Freeform 1214">
                <a:extLst>
                  <a:ext uri="{FF2B5EF4-FFF2-40B4-BE49-F238E27FC236}">
                    <a16:creationId xmlns:a16="http://schemas.microsoft.com/office/drawing/2014/main" id="{8171316D-A727-4F11-769E-A1D4E266A413}"/>
                  </a:ext>
                </a:extLst>
              </p:cNvPr>
              <p:cNvSpPr/>
              <p:nvPr/>
            </p:nvSpPr>
            <p:spPr>
              <a:xfrm>
                <a:off x="6080731" y="4027267"/>
                <a:ext cx="12700" cy="47371"/>
              </a:xfrm>
              <a:custGeom>
                <a:avLst/>
                <a:gdLst>
                  <a:gd name="csX0" fmla="*/ 0 w 12700"/>
                  <a:gd name="csY0" fmla="*/ 47371 h 47371"/>
                  <a:gd name="csX1" fmla="*/ 0 w 12700"/>
                  <a:gd name="csY1" fmla="*/ 0 h 473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7371">
                    <a:moveTo>
                      <a:pt x="0" y="4737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6" name="Freeform 1215">
                <a:extLst>
                  <a:ext uri="{FF2B5EF4-FFF2-40B4-BE49-F238E27FC236}">
                    <a16:creationId xmlns:a16="http://schemas.microsoft.com/office/drawing/2014/main" id="{5F0C4FE9-383B-78BD-419B-9F25CE26018B}"/>
                  </a:ext>
                </a:extLst>
              </p:cNvPr>
              <p:cNvSpPr/>
              <p:nvPr/>
            </p:nvSpPr>
            <p:spPr>
              <a:xfrm>
                <a:off x="6080731" y="4166586"/>
                <a:ext cx="12700" cy="23495"/>
              </a:xfrm>
              <a:custGeom>
                <a:avLst/>
                <a:gdLst>
                  <a:gd name="csX0" fmla="*/ 0 w 12700"/>
                  <a:gd name="csY0" fmla="*/ 0 h 23495"/>
                  <a:gd name="csX1" fmla="*/ 0 w 12700"/>
                  <a:gd name="csY1" fmla="*/ 23495 h 234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3495">
                    <a:moveTo>
                      <a:pt x="0" y="0"/>
                    </a:moveTo>
                    <a:lnTo>
                      <a:pt x="0" y="23495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7" name="Freeform 1216">
                <a:extLst>
                  <a:ext uri="{FF2B5EF4-FFF2-40B4-BE49-F238E27FC236}">
                    <a16:creationId xmlns:a16="http://schemas.microsoft.com/office/drawing/2014/main" id="{4EB463D5-FC76-7EF3-E3BD-06C2EB245368}"/>
                  </a:ext>
                </a:extLst>
              </p:cNvPr>
              <p:cNvSpPr/>
              <p:nvPr/>
            </p:nvSpPr>
            <p:spPr>
              <a:xfrm>
                <a:off x="6005292" y="4074637"/>
                <a:ext cx="150876" cy="91948"/>
              </a:xfrm>
              <a:custGeom>
                <a:avLst/>
                <a:gdLst>
                  <a:gd name="csX0" fmla="*/ 0 w 150876"/>
                  <a:gd name="csY0" fmla="*/ 0 h 91948"/>
                  <a:gd name="csX1" fmla="*/ 0 w 150876"/>
                  <a:gd name="csY1" fmla="*/ 91948 h 91948"/>
                  <a:gd name="csX2" fmla="*/ 150876 w 150876"/>
                  <a:gd name="csY2" fmla="*/ 91948 h 91948"/>
                  <a:gd name="csX3" fmla="*/ 150876 w 150876"/>
                  <a:gd name="csY3" fmla="*/ 0 h 91948"/>
                  <a:gd name="csX4" fmla="*/ 0 w 150876"/>
                  <a:gd name="csY4" fmla="*/ 0 h 919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91948">
                    <a:moveTo>
                      <a:pt x="0" y="0"/>
                    </a:moveTo>
                    <a:lnTo>
                      <a:pt x="0" y="91948"/>
                    </a:lnTo>
                    <a:lnTo>
                      <a:pt x="150876" y="91948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4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8" name="Freeform 1217">
                <a:extLst>
                  <a:ext uri="{FF2B5EF4-FFF2-40B4-BE49-F238E27FC236}">
                    <a16:creationId xmlns:a16="http://schemas.microsoft.com/office/drawing/2014/main" id="{C85ADA12-5834-D997-0786-FE0600337870}"/>
                  </a:ext>
                </a:extLst>
              </p:cNvPr>
              <p:cNvSpPr/>
              <p:nvPr/>
            </p:nvSpPr>
            <p:spPr>
              <a:xfrm>
                <a:off x="6005293" y="4116421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9" name="Freeform 1218">
                <a:extLst>
                  <a:ext uri="{FF2B5EF4-FFF2-40B4-BE49-F238E27FC236}">
                    <a16:creationId xmlns:a16="http://schemas.microsoft.com/office/drawing/2014/main" id="{E36B20A8-14A2-4C43-750D-2E569451B1EA}"/>
                  </a:ext>
                </a:extLst>
              </p:cNvPr>
              <p:cNvSpPr/>
              <p:nvPr/>
            </p:nvSpPr>
            <p:spPr>
              <a:xfrm>
                <a:off x="5077812" y="386788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2D926F63-2C4D-E7A9-2940-B06E8DCE43C7}"/>
                  </a:ext>
                </a:extLst>
              </p:cNvPr>
              <p:cNvSpPr/>
              <p:nvPr/>
            </p:nvSpPr>
            <p:spPr>
              <a:xfrm>
                <a:off x="5078828" y="352599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1" name="Freeform 1220">
                <a:extLst>
                  <a:ext uri="{FF2B5EF4-FFF2-40B4-BE49-F238E27FC236}">
                    <a16:creationId xmlns:a16="http://schemas.microsoft.com/office/drawing/2014/main" id="{EEDA2C3D-3DA1-0228-EAA1-883D64CA5960}"/>
                  </a:ext>
                </a:extLst>
              </p:cNvPr>
              <p:cNvSpPr/>
              <p:nvPr/>
            </p:nvSpPr>
            <p:spPr>
              <a:xfrm>
                <a:off x="5046189" y="40383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2" name="Freeform 1221">
                <a:extLst>
                  <a:ext uri="{FF2B5EF4-FFF2-40B4-BE49-F238E27FC236}">
                    <a16:creationId xmlns:a16="http://schemas.microsoft.com/office/drawing/2014/main" id="{6BF6F713-C771-DCA2-8223-760EA07AF62D}"/>
                  </a:ext>
                </a:extLst>
              </p:cNvPr>
              <p:cNvSpPr/>
              <p:nvPr/>
            </p:nvSpPr>
            <p:spPr>
              <a:xfrm>
                <a:off x="5073494" y="407044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3" name="Freeform 1222">
                <a:extLst>
                  <a:ext uri="{FF2B5EF4-FFF2-40B4-BE49-F238E27FC236}">
                    <a16:creationId xmlns:a16="http://schemas.microsoft.com/office/drawing/2014/main" id="{C7C84089-825F-68BB-DD6B-BB811F75C9C2}"/>
                  </a:ext>
                </a:extLst>
              </p:cNvPr>
              <p:cNvSpPr/>
              <p:nvPr/>
            </p:nvSpPr>
            <p:spPr>
              <a:xfrm>
                <a:off x="5064096" y="404276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8D0A80E6-C288-4CCF-2CB3-F501F5B13E62}"/>
                  </a:ext>
                </a:extLst>
              </p:cNvPr>
              <p:cNvSpPr/>
              <p:nvPr/>
            </p:nvSpPr>
            <p:spPr>
              <a:xfrm>
                <a:off x="5057873" y="406422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4798B963-0775-F8BF-8679-D6DC7C4394D0}"/>
                  </a:ext>
                </a:extLst>
              </p:cNvPr>
              <p:cNvSpPr/>
              <p:nvPr/>
            </p:nvSpPr>
            <p:spPr>
              <a:xfrm>
                <a:off x="5320255" y="364842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4E7E63DA-5418-4509-C201-51DB748E22CA}"/>
                  </a:ext>
                </a:extLst>
              </p:cNvPr>
              <p:cNvSpPr/>
              <p:nvPr/>
            </p:nvSpPr>
            <p:spPr>
              <a:xfrm>
                <a:off x="5290029" y="372183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7" name="Freeform 1226">
                <a:extLst>
                  <a:ext uri="{FF2B5EF4-FFF2-40B4-BE49-F238E27FC236}">
                    <a16:creationId xmlns:a16="http://schemas.microsoft.com/office/drawing/2014/main" id="{3AF90CEB-9B4C-3EAC-70DC-BE9972CA0FEF}"/>
                  </a:ext>
                </a:extLst>
              </p:cNvPr>
              <p:cNvSpPr/>
              <p:nvPr/>
            </p:nvSpPr>
            <p:spPr>
              <a:xfrm>
                <a:off x="5316318" y="372894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8" name="Freeform 1227">
                <a:extLst>
                  <a:ext uri="{FF2B5EF4-FFF2-40B4-BE49-F238E27FC236}">
                    <a16:creationId xmlns:a16="http://schemas.microsoft.com/office/drawing/2014/main" id="{A337EF4C-6EA3-D9CF-2EAF-0FB05802CE2D}"/>
                  </a:ext>
                </a:extLst>
              </p:cNvPr>
              <p:cNvSpPr/>
              <p:nvPr/>
            </p:nvSpPr>
            <p:spPr>
              <a:xfrm>
                <a:off x="5318731" y="379358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9" name="Freeform 1228">
                <a:extLst>
                  <a:ext uri="{FF2B5EF4-FFF2-40B4-BE49-F238E27FC236}">
                    <a16:creationId xmlns:a16="http://schemas.microsoft.com/office/drawing/2014/main" id="{16FDB194-3045-912A-FB27-39F386BA2D4E}"/>
                  </a:ext>
                </a:extLst>
              </p:cNvPr>
              <p:cNvSpPr/>
              <p:nvPr/>
            </p:nvSpPr>
            <p:spPr>
              <a:xfrm>
                <a:off x="5306285" y="389036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0" name="Freeform 1229">
                <a:extLst>
                  <a:ext uri="{FF2B5EF4-FFF2-40B4-BE49-F238E27FC236}">
                    <a16:creationId xmlns:a16="http://schemas.microsoft.com/office/drawing/2014/main" id="{78D52575-5DCB-6906-3834-CC058D25447D}"/>
                  </a:ext>
                </a:extLst>
              </p:cNvPr>
              <p:cNvSpPr/>
              <p:nvPr/>
            </p:nvSpPr>
            <p:spPr>
              <a:xfrm>
                <a:off x="5319366" y="386115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1" name="Freeform 1230">
                <a:extLst>
                  <a:ext uri="{FF2B5EF4-FFF2-40B4-BE49-F238E27FC236}">
                    <a16:creationId xmlns:a16="http://schemas.microsoft.com/office/drawing/2014/main" id="{67AC2269-6B46-DAE7-D608-1EDFA827CF93}"/>
                  </a:ext>
                </a:extLst>
              </p:cNvPr>
              <p:cNvSpPr/>
              <p:nvPr/>
            </p:nvSpPr>
            <p:spPr>
              <a:xfrm>
                <a:off x="5330161" y="390953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2" name="Freeform 1231">
                <a:extLst>
                  <a:ext uri="{FF2B5EF4-FFF2-40B4-BE49-F238E27FC236}">
                    <a16:creationId xmlns:a16="http://schemas.microsoft.com/office/drawing/2014/main" id="{1D489066-68A3-0B31-F510-0A6782AD2345}"/>
                  </a:ext>
                </a:extLst>
              </p:cNvPr>
              <p:cNvSpPr/>
              <p:nvPr/>
            </p:nvSpPr>
            <p:spPr>
              <a:xfrm>
                <a:off x="5547458" y="418220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3" name="Freeform 1232">
                <a:extLst>
                  <a:ext uri="{FF2B5EF4-FFF2-40B4-BE49-F238E27FC236}">
                    <a16:creationId xmlns:a16="http://schemas.microsoft.com/office/drawing/2014/main" id="{AFE63069-C2DB-9539-FDE9-DF438A14A2BA}"/>
                  </a:ext>
                </a:extLst>
              </p:cNvPr>
              <p:cNvSpPr/>
              <p:nvPr/>
            </p:nvSpPr>
            <p:spPr>
              <a:xfrm>
                <a:off x="5557872" y="408860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4" name="Freeform 1233">
                <a:extLst>
                  <a:ext uri="{FF2B5EF4-FFF2-40B4-BE49-F238E27FC236}">
                    <a16:creationId xmlns:a16="http://schemas.microsoft.com/office/drawing/2014/main" id="{341E1F9B-085B-A1D5-E440-7E89968848B3}"/>
                  </a:ext>
                </a:extLst>
              </p:cNvPr>
              <p:cNvSpPr/>
              <p:nvPr/>
            </p:nvSpPr>
            <p:spPr>
              <a:xfrm>
                <a:off x="6086700" y="413432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5" name="Freeform 1234">
                <a:extLst>
                  <a:ext uri="{FF2B5EF4-FFF2-40B4-BE49-F238E27FC236}">
                    <a16:creationId xmlns:a16="http://schemas.microsoft.com/office/drawing/2014/main" id="{E2D307F1-3142-FDBC-7E46-1F64A748E713}"/>
                  </a:ext>
                </a:extLst>
              </p:cNvPr>
              <p:cNvSpPr/>
              <p:nvPr/>
            </p:nvSpPr>
            <p:spPr>
              <a:xfrm>
                <a:off x="6043520" y="406054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6" name="Freeform 1235">
                <a:extLst>
                  <a:ext uri="{FF2B5EF4-FFF2-40B4-BE49-F238E27FC236}">
                    <a16:creationId xmlns:a16="http://schemas.microsoft.com/office/drawing/2014/main" id="{66EBA2F4-9E3F-77C3-2712-D37D65E69F4B}"/>
                  </a:ext>
                </a:extLst>
              </p:cNvPr>
              <p:cNvSpPr/>
              <p:nvPr/>
            </p:nvSpPr>
            <p:spPr>
              <a:xfrm>
                <a:off x="6061427" y="415325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7" name="Freeform 1236">
                <a:extLst>
                  <a:ext uri="{FF2B5EF4-FFF2-40B4-BE49-F238E27FC236}">
                    <a16:creationId xmlns:a16="http://schemas.microsoft.com/office/drawing/2014/main" id="{92AE3E34-C5D0-4423-A407-80A75D341840}"/>
                  </a:ext>
                </a:extLst>
              </p:cNvPr>
              <p:cNvSpPr/>
              <p:nvPr/>
            </p:nvSpPr>
            <p:spPr>
              <a:xfrm>
                <a:off x="6065745" y="405546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8" name="Freeform 1237">
                <a:extLst>
                  <a:ext uri="{FF2B5EF4-FFF2-40B4-BE49-F238E27FC236}">
                    <a16:creationId xmlns:a16="http://schemas.microsoft.com/office/drawing/2014/main" id="{52FA85DB-8E52-C6BD-A55B-A299412972BF}"/>
                  </a:ext>
                </a:extLst>
              </p:cNvPr>
              <p:cNvSpPr/>
              <p:nvPr/>
            </p:nvSpPr>
            <p:spPr>
              <a:xfrm>
                <a:off x="6083017" y="417369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9" name="Freeform 1238">
                <a:extLst>
                  <a:ext uri="{FF2B5EF4-FFF2-40B4-BE49-F238E27FC236}">
                    <a16:creationId xmlns:a16="http://schemas.microsoft.com/office/drawing/2014/main" id="{2497CE7A-2328-30FB-16CB-CC4B4BF43420}"/>
                  </a:ext>
                </a:extLst>
              </p:cNvPr>
              <p:cNvSpPr/>
              <p:nvPr/>
            </p:nvSpPr>
            <p:spPr>
              <a:xfrm>
                <a:off x="6044536" y="400745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0" name="TextBox 1239">
                <a:extLst>
                  <a:ext uri="{FF2B5EF4-FFF2-40B4-BE49-F238E27FC236}">
                    <a16:creationId xmlns:a16="http://schemas.microsoft.com/office/drawing/2014/main" id="{E4223652-195A-EAE8-C80C-178DED0D7FD8}"/>
                  </a:ext>
                </a:extLst>
              </p:cNvPr>
              <p:cNvSpPr txBox="1"/>
              <p:nvPr/>
            </p:nvSpPr>
            <p:spPr>
              <a:xfrm>
                <a:off x="4944920" y="3326827"/>
                <a:ext cx="562973" cy="19992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69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0.074</a:t>
                </a:r>
              </a:p>
            </p:txBody>
          </p:sp>
          <p:sp>
            <p:nvSpPr>
              <p:cNvPr id="1241" name="Freeform 1240">
                <a:extLst>
                  <a:ext uri="{FF2B5EF4-FFF2-40B4-BE49-F238E27FC236}">
                    <a16:creationId xmlns:a16="http://schemas.microsoft.com/office/drawing/2014/main" id="{01223721-5FC8-DA64-FC0A-A343287A00E3}"/>
                  </a:ext>
                </a:extLst>
              </p:cNvPr>
              <p:cNvSpPr/>
              <p:nvPr/>
            </p:nvSpPr>
            <p:spPr>
              <a:xfrm>
                <a:off x="5074891" y="3476976"/>
                <a:ext cx="226314" cy="12700"/>
              </a:xfrm>
              <a:custGeom>
                <a:avLst/>
                <a:gdLst>
                  <a:gd name="csX0" fmla="*/ 0 w 226314"/>
                  <a:gd name="csY0" fmla="*/ 0 h 12700"/>
                  <a:gd name="csX1" fmla="*/ 226314 w 22631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26314" h="12700">
                    <a:moveTo>
                      <a:pt x="0" y="0"/>
                    </a:moveTo>
                    <a:lnTo>
                      <a:pt x="22631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2" name="TextBox 1241">
                <a:extLst>
                  <a:ext uri="{FF2B5EF4-FFF2-40B4-BE49-F238E27FC236}">
                    <a16:creationId xmlns:a16="http://schemas.microsoft.com/office/drawing/2014/main" id="{FD7CC047-C837-8DF3-086C-3AD92933E6CA}"/>
                  </a:ext>
                </a:extLst>
              </p:cNvPr>
              <p:cNvSpPr txBox="1"/>
              <p:nvPr/>
            </p:nvSpPr>
            <p:spPr>
              <a:xfrm>
                <a:off x="5476998" y="3281045"/>
                <a:ext cx="482822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1243" name="Freeform 1242">
                <a:extLst>
                  <a:ext uri="{FF2B5EF4-FFF2-40B4-BE49-F238E27FC236}">
                    <a16:creationId xmlns:a16="http://schemas.microsoft.com/office/drawing/2014/main" id="{965F4662-675C-CA88-7D89-5BBA9DF7D47B}"/>
                  </a:ext>
                </a:extLst>
              </p:cNvPr>
              <p:cNvSpPr/>
              <p:nvPr/>
            </p:nvSpPr>
            <p:spPr>
              <a:xfrm>
                <a:off x="5351497" y="3476976"/>
                <a:ext cx="729234" cy="12700"/>
              </a:xfrm>
              <a:custGeom>
                <a:avLst/>
                <a:gdLst>
                  <a:gd name="csX0" fmla="*/ 0 w 729234"/>
                  <a:gd name="csY0" fmla="*/ 0 h 12700"/>
                  <a:gd name="csX1" fmla="*/ 729234 w 72923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29234" h="12700">
                    <a:moveTo>
                      <a:pt x="0" y="0"/>
                    </a:moveTo>
                    <a:lnTo>
                      <a:pt x="72923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4" name="TextBox 1243">
                <a:extLst>
                  <a:ext uri="{FF2B5EF4-FFF2-40B4-BE49-F238E27FC236}">
                    <a16:creationId xmlns:a16="http://schemas.microsoft.com/office/drawing/2014/main" id="{83EC441C-75F5-82CD-136F-DBC1C5B9186C}"/>
                  </a:ext>
                </a:extLst>
              </p:cNvPr>
              <p:cNvSpPr txBox="1"/>
              <p:nvPr/>
            </p:nvSpPr>
            <p:spPr>
              <a:xfrm>
                <a:off x="5387920" y="3113902"/>
                <a:ext cx="383436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245" name="Freeform 1244">
                <a:extLst>
                  <a:ext uri="{FF2B5EF4-FFF2-40B4-BE49-F238E27FC236}">
                    <a16:creationId xmlns:a16="http://schemas.microsoft.com/office/drawing/2014/main" id="{04ED8354-CDD5-3278-2FDB-818D26B62A4B}"/>
                  </a:ext>
                </a:extLst>
              </p:cNvPr>
              <p:cNvSpPr/>
              <p:nvPr/>
            </p:nvSpPr>
            <p:spPr>
              <a:xfrm>
                <a:off x="5074891" y="3305145"/>
                <a:ext cx="1005840" cy="12700"/>
              </a:xfrm>
              <a:custGeom>
                <a:avLst/>
                <a:gdLst>
                  <a:gd name="csX0" fmla="*/ 0 w 1005840"/>
                  <a:gd name="csY0" fmla="*/ 0 h 12700"/>
                  <a:gd name="csX1" fmla="*/ 1005840 w 10058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05840" h="12700">
                    <a:moveTo>
                      <a:pt x="0" y="0"/>
                    </a:moveTo>
                    <a:lnTo>
                      <a:pt x="1005840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80" name="Graphic 524">
              <a:extLst>
                <a:ext uri="{FF2B5EF4-FFF2-40B4-BE49-F238E27FC236}">
                  <a16:creationId xmlns:a16="http://schemas.microsoft.com/office/drawing/2014/main" id="{0BFDFA79-74FD-C464-5849-502810664211}"/>
                </a:ext>
              </a:extLst>
            </p:cNvPr>
            <p:cNvGrpSpPr/>
            <p:nvPr/>
          </p:nvGrpSpPr>
          <p:grpSpPr>
            <a:xfrm>
              <a:off x="4466748" y="3150459"/>
              <a:ext cx="1764859" cy="1376564"/>
              <a:chOff x="4466748" y="3150459"/>
              <a:chExt cx="1764859" cy="1376564"/>
            </a:xfrm>
          </p:grpSpPr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49CE617C-F4DF-B593-1294-885EBAAFFB13}"/>
                  </a:ext>
                </a:extLst>
              </p:cNvPr>
              <p:cNvSpPr/>
              <p:nvPr/>
            </p:nvSpPr>
            <p:spPr>
              <a:xfrm>
                <a:off x="4924015" y="3150459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2" name="TextBox 1181">
                <a:extLst>
                  <a:ext uri="{FF2B5EF4-FFF2-40B4-BE49-F238E27FC236}">
                    <a16:creationId xmlns:a16="http://schemas.microsoft.com/office/drawing/2014/main" id="{5816CA76-1947-F69E-B5AF-E20C278F2D99}"/>
                  </a:ext>
                </a:extLst>
              </p:cNvPr>
              <p:cNvSpPr txBox="1"/>
              <p:nvPr/>
            </p:nvSpPr>
            <p:spPr>
              <a:xfrm>
                <a:off x="4614601" y="4126373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</a:t>
                </a:r>
              </a:p>
            </p:txBody>
          </p:sp>
          <p:sp>
            <p:nvSpPr>
              <p:cNvPr id="1183" name="TextBox 1182">
                <a:extLst>
                  <a:ext uri="{FF2B5EF4-FFF2-40B4-BE49-F238E27FC236}">
                    <a16:creationId xmlns:a16="http://schemas.microsoft.com/office/drawing/2014/main" id="{D6D3BCD0-BACE-BB45-1140-E747B3D01EF7}"/>
                  </a:ext>
                </a:extLst>
              </p:cNvPr>
              <p:cNvSpPr txBox="1"/>
              <p:nvPr/>
            </p:nvSpPr>
            <p:spPr>
              <a:xfrm>
                <a:off x="4614601" y="3736611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</a:t>
                </a:r>
              </a:p>
            </p:txBody>
          </p:sp>
          <p:sp>
            <p:nvSpPr>
              <p:cNvPr id="1184" name="TextBox 1183">
                <a:extLst>
                  <a:ext uri="{FF2B5EF4-FFF2-40B4-BE49-F238E27FC236}">
                    <a16:creationId xmlns:a16="http://schemas.microsoft.com/office/drawing/2014/main" id="{3D835138-BBEE-929E-AF2A-526983E47D50}"/>
                  </a:ext>
                </a:extLst>
              </p:cNvPr>
              <p:cNvSpPr txBox="1"/>
              <p:nvPr/>
            </p:nvSpPr>
            <p:spPr>
              <a:xfrm>
                <a:off x="4614601" y="3346974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0.4</a:t>
                </a: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A817BBE2-20CA-30CB-FEC3-74D02F9E76F2}"/>
                  </a:ext>
                </a:extLst>
              </p:cNvPr>
              <p:cNvSpPr/>
              <p:nvPr/>
            </p:nvSpPr>
            <p:spPr>
              <a:xfrm>
                <a:off x="4889216" y="4233261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EF02F868-41B6-DCD7-0006-9FCC36235454}"/>
                  </a:ext>
                </a:extLst>
              </p:cNvPr>
              <p:cNvSpPr/>
              <p:nvPr/>
            </p:nvSpPr>
            <p:spPr>
              <a:xfrm>
                <a:off x="4889216" y="3843498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7" name="Freeform 1186">
                <a:extLst>
                  <a:ext uri="{FF2B5EF4-FFF2-40B4-BE49-F238E27FC236}">
                    <a16:creationId xmlns:a16="http://schemas.microsoft.com/office/drawing/2014/main" id="{FAB251CF-875F-5CC6-2677-29106A016789}"/>
                  </a:ext>
                </a:extLst>
              </p:cNvPr>
              <p:cNvSpPr/>
              <p:nvPr/>
            </p:nvSpPr>
            <p:spPr>
              <a:xfrm>
                <a:off x="4889216" y="3453861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4AC9460B-9695-5458-651D-80ED6B900961}"/>
                  </a:ext>
                </a:extLst>
              </p:cNvPr>
              <p:cNvSpPr/>
              <p:nvPr/>
            </p:nvSpPr>
            <p:spPr>
              <a:xfrm>
                <a:off x="4924015" y="4284823"/>
                <a:ext cx="1307592" cy="12700"/>
              </a:xfrm>
              <a:custGeom>
                <a:avLst/>
                <a:gdLst>
                  <a:gd name="csX0" fmla="*/ 0 w 1307592"/>
                  <a:gd name="csY0" fmla="*/ 0 h 12700"/>
                  <a:gd name="csX1" fmla="*/ 1307592 w 130759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07592" h="12700">
                    <a:moveTo>
                      <a:pt x="0" y="0"/>
                    </a:moveTo>
                    <a:lnTo>
                      <a:pt x="130759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C83AAD12-78F4-8A67-2409-81CECF3BDC0A}"/>
                  </a:ext>
                </a:extLst>
              </p:cNvPr>
              <p:cNvSpPr/>
              <p:nvPr/>
            </p:nvSpPr>
            <p:spPr>
              <a:xfrm>
                <a:off x="5074890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ECAFD858-D2A6-C2E7-FCCC-11EED6562B59}"/>
                  </a:ext>
                </a:extLst>
              </p:cNvPr>
              <p:cNvSpPr/>
              <p:nvPr/>
            </p:nvSpPr>
            <p:spPr>
              <a:xfrm>
                <a:off x="5326350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57F98585-08A6-D85E-1758-A4C1D2977CBE}"/>
                  </a:ext>
                </a:extLst>
              </p:cNvPr>
              <p:cNvSpPr/>
              <p:nvPr/>
            </p:nvSpPr>
            <p:spPr>
              <a:xfrm>
                <a:off x="5577811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F64A26BE-0E56-E9FE-B9A9-D626C7FCBDEC}"/>
                  </a:ext>
                </a:extLst>
              </p:cNvPr>
              <p:cNvSpPr/>
              <p:nvPr/>
            </p:nvSpPr>
            <p:spPr>
              <a:xfrm>
                <a:off x="5829270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F2D54A27-0A41-0973-6D6D-DEC857F7ED39}"/>
                  </a:ext>
                </a:extLst>
              </p:cNvPr>
              <p:cNvSpPr/>
              <p:nvPr/>
            </p:nvSpPr>
            <p:spPr>
              <a:xfrm>
                <a:off x="6080730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94" name="TextBox 1193">
                <a:extLst>
                  <a:ext uri="{FF2B5EF4-FFF2-40B4-BE49-F238E27FC236}">
                    <a16:creationId xmlns:a16="http://schemas.microsoft.com/office/drawing/2014/main" id="{78A6D554-DF85-FA79-422C-0022FBF3CD25}"/>
                  </a:ext>
                </a:extLst>
              </p:cNvPr>
              <p:cNvSpPr txBox="1"/>
              <p:nvPr/>
            </p:nvSpPr>
            <p:spPr>
              <a:xfrm>
                <a:off x="4936904" y="4280676"/>
                <a:ext cx="29206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195" name="TextBox 1194">
                <a:extLst>
                  <a:ext uri="{FF2B5EF4-FFF2-40B4-BE49-F238E27FC236}">
                    <a16:creationId xmlns:a16="http://schemas.microsoft.com/office/drawing/2014/main" id="{7ACF9E0C-5995-3875-0CE6-1376F6E55B18}"/>
                  </a:ext>
                </a:extLst>
              </p:cNvPr>
              <p:cNvSpPr txBox="1"/>
              <p:nvPr/>
            </p:nvSpPr>
            <p:spPr>
              <a:xfrm>
                <a:off x="5219387" y="4280676"/>
                <a:ext cx="21993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196" name="TextBox 1195">
                <a:extLst>
                  <a:ext uri="{FF2B5EF4-FFF2-40B4-BE49-F238E27FC236}">
                    <a16:creationId xmlns:a16="http://schemas.microsoft.com/office/drawing/2014/main" id="{1B92F435-AD18-25EE-0B9D-B3BC22C0ECDB}"/>
                  </a:ext>
                </a:extLst>
              </p:cNvPr>
              <p:cNvSpPr txBox="1"/>
              <p:nvPr/>
            </p:nvSpPr>
            <p:spPr>
              <a:xfrm>
                <a:off x="5439767" y="4280676"/>
                <a:ext cx="29206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197" name="TextBox 1196">
                <a:extLst>
                  <a:ext uri="{FF2B5EF4-FFF2-40B4-BE49-F238E27FC236}">
                    <a16:creationId xmlns:a16="http://schemas.microsoft.com/office/drawing/2014/main" id="{F2CF0630-F449-3D99-E4DC-F34811F56A6F}"/>
                  </a:ext>
                </a:extLst>
              </p:cNvPr>
              <p:cNvSpPr txBox="1"/>
              <p:nvPr/>
            </p:nvSpPr>
            <p:spPr>
              <a:xfrm>
                <a:off x="5663341" y="4280676"/>
                <a:ext cx="35618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198" name="TextBox 1197">
                <a:extLst>
                  <a:ext uri="{FF2B5EF4-FFF2-40B4-BE49-F238E27FC236}">
                    <a16:creationId xmlns:a16="http://schemas.microsoft.com/office/drawing/2014/main" id="{709A77DD-8AA7-23DE-1618-DAA35437FA65}"/>
                  </a:ext>
                </a:extLst>
              </p:cNvPr>
              <p:cNvSpPr txBox="1"/>
              <p:nvPr/>
            </p:nvSpPr>
            <p:spPr>
              <a:xfrm>
                <a:off x="5955156" y="4280676"/>
                <a:ext cx="263212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200" name="TextBox 1199">
                <a:extLst>
                  <a:ext uri="{FF2B5EF4-FFF2-40B4-BE49-F238E27FC236}">
                    <a16:creationId xmlns:a16="http://schemas.microsoft.com/office/drawing/2014/main" id="{A08F7C29-80C4-ABB5-24AE-EB80301886B9}"/>
                  </a:ext>
                </a:extLst>
              </p:cNvPr>
              <p:cNvSpPr txBox="1"/>
              <p:nvPr/>
            </p:nvSpPr>
            <p:spPr>
              <a:xfrm rot="16200000">
                <a:off x="4167082" y="3590750"/>
                <a:ext cx="853118" cy="25378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Expression</a:t>
                </a:r>
              </a:p>
            </p:txBody>
          </p:sp>
        </p:grpSp>
      </p:grpSp>
      <p:grpSp>
        <p:nvGrpSpPr>
          <p:cNvPr id="1317" name="Graphic 778">
            <a:extLst>
              <a:ext uri="{FF2B5EF4-FFF2-40B4-BE49-F238E27FC236}">
                <a16:creationId xmlns:a16="http://schemas.microsoft.com/office/drawing/2014/main" id="{1810D282-F920-D479-7C2A-889BD7D395D0}"/>
              </a:ext>
            </a:extLst>
          </p:cNvPr>
          <p:cNvGrpSpPr/>
          <p:nvPr/>
        </p:nvGrpSpPr>
        <p:grpSpPr>
          <a:xfrm>
            <a:off x="2209300" y="3249739"/>
            <a:ext cx="1764920" cy="1461797"/>
            <a:chOff x="1994954" y="3193142"/>
            <a:chExt cx="1764920" cy="1623993"/>
          </a:xfrm>
        </p:grpSpPr>
        <p:grpSp>
          <p:nvGrpSpPr>
            <p:cNvPr id="1320" name="Graphic 778">
              <a:extLst>
                <a:ext uri="{FF2B5EF4-FFF2-40B4-BE49-F238E27FC236}">
                  <a16:creationId xmlns:a16="http://schemas.microsoft.com/office/drawing/2014/main" id="{F18139C8-B003-DF72-D9E0-81BB7C8994F2}"/>
                </a:ext>
              </a:extLst>
            </p:cNvPr>
            <p:cNvGrpSpPr/>
            <p:nvPr/>
          </p:nvGrpSpPr>
          <p:grpSpPr>
            <a:xfrm>
              <a:off x="2489565" y="3193142"/>
              <a:ext cx="1234622" cy="1320195"/>
              <a:chOff x="2489565" y="3193142"/>
              <a:chExt cx="1234622" cy="1320195"/>
            </a:xfrm>
          </p:grpSpPr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4CF849FA-64FC-1420-91A3-804B7BEE13DA}"/>
                  </a:ext>
                </a:extLst>
              </p:cNvPr>
              <p:cNvSpPr/>
              <p:nvPr/>
            </p:nvSpPr>
            <p:spPr>
              <a:xfrm>
                <a:off x="2556550" y="4123956"/>
                <a:ext cx="214502" cy="389381"/>
              </a:xfrm>
              <a:custGeom>
                <a:avLst/>
                <a:gdLst>
                  <a:gd name="csX0" fmla="*/ 0 w 214502"/>
                  <a:gd name="csY0" fmla="*/ 0 h 389381"/>
                  <a:gd name="csX1" fmla="*/ 214503 w 214502"/>
                  <a:gd name="csY1" fmla="*/ 0 h 389381"/>
                  <a:gd name="csX2" fmla="*/ 214503 w 214502"/>
                  <a:gd name="csY2" fmla="*/ 389382 h 389381"/>
                  <a:gd name="csX3" fmla="*/ 0 w 214502"/>
                  <a:gd name="csY3" fmla="*/ 389382 h 38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4502" h="389381">
                    <a:moveTo>
                      <a:pt x="0" y="0"/>
                    </a:moveTo>
                    <a:lnTo>
                      <a:pt x="214503" y="0"/>
                    </a:lnTo>
                    <a:lnTo>
                      <a:pt x="214503" y="389382"/>
                    </a:lnTo>
                    <a:lnTo>
                      <a:pt x="0" y="389382"/>
                    </a:lnTo>
                    <a:close/>
                  </a:path>
                </a:pathLst>
              </a:custGeom>
              <a:solidFill>
                <a:srgbClr val="1965B0"/>
              </a:solidFill>
              <a:ln w="13518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F3FA15C9-F2D6-CAA8-0FF7-5EC4FD22827C}"/>
                  </a:ext>
                </a:extLst>
              </p:cNvPr>
              <p:cNvSpPr/>
              <p:nvPr/>
            </p:nvSpPr>
            <p:spPr>
              <a:xfrm>
                <a:off x="2794802" y="4127004"/>
                <a:ext cx="214502" cy="386333"/>
              </a:xfrm>
              <a:custGeom>
                <a:avLst/>
                <a:gdLst>
                  <a:gd name="csX0" fmla="*/ 0 w 214502"/>
                  <a:gd name="csY0" fmla="*/ 0 h 386333"/>
                  <a:gd name="csX1" fmla="*/ 214503 w 214502"/>
                  <a:gd name="csY1" fmla="*/ 0 h 386333"/>
                  <a:gd name="csX2" fmla="*/ 214503 w 214502"/>
                  <a:gd name="csY2" fmla="*/ 386334 h 386333"/>
                  <a:gd name="csX3" fmla="*/ 0 w 214502"/>
                  <a:gd name="csY3" fmla="*/ 386334 h 3863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4502" h="386333">
                    <a:moveTo>
                      <a:pt x="0" y="0"/>
                    </a:moveTo>
                    <a:lnTo>
                      <a:pt x="214503" y="0"/>
                    </a:lnTo>
                    <a:lnTo>
                      <a:pt x="214503" y="386334"/>
                    </a:lnTo>
                    <a:lnTo>
                      <a:pt x="0" y="386334"/>
                    </a:lnTo>
                    <a:close/>
                  </a:path>
                </a:pathLst>
              </a:custGeom>
              <a:solidFill>
                <a:srgbClr val="4EB265"/>
              </a:solidFill>
              <a:ln w="13518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E2F2E9C6-7A1D-DFA8-6277-B15135398D98}"/>
                  </a:ext>
                </a:extLst>
              </p:cNvPr>
              <p:cNvSpPr/>
              <p:nvPr/>
            </p:nvSpPr>
            <p:spPr>
              <a:xfrm>
                <a:off x="3033054" y="3780675"/>
                <a:ext cx="214502" cy="732662"/>
              </a:xfrm>
              <a:custGeom>
                <a:avLst/>
                <a:gdLst>
                  <a:gd name="csX0" fmla="*/ 0 w 214502"/>
                  <a:gd name="csY0" fmla="*/ 0 h 732662"/>
                  <a:gd name="csX1" fmla="*/ 214503 w 214502"/>
                  <a:gd name="csY1" fmla="*/ 0 h 732662"/>
                  <a:gd name="csX2" fmla="*/ 214503 w 214502"/>
                  <a:gd name="csY2" fmla="*/ 732663 h 732662"/>
                  <a:gd name="csX3" fmla="*/ 0 w 214502"/>
                  <a:gd name="csY3" fmla="*/ 732663 h 7326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4502" h="732662">
                    <a:moveTo>
                      <a:pt x="0" y="0"/>
                    </a:moveTo>
                    <a:lnTo>
                      <a:pt x="214503" y="0"/>
                    </a:lnTo>
                    <a:lnTo>
                      <a:pt x="214503" y="732663"/>
                    </a:lnTo>
                    <a:lnTo>
                      <a:pt x="0" y="732663"/>
                    </a:lnTo>
                    <a:close/>
                  </a:path>
                </a:pathLst>
              </a:custGeom>
              <a:solidFill>
                <a:srgbClr val="F7F056"/>
              </a:solidFill>
              <a:ln w="13518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D190F998-34B9-48C6-FA67-1E1E4E9A55D4}"/>
                  </a:ext>
                </a:extLst>
              </p:cNvPr>
              <p:cNvSpPr/>
              <p:nvPr/>
            </p:nvSpPr>
            <p:spPr>
              <a:xfrm>
                <a:off x="3271433" y="4013339"/>
                <a:ext cx="214502" cy="499871"/>
              </a:xfrm>
              <a:custGeom>
                <a:avLst/>
                <a:gdLst>
                  <a:gd name="csX0" fmla="*/ 0 w 214502"/>
                  <a:gd name="csY0" fmla="*/ 0 h 499871"/>
                  <a:gd name="csX1" fmla="*/ 214503 w 214502"/>
                  <a:gd name="csY1" fmla="*/ 0 h 499871"/>
                  <a:gd name="csX2" fmla="*/ 214503 w 214502"/>
                  <a:gd name="csY2" fmla="*/ 499872 h 499871"/>
                  <a:gd name="csX3" fmla="*/ 0 w 214502"/>
                  <a:gd name="csY3" fmla="*/ 499872 h 4998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4502" h="499871">
                    <a:moveTo>
                      <a:pt x="0" y="0"/>
                    </a:moveTo>
                    <a:lnTo>
                      <a:pt x="214503" y="0"/>
                    </a:lnTo>
                    <a:lnTo>
                      <a:pt x="214503" y="499872"/>
                    </a:lnTo>
                    <a:lnTo>
                      <a:pt x="0" y="499872"/>
                    </a:lnTo>
                    <a:close/>
                  </a:path>
                </a:pathLst>
              </a:custGeom>
              <a:solidFill>
                <a:srgbClr val="7BAFDE"/>
              </a:solidFill>
              <a:ln w="13518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83161695-6278-ADBB-1CFA-7B936374DB59}"/>
                  </a:ext>
                </a:extLst>
              </p:cNvPr>
              <p:cNvSpPr/>
              <p:nvPr/>
            </p:nvSpPr>
            <p:spPr>
              <a:xfrm>
                <a:off x="3509685" y="3962412"/>
                <a:ext cx="214502" cy="550925"/>
              </a:xfrm>
              <a:custGeom>
                <a:avLst/>
                <a:gdLst>
                  <a:gd name="csX0" fmla="*/ 0 w 214502"/>
                  <a:gd name="csY0" fmla="*/ 0 h 550925"/>
                  <a:gd name="csX1" fmla="*/ 214503 w 214502"/>
                  <a:gd name="csY1" fmla="*/ 0 h 550925"/>
                  <a:gd name="csX2" fmla="*/ 214503 w 214502"/>
                  <a:gd name="csY2" fmla="*/ 550926 h 550925"/>
                  <a:gd name="csX3" fmla="*/ 0 w 214502"/>
                  <a:gd name="csY3" fmla="*/ 550926 h 5509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14502" h="550925">
                    <a:moveTo>
                      <a:pt x="0" y="0"/>
                    </a:moveTo>
                    <a:lnTo>
                      <a:pt x="214503" y="0"/>
                    </a:lnTo>
                    <a:lnTo>
                      <a:pt x="214503" y="550926"/>
                    </a:lnTo>
                    <a:lnTo>
                      <a:pt x="0" y="550926"/>
                    </a:lnTo>
                    <a:close/>
                  </a:path>
                </a:pathLst>
              </a:custGeom>
              <a:solidFill>
                <a:srgbClr val="DC050C"/>
              </a:solidFill>
              <a:ln w="13518" cap="flat">
                <a:noFill/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7" name="Freeform 1326">
                <a:extLst>
                  <a:ext uri="{FF2B5EF4-FFF2-40B4-BE49-F238E27FC236}">
                    <a16:creationId xmlns:a16="http://schemas.microsoft.com/office/drawing/2014/main" id="{5E6A9D8D-EB0A-D923-FF6C-9860970194F0}"/>
                  </a:ext>
                </a:extLst>
              </p:cNvPr>
              <p:cNvSpPr/>
              <p:nvPr/>
            </p:nvSpPr>
            <p:spPr>
              <a:xfrm>
                <a:off x="2616113" y="4013974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8" name="Freeform 1327">
                <a:extLst>
                  <a:ext uri="{FF2B5EF4-FFF2-40B4-BE49-F238E27FC236}">
                    <a16:creationId xmlns:a16="http://schemas.microsoft.com/office/drawing/2014/main" id="{8A4ED530-C607-02A8-C98E-54956D0E181B}"/>
                  </a:ext>
                </a:extLst>
              </p:cNvPr>
              <p:cNvSpPr/>
              <p:nvPr/>
            </p:nvSpPr>
            <p:spPr>
              <a:xfrm>
                <a:off x="2663738" y="4013974"/>
                <a:ext cx="12699" cy="220090"/>
              </a:xfrm>
              <a:custGeom>
                <a:avLst/>
                <a:gdLst>
                  <a:gd name="csX0" fmla="*/ 0 w 12699"/>
                  <a:gd name="csY0" fmla="*/ 0 h 220090"/>
                  <a:gd name="csX1" fmla="*/ 0 w 12699"/>
                  <a:gd name="csY1" fmla="*/ 220091 h 2200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20090">
                    <a:moveTo>
                      <a:pt x="0" y="0"/>
                    </a:moveTo>
                    <a:lnTo>
                      <a:pt x="0" y="220091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29" name="Freeform 1328">
                <a:extLst>
                  <a:ext uri="{FF2B5EF4-FFF2-40B4-BE49-F238E27FC236}">
                    <a16:creationId xmlns:a16="http://schemas.microsoft.com/office/drawing/2014/main" id="{AD6D2BA1-BD97-BAFA-EB92-626BBF17FE14}"/>
                  </a:ext>
                </a:extLst>
              </p:cNvPr>
              <p:cNvSpPr/>
              <p:nvPr/>
            </p:nvSpPr>
            <p:spPr>
              <a:xfrm>
                <a:off x="2616113" y="4234065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482973AF-4B16-9414-6D48-A88DEDA4CF79}"/>
                  </a:ext>
                </a:extLst>
              </p:cNvPr>
              <p:cNvSpPr/>
              <p:nvPr/>
            </p:nvSpPr>
            <p:spPr>
              <a:xfrm>
                <a:off x="2854365" y="4066298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216C6E80-69CD-47CB-D6E3-F0F2C33A7CAE}"/>
                  </a:ext>
                </a:extLst>
              </p:cNvPr>
              <p:cNvSpPr/>
              <p:nvPr/>
            </p:nvSpPr>
            <p:spPr>
              <a:xfrm>
                <a:off x="2902117" y="4066298"/>
                <a:ext cx="12699" cy="121411"/>
              </a:xfrm>
              <a:custGeom>
                <a:avLst/>
                <a:gdLst>
                  <a:gd name="csX0" fmla="*/ 0 w 12699"/>
                  <a:gd name="csY0" fmla="*/ 0 h 121411"/>
                  <a:gd name="csX1" fmla="*/ 0 w 12699"/>
                  <a:gd name="csY1" fmla="*/ 121412 h 1214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21411">
                    <a:moveTo>
                      <a:pt x="0" y="0"/>
                    </a:moveTo>
                    <a:lnTo>
                      <a:pt x="0" y="121412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9B374BBE-B376-FC3B-A71A-0AE6E7340667}"/>
                  </a:ext>
                </a:extLst>
              </p:cNvPr>
              <p:cNvSpPr/>
              <p:nvPr/>
            </p:nvSpPr>
            <p:spPr>
              <a:xfrm>
                <a:off x="2854365" y="4187710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1133C390-B665-6F99-CF55-1BE48DD570A9}"/>
                  </a:ext>
                </a:extLst>
              </p:cNvPr>
              <p:cNvSpPr/>
              <p:nvPr/>
            </p:nvSpPr>
            <p:spPr>
              <a:xfrm>
                <a:off x="3092744" y="3656342"/>
                <a:ext cx="95249" cy="12699"/>
              </a:xfrm>
              <a:custGeom>
                <a:avLst/>
                <a:gdLst>
                  <a:gd name="csX0" fmla="*/ 0 w 95249"/>
                  <a:gd name="csY0" fmla="*/ 0 h 12699"/>
                  <a:gd name="csX1" fmla="*/ 95250 w 95249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49" h="12699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C93787E3-5054-73ED-36B9-274E8F785923}"/>
                  </a:ext>
                </a:extLst>
              </p:cNvPr>
              <p:cNvSpPr/>
              <p:nvPr/>
            </p:nvSpPr>
            <p:spPr>
              <a:xfrm>
                <a:off x="3140369" y="3656342"/>
                <a:ext cx="12699" cy="248665"/>
              </a:xfrm>
              <a:custGeom>
                <a:avLst/>
                <a:gdLst>
                  <a:gd name="csX0" fmla="*/ 0 w 12699"/>
                  <a:gd name="csY0" fmla="*/ 0 h 248665"/>
                  <a:gd name="csX1" fmla="*/ 0 w 12699"/>
                  <a:gd name="csY1" fmla="*/ 248666 h 2486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48665">
                    <a:moveTo>
                      <a:pt x="0" y="0"/>
                    </a:moveTo>
                    <a:lnTo>
                      <a:pt x="0" y="248666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5" name="Freeform 1334">
                <a:extLst>
                  <a:ext uri="{FF2B5EF4-FFF2-40B4-BE49-F238E27FC236}">
                    <a16:creationId xmlns:a16="http://schemas.microsoft.com/office/drawing/2014/main" id="{F251C205-67B2-477C-F2AD-A13C667081C8}"/>
                  </a:ext>
                </a:extLst>
              </p:cNvPr>
              <p:cNvSpPr/>
              <p:nvPr/>
            </p:nvSpPr>
            <p:spPr>
              <a:xfrm>
                <a:off x="3092744" y="3905008"/>
                <a:ext cx="95249" cy="12699"/>
              </a:xfrm>
              <a:custGeom>
                <a:avLst/>
                <a:gdLst>
                  <a:gd name="csX0" fmla="*/ 0 w 95249"/>
                  <a:gd name="csY0" fmla="*/ 0 h 12699"/>
                  <a:gd name="csX1" fmla="*/ 95250 w 95249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49" h="12699">
                    <a:moveTo>
                      <a:pt x="0" y="0"/>
                    </a:moveTo>
                    <a:lnTo>
                      <a:pt x="9525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6" name="Freeform 1335">
                <a:extLst>
                  <a:ext uri="{FF2B5EF4-FFF2-40B4-BE49-F238E27FC236}">
                    <a16:creationId xmlns:a16="http://schemas.microsoft.com/office/drawing/2014/main" id="{277D55BB-8A3C-4586-B840-D3D81B1B239A}"/>
                  </a:ext>
                </a:extLst>
              </p:cNvPr>
              <p:cNvSpPr/>
              <p:nvPr/>
            </p:nvSpPr>
            <p:spPr>
              <a:xfrm>
                <a:off x="3569248" y="3863733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7" name="Freeform 1336">
                <a:extLst>
                  <a:ext uri="{FF2B5EF4-FFF2-40B4-BE49-F238E27FC236}">
                    <a16:creationId xmlns:a16="http://schemas.microsoft.com/office/drawing/2014/main" id="{05FBADD6-209A-F5C6-0250-4973A440B959}"/>
                  </a:ext>
                </a:extLst>
              </p:cNvPr>
              <p:cNvSpPr/>
              <p:nvPr/>
            </p:nvSpPr>
            <p:spPr>
              <a:xfrm>
                <a:off x="3616873" y="3863733"/>
                <a:ext cx="12699" cy="197357"/>
              </a:xfrm>
              <a:custGeom>
                <a:avLst/>
                <a:gdLst>
                  <a:gd name="csX0" fmla="*/ 0 w 12699"/>
                  <a:gd name="csY0" fmla="*/ 0 h 197357"/>
                  <a:gd name="csX1" fmla="*/ 0 w 12699"/>
                  <a:gd name="csY1" fmla="*/ 197358 h 197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97357">
                    <a:moveTo>
                      <a:pt x="0" y="0"/>
                    </a:moveTo>
                    <a:lnTo>
                      <a:pt x="0" y="197358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8" name="Freeform 1337">
                <a:extLst>
                  <a:ext uri="{FF2B5EF4-FFF2-40B4-BE49-F238E27FC236}">
                    <a16:creationId xmlns:a16="http://schemas.microsoft.com/office/drawing/2014/main" id="{4E4C469E-2574-44BD-58DB-5750762A6800}"/>
                  </a:ext>
                </a:extLst>
              </p:cNvPr>
              <p:cNvSpPr/>
              <p:nvPr/>
            </p:nvSpPr>
            <p:spPr>
              <a:xfrm>
                <a:off x="3569248" y="4061091"/>
                <a:ext cx="95376" cy="12699"/>
              </a:xfrm>
              <a:custGeom>
                <a:avLst/>
                <a:gdLst>
                  <a:gd name="csX0" fmla="*/ 0 w 95376"/>
                  <a:gd name="csY0" fmla="*/ 0 h 12699"/>
                  <a:gd name="csX1" fmla="*/ 95377 w 9537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76" h="12699">
                    <a:moveTo>
                      <a:pt x="0" y="0"/>
                    </a:moveTo>
                    <a:lnTo>
                      <a:pt x="95377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AEDBB1E8-C94C-1265-FFD8-5E4C4C3EC83E}"/>
                  </a:ext>
                </a:extLst>
              </p:cNvPr>
              <p:cNvSpPr/>
              <p:nvPr/>
            </p:nvSpPr>
            <p:spPr>
              <a:xfrm>
                <a:off x="3122335" y="388697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C0C7A568-51E1-4DD0-59F5-BB493F7D496B}"/>
                  </a:ext>
                </a:extLst>
              </p:cNvPr>
              <p:cNvSpPr/>
              <p:nvPr/>
            </p:nvSpPr>
            <p:spPr>
              <a:xfrm>
                <a:off x="2884083" y="421209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C6D23414-42C2-6D05-CE3F-AE689A12173E}"/>
                  </a:ext>
                </a:extLst>
              </p:cNvPr>
              <p:cNvSpPr/>
              <p:nvPr/>
            </p:nvSpPr>
            <p:spPr>
              <a:xfrm>
                <a:off x="2884083" y="3852557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04096AB7-4E26-7C89-EEE3-1A9760CD03AB}"/>
                  </a:ext>
                </a:extLst>
              </p:cNvPr>
              <p:cNvSpPr/>
              <p:nvPr/>
            </p:nvSpPr>
            <p:spPr>
              <a:xfrm>
                <a:off x="3598839" y="3683647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3" name="Freeform 1342">
                <a:extLst>
                  <a:ext uri="{FF2B5EF4-FFF2-40B4-BE49-F238E27FC236}">
                    <a16:creationId xmlns:a16="http://schemas.microsoft.com/office/drawing/2014/main" id="{ED454C3E-353D-8B16-5841-0821C91739B9}"/>
                  </a:ext>
                </a:extLst>
              </p:cNvPr>
              <p:cNvSpPr/>
              <p:nvPr/>
            </p:nvSpPr>
            <p:spPr>
              <a:xfrm>
                <a:off x="2645704" y="3838206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4" name="Freeform 1343">
                <a:extLst>
                  <a:ext uri="{FF2B5EF4-FFF2-40B4-BE49-F238E27FC236}">
                    <a16:creationId xmlns:a16="http://schemas.microsoft.com/office/drawing/2014/main" id="{C62D5AB4-4E4F-2F18-9C22-87D8818859A1}"/>
                  </a:ext>
                </a:extLst>
              </p:cNvPr>
              <p:cNvSpPr/>
              <p:nvPr/>
            </p:nvSpPr>
            <p:spPr>
              <a:xfrm>
                <a:off x="3598839" y="4019181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5" name="Freeform 1344">
                <a:extLst>
                  <a:ext uri="{FF2B5EF4-FFF2-40B4-BE49-F238E27FC236}">
                    <a16:creationId xmlns:a16="http://schemas.microsoft.com/office/drawing/2014/main" id="{66EA9621-6330-FDEB-8349-7A41BEDF4B3B}"/>
                  </a:ext>
                </a:extLst>
              </p:cNvPr>
              <p:cNvSpPr/>
              <p:nvPr/>
            </p:nvSpPr>
            <p:spPr>
              <a:xfrm>
                <a:off x="2645704" y="3781056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6" name="Freeform 1345">
                <a:extLst>
                  <a:ext uri="{FF2B5EF4-FFF2-40B4-BE49-F238E27FC236}">
                    <a16:creationId xmlns:a16="http://schemas.microsoft.com/office/drawing/2014/main" id="{D40B0949-71EA-9DBA-E92B-781191156BB3}"/>
                  </a:ext>
                </a:extLst>
              </p:cNvPr>
              <p:cNvSpPr/>
              <p:nvPr/>
            </p:nvSpPr>
            <p:spPr>
              <a:xfrm>
                <a:off x="3598839" y="420828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CA9267F3-2DA7-40E6-1E99-0F0CA7FDCCD4}"/>
                  </a:ext>
                </a:extLst>
              </p:cNvPr>
              <p:cNvSpPr/>
              <p:nvPr/>
            </p:nvSpPr>
            <p:spPr>
              <a:xfrm>
                <a:off x="2645704" y="4251972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D95A2298-E4B6-5589-3A56-DA4D6E630550}"/>
                  </a:ext>
                </a:extLst>
              </p:cNvPr>
              <p:cNvSpPr/>
              <p:nvPr/>
            </p:nvSpPr>
            <p:spPr>
              <a:xfrm>
                <a:off x="3598839" y="4012196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12C6A23D-86CF-C1EE-9133-6851ED8552A7}"/>
                  </a:ext>
                </a:extLst>
              </p:cNvPr>
              <p:cNvSpPr/>
              <p:nvPr/>
            </p:nvSpPr>
            <p:spPr>
              <a:xfrm>
                <a:off x="2645704" y="4398657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C987FBB3-60C5-138A-7DA0-5A72A2F50E99}"/>
                  </a:ext>
                </a:extLst>
              </p:cNvPr>
              <p:cNvSpPr/>
              <p:nvPr/>
            </p:nvSpPr>
            <p:spPr>
              <a:xfrm>
                <a:off x="3598839" y="361265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AB663FBE-4BEB-5427-E91D-77EFEA2A5F1C}"/>
                  </a:ext>
                </a:extLst>
              </p:cNvPr>
              <p:cNvSpPr/>
              <p:nvPr/>
            </p:nvSpPr>
            <p:spPr>
              <a:xfrm>
                <a:off x="2645704" y="3999369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2" name="Freeform 1351">
                <a:extLst>
                  <a:ext uri="{FF2B5EF4-FFF2-40B4-BE49-F238E27FC236}">
                    <a16:creationId xmlns:a16="http://schemas.microsoft.com/office/drawing/2014/main" id="{C43BDA8E-83E4-01CE-14AB-B72C49765078}"/>
                  </a:ext>
                </a:extLst>
              </p:cNvPr>
              <p:cNvSpPr/>
              <p:nvPr/>
            </p:nvSpPr>
            <p:spPr>
              <a:xfrm>
                <a:off x="2884083" y="424257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3" name="Freeform 1352">
                <a:extLst>
                  <a:ext uri="{FF2B5EF4-FFF2-40B4-BE49-F238E27FC236}">
                    <a16:creationId xmlns:a16="http://schemas.microsoft.com/office/drawing/2014/main" id="{7CEFEA34-F1C2-FD24-4A0D-2FFFA2E97F33}"/>
                  </a:ext>
                </a:extLst>
              </p:cNvPr>
              <p:cNvSpPr/>
              <p:nvPr/>
            </p:nvSpPr>
            <p:spPr>
              <a:xfrm>
                <a:off x="3598839" y="4130306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4" name="Freeform 1353">
                <a:extLst>
                  <a:ext uri="{FF2B5EF4-FFF2-40B4-BE49-F238E27FC236}">
                    <a16:creationId xmlns:a16="http://schemas.microsoft.com/office/drawing/2014/main" id="{F1724AAA-9B04-FF95-EDB7-13D72DCEE078}"/>
                  </a:ext>
                </a:extLst>
              </p:cNvPr>
              <p:cNvSpPr/>
              <p:nvPr/>
            </p:nvSpPr>
            <p:spPr>
              <a:xfrm>
                <a:off x="2645704" y="4366399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DCB3DC44-F96A-3578-2C4B-8BED1F28039D}"/>
                  </a:ext>
                </a:extLst>
              </p:cNvPr>
              <p:cNvSpPr/>
              <p:nvPr/>
            </p:nvSpPr>
            <p:spPr>
              <a:xfrm>
                <a:off x="3122335" y="3638308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11B4C297-DCB8-66DA-3FC1-FC1F5286EEEB}"/>
                  </a:ext>
                </a:extLst>
              </p:cNvPr>
              <p:cNvSpPr/>
              <p:nvPr/>
            </p:nvSpPr>
            <p:spPr>
              <a:xfrm>
                <a:off x="2884083" y="4158373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F5FD38BA-F339-EDF6-E060-FDD19A59B2B5}"/>
                  </a:ext>
                </a:extLst>
              </p:cNvPr>
              <p:cNvSpPr/>
              <p:nvPr/>
            </p:nvSpPr>
            <p:spPr>
              <a:xfrm>
                <a:off x="2884083" y="4242574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2C452773-26A1-AC98-CA55-B5A6AB2A4369}"/>
                  </a:ext>
                </a:extLst>
              </p:cNvPr>
              <p:cNvSpPr/>
              <p:nvPr/>
            </p:nvSpPr>
            <p:spPr>
              <a:xfrm>
                <a:off x="3360587" y="3995305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0003EDED-B8A7-9CEB-E366-B26E4DAF0362}"/>
                  </a:ext>
                </a:extLst>
              </p:cNvPr>
              <p:cNvSpPr/>
              <p:nvPr/>
            </p:nvSpPr>
            <p:spPr>
              <a:xfrm>
                <a:off x="2884083" y="4143260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5B43AE7C-A2BF-690C-02D4-826330B114FF}"/>
                  </a:ext>
                </a:extLst>
              </p:cNvPr>
              <p:cNvSpPr/>
              <p:nvPr/>
            </p:nvSpPr>
            <p:spPr>
              <a:xfrm>
                <a:off x="2884083" y="3911231"/>
                <a:ext cx="36067" cy="36067"/>
              </a:xfrm>
              <a:custGeom>
                <a:avLst/>
                <a:gdLst>
                  <a:gd name="csX0" fmla="*/ 36068 w 36067"/>
                  <a:gd name="csY0" fmla="*/ 18034 h 36067"/>
                  <a:gd name="csX1" fmla="*/ 18034 w 36067"/>
                  <a:gd name="csY1" fmla="*/ 36068 h 36067"/>
                  <a:gd name="csX2" fmla="*/ 0 w 36067"/>
                  <a:gd name="csY2" fmla="*/ 18034 h 36067"/>
                  <a:gd name="csX3" fmla="*/ 18034 w 36067"/>
                  <a:gd name="csY3" fmla="*/ 0 h 36067"/>
                  <a:gd name="csX4" fmla="*/ 36068 w 36067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97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1" name="TextBox 1360">
                <a:extLst>
                  <a:ext uri="{FF2B5EF4-FFF2-40B4-BE49-F238E27FC236}">
                    <a16:creationId xmlns:a16="http://schemas.microsoft.com/office/drawing/2014/main" id="{B4EBEFCB-8D87-0626-F83D-8F738796C2D7}"/>
                  </a:ext>
                </a:extLst>
              </p:cNvPr>
              <p:cNvSpPr txBox="1"/>
              <p:nvPr/>
            </p:nvSpPr>
            <p:spPr>
              <a:xfrm>
                <a:off x="2489565" y="3381662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0.629</a:t>
                </a:r>
              </a:p>
            </p:txBody>
          </p:sp>
          <p:sp>
            <p:nvSpPr>
              <p:cNvPr id="1362" name="Freeform 1361">
                <a:extLst>
                  <a:ext uri="{FF2B5EF4-FFF2-40B4-BE49-F238E27FC236}">
                    <a16:creationId xmlns:a16="http://schemas.microsoft.com/office/drawing/2014/main" id="{AA31175B-2F94-2FDF-413D-8B55B9728612}"/>
                  </a:ext>
                </a:extLst>
              </p:cNvPr>
              <p:cNvSpPr/>
              <p:nvPr/>
            </p:nvSpPr>
            <p:spPr>
              <a:xfrm>
                <a:off x="2663738" y="3542423"/>
                <a:ext cx="214502" cy="12699"/>
              </a:xfrm>
              <a:custGeom>
                <a:avLst/>
                <a:gdLst>
                  <a:gd name="csX0" fmla="*/ 0 w 214502"/>
                  <a:gd name="csY0" fmla="*/ 0 h 12699"/>
                  <a:gd name="csX1" fmla="*/ 214503 w 2145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4502" h="12699">
                    <a:moveTo>
                      <a:pt x="0" y="0"/>
                    </a:moveTo>
                    <a:lnTo>
                      <a:pt x="214503" y="0"/>
                    </a:lnTo>
                  </a:path>
                </a:pathLst>
              </a:custGeom>
              <a:ln w="13518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3" name="TextBox 1362">
                <a:extLst>
                  <a:ext uri="{FF2B5EF4-FFF2-40B4-BE49-F238E27FC236}">
                    <a16:creationId xmlns:a16="http://schemas.microsoft.com/office/drawing/2014/main" id="{9295E4A6-86E6-1166-E116-9CA76824A0C2}"/>
                  </a:ext>
                </a:extLst>
              </p:cNvPr>
              <p:cNvSpPr txBox="1"/>
              <p:nvPr/>
            </p:nvSpPr>
            <p:spPr>
              <a:xfrm>
                <a:off x="3129407" y="3325601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1B4566F2-824E-EC69-0AEA-1A99C545029C}"/>
                  </a:ext>
                </a:extLst>
              </p:cNvPr>
              <p:cNvSpPr/>
              <p:nvPr/>
            </p:nvSpPr>
            <p:spPr>
              <a:xfrm>
                <a:off x="2925866" y="3542423"/>
                <a:ext cx="691006" cy="12699"/>
              </a:xfrm>
              <a:custGeom>
                <a:avLst/>
                <a:gdLst>
                  <a:gd name="csX0" fmla="*/ 0 w 691006"/>
                  <a:gd name="csY0" fmla="*/ 0 h 12699"/>
                  <a:gd name="csX1" fmla="*/ 691007 w 69100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1006" h="12699">
                    <a:moveTo>
                      <a:pt x="0" y="0"/>
                    </a:moveTo>
                    <a:lnTo>
                      <a:pt x="691007" y="0"/>
                    </a:lnTo>
                  </a:path>
                </a:pathLst>
              </a:custGeom>
              <a:ln w="13518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5" name="TextBox 1364">
                <a:extLst>
                  <a:ext uri="{FF2B5EF4-FFF2-40B4-BE49-F238E27FC236}">
                    <a16:creationId xmlns:a16="http://schemas.microsoft.com/office/drawing/2014/main" id="{3DBD7A21-F402-E35C-901A-05031D6F28A3}"/>
                  </a:ext>
                </a:extLst>
              </p:cNvPr>
              <p:cNvSpPr txBox="1"/>
              <p:nvPr/>
            </p:nvSpPr>
            <p:spPr>
              <a:xfrm>
                <a:off x="2998343" y="3193142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F804B25E-526D-CD3B-BDDE-39DBDD18BC78}"/>
                  </a:ext>
                </a:extLst>
              </p:cNvPr>
              <p:cNvSpPr/>
              <p:nvPr/>
            </p:nvSpPr>
            <p:spPr>
              <a:xfrm>
                <a:off x="2663738" y="3410089"/>
                <a:ext cx="953134" cy="12699"/>
              </a:xfrm>
              <a:custGeom>
                <a:avLst/>
                <a:gdLst>
                  <a:gd name="csX0" fmla="*/ 0 w 953134"/>
                  <a:gd name="csY0" fmla="*/ 0 h 12699"/>
                  <a:gd name="csX1" fmla="*/ 953135 w 95313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3134" h="12699">
                    <a:moveTo>
                      <a:pt x="0" y="0"/>
                    </a:moveTo>
                    <a:lnTo>
                      <a:pt x="953135" y="0"/>
                    </a:lnTo>
                  </a:path>
                </a:pathLst>
              </a:custGeom>
              <a:ln w="13518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367" name="Graphic 778">
              <a:extLst>
                <a:ext uri="{FF2B5EF4-FFF2-40B4-BE49-F238E27FC236}">
                  <a16:creationId xmlns:a16="http://schemas.microsoft.com/office/drawing/2014/main" id="{F23CEE8E-EA08-4D80-BCA2-A9ECBC022EBE}"/>
                </a:ext>
              </a:extLst>
            </p:cNvPr>
            <p:cNvGrpSpPr/>
            <p:nvPr/>
          </p:nvGrpSpPr>
          <p:grpSpPr>
            <a:xfrm>
              <a:off x="1994954" y="3215906"/>
              <a:ext cx="1764920" cy="1601229"/>
              <a:chOff x="1994954" y="3215906"/>
              <a:chExt cx="1764920" cy="1601229"/>
            </a:xfrm>
          </p:grpSpPr>
          <p:sp>
            <p:nvSpPr>
              <p:cNvPr id="1368" name="Freeform 1367">
                <a:extLst>
                  <a:ext uri="{FF2B5EF4-FFF2-40B4-BE49-F238E27FC236}">
                    <a16:creationId xmlns:a16="http://schemas.microsoft.com/office/drawing/2014/main" id="{8460B26C-F0F3-30AB-5F8A-083F4BFBE591}"/>
                  </a:ext>
                </a:extLst>
              </p:cNvPr>
              <p:cNvSpPr/>
              <p:nvPr/>
            </p:nvSpPr>
            <p:spPr>
              <a:xfrm>
                <a:off x="2520863" y="3215906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69" name="TextBox 1368">
                <a:extLst>
                  <a:ext uri="{FF2B5EF4-FFF2-40B4-BE49-F238E27FC236}">
                    <a16:creationId xmlns:a16="http://schemas.microsoft.com/office/drawing/2014/main" id="{6C5E1A70-451C-3F1E-607C-56D77D4E36A4}"/>
                  </a:ext>
                </a:extLst>
              </p:cNvPr>
              <p:cNvSpPr txBox="1"/>
              <p:nvPr/>
            </p:nvSpPr>
            <p:spPr>
              <a:xfrm>
                <a:off x="2192855" y="4406449"/>
                <a:ext cx="3690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0%</a:t>
                </a:r>
              </a:p>
            </p:txBody>
          </p:sp>
          <p:sp>
            <p:nvSpPr>
              <p:cNvPr id="1370" name="TextBox 1369">
                <a:extLst>
                  <a:ext uri="{FF2B5EF4-FFF2-40B4-BE49-F238E27FC236}">
                    <a16:creationId xmlns:a16="http://schemas.microsoft.com/office/drawing/2014/main" id="{A6D04756-4535-CE5B-ACD0-6F883E0316B7}"/>
                  </a:ext>
                </a:extLst>
              </p:cNvPr>
              <p:cNvSpPr txBox="1"/>
              <p:nvPr/>
            </p:nvSpPr>
            <p:spPr>
              <a:xfrm>
                <a:off x="2126512" y="4077901"/>
                <a:ext cx="43954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10%</a:t>
                </a:r>
              </a:p>
            </p:txBody>
          </p:sp>
          <p:sp>
            <p:nvSpPr>
              <p:cNvPr id="1371" name="TextBox 1370">
                <a:extLst>
                  <a:ext uri="{FF2B5EF4-FFF2-40B4-BE49-F238E27FC236}">
                    <a16:creationId xmlns:a16="http://schemas.microsoft.com/office/drawing/2014/main" id="{FF21B522-78F5-B419-0026-38DE931B9646}"/>
                  </a:ext>
                </a:extLst>
              </p:cNvPr>
              <p:cNvSpPr txBox="1"/>
              <p:nvPr/>
            </p:nvSpPr>
            <p:spPr>
              <a:xfrm>
                <a:off x="2126512" y="3749352"/>
                <a:ext cx="43954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20%</a:t>
                </a:r>
              </a:p>
            </p:txBody>
          </p:sp>
          <p:sp>
            <p:nvSpPr>
              <p:cNvPr id="1372" name="TextBox 1371">
                <a:extLst>
                  <a:ext uri="{FF2B5EF4-FFF2-40B4-BE49-F238E27FC236}">
                    <a16:creationId xmlns:a16="http://schemas.microsoft.com/office/drawing/2014/main" id="{21595664-09A6-74A9-126C-4CDAF2FFCE6E}"/>
                  </a:ext>
                </a:extLst>
              </p:cNvPr>
              <p:cNvSpPr txBox="1"/>
              <p:nvPr/>
            </p:nvSpPr>
            <p:spPr>
              <a:xfrm>
                <a:off x="2126512" y="3420803"/>
                <a:ext cx="43954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30%</a:t>
                </a: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EADBC82C-C987-E2C5-5951-A1B98840B6EB}"/>
                  </a:ext>
                </a:extLst>
              </p:cNvPr>
              <p:cNvSpPr/>
              <p:nvPr/>
            </p:nvSpPr>
            <p:spPr>
              <a:xfrm>
                <a:off x="2486065" y="4513338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9A62E725-E9ED-1C1C-3CF5-D6941AFE5822}"/>
                  </a:ext>
                </a:extLst>
              </p:cNvPr>
              <p:cNvSpPr/>
              <p:nvPr/>
            </p:nvSpPr>
            <p:spPr>
              <a:xfrm>
                <a:off x="2486065" y="4184789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5" name="Freeform 1374">
                <a:extLst>
                  <a:ext uri="{FF2B5EF4-FFF2-40B4-BE49-F238E27FC236}">
                    <a16:creationId xmlns:a16="http://schemas.microsoft.com/office/drawing/2014/main" id="{83BD5CFF-97E4-5507-9FC3-0795CAB0E8A4}"/>
                  </a:ext>
                </a:extLst>
              </p:cNvPr>
              <p:cNvSpPr/>
              <p:nvPr/>
            </p:nvSpPr>
            <p:spPr>
              <a:xfrm>
                <a:off x="2486065" y="3856240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6" name="Freeform 1375">
                <a:extLst>
                  <a:ext uri="{FF2B5EF4-FFF2-40B4-BE49-F238E27FC236}">
                    <a16:creationId xmlns:a16="http://schemas.microsoft.com/office/drawing/2014/main" id="{176560DB-1C76-7651-2DE9-D76FDA01FB77}"/>
                  </a:ext>
                </a:extLst>
              </p:cNvPr>
              <p:cNvSpPr/>
              <p:nvPr/>
            </p:nvSpPr>
            <p:spPr>
              <a:xfrm>
                <a:off x="2486065" y="3527691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7" name="Freeform 1376">
                <a:extLst>
                  <a:ext uri="{FF2B5EF4-FFF2-40B4-BE49-F238E27FC236}">
                    <a16:creationId xmlns:a16="http://schemas.microsoft.com/office/drawing/2014/main" id="{52B65D83-C277-B266-0512-AA4980A6DA95}"/>
                  </a:ext>
                </a:extLst>
              </p:cNvPr>
              <p:cNvSpPr/>
              <p:nvPr/>
            </p:nvSpPr>
            <p:spPr>
              <a:xfrm>
                <a:off x="2520863" y="4575060"/>
                <a:ext cx="1239011" cy="12699"/>
              </a:xfrm>
              <a:custGeom>
                <a:avLst/>
                <a:gdLst>
                  <a:gd name="csX0" fmla="*/ 0 w 1239011"/>
                  <a:gd name="csY0" fmla="*/ 0 h 12699"/>
                  <a:gd name="csX1" fmla="*/ 1239011 w 1239011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39011" h="12699">
                    <a:moveTo>
                      <a:pt x="0" y="0"/>
                    </a:moveTo>
                    <a:lnTo>
                      <a:pt x="1239011" y="0"/>
                    </a:lnTo>
                  </a:path>
                </a:pathLst>
              </a:custGeom>
              <a:noFill/>
              <a:ln w="13518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8" name="Freeform 1377">
                <a:extLst>
                  <a:ext uri="{FF2B5EF4-FFF2-40B4-BE49-F238E27FC236}">
                    <a16:creationId xmlns:a16="http://schemas.microsoft.com/office/drawing/2014/main" id="{033A6146-776C-281B-F571-74D62579FA1C}"/>
                  </a:ext>
                </a:extLst>
              </p:cNvPr>
              <p:cNvSpPr/>
              <p:nvPr/>
            </p:nvSpPr>
            <p:spPr>
              <a:xfrm>
                <a:off x="2663738" y="4575060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D354A7FC-7BDC-C21A-FC11-9E9FDA039666}"/>
                  </a:ext>
                </a:extLst>
              </p:cNvPr>
              <p:cNvSpPr/>
              <p:nvPr/>
            </p:nvSpPr>
            <p:spPr>
              <a:xfrm>
                <a:off x="2902117" y="4575060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58D106AE-A0AB-14DF-7F06-B004A63616B5}"/>
                  </a:ext>
                </a:extLst>
              </p:cNvPr>
              <p:cNvSpPr/>
              <p:nvPr/>
            </p:nvSpPr>
            <p:spPr>
              <a:xfrm>
                <a:off x="3140369" y="4575060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66009B2E-0E5F-CDA7-9B3D-59D419245F32}"/>
                  </a:ext>
                </a:extLst>
              </p:cNvPr>
              <p:cNvSpPr/>
              <p:nvPr/>
            </p:nvSpPr>
            <p:spPr>
              <a:xfrm>
                <a:off x="3378621" y="4575060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8CD9BB9A-9A11-2CDD-A5D2-9EFF7202939F}"/>
                  </a:ext>
                </a:extLst>
              </p:cNvPr>
              <p:cNvSpPr/>
              <p:nvPr/>
            </p:nvSpPr>
            <p:spPr>
              <a:xfrm>
                <a:off x="3616873" y="4575060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18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83" name="TextBox 1382">
                <a:extLst>
                  <a:ext uri="{FF2B5EF4-FFF2-40B4-BE49-F238E27FC236}">
                    <a16:creationId xmlns:a16="http://schemas.microsoft.com/office/drawing/2014/main" id="{C547861F-AB67-2C3B-F6EA-E8E5999220C4}"/>
                  </a:ext>
                </a:extLst>
              </p:cNvPr>
              <p:cNvSpPr txBox="1"/>
              <p:nvPr/>
            </p:nvSpPr>
            <p:spPr>
              <a:xfrm>
                <a:off x="2517705" y="4570914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384" name="TextBox 1383">
                <a:extLst>
                  <a:ext uri="{FF2B5EF4-FFF2-40B4-BE49-F238E27FC236}">
                    <a16:creationId xmlns:a16="http://schemas.microsoft.com/office/drawing/2014/main" id="{B67BA2F4-AC59-58A6-73D0-8161A3BC8791}"/>
                  </a:ext>
                </a:extLst>
              </p:cNvPr>
              <p:cNvSpPr txBox="1"/>
              <p:nvPr/>
            </p:nvSpPr>
            <p:spPr>
              <a:xfrm>
                <a:off x="2792151" y="4570914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385" name="TextBox 1384">
                <a:extLst>
                  <a:ext uri="{FF2B5EF4-FFF2-40B4-BE49-F238E27FC236}">
                    <a16:creationId xmlns:a16="http://schemas.microsoft.com/office/drawing/2014/main" id="{F268E73C-A7C9-2702-F935-D941937D5076}"/>
                  </a:ext>
                </a:extLst>
              </p:cNvPr>
              <p:cNvSpPr txBox="1"/>
              <p:nvPr/>
            </p:nvSpPr>
            <p:spPr>
              <a:xfrm>
                <a:off x="2995137" y="4570914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386" name="TextBox 1385">
                <a:extLst>
                  <a:ext uri="{FF2B5EF4-FFF2-40B4-BE49-F238E27FC236}">
                    <a16:creationId xmlns:a16="http://schemas.microsoft.com/office/drawing/2014/main" id="{E317DB92-E7E0-D445-87BB-FB4857FF6D78}"/>
                  </a:ext>
                </a:extLst>
              </p:cNvPr>
              <p:cNvSpPr txBox="1"/>
              <p:nvPr/>
            </p:nvSpPr>
            <p:spPr>
              <a:xfrm>
                <a:off x="3200527" y="4570914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387" name="TextBox 1386">
                <a:extLst>
                  <a:ext uri="{FF2B5EF4-FFF2-40B4-BE49-F238E27FC236}">
                    <a16:creationId xmlns:a16="http://schemas.microsoft.com/office/drawing/2014/main" id="{E9DB6923-425F-9035-3712-91038944E69E}"/>
                  </a:ext>
                </a:extLst>
              </p:cNvPr>
              <p:cNvSpPr txBox="1"/>
              <p:nvPr/>
            </p:nvSpPr>
            <p:spPr>
              <a:xfrm>
                <a:off x="3485265" y="4570914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389" name="TextBox 1388">
                <a:extLst>
                  <a:ext uri="{FF2B5EF4-FFF2-40B4-BE49-F238E27FC236}">
                    <a16:creationId xmlns:a16="http://schemas.microsoft.com/office/drawing/2014/main" id="{6756F54D-662B-5B5E-B4B2-2F3543547DC6}"/>
                  </a:ext>
                </a:extLst>
              </p:cNvPr>
              <p:cNvSpPr txBox="1"/>
              <p:nvPr/>
            </p:nvSpPr>
            <p:spPr>
              <a:xfrm rot="16200000">
                <a:off x="1686312" y="3768527"/>
                <a:ext cx="871200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% </a:t>
                </a:r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6_NPO</a:t>
                </a:r>
              </a:p>
            </p:txBody>
          </p:sp>
        </p:grpSp>
      </p:grpSp>
      <p:sp>
        <p:nvSpPr>
          <p:cNvPr id="780" name="Rectangle 779">
            <a:extLst>
              <a:ext uri="{FF2B5EF4-FFF2-40B4-BE49-F238E27FC236}">
                <a16:creationId xmlns:a16="http://schemas.microsoft.com/office/drawing/2014/main" id="{127305BC-FC87-F148-30D4-FC9DC40C6C38}"/>
              </a:ext>
            </a:extLst>
          </p:cNvPr>
          <p:cNvSpPr/>
          <p:nvPr/>
        </p:nvSpPr>
        <p:spPr>
          <a:xfrm>
            <a:off x="2136297" y="19111"/>
            <a:ext cx="4706548" cy="4799469"/>
          </a:xfrm>
          <a:prstGeom prst="rect">
            <a:avLst/>
          </a:prstGeom>
          <a:noFill/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AB49A784-2E2B-9000-62E8-9CB348546546}"/>
              </a:ext>
            </a:extLst>
          </p:cNvPr>
          <p:cNvGrpSpPr/>
          <p:nvPr/>
        </p:nvGrpSpPr>
        <p:grpSpPr>
          <a:xfrm>
            <a:off x="4051368" y="-3565"/>
            <a:ext cx="2559526" cy="1462041"/>
            <a:chOff x="122755" y="8368914"/>
            <a:chExt cx="2559527" cy="1462041"/>
          </a:xfrm>
        </p:grpSpPr>
        <p:grpSp>
          <p:nvGrpSpPr>
            <p:cNvPr id="1049" name="Graphic 932">
              <a:extLst>
                <a:ext uri="{FF2B5EF4-FFF2-40B4-BE49-F238E27FC236}">
                  <a16:creationId xmlns:a16="http://schemas.microsoft.com/office/drawing/2014/main" id="{B7F5BF8F-26FE-A845-A8CE-EEBA9241A77D}"/>
                </a:ext>
              </a:extLst>
            </p:cNvPr>
            <p:cNvGrpSpPr/>
            <p:nvPr/>
          </p:nvGrpSpPr>
          <p:grpSpPr>
            <a:xfrm>
              <a:off x="122755" y="8368914"/>
              <a:ext cx="2559527" cy="1462041"/>
              <a:chOff x="35732" y="8368914"/>
              <a:chExt cx="2559527" cy="1462041"/>
            </a:xfrm>
          </p:grpSpPr>
          <p:grpSp>
            <p:nvGrpSpPr>
              <p:cNvPr id="1052" name="Graphic 932">
                <a:extLst>
                  <a:ext uri="{FF2B5EF4-FFF2-40B4-BE49-F238E27FC236}">
                    <a16:creationId xmlns:a16="http://schemas.microsoft.com/office/drawing/2014/main" id="{6C943317-2A5D-D308-05BF-0403707EDC3D}"/>
                  </a:ext>
                </a:extLst>
              </p:cNvPr>
              <p:cNvGrpSpPr/>
              <p:nvPr/>
            </p:nvGrpSpPr>
            <p:grpSpPr>
              <a:xfrm>
                <a:off x="407854" y="8751893"/>
                <a:ext cx="1056948" cy="836861"/>
                <a:chOff x="407854" y="8751893"/>
                <a:chExt cx="1056948" cy="836861"/>
              </a:xfrm>
            </p:grpSpPr>
            <p:sp>
              <p:nvSpPr>
                <p:cNvPr id="1136" name="Freeform 1135">
                  <a:extLst>
                    <a:ext uri="{FF2B5EF4-FFF2-40B4-BE49-F238E27FC236}">
                      <a16:creationId xmlns:a16="http://schemas.microsoft.com/office/drawing/2014/main" id="{0AD4EB97-71BB-8665-A262-B293AEE313A8}"/>
                    </a:ext>
                  </a:extLst>
                </p:cNvPr>
                <p:cNvSpPr/>
                <p:nvPr/>
              </p:nvSpPr>
              <p:spPr>
                <a:xfrm>
                  <a:off x="492998" y="8792591"/>
                  <a:ext cx="971804" cy="796163"/>
                </a:xfrm>
                <a:custGeom>
                  <a:avLst/>
                  <a:gdLst>
                    <a:gd name="csX0" fmla="*/ 0 w 971804"/>
                    <a:gd name="csY0" fmla="*/ 0 h 796163"/>
                    <a:gd name="csX1" fmla="*/ 971804 w 971804"/>
                    <a:gd name="csY1" fmla="*/ 0 h 796163"/>
                    <a:gd name="csX2" fmla="*/ 971804 w 971804"/>
                    <a:gd name="csY2" fmla="*/ 796163 h 796163"/>
                    <a:gd name="csX3" fmla="*/ 0 w 971804"/>
                    <a:gd name="csY3" fmla="*/ 796163 h 7961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971804" h="796163">
                      <a:moveTo>
                        <a:pt x="0" y="0"/>
                      </a:moveTo>
                      <a:lnTo>
                        <a:pt x="971804" y="0"/>
                      </a:lnTo>
                      <a:lnTo>
                        <a:pt x="971804" y="796163"/>
                      </a:lnTo>
                      <a:lnTo>
                        <a:pt x="0" y="7961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7" name="Freeform 1136">
                  <a:extLst>
                    <a:ext uri="{FF2B5EF4-FFF2-40B4-BE49-F238E27FC236}">
                      <a16:creationId xmlns:a16="http://schemas.microsoft.com/office/drawing/2014/main" id="{64A7B397-823C-B0D4-04D0-44CF288474FA}"/>
                    </a:ext>
                  </a:extLst>
                </p:cNvPr>
                <p:cNvSpPr/>
                <p:nvPr/>
              </p:nvSpPr>
              <p:spPr>
                <a:xfrm>
                  <a:off x="605139" y="9365742"/>
                  <a:ext cx="12700" cy="30607"/>
                </a:xfrm>
                <a:custGeom>
                  <a:avLst/>
                  <a:gdLst>
                    <a:gd name="csX0" fmla="*/ 0 w 12700"/>
                    <a:gd name="csY0" fmla="*/ 0 h 30607"/>
                    <a:gd name="csX1" fmla="*/ 0 w 12700"/>
                    <a:gd name="csY1" fmla="*/ 30607 h 3060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0607">
                      <a:moveTo>
                        <a:pt x="0" y="0"/>
                      </a:moveTo>
                      <a:lnTo>
                        <a:pt x="0" y="30607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8" name="Freeform 1137">
                  <a:extLst>
                    <a:ext uri="{FF2B5EF4-FFF2-40B4-BE49-F238E27FC236}">
                      <a16:creationId xmlns:a16="http://schemas.microsoft.com/office/drawing/2014/main" id="{3C2D7F7D-E4DB-08FE-FFCF-1B8B4FD680EA}"/>
                    </a:ext>
                  </a:extLst>
                </p:cNvPr>
                <p:cNvSpPr/>
                <p:nvPr/>
              </p:nvSpPr>
              <p:spPr>
                <a:xfrm>
                  <a:off x="549131" y="9285986"/>
                  <a:ext cx="112141" cy="79755"/>
                </a:xfrm>
                <a:custGeom>
                  <a:avLst/>
                  <a:gdLst>
                    <a:gd name="csX0" fmla="*/ 0 w 112141"/>
                    <a:gd name="csY0" fmla="*/ 0 h 79755"/>
                    <a:gd name="csX1" fmla="*/ 0 w 112141"/>
                    <a:gd name="csY1" fmla="*/ 79756 h 79755"/>
                    <a:gd name="csX2" fmla="*/ 112141 w 112141"/>
                    <a:gd name="csY2" fmla="*/ 79756 h 79755"/>
                    <a:gd name="csX3" fmla="*/ 112141 w 112141"/>
                    <a:gd name="csY3" fmla="*/ 0 h 79755"/>
                    <a:gd name="csX4" fmla="*/ 0 w 112141"/>
                    <a:gd name="csY4" fmla="*/ 0 h 7975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79755">
                      <a:moveTo>
                        <a:pt x="0" y="0"/>
                      </a:moveTo>
                      <a:lnTo>
                        <a:pt x="0" y="79756"/>
                      </a:lnTo>
                      <a:lnTo>
                        <a:pt x="112141" y="79756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9" name="Freeform 1138">
                  <a:extLst>
                    <a:ext uri="{FF2B5EF4-FFF2-40B4-BE49-F238E27FC236}">
                      <a16:creationId xmlns:a16="http://schemas.microsoft.com/office/drawing/2014/main" id="{4C7D5033-EA4D-FBE4-EDBE-5111C406F25E}"/>
                    </a:ext>
                  </a:extLst>
                </p:cNvPr>
                <p:cNvSpPr/>
                <p:nvPr/>
              </p:nvSpPr>
              <p:spPr>
                <a:xfrm>
                  <a:off x="549132" y="9349867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0" name="Freeform 1139">
                  <a:extLst>
                    <a:ext uri="{FF2B5EF4-FFF2-40B4-BE49-F238E27FC236}">
                      <a16:creationId xmlns:a16="http://schemas.microsoft.com/office/drawing/2014/main" id="{9825A966-4DEE-8F28-6627-9B8A6D4EFC28}"/>
                    </a:ext>
                  </a:extLst>
                </p:cNvPr>
                <p:cNvSpPr/>
                <p:nvPr/>
              </p:nvSpPr>
              <p:spPr>
                <a:xfrm>
                  <a:off x="792083" y="9219184"/>
                  <a:ext cx="12700" cy="8635"/>
                </a:xfrm>
                <a:custGeom>
                  <a:avLst/>
                  <a:gdLst>
                    <a:gd name="csX0" fmla="*/ 0 w 12700"/>
                    <a:gd name="csY0" fmla="*/ 8636 h 8635"/>
                    <a:gd name="csX1" fmla="*/ 0 w 12700"/>
                    <a:gd name="csY1" fmla="*/ 0 h 863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635">
                      <a:moveTo>
                        <a:pt x="0" y="8636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1" name="Freeform 1140">
                  <a:extLst>
                    <a:ext uri="{FF2B5EF4-FFF2-40B4-BE49-F238E27FC236}">
                      <a16:creationId xmlns:a16="http://schemas.microsoft.com/office/drawing/2014/main" id="{EB2B33CF-E99D-B2D5-DF2E-90C4ECD7A6EC}"/>
                    </a:ext>
                  </a:extLst>
                </p:cNvPr>
                <p:cNvSpPr/>
                <p:nvPr/>
              </p:nvSpPr>
              <p:spPr>
                <a:xfrm>
                  <a:off x="792083" y="9313164"/>
                  <a:ext cx="12700" cy="46863"/>
                </a:xfrm>
                <a:custGeom>
                  <a:avLst/>
                  <a:gdLst>
                    <a:gd name="csX0" fmla="*/ 0 w 12700"/>
                    <a:gd name="csY0" fmla="*/ 0 h 46863"/>
                    <a:gd name="csX1" fmla="*/ 0 w 12700"/>
                    <a:gd name="csY1" fmla="*/ 46863 h 468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6863">
                      <a:moveTo>
                        <a:pt x="0" y="0"/>
                      </a:moveTo>
                      <a:lnTo>
                        <a:pt x="0" y="46863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2" name="Freeform 1141">
                  <a:extLst>
                    <a:ext uri="{FF2B5EF4-FFF2-40B4-BE49-F238E27FC236}">
                      <a16:creationId xmlns:a16="http://schemas.microsoft.com/office/drawing/2014/main" id="{0AC0721F-1B74-4FC0-76CE-1595593EBAF8}"/>
                    </a:ext>
                  </a:extLst>
                </p:cNvPr>
                <p:cNvSpPr/>
                <p:nvPr/>
              </p:nvSpPr>
              <p:spPr>
                <a:xfrm>
                  <a:off x="735948" y="9227819"/>
                  <a:ext cx="112141" cy="85344"/>
                </a:xfrm>
                <a:custGeom>
                  <a:avLst/>
                  <a:gdLst>
                    <a:gd name="csX0" fmla="*/ 0 w 112141"/>
                    <a:gd name="csY0" fmla="*/ 0 h 85344"/>
                    <a:gd name="csX1" fmla="*/ 0 w 112141"/>
                    <a:gd name="csY1" fmla="*/ 85344 h 85344"/>
                    <a:gd name="csX2" fmla="*/ 112141 w 112141"/>
                    <a:gd name="csY2" fmla="*/ 85344 h 85344"/>
                    <a:gd name="csX3" fmla="*/ 112141 w 112141"/>
                    <a:gd name="csY3" fmla="*/ 0 h 85344"/>
                    <a:gd name="csX4" fmla="*/ 0 w 112141"/>
                    <a:gd name="csY4" fmla="*/ 0 h 853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85344">
                      <a:moveTo>
                        <a:pt x="0" y="0"/>
                      </a:moveTo>
                      <a:lnTo>
                        <a:pt x="0" y="85344"/>
                      </a:lnTo>
                      <a:lnTo>
                        <a:pt x="112141" y="85344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3" name="Freeform 1142">
                  <a:extLst>
                    <a:ext uri="{FF2B5EF4-FFF2-40B4-BE49-F238E27FC236}">
                      <a16:creationId xmlns:a16="http://schemas.microsoft.com/office/drawing/2014/main" id="{AE80F937-3FB5-E976-D85E-B26820D4543B}"/>
                    </a:ext>
                  </a:extLst>
                </p:cNvPr>
                <p:cNvSpPr/>
                <p:nvPr/>
              </p:nvSpPr>
              <p:spPr>
                <a:xfrm>
                  <a:off x="735949" y="9274810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4" name="Freeform 1143">
                  <a:extLst>
                    <a:ext uri="{FF2B5EF4-FFF2-40B4-BE49-F238E27FC236}">
                      <a16:creationId xmlns:a16="http://schemas.microsoft.com/office/drawing/2014/main" id="{F50CA74D-812D-7E38-FA13-C38FF16D76F4}"/>
                    </a:ext>
                  </a:extLst>
                </p:cNvPr>
                <p:cNvSpPr/>
                <p:nvPr/>
              </p:nvSpPr>
              <p:spPr>
                <a:xfrm>
                  <a:off x="978900" y="9214231"/>
                  <a:ext cx="12700" cy="42290"/>
                </a:xfrm>
                <a:custGeom>
                  <a:avLst/>
                  <a:gdLst>
                    <a:gd name="csX0" fmla="*/ 0 w 12700"/>
                    <a:gd name="csY0" fmla="*/ 42291 h 42290"/>
                    <a:gd name="csX1" fmla="*/ 0 w 12700"/>
                    <a:gd name="csY1" fmla="*/ 0 h 422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2290">
                      <a:moveTo>
                        <a:pt x="0" y="42291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5" name="Freeform 1144">
                  <a:extLst>
                    <a:ext uri="{FF2B5EF4-FFF2-40B4-BE49-F238E27FC236}">
                      <a16:creationId xmlns:a16="http://schemas.microsoft.com/office/drawing/2014/main" id="{C8D8FC82-42CE-C8CC-903E-99382887D9DC}"/>
                    </a:ext>
                  </a:extLst>
                </p:cNvPr>
                <p:cNvSpPr/>
                <p:nvPr/>
              </p:nvSpPr>
              <p:spPr>
                <a:xfrm>
                  <a:off x="978900" y="9341104"/>
                  <a:ext cx="12700" cy="42290"/>
                </a:xfrm>
                <a:custGeom>
                  <a:avLst/>
                  <a:gdLst>
                    <a:gd name="csX0" fmla="*/ 0 w 12700"/>
                    <a:gd name="csY0" fmla="*/ 0 h 42290"/>
                    <a:gd name="csX1" fmla="*/ 0 w 12700"/>
                    <a:gd name="csY1" fmla="*/ 42291 h 422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2290">
                      <a:moveTo>
                        <a:pt x="0" y="0"/>
                      </a:moveTo>
                      <a:lnTo>
                        <a:pt x="0" y="4229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6" name="Freeform 1145">
                  <a:extLst>
                    <a:ext uri="{FF2B5EF4-FFF2-40B4-BE49-F238E27FC236}">
                      <a16:creationId xmlns:a16="http://schemas.microsoft.com/office/drawing/2014/main" id="{225CA14B-6E89-DCFB-EF47-5BFBC89FFFA6}"/>
                    </a:ext>
                  </a:extLst>
                </p:cNvPr>
                <p:cNvSpPr/>
                <p:nvPr/>
              </p:nvSpPr>
              <p:spPr>
                <a:xfrm>
                  <a:off x="922892" y="9256522"/>
                  <a:ext cx="112141" cy="84581"/>
                </a:xfrm>
                <a:custGeom>
                  <a:avLst/>
                  <a:gdLst>
                    <a:gd name="csX0" fmla="*/ 0 w 112141"/>
                    <a:gd name="csY0" fmla="*/ 0 h 84581"/>
                    <a:gd name="csX1" fmla="*/ 0 w 112141"/>
                    <a:gd name="csY1" fmla="*/ 84582 h 84581"/>
                    <a:gd name="csX2" fmla="*/ 112141 w 112141"/>
                    <a:gd name="csY2" fmla="*/ 84582 h 84581"/>
                    <a:gd name="csX3" fmla="*/ 112141 w 112141"/>
                    <a:gd name="csY3" fmla="*/ 0 h 84581"/>
                    <a:gd name="csX4" fmla="*/ 0 w 112141"/>
                    <a:gd name="csY4" fmla="*/ 0 h 8458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84581">
                      <a:moveTo>
                        <a:pt x="0" y="0"/>
                      </a:moveTo>
                      <a:lnTo>
                        <a:pt x="0" y="84582"/>
                      </a:lnTo>
                      <a:lnTo>
                        <a:pt x="112141" y="84582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7" name="Freeform 1146">
                  <a:extLst>
                    <a:ext uri="{FF2B5EF4-FFF2-40B4-BE49-F238E27FC236}">
                      <a16:creationId xmlns:a16="http://schemas.microsoft.com/office/drawing/2014/main" id="{5CA38010-1857-D6E4-FCCC-9A4D8F325F43}"/>
                    </a:ext>
                  </a:extLst>
                </p:cNvPr>
                <p:cNvSpPr/>
                <p:nvPr/>
              </p:nvSpPr>
              <p:spPr>
                <a:xfrm>
                  <a:off x="922893" y="9298813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8" name="Freeform 1147">
                  <a:extLst>
                    <a:ext uri="{FF2B5EF4-FFF2-40B4-BE49-F238E27FC236}">
                      <a16:creationId xmlns:a16="http://schemas.microsoft.com/office/drawing/2014/main" id="{3BE9460D-C821-331C-F09A-0145D20489D5}"/>
                    </a:ext>
                  </a:extLst>
                </p:cNvPr>
                <p:cNvSpPr/>
                <p:nvPr/>
              </p:nvSpPr>
              <p:spPr>
                <a:xfrm>
                  <a:off x="1352661" y="9221597"/>
                  <a:ext cx="12700" cy="22097"/>
                </a:xfrm>
                <a:custGeom>
                  <a:avLst/>
                  <a:gdLst>
                    <a:gd name="csX0" fmla="*/ 0 w 12700"/>
                    <a:gd name="csY0" fmla="*/ 22098 h 22097"/>
                    <a:gd name="csX1" fmla="*/ 0 w 12700"/>
                    <a:gd name="csY1" fmla="*/ 0 h 220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2097">
                      <a:moveTo>
                        <a:pt x="0" y="22098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9" name="Freeform 1148">
                  <a:extLst>
                    <a:ext uri="{FF2B5EF4-FFF2-40B4-BE49-F238E27FC236}">
                      <a16:creationId xmlns:a16="http://schemas.microsoft.com/office/drawing/2014/main" id="{A5C1FEE4-DA11-5BCC-7E23-D300D56FDBA1}"/>
                    </a:ext>
                  </a:extLst>
                </p:cNvPr>
                <p:cNvSpPr/>
                <p:nvPr/>
              </p:nvSpPr>
              <p:spPr>
                <a:xfrm>
                  <a:off x="1352661" y="9341358"/>
                  <a:ext cx="12700" cy="82041"/>
                </a:xfrm>
                <a:custGeom>
                  <a:avLst/>
                  <a:gdLst>
                    <a:gd name="csX0" fmla="*/ 0 w 12700"/>
                    <a:gd name="csY0" fmla="*/ 0 h 82041"/>
                    <a:gd name="csX1" fmla="*/ 0 w 12700"/>
                    <a:gd name="csY1" fmla="*/ 82042 h 8204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2041">
                      <a:moveTo>
                        <a:pt x="0" y="0"/>
                      </a:moveTo>
                      <a:lnTo>
                        <a:pt x="0" y="82042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0" name="Freeform 1149">
                  <a:extLst>
                    <a:ext uri="{FF2B5EF4-FFF2-40B4-BE49-F238E27FC236}">
                      <a16:creationId xmlns:a16="http://schemas.microsoft.com/office/drawing/2014/main" id="{DB1F5082-9930-7B48-965A-3BFCE229273E}"/>
                    </a:ext>
                  </a:extLst>
                </p:cNvPr>
                <p:cNvSpPr/>
                <p:nvPr/>
              </p:nvSpPr>
              <p:spPr>
                <a:xfrm>
                  <a:off x="1296653" y="9243694"/>
                  <a:ext cx="112141" cy="97663"/>
                </a:xfrm>
                <a:custGeom>
                  <a:avLst/>
                  <a:gdLst>
                    <a:gd name="csX0" fmla="*/ 0 w 112141"/>
                    <a:gd name="csY0" fmla="*/ 0 h 97663"/>
                    <a:gd name="csX1" fmla="*/ 0 w 112141"/>
                    <a:gd name="csY1" fmla="*/ 97663 h 97663"/>
                    <a:gd name="csX2" fmla="*/ 112141 w 112141"/>
                    <a:gd name="csY2" fmla="*/ 97663 h 97663"/>
                    <a:gd name="csX3" fmla="*/ 112141 w 112141"/>
                    <a:gd name="csY3" fmla="*/ 0 h 97663"/>
                    <a:gd name="csX4" fmla="*/ 0 w 112141"/>
                    <a:gd name="csY4" fmla="*/ 0 h 976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97663">
                      <a:moveTo>
                        <a:pt x="0" y="0"/>
                      </a:moveTo>
                      <a:lnTo>
                        <a:pt x="0" y="97663"/>
                      </a:lnTo>
                      <a:lnTo>
                        <a:pt x="112141" y="97663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04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1" name="Freeform 1150">
                  <a:extLst>
                    <a:ext uri="{FF2B5EF4-FFF2-40B4-BE49-F238E27FC236}">
                      <a16:creationId xmlns:a16="http://schemas.microsoft.com/office/drawing/2014/main" id="{E2ED8D83-E64B-1909-B9D9-238872E55E57}"/>
                    </a:ext>
                  </a:extLst>
                </p:cNvPr>
                <p:cNvSpPr/>
                <p:nvPr/>
              </p:nvSpPr>
              <p:spPr>
                <a:xfrm>
                  <a:off x="1296654" y="9305544"/>
                  <a:ext cx="112141" cy="12700"/>
                </a:xfrm>
                <a:custGeom>
                  <a:avLst/>
                  <a:gdLst>
                    <a:gd name="csX0" fmla="*/ 0 w 112141"/>
                    <a:gd name="csY0" fmla="*/ 0 h 12700"/>
                    <a:gd name="csX1" fmla="*/ 112141 w 11214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1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2" name="Freeform 1151">
                  <a:extLst>
                    <a:ext uri="{FF2B5EF4-FFF2-40B4-BE49-F238E27FC236}">
                      <a16:creationId xmlns:a16="http://schemas.microsoft.com/office/drawing/2014/main" id="{EF08C1A0-49AB-2676-02A8-C4B6E5108D1F}"/>
                    </a:ext>
                  </a:extLst>
                </p:cNvPr>
                <p:cNvSpPr/>
                <p:nvPr/>
              </p:nvSpPr>
              <p:spPr>
                <a:xfrm>
                  <a:off x="976359" y="936536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3" name="Freeform 1152">
                  <a:extLst>
                    <a:ext uri="{FF2B5EF4-FFF2-40B4-BE49-F238E27FC236}">
                      <a16:creationId xmlns:a16="http://schemas.microsoft.com/office/drawing/2014/main" id="{EDD9FD81-FF57-8A7E-8FD8-446E0C776B01}"/>
                    </a:ext>
                  </a:extLst>
                </p:cNvPr>
                <p:cNvSpPr/>
                <p:nvPr/>
              </p:nvSpPr>
              <p:spPr>
                <a:xfrm>
                  <a:off x="790305" y="934148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4" name="Freeform 1153">
                  <a:extLst>
                    <a:ext uri="{FF2B5EF4-FFF2-40B4-BE49-F238E27FC236}">
                      <a16:creationId xmlns:a16="http://schemas.microsoft.com/office/drawing/2014/main" id="{A022D4A4-45E0-6848-020F-5A66DB4245D9}"/>
                    </a:ext>
                  </a:extLst>
                </p:cNvPr>
                <p:cNvSpPr/>
                <p:nvPr/>
              </p:nvSpPr>
              <p:spPr>
                <a:xfrm>
                  <a:off x="766048" y="920153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5" name="Freeform 1154">
                  <a:extLst>
                    <a:ext uri="{FF2B5EF4-FFF2-40B4-BE49-F238E27FC236}">
                      <a16:creationId xmlns:a16="http://schemas.microsoft.com/office/drawing/2014/main" id="{D4BDA990-371F-49C6-2DCF-2B576C14EF78}"/>
                    </a:ext>
                  </a:extLst>
                </p:cNvPr>
                <p:cNvSpPr/>
                <p:nvPr/>
              </p:nvSpPr>
              <p:spPr>
                <a:xfrm>
                  <a:off x="1347073" y="929500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6" name="Freeform 1155">
                  <a:extLst>
                    <a:ext uri="{FF2B5EF4-FFF2-40B4-BE49-F238E27FC236}">
                      <a16:creationId xmlns:a16="http://schemas.microsoft.com/office/drawing/2014/main" id="{DB61B855-56FE-3F81-FD72-3EC2585511C5}"/>
                    </a:ext>
                  </a:extLst>
                </p:cNvPr>
                <p:cNvSpPr/>
                <p:nvPr/>
              </p:nvSpPr>
              <p:spPr>
                <a:xfrm>
                  <a:off x="592439" y="90930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7" name="Freeform 1156">
                  <a:extLst>
                    <a:ext uri="{FF2B5EF4-FFF2-40B4-BE49-F238E27FC236}">
                      <a16:creationId xmlns:a16="http://schemas.microsoft.com/office/drawing/2014/main" id="{CC17E240-C41E-5720-72D9-EF3F755BF6CB}"/>
                    </a:ext>
                  </a:extLst>
                </p:cNvPr>
                <p:cNvSpPr/>
                <p:nvPr/>
              </p:nvSpPr>
              <p:spPr>
                <a:xfrm>
                  <a:off x="1335389" y="933310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8" name="Freeform 1157">
                  <a:extLst>
                    <a:ext uri="{FF2B5EF4-FFF2-40B4-BE49-F238E27FC236}">
                      <a16:creationId xmlns:a16="http://schemas.microsoft.com/office/drawing/2014/main" id="{9047A867-F870-52BD-51B2-F20FF3A362BF}"/>
                    </a:ext>
                  </a:extLst>
                </p:cNvPr>
                <p:cNvSpPr/>
                <p:nvPr/>
              </p:nvSpPr>
              <p:spPr>
                <a:xfrm>
                  <a:off x="1343517" y="940523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9" name="Freeform 1158">
                  <a:extLst>
                    <a:ext uri="{FF2B5EF4-FFF2-40B4-BE49-F238E27FC236}">
                      <a16:creationId xmlns:a16="http://schemas.microsoft.com/office/drawing/2014/main" id="{1B93B74E-AAB5-0CB7-E2ED-2F73822601A3}"/>
                    </a:ext>
                  </a:extLst>
                </p:cNvPr>
                <p:cNvSpPr/>
                <p:nvPr/>
              </p:nvSpPr>
              <p:spPr>
                <a:xfrm>
                  <a:off x="573516" y="933767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0" name="Freeform 1159">
                  <a:extLst>
                    <a:ext uri="{FF2B5EF4-FFF2-40B4-BE49-F238E27FC236}">
                      <a16:creationId xmlns:a16="http://schemas.microsoft.com/office/drawing/2014/main" id="{3B4C5009-B4AA-CFD6-B171-1925B38597C5}"/>
                    </a:ext>
                  </a:extLst>
                </p:cNvPr>
                <p:cNvSpPr/>
                <p:nvPr/>
              </p:nvSpPr>
              <p:spPr>
                <a:xfrm>
                  <a:off x="1340596" y="927900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1" name="Freeform 1160">
                  <a:extLst>
                    <a:ext uri="{FF2B5EF4-FFF2-40B4-BE49-F238E27FC236}">
                      <a16:creationId xmlns:a16="http://schemas.microsoft.com/office/drawing/2014/main" id="{2E48F314-C89E-8DAC-40AC-B3B1C747E602}"/>
                    </a:ext>
                  </a:extLst>
                </p:cNvPr>
                <p:cNvSpPr/>
                <p:nvPr/>
              </p:nvSpPr>
              <p:spPr>
                <a:xfrm>
                  <a:off x="594851" y="932611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2" name="Freeform 1161">
                  <a:extLst>
                    <a:ext uri="{FF2B5EF4-FFF2-40B4-BE49-F238E27FC236}">
                      <a16:creationId xmlns:a16="http://schemas.microsoft.com/office/drawing/2014/main" id="{63178D8B-9CE2-4D20-AD1E-E24F60D6362A}"/>
                    </a:ext>
                  </a:extLst>
                </p:cNvPr>
                <p:cNvSpPr/>
                <p:nvPr/>
              </p:nvSpPr>
              <p:spPr>
                <a:xfrm>
                  <a:off x="1333103" y="920318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3" name="Freeform 1162">
                  <a:extLst>
                    <a:ext uri="{FF2B5EF4-FFF2-40B4-BE49-F238E27FC236}">
                      <a16:creationId xmlns:a16="http://schemas.microsoft.com/office/drawing/2014/main" id="{C4626BC1-7982-4A10-78AC-CD850C9036D4}"/>
                    </a:ext>
                  </a:extLst>
                </p:cNvPr>
                <p:cNvSpPr/>
                <p:nvPr/>
              </p:nvSpPr>
              <p:spPr>
                <a:xfrm>
                  <a:off x="782177" y="923531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4" name="Freeform 1163">
                  <a:extLst>
                    <a:ext uri="{FF2B5EF4-FFF2-40B4-BE49-F238E27FC236}">
                      <a16:creationId xmlns:a16="http://schemas.microsoft.com/office/drawing/2014/main" id="{54CD5FFF-FA3F-38EA-41C1-468123ACCCD3}"/>
                    </a:ext>
                  </a:extLst>
                </p:cNvPr>
                <p:cNvSpPr/>
                <p:nvPr/>
              </p:nvSpPr>
              <p:spPr>
                <a:xfrm>
                  <a:off x="1350883" y="920750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5" name="Freeform 1164">
                  <a:extLst>
                    <a:ext uri="{FF2B5EF4-FFF2-40B4-BE49-F238E27FC236}">
                      <a16:creationId xmlns:a16="http://schemas.microsoft.com/office/drawing/2014/main" id="{F52AB698-A695-E45B-1ED4-DC57DB11751A}"/>
                    </a:ext>
                  </a:extLst>
                </p:cNvPr>
                <p:cNvSpPr/>
                <p:nvPr/>
              </p:nvSpPr>
              <p:spPr>
                <a:xfrm>
                  <a:off x="577961" y="937844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6" name="Freeform 1165">
                  <a:extLst>
                    <a:ext uri="{FF2B5EF4-FFF2-40B4-BE49-F238E27FC236}">
                      <a16:creationId xmlns:a16="http://schemas.microsoft.com/office/drawing/2014/main" id="{411901FD-F808-EA9B-C8A3-EA9E00A73923}"/>
                    </a:ext>
                  </a:extLst>
                </p:cNvPr>
                <p:cNvSpPr/>
                <p:nvPr/>
              </p:nvSpPr>
              <p:spPr>
                <a:xfrm>
                  <a:off x="959469" y="919607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7" name="Freeform 1166">
                  <a:extLst>
                    <a:ext uri="{FF2B5EF4-FFF2-40B4-BE49-F238E27FC236}">
                      <a16:creationId xmlns:a16="http://schemas.microsoft.com/office/drawing/2014/main" id="{EDB9E177-24DC-47A4-6748-35D04634AF28}"/>
                    </a:ext>
                  </a:extLst>
                </p:cNvPr>
                <p:cNvSpPr/>
                <p:nvPr/>
              </p:nvSpPr>
              <p:spPr>
                <a:xfrm>
                  <a:off x="790431" y="930135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8" name="Freeform 1167">
                  <a:extLst>
                    <a:ext uri="{FF2B5EF4-FFF2-40B4-BE49-F238E27FC236}">
                      <a16:creationId xmlns:a16="http://schemas.microsoft.com/office/drawing/2014/main" id="{2ECD21C1-41C6-DAA0-EC08-273218139F4D}"/>
                    </a:ext>
                  </a:extLst>
                </p:cNvPr>
                <p:cNvSpPr/>
                <p:nvPr/>
              </p:nvSpPr>
              <p:spPr>
                <a:xfrm>
                  <a:off x="1165717" y="934758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9" name="Freeform 1168">
                  <a:extLst>
                    <a:ext uri="{FF2B5EF4-FFF2-40B4-BE49-F238E27FC236}">
                      <a16:creationId xmlns:a16="http://schemas.microsoft.com/office/drawing/2014/main" id="{E6C132D7-1920-9A58-5B51-D4ED68EB4FCF}"/>
                    </a:ext>
                  </a:extLst>
                </p:cNvPr>
                <p:cNvSpPr/>
                <p:nvPr/>
              </p:nvSpPr>
              <p:spPr>
                <a:xfrm>
                  <a:off x="759698" y="9278620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0" name="Freeform 1169">
                  <a:extLst>
                    <a:ext uri="{FF2B5EF4-FFF2-40B4-BE49-F238E27FC236}">
                      <a16:creationId xmlns:a16="http://schemas.microsoft.com/office/drawing/2014/main" id="{2373DD1D-8CAA-C474-35C6-101B8B7F9D88}"/>
                    </a:ext>
                  </a:extLst>
                </p:cNvPr>
                <p:cNvSpPr/>
                <p:nvPr/>
              </p:nvSpPr>
              <p:spPr>
                <a:xfrm>
                  <a:off x="773033" y="905230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36FD6DEB-4B92-4CAD-9275-261DAD1B3C59}"/>
                    </a:ext>
                  </a:extLst>
                </p:cNvPr>
                <p:cNvSpPr txBox="1"/>
                <p:nvPr/>
              </p:nvSpPr>
              <p:spPr>
                <a:xfrm>
                  <a:off x="407854" y="8876535"/>
                  <a:ext cx="562973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0.541</a:t>
                  </a:r>
                </a:p>
              </p:txBody>
            </p:sp>
            <p:sp>
              <p:nvSpPr>
                <p:cNvPr id="1172" name="Freeform 1171">
                  <a:extLst>
                    <a:ext uri="{FF2B5EF4-FFF2-40B4-BE49-F238E27FC236}">
                      <a16:creationId xmlns:a16="http://schemas.microsoft.com/office/drawing/2014/main" id="{F808F51C-BEE9-E972-476B-620B968EA73D}"/>
                    </a:ext>
                  </a:extLst>
                </p:cNvPr>
                <p:cNvSpPr/>
                <p:nvPr/>
              </p:nvSpPr>
              <p:spPr>
                <a:xfrm>
                  <a:off x="605139" y="9021826"/>
                  <a:ext cx="168275" cy="12700"/>
                </a:xfrm>
                <a:custGeom>
                  <a:avLst/>
                  <a:gdLst>
                    <a:gd name="csX0" fmla="*/ 0 w 168275"/>
                    <a:gd name="csY0" fmla="*/ 0 h 12700"/>
                    <a:gd name="csX1" fmla="*/ 168275 w 16827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8275" h="12700">
                      <a:moveTo>
                        <a:pt x="0" y="0"/>
                      </a:moveTo>
                      <a:lnTo>
                        <a:pt x="16827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19F29B8-3264-659D-D0F5-C65524E24D5C}"/>
                    </a:ext>
                  </a:extLst>
                </p:cNvPr>
                <p:cNvSpPr txBox="1"/>
                <p:nvPr/>
              </p:nvSpPr>
              <p:spPr>
                <a:xfrm>
                  <a:off x="825131" y="8876535"/>
                  <a:ext cx="513279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0.33</a:t>
                  </a:r>
                </a:p>
              </p:txBody>
            </p:sp>
            <p:sp>
              <p:nvSpPr>
                <p:cNvPr id="1174" name="Freeform 1173">
                  <a:extLst>
                    <a:ext uri="{FF2B5EF4-FFF2-40B4-BE49-F238E27FC236}">
                      <a16:creationId xmlns:a16="http://schemas.microsoft.com/office/drawing/2014/main" id="{F5459900-9035-1D01-6191-5DAFE4728552}"/>
                    </a:ext>
                  </a:extLst>
                </p:cNvPr>
                <p:cNvSpPr/>
                <p:nvPr/>
              </p:nvSpPr>
              <p:spPr>
                <a:xfrm>
                  <a:off x="810752" y="9021826"/>
                  <a:ext cx="541909" cy="12700"/>
                </a:xfrm>
                <a:custGeom>
                  <a:avLst/>
                  <a:gdLst>
                    <a:gd name="csX0" fmla="*/ 0 w 541909"/>
                    <a:gd name="csY0" fmla="*/ 0 h 12700"/>
                    <a:gd name="csX1" fmla="*/ 541909 w 541909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41909" h="12700">
                      <a:moveTo>
                        <a:pt x="0" y="0"/>
                      </a:moveTo>
                      <a:lnTo>
                        <a:pt x="541909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42006AD8-AA94-6B57-996A-0CDEEEE557ED}"/>
                    </a:ext>
                  </a:extLst>
                </p:cNvPr>
                <p:cNvSpPr txBox="1"/>
                <p:nvPr/>
              </p:nvSpPr>
              <p:spPr>
                <a:xfrm>
                  <a:off x="697414" y="8751893"/>
                  <a:ext cx="562973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0.906</a:t>
                  </a:r>
                </a:p>
              </p:txBody>
            </p:sp>
            <p:sp>
              <p:nvSpPr>
                <p:cNvPr id="1176" name="Freeform 1175">
                  <a:extLst>
                    <a:ext uri="{FF2B5EF4-FFF2-40B4-BE49-F238E27FC236}">
                      <a16:creationId xmlns:a16="http://schemas.microsoft.com/office/drawing/2014/main" id="{CDD196D7-F42B-D729-6CA0-4322472846D0}"/>
                    </a:ext>
                  </a:extLst>
                </p:cNvPr>
                <p:cNvSpPr/>
                <p:nvPr/>
              </p:nvSpPr>
              <p:spPr>
                <a:xfrm>
                  <a:off x="605139" y="8901176"/>
                  <a:ext cx="747522" cy="12700"/>
                </a:xfrm>
                <a:custGeom>
                  <a:avLst/>
                  <a:gdLst>
                    <a:gd name="csX0" fmla="*/ 0 w 747522"/>
                    <a:gd name="csY0" fmla="*/ 0 h 12700"/>
                    <a:gd name="csX1" fmla="*/ 747522 w 74752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47522" h="12700">
                      <a:moveTo>
                        <a:pt x="0" y="0"/>
                      </a:moveTo>
                      <a:lnTo>
                        <a:pt x="747522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1053" name="Graphic 932">
                <a:extLst>
                  <a:ext uri="{FF2B5EF4-FFF2-40B4-BE49-F238E27FC236}">
                    <a16:creationId xmlns:a16="http://schemas.microsoft.com/office/drawing/2014/main" id="{01654BD7-14D9-1F1E-EB74-E21695FB6DCD}"/>
                  </a:ext>
                </a:extLst>
              </p:cNvPr>
              <p:cNvGrpSpPr/>
              <p:nvPr/>
            </p:nvGrpSpPr>
            <p:grpSpPr>
              <a:xfrm>
                <a:off x="35732" y="8374457"/>
                <a:ext cx="1950664" cy="1456498"/>
                <a:chOff x="35732" y="8374457"/>
                <a:chExt cx="1950664" cy="1456498"/>
              </a:xfrm>
            </p:grpSpPr>
            <p:sp>
              <p:nvSpPr>
                <p:cNvPr id="1113" name="Freeform 1112">
                  <a:extLst>
                    <a:ext uri="{FF2B5EF4-FFF2-40B4-BE49-F238E27FC236}">
                      <a16:creationId xmlns:a16="http://schemas.microsoft.com/office/drawing/2014/main" id="{76DBE739-5AB9-4BE0-AC29-27352391916C}"/>
                    </a:ext>
                  </a:extLst>
                </p:cNvPr>
                <p:cNvSpPr/>
                <p:nvPr/>
              </p:nvSpPr>
              <p:spPr>
                <a:xfrm>
                  <a:off x="492998" y="8792591"/>
                  <a:ext cx="12700" cy="796162"/>
                </a:xfrm>
                <a:custGeom>
                  <a:avLst/>
                  <a:gdLst>
                    <a:gd name="csX0" fmla="*/ 0 w 12700"/>
                    <a:gd name="csY0" fmla="*/ 796163 h 796162"/>
                    <a:gd name="csX1" fmla="*/ 0 w 12700"/>
                    <a:gd name="csY1" fmla="*/ 0 h 7961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96162">
                      <a:moveTo>
                        <a:pt x="0" y="7961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4" name="TextBox 1113">
                  <a:extLst>
                    <a:ext uri="{FF2B5EF4-FFF2-40B4-BE49-F238E27FC236}">
                      <a16:creationId xmlns:a16="http://schemas.microsoft.com/office/drawing/2014/main" id="{EAC6AEC1-9D52-2106-1A9F-75BCD431A938}"/>
                    </a:ext>
                  </a:extLst>
                </p:cNvPr>
                <p:cNvSpPr txBox="1"/>
                <p:nvPr/>
              </p:nvSpPr>
              <p:spPr>
                <a:xfrm>
                  <a:off x="170604" y="9445670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0.0</a:t>
                  </a:r>
                </a:p>
              </p:txBody>
            </p:sp>
            <p:sp>
              <p:nvSpPr>
                <p:cNvPr id="1115" name="TextBox 1114">
                  <a:extLst>
                    <a:ext uri="{FF2B5EF4-FFF2-40B4-BE49-F238E27FC236}">
                      <a16:creationId xmlns:a16="http://schemas.microsoft.com/office/drawing/2014/main" id="{1455FC19-7367-09D9-F4D7-BD37DE7D0664}"/>
                    </a:ext>
                  </a:extLst>
                </p:cNvPr>
                <p:cNvSpPr txBox="1"/>
                <p:nvPr/>
              </p:nvSpPr>
              <p:spPr>
                <a:xfrm>
                  <a:off x="170604" y="9192558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0.5</a:t>
                  </a:r>
                </a:p>
              </p:txBody>
            </p:sp>
            <p:sp>
              <p:nvSpPr>
                <p:cNvPr id="1116" name="TextBox 1115">
                  <a:extLst>
                    <a:ext uri="{FF2B5EF4-FFF2-40B4-BE49-F238E27FC236}">
                      <a16:creationId xmlns:a16="http://schemas.microsoft.com/office/drawing/2014/main" id="{7C644C7F-CE02-29D2-D7C2-01589F442FCA}"/>
                    </a:ext>
                  </a:extLst>
                </p:cNvPr>
                <p:cNvSpPr txBox="1"/>
                <p:nvPr/>
              </p:nvSpPr>
              <p:spPr>
                <a:xfrm>
                  <a:off x="170604" y="8939320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1.0</a:t>
                  </a:r>
                </a:p>
              </p:txBody>
            </p:sp>
            <p:sp>
              <p:nvSpPr>
                <p:cNvPr id="1117" name="TextBox 1116">
                  <a:extLst>
                    <a:ext uri="{FF2B5EF4-FFF2-40B4-BE49-F238E27FC236}">
                      <a16:creationId xmlns:a16="http://schemas.microsoft.com/office/drawing/2014/main" id="{49E3CB89-E374-22B8-3B1B-3BAE1B1EA4B7}"/>
                    </a:ext>
                  </a:extLst>
                </p:cNvPr>
                <p:cNvSpPr txBox="1"/>
                <p:nvPr/>
              </p:nvSpPr>
              <p:spPr>
                <a:xfrm>
                  <a:off x="170604" y="8686084"/>
                  <a:ext cx="36420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1.5</a:t>
                  </a:r>
                </a:p>
              </p:txBody>
            </p:sp>
            <p:sp>
              <p:nvSpPr>
                <p:cNvPr id="1118" name="Freeform 1117">
                  <a:extLst>
                    <a:ext uri="{FF2B5EF4-FFF2-40B4-BE49-F238E27FC236}">
                      <a16:creationId xmlns:a16="http://schemas.microsoft.com/office/drawing/2014/main" id="{5D6D4838-8F67-708D-560F-BC03A1299926}"/>
                    </a:ext>
                  </a:extLst>
                </p:cNvPr>
                <p:cNvSpPr/>
                <p:nvPr/>
              </p:nvSpPr>
              <p:spPr>
                <a:xfrm>
                  <a:off x="458199" y="9552558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9" name="Freeform 1118">
                  <a:extLst>
                    <a:ext uri="{FF2B5EF4-FFF2-40B4-BE49-F238E27FC236}">
                      <a16:creationId xmlns:a16="http://schemas.microsoft.com/office/drawing/2014/main" id="{C8EB4CA0-24FE-3F53-704C-6A645790ADB8}"/>
                    </a:ext>
                  </a:extLst>
                </p:cNvPr>
                <p:cNvSpPr/>
                <p:nvPr/>
              </p:nvSpPr>
              <p:spPr>
                <a:xfrm>
                  <a:off x="458199" y="9299447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0" name="Freeform 1119">
                  <a:extLst>
                    <a:ext uri="{FF2B5EF4-FFF2-40B4-BE49-F238E27FC236}">
                      <a16:creationId xmlns:a16="http://schemas.microsoft.com/office/drawing/2014/main" id="{B5141156-91BD-AA89-CFF5-3CB9168E355B}"/>
                    </a:ext>
                  </a:extLst>
                </p:cNvPr>
                <p:cNvSpPr/>
                <p:nvPr/>
              </p:nvSpPr>
              <p:spPr>
                <a:xfrm>
                  <a:off x="458199" y="9046210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1" name="Freeform 1120">
                  <a:extLst>
                    <a:ext uri="{FF2B5EF4-FFF2-40B4-BE49-F238E27FC236}">
                      <a16:creationId xmlns:a16="http://schemas.microsoft.com/office/drawing/2014/main" id="{3EC84A1D-0770-9B8C-291F-5BD82BFFA1D8}"/>
                    </a:ext>
                  </a:extLst>
                </p:cNvPr>
                <p:cNvSpPr/>
                <p:nvPr/>
              </p:nvSpPr>
              <p:spPr>
                <a:xfrm>
                  <a:off x="458199" y="8792972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2" name="Freeform 1121">
                  <a:extLst>
                    <a:ext uri="{FF2B5EF4-FFF2-40B4-BE49-F238E27FC236}">
                      <a16:creationId xmlns:a16="http://schemas.microsoft.com/office/drawing/2014/main" id="{5B4C449C-2615-86BC-CD7C-0E02EA087DBC}"/>
                    </a:ext>
                  </a:extLst>
                </p:cNvPr>
                <p:cNvSpPr/>
                <p:nvPr/>
              </p:nvSpPr>
              <p:spPr>
                <a:xfrm>
                  <a:off x="492998" y="9588753"/>
                  <a:ext cx="971803" cy="12700"/>
                </a:xfrm>
                <a:custGeom>
                  <a:avLst/>
                  <a:gdLst>
                    <a:gd name="csX0" fmla="*/ 0 w 971803"/>
                    <a:gd name="csY0" fmla="*/ 0 h 12700"/>
                    <a:gd name="csX1" fmla="*/ 971804 w 97180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71803" h="12700">
                      <a:moveTo>
                        <a:pt x="0" y="0"/>
                      </a:moveTo>
                      <a:lnTo>
                        <a:pt x="971804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3" name="Freeform 1122">
                  <a:extLst>
                    <a:ext uri="{FF2B5EF4-FFF2-40B4-BE49-F238E27FC236}">
                      <a16:creationId xmlns:a16="http://schemas.microsoft.com/office/drawing/2014/main" id="{DCD21234-F899-9138-F2B6-CE00FCB4A0F9}"/>
                    </a:ext>
                  </a:extLst>
                </p:cNvPr>
                <p:cNvSpPr/>
                <p:nvPr/>
              </p:nvSpPr>
              <p:spPr>
                <a:xfrm>
                  <a:off x="605138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4" name="Freeform 1123">
                  <a:extLst>
                    <a:ext uri="{FF2B5EF4-FFF2-40B4-BE49-F238E27FC236}">
                      <a16:creationId xmlns:a16="http://schemas.microsoft.com/office/drawing/2014/main" id="{D937DD3A-4A44-4114-DA64-171FA5E81B45}"/>
                    </a:ext>
                  </a:extLst>
                </p:cNvPr>
                <p:cNvSpPr/>
                <p:nvPr/>
              </p:nvSpPr>
              <p:spPr>
                <a:xfrm>
                  <a:off x="792082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5" name="Freeform 1124">
                  <a:extLst>
                    <a:ext uri="{FF2B5EF4-FFF2-40B4-BE49-F238E27FC236}">
                      <a16:creationId xmlns:a16="http://schemas.microsoft.com/office/drawing/2014/main" id="{1B520056-E296-FF74-61D2-D327E017C764}"/>
                    </a:ext>
                  </a:extLst>
                </p:cNvPr>
                <p:cNvSpPr/>
                <p:nvPr/>
              </p:nvSpPr>
              <p:spPr>
                <a:xfrm>
                  <a:off x="978900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6" name="Freeform 1125">
                  <a:extLst>
                    <a:ext uri="{FF2B5EF4-FFF2-40B4-BE49-F238E27FC236}">
                      <a16:creationId xmlns:a16="http://schemas.microsoft.com/office/drawing/2014/main" id="{63B93954-4E7D-19E4-AFCC-A84221A94112}"/>
                    </a:ext>
                  </a:extLst>
                </p:cNvPr>
                <p:cNvSpPr/>
                <p:nvPr/>
              </p:nvSpPr>
              <p:spPr>
                <a:xfrm>
                  <a:off x="1165843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7" name="Freeform 1126">
                  <a:extLst>
                    <a:ext uri="{FF2B5EF4-FFF2-40B4-BE49-F238E27FC236}">
                      <a16:creationId xmlns:a16="http://schemas.microsoft.com/office/drawing/2014/main" id="{23B6F645-87C3-D281-2541-05C021DF9811}"/>
                    </a:ext>
                  </a:extLst>
                </p:cNvPr>
                <p:cNvSpPr/>
                <p:nvPr/>
              </p:nvSpPr>
              <p:spPr>
                <a:xfrm>
                  <a:off x="1352661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8" name="TextBox 1127">
                  <a:extLst>
                    <a:ext uri="{FF2B5EF4-FFF2-40B4-BE49-F238E27FC236}">
                      <a16:creationId xmlns:a16="http://schemas.microsoft.com/office/drawing/2014/main" id="{46FFA938-E356-540B-67A6-533401B1B26C}"/>
                    </a:ext>
                  </a:extLst>
                </p:cNvPr>
                <p:cNvSpPr txBox="1"/>
                <p:nvPr/>
              </p:nvSpPr>
              <p:spPr>
                <a:xfrm>
                  <a:off x="459104" y="9584608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1129" name="TextBox 1128">
                  <a:extLst>
                    <a:ext uri="{FF2B5EF4-FFF2-40B4-BE49-F238E27FC236}">
                      <a16:creationId xmlns:a16="http://schemas.microsoft.com/office/drawing/2014/main" id="{BDD10542-7BBC-4578-39BA-D3CF8C4F782A}"/>
                    </a:ext>
                  </a:extLst>
                </p:cNvPr>
                <p:cNvSpPr txBox="1"/>
                <p:nvPr/>
              </p:nvSpPr>
              <p:spPr>
                <a:xfrm>
                  <a:off x="682117" y="9584608"/>
                  <a:ext cx="21993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1130" name="TextBox 1129">
                  <a:extLst>
                    <a:ext uri="{FF2B5EF4-FFF2-40B4-BE49-F238E27FC236}">
                      <a16:creationId xmlns:a16="http://schemas.microsoft.com/office/drawing/2014/main" id="{EF646768-0077-58F3-A0C9-B0472A90968E}"/>
                    </a:ext>
                  </a:extLst>
                </p:cNvPr>
                <p:cNvSpPr txBox="1"/>
                <p:nvPr/>
              </p:nvSpPr>
              <p:spPr>
                <a:xfrm>
                  <a:off x="832868" y="9584608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1131" name="TextBox 1130">
                  <a:extLst>
                    <a:ext uri="{FF2B5EF4-FFF2-40B4-BE49-F238E27FC236}">
                      <a16:creationId xmlns:a16="http://schemas.microsoft.com/office/drawing/2014/main" id="{0B04CBCE-DDDF-0648-6279-4565BF65D468}"/>
                    </a:ext>
                  </a:extLst>
                </p:cNvPr>
                <p:cNvSpPr txBox="1"/>
                <p:nvPr/>
              </p:nvSpPr>
              <p:spPr>
                <a:xfrm>
                  <a:off x="987751" y="9584608"/>
                  <a:ext cx="356186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1132" name="TextBox 1131">
                  <a:extLst>
                    <a:ext uri="{FF2B5EF4-FFF2-40B4-BE49-F238E27FC236}">
                      <a16:creationId xmlns:a16="http://schemas.microsoft.com/office/drawing/2014/main" id="{7F38892F-73FC-90B4-9ACB-9EF5488241FD}"/>
                    </a:ext>
                  </a:extLst>
                </p:cNvPr>
                <p:cNvSpPr txBox="1"/>
                <p:nvPr/>
              </p:nvSpPr>
              <p:spPr>
                <a:xfrm>
                  <a:off x="1221052" y="9584608"/>
                  <a:ext cx="2632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1133" name="TextBox 1132">
                  <a:extLst>
                    <a:ext uri="{FF2B5EF4-FFF2-40B4-BE49-F238E27FC236}">
                      <a16:creationId xmlns:a16="http://schemas.microsoft.com/office/drawing/2014/main" id="{539F2183-C25C-B27C-9A99-D2D16B49B214}"/>
                    </a:ext>
                  </a:extLst>
                </p:cNvPr>
                <p:cNvSpPr txBox="1"/>
                <p:nvPr/>
              </p:nvSpPr>
              <p:spPr>
                <a:xfrm rot="16200000">
                  <a:off x="-296795" y="9063846"/>
                  <a:ext cx="918839" cy="25378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49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CytoTRACE</a:t>
                  </a:r>
                  <a:endPara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0ABA37AA-5333-D78E-D190-B9F0411E3FC8}"/>
                    </a:ext>
                  </a:extLst>
                </p:cNvPr>
                <p:cNvSpPr txBox="1"/>
                <p:nvPr/>
              </p:nvSpPr>
              <p:spPr>
                <a:xfrm>
                  <a:off x="1211410" y="8585741"/>
                  <a:ext cx="774986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0.661</a:t>
                  </a:r>
                </a:p>
              </p:txBody>
            </p:sp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6074177A-95F4-723B-D604-35C03730BDE9}"/>
                    </a:ext>
                  </a:extLst>
                </p:cNvPr>
                <p:cNvSpPr txBox="1"/>
                <p:nvPr/>
              </p:nvSpPr>
              <p:spPr>
                <a:xfrm>
                  <a:off x="693976" y="8374457"/>
                  <a:ext cx="548545" cy="261608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100" i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drd3</a:t>
                  </a:r>
                  <a:r>
                    <a:rPr lang="en-US" sz="110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+</a:t>
                  </a:r>
                </a:p>
              </p:txBody>
            </p:sp>
          </p:grpSp>
          <p:grpSp>
            <p:nvGrpSpPr>
              <p:cNvPr id="1054" name="Graphic 932">
                <a:extLst>
                  <a:ext uri="{FF2B5EF4-FFF2-40B4-BE49-F238E27FC236}">
                    <a16:creationId xmlns:a16="http://schemas.microsoft.com/office/drawing/2014/main" id="{D32F6E39-CACF-4BDC-5F88-018494B80A48}"/>
                  </a:ext>
                </a:extLst>
              </p:cNvPr>
              <p:cNvGrpSpPr/>
              <p:nvPr/>
            </p:nvGrpSpPr>
            <p:grpSpPr>
              <a:xfrm>
                <a:off x="1518722" y="8712075"/>
                <a:ext cx="1057076" cy="876679"/>
                <a:chOff x="1518722" y="8712075"/>
                <a:chExt cx="1057076" cy="876679"/>
              </a:xfrm>
            </p:grpSpPr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B96DAA98-5FAB-07E6-7C4C-F47E84FFADC2}"/>
                    </a:ext>
                  </a:extLst>
                </p:cNvPr>
                <p:cNvSpPr/>
                <p:nvPr/>
              </p:nvSpPr>
              <p:spPr>
                <a:xfrm>
                  <a:off x="1603994" y="8792591"/>
                  <a:ext cx="971804" cy="796163"/>
                </a:xfrm>
                <a:custGeom>
                  <a:avLst/>
                  <a:gdLst>
                    <a:gd name="csX0" fmla="*/ 0 w 971804"/>
                    <a:gd name="csY0" fmla="*/ 0 h 796163"/>
                    <a:gd name="csX1" fmla="*/ 971804 w 971804"/>
                    <a:gd name="csY1" fmla="*/ 0 h 796163"/>
                    <a:gd name="csX2" fmla="*/ 971804 w 971804"/>
                    <a:gd name="csY2" fmla="*/ 796163 h 796163"/>
                    <a:gd name="csX3" fmla="*/ 0 w 971804"/>
                    <a:gd name="csY3" fmla="*/ 796163 h 7961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971804" h="796163">
                      <a:moveTo>
                        <a:pt x="0" y="0"/>
                      </a:moveTo>
                      <a:lnTo>
                        <a:pt x="971804" y="0"/>
                      </a:lnTo>
                      <a:lnTo>
                        <a:pt x="971804" y="796163"/>
                      </a:lnTo>
                      <a:lnTo>
                        <a:pt x="0" y="7961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F2AE70A2-40F1-D4C7-68AA-B2FC79F54070}"/>
                    </a:ext>
                  </a:extLst>
                </p:cNvPr>
                <p:cNvSpPr/>
                <p:nvPr/>
              </p:nvSpPr>
              <p:spPr>
                <a:xfrm>
                  <a:off x="1716135" y="9253474"/>
                  <a:ext cx="12700" cy="11429"/>
                </a:xfrm>
                <a:custGeom>
                  <a:avLst/>
                  <a:gdLst>
                    <a:gd name="csX0" fmla="*/ 0 w 12700"/>
                    <a:gd name="csY0" fmla="*/ 11430 h 11429"/>
                    <a:gd name="csX1" fmla="*/ 0 w 12700"/>
                    <a:gd name="csY1" fmla="*/ 0 h 114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429">
                      <a:moveTo>
                        <a:pt x="0" y="11430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ACFFA78E-CFE1-FAF2-F3D3-21085E001F53}"/>
                    </a:ext>
                  </a:extLst>
                </p:cNvPr>
                <p:cNvSpPr/>
                <p:nvPr/>
              </p:nvSpPr>
              <p:spPr>
                <a:xfrm>
                  <a:off x="1716135" y="9300210"/>
                  <a:ext cx="12700" cy="5080"/>
                </a:xfrm>
                <a:custGeom>
                  <a:avLst/>
                  <a:gdLst>
                    <a:gd name="csX0" fmla="*/ 0 w 12700"/>
                    <a:gd name="csY0" fmla="*/ 0 h 5080"/>
                    <a:gd name="csX1" fmla="*/ 0 w 12700"/>
                    <a:gd name="csY1" fmla="*/ 5080 h 50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5080">
                      <a:moveTo>
                        <a:pt x="0" y="0"/>
                      </a:moveTo>
                      <a:lnTo>
                        <a:pt x="0" y="508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1" name="Freeform 1070">
                  <a:extLst>
                    <a:ext uri="{FF2B5EF4-FFF2-40B4-BE49-F238E27FC236}">
                      <a16:creationId xmlns:a16="http://schemas.microsoft.com/office/drawing/2014/main" id="{A448AF44-453A-0260-FDA6-06F5EC4E035D}"/>
                    </a:ext>
                  </a:extLst>
                </p:cNvPr>
                <p:cNvSpPr/>
                <p:nvPr/>
              </p:nvSpPr>
              <p:spPr>
                <a:xfrm>
                  <a:off x="1660128" y="9264903"/>
                  <a:ext cx="112141" cy="35306"/>
                </a:xfrm>
                <a:custGeom>
                  <a:avLst/>
                  <a:gdLst>
                    <a:gd name="csX0" fmla="*/ 0 w 112141"/>
                    <a:gd name="csY0" fmla="*/ 0 h 35306"/>
                    <a:gd name="csX1" fmla="*/ 0 w 112141"/>
                    <a:gd name="csY1" fmla="*/ 35306 h 35306"/>
                    <a:gd name="csX2" fmla="*/ 112141 w 112141"/>
                    <a:gd name="csY2" fmla="*/ 35306 h 35306"/>
                    <a:gd name="csX3" fmla="*/ 112141 w 112141"/>
                    <a:gd name="csY3" fmla="*/ 0 h 35306"/>
                    <a:gd name="csX4" fmla="*/ 0 w 112141"/>
                    <a:gd name="csY4" fmla="*/ 0 h 3530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35306">
                      <a:moveTo>
                        <a:pt x="0" y="0"/>
                      </a:moveTo>
                      <a:lnTo>
                        <a:pt x="0" y="35306"/>
                      </a:lnTo>
                      <a:lnTo>
                        <a:pt x="112141" y="35306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2" name="Freeform 1071">
                  <a:extLst>
                    <a:ext uri="{FF2B5EF4-FFF2-40B4-BE49-F238E27FC236}">
                      <a16:creationId xmlns:a16="http://schemas.microsoft.com/office/drawing/2014/main" id="{8DE17984-A545-0C1F-BEA5-D94A2589AD03}"/>
                    </a:ext>
                  </a:extLst>
                </p:cNvPr>
                <p:cNvSpPr/>
                <p:nvPr/>
              </p:nvSpPr>
              <p:spPr>
                <a:xfrm>
                  <a:off x="1660128" y="9278366"/>
                  <a:ext cx="112141" cy="12700"/>
                </a:xfrm>
                <a:custGeom>
                  <a:avLst/>
                  <a:gdLst>
                    <a:gd name="csX0" fmla="*/ 0 w 112141"/>
                    <a:gd name="csY0" fmla="*/ 0 h 12700"/>
                    <a:gd name="csX1" fmla="*/ 112141 w 11214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1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3" name="Freeform 1072">
                  <a:extLst>
                    <a:ext uri="{FF2B5EF4-FFF2-40B4-BE49-F238E27FC236}">
                      <a16:creationId xmlns:a16="http://schemas.microsoft.com/office/drawing/2014/main" id="{A779AF83-9855-F17B-9860-BFBE952EA188}"/>
                    </a:ext>
                  </a:extLst>
                </p:cNvPr>
                <p:cNvSpPr/>
                <p:nvPr/>
              </p:nvSpPr>
              <p:spPr>
                <a:xfrm>
                  <a:off x="1903079" y="9261094"/>
                  <a:ext cx="12700" cy="889"/>
                </a:xfrm>
                <a:custGeom>
                  <a:avLst/>
                  <a:gdLst>
                    <a:gd name="csX0" fmla="*/ 0 w 12700"/>
                    <a:gd name="csY0" fmla="*/ 889 h 889"/>
                    <a:gd name="csX1" fmla="*/ 0 w 12700"/>
                    <a:gd name="csY1" fmla="*/ 0 h 88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89">
                      <a:moveTo>
                        <a:pt x="0" y="889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4" name="Freeform 1073">
                  <a:extLst>
                    <a:ext uri="{FF2B5EF4-FFF2-40B4-BE49-F238E27FC236}">
                      <a16:creationId xmlns:a16="http://schemas.microsoft.com/office/drawing/2014/main" id="{7EC30802-2212-7FEF-1CCE-E83366D10E62}"/>
                    </a:ext>
                  </a:extLst>
                </p:cNvPr>
                <p:cNvSpPr/>
                <p:nvPr/>
              </p:nvSpPr>
              <p:spPr>
                <a:xfrm>
                  <a:off x="1903079" y="9269603"/>
                  <a:ext cx="12700" cy="253"/>
                </a:xfrm>
                <a:custGeom>
                  <a:avLst/>
                  <a:gdLst>
                    <a:gd name="csX0" fmla="*/ 0 w 12700"/>
                    <a:gd name="csY0" fmla="*/ 0 h 253"/>
                    <a:gd name="csX1" fmla="*/ 0 w 12700"/>
                    <a:gd name="csY1" fmla="*/ 254 h 2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53">
                      <a:moveTo>
                        <a:pt x="0" y="0"/>
                      </a:moveTo>
                      <a:lnTo>
                        <a:pt x="0" y="25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5" name="Freeform 1074">
                  <a:extLst>
                    <a:ext uri="{FF2B5EF4-FFF2-40B4-BE49-F238E27FC236}">
                      <a16:creationId xmlns:a16="http://schemas.microsoft.com/office/drawing/2014/main" id="{89F27465-952B-58FC-61D8-65B1EFDAC285}"/>
                    </a:ext>
                  </a:extLst>
                </p:cNvPr>
                <p:cNvSpPr/>
                <p:nvPr/>
              </p:nvSpPr>
              <p:spPr>
                <a:xfrm>
                  <a:off x="1846944" y="9261983"/>
                  <a:ext cx="112141" cy="7619"/>
                </a:xfrm>
                <a:custGeom>
                  <a:avLst/>
                  <a:gdLst>
                    <a:gd name="csX0" fmla="*/ 0 w 112141"/>
                    <a:gd name="csY0" fmla="*/ 0 h 7619"/>
                    <a:gd name="csX1" fmla="*/ 0 w 112141"/>
                    <a:gd name="csY1" fmla="*/ 7620 h 7619"/>
                    <a:gd name="csX2" fmla="*/ 112141 w 112141"/>
                    <a:gd name="csY2" fmla="*/ 7620 h 7619"/>
                    <a:gd name="csX3" fmla="*/ 112141 w 112141"/>
                    <a:gd name="csY3" fmla="*/ 0 h 7619"/>
                    <a:gd name="csX4" fmla="*/ 0 w 112141"/>
                    <a:gd name="csY4" fmla="*/ 0 h 761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7619">
                      <a:moveTo>
                        <a:pt x="0" y="0"/>
                      </a:moveTo>
                      <a:lnTo>
                        <a:pt x="0" y="7620"/>
                      </a:lnTo>
                      <a:lnTo>
                        <a:pt x="112141" y="7620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6" name="Freeform 1075">
                  <a:extLst>
                    <a:ext uri="{FF2B5EF4-FFF2-40B4-BE49-F238E27FC236}">
                      <a16:creationId xmlns:a16="http://schemas.microsoft.com/office/drawing/2014/main" id="{B68F0D9F-6518-0C51-34A8-5C2048FDE7E4}"/>
                    </a:ext>
                  </a:extLst>
                </p:cNvPr>
                <p:cNvSpPr/>
                <p:nvPr/>
              </p:nvSpPr>
              <p:spPr>
                <a:xfrm>
                  <a:off x="1846945" y="9268714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7" name="Freeform 1076">
                  <a:extLst>
                    <a:ext uri="{FF2B5EF4-FFF2-40B4-BE49-F238E27FC236}">
                      <a16:creationId xmlns:a16="http://schemas.microsoft.com/office/drawing/2014/main" id="{B92CCC42-E621-C593-E886-FC9381695972}"/>
                    </a:ext>
                  </a:extLst>
                </p:cNvPr>
                <p:cNvSpPr/>
                <p:nvPr/>
              </p:nvSpPr>
              <p:spPr>
                <a:xfrm>
                  <a:off x="2089896" y="9274302"/>
                  <a:ext cx="12700" cy="20065"/>
                </a:xfrm>
                <a:custGeom>
                  <a:avLst/>
                  <a:gdLst>
                    <a:gd name="csX0" fmla="*/ 0 w 12700"/>
                    <a:gd name="csY0" fmla="*/ 20066 h 20065"/>
                    <a:gd name="csX1" fmla="*/ 0 w 12700"/>
                    <a:gd name="csY1" fmla="*/ 0 h 2006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0065">
                      <a:moveTo>
                        <a:pt x="0" y="20066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8" name="Freeform 1077">
                  <a:extLst>
                    <a:ext uri="{FF2B5EF4-FFF2-40B4-BE49-F238E27FC236}">
                      <a16:creationId xmlns:a16="http://schemas.microsoft.com/office/drawing/2014/main" id="{582EA690-280B-3F59-784D-5BA2F3712060}"/>
                    </a:ext>
                  </a:extLst>
                </p:cNvPr>
                <p:cNvSpPr/>
                <p:nvPr/>
              </p:nvSpPr>
              <p:spPr>
                <a:xfrm>
                  <a:off x="2089896" y="9334754"/>
                  <a:ext cx="12700" cy="20065"/>
                </a:xfrm>
                <a:custGeom>
                  <a:avLst/>
                  <a:gdLst>
                    <a:gd name="csX0" fmla="*/ 0 w 12700"/>
                    <a:gd name="csY0" fmla="*/ 0 h 20065"/>
                    <a:gd name="csX1" fmla="*/ 0 w 12700"/>
                    <a:gd name="csY1" fmla="*/ 20066 h 2006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0065">
                      <a:moveTo>
                        <a:pt x="0" y="0"/>
                      </a:moveTo>
                      <a:lnTo>
                        <a:pt x="0" y="20066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9" name="Freeform 1078">
                  <a:extLst>
                    <a:ext uri="{FF2B5EF4-FFF2-40B4-BE49-F238E27FC236}">
                      <a16:creationId xmlns:a16="http://schemas.microsoft.com/office/drawing/2014/main" id="{791C52FB-8032-62CC-5112-2C772F407C93}"/>
                    </a:ext>
                  </a:extLst>
                </p:cNvPr>
                <p:cNvSpPr/>
                <p:nvPr/>
              </p:nvSpPr>
              <p:spPr>
                <a:xfrm>
                  <a:off x="2033888" y="9294367"/>
                  <a:ext cx="112141" cy="40386"/>
                </a:xfrm>
                <a:custGeom>
                  <a:avLst/>
                  <a:gdLst>
                    <a:gd name="csX0" fmla="*/ 0 w 112141"/>
                    <a:gd name="csY0" fmla="*/ 0 h 40386"/>
                    <a:gd name="csX1" fmla="*/ 0 w 112141"/>
                    <a:gd name="csY1" fmla="*/ 40386 h 40386"/>
                    <a:gd name="csX2" fmla="*/ 112141 w 112141"/>
                    <a:gd name="csY2" fmla="*/ 40386 h 40386"/>
                    <a:gd name="csX3" fmla="*/ 112141 w 112141"/>
                    <a:gd name="csY3" fmla="*/ 0 h 40386"/>
                    <a:gd name="csX4" fmla="*/ 0 w 112141"/>
                    <a:gd name="csY4" fmla="*/ 0 h 4038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40386">
                      <a:moveTo>
                        <a:pt x="0" y="0"/>
                      </a:moveTo>
                      <a:lnTo>
                        <a:pt x="0" y="40386"/>
                      </a:lnTo>
                      <a:lnTo>
                        <a:pt x="112141" y="40386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0" name="Freeform 1079">
                  <a:extLst>
                    <a:ext uri="{FF2B5EF4-FFF2-40B4-BE49-F238E27FC236}">
                      <a16:creationId xmlns:a16="http://schemas.microsoft.com/office/drawing/2014/main" id="{D05D87B1-47E8-2462-BC6A-099A50B161B4}"/>
                    </a:ext>
                  </a:extLst>
                </p:cNvPr>
                <p:cNvSpPr/>
                <p:nvPr/>
              </p:nvSpPr>
              <p:spPr>
                <a:xfrm>
                  <a:off x="2033889" y="9314561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1" name="Freeform 1080">
                  <a:extLst>
                    <a:ext uri="{FF2B5EF4-FFF2-40B4-BE49-F238E27FC236}">
                      <a16:creationId xmlns:a16="http://schemas.microsoft.com/office/drawing/2014/main" id="{12EFFD49-8958-50F3-BBC2-D4E098B0DC51}"/>
                    </a:ext>
                  </a:extLst>
                </p:cNvPr>
                <p:cNvSpPr/>
                <p:nvPr/>
              </p:nvSpPr>
              <p:spPr>
                <a:xfrm>
                  <a:off x="2463657" y="9292209"/>
                  <a:ext cx="12700" cy="6731"/>
                </a:xfrm>
                <a:custGeom>
                  <a:avLst/>
                  <a:gdLst>
                    <a:gd name="csX0" fmla="*/ 0 w 12700"/>
                    <a:gd name="csY0" fmla="*/ 6731 h 6731"/>
                    <a:gd name="csX1" fmla="*/ 0 w 12700"/>
                    <a:gd name="csY1" fmla="*/ 0 h 673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731">
                      <a:moveTo>
                        <a:pt x="0" y="6731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2" name="Freeform 1081">
                  <a:extLst>
                    <a:ext uri="{FF2B5EF4-FFF2-40B4-BE49-F238E27FC236}">
                      <a16:creationId xmlns:a16="http://schemas.microsoft.com/office/drawing/2014/main" id="{0971FFDD-8A17-BBF2-FE04-310BCA2183BB}"/>
                    </a:ext>
                  </a:extLst>
                </p:cNvPr>
                <p:cNvSpPr/>
                <p:nvPr/>
              </p:nvSpPr>
              <p:spPr>
                <a:xfrm>
                  <a:off x="2463657" y="9348470"/>
                  <a:ext cx="12700" cy="14478"/>
                </a:xfrm>
                <a:custGeom>
                  <a:avLst/>
                  <a:gdLst>
                    <a:gd name="csX0" fmla="*/ 0 w 12700"/>
                    <a:gd name="csY0" fmla="*/ 0 h 14478"/>
                    <a:gd name="csX1" fmla="*/ 0 w 12700"/>
                    <a:gd name="csY1" fmla="*/ 14478 h 1447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4478">
                      <a:moveTo>
                        <a:pt x="0" y="0"/>
                      </a:moveTo>
                      <a:lnTo>
                        <a:pt x="0" y="14478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3" name="Freeform 1082">
                  <a:extLst>
                    <a:ext uri="{FF2B5EF4-FFF2-40B4-BE49-F238E27FC236}">
                      <a16:creationId xmlns:a16="http://schemas.microsoft.com/office/drawing/2014/main" id="{66C69ACF-6C45-3A12-8C83-E3FBEF717188}"/>
                    </a:ext>
                  </a:extLst>
                </p:cNvPr>
                <p:cNvSpPr/>
                <p:nvPr/>
              </p:nvSpPr>
              <p:spPr>
                <a:xfrm>
                  <a:off x="2407650" y="9298939"/>
                  <a:ext cx="112141" cy="49530"/>
                </a:xfrm>
                <a:custGeom>
                  <a:avLst/>
                  <a:gdLst>
                    <a:gd name="csX0" fmla="*/ 0 w 112141"/>
                    <a:gd name="csY0" fmla="*/ 0 h 49530"/>
                    <a:gd name="csX1" fmla="*/ 0 w 112141"/>
                    <a:gd name="csY1" fmla="*/ 49530 h 49530"/>
                    <a:gd name="csX2" fmla="*/ 112141 w 112141"/>
                    <a:gd name="csY2" fmla="*/ 49530 h 49530"/>
                    <a:gd name="csX3" fmla="*/ 112141 w 112141"/>
                    <a:gd name="csY3" fmla="*/ 0 h 49530"/>
                    <a:gd name="csX4" fmla="*/ 0 w 112141"/>
                    <a:gd name="csY4" fmla="*/ 0 h 495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12141" h="49530">
                      <a:moveTo>
                        <a:pt x="0" y="0"/>
                      </a:moveTo>
                      <a:lnTo>
                        <a:pt x="0" y="49530"/>
                      </a:lnTo>
                      <a:lnTo>
                        <a:pt x="112141" y="49530"/>
                      </a:lnTo>
                      <a:lnTo>
                        <a:pt x="11214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04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4" name="Freeform 1083">
                  <a:extLst>
                    <a:ext uri="{FF2B5EF4-FFF2-40B4-BE49-F238E27FC236}">
                      <a16:creationId xmlns:a16="http://schemas.microsoft.com/office/drawing/2014/main" id="{BB8D896F-9A17-D4EA-82DA-E52ED47C1E61}"/>
                    </a:ext>
                  </a:extLst>
                </p:cNvPr>
                <p:cNvSpPr/>
                <p:nvPr/>
              </p:nvSpPr>
              <p:spPr>
                <a:xfrm>
                  <a:off x="2407650" y="9314307"/>
                  <a:ext cx="112140" cy="12700"/>
                </a:xfrm>
                <a:custGeom>
                  <a:avLst/>
                  <a:gdLst>
                    <a:gd name="csX0" fmla="*/ 0 w 112140"/>
                    <a:gd name="csY0" fmla="*/ 0 h 12700"/>
                    <a:gd name="csX1" fmla="*/ 112141 w 1121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40" h="12700">
                      <a:moveTo>
                        <a:pt x="0" y="0"/>
                      </a:moveTo>
                      <a:lnTo>
                        <a:pt x="112141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5" name="Freeform 1084">
                  <a:extLst>
                    <a:ext uri="{FF2B5EF4-FFF2-40B4-BE49-F238E27FC236}">
                      <a16:creationId xmlns:a16="http://schemas.microsoft.com/office/drawing/2014/main" id="{1279C4D8-E1CF-2331-6D53-70E8B10A6216}"/>
                    </a:ext>
                  </a:extLst>
                </p:cNvPr>
                <p:cNvSpPr/>
                <p:nvPr/>
              </p:nvSpPr>
              <p:spPr>
                <a:xfrm>
                  <a:off x="2087356" y="9336659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6" name="Freeform 1085">
                  <a:extLst>
                    <a:ext uri="{FF2B5EF4-FFF2-40B4-BE49-F238E27FC236}">
                      <a16:creationId xmlns:a16="http://schemas.microsoft.com/office/drawing/2014/main" id="{2AD64CC5-187D-72C6-29EE-50DB323D822B}"/>
                    </a:ext>
                  </a:extLst>
                </p:cNvPr>
                <p:cNvSpPr/>
                <p:nvPr/>
              </p:nvSpPr>
              <p:spPr>
                <a:xfrm>
                  <a:off x="1901301" y="925055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7" name="Freeform 1086">
                  <a:extLst>
                    <a:ext uri="{FF2B5EF4-FFF2-40B4-BE49-F238E27FC236}">
                      <a16:creationId xmlns:a16="http://schemas.microsoft.com/office/drawing/2014/main" id="{34B1240A-224F-FDC8-3F86-3B8230E1C8B7}"/>
                    </a:ext>
                  </a:extLst>
                </p:cNvPr>
                <p:cNvSpPr/>
                <p:nvPr/>
              </p:nvSpPr>
              <p:spPr>
                <a:xfrm>
                  <a:off x="1877044" y="9244965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8" name="Freeform 1087">
                  <a:extLst>
                    <a:ext uri="{FF2B5EF4-FFF2-40B4-BE49-F238E27FC236}">
                      <a16:creationId xmlns:a16="http://schemas.microsoft.com/office/drawing/2014/main" id="{BE4C35F1-0FD5-D103-03B1-8B96492929C7}"/>
                    </a:ext>
                  </a:extLst>
                </p:cNvPr>
                <p:cNvSpPr/>
                <p:nvPr/>
              </p:nvSpPr>
              <p:spPr>
                <a:xfrm>
                  <a:off x="2457942" y="9274175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9" name="Freeform 1088">
                  <a:extLst>
                    <a:ext uri="{FF2B5EF4-FFF2-40B4-BE49-F238E27FC236}">
                      <a16:creationId xmlns:a16="http://schemas.microsoft.com/office/drawing/2014/main" id="{1D9FDAF8-5FBA-1698-A2C5-7AFD66C02FD1}"/>
                    </a:ext>
                  </a:extLst>
                </p:cNvPr>
                <p:cNvSpPr/>
                <p:nvPr/>
              </p:nvSpPr>
              <p:spPr>
                <a:xfrm>
                  <a:off x="1703435" y="924458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0" name="Freeform 1089">
                  <a:extLst>
                    <a:ext uri="{FF2B5EF4-FFF2-40B4-BE49-F238E27FC236}">
                      <a16:creationId xmlns:a16="http://schemas.microsoft.com/office/drawing/2014/main" id="{40157E61-0529-F8C7-9DC6-00BEA5C0B939}"/>
                    </a:ext>
                  </a:extLst>
                </p:cNvPr>
                <p:cNvSpPr/>
                <p:nvPr/>
              </p:nvSpPr>
              <p:spPr>
                <a:xfrm>
                  <a:off x="2446385" y="934161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1" name="Freeform 1090">
                  <a:extLst>
                    <a:ext uri="{FF2B5EF4-FFF2-40B4-BE49-F238E27FC236}">
                      <a16:creationId xmlns:a16="http://schemas.microsoft.com/office/drawing/2014/main" id="{0D0F4FBA-39EA-F0CB-2527-EF707C91990D}"/>
                    </a:ext>
                  </a:extLst>
                </p:cNvPr>
                <p:cNvSpPr/>
                <p:nvPr/>
              </p:nvSpPr>
              <p:spPr>
                <a:xfrm>
                  <a:off x="1706991" y="9235440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2" name="Freeform 1091">
                  <a:extLst>
                    <a:ext uri="{FF2B5EF4-FFF2-40B4-BE49-F238E27FC236}">
                      <a16:creationId xmlns:a16="http://schemas.microsoft.com/office/drawing/2014/main" id="{EEAF0342-5B59-ACC0-97F2-857BB3F64301}"/>
                    </a:ext>
                  </a:extLst>
                </p:cNvPr>
                <p:cNvSpPr/>
                <p:nvPr/>
              </p:nvSpPr>
              <p:spPr>
                <a:xfrm>
                  <a:off x="2432034" y="934478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3" name="Freeform 1092">
                  <a:extLst>
                    <a:ext uri="{FF2B5EF4-FFF2-40B4-BE49-F238E27FC236}">
                      <a16:creationId xmlns:a16="http://schemas.microsoft.com/office/drawing/2014/main" id="{367888C4-B48C-6924-84B8-A3E013D2738A}"/>
                    </a:ext>
                  </a:extLst>
                </p:cNvPr>
                <p:cNvSpPr/>
                <p:nvPr/>
              </p:nvSpPr>
              <p:spPr>
                <a:xfrm>
                  <a:off x="1703943" y="9287256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4" name="Freeform 1093">
                  <a:extLst>
                    <a:ext uri="{FF2B5EF4-FFF2-40B4-BE49-F238E27FC236}">
                      <a16:creationId xmlns:a16="http://schemas.microsoft.com/office/drawing/2014/main" id="{7A1B4069-F131-335C-2D04-85CB4C15CB42}"/>
                    </a:ext>
                  </a:extLst>
                </p:cNvPr>
                <p:cNvSpPr/>
                <p:nvPr/>
              </p:nvSpPr>
              <p:spPr>
                <a:xfrm>
                  <a:off x="2453370" y="9296019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5" name="Freeform 1094">
                  <a:extLst>
                    <a:ext uri="{FF2B5EF4-FFF2-40B4-BE49-F238E27FC236}">
                      <a16:creationId xmlns:a16="http://schemas.microsoft.com/office/drawing/2014/main" id="{3F4BAD1E-0480-25EF-3E28-5E436C2BBF14}"/>
                    </a:ext>
                  </a:extLst>
                </p:cNvPr>
                <p:cNvSpPr/>
                <p:nvPr/>
              </p:nvSpPr>
              <p:spPr>
                <a:xfrm>
                  <a:off x="1696577" y="926668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6" name="Freeform 1095">
                  <a:extLst>
                    <a:ext uri="{FF2B5EF4-FFF2-40B4-BE49-F238E27FC236}">
                      <a16:creationId xmlns:a16="http://schemas.microsoft.com/office/drawing/2014/main" id="{CB025B19-1CFD-01C3-30B6-8EBC5287BB14}"/>
                    </a:ext>
                  </a:extLst>
                </p:cNvPr>
                <p:cNvSpPr/>
                <p:nvPr/>
              </p:nvSpPr>
              <p:spPr>
                <a:xfrm>
                  <a:off x="2453878" y="929652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7" name="Freeform 1096">
                  <a:extLst>
                    <a:ext uri="{FF2B5EF4-FFF2-40B4-BE49-F238E27FC236}">
                      <a16:creationId xmlns:a16="http://schemas.microsoft.com/office/drawing/2014/main" id="{78F8907F-2486-E263-DD37-2451F839EE9B}"/>
                    </a:ext>
                  </a:extLst>
                </p:cNvPr>
                <p:cNvSpPr/>
                <p:nvPr/>
              </p:nvSpPr>
              <p:spPr>
                <a:xfrm>
                  <a:off x="1714357" y="934262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8" name="Freeform 1097">
                  <a:extLst>
                    <a:ext uri="{FF2B5EF4-FFF2-40B4-BE49-F238E27FC236}">
                      <a16:creationId xmlns:a16="http://schemas.microsoft.com/office/drawing/2014/main" id="{DC9CB0C7-7E74-C59E-4080-D48ED0E6D749}"/>
                    </a:ext>
                  </a:extLst>
                </p:cNvPr>
                <p:cNvSpPr/>
                <p:nvPr/>
              </p:nvSpPr>
              <p:spPr>
                <a:xfrm>
                  <a:off x="1875901" y="925118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9" name="Freeform 1098">
                  <a:extLst>
                    <a:ext uri="{FF2B5EF4-FFF2-40B4-BE49-F238E27FC236}">
                      <a16:creationId xmlns:a16="http://schemas.microsoft.com/office/drawing/2014/main" id="{30EBAD00-C5B5-18E7-6ED4-D603084E3371}"/>
                    </a:ext>
                  </a:extLst>
                </p:cNvPr>
                <p:cNvSpPr/>
                <p:nvPr/>
              </p:nvSpPr>
              <p:spPr>
                <a:xfrm>
                  <a:off x="2444226" y="927595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0" name="Freeform 1099">
                  <a:extLst>
                    <a:ext uri="{FF2B5EF4-FFF2-40B4-BE49-F238E27FC236}">
                      <a16:creationId xmlns:a16="http://schemas.microsoft.com/office/drawing/2014/main" id="{B683997C-CC65-D17A-8E6D-6B79F8FBE376}"/>
                    </a:ext>
                  </a:extLst>
                </p:cNvPr>
                <p:cNvSpPr/>
                <p:nvPr/>
              </p:nvSpPr>
              <p:spPr>
                <a:xfrm>
                  <a:off x="1714611" y="925398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1" name="Freeform 1100">
                  <a:extLst>
                    <a:ext uri="{FF2B5EF4-FFF2-40B4-BE49-F238E27FC236}">
                      <a16:creationId xmlns:a16="http://schemas.microsoft.com/office/drawing/2014/main" id="{14A6773A-E561-04CA-81EE-E107AAFC50FA}"/>
                    </a:ext>
                  </a:extLst>
                </p:cNvPr>
                <p:cNvSpPr/>
                <p:nvPr/>
              </p:nvSpPr>
              <p:spPr>
                <a:xfrm>
                  <a:off x="2089769" y="925614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2" name="Freeform 1101">
                  <a:extLst>
                    <a:ext uri="{FF2B5EF4-FFF2-40B4-BE49-F238E27FC236}">
                      <a16:creationId xmlns:a16="http://schemas.microsoft.com/office/drawing/2014/main" id="{24006570-927C-9C85-D752-738A42D17821}"/>
                    </a:ext>
                  </a:extLst>
                </p:cNvPr>
                <p:cNvSpPr/>
                <p:nvPr/>
              </p:nvSpPr>
              <p:spPr>
                <a:xfrm>
                  <a:off x="1870694" y="9251696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3" name="Freeform 1102">
                  <a:extLst>
                    <a:ext uri="{FF2B5EF4-FFF2-40B4-BE49-F238E27FC236}">
                      <a16:creationId xmlns:a16="http://schemas.microsoft.com/office/drawing/2014/main" id="{D06D0D10-8F90-36C7-3225-27AF0EF1FB82}"/>
                    </a:ext>
                  </a:extLst>
                </p:cNvPr>
                <p:cNvSpPr/>
                <p:nvPr/>
              </p:nvSpPr>
              <p:spPr>
                <a:xfrm>
                  <a:off x="1884029" y="9229852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4" name="Freeform 1103">
                  <a:extLst>
                    <a:ext uri="{FF2B5EF4-FFF2-40B4-BE49-F238E27FC236}">
                      <a16:creationId xmlns:a16="http://schemas.microsoft.com/office/drawing/2014/main" id="{6805BA36-2E71-4DBD-6C94-15BC26068920}"/>
                    </a:ext>
                  </a:extLst>
                </p:cNvPr>
                <p:cNvSpPr/>
                <p:nvPr/>
              </p:nvSpPr>
              <p:spPr>
                <a:xfrm>
                  <a:off x="2260965" y="9229217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5" name="Freeform 1104">
                  <a:extLst>
                    <a:ext uri="{FF2B5EF4-FFF2-40B4-BE49-F238E27FC236}">
                      <a16:creationId xmlns:a16="http://schemas.microsoft.com/office/drawing/2014/main" id="{9FBC2491-C0C8-3109-BE04-7209FB4F8A36}"/>
                    </a:ext>
                  </a:extLst>
                </p:cNvPr>
                <p:cNvSpPr/>
                <p:nvPr/>
              </p:nvSpPr>
              <p:spPr>
                <a:xfrm>
                  <a:off x="1900158" y="928649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6" name="Freeform 1105">
                  <a:extLst>
                    <a:ext uri="{FF2B5EF4-FFF2-40B4-BE49-F238E27FC236}">
                      <a16:creationId xmlns:a16="http://schemas.microsoft.com/office/drawing/2014/main" id="{28DEC98A-1DF7-A2B9-00A7-B3F52E028AB4}"/>
                    </a:ext>
                  </a:extLst>
                </p:cNvPr>
                <p:cNvSpPr/>
                <p:nvPr/>
              </p:nvSpPr>
              <p:spPr>
                <a:xfrm>
                  <a:off x="1871456" y="924293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7" name="TextBox 1106">
                  <a:extLst>
                    <a:ext uri="{FF2B5EF4-FFF2-40B4-BE49-F238E27FC236}">
                      <a16:creationId xmlns:a16="http://schemas.microsoft.com/office/drawing/2014/main" id="{A0D325A7-E820-DBAA-F39A-0023AA61B2F6}"/>
                    </a:ext>
                  </a:extLst>
                </p:cNvPr>
                <p:cNvSpPr txBox="1"/>
                <p:nvPr/>
              </p:nvSpPr>
              <p:spPr>
                <a:xfrm>
                  <a:off x="1518722" y="8882591"/>
                  <a:ext cx="562973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0.711</a:t>
                  </a: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FF4A7962-F5B1-78F3-F668-A94BF78DC9D0}"/>
                    </a:ext>
                  </a:extLst>
                </p:cNvPr>
                <p:cNvSpPr/>
                <p:nvPr/>
              </p:nvSpPr>
              <p:spPr>
                <a:xfrm>
                  <a:off x="1716135" y="9021826"/>
                  <a:ext cx="168148" cy="12700"/>
                </a:xfrm>
                <a:custGeom>
                  <a:avLst/>
                  <a:gdLst>
                    <a:gd name="csX0" fmla="*/ 0 w 168148"/>
                    <a:gd name="csY0" fmla="*/ 0 h 12700"/>
                    <a:gd name="csX1" fmla="*/ 168148 w 16814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68148" h="12700">
                      <a:moveTo>
                        <a:pt x="0" y="0"/>
                      </a:moveTo>
                      <a:lnTo>
                        <a:pt x="168148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9" name="TextBox 1108">
                  <a:extLst>
                    <a:ext uri="{FF2B5EF4-FFF2-40B4-BE49-F238E27FC236}">
                      <a16:creationId xmlns:a16="http://schemas.microsoft.com/office/drawing/2014/main" id="{F79B4D8D-B580-2864-E290-D000F1F45D36}"/>
                    </a:ext>
                  </a:extLst>
                </p:cNvPr>
                <p:cNvSpPr txBox="1"/>
                <p:nvPr/>
              </p:nvSpPr>
              <p:spPr>
                <a:xfrm>
                  <a:off x="2000920" y="8832724"/>
                  <a:ext cx="383436" cy="400236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2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8271B0E1-9281-6B73-04A0-549ECC27DC52}"/>
                    </a:ext>
                  </a:extLst>
                </p:cNvPr>
                <p:cNvSpPr/>
                <p:nvPr/>
              </p:nvSpPr>
              <p:spPr>
                <a:xfrm>
                  <a:off x="1921748" y="9021826"/>
                  <a:ext cx="541909" cy="12700"/>
                </a:xfrm>
                <a:custGeom>
                  <a:avLst/>
                  <a:gdLst>
                    <a:gd name="csX0" fmla="*/ 0 w 541909"/>
                    <a:gd name="csY0" fmla="*/ 0 h 12700"/>
                    <a:gd name="csX1" fmla="*/ 541909 w 541909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541909" h="12700">
                      <a:moveTo>
                        <a:pt x="0" y="0"/>
                      </a:moveTo>
                      <a:lnTo>
                        <a:pt x="541909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1" name="TextBox 1110">
                  <a:extLst>
                    <a:ext uri="{FF2B5EF4-FFF2-40B4-BE49-F238E27FC236}">
                      <a16:creationId xmlns:a16="http://schemas.microsoft.com/office/drawing/2014/main" id="{0A080F5C-1567-4CC1-AC86-D66E6E372FE0}"/>
                    </a:ext>
                  </a:extLst>
                </p:cNvPr>
                <p:cNvSpPr txBox="1"/>
                <p:nvPr/>
              </p:nvSpPr>
              <p:spPr>
                <a:xfrm>
                  <a:off x="1947870" y="8712075"/>
                  <a:ext cx="284050" cy="400236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2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1112" name="Freeform 1111">
                  <a:extLst>
                    <a:ext uri="{FF2B5EF4-FFF2-40B4-BE49-F238E27FC236}">
                      <a16:creationId xmlns:a16="http://schemas.microsoft.com/office/drawing/2014/main" id="{801D68BF-9E47-A7BD-2ADE-9B92A8128CCF}"/>
                    </a:ext>
                  </a:extLst>
                </p:cNvPr>
                <p:cNvSpPr/>
                <p:nvPr/>
              </p:nvSpPr>
              <p:spPr>
                <a:xfrm>
                  <a:off x="1716135" y="8901176"/>
                  <a:ext cx="747522" cy="12700"/>
                </a:xfrm>
                <a:custGeom>
                  <a:avLst/>
                  <a:gdLst>
                    <a:gd name="csX0" fmla="*/ 0 w 747522"/>
                    <a:gd name="csY0" fmla="*/ 0 h 12700"/>
                    <a:gd name="csX1" fmla="*/ 747522 w 74752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47522" h="12700">
                      <a:moveTo>
                        <a:pt x="0" y="0"/>
                      </a:moveTo>
                      <a:lnTo>
                        <a:pt x="747522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1055" name="Graphic 932">
                <a:extLst>
                  <a:ext uri="{FF2B5EF4-FFF2-40B4-BE49-F238E27FC236}">
                    <a16:creationId xmlns:a16="http://schemas.microsoft.com/office/drawing/2014/main" id="{341509EB-875E-D3EB-8DE7-2EF0C5F74227}"/>
                  </a:ext>
                </a:extLst>
              </p:cNvPr>
              <p:cNvGrpSpPr/>
              <p:nvPr/>
            </p:nvGrpSpPr>
            <p:grpSpPr>
              <a:xfrm>
                <a:off x="1570102" y="8368914"/>
                <a:ext cx="1025157" cy="1462041"/>
                <a:chOff x="1570102" y="8368914"/>
                <a:chExt cx="1025157" cy="1462041"/>
              </a:xfrm>
            </p:grpSpPr>
            <p:sp>
              <p:nvSpPr>
                <p:cNvPr id="1056" name="Freeform 1055">
                  <a:extLst>
                    <a:ext uri="{FF2B5EF4-FFF2-40B4-BE49-F238E27FC236}">
                      <a16:creationId xmlns:a16="http://schemas.microsoft.com/office/drawing/2014/main" id="{E1847CE6-2F3F-F6D5-B91F-B87E05E46DBD}"/>
                    </a:ext>
                  </a:extLst>
                </p:cNvPr>
                <p:cNvSpPr/>
                <p:nvPr/>
              </p:nvSpPr>
              <p:spPr>
                <a:xfrm>
                  <a:off x="1603994" y="9588753"/>
                  <a:ext cx="971803" cy="12700"/>
                </a:xfrm>
                <a:custGeom>
                  <a:avLst/>
                  <a:gdLst>
                    <a:gd name="csX0" fmla="*/ 0 w 971803"/>
                    <a:gd name="csY0" fmla="*/ 0 h 12700"/>
                    <a:gd name="csX1" fmla="*/ 971804 w 971803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71803" h="12700">
                      <a:moveTo>
                        <a:pt x="0" y="0"/>
                      </a:moveTo>
                      <a:lnTo>
                        <a:pt x="971804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57" name="Freeform 1056">
                  <a:extLst>
                    <a:ext uri="{FF2B5EF4-FFF2-40B4-BE49-F238E27FC236}">
                      <a16:creationId xmlns:a16="http://schemas.microsoft.com/office/drawing/2014/main" id="{7D442F39-7D46-35A4-D16B-8F8D0677C35C}"/>
                    </a:ext>
                  </a:extLst>
                </p:cNvPr>
                <p:cNvSpPr/>
                <p:nvPr/>
              </p:nvSpPr>
              <p:spPr>
                <a:xfrm>
                  <a:off x="1716135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58" name="Freeform 1057">
                  <a:extLst>
                    <a:ext uri="{FF2B5EF4-FFF2-40B4-BE49-F238E27FC236}">
                      <a16:creationId xmlns:a16="http://schemas.microsoft.com/office/drawing/2014/main" id="{D816D3A3-0083-C368-7305-559CF71D7845}"/>
                    </a:ext>
                  </a:extLst>
                </p:cNvPr>
                <p:cNvSpPr/>
                <p:nvPr/>
              </p:nvSpPr>
              <p:spPr>
                <a:xfrm>
                  <a:off x="1903079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59" name="Freeform 1058">
                  <a:extLst>
                    <a:ext uri="{FF2B5EF4-FFF2-40B4-BE49-F238E27FC236}">
                      <a16:creationId xmlns:a16="http://schemas.microsoft.com/office/drawing/2014/main" id="{8F0842B6-9E91-2351-FA57-F3A33CC29F44}"/>
                    </a:ext>
                  </a:extLst>
                </p:cNvPr>
                <p:cNvSpPr/>
                <p:nvPr/>
              </p:nvSpPr>
              <p:spPr>
                <a:xfrm>
                  <a:off x="2089895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0" name="Freeform 1059">
                  <a:extLst>
                    <a:ext uri="{FF2B5EF4-FFF2-40B4-BE49-F238E27FC236}">
                      <a16:creationId xmlns:a16="http://schemas.microsoft.com/office/drawing/2014/main" id="{ED8AE144-741E-C1D3-87F4-A7F571E01B0A}"/>
                    </a:ext>
                  </a:extLst>
                </p:cNvPr>
                <p:cNvSpPr/>
                <p:nvPr/>
              </p:nvSpPr>
              <p:spPr>
                <a:xfrm>
                  <a:off x="2276840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1" name="Freeform 1060">
                  <a:extLst>
                    <a:ext uri="{FF2B5EF4-FFF2-40B4-BE49-F238E27FC236}">
                      <a16:creationId xmlns:a16="http://schemas.microsoft.com/office/drawing/2014/main" id="{4855D0F2-B30E-3D32-EF60-26D12072F3CF}"/>
                    </a:ext>
                  </a:extLst>
                </p:cNvPr>
                <p:cNvSpPr/>
                <p:nvPr/>
              </p:nvSpPr>
              <p:spPr>
                <a:xfrm>
                  <a:off x="2463657" y="9588753"/>
                  <a:ext cx="12700" cy="34798"/>
                </a:xfrm>
                <a:custGeom>
                  <a:avLst/>
                  <a:gdLst>
                    <a:gd name="csX0" fmla="*/ 0 w 12700"/>
                    <a:gd name="csY0" fmla="*/ 34798 h 34798"/>
                    <a:gd name="csX1" fmla="*/ 0 w 12700"/>
                    <a:gd name="csY1" fmla="*/ 0 h 3479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8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2" name="TextBox 1061">
                  <a:extLst>
                    <a:ext uri="{FF2B5EF4-FFF2-40B4-BE49-F238E27FC236}">
                      <a16:creationId xmlns:a16="http://schemas.microsoft.com/office/drawing/2014/main" id="{C5425F41-E857-E802-DB8F-F5436DA0D76B}"/>
                    </a:ext>
                  </a:extLst>
                </p:cNvPr>
                <p:cNvSpPr txBox="1"/>
                <p:nvPr/>
              </p:nvSpPr>
              <p:spPr>
                <a:xfrm>
                  <a:off x="1570102" y="9584608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1063" name="TextBox 1062">
                  <a:extLst>
                    <a:ext uri="{FF2B5EF4-FFF2-40B4-BE49-F238E27FC236}">
                      <a16:creationId xmlns:a16="http://schemas.microsoft.com/office/drawing/2014/main" id="{8850D997-E8B0-0BD5-4BAB-DA457FF3EB08}"/>
                    </a:ext>
                  </a:extLst>
                </p:cNvPr>
                <p:cNvSpPr txBox="1"/>
                <p:nvPr/>
              </p:nvSpPr>
              <p:spPr>
                <a:xfrm>
                  <a:off x="1793112" y="9584608"/>
                  <a:ext cx="21993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1064" name="TextBox 1063">
                  <a:extLst>
                    <a:ext uri="{FF2B5EF4-FFF2-40B4-BE49-F238E27FC236}">
                      <a16:creationId xmlns:a16="http://schemas.microsoft.com/office/drawing/2014/main" id="{17DC9085-171C-BDA8-1435-178771FB474C}"/>
                    </a:ext>
                  </a:extLst>
                </p:cNvPr>
                <p:cNvSpPr txBox="1"/>
                <p:nvPr/>
              </p:nvSpPr>
              <p:spPr>
                <a:xfrm>
                  <a:off x="1943865" y="9584608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1065" name="TextBox 1064">
                  <a:extLst>
                    <a:ext uri="{FF2B5EF4-FFF2-40B4-BE49-F238E27FC236}">
                      <a16:creationId xmlns:a16="http://schemas.microsoft.com/office/drawing/2014/main" id="{DDC22DF9-09BA-3B63-992B-C1562378D7EB}"/>
                    </a:ext>
                  </a:extLst>
                </p:cNvPr>
                <p:cNvSpPr txBox="1"/>
                <p:nvPr/>
              </p:nvSpPr>
              <p:spPr>
                <a:xfrm>
                  <a:off x="2098745" y="9584608"/>
                  <a:ext cx="356186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1066" name="TextBox 1065">
                  <a:extLst>
                    <a:ext uri="{FF2B5EF4-FFF2-40B4-BE49-F238E27FC236}">
                      <a16:creationId xmlns:a16="http://schemas.microsoft.com/office/drawing/2014/main" id="{E5C3CB57-35F4-0D84-4DE2-DA8A2BAD5E7F}"/>
                    </a:ext>
                  </a:extLst>
                </p:cNvPr>
                <p:cNvSpPr txBox="1"/>
                <p:nvPr/>
              </p:nvSpPr>
              <p:spPr>
                <a:xfrm>
                  <a:off x="2332047" y="9584608"/>
                  <a:ext cx="2632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1067" name="TextBox 1066">
                  <a:extLst>
                    <a:ext uri="{FF2B5EF4-FFF2-40B4-BE49-F238E27FC236}">
                      <a16:creationId xmlns:a16="http://schemas.microsoft.com/office/drawing/2014/main" id="{9F987192-099C-2425-C935-8561F843B69B}"/>
                    </a:ext>
                  </a:extLst>
                </p:cNvPr>
                <p:cNvSpPr txBox="1"/>
                <p:nvPr/>
              </p:nvSpPr>
              <p:spPr>
                <a:xfrm>
                  <a:off x="1855307" y="8368914"/>
                  <a:ext cx="513279" cy="261608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100" i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drd3-</a:t>
                  </a:r>
                </a:p>
              </p:txBody>
            </p:sp>
          </p:grpSp>
        </p:grp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341C484D-8357-8E05-B55B-38C65EA9FF25}"/>
                </a:ext>
              </a:extLst>
            </p:cNvPr>
            <p:cNvSpPr/>
            <p:nvPr/>
          </p:nvSpPr>
          <p:spPr>
            <a:xfrm>
              <a:off x="1169424" y="8744930"/>
              <a:ext cx="1005840" cy="12700"/>
            </a:xfrm>
            <a:custGeom>
              <a:avLst/>
              <a:gdLst>
                <a:gd name="csX0" fmla="*/ 0 w 168148"/>
                <a:gd name="csY0" fmla="*/ 0 h 12700"/>
                <a:gd name="csX1" fmla="*/ 168148 w 16814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48" h="12700">
                  <a:moveTo>
                    <a:pt x="0" y="0"/>
                  </a:moveTo>
                  <a:lnTo>
                    <a:pt x="168148" y="0"/>
                  </a:lnTo>
                </a:path>
              </a:pathLst>
            </a:custGeom>
            <a:ln w="1358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800"/>
            </a:p>
          </p:txBody>
        </p:sp>
      </p:grpSp>
      <p:grpSp>
        <p:nvGrpSpPr>
          <p:cNvPr id="782" name="Group 781">
            <a:extLst>
              <a:ext uri="{FF2B5EF4-FFF2-40B4-BE49-F238E27FC236}">
                <a16:creationId xmlns:a16="http://schemas.microsoft.com/office/drawing/2014/main" id="{578B4BE9-6200-C5F5-38C1-83745595DF74}"/>
              </a:ext>
            </a:extLst>
          </p:cNvPr>
          <p:cNvGrpSpPr/>
          <p:nvPr/>
        </p:nvGrpSpPr>
        <p:grpSpPr>
          <a:xfrm>
            <a:off x="4047311" y="1477031"/>
            <a:ext cx="2563583" cy="1653527"/>
            <a:chOff x="3852083" y="4341475"/>
            <a:chExt cx="2563583" cy="1324421"/>
          </a:xfrm>
        </p:grpSpPr>
        <p:grpSp>
          <p:nvGrpSpPr>
            <p:cNvPr id="916" name="Group 915">
              <a:extLst>
                <a:ext uri="{FF2B5EF4-FFF2-40B4-BE49-F238E27FC236}">
                  <a16:creationId xmlns:a16="http://schemas.microsoft.com/office/drawing/2014/main" id="{FB97CDA8-9A6D-A450-C972-B464EA078E6C}"/>
                </a:ext>
              </a:extLst>
            </p:cNvPr>
            <p:cNvGrpSpPr/>
            <p:nvPr/>
          </p:nvGrpSpPr>
          <p:grpSpPr>
            <a:xfrm>
              <a:off x="3982415" y="4341475"/>
              <a:ext cx="2433251" cy="1324421"/>
              <a:chOff x="2772684" y="8506534"/>
              <a:chExt cx="2433252" cy="1324422"/>
            </a:xfrm>
          </p:grpSpPr>
          <p:grpSp>
            <p:nvGrpSpPr>
              <p:cNvPr id="918" name="Graphic 930">
                <a:extLst>
                  <a:ext uri="{FF2B5EF4-FFF2-40B4-BE49-F238E27FC236}">
                    <a16:creationId xmlns:a16="http://schemas.microsoft.com/office/drawing/2014/main" id="{342EF798-485A-9CEB-2C78-63983B879D04}"/>
                  </a:ext>
                </a:extLst>
              </p:cNvPr>
              <p:cNvGrpSpPr/>
              <p:nvPr/>
            </p:nvGrpSpPr>
            <p:grpSpPr>
              <a:xfrm>
                <a:off x="2772684" y="8506534"/>
                <a:ext cx="2433252" cy="1324422"/>
                <a:chOff x="2772684" y="8474434"/>
                <a:chExt cx="2433252" cy="1324422"/>
              </a:xfrm>
            </p:grpSpPr>
            <p:grpSp>
              <p:nvGrpSpPr>
                <p:cNvPr id="920" name="Graphic 930">
                  <a:extLst>
                    <a:ext uri="{FF2B5EF4-FFF2-40B4-BE49-F238E27FC236}">
                      <a16:creationId xmlns:a16="http://schemas.microsoft.com/office/drawing/2014/main" id="{150AEC87-4A49-8B43-BFC0-7699C325A410}"/>
                    </a:ext>
                  </a:extLst>
                </p:cNvPr>
                <p:cNvGrpSpPr/>
                <p:nvPr/>
              </p:nvGrpSpPr>
              <p:grpSpPr>
                <a:xfrm>
                  <a:off x="3075754" y="8758035"/>
                  <a:ext cx="1027157" cy="798619"/>
                  <a:chOff x="3075754" y="8758035"/>
                  <a:chExt cx="1027157" cy="798619"/>
                </a:xfrm>
              </p:grpSpPr>
              <p:sp>
                <p:nvSpPr>
                  <p:cNvPr id="1003" name="Freeform 1002">
                    <a:extLst>
                      <a:ext uri="{FF2B5EF4-FFF2-40B4-BE49-F238E27FC236}">
                        <a16:creationId xmlns:a16="http://schemas.microsoft.com/office/drawing/2014/main" id="{FC7ABBCF-D424-468F-3C4C-E3E972C30003}"/>
                      </a:ext>
                    </a:extLst>
                  </p:cNvPr>
                  <p:cNvSpPr/>
                  <p:nvPr/>
                </p:nvSpPr>
                <p:spPr>
                  <a:xfrm>
                    <a:off x="3162223" y="8760491"/>
                    <a:ext cx="940688" cy="796163"/>
                  </a:xfrm>
                  <a:custGeom>
                    <a:avLst/>
                    <a:gdLst>
                      <a:gd name="csX0" fmla="*/ 0 w 940688"/>
                      <a:gd name="csY0" fmla="*/ 0 h 796163"/>
                      <a:gd name="csX1" fmla="*/ 940689 w 940688"/>
                      <a:gd name="csY1" fmla="*/ 0 h 796163"/>
                      <a:gd name="csX2" fmla="*/ 940689 w 940688"/>
                      <a:gd name="csY2" fmla="*/ 796163 h 796163"/>
                      <a:gd name="csX3" fmla="*/ 0 w 940688"/>
                      <a:gd name="csY3" fmla="*/ 796163 h 796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40688" h="796163">
                        <a:moveTo>
                          <a:pt x="0" y="0"/>
                        </a:moveTo>
                        <a:lnTo>
                          <a:pt x="940689" y="0"/>
                        </a:lnTo>
                        <a:lnTo>
                          <a:pt x="940689" y="796163"/>
                        </a:lnTo>
                        <a:lnTo>
                          <a:pt x="0" y="796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4" name="Freeform 1003">
                    <a:extLst>
                      <a:ext uri="{FF2B5EF4-FFF2-40B4-BE49-F238E27FC236}">
                        <a16:creationId xmlns:a16="http://schemas.microsoft.com/office/drawing/2014/main" id="{FFA28F42-C1AD-194F-1833-605A90D308FE}"/>
                      </a:ext>
                    </a:extLst>
                  </p:cNvPr>
                  <p:cNvSpPr/>
                  <p:nvPr/>
                </p:nvSpPr>
                <p:spPr>
                  <a:xfrm>
                    <a:off x="3270808" y="9180861"/>
                    <a:ext cx="12700" cy="27558"/>
                  </a:xfrm>
                  <a:custGeom>
                    <a:avLst/>
                    <a:gdLst>
                      <a:gd name="csX0" fmla="*/ 0 w 12700"/>
                      <a:gd name="csY0" fmla="*/ 27559 h 27558"/>
                      <a:gd name="csX1" fmla="*/ 0 w 12700"/>
                      <a:gd name="csY1" fmla="*/ 0 h 2755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7558">
                        <a:moveTo>
                          <a:pt x="0" y="27559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5" name="Freeform 1004">
                    <a:extLst>
                      <a:ext uri="{FF2B5EF4-FFF2-40B4-BE49-F238E27FC236}">
                        <a16:creationId xmlns:a16="http://schemas.microsoft.com/office/drawing/2014/main" id="{BCBEECAB-8536-AE2F-461F-4C8130302AA5}"/>
                      </a:ext>
                    </a:extLst>
                  </p:cNvPr>
                  <p:cNvSpPr/>
                  <p:nvPr/>
                </p:nvSpPr>
                <p:spPr>
                  <a:xfrm>
                    <a:off x="3270808" y="9386093"/>
                    <a:ext cx="12700" cy="119634"/>
                  </a:xfrm>
                  <a:custGeom>
                    <a:avLst/>
                    <a:gdLst>
                      <a:gd name="csX0" fmla="*/ 0 w 12700"/>
                      <a:gd name="csY0" fmla="*/ 0 h 119634"/>
                      <a:gd name="csX1" fmla="*/ 0 w 12700"/>
                      <a:gd name="csY1" fmla="*/ 119634 h 11963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19634">
                        <a:moveTo>
                          <a:pt x="0" y="0"/>
                        </a:moveTo>
                        <a:lnTo>
                          <a:pt x="0" y="119634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6" name="Freeform 1005">
                    <a:extLst>
                      <a:ext uri="{FF2B5EF4-FFF2-40B4-BE49-F238E27FC236}">
                        <a16:creationId xmlns:a16="http://schemas.microsoft.com/office/drawing/2014/main" id="{229B37FD-3ABF-8DA9-0526-26289C569DA1}"/>
                      </a:ext>
                    </a:extLst>
                  </p:cNvPr>
                  <p:cNvSpPr/>
                  <p:nvPr/>
                </p:nvSpPr>
                <p:spPr>
                  <a:xfrm>
                    <a:off x="3216578" y="9208419"/>
                    <a:ext cx="108584" cy="177672"/>
                  </a:xfrm>
                  <a:custGeom>
                    <a:avLst/>
                    <a:gdLst>
                      <a:gd name="csX0" fmla="*/ 0 w 108584"/>
                      <a:gd name="csY0" fmla="*/ 0 h 177672"/>
                      <a:gd name="csX1" fmla="*/ 0 w 108584"/>
                      <a:gd name="csY1" fmla="*/ 177673 h 177672"/>
                      <a:gd name="csX2" fmla="*/ 108585 w 108584"/>
                      <a:gd name="csY2" fmla="*/ 177673 h 177672"/>
                      <a:gd name="csX3" fmla="*/ 108585 w 108584"/>
                      <a:gd name="csY3" fmla="*/ 0 h 177672"/>
                      <a:gd name="csX4" fmla="*/ 0 w 108584"/>
                      <a:gd name="csY4" fmla="*/ 0 h 17767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4" h="177672">
                        <a:moveTo>
                          <a:pt x="0" y="0"/>
                        </a:moveTo>
                        <a:lnTo>
                          <a:pt x="0" y="177673"/>
                        </a:lnTo>
                        <a:lnTo>
                          <a:pt x="108585" y="177673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7" name="Freeform 1006">
                    <a:extLst>
                      <a:ext uri="{FF2B5EF4-FFF2-40B4-BE49-F238E27FC236}">
                        <a16:creationId xmlns:a16="http://schemas.microsoft.com/office/drawing/2014/main" id="{3B79C839-9984-7177-E6F5-935D6097D896}"/>
                      </a:ext>
                    </a:extLst>
                  </p:cNvPr>
                  <p:cNvSpPr/>
                  <p:nvPr/>
                </p:nvSpPr>
                <p:spPr>
                  <a:xfrm>
                    <a:off x="3216579" y="9310401"/>
                    <a:ext cx="108584" cy="12700"/>
                  </a:xfrm>
                  <a:custGeom>
                    <a:avLst/>
                    <a:gdLst>
                      <a:gd name="csX0" fmla="*/ 0 w 108584"/>
                      <a:gd name="csY0" fmla="*/ 0 h 12700"/>
                      <a:gd name="csX1" fmla="*/ 108585 w 10858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4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8" name="Freeform 1007">
                    <a:extLst>
                      <a:ext uri="{FF2B5EF4-FFF2-40B4-BE49-F238E27FC236}">
                        <a16:creationId xmlns:a16="http://schemas.microsoft.com/office/drawing/2014/main" id="{9086D4AF-386A-CF89-0A42-3AE56DC08D86}"/>
                      </a:ext>
                    </a:extLst>
                  </p:cNvPr>
                  <p:cNvSpPr/>
                  <p:nvPr/>
                </p:nvSpPr>
                <p:spPr>
                  <a:xfrm>
                    <a:off x="3451783" y="9131712"/>
                    <a:ext cx="12700" cy="89026"/>
                  </a:xfrm>
                  <a:custGeom>
                    <a:avLst/>
                    <a:gdLst>
                      <a:gd name="csX0" fmla="*/ 0 w 12700"/>
                      <a:gd name="csY0" fmla="*/ 89027 h 89026"/>
                      <a:gd name="csX1" fmla="*/ 0 w 12700"/>
                      <a:gd name="csY1" fmla="*/ 0 h 8902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89026">
                        <a:moveTo>
                          <a:pt x="0" y="89027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09" name="Freeform 1008">
                    <a:extLst>
                      <a:ext uri="{FF2B5EF4-FFF2-40B4-BE49-F238E27FC236}">
                        <a16:creationId xmlns:a16="http://schemas.microsoft.com/office/drawing/2014/main" id="{7DF301D7-481E-0066-097C-C2A05A81E16F}"/>
                      </a:ext>
                    </a:extLst>
                  </p:cNvPr>
                  <p:cNvSpPr/>
                  <p:nvPr/>
                </p:nvSpPr>
                <p:spPr>
                  <a:xfrm>
                    <a:off x="3451783" y="9315227"/>
                    <a:ext cx="12700" cy="18034"/>
                  </a:xfrm>
                  <a:custGeom>
                    <a:avLst/>
                    <a:gdLst>
                      <a:gd name="csX0" fmla="*/ 0 w 12700"/>
                      <a:gd name="csY0" fmla="*/ 0 h 18034"/>
                      <a:gd name="csX1" fmla="*/ 0 w 12700"/>
                      <a:gd name="csY1" fmla="*/ 18034 h 1803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8034">
                        <a:moveTo>
                          <a:pt x="0" y="0"/>
                        </a:moveTo>
                        <a:lnTo>
                          <a:pt x="0" y="18034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0" name="Freeform 1009">
                    <a:extLst>
                      <a:ext uri="{FF2B5EF4-FFF2-40B4-BE49-F238E27FC236}">
                        <a16:creationId xmlns:a16="http://schemas.microsoft.com/office/drawing/2014/main" id="{09C96479-4AEE-0B0D-A850-741ADAD98485}"/>
                      </a:ext>
                    </a:extLst>
                  </p:cNvPr>
                  <p:cNvSpPr/>
                  <p:nvPr/>
                </p:nvSpPr>
                <p:spPr>
                  <a:xfrm>
                    <a:off x="3397426" y="9220738"/>
                    <a:ext cx="108585" cy="94488"/>
                  </a:xfrm>
                  <a:custGeom>
                    <a:avLst/>
                    <a:gdLst>
                      <a:gd name="csX0" fmla="*/ 0 w 108585"/>
                      <a:gd name="csY0" fmla="*/ 0 h 94488"/>
                      <a:gd name="csX1" fmla="*/ 0 w 108585"/>
                      <a:gd name="csY1" fmla="*/ 94488 h 94488"/>
                      <a:gd name="csX2" fmla="*/ 108585 w 108585"/>
                      <a:gd name="csY2" fmla="*/ 94488 h 94488"/>
                      <a:gd name="csX3" fmla="*/ 108585 w 108585"/>
                      <a:gd name="csY3" fmla="*/ 0 h 94488"/>
                      <a:gd name="csX4" fmla="*/ 0 w 108585"/>
                      <a:gd name="csY4" fmla="*/ 0 h 9448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5" h="94488">
                        <a:moveTo>
                          <a:pt x="0" y="0"/>
                        </a:moveTo>
                        <a:lnTo>
                          <a:pt x="0" y="94488"/>
                        </a:lnTo>
                        <a:lnTo>
                          <a:pt x="108585" y="94488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1" name="Freeform 1010">
                    <a:extLst>
                      <a:ext uri="{FF2B5EF4-FFF2-40B4-BE49-F238E27FC236}">
                        <a16:creationId xmlns:a16="http://schemas.microsoft.com/office/drawing/2014/main" id="{9DA28BEF-1605-6D8B-55DB-1125924410A5}"/>
                      </a:ext>
                    </a:extLst>
                  </p:cNvPr>
                  <p:cNvSpPr/>
                  <p:nvPr/>
                </p:nvSpPr>
                <p:spPr>
                  <a:xfrm>
                    <a:off x="3397427" y="9269761"/>
                    <a:ext cx="108584" cy="12700"/>
                  </a:xfrm>
                  <a:custGeom>
                    <a:avLst/>
                    <a:gdLst>
                      <a:gd name="csX0" fmla="*/ 0 w 108584"/>
                      <a:gd name="csY0" fmla="*/ 0 h 12700"/>
                      <a:gd name="csX1" fmla="*/ 108585 w 10858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4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2" name="Freeform 1011">
                    <a:extLst>
                      <a:ext uri="{FF2B5EF4-FFF2-40B4-BE49-F238E27FC236}">
                        <a16:creationId xmlns:a16="http://schemas.microsoft.com/office/drawing/2014/main" id="{21651A7F-64BB-F2FF-5ED0-A27FD99CE4E9}"/>
                      </a:ext>
                    </a:extLst>
                  </p:cNvPr>
                  <p:cNvSpPr/>
                  <p:nvPr/>
                </p:nvSpPr>
                <p:spPr>
                  <a:xfrm>
                    <a:off x="3632631" y="9140348"/>
                    <a:ext cx="12700" cy="17780"/>
                  </a:xfrm>
                  <a:custGeom>
                    <a:avLst/>
                    <a:gdLst>
                      <a:gd name="csX0" fmla="*/ 0 w 12700"/>
                      <a:gd name="csY0" fmla="*/ 17780 h 17780"/>
                      <a:gd name="csX1" fmla="*/ 0 w 12700"/>
                      <a:gd name="csY1" fmla="*/ 0 h 1778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7780">
                        <a:moveTo>
                          <a:pt x="0" y="17780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3" name="Freeform 1012">
                    <a:extLst>
                      <a:ext uri="{FF2B5EF4-FFF2-40B4-BE49-F238E27FC236}">
                        <a16:creationId xmlns:a16="http://schemas.microsoft.com/office/drawing/2014/main" id="{327478EA-F15A-BD47-BDF9-0B84CB42B889}"/>
                      </a:ext>
                    </a:extLst>
                  </p:cNvPr>
                  <p:cNvSpPr/>
                  <p:nvPr/>
                </p:nvSpPr>
                <p:spPr>
                  <a:xfrm>
                    <a:off x="3632631" y="9193815"/>
                    <a:ext cx="12700" cy="17779"/>
                  </a:xfrm>
                  <a:custGeom>
                    <a:avLst/>
                    <a:gdLst>
                      <a:gd name="csX0" fmla="*/ 0 w 12700"/>
                      <a:gd name="csY0" fmla="*/ 0 h 17779"/>
                      <a:gd name="csX1" fmla="*/ 0 w 12700"/>
                      <a:gd name="csY1" fmla="*/ 17780 h 1777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7779">
                        <a:moveTo>
                          <a:pt x="0" y="0"/>
                        </a:moveTo>
                        <a:lnTo>
                          <a:pt x="0" y="1778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4" name="Freeform 1013">
                    <a:extLst>
                      <a:ext uri="{FF2B5EF4-FFF2-40B4-BE49-F238E27FC236}">
                        <a16:creationId xmlns:a16="http://schemas.microsoft.com/office/drawing/2014/main" id="{46811A68-6429-2D24-B96E-3D15F57F646C}"/>
                      </a:ext>
                    </a:extLst>
                  </p:cNvPr>
                  <p:cNvSpPr/>
                  <p:nvPr/>
                </p:nvSpPr>
                <p:spPr>
                  <a:xfrm>
                    <a:off x="3578401" y="9158127"/>
                    <a:ext cx="108585" cy="35686"/>
                  </a:xfrm>
                  <a:custGeom>
                    <a:avLst/>
                    <a:gdLst>
                      <a:gd name="csX0" fmla="*/ 0 w 108585"/>
                      <a:gd name="csY0" fmla="*/ 0 h 35686"/>
                      <a:gd name="csX1" fmla="*/ 0 w 108585"/>
                      <a:gd name="csY1" fmla="*/ 35687 h 35686"/>
                      <a:gd name="csX2" fmla="*/ 108585 w 108585"/>
                      <a:gd name="csY2" fmla="*/ 35687 h 35686"/>
                      <a:gd name="csX3" fmla="*/ 108585 w 108585"/>
                      <a:gd name="csY3" fmla="*/ 0 h 35686"/>
                      <a:gd name="csX4" fmla="*/ 0 w 108585"/>
                      <a:gd name="csY4" fmla="*/ 0 h 3568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5" h="35686">
                        <a:moveTo>
                          <a:pt x="0" y="0"/>
                        </a:moveTo>
                        <a:lnTo>
                          <a:pt x="0" y="35687"/>
                        </a:lnTo>
                        <a:lnTo>
                          <a:pt x="108585" y="35687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5" name="Freeform 1014">
                    <a:extLst>
                      <a:ext uri="{FF2B5EF4-FFF2-40B4-BE49-F238E27FC236}">
                        <a16:creationId xmlns:a16="http://schemas.microsoft.com/office/drawing/2014/main" id="{79D95832-061A-310B-F95E-7A7C94911471}"/>
                      </a:ext>
                    </a:extLst>
                  </p:cNvPr>
                  <p:cNvSpPr/>
                  <p:nvPr/>
                </p:nvSpPr>
                <p:spPr>
                  <a:xfrm>
                    <a:off x="3578402" y="9175908"/>
                    <a:ext cx="108584" cy="12700"/>
                  </a:xfrm>
                  <a:custGeom>
                    <a:avLst/>
                    <a:gdLst>
                      <a:gd name="csX0" fmla="*/ 0 w 108584"/>
                      <a:gd name="csY0" fmla="*/ 0 h 12700"/>
                      <a:gd name="csX1" fmla="*/ 108585 w 10858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4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6" name="Freeform 1015">
                    <a:extLst>
                      <a:ext uri="{FF2B5EF4-FFF2-40B4-BE49-F238E27FC236}">
                        <a16:creationId xmlns:a16="http://schemas.microsoft.com/office/drawing/2014/main" id="{6F4D826E-F9DE-9F99-7401-4569A40C0B02}"/>
                      </a:ext>
                    </a:extLst>
                  </p:cNvPr>
                  <p:cNvSpPr/>
                  <p:nvPr/>
                </p:nvSpPr>
                <p:spPr>
                  <a:xfrm>
                    <a:off x="3994454" y="9210325"/>
                    <a:ext cx="12700" cy="57277"/>
                  </a:xfrm>
                  <a:custGeom>
                    <a:avLst/>
                    <a:gdLst>
                      <a:gd name="csX0" fmla="*/ 0 w 12700"/>
                      <a:gd name="csY0" fmla="*/ 57277 h 57277"/>
                      <a:gd name="csX1" fmla="*/ 0 w 12700"/>
                      <a:gd name="csY1" fmla="*/ 0 h 5727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57277">
                        <a:moveTo>
                          <a:pt x="0" y="57277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7" name="Freeform 1016">
                    <a:extLst>
                      <a:ext uri="{FF2B5EF4-FFF2-40B4-BE49-F238E27FC236}">
                        <a16:creationId xmlns:a16="http://schemas.microsoft.com/office/drawing/2014/main" id="{F9579CCD-60D9-1E89-FEA4-F99DE6C68571}"/>
                      </a:ext>
                    </a:extLst>
                  </p:cNvPr>
                  <p:cNvSpPr/>
                  <p:nvPr/>
                </p:nvSpPr>
                <p:spPr>
                  <a:xfrm>
                    <a:off x="3994454" y="9393713"/>
                    <a:ext cx="12700" cy="107187"/>
                  </a:xfrm>
                  <a:custGeom>
                    <a:avLst/>
                    <a:gdLst>
                      <a:gd name="csX0" fmla="*/ 0 w 12700"/>
                      <a:gd name="csY0" fmla="*/ 0 h 107187"/>
                      <a:gd name="csX1" fmla="*/ 0 w 12700"/>
                      <a:gd name="csY1" fmla="*/ 107188 h 10718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07187">
                        <a:moveTo>
                          <a:pt x="0" y="0"/>
                        </a:moveTo>
                        <a:lnTo>
                          <a:pt x="0" y="107188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8" name="Freeform 1017">
                    <a:extLst>
                      <a:ext uri="{FF2B5EF4-FFF2-40B4-BE49-F238E27FC236}">
                        <a16:creationId xmlns:a16="http://schemas.microsoft.com/office/drawing/2014/main" id="{891E4048-D3AF-D37E-E21F-120145DAF6D1}"/>
                      </a:ext>
                    </a:extLst>
                  </p:cNvPr>
                  <p:cNvSpPr/>
                  <p:nvPr/>
                </p:nvSpPr>
                <p:spPr>
                  <a:xfrm>
                    <a:off x="3940225" y="9267602"/>
                    <a:ext cx="108458" cy="126111"/>
                  </a:xfrm>
                  <a:custGeom>
                    <a:avLst/>
                    <a:gdLst>
                      <a:gd name="csX0" fmla="*/ 0 w 108458"/>
                      <a:gd name="csY0" fmla="*/ 0 h 126111"/>
                      <a:gd name="csX1" fmla="*/ 0 w 108458"/>
                      <a:gd name="csY1" fmla="*/ 126111 h 126111"/>
                      <a:gd name="csX2" fmla="*/ 108458 w 108458"/>
                      <a:gd name="csY2" fmla="*/ 126111 h 126111"/>
                      <a:gd name="csX3" fmla="*/ 108458 w 108458"/>
                      <a:gd name="csY3" fmla="*/ 0 h 126111"/>
                      <a:gd name="csX4" fmla="*/ 0 w 108458"/>
                      <a:gd name="csY4" fmla="*/ 0 h 12611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458" h="126111">
                        <a:moveTo>
                          <a:pt x="0" y="0"/>
                        </a:moveTo>
                        <a:lnTo>
                          <a:pt x="0" y="126111"/>
                        </a:lnTo>
                        <a:lnTo>
                          <a:pt x="108458" y="126111"/>
                        </a:lnTo>
                        <a:lnTo>
                          <a:pt x="10845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D040C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19" name="Freeform 1018">
                    <a:extLst>
                      <a:ext uri="{FF2B5EF4-FFF2-40B4-BE49-F238E27FC236}">
                        <a16:creationId xmlns:a16="http://schemas.microsoft.com/office/drawing/2014/main" id="{FC2C7B3C-61E6-A546-0625-C41795AFF819}"/>
                      </a:ext>
                    </a:extLst>
                  </p:cNvPr>
                  <p:cNvSpPr/>
                  <p:nvPr/>
                </p:nvSpPr>
                <p:spPr>
                  <a:xfrm>
                    <a:off x="3940225" y="9320688"/>
                    <a:ext cx="108458" cy="12700"/>
                  </a:xfrm>
                  <a:custGeom>
                    <a:avLst/>
                    <a:gdLst>
                      <a:gd name="csX0" fmla="*/ 0 w 108458"/>
                      <a:gd name="csY0" fmla="*/ 0 h 12700"/>
                      <a:gd name="csX1" fmla="*/ 108458 w 1084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458" h="12700">
                        <a:moveTo>
                          <a:pt x="0" y="0"/>
                        </a:moveTo>
                        <a:lnTo>
                          <a:pt x="108458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0" name="Freeform 1019">
                    <a:extLst>
                      <a:ext uri="{FF2B5EF4-FFF2-40B4-BE49-F238E27FC236}">
                        <a16:creationId xmlns:a16="http://schemas.microsoft.com/office/drawing/2014/main" id="{F08A2BAF-96CF-60E1-99A1-09D590144A64}"/>
                      </a:ext>
                    </a:extLst>
                  </p:cNvPr>
                  <p:cNvSpPr/>
                  <p:nvPr/>
                </p:nvSpPr>
                <p:spPr>
                  <a:xfrm>
                    <a:off x="3629583" y="91938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1" name="Freeform 1020">
                    <a:extLst>
                      <a:ext uri="{FF2B5EF4-FFF2-40B4-BE49-F238E27FC236}">
                        <a16:creationId xmlns:a16="http://schemas.microsoft.com/office/drawing/2014/main" id="{49F89C00-B276-8FEE-230E-075743D1C9A0}"/>
                      </a:ext>
                    </a:extLst>
                  </p:cNvPr>
                  <p:cNvSpPr/>
                  <p:nvPr/>
                </p:nvSpPr>
                <p:spPr>
                  <a:xfrm>
                    <a:off x="3449497" y="928817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2" name="Freeform 1021">
                    <a:extLst>
                      <a:ext uri="{FF2B5EF4-FFF2-40B4-BE49-F238E27FC236}">
                        <a16:creationId xmlns:a16="http://schemas.microsoft.com/office/drawing/2014/main" id="{4E6BD565-9EAE-09CC-3700-C2D1EC7FA909}"/>
                      </a:ext>
                    </a:extLst>
                  </p:cNvPr>
                  <p:cNvSpPr/>
                  <p:nvPr/>
                </p:nvSpPr>
                <p:spPr>
                  <a:xfrm>
                    <a:off x="3426002" y="916981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3" name="Freeform 1022">
                    <a:extLst>
                      <a:ext uri="{FF2B5EF4-FFF2-40B4-BE49-F238E27FC236}">
                        <a16:creationId xmlns:a16="http://schemas.microsoft.com/office/drawing/2014/main" id="{579A88B5-2207-28DF-F27F-0E8D88CCB6F4}"/>
                      </a:ext>
                    </a:extLst>
                  </p:cNvPr>
                  <p:cNvSpPr/>
                  <p:nvPr/>
                </p:nvSpPr>
                <p:spPr>
                  <a:xfrm>
                    <a:off x="3988358" y="934875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4" name="Freeform 1023">
                    <a:extLst>
                      <a:ext uri="{FF2B5EF4-FFF2-40B4-BE49-F238E27FC236}">
                        <a16:creationId xmlns:a16="http://schemas.microsoft.com/office/drawing/2014/main" id="{4F65C980-92C6-6F5D-E439-A76992C698E5}"/>
                      </a:ext>
                    </a:extLst>
                  </p:cNvPr>
                  <p:cNvSpPr/>
                  <p:nvPr/>
                </p:nvSpPr>
                <p:spPr>
                  <a:xfrm>
                    <a:off x="3257981" y="93859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5" name="Freeform 1024">
                    <a:extLst>
                      <a:ext uri="{FF2B5EF4-FFF2-40B4-BE49-F238E27FC236}">
                        <a16:creationId xmlns:a16="http://schemas.microsoft.com/office/drawing/2014/main" id="{50DEFF64-6846-19E8-8B8B-5A257F379FCE}"/>
                      </a:ext>
                    </a:extLst>
                  </p:cNvPr>
                  <p:cNvSpPr/>
                  <p:nvPr/>
                </p:nvSpPr>
                <p:spPr>
                  <a:xfrm>
                    <a:off x="3977182" y="938495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6" name="Freeform 1025">
                    <a:extLst>
                      <a:ext uri="{FF2B5EF4-FFF2-40B4-BE49-F238E27FC236}">
                        <a16:creationId xmlns:a16="http://schemas.microsoft.com/office/drawing/2014/main" id="{0DBE307A-86C3-5E79-C5FB-7465248A5483}"/>
                      </a:ext>
                    </a:extLst>
                  </p:cNvPr>
                  <p:cNvSpPr/>
                  <p:nvPr/>
                </p:nvSpPr>
                <p:spPr>
                  <a:xfrm>
                    <a:off x="3261410" y="916333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7" name="Freeform 1026">
                    <a:extLst>
                      <a:ext uri="{FF2B5EF4-FFF2-40B4-BE49-F238E27FC236}">
                        <a16:creationId xmlns:a16="http://schemas.microsoft.com/office/drawing/2014/main" id="{8D121019-1F80-81AF-5697-58E5B73A8C86}"/>
                      </a:ext>
                    </a:extLst>
                  </p:cNvPr>
                  <p:cNvSpPr/>
                  <p:nvPr/>
                </p:nvSpPr>
                <p:spPr>
                  <a:xfrm>
                    <a:off x="3963212" y="919241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8" name="Freeform 1027">
                    <a:extLst>
                      <a:ext uri="{FF2B5EF4-FFF2-40B4-BE49-F238E27FC236}">
                        <a16:creationId xmlns:a16="http://schemas.microsoft.com/office/drawing/2014/main" id="{CAF1B89C-A3B3-0DC5-AF34-1F7A2664175A}"/>
                      </a:ext>
                    </a:extLst>
                  </p:cNvPr>
                  <p:cNvSpPr/>
                  <p:nvPr/>
                </p:nvSpPr>
                <p:spPr>
                  <a:xfrm>
                    <a:off x="3258489" y="931383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29" name="Freeform 1028">
                    <a:extLst>
                      <a:ext uri="{FF2B5EF4-FFF2-40B4-BE49-F238E27FC236}">
                        <a16:creationId xmlns:a16="http://schemas.microsoft.com/office/drawing/2014/main" id="{39E2EE28-B510-3E8B-8B02-3C6EB705BF6E}"/>
                      </a:ext>
                    </a:extLst>
                  </p:cNvPr>
                  <p:cNvSpPr/>
                  <p:nvPr/>
                </p:nvSpPr>
                <p:spPr>
                  <a:xfrm>
                    <a:off x="3983913" y="924690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0" name="Freeform 1029">
                    <a:extLst>
                      <a:ext uri="{FF2B5EF4-FFF2-40B4-BE49-F238E27FC236}">
                        <a16:creationId xmlns:a16="http://schemas.microsoft.com/office/drawing/2014/main" id="{AC89D2A5-9013-0518-9DC7-7EFE88E15AEB}"/>
                      </a:ext>
                    </a:extLst>
                  </p:cNvPr>
                  <p:cNvSpPr/>
                  <p:nvPr/>
                </p:nvSpPr>
                <p:spPr>
                  <a:xfrm>
                    <a:off x="3251250" y="927065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1" name="Freeform 1030">
                    <a:extLst>
                      <a:ext uri="{FF2B5EF4-FFF2-40B4-BE49-F238E27FC236}">
                        <a16:creationId xmlns:a16="http://schemas.microsoft.com/office/drawing/2014/main" id="{329D6EF1-A159-A5FE-26F1-6CE41581EF3B}"/>
                      </a:ext>
                    </a:extLst>
                  </p:cNvPr>
                  <p:cNvSpPr/>
                  <p:nvPr/>
                </p:nvSpPr>
                <p:spPr>
                  <a:xfrm>
                    <a:off x="3984421" y="948299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2" name="Freeform 1031">
                    <a:extLst>
                      <a:ext uri="{FF2B5EF4-FFF2-40B4-BE49-F238E27FC236}">
                        <a16:creationId xmlns:a16="http://schemas.microsoft.com/office/drawing/2014/main" id="{0260154F-CEEE-69E8-0AD7-2C69728F58B7}"/>
                      </a:ext>
                    </a:extLst>
                  </p:cNvPr>
                  <p:cNvSpPr/>
                  <p:nvPr/>
                </p:nvSpPr>
                <p:spPr>
                  <a:xfrm>
                    <a:off x="3268522" y="916270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3" name="Freeform 1032">
                    <a:extLst>
                      <a:ext uri="{FF2B5EF4-FFF2-40B4-BE49-F238E27FC236}">
                        <a16:creationId xmlns:a16="http://schemas.microsoft.com/office/drawing/2014/main" id="{4A60BD4E-BACD-B115-E717-F072C0B5CEAB}"/>
                      </a:ext>
                    </a:extLst>
                  </p:cNvPr>
                  <p:cNvSpPr/>
                  <p:nvPr/>
                </p:nvSpPr>
                <p:spPr>
                  <a:xfrm>
                    <a:off x="3424859" y="923547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4" name="Freeform 1033">
                    <a:extLst>
                      <a:ext uri="{FF2B5EF4-FFF2-40B4-BE49-F238E27FC236}">
                        <a16:creationId xmlns:a16="http://schemas.microsoft.com/office/drawing/2014/main" id="{267143E3-51C0-C75F-03A3-175628A787F6}"/>
                      </a:ext>
                    </a:extLst>
                  </p:cNvPr>
                  <p:cNvSpPr/>
                  <p:nvPr/>
                </p:nvSpPr>
                <p:spPr>
                  <a:xfrm>
                    <a:off x="3975023" y="925668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5" name="Freeform 1034">
                    <a:extLst>
                      <a:ext uri="{FF2B5EF4-FFF2-40B4-BE49-F238E27FC236}">
                        <a16:creationId xmlns:a16="http://schemas.microsoft.com/office/drawing/2014/main" id="{521E3F7A-E86F-4D12-85A0-11BE87186390}"/>
                      </a:ext>
                    </a:extLst>
                  </p:cNvPr>
                  <p:cNvSpPr/>
                  <p:nvPr/>
                </p:nvSpPr>
                <p:spPr>
                  <a:xfrm>
                    <a:off x="3268776" y="948794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6" name="Freeform 1035">
                    <a:extLst>
                      <a:ext uri="{FF2B5EF4-FFF2-40B4-BE49-F238E27FC236}">
                        <a16:creationId xmlns:a16="http://schemas.microsoft.com/office/drawing/2014/main" id="{1CB55BB5-F349-EB6A-02FB-DDEF14217205}"/>
                      </a:ext>
                    </a:extLst>
                  </p:cNvPr>
                  <p:cNvSpPr/>
                  <p:nvPr/>
                </p:nvSpPr>
                <p:spPr>
                  <a:xfrm>
                    <a:off x="3631869" y="91224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7" name="Freeform 1036">
                    <a:extLst>
                      <a:ext uri="{FF2B5EF4-FFF2-40B4-BE49-F238E27FC236}">
                        <a16:creationId xmlns:a16="http://schemas.microsoft.com/office/drawing/2014/main" id="{7F046E46-87D4-AFF2-1060-D50FF38A07E4}"/>
                      </a:ext>
                    </a:extLst>
                  </p:cNvPr>
                  <p:cNvSpPr/>
                  <p:nvPr/>
                </p:nvSpPr>
                <p:spPr>
                  <a:xfrm>
                    <a:off x="3419906" y="92514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8" name="Freeform 1037">
                    <a:extLst>
                      <a:ext uri="{FF2B5EF4-FFF2-40B4-BE49-F238E27FC236}">
                        <a16:creationId xmlns:a16="http://schemas.microsoft.com/office/drawing/2014/main" id="{FEB86B40-FC79-A137-7225-8F402F2580AD}"/>
                      </a:ext>
                    </a:extLst>
                  </p:cNvPr>
                  <p:cNvSpPr/>
                  <p:nvPr/>
                </p:nvSpPr>
                <p:spPr>
                  <a:xfrm>
                    <a:off x="3432860" y="911355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39" name="Freeform 1038">
                    <a:extLst>
                      <a:ext uri="{FF2B5EF4-FFF2-40B4-BE49-F238E27FC236}">
                        <a16:creationId xmlns:a16="http://schemas.microsoft.com/office/drawing/2014/main" id="{F641B1E8-BFB8-4F98-D7F2-20E2EC0FE2F7}"/>
                      </a:ext>
                    </a:extLst>
                  </p:cNvPr>
                  <p:cNvSpPr/>
                  <p:nvPr/>
                </p:nvSpPr>
                <p:spPr>
                  <a:xfrm>
                    <a:off x="3435908" y="930595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40" name="Freeform 1039">
                    <a:extLst>
                      <a:ext uri="{FF2B5EF4-FFF2-40B4-BE49-F238E27FC236}">
                        <a16:creationId xmlns:a16="http://schemas.microsoft.com/office/drawing/2014/main" id="{D71ED8BC-77A5-8576-F87B-2B9B70DF0F10}"/>
                      </a:ext>
                    </a:extLst>
                  </p:cNvPr>
                  <p:cNvSpPr/>
                  <p:nvPr/>
                </p:nvSpPr>
                <p:spPr>
                  <a:xfrm>
                    <a:off x="3448354" y="931522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78DDE68A-1F72-DF93-B0CF-21FF4395CE3C}"/>
                      </a:ext>
                    </a:extLst>
                  </p:cNvPr>
                  <p:cNvSpPr txBox="1"/>
                  <p:nvPr/>
                </p:nvSpPr>
                <p:spPr>
                  <a:xfrm>
                    <a:off x="3075754" y="8920522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0.939</a:t>
                    </a:r>
                  </a:p>
                </p:txBody>
              </p:sp>
              <p:sp>
                <p:nvSpPr>
                  <p:cNvPr id="1042" name="Freeform 1041">
                    <a:extLst>
                      <a:ext uri="{FF2B5EF4-FFF2-40B4-BE49-F238E27FC236}">
                        <a16:creationId xmlns:a16="http://schemas.microsoft.com/office/drawing/2014/main" id="{1818ACF9-54B7-4A40-E894-98AEFC5005DB}"/>
                      </a:ext>
                    </a:extLst>
                  </p:cNvPr>
                  <p:cNvSpPr/>
                  <p:nvPr/>
                </p:nvSpPr>
                <p:spPr>
                  <a:xfrm>
                    <a:off x="3270808" y="9064656"/>
                    <a:ext cx="162814" cy="12700"/>
                  </a:xfrm>
                  <a:custGeom>
                    <a:avLst/>
                    <a:gdLst>
                      <a:gd name="csX0" fmla="*/ 0 w 162814"/>
                      <a:gd name="csY0" fmla="*/ 0 h 12700"/>
                      <a:gd name="csX1" fmla="*/ 162814 w 16281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62814" h="12700">
                        <a:moveTo>
                          <a:pt x="0" y="0"/>
                        </a:moveTo>
                        <a:lnTo>
                          <a:pt x="16281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43" name="TextBox 1042">
                    <a:extLst>
                      <a:ext uri="{FF2B5EF4-FFF2-40B4-BE49-F238E27FC236}">
                        <a16:creationId xmlns:a16="http://schemas.microsoft.com/office/drawing/2014/main" id="{79B66C03-AFD3-7CE1-371E-3B7F5F543C16}"/>
                      </a:ext>
                    </a:extLst>
                  </p:cNvPr>
                  <p:cNvSpPr txBox="1"/>
                  <p:nvPr/>
                </p:nvSpPr>
                <p:spPr>
                  <a:xfrm>
                    <a:off x="3492908" y="8920522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0.568</a:t>
                    </a:r>
                  </a:p>
                </p:txBody>
              </p:sp>
              <p:sp>
                <p:nvSpPr>
                  <p:cNvPr id="1044" name="Freeform 1043">
                    <a:extLst>
                      <a:ext uri="{FF2B5EF4-FFF2-40B4-BE49-F238E27FC236}">
                        <a16:creationId xmlns:a16="http://schemas.microsoft.com/office/drawing/2014/main" id="{E2E9B801-12C2-CF0C-F6D1-DCBE70599B5D}"/>
                      </a:ext>
                    </a:extLst>
                  </p:cNvPr>
                  <p:cNvSpPr/>
                  <p:nvPr/>
                </p:nvSpPr>
                <p:spPr>
                  <a:xfrm>
                    <a:off x="3469817" y="9064656"/>
                    <a:ext cx="524636" cy="12700"/>
                  </a:xfrm>
                  <a:custGeom>
                    <a:avLst/>
                    <a:gdLst>
                      <a:gd name="csX0" fmla="*/ 0 w 524636"/>
                      <a:gd name="csY0" fmla="*/ 0 h 12700"/>
                      <a:gd name="csX1" fmla="*/ 524637 w 524636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4636" h="12700">
                        <a:moveTo>
                          <a:pt x="0" y="0"/>
                        </a:moveTo>
                        <a:lnTo>
                          <a:pt x="524637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1045" name="TextBox 1044">
                    <a:extLst>
                      <a:ext uri="{FF2B5EF4-FFF2-40B4-BE49-F238E27FC236}">
                        <a16:creationId xmlns:a16="http://schemas.microsoft.com/office/drawing/2014/main" id="{18F0365B-7F27-256F-0F4C-80FA323F707B}"/>
                      </a:ext>
                    </a:extLst>
                  </p:cNvPr>
                  <p:cNvSpPr txBox="1"/>
                  <p:nvPr/>
                </p:nvSpPr>
                <p:spPr>
                  <a:xfrm>
                    <a:off x="3351145" y="8758035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0.644</a:t>
                    </a:r>
                  </a:p>
                </p:txBody>
              </p:sp>
              <p:sp>
                <p:nvSpPr>
                  <p:cNvPr id="1046" name="Freeform 1045">
                    <a:extLst>
                      <a:ext uri="{FF2B5EF4-FFF2-40B4-BE49-F238E27FC236}">
                        <a16:creationId xmlns:a16="http://schemas.microsoft.com/office/drawing/2014/main" id="{A5DFA6E3-177E-8AD4-55FD-C9CC320141D0}"/>
                      </a:ext>
                    </a:extLst>
                  </p:cNvPr>
                  <p:cNvSpPr/>
                  <p:nvPr/>
                </p:nvSpPr>
                <p:spPr>
                  <a:xfrm>
                    <a:off x="3270808" y="8897143"/>
                    <a:ext cx="723646" cy="12700"/>
                  </a:xfrm>
                  <a:custGeom>
                    <a:avLst/>
                    <a:gdLst>
                      <a:gd name="csX0" fmla="*/ 0 w 723646"/>
                      <a:gd name="csY0" fmla="*/ 0 h 12700"/>
                      <a:gd name="csX1" fmla="*/ 723646 w 723646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23646" h="12700">
                        <a:moveTo>
                          <a:pt x="0" y="0"/>
                        </a:moveTo>
                        <a:lnTo>
                          <a:pt x="723646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</p:grpSp>
            <p:grpSp>
              <p:nvGrpSpPr>
                <p:cNvPr id="921" name="Graphic 930">
                  <a:extLst>
                    <a:ext uri="{FF2B5EF4-FFF2-40B4-BE49-F238E27FC236}">
                      <a16:creationId xmlns:a16="http://schemas.microsoft.com/office/drawing/2014/main" id="{03484082-08D5-117A-6B8F-5D1B6357F30C}"/>
                    </a:ext>
                  </a:extLst>
                </p:cNvPr>
                <p:cNvGrpSpPr/>
                <p:nvPr/>
              </p:nvGrpSpPr>
              <p:grpSpPr>
                <a:xfrm>
                  <a:off x="2772684" y="8474434"/>
                  <a:ext cx="1353372" cy="1324421"/>
                  <a:chOff x="2772684" y="8474434"/>
                  <a:chExt cx="1353372" cy="1324421"/>
                </a:xfrm>
              </p:grpSpPr>
              <p:sp>
                <p:nvSpPr>
                  <p:cNvPr id="982" name="Freeform 981">
                    <a:extLst>
                      <a:ext uri="{FF2B5EF4-FFF2-40B4-BE49-F238E27FC236}">
                        <a16:creationId xmlns:a16="http://schemas.microsoft.com/office/drawing/2014/main" id="{DBE46A41-BD4F-C2F8-6F94-034CD2B14C2E}"/>
                      </a:ext>
                    </a:extLst>
                  </p:cNvPr>
                  <p:cNvSpPr/>
                  <p:nvPr/>
                </p:nvSpPr>
                <p:spPr>
                  <a:xfrm>
                    <a:off x="3162223" y="8760491"/>
                    <a:ext cx="12700" cy="796162"/>
                  </a:xfrm>
                  <a:custGeom>
                    <a:avLst/>
                    <a:gdLst>
                      <a:gd name="csX0" fmla="*/ 0 w 12700"/>
                      <a:gd name="csY0" fmla="*/ 796163 h 796162"/>
                      <a:gd name="csX1" fmla="*/ 0 w 12700"/>
                      <a:gd name="csY1" fmla="*/ 0 h 79616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96162">
                        <a:moveTo>
                          <a:pt x="0" y="796163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4D76417A-A144-474E-E2C6-A1ABF48D8E1D}"/>
                      </a:ext>
                    </a:extLst>
                  </p:cNvPr>
                  <p:cNvSpPr txBox="1"/>
                  <p:nvPr/>
                </p:nvSpPr>
                <p:spPr>
                  <a:xfrm>
                    <a:off x="2772684" y="9279711"/>
                    <a:ext cx="43633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0.50</a:t>
                    </a:r>
                  </a:p>
                </p:txBody>
              </p:sp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07592F3A-E523-0D17-739F-DE0902C4DCFA}"/>
                      </a:ext>
                    </a:extLst>
                  </p:cNvPr>
                  <p:cNvSpPr txBox="1"/>
                  <p:nvPr/>
                </p:nvSpPr>
                <p:spPr>
                  <a:xfrm>
                    <a:off x="2772684" y="9072194"/>
                    <a:ext cx="43633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0.75</a:t>
                    </a:r>
                  </a:p>
                </p:txBody>
              </p:sp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CEFE5E1B-D8DA-8882-6795-665E3F27615A}"/>
                      </a:ext>
                    </a:extLst>
                  </p:cNvPr>
                  <p:cNvSpPr txBox="1"/>
                  <p:nvPr/>
                </p:nvSpPr>
                <p:spPr>
                  <a:xfrm>
                    <a:off x="2772684" y="8864677"/>
                    <a:ext cx="43633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1.00</a:t>
                    </a:r>
                  </a:p>
                </p:txBody>
              </p:sp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E91A1802-1454-C33F-25CB-58ED99B80310}"/>
                      </a:ext>
                    </a:extLst>
                  </p:cNvPr>
                  <p:cNvSpPr txBox="1"/>
                  <p:nvPr/>
                </p:nvSpPr>
                <p:spPr>
                  <a:xfrm>
                    <a:off x="2772684" y="8657158"/>
                    <a:ext cx="43633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1.25</a:t>
                    </a:r>
                  </a:p>
                </p:txBody>
              </p:sp>
              <p:sp>
                <p:nvSpPr>
                  <p:cNvPr id="987" name="Freeform 986">
                    <a:extLst>
                      <a:ext uri="{FF2B5EF4-FFF2-40B4-BE49-F238E27FC236}">
                        <a16:creationId xmlns:a16="http://schemas.microsoft.com/office/drawing/2014/main" id="{6AA1E549-37A0-2463-F493-94A4FFFA2765}"/>
                      </a:ext>
                    </a:extLst>
                  </p:cNvPr>
                  <p:cNvSpPr/>
                  <p:nvPr/>
                </p:nvSpPr>
                <p:spPr>
                  <a:xfrm>
                    <a:off x="3127424" y="9386600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88" name="Freeform 987">
                    <a:extLst>
                      <a:ext uri="{FF2B5EF4-FFF2-40B4-BE49-F238E27FC236}">
                        <a16:creationId xmlns:a16="http://schemas.microsoft.com/office/drawing/2014/main" id="{8AD68AF0-89C6-1B28-E698-5ED45C23A1FD}"/>
                      </a:ext>
                    </a:extLst>
                  </p:cNvPr>
                  <p:cNvSpPr/>
                  <p:nvPr/>
                </p:nvSpPr>
                <p:spPr>
                  <a:xfrm>
                    <a:off x="3127424" y="9179083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89" name="Freeform 988">
                    <a:extLst>
                      <a:ext uri="{FF2B5EF4-FFF2-40B4-BE49-F238E27FC236}">
                        <a16:creationId xmlns:a16="http://schemas.microsoft.com/office/drawing/2014/main" id="{1FD643A6-DD50-7242-CF5D-CE0A714CB74D}"/>
                      </a:ext>
                    </a:extLst>
                  </p:cNvPr>
                  <p:cNvSpPr/>
                  <p:nvPr/>
                </p:nvSpPr>
                <p:spPr>
                  <a:xfrm>
                    <a:off x="3127424" y="8971565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0" name="Freeform 989">
                    <a:extLst>
                      <a:ext uri="{FF2B5EF4-FFF2-40B4-BE49-F238E27FC236}">
                        <a16:creationId xmlns:a16="http://schemas.microsoft.com/office/drawing/2014/main" id="{CC3469AF-0FA3-2FE9-6737-F92D6EB1B060}"/>
                      </a:ext>
                    </a:extLst>
                  </p:cNvPr>
                  <p:cNvSpPr/>
                  <p:nvPr/>
                </p:nvSpPr>
                <p:spPr>
                  <a:xfrm>
                    <a:off x="3127424" y="876404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1" name="Freeform 990">
                    <a:extLst>
                      <a:ext uri="{FF2B5EF4-FFF2-40B4-BE49-F238E27FC236}">
                        <a16:creationId xmlns:a16="http://schemas.microsoft.com/office/drawing/2014/main" id="{B71E5ADE-74B9-2235-9F78-AD975A81626A}"/>
                      </a:ext>
                    </a:extLst>
                  </p:cNvPr>
                  <p:cNvSpPr/>
                  <p:nvPr/>
                </p:nvSpPr>
                <p:spPr>
                  <a:xfrm>
                    <a:off x="3162223" y="9556653"/>
                    <a:ext cx="940816" cy="12700"/>
                  </a:xfrm>
                  <a:custGeom>
                    <a:avLst/>
                    <a:gdLst>
                      <a:gd name="csX0" fmla="*/ 0 w 940816"/>
                      <a:gd name="csY0" fmla="*/ 0 h 12700"/>
                      <a:gd name="csX1" fmla="*/ 940816 w 940816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940816" h="12700">
                        <a:moveTo>
                          <a:pt x="0" y="0"/>
                        </a:moveTo>
                        <a:lnTo>
                          <a:pt x="940816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2" name="Freeform 991">
                    <a:extLst>
                      <a:ext uri="{FF2B5EF4-FFF2-40B4-BE49-F238E27FC236}">
                        <a16:creationId xmlns:a16="http://schemas.microsoft.com/office/drawing/2014/main" id="{2F102047-E5AA-AA15-6B7C-9E5CD985C645}"/>
                      </a:ext>
                    </a:extLst>
                  </p:cNvPr>
                  <p:cNvSpPr/>
                  <p:nvPr/>
                </p:nvSpPr>
                <p:spPr>
                  <a:xfrm>
                    <a:off x="3270807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3" name="Freeform 992">
                    <a:extLst>
                      <a:ext uri="{FF2B5EF4-FFF2-40B4-BE49-F238E27FC236}">
                        <a16:creationId xmlns:a16="http://schemas.microsoft.com/office/drawing/2014/main" id="{7ABCA9DF-45F3-135C-D67B-E9D84FF0FEDB}"/>
                      </a:ext>
                    </a:extLst>
                  </p:cNvPr>
                  <p:cNvSpPr/>
                  <p:nvPr/>
                </p:nvSpPr>
                <p:spPr>
                  <a:xfrm>
                    <a:off x="3451783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4" name="Freeform 993">
                    <a:extLst>
                      <a:ext uri="{FF2B5EF4-FFF2-40B4-BE49-F238E27FC236}">
                        <a16:creationId xmlns:a16="http://schemas.microsoft.com/office/drawing/2014/main" id="{7022D4D8-63D4-4970-FA49-DB53E35BEB77}"/>
                      </a:ext>
                    </a:extLst>
                  </p:cNvPr>
                  <p:cNvSpPr/>
                  <p:nvPr/>
                </p:nvSpPr>
                <p:spPr>
                  <a:xfrm>
                    <a:off x="3632631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5" name="Freeform 994">
                    <a:extLst>
                      <a:ext uri="{FF2B5EF4-FFF2-40B4-BE49-F238E27FC236}">
                        <a16:creationId xmlns:a16="http://schemas.microsoft.com/office/drawing/2014/main" id="{57B342CF-4BB5-B65B-0A54-0DC800538572}"/>
                      </a:ext>
                    </a:extLst>
                  </p:cNvPr>
                  <p:cNvSpPr/>
                  <p:nvPr/>
                </p:nvSpPr>
                <p:spPr>
                  <a:xfrm>
                    <a:off x="3813606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6" name="Freeform 995">
                    <a:extLst>
                      <a:ext uri="{FF2B5EF4-FFF2-40B4-BE49-F238E27FC236}">
                        <a16:creationId xmlns:a16="http://schemas.microsoft.com/office/drawing/2014/main" id="{D6AA2DF4-7090-3A14-DD8F-0C69ABB295D4}"/>
                      </a:ext>
                    </a:extLst>
                  </p:cNvPr>
                  <p:cNvSpPr/>
                  <p:nvPr/>
                </p:nvSpPr>
                <p:spPr>
                  <a:xfrm>
                    <a:off x="3994453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97" name="TextBox 996">
                    <a:extLst>
                      <a:ext uri="{FF2B5EF4-FFF2-40B4-BE49-F238E27FC236}">
                        <a16:creationId xmlns:a16="http://schemas.microsoft.com/office/drawing/2014/main" id="{EEA8C6EB-A13E-CA0F-1B50-DEAFD25612D6}"/>
                      </a:ext>
                    </a:extLst>
                  </p:cNvPr>
                  <p:cNvSpPr txBox="1"/>
                  <p:nvPr/>
                </p:nvSpPr>
                <p:spPr>
                  <a:xfrm>
                    <a:off x="3124775" y="955250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998" name="TextBox 997">
                    <a:extLst>
                      <a:ext uri="{FF2B5EF4-FFF2-40B4-BE49-F238E27FC236}">
                        <a16:creationId xmlns:a16="http://schemas.microsoft.com/office/drawing/2014/main" id="{745F6686-D698-10F3-6054-F159706189FC}"/>
                      </a:ext>
                    </a:extLst>
                  </p:cNvPr>
                  <p:cNvSpPr txBox="1"/>
                  <p:nvPr/>
                </p:nvSpPr>
                <p:spPr>
                  <a:xfrm>
                    <a:off x="3341816" y="9552508"/>
                    <a:ext cx="21993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999" name="TextBox 998">
                    <a:extLst>
                      <a:ext uri="{FF2B5EF4-FFF2-40B4-BE49-F238E27FC236}">
                        <a16:creationId xmlns:a16="http://schemas.microsoft.com/office/drawing/2014/main" id="{785834A9-9301-820B-DB91-7DBD60390B80}"/>
                      </a:ext>
                    </a:extLst>
                  </p:cNvPr>
                  <p:cNvSpPr txBox="1"/>
                  <p:nvPr/>
                </p:nvSpPr>
                <p:spPr>
                  <a:xfrm>
                    <a:off x="3486599" y="955250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000" name="TextBox 999">
                    <a:extLst>
                      <a:ext uri="{FF2B5EF4-FFF2-40B4-BE49-F238E27FC236}">
                        <a16:creationId xmlns:a16="http://schemas.microsoft.com/office/drawing/2014/main" id="{7F6632E9-F0DD-799C-C31C-EACEE27471FB}"/>
                      </a:ext>
                    </a:extLst>
                  </p:cNvPr>
                  <p:cNvSpPr txBox="1"/>
                  <p:nvPr/>
                </p:nvSpPr>
                <p:spPr>
                  <a:xfrm>
                    <a:off x="3635511" y="9552508"/>
                    <a:ext cx="35618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001" name="TextBox 1000">
                    <a:extLst>
                      <a:ext uri="{FF2B5EF4-FFF2-40B4-BE49-F238E27FC236}">
                        <a16:creationId xmlns:a16="http://schemas.microsoft.com/office/drawing/2014/main" id="{7805C727-8AE0-F326-C206-36F8A5D98677}"/>
                      </a:ext>
                    </a:extLst>
                  </p:cNvPr>
                  <p:cNvSpPr txBox="1"/>
                  <p:nvPr/>
                </p:nvSpPr>
                <p:spPr>
                  <a:xfrm>
                    <a:off x="3862844" y="9552508"/>
                    <a:ext cx="263212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002" name="TextBox 1001">
                    <a:extLst>
                      <a:ext uri="{FF2B5EF4-FFF2-40B4-BE49-F238E27FC236}">
                        <a16:creationId xmlns:a16="http://schemas.microsoft.com/office/drawing/2014/main" id="{6F4728FD-B88E-A72B-851B-BA25E7FB2232}"/>
                      </a:ext>
                    </a:extLst>
                  </p:cNvPr>
                  <p:cNvSpPr txBox="1"/>
                  <p:nvPr/>
                </p:nvSpPr>
                <p:spPr>
                  <a:xfrm>
                    <a:off x="3175278" y="8474434"/>
                    <a:ext cx="856172" cy="261608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100" i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tacr3a</a:t>
                    </a:r>
                    <a:r>
                      <a:rPr lang="en-US" sz="11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+</a:t>
                    </a:r>
                  </a:p>
                </p:txBody>
              </p:sp>
            </p:grpSp>
            <p:grpSp>
              <p:nvGrpSpPr>
                <p:cNvPr id="922" name="Graphic 930">
                  <a:extLst>
                    <a:ext uri="{FF2B5EF4-FFF2-40B4-BE49-F238E27FC236}">
                      <a16:creationId xmlns:a16="http://schemas.microsoft.com/office/drawing/2014/main" id="{8D9D7D18-58FA-17F8-6130-FD5625D0173D}"/>
                    </a:ext>
                  </a:extLst>
                </p:cNvPr>
                <p:cNvGrpSpPr/>
                <p:nvPr/>
              </p:nvGrpSpPr>
              <p:grpSpPr>
                <a:xfrm>
                  <a:off x="4150611" y="8702334"/>
                  <a:ext cx="1032308" cy="854320"/>
                  <a:chOff x="4150611" y="8702334"/>
                  <a:chExt cx="1032308" cy="854320"/>
                </a:xfrm>
              </p:grpSpPr>
              <p:sp>
                <p:nvSpPr>
                  <p:cNvPr id="937" name="Freeform 936">
                    <a:extLst>
                      <a:ext uri="{FF2B5EF4-FFF2-40B4-BE49-F238E27FC236}">
                        <a16:creationId xmlns:a16="http://schemas.microsoft.com/office/drawing/2014/main" id="{F66B425D-5F48-7CD2-1A43-19643E1DFD47}"/>
                      </a:ext>
                    </a:extLst>
                  </p:cNvPr>
                  <p:cNvSpPr/>
                  <p:nvPr/>
                </p:nvSpPr>
                <p:spPr>
                  <a:xfrm>
                    <a:off x="4242231" y="8760491"/>
                    <a:ext cx="940688" cy="796163"/>
                  </a:xfrm>
                  <a:custGeom>
                    <a:avLst/>
                    <a:gdLst>
                      <a:gd name="csX0" fmla="*/ 0 w 940688"/>
                      <a:gd name="csY0" fmla="*/ 0 h 796163"/>
                      <a:gd name="csX1" fmla="*/ 940689 w 940688"/>
                      <a:gd name="csY1" fmla="*/ 0 h 796163"/>
                      <a:gd name="csX2" fmla="*/ 940689 w 940688"/>
                      <a:gd name="csY2" fmla="*/ 796163 h 796163"/>
                      <a:gd name="csX3" fmla="*/ 0 w 940688"/>
                      <a:gd name="csY3" fmla="*/ 796163 h 796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40688" h="796163">
                        <a:moveTo>
                          <a:pt x="0" y="0"/>
                        </a:moveTo>
                        <a:lnTo>
                          <a:pt x="940689" y="0"/>
                        </a:lnTo>
                        <a:lnTo>
                          <a:pt x="940689" y="796163"/>
                        </a:lnTo>
                        <a:lnTo>
                          <a:pt x="0" y="796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38" name="Freeform 937">
                    <a:extLst>
                      <a:ext uri="{FF2B5EF4-FFF2-40B4-BE49-F238E27FC236}">
                        <a16:creationId xmlns:a16="http://schemas.microsoft.com/office/drawing/2014/main" id="{7774E1DD-2D59-FA30-77EB-9E52906A43A7}"/>
                      </a:ext>
                    </a:extLst>
                  </p:cNvPr>
                  <p:cNvSpPr/>
                  <p:nvPr/>
                </p:nvSpPr>
                <p:spPr>
                  <a:xfrm>
                    <a:off x="4350689" y="9308369"/>
                    <a:ext cx="12700" cy="32639"/>
                  </a:xfrm>
                  <a:custGeom>
                    <a:avLst/>
                    <a:gdLst>
                      <a:gd name="csX0" fmla="*/ 0 w 12700"/>
                      <a:gd name="csY0" fmla="*/ 32639 h 32639"/>
                      <a:gd name="csX1" fmla="*/ 0 w 12700"/>
                      <a:gd name="csY1" fmla="*/ 0 h 3263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2639">
                        <a:moveTo>
                          <a:pt x="0" y="32639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39" name="Freeform 938">
                    <a:extLst>
                      <a:ext uri="{FF2B5EF4-FFF2-40B4-BE49-F238E27FC236}">
                        <a16:creationId xmlns:a16="http://schemas.microsoft.com/office/drawing/2014/main" id="{E0B3B820-D1A3-7D3E-68CA-E62C8E1AD994}"/>
                      </a:ext>
                    </a:extLst>
                  </p:cNvPr>
                  <p:cNvSpPr/>
                  <p:nvPr/>
                </p:nvSpPr>
                <p:spPr>
                  <a:xfrm>
                    <a:off x="4350689" y="9393459"/>
                    <a:ext cx="12700" cy="7238"/>
                  </a:xfrm>
                  <a:custGeom>
                    <a:avLst/>
                    <a:gdLst>
                      <a:gd name="csX0" fmla="*/ 0 w 12700"/>
                      <a:gd name="csY0" fmla="*/ 0 h 7238"/>
                      <a:gd name="csX1" fmla="*/ 0 w 12700"/>
                      <a:gd name="csY1" fmla="*/ 7239 h 723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238">
                        <a:moveTo>
                          <a:pt x="0" y="0"/>
                        </a:moveTo>
                        <a:lnTo>
                          <a:pt x="0" y="7239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0" name="Freeform 939">
                    <a:extLst>
                      <a:ext uri="{FF2B5EF4-FFF2-40B4-BE49-F238E27FC236}">
                        <a16:creationId xmlns:a16="http://schemas.microsoft.com/office/drawing/2014/main" id="{93140D44-AD4E-856B-266F-D9D50F14545B}"/>
                      </a:ext>
                    </a:extLst>
                  </p:cNvPr>
                  <p:cNvSpPr/>
                  <p:nvPr/>
                </p:nvSpPr>
                <p:spPr>
                  <a:xfrm>
                    <a:off x="4296460" y="9341008"/>
                    <a:ext cx="108584" cy="52450"/>
                  </a:xfrm>
                  <a:custGeom>
                    <a:avLst/>
                    <a:gdLst>
                      <a:gd name="csX0" fmla="*/ 0 w 108584"/>
                      <a:gd name="csY0" fmla="*/ 0 h 52450"/>
                      <a:gd name="csX1" fmla="*/ 0 w 108584"/>
                      <a:gd name="csY1" fmla="*/ 52451 h 52450"/>
                      <a:gd name="csX2" fmla="*/ 108585 w 108584"/>
                      <a:gd name="csY2" fmla="*/ 52451 h 52450"/>
                      <a:gd name="csX3" fmla="*/ 108585 w 108584"/>
                      <a:gd name="csY3" fmla="*/ 0 h 52450"/>
                      <a:gd name="csX4" fmla="*/ 0 w 108584"/>
                      <a:gd name="csY4" fmla="*/ 0 h 5245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4" h="52450">
                        <a:moveTo>
                          <a:pt x="0" y="0"/>
                        </a:moveTo>
                        <a:lnTo>
                          <a:pt x="0" y="52451"/>
                        </a:lnTo>
                        <a:lnTo>
                          <a:pt x="108585" y="52451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1" name="Freeform 940">
                    <a:extLst>
                      <a:ext uri="{FF2B5EF4-FFF2-40B4-BE49-F238E27FC236}">
                        <a16:creationId xmlns:a16="http://schemas.microsoft.com/office/drawing/2014/main" id="{D7CE19F3-0FF8-B3DA-A019-83B7FA57F432}"/>
                      </a:ext>
                    </a:extLst>
                  </p:cNvPr>
                  <p:cNvSpPr/>
                  <p:nvPr/>
                </p:nvSpPr>
                <p:spPr>
                  <a:xfrm>
                    <a:off x="4296460" y="9359423"/>
                    <a:ext cx="108584" cy="12700"/>
                  </a:xfrm>
                  <a:custGeom>
                    <a:avLst/>
                    <a:gdLst>
                      <a:gd name="csX0" fmla="*/ 0 w 108584"/>
                      <a:gd name="csY0" fmla="*/ 0 h 12700"/>
                      <a:gd name="csX1" fmla="*/ 108585 w 10858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4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2" name="Freeform 941">
                    <a:extLst>
                      <a:ext uri="{FF2B5EF4-FFF2-40B4-BE49-F238E27FC236}">
                        <a16:creationId xmlns:a16="http://schemas.microsoft.com/office/drawing/2014/main" id="{91CD82A0-22F5-FB10-FE35-B1FDEEC41A6D}"/>
                      </a:ext>
                    </a:extLst>
                  </p:cNvPr>
                  <p:cNvSpPr/>
                  <p:nvPr/>
                </p:nvSpPr>
                <p:spPr>
                  <a:xfrm>
                    <a:off x="4531664" y="9315227"/>
                    <a:ext cx="12700" cy="19303"/>
                  </a:xfrm>
                  <a:custGeom>
                    <a:avLst/>
                    <a:gdLst>
                      <a:gd name="csX0" fmla="*/ 0 w 12700"/>
                      <a:gd name="csY0" fmla="*/ 19304 h 19303"/>
                      <a:gd name="csX1" fmla="*/ 0 w 12700"/>
                      <a:gd name="csY1" fmla="*/ 0 h 1930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9303">
                        <a:moveTo>
                          <a:pt x="0" y="19304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3" name="Freeform 942">
                    <a:extLst>
                      <a:ext uri="{FF2B5EF4-FFF2-40B4-BE49-F238E27FC236}">
                        <a16:creationId xmlns:a16="http://schemas.microsoft.com/office/drawing/2014/main" id="{38A1314B-7148-7CD3-1B75-AADE55B20DE3}"/>
                      </a:ext>
                    </a:extLst>
                  </p:cNvPr>
                  <p:cNvSpPr/>
                  <p:nvPr/>
                </p:nvSpPr>
                <p:spPr>
                  <a:xfrm>
                    <a:off x="4531664" y="9351549"/>
                    <a:ext cx="12700" cy="1396"/>
                  </a:xfrm>
                  <a:custGeom>
                    <a:avLst/>
                    <a:gdLst>
                      <a:gd name="csX0" fmla="*/ 0 w 12700"/>
                      <a:gd name="csY0" fmla="*/ 0 h 1396"/>
                      <a:gd name="csX1" fmla="*/ 0 w 12700"/>
                      <a:gd name="csY1" fmla="*/ 1397 h 139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396">
                        <a:moveTo>
                          <a:pt x="0" y="0"/>
                        </a:moveTo>
                        <a:lnTo>
                          <a:pt x="0" y="1397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4" name="Freeform 943">
                    <a:extLst>
                      <a:ext uri="{FF2B5EF4-FFF2-40B4-BE49-F238E27FC236}">
                        <a16:creationId xmlns:a16="http://schemas.microsoft.com/office/drawing/2014/main" id="{9FE503BE-E6E4-DC44-EE6D-5605CA0E8E20}"/>
                      </a:ext>
                    </a:extLst>
                  </p:cNvPr>
                  <p:cNvSpPr/>
                  <p:nvPr/>
                </p:nvSpPr>
                <p:spPr>
                  <a:xfrm>
                    <a:off x="4477435" y="9334530"/>
                    <a:ext cx="108457" cy="17018"/>
                  </a:xfrm>
                  <a:custGeom>
                    <a:avLst/>
                    <a:gdLst>
                      <a:gd name="csX0" fmla="*/ 0 w 108457"/>
                      <a:gd name="csY0" fmla="*/ 0 h 17018"/>
                      <a:gd name="csX1" fmla="*/ 0 w 108457"/>
                      <a:gd name="csY1" fmla="*/ 17018 h 17018"/>
                      <a:gd name="csX2" fmla="*/ 108458 w 108457"/>
                      <a:gd name="csY2" fmla="*/ 17018 h 17018"/>
                      <a:gd name="csX3" fmla="*/ 108458 w 108457"/>
                      <a:gd name="csY3" fmla="*/ 0 h 17018"/>
                      <a:gd name="csX4" fmla="*/ 0 w 108457"/>
                      <a:gd name="csY4" fmla="*/ 0 h 1701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457" h="17018">
                        <a:moveTo>
                          <a:pt x="0" y="0"/>
                        </a:moveTo>
                        <a:lnTo>
                          <a:pt x="0" y="17018"/>
                        </a:lnTo>
                        <a:lnTo>
                          <a:pt x="108458" y="17018"/>
                        </a:lnTo>
                        <a:lnTo>
                          <a:pt x="10845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5" name="Freeform 944">
                    <a:extLst>
                      <a:ext uri="{FF2B5EF4-FFF2-40B4-BE49-F238E27FC236}">
                        <a16:creationId xmlns:a16="http://schemas.microsoft.com/office/drawing/2014/main" id="{B759112A-4D81-D1B3-707F-205DB8A6ECA6}"/>
                      </a:ext>
                    </a:extLst>
                  </p:cNvPr>
                  <p:cNvSpPr/>
                  <p:nvPr/>
                </p:nvSpPr>
                <p:spPr>
                  <a:xfrm>
                    <a:off x="4477435" y="9349771"/>
                    <a:ext cx="108457" cy="12700"/>
                  </a:xfrm>
                  <a:custGeom>
                    <a:avLst/>
                    <a:gdLst>
                      <a:gd name="csX0" fmla="*/ 0 w 108457"/>
                      <a:gd name="csY0" fmla="*/ 0 h 12700"/>
                      <a:gd name="csX1" fmla="*/ 108458 w 10845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457" h="12700">
                        <a:moveTo>
                          <a:pt x="0" y="0"/>
                        </a:moveTo>
                        <a:lnTo>
                          <a:pt x="108458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6" name="Freeform 945">
                    <a:extLst>
                      <a:ext uri="{FF2B5EF4-FFF2-40B4-BE49-F238E27FC236}">
                        <a16:creationId xmlns:a16="http://schemas.microsoft.com/office/drawing/2014/main" id="{235D44BF-E879-D7B5-DAA2-C0E1868FDFD2}"/>
                      </a:ext>
                    </a:extLst>
                  </p:cNvPr>
                  <p:cNvSpPr/>
                  <p:nvPr/>
                </p:nvSpPr>
                <p:spPr>
                  <a:xfrm>
                    <a:off x="4712512" y="9352438"/>
                    <a:ext cx="12700" cy="32384"/>
                  </a:xfrm>
                  <a:custGeom>
                    <a:avLst/>
                    <a:gdLst>
                      <a:gd name="csX0" fmla="*/ 0 w 12700"/>
                      <a:gd name="csY0" fmla="*/ 32385 h 32384"/>
                      <a:gd name="csX1" fmla="*/ 0 w 12700"/>
                      <a:gd name="csY1" fmla="*/ 0 h 3238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2384">
                        <a:moveTo>
                          <a:pt x="0" y="32385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7" name="Freeform 946">
                    <a:extLst>
                      <a:ext uri="{FF2B5EF4-FFF2-40B4-BE49-F238E27FC236}">
                        <a16:creationId xmlns:a16="http://schemas.microsoft.com/office/drawing/2014/main" id="{BDA4B793-F1FD-D4E7-4372-3C1C597DE8DD}"/>
                      </a:ext>
                    </a:extLst>
                  </p:cNvPr>
                  <p:cNvSpPr/>
                  <p:nvPr/>
                </p:nvSpPr>
                <p:spPr>
                  <a:xfrm>
                    <a:off x="4712512" y="9449593"/>
                    <a:ext cx="12700" cy="32384"/>
                  </a:xfrm>
                  <a:custGeom>
                    <a:avLst/>
                    <a:gdLst>
                      <a:gd name="csX0" fmla="*/ 0 w 12700"/>
                      <a:gd name="csY0" fmla="*/ 0 h 32384"/>
                      <a:gd name="csX1" fmla="*/ 0 w 12700"/>
                      <a:gd name="csY1" fmla="*/ 32385 h 3238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2384">
                        <a:moveTo>
                          <a:pt x="0" y="0"/>
                        </a:moveTo>
                        <a:lnTo>
                          <a:pt x="0" y="32385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8" name="Freeform 947">
                    <a:extLst>
                      <a:ext uri="{FF2B5EF4-FFF2-40B4-BE49-F238E27FC236}">
                        <a16:creationId xmlns:a16="http://schemas.microsoft.com/office/drawing/2014/main" id="{5EF4F25E-F804-0A4B-A6C4-9C63ABEEDA7E}"/>
                      </a:ext>
                    </a:extLst>
                  </p:cNvPr>
                  <p:cNvSpPr/>
                  <p:nvPr/>
                </p:nvSpPr>
                <p:spPr>
                  <a:xfrm>
                    <a:off x="4658282" y="9384822"/>
                    <a:ext cx="108585" cy="64769"/>
                  </a:xfrm>
                  <a:custGeom>
                    <a:avLst/>
                    <a:gdLst>
                      <a:gd name="csX0" fmla="*/ 0 w 108585"/>
                      <a:gd name="csY0" fmla="*/ 0 h 64769"/>
                      <a:gd name="csX1" fmla="*/ 0 w 108585"/>
                      <a:gd name="csY1" fmla="*/ 64770 h 64769"/>
                      <a:gd name="csX2" fmla="*/ 108585 w 108585"/>
                      <a:gd name="csY2" fmla="*/ 64770 h 64769"/>
                      <a:gd name="csX3" fmla="*/ 108585 w 108585"/>
                      <a:gd name="csY3" fmla="*/ 0 h 64769"/>
                      <a:gd name="csX4" fmla="*/ 0 w 108585"/>
                      <a:gd name="csY4" fmla="*/ 0 h 6476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5" h="64769">
                        <a:moveTo>
                          <a:pt x="0" y="0"/>
                        </a:moveTo>
                        <a:lnTo>
                          <a:pt x="0" y="64770"/>
                        </a:lnTo>
                        <a:lnTo>
                          <a:pt x="108585" y="64770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49" name="Freeform 948">
                    <a:extLst>
                      <a:ext uri="{FF2B5EF4-FFF2-40B4-BE49-F238E27FC236}">
                        <a16:creationId xmlns:a16="http://schemas.microsoft.com/office/drawing/2014/main" id="{9891376F-5EAB-5B77-B849-D4F98838725F}"/>
                      </a:ext>
                    </a:extLst>
                  </p:cNvPr>
                  <p:cNvSpPr/>
                  <p:nvPr/>
                </p:nvSpPr>
                <p:spPr>
                  <a:xfrm>
                    <a:off x="4658283" y="9417208"/>
                    <a:ext cx="108585" cy="12700"/>
                  </a:xfrm>
                  <a:custGeom>
                    <a:avLst/>
                    <a:gdLst>
                      <a:gd name="csX0" fmla="*/ 0 w 108585"/>
                      <a:gd name="csY0" fmla="*/ 0 h 12700"/>
                      <a:gd name="csX1" fmla="*/ 108585 w 108585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5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0" name="Freeform 949">
                    <a:extLst>
                      <a:ext uri="{FF2B5EF4-FFF2-40B4-BE49-F238E27FC236}">
                        <a16:creationId xmlns:a16="http://schemas.microsoft.com/office/drawing/2014/main" id="{70391E1B-0AF4-8CBB-DF6B-F9E5E07EBE21}"/>
                      </a:ext>
                    </a:extLst>
                  </p:cNvPr>
                  <p:cNvSpPr/>
                  <p:nvPr/>
                </p:nvSpPr>
                <p:spPr>
                  <a:xfrm>
                    <a:off x="5074335" y="9376949"/>
                    <a:ext cx="12700" cy="6731"/>
                  </a:xfrm>
                  <a:custGeom>
                    <a:avLst/>
                    <a:gdLst>
                      <a:gd name="csX0" fmla="*/ 0 w 12700"/>
                      <a:gd name="csY0" fmla="*/ 6731 h 6731"/>
                      <a:gd name="csX1" fmla="*/ 0 w 12700"/>
                      <a:gd name="csY1" fmla="*/ 0 h 673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31">
                        <a:moveTo>
                          <a:pt x="0" y="6731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1" name="Freeform 950">
                    <a:extLst>
                      <a:ext uri="{FF2B5EF4-FFF2-40B4-BE49-F238E27FC236}">
                        <a16:creationId xmlns:a16="http://schemas.microsoft.com/office/drawing/2014/main" id="{7CDD66A8-B3D0-2DE8-8234-381D110E7ADA}"/>
                      </a:ext>
                    </a:extLst>
                  </p:cNvPr>
                  <p:cNvSpPr/>
                  <p:nvPr/>
                </p:nvSpPr>
                <p:spPr>
                  <a:xfrm>
                    <a:off x="5074335" y="9470802"/>
                    <a:ext cx="12700" cy="32384"/>
                  </a:xfrm>
                  <a:custGeom>
                    <a:avLst/>
                    <a:gdLst>
                      <a:gd name="csX0" fmla="*/ 0 w 12700"/>
                      <a:gd name="csY0" fmla="*/ 0 h 32384"/>
                      <a:gd name="csX1" fmla="*/ 0 w 12700"/>
                      <a:gd name="csY1" fmla="*/ 32385 h 3238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2384">
                        <a:moveTo>
                          <a:pt x="0" y="0"/>
                        </a:moveTo>
                        <a:lnTo>
                          <a:pt x="0" y="32385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2" name="Freeform 951">
                    <a:extLst>
                      <a:ext uri="{FF2B5EF4-FFF2-40B4-BE49-F238E27FC236}">
                        <a16:creationId xmlns:a16="http://schemas.microsoft.com/office/drawing/2014/main" id="{1A812198-F6DF-0BAA-7F00-0BF7F552E2AB}"/>
                      </a:ext>
                    </a:extLst>
                  </p:cNvPr>
                  <p:cNvSpPr/>
                  <p:nvPr/>
                </p:nvSpPr>
                <p:spPr>
                  <a:xfrm>
                    <a:off x="5020106" y="9383680"/>
                    <a:ext cx="108585" cy="87122"/>
                  </a:xfrm>
                  <a:custGeom>
                    <a:avLst/>
                    <a:gdLst>
                      <a:gd name="csX0" fmla="*/ 0 w 108585"/>
                      <a:gd name="csY0" fmla="*/ 0 h 87122"/>
                      <a:gd name="csX1" fmla="*/ 0 w 108585"/>
                      <a:gd name="csY1" fmla="*/ 87122 h 87122"/>
                      <a:gd name="csX2" fmla="*/ 108585 w 108585"/>
                      <a:gd name="csY2" fmla="*/ 87122 h 87122"/>
                      <a:gd name="csX3" fmla="*/ 108585 w 108585"/>
                      <a:gd name="csY3" fmla="*/ 0 h 87122"/>
                      <a:gd name="csX4" fmla="*/ 0 w 108585"/>
                      <a:gd name="csY4" fmla="*/ 0 h 8712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08585" h="87122">
                        <a:moveTo>
                          <a:pt x="0" y="0"/>
                        </a:moveTo>
                        <a:lnTo>
                          <a:pt x="0" y="87122"/>
                        </a:lnTo>
                        <a:lnTo>
                          <a:pt x="108585" y="87122"/>
                        </a:lnTo>
                        <a:lnTo>
                          <a:pt x="10858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D040C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3" name="Freeform 952">
                    <a:extLst>
                      <a:ext uri="{FF2B5EF4-FFF2-40B4-BE49-F238E27FC236}">
                        <a16:creationId xmlns:a16="http://schemas.microsoft.com/office/drawing/2014/main" id="{00BC8EF8-02C6-DD6D-ECA0-30D1F47DF6DA}"/>
                      </a:ext>
                    </a:extLst>
                  </p:cNvPr>
                  <p:cNvSpPr/>
                  <p:nvPr/>
                </p:nvSpPr>
                <p:spPr>
                  <a:xfrm>
                    <a:off x="5020106" y="9410858"/>
                    <a:ext cx="108585" cy="12700"/>
                  </a:xfrm>
                  <a:custGeom>
                    <a:avLst/>
                    <a:gdLst>
                      <a:gd name="csX0" fmla="*/ 0 w 108585"/>
                      <a:gd name="csY0" fmla="*/ 0 h 12700"/>
                      <a:gd name="csX1" fmla="*/ 108585 w 108585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08585" h="12700">
                        <a:moveTo>
                          <a:pt x="0" y="0"/>
                        </a:moveTo>
                        <a:lnTo>
                          <a:pt x="108585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4" name="Freeform 953">
                    <a:extLst>
                      <a:ext uri="{FF2B5EF4-FFF2-40B4-BE49-F238E27FC236}">
                        <a16:creationId xmlns:a16="http://schemas.microsoft.com/office/drawing/2014/main" id="{A95E50BF-26A9-3A27-7403-0658AD85FE83}"/>
                      </a:ext>
                    </a:extLst>
                  </p:cNvPr>
                  <p:cNvSpPr/>
                  <p:nvPr/>
                </p:nvSpPr>
                <p:spPr>
                  <a:xfrm>
                    <a:off x="4709591" y="946394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5" name="Freeform 954">
                    <a:extLst>
                      <a:ext uri="{FF2B5EF4-FFF2-40B4-BE49-F238E27FC236}">
                        <a16:creationId xmlns:a16="http://schemas.microsoft.com/office/drawing/2014/main" id="{09B291E1-EDF0-BFDC-293E-A5114B28F57D}"/>
                      </a:ext>
                    </a:extLst>
                  </p:cNvPr>
                  <p:cNvSpPr/>
                  <p:nvPr/>
                </p:nvSpPr>
                <p:spPr>
                  <a:xfrm>
                    <a:off x="4529378" y="9330721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6" name="Freeform 955">
                    <a:extLst>
                      <a:ext uri="{FF2B5EF4-FFF2-40B4-BE49-F238E27FC236}">
                        <a16:creationId xmlns:a16="http://schemas.microsoft.com/office/drawing/2014/main" id="{029B8526-A1D4-52AF-A7E5-0C7457D7DBD3}"/>
                      </a:ext>
                    </a:extLst>
                  </p:cNvPr>
                  <p:cNvSpPr/>
                  <p:nvPr/>
                </p:nvSpPr>
                <p:spPr>
                  <a:xfrm>
                    <a:off x="4505883" y="9332245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7" name="Freeform 956">
                    <a:extLst>
                      <a:ext uri="{FF2B5EF4-FFF2-40B4-BE49-F238E27FC236}">
                        <a16:creationId xmlns:a16="http://schemas.microsoft.com/office/drawing/2014/main" id="{815DB1EA-890B-552E-2D4D-BF73BED18BA6}"/>
                      </a:ext>
                    </a:extLst>
                  </p:cNvPr>
                  <p:cNvSpPr/>
                  <p:nvPr/>
                </p:nvSpPr>
                <p:spPr>
                  <a:xfrm>
                    <a:off x="5068366" y="935916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8" name="Freeform 957">
                    <a:extLst>
                      <a:ext uri="{FF2B5EF4-FFF2-40B4-BE49-F238E27FC236}">
                        <a16:creationId xmlns:a16="http://schemas.microsoft.com/office/drawing/2014/main" id="{CA30E3FB-948B-0D17-30AD-17E47D35F430}"/>
                      </a:ext>
                    </a:extLst>
                  </p:cNvPr>
                  <p:cNvSpPr/>
                  <p:nvPr/>
                </p:nvSpPr>
                <p:spPr>
                  <a:xfrm>
                    <a:off x="4337862" y="9290335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59" name="Freeform 958">
                    <a:extLst>
                      <a:ext uri="{FF2B5EF4-FFF2-40B4-BE49-F238E27FC236}">
                        <a16:creationId xmlns:a16="http://schemas.microsoft.com/office/drawing/2014/main" id="{E8877B8F-B603-5EAD-BB8D-970CA20A2627}"/>
                      </a:ext>
                    </a:extLst>
                  </p:cNvPr>
                  <p:cNvSpPr/>
                  <p:nvPr/>
                </p:nvSpPr>
                <p:spPr>
                  <a:xfrm>
                    <a:off x="5057063" y="9470167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0" name="Freeform 959">
                    <a:extLst>
                      <a:ext uri="{FF2B5EF4-FFF2-40B4-BE49-F238E27FC236}">
                        <a16:creationId xmlns:a16="http://schemas.microsoft.com/office/drawing/2014/main" id="{11036E29-5C53-9036-BEC0-F8169CE45AF5}"/>
                      </a:ext>
                    </a:extLst>
                  </p:cNvPr>
                  <p:cNvSpPr/>
                  <p:nvPr/>
                </p:nvSpPr>
                <p:spPr>
                  <a:xfrm>
                    <a:off x="4341291" y="9329197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1" name="Freeform 960">
                    <a:extLst>
                      <a:ext uri="{FF2B5EF4-FFF2-40B4-BE49-F238E27FC236}">
                        <a16:creationId xmlns:a16="http://schemas.microsoft.com/office/drawing/2014/main" id="{5ADD2CE7-63FB-4052-1605-03C26FFA4399}"/>
                      </a:ext>
                    </a:extLst>
                  </p:cNvPr>
                  <p:cNvSpPr/>
                  <p:nvPr/>
                </p:nvSpPr>
                <p:spPr>
                  <a:xfrm>
                    <a:off x="5043093" y="948515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2" name="Freeform 961">
                    <a:extLst>
                      <a:ext uri="{FF2B5EF4-FFF2-40B4-BE49-F238E27FC236}">
                        <a16:creationId xmlns:a16="http://schemas.microsoft.com/office/drawing/2014/main" id="{14EA868B-CA00-2289-2CEF-6D4A3BC28841}"/>
                      </a:ext>
                    </a:extLst>
                  </p:cNvPr>
                  <p:cNvSpPr/>
                  <p:nvPr/>
                </p:nvSpPr>
                <p:spPr>
                  <a:xfrm>
                    <a:off x="4338370" y="938266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3" name="Freeform 962">
                    <a:extLst>
                      <a:ext uri="{FF2B5EF4-FFF2-40B4-BE49-F238E27FC236}">
                        <a16:creationId xmlns:a16="http://schemas.microsoft.com/office/drawing/2014/main" id="{133EEF59-7C37-C55B-1C24-7E986EF2AC20}"/>
                      </a:ext>
                    </a:extLst>
                  </p:cNvPr>
                  <p:cNvSpPr/>
                  <p:nvPr/>
                </p:nvSpPr>
                <p:spPr>
                  <a:xfrm>
                    <a:off x="5063794" y="940044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4" name="Freeform 963">
                    <a:extLst>
                      <a:ext uri="{FF2B5EF4-FFF2-40B4-BE49-F238E27FC236}">
                        <a16:creationId xmlns:a16="http://schemas.microsoft.com/office/drawing/2014/main" id="{5327AC89-CB48-C442-C3F3-92BAE8F04A95}"/>
                      </a:ext>
                    </a:extLst>
                  </p:cNvPr>
                  <p:cNvSpPr/>
                  <p:nvPr/>
                </p:nvSpPr>
                <p:spPr>
                  <a:xfrm>
                    <a:off x="4331131" y="9353708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5" name="Freeform 964">
                    <a:extLst>
                      <a:ext uri="{FF2B5EF4-FFF2-40B4-BE49-F238E27FC236}">
                        <a16:creationId xmlns:a16="http://schemas.microsoft.com/office/drawing/2014/main" id="{5B26C34B-03CC-014A-98FC-68320AB8D917}"/>
                      </a:ext>
                    </a:extLst>
                  </p:cNvPr>
                  <p:cNvSpPr/>
                  <p:nvPr/>
                </p:nvSpPr>
                <p:spPr>
                  <a:xfrm>
                    <a:off x="5064302" y="938520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6" name="Freeform 965">
                    <a:extLst>
                      <a:ext uri="{FF2B5EF4-FFF2-40B4-BE49-F238E27FC236}">
                        <a16:creationId xmlns:a16="http://schemas.microsoft.com/office/drawing/2014/main" id="{48B5B782-B117-D61C-AF03-FA60EDE00D1F}"/>
                      </a:ext>
                    </a:extLst>
                  </p:cNvPr>
                  <p:cNvSpPr/>
                  <p:nvPr/>
                </p:nvSpPr>
                <p:spPr>
                  <a:xfrm>
                    <a:off x="4348403" y="9487058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7" name="Freeform 966">
                    <a:extLst>
                      <a:ext uri="{FF2B5EF4-FFF2-40B4-BE49-F238E27FC236}">
                        <a16:creationId xmlns:a16="http://schemas.microsoft.com/office/drawing/2014/main" id="{92DD5DD5-0B69-4C8D-7EAF-13851115EE11}"/>
                      </a:ext>
                    </a:extLst>
                  </p:cNvPr>
                  <p:cNvSpPr/>
                  <p:nvPr/>
                </p:nvSpPr>
                <p:spPr>
                  <a:xfrm>
                    <a:off x="4504740" y="9331737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8" name="Freeform 967">
                    <a:extLst>
                      <a:ext uri="{FF2B5EF4-FFF2-40B4-BE49-F238E27FC236}">
                        <a16:creationId xmlns:a16="http://schemas.microsoft.com/office/drawing/2014/main" id="{BE95CC3D-3A3A-251A-45E3-3EA78A447953}"/>
                      </a:ext>
                    </a:extLst>
                  </p:cNvPr>
                  <p:cNvSpPr/>
                  <p:nvPr/>
                </p:nvSpPr>
                <p:spPr>
                  <a:xfrm>
                    <a:off x="5055031" y="9358915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69" name="Freeform 968">
                    <a:extLst>
                      <a:ext uri="{FF2B5EF4-FFF2-40B4-BE49-F238E27FC236}">
                        <a16:creationId xmlns:a16="http://schemas.microsoft.com/office/drawing/2014/main" id="{5CA4F90C-DDD7-A9AD-978A-F7774C33FFF8}"/>
                      </a:ext>
                    </a:extLst>
                  </p:cNvPr>
                  <p:cNvSpPr/>
                  <p:nvPr/>
                </p:nvSpPr>
                <p:spPr>
                  <a:xfrm>
                    <a:off x="4348657" y="932106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0" name="Freeform 969">
                    <a:extLst>
                      <a:ext uri="{FF2B5EF4-FFF2-40B4-BE49-F238E27FC236}">
                        <a16:creationId xmlns:a16="http://schemas.microsoft.com/office/drawing/2014/main" id="{ABC69F58-01FD-FE7D-4ACA-45844C4AC0A4}"/>
                      </a:ext>
                    </a:extLst>
                  </p:cNvPr>
                  <p:cNvSpPr/>
                  <p:nvPr/>
                </p:nvSpPr>
                <p:spPr>
                  <a:xfrm>
                    <a:off x="4711877" y="933440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1" name="Freeform 970">
                    <a:extLst>
                      <a:ext uri="{FF2B5EF4-FFF2-40B4-BE49-F238E27FC236}">
                        <a16:creationId xmlns:a16="http://schemas.microsoft.com/office/drawing/2014/main" id="{14F17DF8-6813-5E4D-4350-D9BCC9ED1E93}"/>
                      </a:ext>
                    </a:extLst>
                  </p:cNvPr>
                  <p:cNvSpPr/>
                  <p:nvPr/>
                </p:nvSpPr>
                <p:spPr>
                  <a:xfrm>
                    <a:off x="4499787" y="9334912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2" name="Freeform 971">
                    <a:extLst>
                      <a:ext uri="{FF2B5EF4-FFF2-40B4-BE49-F238E27FC236}">
                        <a16:creationId xmlns:a16="http://schemas.microsoft.com/office/drawing/2014/main" id="{3BF6705A-F301-C84A-31D8-BFEE610ECCD5}"/>
                      </a:ext>
                    </a:extLst>
                  </p:cNvPr>
                  <p:cNvSpPr/>
                  <p:nvPr/>
                </p:nvSpPr>
                <p:spPr>
                  <a:xfrm>
                    <a:off x="4512741" y="9302146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3" name="Freeform 972">
                    <a:extLst>
                      <a:ext uri="{FF2B5EF4-FFF2-40B4-BE49-F238E27FC236}">
                        <a16:creationId xmlns:a16="http://schemas.microsoft.com/office/drawing/2014/main" id="{B4589772-48ED-7084-78BD-AD557B7E5846}"/>
                      </a:ext>
                    </a:extLst>
                  </p:cNvPr>
                  <p:cNvSpPr/>
                  <p:nvPr/>
                </p:nvSpPr>
                <p:spPr>
                  <a:xfrm>
                    <a:off x="4877612" y="9291478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4" name="Freeform 973">
                    <a:extLst>
                      <a:ext uri="{FF2B5EF4-FFF2-40B4-BE49-F238E27FC236}">
                        <a16:creationId xmlns:a16="http://schemas.microsoft.com/office/drawing/2014/main" id="{4547E5C4-9C28-42EA-C445-DB9CD41B0359}"/>
                      </a:ext>
                    </a:extLst>
                  </p:cNvPr>
                  <p:cNvSpPr/>
                  <p:nvPr/>
                </p:nvSpPr>
                <p:spPr>
                  <a:xfrm>
                    <a:off x="4528235" y="9385077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5" name="Freeform 974">
                    <a:extLst>
                      <a:ext uri="{FF2B5EF4-FFF2-40B4-BE49-F238E27FC236}">
                        <a16:creationId xmlns:a16="http://schemas.microsoft.com/office/drawing/2014/main" id="{8B5DC6B6-A519-487C-8B6F-AE31D9E2EC96}"/>
                      </a:ext>
                    </a:extLst>
                  </p:cNvPr>
                  <p:cNvSpPr/>
                  <p:nvPr/>
                </p:nvSpPr>
                <p:spPr>
                  <a:xfrm>
                    <a:off x="4500549" y="929719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7D1A9A51-4DC7-09E6-52A3-F55DC8CA87E6}"/>
                      </a:ext>
                    </a:extLst>
                  </p:cNvPr>
                  <p:cNvSpPr txBox="1"/>
                  <p:nvPr/>
                </p:nvSpPr>
                <p:spPr>
                  <a:xfrm>
                    <a:off x="4150611" y="8925549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0.794</a:t>
                    </a:r>
                  </a:p>
                </p:txBody>
              </p:sp>
              <p:sp>
                <p:nvSpPr>
                  <p:cNvPr id="977" name="Freeform 976">
                    <a:extLst>
                      <a:ext uri="{FF2B5EF4-FFF2-40B4-BE49-F238E27FC236}">
                        <a16:creationId xmlns:a16="http://schemas.microsoft.com/office/drawing/2014/main" id="{6FF40475-ACE4-16A8-2C15-1F48213F70AC}"/>
                      </a:ext>
                    </a:extLst>
                  </p:cNvPr>
                  <p:cNvSpPr/>
                  <p:nvPr/>
                </p:nvSpPr>
                <p:spPr>
                  <a:xfrm>
                    <a:off x="4350689" y="9064656"/>
                    <a:ext cx="162814" cy="12700"/>
                  </a:xfrm>
                  <a:custGeom>
                    <a:avLst/>
                    <a:gdLst>
                      <a:gd name="csX0" fmla="*/ 0 w 162814"/>
                      <a:gd name="csY0" fmla="*/ 0 h 12700"/>
                      <a:gd name="csX1" fmla="*/ 162814 w 16281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62814" h="12700">
                        <a:moveTo>
                          <a:pt x="0" y="0"/>
                        </a:moveTo>
                        <a:lnTo>
                          <a:pt x="16281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78" name="TextBox 977">
                    <a:extLst>
                      <a:ext uri="{FF2B5EF4-FFF2-40B4-BE49-F238E27FC236}">
                        <a16:creationId xmlns:a16="http://schemas.microsoft.com/office/drawing/2014/main" id="{5233D5F1-1542-4A72-48EF-7C43C48E5B81}"/>
                      </a:ext>
                    </a:extLst>
                  </p:cNvPr>
                  <p:cNvSpPr txBox="1"/>
                  <p:nvPr/>
                </p:nvSpPr>
                <p:spPr>
                  <a:xfrm>
                    <a:off x="4670057" y="8869848"/>
                    <a:ext cx="284050" cy="400236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2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979" name="Freeform 978">
                    <a:extLst>
                      <a:ext uri="{FF2B5EF4-FFF2-40B4-BE49-F238E27FC236}">
                        <a16:creationId xmlns:a16="http://schemas.microsoft.com/office/drawing/2014/main" id="{95563A42-05B0-A633-68A2-8C34D99751AE}"/>
                      </a:ext>
                    </a:extLst>
                  </p:cNvPr>
                  <p:cNvSpPr/>
                  <p:nvPr/>
                </p:nvSpPr>
                <p:spPr>
                  <a:xfrm>
                    <a:off x="4549698" y="9064656"/>
                    <a:ext cx="524637" cy="12700"/>
                  </a:xfrm>
                  <a:custGeom>
                    <a:avLst/>
                    <a:gdLst>
                      <a:gd name="csX0" fmla="*/ 0 w 524637"/>
                      <a:gd name="csY0" fmla="*/ 0 h 12700"/>
                      <a:gd name="csX1" fmla="*/ 524637 w 52463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4637" h="12700">
                        <a:moveTo>
                          <a:pt x="0" y="0"/>
                        </a:moveTo>
                        <a:lnTo>
                          <a:pt x="524637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1D522A48-0601-3B36-4D8F-075268E01ABC}"/>
                      </a:ext>
                    </a:extLst>
                  </p:cNvPr>
                  <p:cNvSpPr txBox="1"/>
                  <p:nvPr/>
                </p:nvSpPr>
                <p:spPr>
                  <a:xfrm>
                    <a:off x="4570487" y="8702334"/>
                    <a:ext cx="284050" cy="400236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2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981" name="Freeform 980">
                    <a:extLst>
                      <a:ext uri="{FF2B5EF4-FFF2-40B4-BE49-F238E27FC236}">
                        <a16:creationId xmlns:a16="http://schemas.microsoft.com/office/drawing/2014/main" id="{7FCA1F9B-DDFF-600E-1608-C4CD6D6211A3}"/>
                      </a:ext>
                    </a:extLst>
                  </p:cNvPr>
                  <p:cNvSpPr/>
                  <p:nvPr/>
                </p:nvSpPr>
                <p:spPr>
                  <a:xfrm>
                    <a:off x="4350689" y="8897143"/>
                    <a:ext cx="723646" cy="12700"/>
                  </a:xfrm>
                  <a:custGeom>
                    <a:avLst/>
                    <a:gdLst>
                      <a:gd name="csX0" fmla="*/ 0 w 723646"/>
                      <a:gd name="csY0" fmla="*/ 0 h 12700"/>
                      <a:gd name="csX1" fmla="*/ 723646 w 723646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23646" h="12700">
                        <a:moveTo>
                          <a:pt x="0" y="0"/>
                        </a:moveTo>
                        <a:lnTo>
                          <a:pt x="723646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</p:grpSp>
            <p:grpSp>
              <p:nvGrpSpPr>
                <p:cNvPr id="923" name="Graphic 930">
                  <a:extLst>
                    <a:ext uri="{FF2B5EF4-FFF2-40B4-BE49-F238E27FC236}">
                      <a16:creationId xmlns:a16="http://schemas.microsoft.com/office/drawing/2014/main" id="{94717CC8-F3A4-C73F-FECD-3E35572539A5}"/>
                    </a:ext>
                  </a:extLst>
                </p:cNvPr>
                <p:cNvGrpSpPr/>
                <p:nvPr/>
              </p:nvGrpSpPr>
              <p:grpSpPr>
                <a:xfrm>
                  <a:off x="4204656" y="8474434"/>
                  <a:ext cx="1001280" cy="1324422"/>
                  <a:chOff x="4204656" y="8474434"/>
                  <a:chExt cx="1001280" cy="1324422"/>
                </a:xfrm>
              </p:grpSpPr>
              <p:sp>
                <p:nvSpPr>
                  <p:cNvPr id="924" name="Freeform 923">
                    <a:extLst>
                      <a:ext uri="{FF2B5EF4-FFF2-40B4-BE49-F238E27FC236}">
                        <a16:creationId xmlns:a16="http://schemas.microsoft.com/office/drawing/2014/main" id="{C361E1AD-E3F7-637B-3ECE-9FB98E8CF281}"/>
                      </a:ext>
                    </a:extLst>
                  </p:cNvPr>
                  <p:cNvSpPr/>
                  <p:nvPr/>
                </p:nvSpPr>
                <p:spPr>
                  <a:xfrm>
                    <a:off x="4242231" y="9556653"/>
                    <a:ext cx="940688" cy="12700"/>
                  </a:xfrm>
                  <a:custGeom>
                    <a:avLst/>
                    <a:gdLst>
                      <a:gd name="csX0" fmla="*/ 0 w 940688"/>
                      <a:gd name="csY0" fmla="*/ 0 h 12700"/>
                      <a:gd name="csX1" fmla="*/ 940689 w 94068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940688" h="12700">
                        <a:moveTo>
                          <a:pt x="0" y="0"/>
                        </a:moveTo>
                        <a:lnTo>
                          <a:pt x="940689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25" name="Freeform 924">
                    <a:extLst>
                      <a:ext uri="{FF2B5EF4-FFF2-40B4-BE49-F238E27FC236}">
                        <a16:creationId xmlns:a16="http://schemas.microsoft.com/office/drawing/2014/main" id="{06106275-45A4-D981-143C-8F3AB5EEFCB8}"/>
                      </a:ext>
                    </a:extLst>
                  </p:cNvPr>
                  <p:cNvSpPr/>
                  <p:nvPr/>
                </p:nvSpPr>
                <p:spPr>
                  <a:xfrm>
                    <a:off x="4350688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26" name="Freeform 925">
                    <a:extLst>
                      <a:ext uri="{FF2B5EF4-FFF2-40B4-BE49-F238E27FC236}">
                        <a16:creationId xmlns:a16="http://schemas.microsoft.com/office/drawing/2014/main" id="{AE306CD9-24B5-61FF-C33B-4E857040D2B9}"/>
                      </a:ext>
                    </a:extLst>
                  </p:cNvPr>
                  <p:cNvSpPr/>
                  <p:nvPr/>
                </p:nvSpPr>
                <p:spPr>
                  <a:xfrm>
                    <a:off x="4531663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27" name="Freeform 926">
                    <a:extLst>
                      <a:ext uri="{FF2B5EF4-FFF2-40B4-BE49-F238E27FC236}">
                        <a16:creationId xmlns:a16="http://schemas.microsoft.com/office/drawing/2014/main" id="{FD09F02B-4E45-3852-C28E-E60325566F68}"/>
                      </a:ext>
                    </a:extLst>
                  </p:cNvPr>
                  <p:cNvSpPr/>
                  <p:nvPr/>
                </p:nvSpPr>
                <p:spPr>
                  <a:xfrm>
                    <a:off x="4712512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28" name="Freeform 927">
                    <a:extLst>
                      <a:ext uri="{FF2B5EF4-FFF2-40B4-BE49-F238E27FC236}">
                        <a16:creationId xmlns:a16="http://schemas.microsoft.com/office/drawing/2014/main" id="{A6EB7576-B11E-E0A8-4DEE-729D62D2785D}"/>
                      </a:ext>
                    </a:extLst>
                  </p:cNvPr>
                  <p:cNvSpPr/>
                  <p:nvPr/>
                </p:nvSpPr>
                <p:spPr>
                  <a:xfrm>
                    <a:off x="4893487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29" name="Freeform 928">
                    <a:extLst>
                      <a:ext uri="{FF2B5EF4-FFF2-40B4-BE49-F238E27FC236}">
                        <a16:creationId xmlns:a16="http://schemas.microsoft.com/office/drawing/2014/main" id="{CE21920E-3FD2-AB92-FF00-EF2A4DF62F48}"/>
                      </a:ext>
                    </a:extLst>
                  </p:cNvPr>
                  <p:cNvSpPr/>
                  <p:nvPr/>
                </p:nvSpPr>
                <p:spPr>
                  <a:xfrm>
                    <a:off x="5074335" y="955665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30" name="TextBox 929">
                    <a:extLst>
                      <a:ext uri="{FF2B5EF4-FFF2-40B4-BE49-F238E27FC236}">
                        <a16:creationId xmlns:a16="http://schemas.microsoft.com/office/drawing/2014/main" id="{8A30AD03-0A17-EBD1-39A1-255EC066BFD8}"/>
                      </a:ext>
                    </a:extLst>
                  </p:cNvPr>
                  <p:cNvSpPr txBox="1"/>
                  <p:nvPr/>
                </p:nvSpPr>
                <p:spPr>
                  <a:xfrm>
                    <a:off x="4204656" y="9552509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931" name="TextBox 930">
                    <a:extLst>
                      <a:ext uri="{FF2B5EF4-FFF2-40B4-BE49-F238E27FC236}">
                        <a16:creationId xmlns:a16="http://schemas.microsoft.com/office/drawing/2014/main" id="{D44EE192-FEB0-076D-DE88-AF19ECAC2211}"/>
                      </a:ext>
                    </a:extLst>
                  </p:cNvPr>
                  <p:cNvSpPr txBox="1"/>
                  <p:nvPr/>
                </p:nvSpPr>
                <p:spPr>
                  <a:xfrm>
                    <a:off x="4421697" y="9552509"/>
                    <a:ext cx="21993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932" name="TextBox 931">
                    <a:extLst>
                      <a:ext uri="{FF2B5EF4-FFF2-40B4-BE49-F238E27FC236}">
                        <a16:creationId xmlns:a16="http://schemas.microsoft.com/office/drawing/2014/main" id="{FB9C6AB2-B64B-0043-8F7F-E1AC1524A54F}"/>
                      </a:ext>
                    </a:extLst>
                  </p:cNvPr>
                  <p:cNvSpPr txBox="1"/>
                  <p:nvPr/>
                </p:nvSpPr>
                <p:spPr>
                  <a:xfrm>
                    <a:off x="4566478" y="9552509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933" name="TextBox 932">
                    <a:extLst>
                      <a:ext uri="{FF2B5EF4-FFF2-40B4-BE49-F238E27FC236}">
                        <a16:creationId xmlns:a16="http://schemas.microsoft.com/office/drawing/2014/main" id="{226753E9-550B-2E7E-2BBC-9577ED0B0DAA}"/>
                      </a:ext>
                    </a:extLst>
                  </p:cNvPr>
                  <p:cNvSpPr txBox="1"/>
                  <p:nvPr/>
                </p:nvSpPr>
                <p:spPr>
                  <a:xfrm>
                    <a:off x="4715394" y="9552509"/>
                    <a:ext cx="35618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934" name="TextBox 933">
                    <a:extLst>
                      <a:ext uri="{FF2B5EF4-FFF2-40B4-BE49-F238E27FC236}">
                        <a16:creationId xmlns:a16="http://schemas.microsoft.com/office/drawing/2014/main" id="{294642F2-DB66-21DD-15AA-37892984372C}"/>
                      </a:ext>
                    </a:extLst>
                  </p:cNvPr>
                  <p:cNvSpPr txBox="1"/>
                  <p:nvPr/>
                </p:nvSpPr>
                <p:spPr>
                  <a:xfrm>
                    <a:off x="4942724" y="9552509"/>
                    <a:ext cx="263212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936" name="TextBox 935">
                    <a:extLst>
                      <a:ext uri="{FF2B5EF4-FFF2-40B4-BE49-F238E27FC236}">
                        <a16:creationId xmlns:a16="http://schemas.microsoft.com/office/drawing/2014/main" id="{559A3C6B-C12D-4030-0D6B-2C155499F5E8}"/>
                      </a:ext>
                    </a:extLst>
                  </p:cNvPr>
                  <p:cNvSpPr txBox="1"/>
                  <p:nvPr/>
                </p:nvSpPr>
                <p:spPr>
                  <a:xfrm>
                    <a:off x="4242230" y="8474434"/>
                    <a:ext cx="884296" cy="261608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100" i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tacr3a-</a:t>
                    </a:r>
                  </a:p>
                </p:txBody>
              </p:sp>
            </p:grpSp>
          </p:grp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C0211768-3D16-6438-FB78-CD74CFC72907}"/>
                  </a:ext>
                </a:extLst>
              </p:cNvPr>
              <p:cNvSpPr/>
              <p:nvPr/>
            </p:nvSpPr>
            <p:spPr>
              <a:xfrm>
                <a:off x="3695853" y="8773296"/>
                <a:ext cx="1005840" cy="12700"/>
              </a:xfrm>
              <a:custGeom>
                <a:avLst/>
                <a:gdLst>
                  <a:gd name="csX0" fmla="*/ 0 w 168148"/>
                  <a:gd name="csY0" fmla="*/ 0 h 12700"/>
                  <a:gd name="csX1" fmla="*/ 168148 w 16814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148" h="12700">
                    <a:moveTo>
                      <a:pt x="0" y="0"/>
                    </a:moveTo>
                    <a:lnTo>
                      <a:pt x="16814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887D6611-7030-61B1-FAE8-8F12813470C4}"/>
                </a:ext>
              </a:extLst>
            </p:cNvPr>
            <p:cNvSpPr txBox="1"/>
            <p:nvPr/>
          </p:nvSpPr>
          <p:spPr>
            <a:xfrm rot="16200000">
              <a:off x="3519556" y="4964583"/>
              <a:ext cx="918839" cy="253785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sz="1049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CytoTRACE</a:t>
              </a:r>
              <a:endParaRPr lang="en-US" sz="104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45C76691-8375-2ADF-2A2D-A9A5C01F419A}"/>
              </a:ext>
            </a:extLst>
          </p:cNvPr>
          <p:cNvGrpSpPr/>
          <p:nvPr/>
        </p:nvGrpSpPr>
        <p:grpSpPr>
          <a:xfrm>
            <a:off x="4047224" y="3117641"/>
            <a:ext cx="2563670" cy="1520562"/>
            <a:chOff x="3933288" y="6145947"/>
            <a:chExt cx="2563670" cy="1384025"/>
          </a:xfrm>
        </p:grpSpPr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6C98F62E-F75B-9AF6-7F3B-7457D70328B1}"/>
                </a:ext>
              </a:extLst>
            </p:cNvPr>
            <p:cNvGrpSpPr/>
            <p:nvPr/>
          </p:nvGrpSpPr>
          <p:grpSpPr>
            <a:xfrm>
              <a:off x="4072305" y="6145947"/>
              <a:ext cx="2424653" cy="1384025"/>
              <a:chOff x="5238798" y="8447839"/>
              <a:chExt cx="2424654" cy="1384025"/>
            </a:xfrm>
          </p:grpSpPr>
          <p:grpSp>
            <p:nvGrpSpPr>
              <p:cNvPr id="787" name="Graphic 931">
                <a:extLst>
                  <a:ext uri="{FF2B5EF4-FFF2-40B4-BE49-F238E27FC236}">
                    <a16:creationId xmlns:a16="http://schemas.microsoft.com/office/drawing/2014/main" id="{36D96BF3-AD72-9A04-92EE-64259C38C656}"/>
                  </a:ext>
                </a:extLst>
              </p:cNvPr>
              <p:cNvGrpSpPr/>
              <p:nvPr/>
            </p:nvGrpSpPr>
            <p:grpSpPr>
              <a:xfrm>
                <a:off x="5238798" y="8447839"/>
                <a:ext cx="2424654" cy="1384025"/>
                <a:chOff x="5238798" y="8406960"/>
                <a:chExt cx="2424654" cy="1384025"/>
              </a:xfrm>
            </p:grpSpPr>
            <p:grpSp>
              <p:nvGrpSpPr>
                <p:cNvPr id="789" name="Graphic 931">
                  <a:extLst>
                    <a:ext uri="{FF2B5EF4-FFF2-40B4-BE49-F238E27FC236}">
                      <a16:creationId xmlns:a16="http://schemas.microsoft.com/office/drawing/2014/main" id="{7CD717DC-1B95-DAF7-A0CC-3587FAD230BE}"/>
                    </a:ext>
                  </a:extLst>
                </p:cNvPr>
                <p:cNvGrpSpPr/>
                <p:nvPr/>
              </p:nvGrpSpPr>
              <p:grpSpPr>
                <a:xfrm>
                  <a:off x="5476047" y="8694198"/>
                  <a:ext cx="1056948" cy="854586"/>
                  <a:chOff x="5476047" y="8694198"/>
                  <a:chExt cx="1056948" cy="854586"/>
                </a:xfrm>
              </p:grpSpPr>
              <p:sp>
                <p:nvSpPr>
                  <p:cNvPr id="871" name="Freeform 870">
                    <a:extLst>
                      <a:ext uri="{FF2B5EF4-FFF2-40B4-BE49-F238E27FC236}">
                        <a16:creationId xmlns:a16="http://schemas.microsoft.com/office/drawing/2014/main" id="{03372E0F-5D47-3831-7287-EE5783A7F90C}"/>
                      </a:ext>
                    </a:extLst>
                  </p:cNvPr>
                  <p:cNvSpPr/>
                  <p:nvPr/>
                </p:nvSpPr>
                <p:spPr>
                  <a:xfrm>
                    <a:off x="5561191" y="8752621"/>
                    <a:ext cx="971804" cy="796163"/>
                  </a:xfrm>
                  <a:custGeom>
                    <a:avLst/>
                    <a:gdLst>
                      <a:gd name="csX0" fmla="*/ 0 w 971804"/>
                      <a:gd name="csY0" fmla="*/ 0 h 796163"/>
                      <a:gd name="csX1" fmla="*/ 971804 w 971804"/>
                      <a:gd name="csY1" fmla="*/ 0 h 796163"/>
                      <a:gd name="csX2" fmla="*/ 971804 w 971804"/>
                      <a:gd name="csY2" fmla="*/ 796163 h 796163"/>
                      <a:gd name="csX3" fmla="*/ 0 w 971804"/>
                      <a:gd name="csY3" fmla="*/ 796163 h 796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1804" h="796163">
                        <a:moveTo>
                          <a:pt x="0" y="0"/>
                        </a:moveTo>
                        <a:lnTo>
                          <a:pt x="971804" y="0"/>
                        </a:lnTo>
                        <a:lnTo>
                          <a:pt x="971804" y="796163"/>
                        </a:lnTo>
                        <a:lnTo>
                          <a:pt x="0" y="796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2" name="Freeform 871">
                    <a:extLst>
                      <a:ext uri="{FF2B5EF4-FFF2-40B4-BE49-F238E27FC236}">
                        <a16:creationId xmlns:a16="http://schemas.microsoft.com/office/drawing/2014/main" id="{7DE705F4-270E-99EB-18CF-3CF8B024A702}"/>
                      </a:ext>
                    </a:extLst>
                  </p:cNvPr>
                  <p:cNvSpPr/>
                  <p:nvPr/>
                </p:nvSpPr>
                <p:spPr>
                  <a:xfrm>
                    <a:off x="5673332" y="9130700"/>
                    <a:ext cx="12700" cy="20320"/>
                  </a:xfrm>
                  <a:custGeom>
                    <a:avLst/>
                    <a:gdLst>
                      <a:gd name="csX0" fmla="*/ 0 w 12700"/>
                      <a:gd name="csY0" fmla="*/ 20320 h 20320"/>
                      <a:gd name="csX1" fmla="*/ 0 w 12700"/>
                      <a:gd name="csY1" fmla="*/ 0 h 2032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0320">
                        <a:moveTo>
                          <a:pt x="0" y="20320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3" name="Freeform 872">
                    <a:extLst>
                      <a:ext uri="{FF2B5EF4-FFF2-40B4-BE49-F238E27FC236}">
                        <a16:creationId xmlns:a16="http://schemas.microsoft.com/office/drawing/2014/main" id="{8B5EBE2A-EF3F-BC84-6661-230B435B41C0}"/>
                      </a:ext>
                    </a:extLst>
                  </p:cNvPr>
                  <p:cNvSpPr/>
                  <p:nvPr/>
                </p:nvSpPr>
                <p:spPr>
                  <a:xfrm>
                    <a:off x="5673332" y="9300753"/>
                    <a:ext cx="12700" cy="116205"/>
                  </a:xfrm>
                  <a:custGeom>
                    <a:avLst/>
                    <a:gdLst>
                      <a:gd name="csX0" fmla="*/ 0 w 12700"/>
                      <a:gd name="csY0" fmla="*/ 0 h 116205"/>
                      <a:gd name="csX1" fmla="*/ 0 w 12700"/>
                      <a:gd name="csY1" fmla="*/ 116205 h 11620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16205">
                        <a:moveTo>
                          <a:pt x="0" y="0"/>
                        </a:moveTo>
                        <a:lnTo>
                          <a:pt x="0" y="116205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4" name="Freeform 873">
                    <a:extLst>
                      <a:ext uri="{FF2B5EF4-FFF2-40B4-BE49-F238E27FC236}">
                        <a16:creationId xmlns:a16="http://schemas.microsoft.com/office/drawing/2014/main" id="{45C999F3-F58A-7475-0204-C6068A372BB4}"/>
                      </a:ext>
                    </a:extLst>
                  </p:cNvPr>
                  <p:cNvSpPr/>
                  <p:nvPr/>
                </p:nvSpPr>
                <p:spPr>
                  <a:xfrm>
                    <a:off x="5617324" y="9151019"/>
                    <a:ext cx="112141" cy="149733"/>
                  </a:xfrm>
                  <a:custGeom>
                    <a:avLst/>
                    <a:gdLst>
                      <a:gd name="csX0" fmla="*/ 0 w 112141"/>
                      <a:gd name="csY0" fmla="*/ 0 h 149733"/>
                      <a:gd name="csX1" fmla="*/ 0 w 112141"/>
                      <a:gd name="csY1" fmla="*/ 149733 h 149733"/>
                      <a:gd name="csX2" fmla="*/ 112141 w 112141"/>
                      <a:gd name="csY2" fmla="*/ 149733 h 149733"/>
                      <a:gd name="csX3" fmla="*/ 112141 w 112141"/>
                      <a:gd name="csY3" fmla="*/ 0 h 149733"/>
                      <a:gd name="csX4" fmla="*/ 0 w 112141"/>
                      <a:gd name="csY4" fmla="*/ 0 h 14973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149733">
                        <a:moveTo>
                          <a:pt x="0" y="0"/>
                        </a:moveTo>
                        <a:lnTo>
                          <a:pt x="0" y="149733"/>
                        </a:lnTo>
                        <a:lnTo>
                          <a:pt x="112141" y="149733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5" name="Freeform 874">
                    <a:extLst>
                      <a:ext uri="{FF2B5EF4-FFF2-40B4-BE49-F238E27FC236}">
                        <a16:creationId xmlns:a16="http://schemas.microsoft.com/office/drawing/2014/main" id="{4EDEF1FE-2284-95A1-9F9F-B35FA0FE3584}"/>
                      </a:ext>
                    </a:extLst>
                  </p:cNvPr>
                  <p:cNvSpPr/>
                  <p:nvPr/>
                </p:nvSpPr>
                <p:spPr>
                  <a:xfrm>
                    <a:off x="5617325" y="9203852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6" name="Freeform 875">
                    <a:extLst>
                      <a:ext uri="{FF2B5EF4-FFF2-40B4-BE49-F238E27FC236}">
                        <a16:creationId xmlns:a16="http://schemas.microsoft.com/office/drawing/2014/main" id="{C452B618-D1DA-1DEE-D1F4-DBE797F964D8}"/>
                      </a:ext>
                    </a:extLst>
                  </p:cNvPr>
                  <p:cNvSpPr/>
                  <p:nvPr/>
                </p:nvSpPr>
                <p:spPr>
                  <a:xfrm>
                    <a:off x="5860276" y="9105681"/>
                    <a:ext cx="12700" cy="44704"/>
                  </a:xfrm>
                  <a:custGeom>
                    <a:avLst/>
                    <a:gdLst>
                      <a:gd name="csX0" fmla="*/ 0 w 12700"/>
                      <a:gd name="csY0" fmla="*/ 44704 h 44704"/>
                      <a:gd name="csX1" fmla="*/ 0 w 12700"/>
                      <a:gd name="csY1" fmla="*/ 0 h 4470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4704">
                        <a:moveTo>
                          <a:pt x="0" y="44704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7" name="Freeform 876">
                    <a:extLst>
                      <a:ext uri="{FF2B5EF4-FFF2-40B4-BE49-F238E27FC236}">
                        <a16:creationId xmlns:a16="http://schemas.microsoft.com/office/drawing/2014/main" id="{AA79FE3C-CB55-4510-49CD-4AEEE44CE420}"/>
                      </a:ext>
                    </a:extLst>
                  </p:cNvPr>
                  <p:cNvSpPr/>
                  <p:nvPr/>
                </p:nvSpPr>
                <p:spPr>
                  <a:xfrm>
                    <a:off x="5860276" y="9225315"/>
                    <a:ext cx="12700" cy="26034"/>
                  </a:xfrm>
                  <a:custGeom>
                    <a:avLst/>
                    <a:gdLst>
                      <a:gd name="csX0" fmla="*/ 0 w 12700"/>
                      <a:gd name="csY0" fmla="*/ 0 h 26034"/>
                      <a:gd name="csX1" fmla="*/ 0 w 12700"/>
                      <a:gd name="csY1" fmla="*/ 26035 h 2603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6034">
                        <a:moveTo>
                          <a:pt x="0" y="0"/>
                        </a:moveTo>
                        <a:lnTo>
                          <a:pt x="0" y="26035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8" name="Freeform 877">
                    <a:extLst>
                      <a:ext uri="{FF2B5EF4-FFF2-40B4-BE49-F238E27FC236}">
                        <a16:creationId xmlns:a16="http://schemas.microsoft.com/office/drawing/2014/main" id="{9F017CBF-8B19-3FFB-B2A1-26FBC1E1CB63}"/>
                      </a:ext>
                    </a:extLst>
                  </p:cNvPr>
                  <p:cNvSpPr/>
                  <p:nvPr/>
                </p:nvSpPr>
                <p:spPr>
                  <a:xfrm>
                    <a:off x="5804141" y="9150385"/>
                    <a:ext cx="112141" cy="74930"/>
                  </a:xfrm>
                  <a:custGeom>
                    <a:avLst/>
                    <a:gdLst>
                      <a:gd name="csX0" fmla="*/ 0 w 112141"/>
                      <a:gd name="csY0" fmla="*/ 0 h 74930"/>
                      <a:gd name="csX1" fmla="*/ 0 w 112141"/>
                      <a:gd name="csY1" fmla="*/ 74930 h 74930"/>
                      <a:gd name="csX2" fmla="*/ 112141 w 112141"/>
                      <a:gd name="csY2" fmla="*/ 74930 h 74930"/>
                      <a:gd name="csX3" fmla="*/ 112141 w 112141"/>
                      <a:gd name="csY3" fmla="*/ 0 h 74930"/>
                      <a:gd name="csX4" fmla="*/ 0 w 112141"/>
                      <a:gd name="csY4" fmla="*/ 0 h 7493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74930">
                        <a:moveTo>
                          <a:pt x="0" y="0"/>
                        </a:moveTo>
                        <a:lnTo>
                          <a:pt x="0" y="74930"/>
                        </a:lnTo>
                        <a:lnTo>
                          <a:pt x="112141" y="74930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79" name="Freeform 878">
                    <a:extLst>
                      <a:ext uri="{FF2B5EF4-FFF2-40B4-BE49-F238E27FC236}">
                        <a16:creationId xmlns:a16="http://schemas.microsoft.com/office/drawing/2014/main" id="{4225B012-0C12-2FAE-C9E6-97AB01D7104B}"/>
                      </a:ext>
                    </a:extLst>
                  </p:cNvPr>
                  <p:cNvSpPr/>
                  <p:nvPr/>
                </p:nvSpPr>
                <p:spPr>
                  <a:xfrm>
                    <a:off x="5804142" y="9194962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0" name="Freeform 879">
                    <a:extLst>
                      <a:ext uri="{FF2B5EF4-FFF2-40B4-BE49-F238E27FC236}">
                        <a16:creationId xmlns:a16="http://schemas.microsoft.com/office/drawing/2014/main" id="{73240A31-35AE-7CC7-4C40-5ADAC96950DC}"/>
                      </a:ext>
                    </a:extLst>
                  </p:cNvPr>
                  <p:cNvSpPr/>
                  <p:nvPr/>
                </p:nvSpPr>
                <p:spPr>
                  <a:xfrm>
                    <a:off x="6047093" y="9254398"/>
                    <a:ext cx="12700" cy="24891"/>
                  </a:xfrm>
                  <a:custGeom>
                    <a:avLst/>
                    <a:gdLst>
                      <a:gd name="csX0" fmla="*/ 0 w 12700"/>
                      <a:gd name="csY0" fmla="*/ 24892 h 24891"/>
                      <a:gd name="csX1" fmla="*/ 0 w 12700"/>
                      <a:gd name="csY1" fmla="*/ 0 h 2489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4891">
                        <a:moveTo>
                          <a:pt x="0" y="24892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1" name="Freeform 880">
                    <a:extLst>
                      <a:ext uri="{FF2B5EF4-FFF2-40B4-BE49-F238E27FC236}">
                        <a16:creationId xmlns:a16="http://schemas.microsoft.com/office/drawing/2014/main" id="{E13F2F76-2764-1175-9E66-EC825634AA31}"/>
                      </a:ext>
                    </a:extLst>
                  </p:cNvPr>
                  <p:cNvSpPr/>
                  <p:nvPr/>
                </p:nvSpPr>
                <p:spPr>
                  <a:xfrm>
                    <a:off x="6047093" y="9329201"/>
                    <a:ext cx="12700" cy="25018"/>
                  </a:xfrm>
                  <a:custGeom>
                    <a:avLst/>
                    <a:gdLst>
                      <a:gd name="csX0" fmla="*/ 0 w 12700"/>
                      <a:gd name="csY0" fmla="*/ 0 h 25018"/>
                      <a:gd name="csX1" fmla="*/ 0 w 12700"/>
                      <a:gd name="csY1" fmla="*/ 25019 h 2501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5018">
                        <a:moveTo>
                          <a:pt x="0" y="0"/>
                        </a:moveTo>
                        <a:lnTo>
                          <a:pt x="0" y="25019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2" name="Freeform 881">
                    <a:extLst>
                      <a:ext uri="{FF2B5EF4-FFF2-40B4-BE49-F238E27FC236}">
                        <a16:creationId xmlns:a16="http://schemas.microsoft.com/office/drawing/2014/main" id="{89A6851C-0B48-0CFF-4C43-83A44AB8E597}"/>
                      </a:ext>
                    </a:extLst>
                  </p:cNvPr>
                  <p:cNvSpPr/>
                  <p:nvPr/>
                </p:nvSpPr>
                <p:spPr>
                  <a:xfrm>
                    <a:off x="5991085" y="9279290"/>
                    <a:ext cx="112141" cy="49911"/>
                  </a:xfrm>
                  <a:custGeom>
                    <a:avLst/>
                    <a:gdLst>
                      <a:gd name="csX0" fmla="*/ 0 w 112141"/>
                      <a:gd name="csY0" fmla="*/ 0 h 49911"/>
                      <a:gd name="csX1" fmla="*/ 0 w 112141"/>
                      <a:gd name="csY1" fmla="*/ 49911 h 49911"/>
                      <a:gd name="csX2" fmla="*/ 112141 w 112141"/>
                      <a:gd name="csY2" fmla="*/ 49911 h 49911"/>
                      <a:gd name="csX3" fmla="*/ 112141 w 112141"/>
                      <a:gd name="csY3" fmla="*/ 0 h 49911"/>
                      <a:gd name="csX4" fmla="*/ 0 w 112141"/>
                      <a:gd name="csY4" fmla="*/ 0 h 4991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49911">
                        <a:moveTo>
                          <a:pt x="0" y="0"/>
                        </a:moveTo>
                        <a:lnTo>
                          <a:pt x="0" y="49911"/>
                        </a:lnTo>
                        <a:lnTo>
                          <a:pt x="112141" y="49911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3" name="Freeform 882">
                    <a:extLst>
                      <a:ext uri="{FF2B5EF4-FFF2-40B4-BE49-F238E27FC236}">
                        <a16:creationId xmlns:a16="http://schemas.microsoft.com/office/drawing/2014/main" id="{93C6F53A-88B4-8156-EA96-05160E547362}"/>
                      </a:ext>
                    </a:extLst>
                  </p:cNvPr>
                  <p:cNvSpPr/>
                  <p:nvPr/>
                </p:nvSpPr>
                <p:spPr>
                  <a:xfrm>
                    <a:off x="5991086" y="9304309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4" name="Freeform 883">
                    <a:extLst>
                      <a:ext uri="{FF2B5EF4-FFF2-40B4-BE49-F238E27FC236}">
                        <a16:creationId xmlns:a16="http://schemas.microsoft.com/office/drawing/2014/main" id="{26C7E79B-BBA4-7726-CF68-D3519A48340A}"/>
                      </a:ext>
                    </a:extLst>
                  </p:cNvPr>
                  <p:cNvSpPr/>
                  <p:nvPr/>
                </p:nvSpPr>
                <p:spPr>
                  <a:xfrm>
                    <a:off x="6420854" y="9260621"/>
                    <a:ext cx="12700" cy="18796"/>
                  </a:xfrm>
                  <a:custGeom>
                    <a:avLst/>
                    <a:gdLst>
                      <a:gd name="csX0" fmla="*/ 0 w 12700"/>
                      <a:gd name="csY0" fmla="*/ 18796 h 18796"/>
                      <a:gd name="csX1" fmla="*/ 0 w 12700"/>
                      <a:gd name="csY1" fmla="*/ 0 h 1879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8796">
                        <a:moveTo>
                          <a:pt x="0" y="18796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5" name="Freeform 884">
                    <a:extLst>
                      <a:ext uri="{FF2B5EF4-FFF2-40B4-BE49-F238E27FC236}">
                        <a16:creationId xmlns:a16="http://schemas.microsoft.com/office/drawing/2014/main" id="{1DBD0268-1CD0-68B3-E567-59810A1E93FB}"/>
                      </a:ext>
                    </a:extLst>
                  </p:cNvPr>
                  <p:cNvSpPr/>
                  <p:nvPr/>
                </p:nvSpPr>
                <p:spPr>
                  <a:xfrm>
                    <a:off x="6420854" y="9314342"/>
                    <a:ext cx="12700" cy="4063"/>
                  </a:xfrm>
                  <a:custGeom>
                    <a:avLst/>
                    <a:gdLst>
                      <a:gd name="csX0" fmla="*/ 0 w 12700"/>
                      <a:gd name="csY0" fmla="*/ 0 h 4063"/>
                      <a:gd name="csX1" fmla="*/ 0 w 12700"/>
                      <a:gd name="csY1" fmla="*/ 4064 h 40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063">
                        <a:moveTo>
                          <a:pt x="0" y="0"/>
                        </a:moveTo>
                        <a:lnTo>
                          <a:pt x="0" y="4064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6" name="Freeform 885">
                    <a:extLst>
                      <a:ext uri="{FF2B5EF4-FFF2-40B4-BE49-F238E27FC236}">
                        <a16:creationId xmlns:a16="http://schemas.microsoft.com/office/drawing/2014/main" id="{342354A3-39F7-0779-5F9C-8CD4E98C94A3}"/>
                      </a:ext>
                    </a:extLst>
                  </p:cNvPr>
                  <p:cNvSpPr/>
                  <p:nvPr/>
                </p:nvSpPr>
                <p:spPr>
                  <a:xfrm>
                    <a:off x="6364846" y="9279416"/>
                    <a:ext cx="112141" cy="34925"/>
                  </a:xfrm>
                  <a:custGeom>
                    <a:avLst/>
                    <a:gdLst>
                      <a:gd name="csX0" fmla="*/ 0 w 112141"/>
                      <a:gd name="csY0" fmla="*/ 0 h 34925"/>
                      <a:gd name="csX1" fmla="*/ 0 w 112141"/>
                      <a:gd name="csY1" fmla="*/ 34925 h 34925"/>
                      <a:gd name="csX2" fmla="*/ 112141 w 112141"/>
                      <a:gd name="csY2" fmla="*/ 34925 h 34925"/>
                      <a:gd name="csX3" fmla="*/ 112141 w 112141"/>
                      <a:gd name="csY3" fmla="*/ 0 h 34925"/>
                      <a:gd name="csX4" fmla="*/ 0 w 112141"/>
                      <a:gd name="csY4" fmla="*/ 0 h 3492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34925">
                        <a:moveTo>
                          <a:pt x="0" y="0"/>
                        </a:moveTo>
                        <a:lnTo>
                          <a:pt x="0" y="34925"/>
                        </a:lnTo>
                        <a:lnTo>
                          <a:pt x="112141" y="34925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D040C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7" name="Freeform 886">
                    <a:extLst>
                      <a:ext uri="{FF2B5EF4-FFF2-40B4-BE49-F238E27FC236}">
                        <a16:creationId xmlns:a16="http://schemas.microsoft.com/office/drawing/2014/main" id="{85C785BC-F57F-5507-0C14-FC0F1369CE27}"/>
                      </a:ext>
                    </a:extLst>
                  </p:cNvPr>
                  <p:cNvSpPr/>
                  <p:nvPr/>
                </p:nvSpPr>
                <p:spPr>
                  <a:xfrm>
                    <a:off x="6364847" y="9294276"/>
                    <a:ext cx="112141" cy="12700"/>
                  </a:xfrm>
                  <a:custGeom>
                    <a:avLst/>
                    <a:gdLst>
                      <a:gd name="csX0" fmla="*/ 0 w 112141"/>
                      <a:gd name="csY0" fmla="*/ 0 h 12700"/>
                      <a:gd name="csX1" fmla="*/ 112141 w 1121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1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8" name="Freeform 887">
                    <a:extLst>
                      <a:ext uri="{FF2B5EF4-FFF2-40B4-BE49-F238E27FC236}">
                        <a16:creationId xmlns:a16="http://schemas.microsoft.com/office/drawing/2014/main" id="{46B92C38-E049-5040-7F91-A126AF6EFD20}"/>
                      </a:ext>
                    </a:extLst>
                  </p:cNvPr>
                  <p:cNvSpPr/>
                  <p:nvPr/>
                </p:nvSpPr>
                <p:spPr>
                  <a:xfrm>
                    <a:off x="6044553" y="933593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89" name="Freeform 888">
                    <a:extLst>
                      <a:ext uri="{FF2B5EF4-FFF2-40B4-BE49-F238E27FC236}">
                        <a16:creationId xmlns:a16="http://schemas.microsoft.com/office/drawing/2014/main" id="{79C167C9-9535-5590-1269-43ADEC0D85FA}"/>
                      </a:ext>
                    </a:extLst>
                  </p:cNvPr>
                  <p:cNvSpPr/>
                  <p:nvPr/>
                </p:nvSpPr>
                <p:spPr>
                  <a:xfrm>
                    <a:off x="5858498" y="91559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0" name="Freeform 889">
                    <a:extLst>
                      <a:ext uri="{FF2B5EF4-FFF2-40B4-BE49-F238E27FC236}">
                        <a16:creationId xmlns:a16="http://schemas.microsoft.com/office/drawing/2014/main" id="{BC57D01E-B8FB-6B02-C91E-DD6BDB74E609}"/>
                      </a:ext>
                    </a:extLst>
                  </p:cNvPr>
                  <p:cNvSpPr/>
                  <p:nvPr/>
                </p:nvSpPr>
                <p:spPr>
                  <a:xfrm>
                    <a:off x="5834241" y="910872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1" name="Freeform 890">
                    <a:extLst>
                      <a:ext uri="{FF2B5EF4-FFF2-40B4-BE49-F238E27FC236}">
                        <a16:creationId xmlns:a16="http://schemas.microsoft.com/office/drawing/2014/main" id="{D13E80C6-01FD-2F5D-14FD-24D77C9A5F51}"/>
                      </a:ext>
                    </a:extLst>
                  </p:cNvPr>
                  <p:cNvSpPr/>
                  <p:nvPr/>
                </p:nvSpPr>
                <p:spPr>
                  <a:xfrm>
                    <a:off x="6415266" y="925922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2" name="Freeform 891">
                    <a:extLst>
                      <a:ext uri="{FF2B5EF4-FFF2-40B4-BE49-F238E27FC236}">
                        <a16:creationId xmlns:a16="http://schemas.microsoft.com/office/drawing/2014/main" id="{17A1BB81-9006-8CCA-F469-9E738264C788}"/>
                      </a:ext>
                    </a:extLst>
                  </p:cNvPr>
                  <p:cNvSpPr/>
                  <p:nvPr/>
                </p:nvSpPr>
                <p:spPr>
                  <a:xfrm>
                    <a:off x="5660632" y="912752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3" name="Freeform 892">
                    <a:extLst>
                      <a:ext uri="{FF2B5EF4-FFF2-40B4-BE49-F238E27FC236}">
                        <a16:creationId xmlns:a16="http://schemas.microsoft.com/office/drawing/2014/main" id="{C3D18370-DAE9-EA62-DB68-ECACCF2013D4}"/>
                      </a:ext>
                    </a:extLst>
                  </p:cNvPr>
                  <p:cNvSpPr/>
                  <p:nvPr/>
                </p:nvSpPr>
                <p:spPr>
                  <a:xfrm>
                    <a:off x="6403582" y="948249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4" name="Freeform 893">
                    <a:extLst>
                      <a:ext uri="{FF2B5EF4-FFF2-40B4-BE49-F238E27FC236}">
                        <a16:creationId xmlns:a16="http://schemas.microsoft.com/office/drawing/2014/main" id="{B87915BF-09E9-BB86-7310-D50CDDD5220C}"/>
                      </a:ext>
                    </a:extLst>
                  </p:cNvPr>
                  <p:cNvSpPr/>
                  <p:nvPr/>
                </p:nvSpPr>
                <p:spPr>
                  <a:xfrm>
                    <a:off x="5664188" y="91126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5" name="Freeform 894">
                    <a:extLst>
                      <a:ext uri="{FF2B5EF4-FFF2-40B4-BE49-F238E27FC236}">
                        <a16:creationId xmlns:a16="http://schemas.microsoft.com/office/drawing/2014/main" id="{7EE3EFBE-AB87-E0E9-7EE5-3165DC5D8406}"/>
                      </a:ext>
                    </a:extLst>
                  </p:cNvPr>
                  <p:cNvSpPr/>
                  <p:nvPr/>
                </p:nvSpPr>
                <p:spPr>
                  <a:xfrm>
                    <a:off x="6389231" y="928424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6" name="Freeform 895">
                    <a:extLst>
                      <a:ext uri="{FF2B5EF4-FFF2-40B4-BE49-F238E27FC236}">
                        <a16:creationId xmlns:a16="http://schemas.microsoft.com/office/drawing/2014/main" id="{853260B6-1848-2CC0-FF79-0007D25F5767}"/>
                      </a:ext>
                    </a:extLst>
                  </p:cNvPr>
                  <p:cNvSpPr/>
                  <p:nvPr/>
                </p:nvSpPr>
                <p:spPr>
                  <a:xfrm>
                    <a:off x="5661267" y="914949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7" name="Freeform 896">
                    <a:extLst>
                      <a:ext uri="{FF2B5EF4-FFF2-40B4-BE49-F238E27FC236}">
                        <a16:creationId xmlns:a16="http://schemas.microsoft.com/office/drawing/2014/main" id="{4A709902-2075-673C-174D-93876F3EAC73}"/>
                      </a:ext>
                    </a:extLst>
                  </p:cNvPr>
                  <p:cNvSpPr/>
                  <p:nvPr/>
                </p:nvSpPr>
                <p:spPr>
                  <a:xfrm>
                    <a:off x="6410567" y="924233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8" name="Freeform 897">
                    <a:extLst>
                      <a:ext uri="{FF2B5EF4-FFF2-40B4-BE49-F238E27FC236}">
                        <a16:creationId xmlns:a16="http://schemas.microsoft.com/office/drawing/2014/main" id="{C4E14E09-960A-90C1-F867-872428C59C58}"/>
                      </a:ext>
                    </a:extLst>
                  </p:cNvPr>
                  <p:cNvSpPr/>
                  <p:nvPr/>
                </p:nvSpPr>
                <p:spPr>
                  <a:xfrm>
                    <a:off x="5653774" y="930291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99" name="Freeform 898">
                    <a:extLst>
                      <a:ext uri="{FF2B5EF4-FFF2-40B4-BE49-F238E27FC236}">
                        <a16:creationId xmlns:a16="http://schemas.microsoft.com/office/drawing/2014/main" id="{F52F5BB0-AAAD-7B20-B80B-B4E0BF7438B9}"/>
                      </a:ext>
                    </a:extLst>
                  </p:cNvPr>
                  <p:cNvSpPr/>
                  <p:nvPr/>
                </p:nvSpPr>
                <p:spPr>
                  <a:xfrm>
                    <a:off x="6411075" y="92679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0" name="Freeform 899">
                    <a:extLst>
                      <a:ext uri="{FF2B5EF4-FFF2-40B4-BE49-F238E27FC236}">
                        <a16:creationId xmlns:a16="http://schemas.microsoft.com/office/drawing/2014/main" id="{90F599CC-18C2-8D8C-6C5E-BD6A8E82F890}"/>
                      </a:ext>
                    </a:extLst>
                  </p:cNvPr>
                  <p:cNvSpPr/>
                  <p:nvPr/>
                </p:nvSpPr>
                <p:spPr>
                  <a:xfrm>
                    <a:off x="5671554" y="93991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1" name="Freeform 900">
                    <a:extLst>
                      <a:ext uri="{FF2B5EF4-FFF2-40B4-BE49-F238E27FC236}">
                        <a16:creationId xmlns:a16="http://schemas.microsoft.com/office/drawing/2014/main" id="{8E936C94-68A8-5AC1-AB25-DBA0173AD2F8}"/>
                      </a:ext>
                    </a:extLst>
                  </p:cNvPr>
                  <p:cNvSpPr/>
                  <p:nvPr/>
                </p:nvSpPr>
                <p:spPr>
                  <a:xfrm>
                    <a:off x="5833098" y="919318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2" name="Freeform 901">
                    <a:extLst>
                      <a:ext uri="{FF2B5EF4-FFF2-40B4-BE49-F238E27FC236}">
                        <a16:creationId xmlns:a16="http://schemas.microsoft.com/office/drawing/2014/main" id="{F784A973-A4C6-F477-396D-808A181B0384}"/>
                      </a:ext>
                    </a:extLst>
                  </p:cNvPr>
                  <p:cNvSpPr/>
                  <p:nvPr/>
                </p:nvSpPr>
                <p:spPr>
                  <a:xfrm>
                    <a:off x="6401423" y="930062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3" name="Freeform 902">
                    <a:extLst>
                      <a:ext uri="{FF2B5EF4-FFF2-40B4-BE49-F238E27FC236}">
                        <a16:creationId xmlns:a16="http://schemas.microsoft.com/office/drawing/2014/main" id="{68E6BB11-0971-17CC-5F1A-1594C810DFF4}"/>
                      </a:ext>
                    </a:extLst>
                  </p:cNvPr>
                  <p:cNvSpPr/>
                  <p:nvPr/>
                </p:nvSpPr>
                <p:spPr>
                  <a:xfrm>
                    <a:off x="5671808" y="922214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4" name="Freeform 903">
                    <a:extLst>
                      <a:ext uri="{FF2B5EF4-FFF2-40B4-BE49-F238E27FC236}">
                        <a16:creationId xmlns:a16="http://schemas.microsoft.com/office/drawing/2014/main" id="{949FFFC9-DBF1-24BA-18C4-2394F2226278}"/>
                      </a:ext>
                    </a:extLst>
                  </p:cNvPr>
                  <p:cNvSpPr/>
                  <p:nvPr/>
                </p:nvSpPr>
                <p:spPr>
                  <a:xfrm>
                    <a:off x="6046966" y="923611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5" name="Freeform 904">
                    <a:extLst>
                      <a:ext uri="{FF2B5EF4-FFF2-40B4-BE49-F238E27FC236}">
                        <a16:creationId xmlns:a16="http://schemas.microsoft.com/office/drawing/2014/main" id="{876B332D-B707-056A-BFB7-0BA94286134C}"/>
                      </a:ext>
                    </a:extLst>
                  </p:cNvPr>
                  <p:cNvSpPr/>
                  <p:nvPr/>
                </p:nvSpPr>
                <p:spPr>
                  <a:xfrm>
                    <a:off x="5827891" y="9176928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6" name="Freeform 905">
                    <a:extLst>
                      <a:ext uri="{FF2B5EF4-FFF2-40B4-BE49-F238E27FC236}">
                        <a16:creationId xmlns:a16="http://schemas.microsoft.com/office/drawing/2014/main" id="{16095AD6-4CEC-F25B-7947-9C4669916F93}"/>
                      </a:ext>
                    </a:extLst>
                  </p:cNvPr>
                  <p:cNvSpPr/>
                  <p:nvPr/>
                </p:nvSpPr>
                <p:spPr>
                  <a:xfrm>
                    <a:off x="5841226" y="923331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7" name="Freeform 906">
                    <a:extLst>
                      <a:ext uri="{FF2B5EF4-FFF2-40B4-BE49-F238E27FC236}">
                        <a16:creationId xmlns:a16="http://schemas.microsoft.com/office/drawing/2014/main" id="{C1B3591F-2D90-A567-01BD-4219291A96CD}"/>
                      </a:ext>
                    </a:extLst>
                  </p:cNvPr>
                  <p:cNvSpPr/>
                  <p:nvPr/>
                </p:nvSpPr>
                <p:spPr>
                  <a:xfrm>
                    <a:off x="6218289" y="915025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8" name="Freeform 907">
                    <a:extLst>
                      <a:ext uri="{FF2B5EF4-FFF2-40B4-BE49-F238E27FC236}">
                        <a16:creationId xmlns:a16="http://schemas.microsoft.com/office/drawing/2014/main" id="{A48892AD-73BA-C553-72A4-33E098DF0922}"/>
                      </a:ext>
                    </a:extLst>
                  </p:cNvPr>
                  <p:cNvSpPr/>
                  <p:nvPr/>
                </p:nvSpPr>
                <p:spPr>
                  <a:xfrm>
                    <a:off x="5857355" y="922150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09" name="Freeform 908">
                    <a:extLst>
                      <a:ext uri="{FF2B5EF4-FFF2-40B4-BE49-F238E27FC236}">
                        <a16:creationId xmlns:a16="http://schemas.microsoft.com/office/drawing/2014/main" id="{F4E89E7E-6B78-FC0D-175A-A9E92A3D07A1}"/>
                      </a:ext>
                    </a:extLst>
                  </p:cNvPr>
                  <p:cNvSpPr/>
                  <p:nvPr/>
                </p:nvSpPr>
                <p:spPr>
                  <a:xfrm>
                    <a:off x="5828780" y="90875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AB4EACC7-9AA6-59E8-56C9-22059611D8D8}"/>
                      </a:ext>
                    </a:extLst>
                  </p:cNvPr>
                  <p:cNvSpPr txBox="1"/>
                  <p:nvPr/>
                </p:nvSpPr>
                <p:spPr>
                  <a:xfrm>
                    <a:off x="5476047" y="8903201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0.657</a:t>
                    </a:r>
                  </a:p>
                </p:txBody>
              </p:sp>
              <p:sp>
                <p:nvSpPr>
                  <p:cNvPr id="911" name="Freeform 910">
                    <a:extLst>
                      <a:ext uri="{FF2B5EF4-FFF2-40B4-BE49-F238E27FC236}">
                        <a16:creationId xmlns:a16="http://schemas.microsoft.com/office/drawing/2014/main" id="{04E45EBA-8BB3-3F12-996F-DB529D436D57}"/>
                      </a:ext>
                    </a:extLst>
                  </p:cNvPr>
                  <p:cNvSpPr/>
                  <p:nvPr/>
                </p:nvSpPr>
                <p:spPr>
                  <a:xfrm>
                    <a:off x="5673332" y="9042308"/>
                    <a:ext cx="168275" cy="12700"/>
                  </a:xfrm>
                  <a:custGeom>
                    <a:avLst/>
                    <a:gdLst>
                      <a:gd name="csX0" fmla="*/ 0 w 168275"/>
                      <a:gd name="csY0" fmla="*/ 0 h 12700"/>
                      <a:gd name="csX1" fmla="*/ 168275 w 168275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68275" h="12700">
                        <a:moveTo>
                          <a:pt x="0" y="0"/>
                        </a:moveTo>
                        <a:lnTo>
                          <a:pt x="16827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BC8DAC2F-F3DB-025D-7A57-B4902EF43480}"/>
                      </a:ext>
                    </a:extLst>
                  </p:cNvPr>
                  <p:cNvSpPr txBox="1"/>
                  <p:nvPr/>
                </p:nvSpPr>
                <p:spPr>
                  <a:xfrm>
                    <a:off x="5958246" y="8852693"/>
                    <a:ext cx="383436" cy="400236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2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913" name="Freeform 912">
                    <a:extLst>
                      <a:ext uri="{FF2B5EF4-FFF2-40B4-BE49-F238E27FC236}">
                        <a16:creationId xmlns:a16="http://schemas.microsoft.com/office/drawing/2014/main" id="{CA719225-0640-F66B-6660-5289B96298F3}"/>
                      </a:ext>
                    </a:extLst>
                  </p:cNvPr>
                  <p:cNvSpPr/>
                  <p:nvPr/>
                </p:nvSpPr>
                <p:spPr>
                  <a:xfrm>
                    <a:off x="5878945" y="9042308"/>
                    <a:ext cx="541909" cy="12700"/>
                  </a:xfrm>
                  <a:custGeom>
                    <a:avLst/>
                    <a:gdLst>
                      <a:gd name="csX0" fmla="*/ 0 w 541909"/>
                      <a:gd name="csY0" fmla="*/ 0 h 12700"/>
                      <a:gd name="csX1" fmla="*/ 541909 w 54190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41909" h="12700">
                        <a:moveTo>
                          <a:pt x="0" y="0"/>
                        </a:moveTo>
                        <a:lnTo>
                          <a:pt x="541909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914" name="TextBox 913">
                    <a:extLst>
                      <a:ext uri="{FF2B5EF4-FFF2-40B4-BE49-F238E27FC236}">
                        <a16:creationId xmlns:a16="http://schemas.microsoft.com/office/drawing/2014/main" id="{2DB0ABD3-0EFA-EB53-707D-EB4707D3FCCD}"/>
                      </a:ext>
                    </a:extLst>
                  </p:cNvPr>
                  <p:cNvSpPr txBox="1"/>
                  <p:nvPr/>
                </p:nvSpPr>
                <p:spPr>
                  <a:xfrm>
                    <a:off x="5905070" y="8694198"/>
                    <a:ext cx="284050" cy="400236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2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915" name="Freeform 914">
                    <a:extLst>
                      <a:ext uri="{FF2B5EF4-FFF2-40B4-BE49-F238E27FC236}">
                        <a16:creationId xmlns:a16="http://schemas.microsoft.com/office/drawing/2014/main" id="{0B58588D-8B64-057B-519B-C2938AC4800A}"/>
                      </a:ext>
                    </a:extLst>
                  </p:cNvPr>
                  <p:cNvSpPr/>
                  <p:nvPr/>
                </p:nvSpPr>
                <p:spPr>
                  <a:xfrm>
                    <a:off x="5673332" y="8883939"/>
                    <a:ext cx="747522" cy="12700"/>
                  </a:xfrm>
                  <a:custGeom>
                    <a:avLst/>
                    <a:gdLst>
                      <a:gd name="csX0" fmla="*/ 0 w 747522"/>
                      <a:gd name="csY0" fmla="*/ 0 h 12700"/>
                      <a:gd name="csX1" fmla="*/ 747522 w 74752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47522" h="12700">
                        <a:moveTo>
                          <a:pt x="0" y="0"/>
                        </a:moveTo>
                        <a:lnTo>
                          <a:pt x="74752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</p:grpSp>
            <p:grpSp>
              <p:nvGrpSpPr>
                <p:cNvPr id="790" name="Graphic 931">
                  <a:extLst>
                    <a:ext uri="{FF2B5EF4-FFF2-40B4-BE49-F238E27FC236}">
                      <a16:creationId xmlns:a16="http://schemas.microsoft.com/office/drawing/2014/main" id="{CC98AC1E-4118-1319-5039-44F4647797DC}"/>
                    </a:ext>
                  </a:extLst>
                </p:cNvPr>
                <p:cNvGrpSpPr/>
                <p:nvPr/>
              </p:nvGrpSpPr>
              <p:grpSpPr>
                <a:xfrm>
                  <a:off x="5238798" y="8406962"/>
                  <a:ext cx="1313658" cy="1384023"/>
                  <a:chOff x="5238798" y="8406962"/>
                  <a:chExt cx="1313658" cy="1384023"/>
                </a:xfrm>
              </p:grpSpPr>
              <p:sp>
                <p:nvSpPr>
                  <p:cNvPr id="850" name="Freeform 849">
                    <a:extLst>
                      <a:ext uri="{FF2B5EF4-FFF2-40B4-BE49-F238E27FC236}">
                        <a16:creationId xmlns:a16="http://schemas.microsoft.com/office/drawing/2014/main" id="{A894EFE2-100C-E5BD-75F0-1D4FDE41844E}"/>
                      </a:ext>
                    </a:extLst>
                  </p:cNvPr>
                  <p:cNvSpPr/>
                  <p:nvPr/>
                </p:nvSpPr>
                <p:spPr>
                  <a:xfrm>
                    <a:off x="5561191" y="8752621"/>
                    <a:ext cx="12700" cy="796162"/>
                  </a:xfrm>
                  <a:custGeom>
                    <a:avLst/>
                    <a:gdLst>
                      <a:gd name="csX0" fmla="*/ 0 w 12700"/>
                      <a:gd name="csY0" fmla="*/ 796163 h 796162"/>
                      <a:gd name="csX1" fmla="*/ 0 w 12700"/>
                      <a:gd name="csY1" fmla="*/ 0 h 79616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96162">
                        <a:moveTo>
                          <a:pt x="0" y="796163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51" name="TextBox 850">
                    <a:extLst>
                      <a:ext uri="{FF2B5EF4-FFF2-40B4-BE49-F238E27FC236}">
                        <a16:creationId xmlns:a16="http://schemas.microsoft.com/office/drawing/2014/main" id="{46A7E20C-F016-2555-2CF5-3E067D260B94}"/>
                      </a:ext>
                    </a:extLst>
                  </p:cNvPr>
                  <p:cNvSpPr txBox="1"/>
                  <p:nvPr/>
                </p:nvSpPr>
                <p:spPr>
                  <a:xfrm>
                    <a:off x="5238798" y="9286701"/>
                    <a:ext cx="36420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0.4</a:t>
                    </a:r>
                  </a:p>
                </p:txBody>
              </p:sp>
              <p:sp>
                <p:nvSpPr>
                  <p:cNvPr id="852" name="TextBox 851">
                    <a:extLst>
                      <a:ext uri="{FF2B5EF4-FFF2-40B4-BE49-F238E27FC236}">
                        <a16:creationId xmlns:a16="http://schemas.microsoft.com/office/drawing/2014/main" id="{D3152B8F-D0CB-E51B-6853-174077BD8623}"/>
                      </a:ext>
                    </a:extLst>
                  </p:cNvPr>
                  <p:cNvSpPr txBox="1"/>
                  <p:nvPr/>
                </p:nvSpPr>
                <p:spPr>
                  <a:xfrm>
                    <a:off x="5238798" y="9113727"/>
                    <a:ext cx="36420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0.6</a:t>
                    </a:r>
                  </a:p>
                </p:txBody>
              </p:sp>
              <p:sp>
                <p:nvSpPr>
                  <p:cNvPr id="853" name="TextBox 852">
                    <a:extLst>
                      <a:ext uri="{FF2B5EF4-FFF2-40B4-BE49-F238E27FC236}">
                        <a16:creationId xmlns:a16="http://schemas.microsoft.com/office/drawing/2014/main" id="{0C37CD26-0C73-2B5A-C376-7DF19237E33D}"/>
                      </a:ext>
                    </a:extLst>
                  </p:cNvPr>
                  <p:cNvSpPr txBox="1"/>
                  <p:nvPr/>
                </p:nvSpPr>
                <p:spPr>
                  <a:xfrm>
                    <a:off x="5238798" y="8940754"/>
                    <a:ext cx="36420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0.8</a:t>
                    </a:r>
                  </a:p>
                </p:txBody>
              </p:sp>
              <p:sp>
                <p:nvSpPr>
                  <p:cNvPr id="854" name="TextBox 853">
                    <a:extLst>
                      <a:ext uri="{FF2B5EF4-FFF2-40B4-BE49-F238E27FC236}">
                        <a16:creationId xmlns:a16="http://schemas.microsoft.com/office/drawing/2014/main" id="{476CEC51-5174-A715-EFFF-E7139724DA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38798" y="8767780"/>
                    <a:ext cx="36420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1.0</a:t>
                    </a:r>
                  </a:p>
                </p:txBody>
              </p:sp>
              <p:sp>
                <p:nvSpPr>
                  <p:cNvPr id="855" name="Freeform 854">
                    <a:extLst>
                      <a:ext uri="{FF2B5EF4-FFF2-40B4-BE49-F238E27FC236}">
                        <a16:creationId xmlns:a16="http://schemas.microsoft.com/office/drawing/2014/main" id="{61686929-6451-2671-6A84-6E7BCD6BDD65}"/>
                      </a:ext>
                    </a:extLst>
                  </p:cNvPr>
                  <p:cNvSpPr/>
                  <p:nvPr/>
                </p:nvSpPr>
                <p:spPr>
                  <a:xfrm>
                    <a:off x="5526392" y="9393590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56" name="Freeform 855">
                    <a:extLst>
                      <a:ext uri="{FF2B5EF4-FFF2-40B4-BE49-F238E27FC236}">
                        <a16:creationId xmlns:a16="http://schemas.microsoft.com/office/drawing/2014/main" id="{53ED0234-19F7-AFD8-F14B-285FAC76D310}"/>
                      </a:ext>
                    </a:extLst>
                  </p:cNvPr>
                  <p:cNvSpPr/>
                  <p:nvPr/>
                </p:nvSpPr>
                <p:spPr>
                  <a:xfrm>
                    <a:off x="5526392" y="9220616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57" name="Freeform 856">
                    <a:extLst>
                      <a:ext uri="{FF2B5EF4-FFF2-40B4-BE49-F238E27FC236}">
                        <a16:creationId xmlns:a16="http://schemas.microsoft.com/office/drawing/2014/main" id="{0AC264AF-47F1-B91E-D706-F333975956E6}"/>
                      </a:ext>
                    </a:extLst>
                  </p:cNvPr>
                  <p:cNvSpPr/>
                  <p:nvPr/>
                </p:nvSpPr>
                <p:spPr>
                  <a:xfrm>
                    <a:off x="5526392" y="9047641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58" name="Freeform 857">
                    <a:extLst>
                      <a:ext uri="{FF2B5EF4-FFF2-40B4-BE49-F238E27FC236}">
                        <a16:creationId xmlns:a16="http://schemas.microsoft.com/office/drawing/2014/main" id="{BD6DFA0F-6379-805A-C4E5-486BEB980B86}"/>
                      </a:ext>
                    </a:extLst>
                  </p:cNvPr>
                  <p:cNvSpPr/>
                  <p:nvPr/>
                </p:nvSpPr>
                <p:spPr>
                  <a:xfrm>
                    <a:off x="5526392" y="887466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59" name="Freeform 858">
                    <a:extLst>
                      <a:ext uri="{FF2B5EF4-FFF2-40B4-BE49-F238E27FC236}">
                        <a16:creationId xmlns:a16="http://schemas.microsoft.com/office/drawing/2014/main" id="{9A6EC8A3-0BA1-C6A5-9766-F1F6F6339051}"/>
                      </a:ext>
                    </a:extLst>
                  </p:cNvPr>
                  <p:cNvSpPr/>
                  <p:nvPr/>
                </p:nvSpPr>
                <p:spPr>
                  <a:xfrm>
                    <a:off x="5561191" y="9548783"/>
                    <a:ext cx="971803" cy="12700"/>
                  </a:xfrm>
                  <a:custGeom>
                    <a:avLst/>
                    <a:gdLst>
                      <a:gd name="csX0" fmla="*/ 0 w 971803"/>
                      <a:gd name="csY0" fmla="*/ 0 h 12700"/>
                      <a:gd name="csX1" fmla="*/ 971804 w 971803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971803" h="12700">
                        <a:moveTo>
                          <a:pt x="0" y="0"/>
                        </a:moveTo>
                        <a:lnTo>
                          <a:pt x="971804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0" name="Freeform 859">
                    <a:extLst>
                      <a:ext uri="{FF2B5EF4-FFF2-40B4-BE49-F238E27FC236}">
                        <a16:creationId xmlns:a16="http://schemas.microsoft.com/office/drawing/2014/main" id="{0A119251-1A07-E591-7066-43ACD97E7554}"/>
                      </a:ext>
                    </a:extLst>
                  </p:cNvPr>
                  <p:cNvSpPr/>
                  <p:nvPr/>
                </p:nvSpPr>
                <p:spPr>
                  <a:xfrm>
                    <a:off x="5673331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1" name="Freeform 860">
                    <a:extLst>
                      <a:ext uri="{FF2B5EF4-FFF2-40B4-BE49-F238E27FC236}">
                        <a16:creationId xmlns:a16="http://schemas.microsoft.com/office/drawing/2014/main" id="{80B7E0B7-95AA-8903-D19B-D11CCE20EF72}"/>
                      </a:ext>
                    </a:extLst>
                  </p:cNvPr>
                  <p:cNvSpPr/>
                  <p:nvPr/>
                </p:nvSpPr>
                <p:spPr>
                  <a:xfrm>
                    <a:off x="5860275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2" name="Freeform 861">
                    <a:extLst>
                      <a:ext uri="{FF2B5EF4-FFF2-40B4-BE49-F238E27FC236}">
                        <a16:creationId xmlns:a16="http://schemas.microsoft.com/office/drawing/2014/main" id="{35000AEF-ED6F-3B0E-6994-6D389A1F8C17}"/>
                      </a:ext>
                    </a:extLst>
                  </p:cNvPr>
                  <p:cNvSpPr/>
                  <p:nvPr/>
                </p:nvSpPr>
                <p:spPr>
                  <a:xfrm>
                    <a:off x="6047093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3" name="Freeform 862">
                    <a:extLst>
                      <a:ext uri="{FF2B5EF4-FFF2-40B4-BE49-F238E27FC236}">
                        <a16:creationId xmlns:a16="http://schemas.microsoft.com/office/drawing/2014/main" id="{EAF84A8B-41D0-2D76-3433-8629179C0212}"/>
                      </a:ext>
                    </a:extLst>
                  </p:cNvPr>
                  <p:cNvSpPr/>
                  <p:nvPr/>
                </p:nvSpPr>
                <p:spPr>
                  <a:xfrm>
                    <a:off x="6234036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4" name="Freeform 863">
                    <a:extLst>
                      <a:ext uri="{FF2B5EF4-FFF2-40B4-BE49-F238E27FC236}">
                        <a16:creationId xmlns:a16="http://schemas.microsoft.com/office/drawing/2014/main" id="{0F9BC39C-2945-AD0C-D8C3-BD77E2FF8BF5}"/>
                      </a:ext>
                    </a:extLst>
                  </p:cNvPr>
                  <p:cNvSpPr/>
                  <p:nvPr/>
                </p:nvSpPr>
                <p:spPr>
                  <a:xfrm>
                    <a:off x="6420854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D258FAB5-969F-4DD1-8CA9-00C15236B989}"/>
                      </a:ext>
                    </a:extLst>
                  </p:cNvPr>
                  <p:cNvSpPr txBox="1"/>
                  <p:nvPr/>
                </p:nvSpPr>
                <p:spPr>
                  <a:xfrm>
                    <a:off x="5527298" y="954463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86E81902-7E04-2657-3EC0-CFFB9F8C114E}"/>
                      </a:ext>
                    </a:extLst>
                  </p:cNvPr>
                  <p:cNvSpPr txBox="1"/>
                  <p:nvPr/>
                </p:nvSpPr>
                <p:spPr>
                  <a:xfrm>
                    <a:off x="5750311" y="9544638"/>
                    <a:ext cx="21993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FD4B6EF4-F738-73BE-F2C5-45001A83EEBE}"/>
                      </a:ext>
                    </a:extLst>
                  </p:cNvPr>
                  <p:cNvSpPr txBox="1"/>
                  <p:nvPr/>
                </p:nvSpPr>
                <p:spPr>
                  <a:xfrm>
                    <a:off x="5901062" y="954463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868" name="TextBox 867">
                    <a:extLst>
                      <a:ext uri="{FF2B5EF4-FFF2-40B4-BE49-F238E27FC236}">
                        <a16:creationId xmlns:a16="http://schemas.microsoft.com/office/drawing/2014/main" id="{F9889FEE-262A-E9E4-3062-6B6296DF03A7}"/>
                      </a:ext>
                    </a:extLst>
                  </p:cNvPr>
                  <p:cNvSpPr txBox="1"/>
                  <p:nvPr/>
                </p:nvSpPr>
                <p:spPr>
                  <a:xfrm>
                    <a:off x="6055941" y="9544638"/>
                    <a:ext cx="35618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869" name="TextBox 868">
                    <a:extLst>
                      <a:ext uri="{FF2B5EF4-FFF2-40B4-BE49-F238E27FC236}">
                        <a16:creationId xmlns:a16="http://schemas.microsoft.com/office/drawing/2014/main" id="{E9A4C340-BC23-CB4E-1CDC-EF8BF7CF9061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244" y="9544638"/>
                    <a:ext cx="263212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870" name="TextBox 869">
                    <a:extLst>
                      <a:ext uri="{FF2B5EF4-FFF2-40B4-BE49-F238E27FC236}">
                        <a16:creationId xmlns:a16="http://schemas.microsoft.com/office/drawing/2014/main" id="{28CC5E1B-377D-5918-CB47-37AF97057901}"/>
                      </a:ext>
                    </a:extLst>
                  </p:cNvPr>
                  <p:cNvSpPr txBox="1"/>
                  <p:nvPr/>
                </p:nvSpPr>
                <p:spPr>
                  <a:xfrm>
                    <a:off x="5762745" y="8406962"/>
                    <a:ext cx="556561" cy="261608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100" i="1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cckb</a:t>
                    </a:r>
                    <a:r>
                      <a:rPr lang="en-US" sz="110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+</a:t>
                    </a:r>
                  </a:p>
                </p:txBody>
              </p:sp>
            </p:grpSp>
            <p:grpSp>
              <p:nvGrpSpPr>
                <p:cNvPr id="791" name="Graphic 931">
                  <a:extLst>
                    <a:ext uri="{FF2B5EF4-FFF2-40B4-BE49-F238E27FC236}">
                      <a16:creationId xmlns:a16="http://schemas.microsoft.com/office/drawing/2014/main" id="{5E559074-205C-90E4-10DA-00FFA1342DC1}"/>
                    </a:ext>
                  </a:extLst>
                </p:cNvPr>
                <p:cNvGrpSpPr/>
                <p:nvPr/>
              </p:nvGrpSpPr>
              <p:grpSpPr>
                <a:xfrm>
                  <a:off x="6586913" y="8744704"/>
                  <a:ext cx="1057078" cy="804080"/>
                  <a:chOff x="6586913" y="8744704"/>
                  <a:chExt cx="1057078" cy="804080"/>
                </a:xfrm>
              </p:grpSpPr>
              <p:sp>
                <p:nvSpPr>
                  <p:cNvPr id="805" name="Freeform 804">
                    <a:extLst>
                      <a:ext uri="{FF2B5EF4-FFF2-40B4-BE49-F238E27FC236}">
                        <a16:creationId xmlns:a16="http://schemas.microsoft.com/office/drawing/2014/main" id="{EBAA984B-DA29-C8C7-61E9-F4E43A9D8D77}"/>
                      </a:ext>
                    </a:extLst>
                  </p:cNvPr>
                  <p:cNvSpPr/>
                  <p:nvPr/>
                </p:nvSpPr>
                <p:spPr>
                  <a:xfrm>
                    <a:off x="6672187" y="8752621"/>
                    <a:ext cx="971804" cy="796163"/>
                  </a:xfrm>
                  <a:custGeom>
                    <a:avLst/>
                    <a:gdLst>
                      <a:gd name="csX0" fmla="*/ 0 w 971804"/>
                      <a:gd name="csY0" fmla="*/ 0 h 796163"/>
                      <a:gd name="csX1" fmla="*/ 971804 w 971804"/>
                      <a:gd name="csY1" fmla="*/ 0 h 796163"/>
                      <a:gd name="csX2" fmla="*/ 971804 w 971804"/>
                      <a:gd name="csY2" fmla="*/ 796163 h 796163"/>
                      <a:gd name="csX3" fmla="*/ 0 w 971804"/>
                      <a:gd name="csY3" fmla="*/ 796163 h 796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1804" h="796163">
                        <a:moveTo>
                          <a:pt x="0" y="0"/>
                        </a:moveTo>
                        <a:lnTo>
                          <a:pt x="971804" y="0"/>
                        </a:lnTo>
                        <a:lnTo>
                          <a:pt x="971804" y="796163"/>
                        </a:lnTo>
                        <a:lnTo>
                          <a:pt x="0" y="796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06" name="Freeform 805">
                    <a:extLst>
                      <a:ext uri="{FF2B5EF4-FFF2-40B4-BE49-F238E27FC236}">
                        <a16:creationId xmlns:a16="http://schemas.microsoft.com/office/drawing/2014/main" id="{F9BFEB39-F027-AFD7-1A58-27096A40F699}"/>
                      </a:ext>
                    </a:extLst>
                  </p:cNvPr>
                  <p:cNvSpPr/>
                  <p:nvPr/>
                </p:nvSpPr>
                <p:spPr>
                  <a:xfrm>
                    <a:off x="6784328" y="9255795"/>
                    <a:ext cx="12700" cy="4063"/>
                  </a:xfrm>
                  <a:custGeom>
                    <a:avLst/>
                    <a:gdLst>
                      <a:gd name="csX0" fmla="*/ 0 w 12700"/>
                      <a:gd name="csY0" fmla="*/ 4064 h 4063"/>
                      <a:gd name="csX1" fmla="*/ 0 w 12700"/>
                      <a:gd name="csY1" fmla="*/ 0 h 40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063">
                        <a:moveTo>
                          <a:pt x="0" y="4064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07" name="Freeform 806">
                    <a:extLst>
                      <a:ext uri="{FF2B5EF4-FFF2-40B4-BE49-F238E27FC236}">
                        <a16:creationId xmlns:a16="http://schemas.microsoft.com/office/drawing/2014/main" id="{A54B78EF-EEC1-7D73-5774-6F52E17D5279}"/>
                      </a:ext>
                    </a:extLst>
                  </p:cNvPr>
                  <p:cNvSpPr/>
                  <p:nvPr/>
                </p:nvSpPr>
                <p:spPr>
                  <a:xfrm>
                    <a:off x="6784328" y="9319041"/>
                    <a:ext cx="12700" cy="11302"/>
                  </a:xfrm>
                  <a:custGeom>
                    <a:avLst/>
                    <a:gdLst>
                      <a:gd name="csX0" fmla="*/ 0 w 12700"/>
                      <a:gd name="csY0" fmla="*/ 0 h 11302"/>
                      <a:gd name="csX1" fmla="*/ 0 w 12700"/>
                      <a:gd name="csY1" fmla="*/ 11303 h 1130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1302">
                        <a:moveTo>
                          <a:pt x="0" y="0"/>
                        </a:moveTo>
                        <a:lnTo>
                          <a:pt x="0" y="11303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08" name="Freeform 807">
                    <a:extLst>
                      <a:ext uri="{FF2B5EF4-FFF2-40B4-BE49-F238E27FC236}">
                        <a16:creationId xmlns:a16="http://schemas.microsoft.com/office/drawing/2014/main" id="{8DCEC691-37D4-91BB-8300-7E54DFDBC1E8}"/>
                      </a:ext>
                    </a:extLst>
                  </p:cNvPr>
                  <p:cNvSpPr/>
                  <p:nvPr/>
                </p:nvSpPr>
                <p:spPr>
                  <a:xfrm>
                    <a:off x="6728321" y="9259858"/>
                    <a:ext cx="112141" cy="59182"/>
                  </a:xfrm>
                  <a:custGeom>
                    <a:avLst/>
                    <a:gdLst>
                      <a:gd name="csX0" fmla="*/ 0 w 112141"/>
                      <a:gd name="csY0" fmla="*/ 0 h 59182"/>
                      <a:gd name="csX1" fmla="*/ 0 w 112141"/>
                      <a:gd name="csY1" fmla="*/ 59182 h 59182"/>
                      <a:gd name="csX2" fmla="*/ 112141 w 112141"/>
                      <a:gd name="csY2" fmla="*/ 59182 h 59182"/>
                      <a:gd name="csX3" fmla="*/ 112141 w 112141"/>
                      <a:gd name="csY3" fmla="*/ 0 h 59182"/>
                      <a:gd name="csX4" fmla="*/ 0 w 112141"/>
                      <a:gd name="csY4" fmla="*/ 0 h 5918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59182">
                        <a:moveTo>
                          <a:pt x="0" y="0"/>
                        </a:moveTo>
                        <a:lnTo>
                          <a:pt x="0" y="59182"/>
                        </a:lnTo>
                        <a:lnTo>
                          <a:pt x="112141" y="59182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09" name="Freeform 808">
                    <a:extLst>
                      <a:ext uri="{FF2B5EF4-FFF2-40B4-BE49-F238E27FC236}">
                        <a16:creationId xmlns:a16="http://schemas.microsoft.com/office/drawing/2014/main" id="{C27761E7-4E0F-4314-3E2F-6F0D0877C398}"/>
                      </a:ext>
                    </a:extLst>
                  </p:cNvPr>
                  <p:cNvSpPr/>
                  <p:nvPr/>
                </p:nvSpPr>
                <p:spPr>
                  <a:xfrm>
                    <a:off x="6728321" y="9275353"/>
                    <a:ext cx="112141" cy="12700"/>
                  </a:xfrm>
                  <a:custGeom>
                    <a:avLst/>
                    <a:gdLst>
                      <a:gd name="csX0" fmla="*/ 0 w 112141"/>
                      <a:gd name="csY0" fmla="*/ 0 h 12700"/>
                      <a:gd name="csX1" fmla="*/ 112141 w 1121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1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0" name="Freeform 809">
                    <a:extLst>
                      <a:ext uri="{FF2B5EF4-FFF2-40B4-BE49-F238E27FC236}">
                        <a16:creationId xmlns:a16="http://schemas.microsoft.com/office/drawing/2014/main" id="{88E7EF58-19C2-F19E-A7E6-7EF4BBEDA410}"/>
                      </a:ext>
                    </a:extLst>
                  </p:cNvPr>
                  <p:cNvSpPr/>
                  <p:nvPr/>
                </p:nvSpPr>
                <p:spPr>
                  <a:xfrm>
                    <a:off x="6971272" y="9258843"/>
                    <a:ext cx="12700" cy="1778"/>
                  </a:xfrm>
                  <a:custGeom>
                    <a:avLst/>
                    <a:gdLst>
                      <a:gd name="csX0" fmla="*/ 0 w 12700"/>
                      <a:gd name="csY0" fmla="*/ 1778 h 1778"/>
                      <a:gd name="csX1" fmla="*/ 0 w 12700"/>
                      <a:gd name="csY1" fmla="*/ 0 h 177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778">
                        <a:moveTo>
                          <a:pt x="0" y="1778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1" name="Freeform 810">
                    <a:extLst>
                      <a:ext uri="{FF2B5EF4-FFF2-40B4-BE49-F238E27FC236}">
                        <a16:creationId xmlns:a16="http://schemas.microsoft.com/office/drawing/2014/main" id="{4970BEAB-3C9F-5F46-D4D1-1AA64813ED31}"/>
                      </a:ext>
                    </a:extLst>
                  </p:cNvPr>
                  <p:cNvSpPr/>
                  <p:nvPr/>
                </p:nvSpPr>
                <p:spPr>
                  <a:xfrm>
                    <a:off x="6971272" y="9267860"/>
                    <a:ext cx="12700" cy="381"/>
                  </a:xfrm>
                  <a:custGeom>
                    <a:avLst/>
                    <a:gdLst>
                      <a:gd name="csX0" fmla="*/ 0 w 12700"/>
                      <a:gd name="csY0" fmla="*/ 0 h 381"/>
                      <a:gd name="csX1" fmla="*/ 0 w 12700"/>
                      <a:gd name="csY1" fmla="*/ 381 h 38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81">
                        <a:moveTo>
                          <a:pt x="0" y="0"/>
                        </a:moveTo>
                        <a:lnTo>
                          <a:pt x="0" y="381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2" name="Freeform 811">
                    <a:extLst>
                      <a:ext uri="{FF2B5EF4-FFF2-40B4-BE49-F238E27FC236}">
                        <a16:creationId xmlns:a16="http://schemas.microsoft.com/office/drawing/2014/main" id="{1B1C460A-DD7E-941E-2EC7-9FF9A4C52BC6}"/>
                      </a:ext>
                    </a:extLst>
                  </p:cNvPr>
                  <p:cNvSpPr/>
                  <p:nvPr/>
                </p:nvSpPr>
                <p:spPr>
                  <a:xfrm>
                    <a:off x="6915137" y="9260621"/>
                    <a:ext cx="112141" cy="7238"/>
                  </a:xfrm>
                  <a:custGeom>
                    <a:avLst/>
                    <a:gdLst>
                      <a:gd name="csX0" fmla="*/ 0 w 112141"/>
                      <a:gd name="csY0" fmla="*/ 0 h 7238"/>
                      <a:gd name="csX1" fmla="*/ 0 w 112141"/>
                      <a:gd name="csY1" fmla="*/ 7239 h 7238"/>
                      <a:gd name="csX2" fmla="*/ 112141 w 112141"/>
                      <a:gd name="csY2" fmla="*/ 7239 h 7238"/>
                      <a:gd name="csX3" fmla="*/ 112141 w 112141"/>
                      <a:gd name="csY3" fmla="*/ 0 h 7238"/>
                      <a:gd name="csX4" fmla="*/ 0 w 112141"/>
                      <a:gd name="csY4" fmla="*/ 0 h 723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7238">
                        <a:moveTo>
                          <a:pt x="0" y="0"/>
                        </a:moveTo>
                        <a:lnTo>
                          <a:pt x="0" y="7239"/>
                        </a:lnTo>
                        <a:lnTo>
                          <a:pt x="112141" y="7239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3" name="Freeform 812">
                    <a:extLst>
                      <a:ext uri="{FF2B5EF4-FFF2-40B4-BE49-F238E27FC236}">
                        <a16:creationId xmlns:a16="http://schemas.microsoft.com/office/drawing/2014/main" id="{98D64B2E-32E0-92E6-CB9E-219990E6CA55}"/>
                      </a:ext>
                    </a:extLst>
                  </p:cNvPr>
                  <p:cNvSpPr/>
                  <p:nvPr/>
                </p:nvSpPr>
                <p:spPr>
                  <a:xfrm>
                    <a:off x="6915138" y="9265955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4" name="Freeform 813">
                    <a:extLst>
                      <a:ext uri="{FF2B5EF4-FFF2-40B4-BE49-F238E27FC236}">
                        <a16:creationId xmlns:a16="http://schemas.microsoft.com/office/drawing/2014/main" id="{FD5032CA-09D9-68E6-DE39-9BE71F3FCCFB}"/>
                      </a:ext>
                    </a:extLst>
                  </p:cNvPr>
                  <p:cNvSpPr/>
                  <p:nvPr/>
                </p:nvSpPr>
                <p:spPr>
                  <a:xfrm>
                    <a:off x="7158089" y="9264685"/>
                    <a:ext cx="12700" cy="37337"/>
                  </a:xfrm>
                  <a:custGeom>
                    <a:avLst/>
                    <a:gdLst>
                      <a:gd name="csX0" fmla="*/ 0 w 12700"/>
                      <a:gd name="csY0" fmla="*/ 37338 h 37337"/>
                      <a:gd name="csX1" fmla="*/ 0 w 12700"/>
                      <a:gd name="csY1" fmla="*/ 0 h 3733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7337">
                        <a:moveTo>
                          <a:pt x="0" y="37338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5" name="Freeform 814">
                    <a:extLst>
                      <a:ext uri="{FF2B5EF4-FFF2-40B4-BE49-F238E27FC236}">
                        <a16:creationId xmlns:a16="http://schemas.microsoft.com/office/drawing/2014/main" id="{339D9557-542B-F139-3811-5E3FA489C000}"/>
                      </a:ext>
                    </a:extLst>
                  </p:cNvPr>
                  <p:cNvSpPr/>
                  <p:nvPr/>
                </p:nvSpPr>
                <p:spPr>
                  <a:xfrm>
                    <a:off x="7158089" y="9376699"/>
                    <a:ext cx="12700" cy="37465"/>
                  </a:xfrm>
                  <a:custGeom>
                    <a:avLst/>
                    <a:gdLst>
                      <a:gd name="csX0" fmla="*/ 0 w 12700"/>
                      <a:gd name="csY0" fmla="*/ 0 h 37465"/>
                      <a:gd name="csX1" fmla="*/ 0 w 12700"/>
                      <a:gd name="csY1" fmla="*/ 37465 h 3746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7465">
                        <a:moveTo>
                          <a:pt x="0" y="0"/>
                        </a:moveTo>
                        <a:lnTo>
                          <a:pt x="0" y="37465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6" name="Freeform 815">
                    <a:extLst>
                      <a:ext uri="{FF2B5EF4-FFF2-40B4-BE49-F238E27FC236}">
                        <a16:creationId xmlns:a16="http://schemas.microsoft.com/office/drawing/2014/main" id="{C3F45A84-4B67-E522-0A9B-51FF4AB60709}"/>
                      </a:ext>
                    </a:extLst>
                  </p:cNvPr>
                  <p:cNvSpPr/>
                  <p:nvPr/>
                </p:nvSpPr>
                <p:spPr>
                  <a:xfrm>
                    <a:off x="7102081" y="9302022"/>
                    <a:ext cx="112141" cy="74676"/>
                  </a:xfrm>
                  <a:custGeom>
                    <a:avLst/>
                    <a:gdLst>
                      <a:gd name="csX0" fmla="*/ 0 w 112141"/>
                      <a:gd name="csY0" fmla="*/ 0 h 74676"/>
                      <a:gd name="csX1" fmla="*/ 0 w 112141"/>
                      <a:gd name="csY1" fmla="*/ 74676 h 74676"/>
                      <a:gd name="csX2" fmla="*/ 112141 w 112141"/>
                      <a:gd name="csY2" fmla="*/ 74676 h 74676"/>
                      <a:gd name="csX3" fmla="*/ 112141 w 112141"/>
                      <a:gd name="csY3" fmla="*/ 0 h 74676"/>
                      <a:gd name="csX4" fmla="*/ 0 w 112141"/>
                      <a:gd name="csY4" fmla="*/ 0 h 746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74676">
                        <a:moveTo>
                          <a:pt x="0" y="0"/>
                        </a:moveTo>
                        <a:lnTo>
                          <a:pt x="0" y="74676"/>
                        </a:lnTo>
                        <a:lnTo>
                          <a:pt x="112141" y="74676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7" name="Freeform 816">
                    <a:extLst>
                      <a:ext uri="{FF2B5EF4-FFF2-40B4-BE49-F238E27FC236}">
                        <a16:creationId xmlns:a16="http://schemas.microsoft.com/office/drawing/2014/main" id="{563979D7-7B36-DC57-6D3E-E64AD8A05441}"/>
                      </a:ext>
                    </a:extLst>
                  </p:cNvPr>
                  <p:cNvSpPr/>
                  <p:nvPr/>
                </p:nvSpPr>
                <p:spPr>
                  <a:xfrm>
                    <a:off x="7102082" y="9339361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8" name="Freeform 817">
                    <a:extLst>
                      <a:ext uri="{FF2B5EF4-FFF2-40B4-BE49-F238E27FC236}">
                        <a16:creationId xmlns:a16="http://schemas.microsoft.com/office/drawing/2014/main" id="{D1E5E25F-827E-FAD2-192D-97927C528EBB}"/>
                      </a:ext>
                    </a:extLst>
                  </p:cNvPr>
                  <p:cNvSpPr/>
                  <p:nvPr/>
                </p:nvSpPr>
                <p:spPr>
                  <a:xfrm>
                    <a:off x="7531850" y="9286783"/>
                    <a:ext cx="12700" cy="26034"/>
                  </a:xfrm>
                  <a:custGeom>
                    <a:avLst/>
                    <a:gdLst>
                      <a:gd name="csX0" fmla="*/ 0 w 12700"/>
                      <a:gd name="csY0" fmla="*/ 26035 h 26034"/>
                      <a:gd name="csX1" fmla="*/ 0 w 12700"/>
                      <a:gd name="csY1" fmla="*/ 0 h 2603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6034">
                        <a:moveTo>
                          <a:pt x="0" y="26035"/>
                        </a:moveTo>
                        <a:lnTo>
                          <a:pt x="0" y="0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19" name="Freeform 818">
                    <a:extLst>
                      <a:ext uri="{FF2B5EF4-FFF2-40B4-BE49-F238E27FC236}">
                        <a16:creationId xmlns:a16="http://schemas.microsoft.com/office/drawing/2014/main" id="{211E7851-5553-B833-C28D-C46865638D8D}"/>
                      </a:ext>
                    </a:extLst>
                  </p:cNvPr>
                  <p:cNvSpPr/>
                  <p:nvPr/>
                </p:nvSpPr>
                <p:spPr>
                  <a:xfrm>
                    <a:off x="7531850" y="9380890"/>
                    <a:ext cx="12700" cy="53212"/>
                  </a:xfrm>
                  <a:custGeom>
                    <a:avLst/>
                    <a:gdLst>
                      <a:gd name="csX0" fmla="*/ 0 w 12700"/>
                      <a:gd name="csY0" fmla="*/ 0 h 53212"/>
                      <a:gd name="csX1" fmla="*/ 0 w 12700"/>
                      <a:gd name="csY1" fmla="*/ 53213 h 5321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53212">
                        <a:moveTo>
                          <a:pt x="0" y="0"/>
                        </a:moveTo>
                        <a:lnTo>
                          <a:pt x="0" y="53213"/>
                        </a:lnTo>
                      </a:path>
                    </a:pathLst>
                  </a:custGeom>
                  <a:ln w="13589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0" name="Freeform 819">
                    <a:extLst>
                      <a:ext uri="{FF2B5EF4-FFF2-40B4-BE49-F238E27FC236}">
                        <a16:creationId xmlns:a16="http://schemas.microsoft.com/office/drawing/2014/main" id="{FF142EAA-0E8E-D419-C031-9FCD18AAB787}"/>
                      </a:ext>
                    </a:extLst>
                  </p:cNvPr>
                  <p:cNvSpPr/>
                  <p:nvPr/>
                </p:nvSpPr>
                <p:spPr>
                  <a:xfrm>
                    <a:off x="7475843" y="9312818"/>
                    <a:ext cx="112141" cy="68072"/>
                  </a:xfrm>
                  <a:custGeom>
                    <a:avLst/>
                    <a:gdLst>
                      <a:gd name="csX0" fmla="*/ 0 w 112141"/>
                      <a:gd name="csY0" fmla="*/ 0 h 68072"/>
                      <a:gd name="csX1" fmla="*/ 0 w 112141"/>
                      <a:gd name="csY1" fmla="*/ 68072 h 68072"/>
                      <a:gd name="csX2" fmla="*/ 112141 w 112141"/>
                      <a:gd name="csY2" fmla="*/ 68072 h 68072"/>
                      <a:gd name="csX3" fmla="*/ 112141 w 112141"/>
                      <a:gd name="csY3" fmla="*/ 0 h 68072"/>
                      <a:gd name="csX4" fmla="*/ 0 w 112141"/>
                      <a:gd name="csY4" fmla="*/ 0 h 6807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112141" h="68072">
                        <a:moveTo>
                          <a:pt x="0" y="0"/>
                        </a:moveTo>
                        <a:lnTo>
                          <a:pt x="0" y="68072"/>
                        </a:lnTo>
                        <a:lnTo>
                          <a:pt x="112141" y="68072"/>
                        </a:lnTo>
                        <a:lnTo>
                          <a:pt x="11214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D040C"/>
                  </a:solidFill>
                  <a:ln w="13589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1" name="Freeform 820">
                    <a:extLst>
                      <a:ext uri="{FF2B5EF4-FFF2-40B4-BE49-F238E27FC236}">
                        <a16:creationId xmlns:a16="http://schemas.microsoft.com/office/drawing/2014/main" id="{6DBC5A79-F77D-BFAA-C69E-A68CB87276E7}"/>
                      </a:ext>
                    </a:extLst>
                  </p:cNvPr>
                  <p:cNvSpPr/>
                  <p:nvPr/>
                </p:nvSpPr>
                <p:spPr>
                  <a:xfrm>
                    <a:off x="7475843" y="9341774"/>
                    <a:ext cx="112140" cy="12700"/>
                  </a:xfrm>
                  <a:custGeom>
                    <a:avLst/>
                    <a:gdLst>
                      <a:gd name="csX0" fmla="*/ 0 w 112140"/>
                      <a:gd name="csY0" fmla="*/ 0 h 12700"/>
                      <a:gd name="csX1" fmla="*/ 112141 w 11214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2140" h="12700">
                        <a:moveTo>
                          <a:pt x="0" y="0"/>
                        </a:moveTo>
                        <a:lnTo>
                          <a:pt x="112141" y="0"/>
                        </a:lnTo>
                      </a:path>
                    </a:pathLst>
                  </a:custGeom>
                  <a:ln w="27051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2" name="Freeform 821">
                    <a:extLst>
                      <a:ext uri="{FF2B5EF4-FFF2-40B4-BE49-F238E27FC236}">
                        <a16:creationId xmlns:a16="http://schemas.microsoft.com/office/drawing/2014/main" id="{768DF8D6-3FFD-E8BF-78FF-4E61A85B0183}"/>
                      </a:ext>
                    </a:extLst>
                  </p:cNvPr>
                  <p:cNvSpPr/>
                  <p:nvPr/>
                </p:nvSpPr>
                <p:spPr>
                  <a:xfrm>
                    <a:off x="7155549" y="9395876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3" name="Freeform 822">
                    <a:extLst>
                      <a:ext uri="{FF2B5EF4-FFF2-40B4-BE49-F238E27FC236}">
                        <a16:creationId xmlns:a16="http://schemas.microsoft.com/office/drawing/2014/main" id="{848144C7-5EC2-3C23-0A67-D6C70987E787}"/>
                      </a:ext>
                    </a:extLst>
                  </p:cNvPr>
                  <p:cNvSpPr/>
                  <p:nvPr/>
                </p:nvSpPr>
                <p:spPr>
                  <a:xfrm>
                    <a:off x="6969494" y="924995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4" name="Freeform 823">
                    <a:extLst>
                      <a:ext uri="{FF2B5EF4-FFF2-40B4-BE49-F238E27FC236}">
                        <a16:creationId xmlns:a16="http://schemas.microsoft.com/office/drawing/2014/main" id="{3DE60CA4-8527-9B28-0782-CBBD7020912F}"/>
                      </a:ext>
                    </a:extLst>
                  </p:cNvPr>
                  <p:cNvSpPr/>
                  <p:nvPr/>
                </p:nvSpPr>
                <p:spPr>
                  <a:xfrm>
                    <a:off x="6945237" y="9249572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5" name="Freeform 824">
                    <a:extLst>
                      <a:ext uri="{FF2B5EF4-FFF2-40B4-BE49-F238E27FC236}">
                        <a16:creationId xmlns:a16="http://schemas.microsoft.com/office/drawing/2014/main" id="{F64A6F3F-77AB-D1C8-3F76-684CCACAEAA1}"/>
                      </a:ext>
                    </a:extLst>
                  </p:cNvPr>
                  <p:cNvSpPr/>
                  <p:nvPr/>
                </p:nvSpPr>
                <p:spPr>
                  <a:xfrm>
                    <a:off x="7526135" y="928551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6" name="Freeform 825">
                    <a:extLst>
                      <a:ext uri="{FF2B5EF4-FFF2-40B4-BE49-F238E27FC236}">
                        <a16:creationId xmlns:a16="http://schemas.microsoft.com/office/drawing/2014/main" id="{447B0239-F3FC-FFE5-DD64-0E4EF194AE4B}"/>
                      </a:ext>
                    </a:extLst>
                  </p:cNvPr>
                  <p:cNvSpPr/>
                  <p:nvPr/>
                </p:nvSpPr>
                <p:spPr>
                  <a:xfrm>
                    <a:off x="6771628" y="924017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7" name="Freeform 826">
                    <a:extLst>
                      <a:ext uri="{FF2B5EF4-FFF2-40B4-BE49-F238E27FC236}">
                        <a16:creationId xmlns:a16="http://schemas.microsoft.com/office/drawing/2014/main" id="{BF6B9D7C-1076-2D6C-0EAC-D8EF384F65A5}"/>
                      </a:ext>
                    </a:extLst>
                  </p:cNvPr>
                  <p:cNvSpPr/>
                  <p:nvPr/>
                </p:nvSpPr>
                <p:spPr>
                  <a:xfrm>
                    <a:off x="7514578" y="9375302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8" name="Freeform 827">
                    <a:extLst>
                      <a:ext uri="{FF2B5EF4-FFF2-40B4-BE49-F238E27FC236}">
                        <a16:creationId xmlns:a16="http://schemas.microsoft.com/office/drawing/2014/main" id="{4FDE46A6-92E1-229A-00E9-E0CED758501C}"/>
                      </a:ext>
                    </a:extLst>
                  </p:cNvPr>
                  <p:cNvSpPr/>
                  <p:nvPr/>
                </p:nvSpPr>
                <p:spPr>
                  <a:xfrm>
                    <a:off x="6775184" y="9237761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29" name="Freeform 828">
                    <a:extLst>
                      <a:ext uri="{FF2B5EF4-FFF2-40B4-BE49-F238E27FC236}">
                        <a16:creationId xmlns:a16="http://schemas.microsoft.com/office/drawing/2014/main" id="{5B787D01-F2AA-A655-2763-8780E94ED078}"/>
                      </a:ext>
                    </a:extLst>
                  </p:cNvPr>
                  <p:cNvSpPr/>
                  <p:nvPr/>
                </p:nvSpPr>
                <p:spPr>
                  <a:xfrm>
                    <a:off x="7500227" y="9415942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0" name="Freeform 829">
                    <a:extLst>
                      <a:ext uri="{FF2B5EF4-FFF2-40B4-BE49-F238E27FC236}">
                        <a16:creationId xmlns:a16="http://schemas.microsoft.com/office/drawing/2014/main" id="{DF64AC65-F5FC-08A5-0F26-9E4968605B24}"/>
                      </a:ext>
                    </a:extLst>
                  </p:cNvPr>
                  <p:cNvSpPr/>
                  <p:nvPr/>
                </p:nvSpPr>
                <p:spPr>
                  <a:xfrm>
                    <a:off x="6772136" y="931218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1" name="Freeform 830">
                    <a:extLst>
                      <a:ext uri="{FF2B5EF4-FFF2-40B4-BE49-F238E27FC236}">
                        <a16:creationId xmlns:a16="http://schemas.microsoft.com/office/drawing/2014/main" id="{17ADB1FB-3BA8-133D-B99A-749899B115F4}"/>
                      </a:ext>
                    </a:extLst>
                  </p:cNvPr>
                  <p:cNvSpPr/>
                  <p:nvPr/>
                </p:nvSpPr>
                <p:spPr>
                  <a:xfrm>
                    <a:off x="7521563" y="932488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2" name="Freeform 831">
                    <a:extLst>
                      <a:ext uri="{FF2B5EF4-FFF2-40B4-BE49-F238E27FC236}">
                        <a16:creationId xmlns:a16="http://schemas.microsoft.com/office/drawing/2014/main" id="{72267A02-C948-5BF2-8C38-5A7D45B93963}"/>
                      </a:ext>
                    </a:extLst>
                  </p:cNvPr>
                  <p:cNvSpPr/>
                  <p:nvPr/>
                </p:nvSpPr>
                <p:spPr>
                  <a:xfrm>
                    <a:off x="6764770" y="926747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3" name="Freeform 832">
                    <a:extLst>
                      <a:ext uri="{FF2B5EF4-FFF2-40B4-BE49-F238E27FC236}">
                        <a16:creationId xmlns:a16="http://schemas.microsoft.com/office/drawing/2014/main" id="{049546CC-FD0E-5494-CCA9-60361F0667D0}"/>
                      </a:ext>
                    </a:extLst>
                  </p:cNvPr>
                  <p:cNvSpPr/>
                  <p:nvPr/>
                </p:nvSpPr>
                <p:spPr>
                  <a:xfrm>
                    <a:off x="7522071" y="9322470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4" name="Freeform 833">
                    <a:extLst>
                      <a:ext uri="{FF2B5EF4-FFF2-40B4-BE49-F238E27FC236}">
                        <a16:creationId xmlns:a16="http://schemas.microsoft.com/office/drawing/2014/main" id="{4C57A3A4-57D4-80A4-ADEB-4389F2D1FEA2}"/>
                      </a:ext>
                    </a:extLst>
                  </p:cNvPr>
                  <p:cNvSpPr/>
                  <p:nvPr/>
                </p:nvSpPr>
                <p:spPr>
                  <a:xfrm>
                    <a:off x="6782550" y="9392701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5" name="Freeform 834">
                    <a:extLst>
                      <a:ext uri="{FF2B5EF4-FFF2-40B4-BE49-F238E27FC236}">
                        <a16:creationId xmlns:a16="http://schemas.microsoft.com/office/drawing/2014/main" id="{8D5A8781-9AA6-308A-D565-99A32B960F70}"/>
                      </a:ext>
                    </a:extLst>
                  </p:cNvPr>
                  <p:cNvSpPr/>
                  <p:nvPr/>
                </p:nvSpPr>
                <p:spPr>
                  <a:xfrm>
                    <a:off x="6944094" y="9240682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6" name="Freeform 835">
                    <a:extLst>
                      <a:ext uri="{FF2B5EF4-FFF2-40B4-BE49-F238E27FC236}">
                        <a16:creationId xmlns:a16="http://schemas.microsoft.com/office/drawing/2014/main" id="{9CBC489C-F195-7DE2-1A84-B0D7591B9082}"/>
                      </a:ext>
                    </a:extLst>
                  </p:cNvPr>
                  <p:cNvSpPr/>
                  <p:nvPr/>
                </p:nvSpPr>
                <p:spPr>
                  <a:xfrm>
                    <a:off x="7512419" y="926900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7" name="Freeform 836">
                    <a:extLst>
                      <a:ext uri="{FF2B5EF4-FFF2-40B4-BE49-F238E27FC236}">
                        <a16:creationId xmlns:a16="http://schemas.microsoft.com/office/drawing/2014/main" id="{F7AB2959-B431-457F-B048-74135EFC071B}"/>
                      </a:ext>
                    </a:extLst>
                  </p:cNvPr>
                  <p:cNvSpPr/>
                  <p:nvPr/>
                </p:nvSpPr>
                <p:spPr>
                  <a:xfrm>
                    <a:off x="6782804" y="9247413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8" name="Freeform 837">
                    <a:extLst>
                      <a:ext uri="{FF2B5EF4-FFF2-40B4-BE49-F238E27FC236}">
                        <a16:creationId xmlns:a16="http://schemas.microsoft.com/office/drawing/2014/main" id="{7C974285-D3D8-333D-0EAF-631DFADB1216}"/>
                      </a:ext>
                    </a:extLst>
                  </p:cNvPr>
                  <p:cNvSpPr/>
                  <p:nvPr/>
                </p:nvSpPr>
                <p:spPr>
                  <a:xfrm>
                    <a:off x="7157962" y="9246397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39" name="Freeform 838">
                    <a:extLst>
                      <a:ext uri="{FF2B5EF4-FFF2-40B4-BE49-F238E27FC236}">
                        <a16:creationId xmlns:a16="http://schemas.microsoft.com/office/drawing/2014/main" id="{4FBABB9C-F599-32FD-F386-EF43C39249AF}"/>
                      </a:ext>
                    </a:extLst>
                  </p:cNvPr>
                  <p:cNvSpPr/>
                  <p:nvPr/>
                </p:nvSpPr>
                <p:spPr>
                  <a:xfrm>
                    <a:off x="6938887" y="9247921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0" name="Freeform 839">
                    <a:extLst>
                      <a:ext uri="{FF2B5EF4-FFF2-40B4-BE49-F238E27FC236}">
                        <a16:creationId xmlns:a16="http://schemas.microsoft.com/office/drawing/2014/main" id="{FEED1154-16F5-34AF-440B-B832800A8DB8}"/>
                      </a:ext>
                    </a:extLst>
                  </p:cNvPr>
                  <p:cNvSpPr/>
                  <p:nvPr/>
                </p:nvSpPr>
                <p:spPr>
                  <a:xfrm>
                    <a:off x="6952222" y="9198391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1" name="Freeform 840">
                    <a:extLst>
                      <a:ext uri="{FF2B5EF4-FFF2-40B4-BE49-F238E27FC236}">
                        <a16:creationId xmlns:a16="http://schemas.microsoft.com/office/drawing/2014/main" id="{CF7B4061-B320-DB7C-1ADA-F5A052F38EF9}"/>
                      </a:ext>
                    </a:extLst>
                  </p:cNvPr>
                  <p:cNvSpPr/>
                  <p:nvPr/>
                </p:nvSpPr>
                <p:spPr>
                  <a:xfrm>
                    <a:off x="7329158" y="921921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2" name="Freeform 841">
                    <a:extLst>
                      <a:ext uri="{FF2B5EF4-FFF2-40B4-BE49-F238E27FC236}">
                        <a16:creationId xmlns:a16="http://schemas.microsoft.com/office/drawing/2014/main" id="{C09542A6-8855-6FBC-8CE1-B9E46ACF440A}"/>
                      </a:ext>
                    </a:extLst>
                  </p:cNvPr>
                  <p:cNvSpPr/>
                  <p:nvPr/>
                </p:nvSpPr>
                <p:spPr>
                  <a:xfrm>
                    <a:off x="6968351" y="9306849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3" name="Freeform 842">
                    <a:extLst>
                      <a:ext uri="{FF2B5EF4-FFF2-40B4-BE49-F238E27FC236}">
                        <a16:creationId xmlns:a16="http://schemas.microsoft.com/office/drawing/2014/main" id="{702CEFF1-9308-1BCA-EAA7-63792E614C60}"/>
                      </a:ext>
                    </a:extLst>
                  </p:cNvPr>
                  <p:cNvSpPr/>
                  <p:nvPr/>
                </p:nvSpPr>
                <p:spPr>
                  <a:xfrm>
                    <a:off x="6939649" y="9243984"/>
                    <a:ext cx="36067" cy="36068"/>
                  </a:xfrm>
                  <a:custGeom>
                    <a:avLst/>
                    <a:gdLst>
                      <a:gd name="csX0" fmla="*/ 36068 w 36067"/>
                      <a:gd name="csY0" fmla="*/ 18034 h 36068"/>
                      <a:gd name="csX1" fmla="*/ 18034 w 36067"/>
                      <a:gd name="csY1" fmla="*/ 36068 h 36068"/>
                      <a:gd name="csX2" fmla="*/ 0 w 36067"/>
                      <a:gd name="csY2" fmla="*/ 18034 h 36068"/>
                      <a:gd name="csX3" fmla="*/ 18034 w 36067"/>
                      <a:gd name="csY3" fmla="*/ 0 h 36068"/>
                      <a:gd name="csX4" fmla="*/ 36068 w 36067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7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4" name="TextBox 843">
                    <a:extLst>
                      <a:ext uri="{FF2B5EF4-FFF2-40B4-BE49-F238E27FC236}">
                        <a16:creationId xmlns:a16="http://schemas.microsoft.com/office/drawing/2014/main" id="{8E59E2EB-6905-E52B-A552-259975C8A11B}"/>
                      </a:ext>
                    </a:extLst>
                  </p:cNvPr>
                  <p:cNvSpPr txBox="1"/>
                  <p:nvPr/>
                </p:nvSpPr>
                <p:spPr>
                  <a:xfrm>
                    <a:off x="6586913" y="8903199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0.755</a:t>
                    </a:r>
                  </a:p>
                </p:txBody>
              </p:sp>
              <p:sp>
                <p:nvSpPr>
                  <p:cNvPr id="845" name="Freeform 844">
                    <a:extLst>
                      <a:ext uri="{FF2B5EF4-FFF2-40B4-BE49-F238E27FC236}">
                        <a16:creationId xmlns:a16="http://schemas.microsoft.com/office/drawing/2014/main" id="{138664F3-5498-32E5-DF14-F25180A0F834}"/>
                      </a:ext>
                    </a:extLst>
                  </p:cNvPr>
                  <p:cNvSpPr/>
                  <p:nvPr/>
                </p:nvSpPr>
                <p:spPr>
                  <a:xfrm>
                    <a:off x="6784328" y="9042308"/>
                    <a:ext cx="168148" cy="12700"/>
                  </a:xfrm>
                  <a:custGeom>
                    <a:avLst/>
                    <a:gdLst>
                      <a:gd name="csX0" fmla="*/ 0 w 168148"/>
                      <a:gd name="csY0" fmla="*/ 0 h 12700"/>
                      <a:gd name="csX1" fmla="*/ 168148 w 16814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68148" h="12700">
                        <a:moveTo>
                          <a:pt x="0" y="0"/>
                        </a:moveTo>
                        <a:lnTo>
                          <a:pt x="168148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6" name="TextBox 845">
                    <a:extLst>
                      <a:ext uri="{FF2B5EF4-FFF2-40B4-BE49-F238E27FC236}">
                        <a16:creationId xmlns:a16="http://schemas.microsoft.com/office/drawing/2014/main" id="{6E81979E-3C49-91CF-A0A6-9D84DF30232E}"/>
                      </a:ext>
                    </a:extLst>
                  </p:cNvPr>
                  <p:cNvSpPr txBox="1"/>
                  <p:nvPr/>
                </p:nvSpPr>
                <p:spPr>
                  <a:xfrm>
                    <a:off x="7118807" y="8868279"/>
                    <a:ext cx="284050" cy="400236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2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847" name="Freeform 846">
                    <a:extLst>
                      <a:ext uri="{FF2B5EF4-FFF2-40B4-BE49-F238E27FC236}">
                        <a16:creationId xmlns:a16="http://schemas.microsoft.com/office/drawing/2014/main" id="{6FCBDD3C-DAB0-21CD-BBCF-020E9970FCED}"/>
                      </a:ext>
                    </a:extLst>
                  </p:cNvPr>
                  <p:cNvSpPr/>
                  <p:nvPr/>
                </p:nvSpPr>
                <p:spPr>
                  <a:xfrm>
                    <a:off x="6989941" y="9042308"/>
                    <a:ext cx="541909" cy="12700"/>
                  </a:xfrm>
                  <a:custGeom>
                    <a:avLst/>
                    <a:gdLst>
                      <a:gd name="csX0" fmla="*/ 0 w 541909"/>
                      <a:gd name="csY0" fmla="*/ 0 h 12700"/>
                      <a:gd name="csX1" fmla="*/ 541909 w 54190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41909" h="12700">
                        <a:moveTo>
                          <a:pt x="0" y="0"/>
                        </a:moveTo>
                        <a:lnTo>
                          <a:pt x="541909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48" name="TextBox 847">
                    <a:extLst>
                      <a:ext uri="{FF2B5EF4-FFF2-40B4-BE49-F238E27FC236}">
                        <a16:creationId xmlns:a16="http://schemas.microsoft.com/office/drawing/2014/main" id="{C02DBB96-8C28-76BA-A0D3-8444D51BD83D}"/>
                      </a:ext>
                    </a:extLst>
                  </p:cNvPr>
                  <p:cNvSpPr txBox="1"/>
                  <p:nvPr/>
                </p:nvSpPr>
                <p:spPr>
                  <a:xfrm>
                    <a:off x="6876603" y="8744704"/>
                    <a:ext cx="562973" cy="199925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699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0.053</a:t>
                    </a:r>
                  </a:p>
                </p:txBody>
              </p:sp>
              <p:sp>
                <p:nvSpPr>
                  <p:cNvPr id="849" name="Freeform 848">
                    <a:extLst>
                      <a:ext uri="{FF2B5EF4-FFF2-40B4-BE49-F238E27FC236}">
                        <a16:creationId xmlns:a16="http://schemas.microsoft.com/office/drawing/2014/main" id="{88B98997-FA4C-9C4E-EA26-7577CFD4C59C}"/>
                      </a:ext>
                    </a:extLst>
                  </p:cNvPr>
                  <p:cNvSpPr/>
                  <p:nvPr/>
                </p:nvSpPr>
                <p:spPr>
                  <a:xfrm>
                    <a:off x="6784328" y="8883939"/>
                    <a:ext cx="747522" cy="12700"/>
                  </a:xfrm>
                  <a:custGeom>
                    <a:avLst/>
                    <a:gdLst>
                      <a:gd name="csX0" fmla="*/ 0 w 747522"/>
                      <a:gd name="csY0" fmla="*/ 0 h 12700"/>
                      <a:gd name="csX1" fmla="*/ 747522 w 74752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47522" h="12700">
                        <a:moveTo>
                          <a:pt x="0" y="0"/>
                        </a:moveTo>
                        <a:lnTo>
                          <a:pt x="74752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</p:grpSp>
            <p:grpSp>
              <p:nvGrpSpPr>
                <p:cNvPr id="792" name="Graphic 931">
                  <a:extLst>
                    <a:ext uri="{FF2B5EF4-FFF2-40B4-BE49-F238E27FC236}">
                      <a16:creationId xmlns:a16="http://schemas.microsoft.com/office/drawing/2014/main" id="{1243A7D1-7B18-FE51-F71D-D827A2183511}"/>
                    </a:ext>
                  </a:extLst>
                </p:cNvPr>
                <p:cNvGrpSpPr/>
                <p:nvPr/>
              </p:nvGrpSpPr>
              <p:grpSpPr>
                <a:xfrm>
                  <a:off x="6638295" y="8406960"/>
                  <a:ext cx="1025157" cy="1384025"/>
                  <a:chOff x="6638295" y="8406960"/>
                  <a:chExt cx="1025157" cy="1384025"/>
                </a:xfrm>
              </p:grpSpPr>
              <p:sp>
                <p:nvSpPr>
                  <p:cNvPr id="793" name="Freeform 792">
                    <a:extLst>
                      <a:ext uri="{FF2B5EF4-FFF2-40B4-BE49-F238E27FC236}">
                        <a16:creationId xmlns:a16="http://schemas.microsoft.com/office/drawing/2014/main" id="{C7227091-36C3-B6F7-4A24-BA1D0A3B2A4D}"/>
                      </a:ext>
                    </a:extLst>
                  </p:cNvPr>
                  <p:cNvSpPr/>
                  <p:nvPr/>
                </p:nvSpPr>
                <p:spPr>
                  <a:xfrm>
                    <a:off x="6672187" y="9548783"/>
                    <a:ext cx="971803" cy="12700"/>
                  </a:xfrm>
                  <a:custGeom>
                    <a:avLst/>
                    <a:gdLst>
                      <a:gd name="csX0" fmla="*/ 0 w 971803"/>
                      <a:gd name="csY0" fmla="*/ 0 h 12700"/>
                      <a:gd name="csX1" fmla="*/ 971804 w 971803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971803" h="12700">
                        <a:moveTo>
                          <a:pt x="0" y="0"/>
                        </a:moveTo>
                        <a:lnTo>
                          <a:pt x="971804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1871F2EB-A051-E210-8FFA-4C28004EC556}"/>
                      </a:ext>
                    </a:extLst>
                  </p:cNvPr>
                  <p:cNvSpPr/>
                  <p:nvPr/>
                </p:nvSpPr>
                <p:spPr>
                  <a:xfrm>
                    <a:off x="6784328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66E49C3B-ED3B-4458-E6A2-6A5AD01E2C6A}"/>
                      </a:ext>
                    </a:extLst>
                  </p:cNvPr>
                  <p:cNvSpPr/>
                  <p:nvPr/>
                </p:nvSpPr>
                <p:spPr>
                  <a:xfrm>
                    <a:off x="6971272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5AE9EB8F-FD47-DE82-C3FE-0717C869C3A0}"/>
                      </a:ext>
                    </a:extLst>
                  </p:cNvPr>
                  <p:cNvSpPr/>
                  <p:nvPr/>
                </p:nvSpPr>
                <p:spPr>
                  <a:xfrm>
                    <a:off x="7158088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15212CDB-F616-81FF-526C-9C3EDAC09E34}"/>
                      </a:ext>
                    </a:extLst>
                  </p:cNvPr>
                  <p:cNvSpPr/>
                  <p:nvPr/>
                </p:nvSpPr>
                <p:spPr>
                  <a:xfrm>
                    <a:off x="7345033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8" name="Freeform 797">
                    <a:extLst>
                      <a:ext uri="{FF2B5EF4-FFF2-40B4-BE49-F238E27FC236}">
                        <a16:creationId xmlns:a16="http://schemas.microsoft.com/office/drawing/2014/main" id="{720D68E4-4C02-2685-4D0D-F834F131AFCB}"/>
                      </a:ext>
                    </a:extLst>
                  </p:cNvPr>
                  <p:cNvSpPr/>
                  <p:nvPr/>
                </p:nvSpPr>
                <p:spPr>
                  <a:xfrm>
                    <a:off x="7531850" y="9548783"/>
                    <a:ext cx="12700" cy="34798"/>
                  </a:xfrm>
                  <a:custGeom>
                    <a:avLst/>
                    <a:gdLst>
                      <a:gd name="csX0" fmla="*/ 0 w 12700"/>
                      <a:gd name="csY0" fmla="*/ 34798 h 34798"/>
                      <a:gd name="csX1" fmla="*/ 0 w 12700"/>
                      <a:gd name="csY1" fmla="*/ 0 h 347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8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799" name="TextBox 798">
                    <a:extLst>
                      <a:ext uri="{FF2B5EF4-FFF2-40B4-BE49-F238E27FC236}">
                        <a16:creationId xmlns:a16="http://schemas.microsoft.com/office/drawing/2014/main" id="{BF71E0AE-272A-2EBA-0FB5-2AE9C8CFC9ED}"/>
                      </a:ext>
                    </a:extLst>
                  </p:cNvPr>
                  <p:cNvSpPr txBox="1"/>
                  <p:nvPr/>
                </p:nvSpPr>
                <p:spPr>
                  <a:xfrm>
                    <a:off x="6638295" y="954463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800" name="TextBox 799">
                    <a:extLst>
                      <a:ext uri="{FF2B5EF4-FFF2-40B4-BE49-F238E27FC236}">
                        <a16:creationId xmlns:a16="http://schemas.microsoft.com/office/drawing/2014/main" id="{57E5DE0A-FBD4-AAF4-ABD8-D80F15307538}"/>
                      </a:ext>
                    </a:extLst>
                  </p:cNvPr>
                  <p:cNvSpPr txBox="1"/>
                  <p:nvPr/>
                </p:nvSpPr>
                <p:spPr>
                  <a:xfrm>
                    <a:off x="6861305" y="9544638"/>
                    <a:ext cx="219930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801" name="TextBox 800">
                    <a:extLst>
                      <a:ext uri="{FF2B5EF4-FFF2-40B4-BE49-F238E27FC236}">
                        <a16:creationId xmlns:a16="http://schemas.microsoft.com/office/drawing/2014/main" id="{881E6228-4316-7D54-158D-9407F6DFBBFD}"/>
                      </a:ext>
                    </a:extLst>
                  </p:cNvPr>
                  <p:cNvSpPr txBox="1"/>
                  <p:nvPr/>
                </p:nvSpPr>
                <p:spPr>
                  <a:xfrm>
                    <a:off x="7012058" y="9544638"/>
                    <a:ext cx="292065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1D2540E-6454-24FD-A225-3439BA943587}"/>
                      </a:ext>
                    </a:extLst>
                  </p:cNvPr>
                  <p:cNvSpPr txBox="1"/>
                  <p:nvPr/>
                </p:nvSpPr>
                <p:spPr>
                  <a:xfrm>
                    <a:off x="7166938" y="9544638"/>
                    <a:ext cx="356186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6A7EF72C-B618-5ABB-CE61-FA2BCF3C3035}"/>
                      </a:ext>
                    </a:extLst>
                  </p:cNvPr>
                  <p:cNvSpPr txBox="1"/>
                  <p:nvPr/>
                </p:nvSpPr>
                <p:spPr>
                  <a:xfrm>
                    <a:off x="7400240" y="9544638"/>
                    <a:ext cx="263212" cy="246347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00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C606BBA9-6170-33A3-DF9F-213C40BD54CB}"/>
                      </a:ext>
                    </a:extLst>
                  </p:cNvPr>
                  <p:cNvSpPr txBox="1"/>
                  <p:nvPr/>
                </p:nvSpPr>
                <p:spPr>
                  <a:xfrm>
                    <a:off x="6924076" y="8406960"/>
                    <a:ext cx="521295" cy="261608"/>
                  </a:xfrm>
                  <a:prstGeom prst="rect">
                    <a:avLst/>
                  </a:prstGeom>
                  <a:noFill/>
                </p:spPr>
                <p:txBody>
  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en-US" sz="1100" i="1" err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cckb</a:t>
                    </a:r>
                    <a:r>
                      <a:rPr lang="en-US" sz="1100" i="1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-</a:t>
                    </a:r>
                  </a:p>
                </p:txBody>
              </p:sp>
            </p:grpSp>
          </p:grpSp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5E25F27C-1A5B-F867-227C-B7A9575406B2}"/>
                  </a:ext>
                </a:extLst>
              </p:cNvPr>
              <p:cNvSpPr/>
              <p:nvPr/>
            </p:nvSpPr>
            <p:spPr>
              <a:xfrm>
                <a:off x="6059148" y="8767604"/>
                <a:ext cx="1005840" cy="12700"/>
              </a:xfrm>
              <a:custGeom>
                <a:avLst/>
                <a:gdLst>
                  <a:gd name="csX0" fmla="*/ 0 w 168148"/>
                  <a:gd name="csY0" fmla="*/ 0 h 12700"/>
                  <a:gd name="csX1" fmla="*/ 168148 w 16814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148" h="12700">
                    <a:moveTo>
                      <a:pt x="0" y="0"/>
                    </a:moveTo>
                    <a:lnTo>
                      <a:pt x="16814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09EE655D-603C-92FF-61AD-B9A383FE25C6}"/>
                </a:ext>
              </a:extLst>
            </p:cNvPr>
            <p:cNvSpPr txBox="1"/>
            <p:nvPr/>
          </p:nvSpPr>
          <p:spPr>
            <a:xfrm rot="16200000">
              <a:off x="3600761" y="6754168"/>
              <a:ext cx="918839" cy="253785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sz="1049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CytoTRACE</a:t>
              </a:r>
              <a:endParaRPr lang="en-US" sz="104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1394" name="Graphic 525">
            <a:extLst>
              <a:ext uri="{FF2B5EF4-FFF2-40B4-BE49-F238E27FC236}">
                <a16:creationId xmlns:a16="http://schemas.microsoft.com/office/drawing/2014/main" id="{2EF54E9B-0B26-0655-80EE-6E3561AF8D1F}"/>
              </a:ext>
            </a:extLst>
          </p:cNvPr>
          <p:cNvGrpSpPr/>
          <p:nvPr/>
        </p:nvGrpSpPr>
        <p:grpSpPr>
          <a:xfrm>
            <a:off x="90420" y="11019"/>
            <a:ext cx="1834452" cy="1828799"/>
            <a:chOff x="2431043" y="2856073"/>
            <a:chExt cx="1834455" cy="1828800"/>
          </a:xfrm>
        </p:grpSpPr>
        <p:sp>
          <p:nvSpPr>
            <p:cNvPr id="1395" name="Freeform 1394">
              <a:extLst>
                <a:ext uri="{FF2B5EF4-FFF2-40B4-BE49-F238E27FC236}">
                  <a16:creationId xmlns:a16="http://schemas.microsoft.com/office/drawing/2014/main" id="{B030148F-8E56-E2EC-4E07-926EECC2B949}"/>
                </a:ext>
              </a:extLst>
            </p:cNvPr>
            <p:cNvSpPr/>
            <p:nvPr/>
          </p:nvSpPr>
          <p:spPr>
            <a:xfrm>
              <a:off x="2436698" y="2856073"/>
              <a:ext cx="1828800" cy="1828800"/>
            </a:xfrm>
            <a:custGeom>
              <a:avLst/>
              <a:gdLst>
                <a:gd name="csX0" fmla="*/ 0 w 1828800"/>
                <a:gd name="csY0" fmla="*/ 0 h 1828800"/>
                <a:gd name="csX1" fmla="*/ 1828800 w 1828800"/>
                <a:gd name="csY1" fmla="*/ 0 h 1828800"/>
                <a:gd name="csX2" fmla="*/ 1828800 w 1828800"/>
                <a:gd name="csY2" fmla="*/ 1828800 h 1828800"/>
                <a:gd name="csX3" fmla="*/ 0 w 1828800"/>
                <a:gd name="csY3" fmla="*/ 1828800 h 1828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28800" h="1828800">
                  <a:moveTo>
                    <a:pt x="0" y="0"/>
                  </a:moveTo>
                  <a:lnTo>
                    <a:pt x="1828800" y="0"/>
                  </a:lnTo>
                  <a:lnTo>
                    <a:pt x="1828800" y="1828800"/>
                  </a:lnTo>
                  <a:lnTo>
                    <a:pt x="0" y="1828800"/>
                  </a:lnTo>
                  <a:close/>
                </a:path>
              </a:pathLst>
            </a:custGeom>
            <a:solidFill>
              <a:srgbClr val="FFFFFF"/>
            </a:solidFill>
            <a:ln w="12700" cap="rnd">
              <a:noFill/>
              <a:prstDash val="solid"/>
              <a:round/>
            </a:ln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96" name="Freeform 1395">
              <a:extLst>
                <a:ext uri="{FF2B5EF4-FFF2-40B4-BE49-F238E27FC236}">
                  <a16:creationId xmlns:a16="http://schemas.microsoft.com/office/drawing/2014/main" id="{99402C98-D068-FAE3-688C-4218A927D9B7}"/>
                </a:ext>
              </a:extLst>
            </p:cNvPr>
            <p:cNvSpPr/>
            <p:nvPr/>
          </p:nvSpPr>
          <p:spPr>
            <a:xfrm>
              <a:off x="2436698" y="2856073"/>
              <a:ext cx="1828800" cy="1828800"/>
            </a:xfrm>
            <a:custGeom>
              <a:avLst/>
              <a:gdLst>
                <a:gd name="csX0" fmla="*/ 0 w 1828800"/>
                <a:gd name="csY0" fmla="*/ 0 h 1828800"/>
                <a:gd name="csX1" fmla="*/ 1828800 w 1828800"/>
                <a:gd name="csY1" fmla="*/ 0 h 1828800"/>
                <a:gd name="csX2" fmla="*/ 1828800 w 1828800"/>
                <a:gd name="csY2" fmla="*/ 1828800 h 1828800"/>
                <a:gd name="csX3" fmla="*/ 0 w 1828800"/>
                <a:gd name="csY3" fmla="*/ 1828800 h 1828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28800" h="1828800">
                  <a:moveTo>
                    <a:pt x="0" y="0"/>
                  </a:moveTo>
                  <a:lnTo>
                    <a:pt x="1828800" y="0"/>
                  </a:lnTo>
                  <a:lnTo>
                    <a:pt x="1828800" y="1828800"/>
                  </a:lnTo>
                  <a:lnTo>
                    <a:pt x="0" y="1828800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 sz="2800"/>
            </a:p>
          </p:txBody>
        </p:sp>
        <p:grpSp>
          <p:nvGrpSpPr>
            <p:cNvPr id="1397" name="Graphic 525">
              <a:extLst>
                <a:ext uri="{FF2B5EF4-FFF2-40B4-BE49-F238E27FC236}">
                  <a16:creationId xmlns:a16="http://schemas.microsoft.com/office/drawing/2014/main" id="{629B65FF-DEAA-560D-2DAE-A6134139784C}"/>
                </a:ext>
              </a:extLst>
            </p:cNvPr>
            <p:cNvGrpSpPr/>
            <p:nvPr/>
          </p:nvGrpSpPr>
          <p:grpSpPr>
            <a:xfrm>
              <a:off x="2950540" y="3113620"/>
              <a:ext cx="1245489" cy="1171329"/>
              <a:chOff x="2950540" y="3113620"/>
              <a:chExt cx="1245489" cy="1171329"/>
            </a:xfrm>
          </p:grpSpPr>
          <p:sp>
            <p:nvSpPr>
              <p:cNvPr id="1424" name="Freeform 1423">
                <a:extLst>
                  <a:ext uri="{FF2B5EF4-FFF2-40B4-BE49-F238E27FC236}">
                    <a16:creationId xmlns:a16="http://schemas.microsoft.com/office/drawing/2014/main" id="{D2E762E1-1F04-AB6A-8C68-DB298E236785}"/>
                  </a:ext>
                </a:extLst>
              </p:cNvPr>
              <p:cNvSpPr/>
              <p:nvPr/>
            </p:nvSpPr>
            <p:spPr>
              <a:xfrm>
                <a:off x="2950540" y="3150459"/>
                <a:ext cx="1245489" cy="1134490"/>
              </a:xfrm>
              <a:custGeom>
                <a:avLst/>
                <a:gdLst>
                  <a:gd name="csX0" fmla="*/ 0 w 1245489"/>
                  <a:gd name="csY0" fmla="*/ 0 h 1134490"/>
                  <a:gd name="csX1" fmla="*/ 1245489 w 1245489"/>
                  <a:gd name="csY1" fmla="*/ 0 h 1134490"/>
                  <a:gd name="csX2" fmla="*/ 1245489 w 1245489"/>
                  <a:gd name="csY2" fmla="*/ 1134491 h 1134490"/>
                  <a:gd name="csX3" fmla="*/ 0 w 1245489"/>
                  <a:gd name="csY3" fmla="*/ 1134491 h 11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45489" h="1134490">
                    <a:moveTo>
                      <a:pt x="0" y="0"/>
                    </a:moveTo>
                    <a:lnTo>
                      <a:pt x="1245489" y="0"/>
                    </a:lnTo>
                    <a:lnTo>
                      <a:pt x="1245489" y="1134491"/>
                    </a:lnTo>
                    <a:lnTo>
                      <a:pt x="0" y="1134491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5" name="Freeform 1424">
                <a:extLst>
                  <a:ext uri="{FF2B5EF4-FFF2-40B4-BE49-F238E27FC236}">
                    <a16:creationId xmlns:a16="http://schemas.microsoft.com/office/drawing/2014/main" id="{CF8BCEB5-7E93-873A-8F91-61E90438B9F2}"/>
                  </a:ext>
                </a:extLst>
              </p:cNvPr>
              <p:cNvSpPr/>
              <p:nvPr/>
            </p:nvSpPr>
            <p:spPr>
              <a:xfrm>
                <a:off x="3094177" y="3545810"/>
                <a:ext cx="12700" cy="162178"/>
              </a:xfrm>
              <a:custGeom>
                <a:avLst/>
                <a:gdLst>
                  <a:gd name="csX0" fmla="*/ 0 w 12700"/>
                  <a:gd name="csY0" fmla="*/ 162179 h 162178"/>
                  <a:gd name="csX1" fmla="*/ 0 w 12700"/>
                  <a:gd name="csY1" fmla="*/ 0 h 16217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62178">
                    <a:moveTo>
                      <a:pt x="0" y="16217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6" name="Freeform 1425">
                <a:extLst>
                  <a:ext uri="{FF2B5EF4-FFF2-40B4-BE49-F238E27FC236}">
                    <a16:creationId xmlns:a16="http://schemas.microsoft.com/office/drawing/2014/main" id="{7BB1445E-5281-E9EC-BEB3-D08AC1B5B813}"/>
                  </a:ext>
                </a:extLst>
              </p:cNvPr>
              <p:cNvSpPr/>
              <p:nvPr/>
            </p:nvSpPr>
            <p:spPr>
              <a:xfrm>
                <a:off x="3094177" y="3900775"/>
                <a:ext cx="12700" cy="185547"/>
              </a:xfrm>
              <a:custGeom>
                <a:avLst/>
                <a:gdLst>
                  <a:gd name="csX0" fmla="*/ 0 w 12700"/>
                  <a:gd name="csY0" fmla="*/ 0 h 185547"/>
                  <a:gd name="csX1" fmla="*/ 0 w 12700"/>
                  <a:gd name="csY1" fmla="*/ 185547 h 18554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85547">
                    <a:moveTo>
                      <a:pt x="0" y="0"/>
                    </a:moveTo>
                    <a:lnTo>
                      <a:pt x="0" y="18554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7" name="Freeform 1426">
                <a:extLst>
                  <a:ext uri="{FF2B5EF4-FFF2-40B4-BE49-F238E27FC236}">
                    <a16:creationId xmlns:a16="http://schemas.microsoft.com/office/drawing/2014/main" id="{F69FF336-396C-BA52-EDD1-E81CA0AE2816}"/>
                  </a:ext>
                </a:extLst>
              </p:cNvPr>
              <p:cNvSpPr/>
              <p:nvPr/>
            </p:nvSpPr>
            <p:spPr>
              <a:xfrm>
                <a:off x="3022295" y="3707989"/>
                <a:ext cx="143763" cy="192786"/>
              </a:xfrm>
              <a:custGeom>
                <a:avLst/>
                <a:gdLst>
                  <a:gd name="csX0" fmla="*/ 0 w 143763"/>
                  <a:gd name="csY0" fmla="*/ 0 h 192786"/>
                  <a:gd name="csX1" fmla="*/ 0 w 143763"/>
                  <a:gd name="csY1" fmla="*/ 192786 h 192786"/>
                  <a:gd name="csX2" fmla="*/ 143764 w 143763"/>
                  <a:gd name="csY2" fmla="*/ 192786 h 192786"/>
                  <a:gd name="csX3" fmla="*/ 143764 w 143763"/>
                  <a:gd name="csY3" fmla="*/ 0 h 192786"/>
                  <a:gd name="csX4" fmla="*/ 0 w 143763"/>
                  <a:gd name="csY4" fmla="*/ 0 h 192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192786">
                    <a:moveTo>
                      <a:pt x="0" y="0"/>
                    </a:moveTo>
                    <a:lnTo>
                      <a:pt x="0" y="192786"/>
                    </a:lnTo>
                    <a:lnTo>
                      <a:pt x="143764" y="192786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8" name="Freeform 1427">
                <a:extLst>
                  <a:ext uri="{FF2B5EF4-FFF2-40B4-BE49-F238E27FC236}">
                    <a16:creationId xmlns:a16="http://schemas.microsoft.com/office/drawing/2014/main" id="{25433283-0AC3-3A92-13D1-C39B5CFEB341}"/>
                  </a:ext>
                </a:extLst>
              </p:cNvPr>
              <p:cNvSpPr/>
              <p:nvPr/>
            </p:nvSpPr>
            <p:spPr>
              <a:xfrm>
                <a:off x="3022295" y="3861024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9" name="Freeform 1428">
                <a:extLst>
                  <a:ext uri="{FF2B5EF4-FFF2-40B4-BE49-F238E27FC236}">
                    <a16:creationId xmlns:a16="http://schemas.microsoft.com/office/drawing/2014/main" id="{7AC842AD-DB1B-608C-7B1C-F96B68102529}"/>
                  </a:ext>
                </a:extLst>
              </p:cNvPr>
              <p:cNvSpPr/>
              <p:nvPr/>
            </p:nvSpPr>
            <p:spPr>
              <a:xfrm>
                <a:off x="3333699" y="3906363"/>
                <a:ext cx="12700" cy="82803"/>
              </a:xfrm>
              <a:custGeom>
                <a:avLst/>
                <a:gdLst>
                  <a:gd name="csX0" fmla="*/ 0 w 12700"/>
                  <a:gd name="csY0" fmla="*/ 82804 h 82803"/>
                  <a:gd name="csX1" fmla="*/ 0 w 12700"/>
                  <a:gd name="csY1" fmla="*/ 0 h 828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2803">
                    <a:moveTo>
                      <a:pt x="0" y="8280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0" name="Freeform 1429">
                <a:extLst>
                  <a:ext uri="{FF2B5EF4-FFF2-40B4-BE49-F238E27FC236}">
                    <a16:creationId xmlns:a16="http://schemas.microsoft.com/office/drawing/2014/main" id="{4DCCC998-3F23-9599-3CBB-602253421353}"/>
                  </a:ext>
                </a:extLst>
              </p:cNvPr>
              <p:cNvSpPr/>
              <p:nvPr/>
            </p:nvSpPr>
            <p:spPr>
              <a:xfrm>
                <a:off x="3333699" y="4158585"/>
                <a:ext cx="12700" cy="74675"/>
              </a:xfrm>
              <a:custGeom>
                <a:avLst/>
                <a:gdLst>
                  <a:gd name="csX0" fmla="*/ 0 w 12700"/>
                  <a:gd name="csY0" fmla="*/ 0 h 74675"/>
                  <a:gd name="csX1" fmla="*/ 0 w 12700"/>
                  <a:gd name="csY1" fmla="*/ 74676 h 746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4675">
                    <a:moveTo>
                      <a:pt x="0" y="0"/>
                    </a:moveTo>
                    <a:lnTo>
                      <a:pt x="0" y="7467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1" name="Freeform 1430">
                <a:extLst>
                  <a:ext uri="{FF2B5EF4-FFF2-40B4-BE49-F238E27FC236}">
                    <a16:creationId xmlns:a16="http://schemas.microsoft.com/office/drawing/2014/main" id="{EF1955C6-211D-16AB-2434-8BF4FD1AF3E4}"/>
                  </a:ext>
                </a:extLst>
              </p:cNvPr>
              <p:cNvSpPr/>
              <p:nvPr/>
            </p:nvSpPr>
            <p:spPr>
              <a:xfrm>
                <a:off x="3261817" y="3989167"/>
                <a:ext cx="143763" cy="169417"/>
              </a:xfrm>
              <a:custGeom>
                <a:avLst/>
                <a:gdLst>
                  <a:gd name="csX0" fmla="*/ 0 w 143763"/>
                  <a:gd name="csY0" fmla="*/ 0 h 169417"/>
                  <a:gd name="csX1" fmla="*/ 0 w 143763"/>
                  <a:gd name="csY1" fmla="*/ 169418 h 169417"/>
                  <a:gd name="csX2" fmla="*/ 143764 w 143763"/>
                  <a:gd name="csY2" fmla="*/ 169418 h 169417"/>
                  <a:gd name="csX3" fmla="*/ 143764 w 143763"/>
                  <a:gd name="csY3" fmla="*/ 0 h 169417"/>
                  <a:gd name="csX4" fmla="*/ 0 w 143763"/>
                  <a:gd name="csY4" fmla="*/ 0 h 1694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169417">
                    <a:moveTo>
                      <a:pt x="0" y="0"/>
                    </a:moveTo>
                    <a:lnTo>
                      <a:pt x="0" y="169418"/>
                    </a:lnTo>
                    <a:lnTo>
                      <a:pt x="143764" y="169418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2" name="Freeform 1431">
                <a:extLst>
                  <a:ext uri="{FF2B5EF4-FFF2-40B4-BE49-F238E27FC236}">
                    <a16:creationId xmlns:a16="http://schemas.microsoft.com/office/drawing/2014/main" id="{2BA137E6-7036-81FD-DB6B-DA1FEC15F11C}"/>
                  </a:ext>
                </a:extLst>
              </p:cNvPr>
              <p:cNvSpPr/>
              <p:nvPr/>
            </p:nvSpPr>
            <p:spPr>
              <a:xfrm>
                <a:off x="3261817" y="4092799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3" name="Freeform 1432">
                <a:extLst>
                  <a:ext uri="{FF2B5EF4-FFF2-40B4-BE49-F238E27FC236}">
                    <a16:creationId xmlns:a16="http://schemas.microsoft.com/office/drawing/2014/main" id="{4EF59CE8-FD5D-5DD6-C368-982A39E46020}"/>
                  </a:ext>
                </a:extLst>
              </p:cNvPr>
              <p:cNvSpPr/>
              <p:nvPr/>
            </p:nvSpPr>
            <p:spPr>
              <a:xfrm>
                <a:off x="3501339" y="4233261"/>
                <a:ext cx="143763" cy="12700"/>
              </a:xfrm>
              <a:custGeom>
                <a:avLst/>
                <a:gdLst>
                  <a:gd name="csX0" fmla="*/ 0 w 143763"/>
                  <a:gd name="csY0" fmla="*/ 0 h 12700"/>
                  <a:gd name="csX1" fmla="*/ 0 w 143763"/>
                  <a:gd name="csY1" fmla="*/ 0 h 12700"/>
                  <a:gd name="csX2" fmla="*/ 143764 w 143763"/>
                  <a:gd name="csY2" fmla="*/ 0 h 12700"/>
                  <a:gd name="csX3" fmla="*/ 143764 w 143763"/>
                  <a:gd name="csY3" fmla="*/ 0 h 12700"/>
                  <a:gd name="csX4" fmla="*/ 0 w 143763"/>
                  <a:gd name="csY4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763" h="12700">
                    <a:moveTo>
                      <a:pt x="0" y="0"/>
                    </a:moveTo>
                    <a:lnTo>
                      <a:pt x="0" y="0"/>
                    </a:lnTo>
                    <a:lnTo>
                      <a:pt x="143764" y="0"/>
                    </a:lnTo>
                    <a:lnTo>
                      <a:pt x="14376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4" name="Freeform 1433">
                <a:extLst>
                  <a:ext uri="{FF2B5EF4-FFF2-40B4-BE49-F238E27FC236}">
                    <a16:creationId xmlns:a16="http://schemas.microsoft.com/office/drawing/2014/main" id="{82B32B4E-5183-CB03-61BC-40087BDCABB2}"/>
                  </a:ext>
                </a:extLst>
              </p:cNvPr>
              <p:cNvSpPr/>
              <p:nvPr/>
            </p:nvSpPr>
            <p:spPr>
              <a:xfrm>
                <a:off x="3501339" y="4233261"/>
                <a:ext cx="143764" cy="12700"/>
              </a:xfrm>
              <a:custGeom>
                <a:avLst/>
                <a:gdLst>
                  <a:gd name="csX0" fmla="*/ 0 w 143764"/>
                  <a:gd name="csY0" fmla="*/ 0 h 12700"/>
                  <a:gd name="csX1" fmla="*/ 143764 w 14376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764" h="12700">
                    <a:moveTo>
                      <a:pt x="0" y="0"/>
                    </a:moveTo>
                    <a:lnTo>
                      <a:pt x="143764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5" name="Freeform 1434">
                <a:extLst>
                  <a:ext uri="{FF2B5EF4-FFF2-40B4-BE49-F238E27FC236}">
                    <a16:creationId xmlns:a16="http://schemas.microsoft.com/office/drawing/2014/main" id="{ABBAEC82-50ED-77A4-BF28-D766DAFEC4C7}"/>
                  </a:ext>
                </a:extLst>
              </p:cNvPr>
              <p:cNvSpPr/>
              <p:nvPr/>
            </p:nvSpPr>
            <p:spPr>
              <a:xfrm>
                <a:off x="4052265" y="4037046"/>
                <a:ext cx="12700" cy="81280"/>
              </a:xfrm>
              <a:custGeom>
                <a:avLst/>
                <a:gdLst>
                  <a:gd name="csX0" fmla="*/ 0 w 12700"/>
                  <a:gd name="csY0" fmla="*/ 81280 h 81280"/>
                  <a:gd name="csX1" fmla="*/ 0 w 12700"/>
                  <a:gd name="csY1" fmla="*/ 0 h 812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1280">
                    <a:moveTo>
                      <a:pt x="0" y="8128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6" name="Freeform 1435">
                <a:extLst>
                  <a:ext uri="{FF2B5EF4-FFF2-40B4-BE49-F238E27FC236}">
                    <a16:creationId xmlns:a16="http://schemas.microsoft.com/office/drawing/2014/main" id="{C09FA90D-CE14-C827-2783-14F70E0813B1}"/>
                  </a:ext>
                </a:extLst>
              </p:cNvPr>
              <p:cNvSpPr/>
              <p:nvPr/>
            </p:nvSpPr>
            <p:spPr>
              <a:xfrm>
                <a:off x="3980383" y="4118325"/>
                <a:ext cx="143636" cy="114935"/>
              </a:xfrm>
              <a:custGeom>
                <a:avLst/>
                <a:gdLst>
                  <a:gd name="csX0" fmla="*/ 0 w 143636"/>
                  <a:gd name="csY0" fmla="*/ 0 h 114935"/>
                  <a:gd name="csX1" fmla="*/ 0 w 143636"/>
                  <a:gd name="csY1" fmla="*/ 114935 h 114935"/>
                  <a:gd name="csX2" fmla="*/ 143637 w 143636"/>
                  <a:gd name="csY2" fmla="*/ 114935 h 114935"/>
                  <a:gd name="csX3" fmla="*/ 143637 w 143636"/>
                  <a:gd name="csY3" fmla="*/ 0 h 114935"/>
                  <a:gd name="csX4" fmla="*/ 0 w 143636"/>
                  <a:gd name="csY4" fmla="*/ 0 h 1149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43636" h="114935">
                    <a:moveTo>
                      <a:pt x="0" y="0"/>
                    </a:moveTo>
                    <a:lnTo>
                      <a:pt x="0" y="114935"/>
                    </a:lnTo>
                    <a:lnTo>
                      <a:pt x="143637" y="114935"/>
                    </a:lnTo>
                    <a:lnTo>
                      <a:pt x="1436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4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7" name="Freeform 1436">
                <a:extLst>
                  <a:ext uri="{FF2B5EF4-FFF2-40B4-BE49-F238E27FC236}">
                    <a16:creationId xmlns:a16="http://schemas.microsoft.com/office/drawing/2014/main" id="{C383F67B-37CA-14F4-6175-B93AC39FA0CB}"/>
                  </a:ext>
                </a:extLst>
              </p:cNvPr>
              <p:cNvSpPr/>
              <p:nvPr/>
            </p:nvSpPr>
            <p:spPr>
              <a:xfrm>
                <a:off x="3980383" y="4178778"/>
                <a:ext cx="143637" cy="12700"/>
              </a:xfrm>
              <a:custGeom>
                <a:avLst/>
                <a:gdLst>
                  <a:gd name="csX0" fmla="*/ 0 w 143637"/>
                  <a:gd name="csY0" fmla="*/ 0 h 12700"/>
                  <a:gd name="csX1" fmla="*/ 143637 w 143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43637" h="12700">
                    <a:moveTo>
                      <a:pt x="0" y="0"/>
                    </a:moveTo>
                    <a:lnTo>
                      <a:pt x="143637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8" name="Freeform 1437">
                <a:extLst>
                  <a:ext uri="{FF2B5EF4-FFF2-40B4-BE49-F238E27FC236}">
                    <a16:creationId xmlns:a16="http://schemas.microsoft.com/office/drawing/2014/main" id="{5F486859-8676-AA39-4A3E-94CA654A2230}"/>
                  </a:ext>
                </a:extLst>
              </p:cNvPr>
              <p:cNvSpPr/>
              <p:nvPr/>
            </p:nvSpPr>
            <p:spPr>
              <a:xfrm>
                <a:off x="3096082" y="388947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9" name="Freeform 1438">
                <a:extLst>
                  <a:ext uri="{FF2B5EF4-FFF2-40B4-BE49-F238E27FC236}">
                    <a16:creationId xmlns:a16="http://schemas.microsoft.com/office/drawing/2014/main" id="{4F8827AA-8A1F-5854-F9DF-ECA55D63E67E}"/>
                  </a:ext>
                </a:extLst>
              </p:cNvPr>
              <p:cNvSpPr/>
              <p:nvPr/>
            </p:nvSpPr>
            <p:spPr>
              <a:xfrm>
                <a:off x="3097098" y="38247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0" name="Freeform 1439">
                <a:extLst>
                  <a:ext uri="{FF2B5EF4-FFF2-40B4-BE49-F238E27FC236}">
                    <a16:creationId xmlns:a16="http://schemas.microsoft.com/office/drawing/2014/main" id="{EF0278DD-EA76-6DDC-0970-CDA296F58FFC}"/>
                  </a:ext>
                </a:extLst>
              </p:cNvPr>
              <p:cNvSpPr/>
              <p:nvPr/>
            </p:nvSpPr>
            <p:spPr>
              <a:xfrm>
                <a:off x="3065856" y="386127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1" name="Freeform 1440">
                <a:extLst>
                  <a:ext uri="{FF2B5EF4-FFF2-40B4-BE49-F238E27FC236}">
                    <a16:creationId xmlns:a16="http://schemas.microsoft.com/office/drawing/2014/main" id="{D2B311F6-4BB1-050F-A3C0-06EE32C4C17E}"/>
                  </a:ext>
                </a:extLst>
              </p:cNvPr>
              <p:cNvSpPr/>
              <p:nvPr/>
            </p:nvSpPr>
            <p:spPr>
              <a:xfrm>
                <a:off x="3092018" y="406816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2" name="Freeform 1441">
                <a:extLst>
                  <a:ext uri="{FF2B5EF4-FFF2-40B4-BE49-F238E27FC236}">
                    <a16:creationId xmlns:a16="http://schemas.microsoft.com/office/drawing/2014/main" id="{1B92C7F6-01C6-5BF7-2B57-5AE34A509AB6}"/>
                  </a:ext>
                </a:extLst>
              </p:cNvPr>
              <p:cNvSpPr/>
              <p:nvPr/>
            </p:nvSpPr>
            <p:spPr>
              <a:xfrm>
                <a:off x="3083001" y="3644997"/>
                <a:ext cx="36068" cy="36067"/>
              </a:xfrm>
              <a:custGeom>
                <a:avLst/>
                <a:gdLst>
                  <a:gd name="csX0" fmla="*/ 36068 w 36068"/>
                  <a:gd name="csY0" fmla="*/ 18034 h 36067"/>
                  <a:gd name="csX1" fmla="*/ 18034 w 36068"/>
                  <a:gd name="csY1" fmla="*/ 36068 h 36067"/>
                  <a:gd name="csX2" fmla="*/ 0 w 36068"/>
                  <a:gd name="csY2" fmla="*/ 18034 h 36067"/>
                  <a:gd name="csX3" fmla="*/ 18034 w 36068"/>
                  <a:gd name="csY3" fmla="*/ 0 h 36067"/>
                  <a:gd name="csX4" fmla="*/ 36068 w 36068"/>
                  <a:gd name="csY4" fmla="*/ 18034 h 360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7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3" name="Freeform 1442">
                <a:extLst>
                  <a:ext uri="{FF2B5EF4-FFF2-40B4-BE49-F238E27FC236}">
                    <a16:creationId xmlns:a16="http://schemas.microsoft.com/office/drawing/2014/main" id="{A47A6707-CCED-AB1B-5EC2-EF070805226B}"/>
                  </a:ext>
                </a:extLst>
              </p:cNvPr>
              <p:cNvSpPr/>
              <p:nvPr/>
            </p:nvSpPr>
            <p:spPr>
              <a:xfrm>
                <a:off x="3077032" y="352714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4" name="Freeform 1443">
                <a:extLst>
                  <a:ext uri="{FF2B5EF4-FFF2-40B4-BE49-F238E27FC236}">
                    <a16:creationId xmlns:a16="http://schemas.microsoft.com/office/drawing/2014/main" id="{5814610D-3368-28E0-EF6E-CC6102B36BE0}"/>
                  </a:ext>
                </a:extLst>
              </p:cNvPr>
              <p:cNvSpPr/>
              <p:nvPr/>
            </p:nvSpPr>
            <p:spPr>
              <a:xfrm>
                <a:off x="3326968" y="410943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5" name="Freeform 1444">
                <a:extLst>
                  <a:ext uri="{FF2B5EF4-FFF2-40B4-BE49-F238E27FC236}">
                    <a16:creationId xmlns:a16="http://schemas.microsoft.com/office/drawing/2014/main" id="{257482EA-9E92-CDAE-6FA1-E4E929D94212}"/>
                  </a:ext>
                </a:extLst>
              </p:cNvPr>
              <p:cNvSpPr/>
              <p:nvPr/>
            </p:nvSpPr>
            <p:spPr>
              <a:xfrm>
                <a:off x="3298139" y="417141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6" name="Freeform 1445">
                <a:extLst>
                  <a:ext uri="{FF2B5EF4-FFF2-40B4-BE49-F238E27FC236}">
                    <a16:creationId xmlns:a16="http://schemas.microsoft.com/office/drawing/2014/main" id="{484E5A67-78A8-5157-3783-90BD156CC43A}"/>
                  </a:ext>
                </a:extLst>
              </p:cNvPr>
              <p:cNvSpPr/>
              <p:nvPr/>
            </p:nvSpPr>
            <p:spPr>
              <a:xfrm>
                <a:off x="3323158" y="421497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7" name="Freeform 1446">
                <a:extLst>
                  <a:ext uri="{FF2B5EF4-FFF2-40B4-BE49-F238E27FC236}">
                    <a16:creationId xmlns:a16="http://schemas.microsoft.com/office/drawing/2014/main" id="{AD410EE7-B146-462E-1390-44E358B186D1}"/>
                  </a:ext>
                </a:extLst>
              </p:cNvPr>
              <p:cNvSpPr/>
              <p:nvPr/>
            </p:nvSpPr>
            <p:spPr>
              <a:xfrm>
                <a:off x="3325444" y="390420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8" name="Freeform 1447">
                <a:extLst>
                  <a:ext uri="{FF2B5EF4-FFF2-40B4-BE49-F238E27FC236}">
                    <a16:creationId xmlns:a16="http://schemas.microsoft.com/office/drawing/2014/main" id="{5F5E5D9B-7F20-F1F2-5C52-56BAEFDFA0D9}"/>
                  </a:ext>
                </a:extLst>
              </p:cNvPr>
              <p:cNvSpPr/>
              <p:nvPr/>
            </p:nvSpPr>
            <p:spPr>
              <a:xfrm>
                <a:off x="3313633" y="407489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49" name="Freeform 1448">
                <a:extLst>
                  <a:ext uri="{FF2B5EF4-FFF2-40B4-BE49-F238E27FC236}">
                    <a16:creationId xmlns:a16="http://schemas.microsoft.com/office/drawing/2014/main" id="{25E5FA8F-ACCF-2251-D407-FD64C01D1458}"/>
                  </a:ext>
                </a:extLst>
              </p:cNvPr>
              <p:cNvSpPr/>
              <p:nvPr/>
            </p:nvSpPr>
            <p:spPr>
              <a:xfrm>
                <a:off x="3326206" y="38880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0" name="Freeform 1449">
                <a:extLst>
                  <a:ext uri="{FF2B5EF4-FFF2-40B4-BE49-F238E27FC236}">
                    <a16:creationId xmlns:a16="http://schemas.microsoft.com/office/drawing/2014/main" id="{53106568-AE21-BA7D-FF4F-82F704ADAE0D}"/>
                  </a:ext>
                </a:extLst>
              </p:cNvPr>
              <p:cNvSpPr/>
              <p:nvPr/>
            </p:nvSpPr>
            <p:spPr>
              <a:xfrm>
                <a:off x="3336493" y="40383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1" name="Freeform 1450">
                <a:extLst>
                  <a:ext uri="{FF2B5EF4-FFF2-40B4-BE49-F238E27FC236}">
                    <a16:creationId xmlns:a16="http://schemas.microsoft.com/office/drawing/2014/main" id="{5FE46B5B-20F5-020D-B53B-3B43DA730B33}"/>
                  </a:ext>
                </a:extLst>
              </p:cNvPr>
              <p:cNvSpPr/>
              <p:nvPr/>
            </p:nvSpPr>
            <p:spPr>
              <a:xfrm>
                <a:off x="3543503" y="421484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2" name="Freeform 1451">
                <a:extLst>
                  <a:ext uri="{FF2B5EF4-FFF2-40B4-BE49-F238E27FC236}">
                    <a16:creationId xmlns:a16="http://schemas.microsoft.com/office/drawing/2014/main" id="{4F5CF6F0-716B-510F-0115-01CF5B56A22E}"/>
                  </a:ext>
                </a:extLst>
              </p:cNvPr>
              <p:cNvSpPr/>
              <p:nvPr/>
            </p:nvSpPr>
            <p:spPr>
              <a:xfrm>
                <a:off x="4057091" y="401837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3" name="Freeform 1452">
                <a:extLst>
                  <a:ext uri="{FF2B5EF4-FFF2-40B4-BE49-F238E27FC236}">
                    <a16:creationId xmlns:a16="http://schemas.microsoft.com/office/drawing/2014/main" id="{9A78A39B-8925-FB60-7E56-F53CD94E3CA2}"/>
                  </a:ext>
                </a:extLst>
              </p:cNvPr>
              <p:cNvSpPr/>
              <p:nvPr/>
            </p:nvSpPr>
            <p:spPr>
              <a:xfrm>
                <a:off x="4015816" y="421510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4" name="Freeform 1453">
                <a:extLst>
                  <a:ext uri="{FF2B5EF4-FFF2-40B4-BE49-F238E27FC236}">
                    <a16:creationId xmlns:a16="http://schemas.microsoft.com/office/drawing/2014/main" id="{7E273A7B-28AE-687F-66AC-06E4E33F4E28}"/>
                  </a:ext>
                </a:extLst>
              </p:cNvPr>
              <p:cNvSpPr/>
              <p:nvPr/>
            </p:nvSpPr>
            <p:spPr>
              <a:xfrm>
                <a:off x="4032961" y="409851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5" name="Freeform 1454">
                <a:extLst>
                  <a:ext uri="{FF2B5EF4-FFF2-40B4-BE49-F238E27FC236}">
                    <a16:creationId xmlns:a16="http://schemas.microsoft.com/office/drawing/2014/main" id="{05202EF1-E0DC-6BB9-9466-59B4815A0536}"/>
                  </a:ext>
                </a:extLst>
              </p:cNvPr>
              <p:cNvSpPr/>
              <p:nvPr/>
            </p:nvSpPr>
            <p:spPr>
              <a:xfrm>
                <a:off x="4016832" y="410562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6" name="TextBox 1455">
                <a:extLst>
                  <a:ext uri="{FF2B5EF4-FFF2-40B4-BE49-F238E27FC236}">
                    <a16:creationId xmlns:a16="http://schemas.microsoft.com/office/drawing/2014/main" id="{3A3D3AF2-ABF6-7254-9012-82C9AFCD9583}"/>
                  </a:ext>
                </a:extLst>
              </p:cNvPr>
              <p:cNvSpPr txBox="1"/>
              <p:nvPr/>
            </p:nvSpPr>
            <p:spPr>
              <a:xfrm>
                <a:off x="3012108" y="3285452"/>
                <a:ext cx="383436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457" name="Freeform 1456">
                <a:extLst>
                  <a:ext uri="{FF2B5EF4-FFF2-40B4-BE49-F238E27FC236}">
                    <a16:creationId xmlns:a16="http://schemas.microsoft.com/office/drawing/2014/main" id="{B35EF5E3-ADFB-27D0-4B99-5DF48CA663C6}"/>
                  </a:ext>
                </a:extLst>
              </p:cNvPr>
              <p:cNvSpPr/>
              <p:nvPr/>
            </p:nvSpPr>
            <p:spPr>
              <a:xfrm>
                <a:off x="3094177" y="3476976"/>
                <a:ext cx="215518" cy="12700"/>
              </a:xfrm>
              <a:custGeom>
                <a:avLst/>
                <a:gdLst>
                  <a:gd name="csX0" fmla="*/ 0 w 215518"/>
                  <a:gd name="csY0" fmla="*/ 0 h 12700"/>
                  <a:gd name="csX1" fmla="*/ 215519 w 21551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15518" h="12700">
                    <a:moveTo>
                      <a:pt x="0" y="0"/>
                    </a:moveTo>
                    <a:lnTo>
                      <a:pt x="21551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58" name="TextBox 1457">
                <a:extLst>
                  <a:ext uri="{FF2B5EF4-FFF2-40B4-BE49-F238E27FC236}">
                    <a16:creationId xmlns:a16="http://schemas.microsoft.com/office/drawing/2014/main" id="{FB7B9F15-FC94-CD1F-7066-F1D72CBF2974}"/>
                  </a:ext>
                </a:extLst>
              </p:cNvPr>
              <p:cNvSpPr txBox="1"/>
              <p:nvPr/>
            </p:nvSpPr>
            <p:spPr>
              <a:xfrm>
                <a:off x="3461791" y="3331791"/>
                <a:ext cx="562974" cy="19992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69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0.101</a:t>
                </a:r>
              </a:p>
            </p:txBody>
          </p:sp>
          <p:sp>
            <p:nvSpPr>
              <p:cNvPr id="1459" name="Freeform 1458">
                <a:extLst>
                  <a:ext uri="{FF2B5EF4-FFF2-40B4-BE49-F238E27FC236}">
                    <a16:creationId xmlns:a16="http://schemas.microsoft.com/office/drawing/2014/main" id="{57A1EE76-95D0-5EFC-45B9-FBA1D5ABD3C7}"/>
                  </a:ext>
                </a:extLst>
              </p:cNvPr>
              <p:cNvSpPr/>
              <p:nvPr/>
            </p:nvSpPr>
            <p:spPr>
              <a:xfrm>
                <a:off x="3357702" y="3476976"/>
                <a:ext cx="694563" cy="12700"/>
              </a:xfrm>
              <a:custGeom>
                <a:avLst/>
                <a:gdLst>
                  <a:gd name="csX0" fmla="*/ 0 w 694563"/>
                  <a:gd name="csY0" fmla="*/ 0 h 12700"/>
                  <a:gd name="csX1" fmla="*/ 694563 w 69456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694563" h="12700">
                    <a:moveTo>
                      <a:pt x="0" y="0"/>
                    </a:moveTo>
                    <a:lnTo>
                      <a:pt x="694563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60" name="TextBox 1459">
                <a:extLst>
                  <a:ext uri="{FF2B5EF4-FFF2-40B4-BE49-F238E27FC236}">
                    <a16:creationId xmlns:a16="http://schemas.microsoft.com/office/drawing/2014/main" id="{42D02401-0FFC-F5A8-5229-16D85F77DE41}"/>
                  </a:ext>
                </a:extLst>
              </p:cNvPr>
              <p:cNvSpPr txBox="1"/>
              <p:nvPr/>
            </p:nvSpPr>
            <p:spPr>
              <a:xfrm>
                <a:off x="3334105" y="3113620"/>
                <a:ext cx="482823" cy="400236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2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***</a:t>
                </a:r>
              </a:p>
            </p:txBody>
          </p:sp>
          <p:sp>
            <p:nvSpPr>
              <p:cNvPr id="1461" name="Freeform 1460">
                <a:extLst>
                  <a:ext uri="{FF2B5EF4-FFF2-40B4-BE49-F238E27FC236}">
                    <a16:creationId xmlns:a16="http://schemas.microsoft.com/office/drawing/2014/main" id="{8FEDE653-6EA7-71E6-2E8E-54991912A095}"/>
                  </a:ext>
                </a:extLst>
              </p:cNvPr>
              <p:cNvSpPr/>
              <p:nvPr/>
            </p:nvSpPr>
            <p:spPr>
              <a:xfrm>
                <a:off x="3094177" y="3305145"/>
                <a:ext cx="958088" cy="12700"/>
              </a:xfrm>
              <a:custGeom>
                <a:avLst/>
                <a:gdLst>
                  <a:gd name="csX0" fmla="*/ 0 w 958088"/>
                  <a:gd name="csY0" fmla="*/ 0 h 12700"/>
                  <a:gd name="csX1" fmla="*/ 958088 w 9580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8088" h="12700">
                    <a:moveTo>
                      <a:pt x="0" y="0"/>
                    </a:moveTo>
                    <a:lnTo>
                      <a:pt x="95808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98" name="Graphic 525">
              <a:extLst>
                <a:ext uri="{FF2B5EF4-FFF2-40B4-BE49-F238E27FC236}">
                  <a16:creationId xmlns:a16="http://schemas.microsoft.com/office/drawing/2014/main" id="{B145F41E-EE06-3A6C-DAF8-11C4B753DDD4}"/>
                </a:ext>
              </a:extLst>
            </p:cNvPr>
            <p:cNvGrpSpPr/>
            <p:nvPr/>
          </p:nvGrpSpPr>
          <p:grpSpPr>
            <a:xfrm>
              <a:off x="2431043" y="2856073"/>
              <a:ext cx="1764858" cy="1670950"/>
              <a:chOff x="2431043" y="2856073"/>
              <a:chExt cx="1764858" cy="1670950"/>
            </a:xfrm>
          </p:grpSpPr>
          <p:sp>
            <p:nvSpPr>
              <p:cNvPr id="1399" name="Freeform 1398">
                <a:extLst>
                  <a:ext uri="{FF2B5EF4-FFF2-40B4-BE49-F238E27FC236}">
                    <a16:creationId xmlns:a16="http://schemas.microsoft.com/office/drawing/2014/main" id="{122916F9-FA54-759E-9838-FAD85F0A742E}"/>
                  </a:ext>
                </a:extLst>
              </p:cNvPr>
              <p:cNvSpPr/>
              <p:nvPr/>
            </p:nvSpPr>
            <p:spPr>
              <a:xfrm>
                <a:off x="2950539" y="3150459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0" name="TextBox 1399">
                <a:extLst>
                  <a:ext uri="{FF2B5EF4-FFF2-40B4-BE49-F238E27FC236}">
                    <a16:creationId xmlns:a16="http://schemas.microsoft.com/office/drawing/2014/main" id="{3706A283-5AE8-700A-FD79-E09D72365397}"/>
                  </a:ext>
                </a:extLst>
              </p:cNvPr>
              <p:cNvSpPr txBox="1"/>
              <p:nvPr/>
            </p:nvSpPr>
            <p:spPr>
              <a:xfrm>
                <a:off x="2578842" y="4126373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0.00</a:t>
                </a:r>
              </a:p>
            </p:txBody>
          </p:sp>
          <p:sp>
            <p:nvSpPr>
              <p:cNvPr id="1401" name="TextBox 1400">
                <a:extLst>
                  <a:ext uri="{FF2B5EF4-FFF2-40B4-BE49-F238E27FC236}">
                    <a16:creationId xmlns:a16="http://schemas.microsoft.com/office/drawing/2014/main" id="{BF4216DF-672A-F7D6-55B8-DBFC8D5FB668}"/>
                  </a:ext>
                </a:extLst>
              </p:cNvPr>
              <p:cNvSpPr txBox="1"/>
              <p:nvPr/>
            </p:nvSpPr>
            <p:spPr>
              <a:xfrm>
                <a:off x="2578842" y="3855863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0.05</a:t>
                </a:r>
              </a:p>
            </p:txBody>
          </p:sp>
          <p:sp>
            <p:nvSpPr>
              <p:cNvPr id="1402" name="TextBox 1401">
                <a:extLst>
                  <a:ext uri="{FF2B5EF4-FFF2-40B4-BE49-F238E27FC236}">
                    <a16:creationId xmlns:a16="http://schemas.microsoft.com/office/drawing/2014/main" id="{8F7BE2B9-EF50-DBCB-383D-E50EBE6A92C1}"/>
                  </a:ext>
                </a:extLst>
              </p:cNvPr>
              <p:cNvSpPr txBox="1"/>
              <p:nvPr/>
            </p:nvSpPr>
            <p:spPr>
              <a:xfrm>
                <a:off x="2578842" y="3585353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0.10</a:t>
                </a:r>
              </a:p>
            </p:txBody>
          </p:sp>
          <p:sp>
            <p:nvSpPr>
              <p:cNvPr id="1403" name="TextBox 1402">
                <a:extLst>
                  <a:ext uri="{FF2B5EF4-FFF2-40B4-BE49-F238E27FC236}">
                    <a16:creationId xmlns:a16="http://schemas.microsoft.com/office/drawing/2014/main" id="{192D4AA9-1F6E-9F39-1091-2C95FD8228CD}"/>
                  </a:ext>
                </a:extLst>
              </p:cNvPr>
              <p:cNvSpPr txBox="1"/>
              <p:nvPr/>
            </p:nvSpPr>
            <p:spPr>
              <a:xfrm>
                <a:off x="2578842" y="3314716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0.15</a:t>
                </a:r>
              </a:p>
            </p:txBody>
          </p:sp>
          <p:sp>
            <p:nvSpPr>
              <p:cNvPr id="1404" name="TextBox 1403">
                <a:extLst>
                  <a:ext uri="{FF2B5EF4-FFF2-40B4-BE49-F238E27FC236}">
                    <a16:creationId xmlns:a16="http://schemas.microsoft.com/office/drawing/2014/main" id="{EEC0D1F5-59D3-42CD-5C9C-A615B1F52B2A}"/>
                  </a:ext>
                </a:extLst>
              </p:cNvPr>
              <p:cNvSpPr txBox="1"/>
              <p:nvPr/>
            </p:nvSpPr>
            <p:spPr>
              <a:xfrm>
                <a:off x="2578842" y="3044206"/>
                <a:ext cx="43633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0.20</a:t>
                </a: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08668E7F-492B-FE67-B97E-333048F36CA8}"/>
                  </a:ext>
                </a:extLst>
              </p:cNvPr>
              <p:cNvSpPr/>
              <p:nvPr/>
            </p:nvSpPr>
            <p:spPr>
              <a:xfrm>
                <a:off x="2915742" y="4233261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62A814DF-006C-55C0-C9A5-75DCFF203B41}"/>
                  </a:ext>
                </a:extLst>
              </p:cNvPr>
              <p:cNvSpPr/>
              <p:nvPr/>
            </p:nvSpPr>
            <p:spPr>
              <a:xfrm>
                <a:off x="2915742" y="396275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7" name="Freeform 1406">
                <a:extLst>
                  <a:ext uri="{FF2B5EF4-FFF2-40B4-BE49-F238E27FC236}">
                    <a16:creationId xmlns:a16="http://schemas.microsoft.com/office/drawing/2014/main" id="{9B523C6F-EFDA-4A67-60BC-31C17D2FCA2B}"/>
                  </a:ext>
                </a:extLst>
              </p:cNvPr>
              <p:cNvSpPr/>
              <p:nvPr/>
            </p:nvSpPr>
            <p:spPr>
              <a:xfrm>
                <a:off x="2915742" y="3692240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8" name="Freeform 1407">
                <a:extLst>
                  <a:ext uri="{FF2B5EF4-FFF2-40B4-BE49-F238E27FC236}">
                    <a16:creationId xmlns:a16="http://schemas.microsoft.com/office/drawing/2014/main" id="{E6B2EF5D-17F3-BE03-F9C8-EFB23EDC473C}"/>
                  </a:ext>
                </a:extLst>
              </p:cNvPr>
              <p:cNvSpPr/>
              <p:nvPr/>
            </p:nvSpPr>
            <p:spPr>
              <a:xfrm>
                <a:off x="2915742" y="342160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9" name="Freeform 1408">
                <a:extLst>
                  <a:ext uri="{FF2B5EF4-FFF2-40B4-BE49-F238E27FC236}">
                    <a16:creationId xmlns:a16="http://schemas.microsoft.com/office/drawing/2014/main" id="{E38F2321-0E13-C617-CF4E-596B6C87440B}"/>
                  </a:ext>
                </a:extLst>
              </p:cNvPr>
              <p:cNvSpPr/>
              <p:nvPr/>
            </p:nvSpPr>
            <p:spPr>
              <a:xfrm>
                <a:off x="2915742" y="3151093"/>
                <a:ext cx="34797" cy="12700"/>
              </a:xfrm>
              <a:custGeom>
                <a:avLst/>
                <a:gdLst>
                  <a:gd name="csX0" fmla="*/ 0 w 34797"/>
                  <a:gd name="csY0" fmla="*/ 0 h 12700"/>
                  <a:gd name="csX1" fmla="*/ 34798 w 3479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0" name="Freeform 1409">
                <a:extLst>
                  <a:ext uri="{FF2B5EF4-FFF2-40B4-BE49-F238E27FC236}">
                    <a16:creationId xmlns:a16="http://schemas.microsoft.com/office/drawing/2014/main" id="{6CA019F9-43DE-ED91-626F-748FCD5BEAB6}"/>
                  </a:ext>
                </a:extLst>
              </p:cNvPr>
              <p:cNvSpPr/>
              <p:nvPr/>
            </p:nvSpPr>
            <p:spPr>
              <a:xfrm>
                <a:off x="2950539" y="4284823"/>
                <a:ext cx="1245362" cy="12700"/>
              </a:xfrm>
              <a:custGeom>
                <a:avLst/>
                <a:gdLst>
                  <a:gd name="csX0" fmla="*/ 0 w 1245362"/>
                  <a:gd name="csY0" fmla="*/ 0 h 12700"/>
                  <a:gd name="csX1" fmla="*/ 1245362 w 124536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45362" h="12700">
                    <a:moveTo>
                      <a:pt x="0" y="0"/>
                    </a:moveTo>
                    <a:lnTo>
                      <a:pt x="124536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CCC2B3D4-37BF-AA5E-E4CC-2F841607BD6B}"/>
                  </a:ext>
                </a:extLst>
              </p:cNvPr>
              <p:cNvSpPr/>
              <p:nvPr/>
            </p:nvSpPr>
            <p:spPr>
              <a:xfrm>
                <a:off x="3094177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8EEEA8DB-5C73-0207-7725-4BD789A5242C}"/>
                  </a:ext>
                </a:extLst>
              </p:cNvPr>
              <p:cNvSpPr/>
              <p:nvPr/>
            </p:nvSpPr>
            <p:spPr>
              <a:xfrm>
                <a:off x="3333698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3FCC5A-288D-7A84-B361-554BA6711A97}"/>
                  </a:ext>
                </a:extLst>
              </p:cNvPr>
              <p:cNvSpPr/>
              <p:nvPr/>
            </p:nvSpPr>
            <p:spPr>
              <a:xfrm>
                <a:off x="3573220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DD8B13A3-B448-90E5-AF49-8F3C088EFB2F}"/>
                  </a:ext>
                </a:extLst>
              </p:cNvPr>
              <p:cNvSpPr/>
              <p:nvPr/>
            </p:nvSpPr>
            <p:spPr>
              <a:xfrm>
                <a:off x="3812742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5" name="Freeform 1414">
                <a:extLst>
                  <a:ext uri="{FF2B5EF4-FFF2-40B4-BE49-F238E27FC236}">
                    <a16:creationId xmlns:a16="http://schemas.microsoft.com/office/drawing/2014/main" id="{CB7D7127-C5CF-1FA1-A016-D1D467DF92B5}"/>
                  </a:ext>
                </a:extLst>
              </p:cNvPr>
              <p:cNvSpPr/>
              <p:nvPr/>
            </p:nvSpPr>
            <p:spPr>
              <a:xfrm>
                <a:off x="4052264" y="4284823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6" name="TextBox 1415">
                <a:extLst>
                  <a:ext uri="{FF2B5EF4-FFF2-40B4-BE49-F238E27FC236}">
                    <a16:creationId xmlns:a16="http://schemas.microsoft.com/office/drawing/2014/main" id="{4EA59C5B-FA33-12D9-52B5-99929715BCAD}"/>
                  </a:ext>
                </a:extLst>
              </p:cNvPr>
              <p:cNvSpPr txBox="1"/>
              <p:nvPr/>
            </p:nvSpPr>
            <p:spPr>
              <a:xfrm>
                <a:off x="2956188" y="4280676"/>
                <a:ext cx="29206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417" name="TextBox 1416">
                <a:extLst>
                  <a:ext uri="{FF2B5EF4-FFF2-40B4-BE49-F238E27FC236}">
                    <a16:creationId xmlns:a16="http://schemas.microsoft.com/office/drawing/2014/main" id="{D2D9A544-0C69-90A8-380D-FE05A4E4FB93}"/>
                  </a:ext>
                </a:extLst>
              </p:cNvPr>
              <p:cNvSpPr txBox="1"/>
              <p:nvPr/>
            </p:nvSpPr>
            <p:spPr>
              <a:xfrm>
                <a:off x="3226735" y="4280676"/>
                <a:ext cx="21993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418" name="TextBox 1417">
                <a:extLst>
                  <a:ext uri="{FF2B5EF4-FFF2-40B4-BE49-F238E27FC236}">
                    <a16:creationId xmlns:a16="http://schemas.microsoft.com/office/drawing/2014/main" id="{97DE1ECD-9340-3118-8D5A-C500D003926F}"/>
                  </a:ext>
                </a:extLst>
              </p:cNvPr>
              <p:cNvSpPr txBox="1"/>
              <p:nvPr/>
            </p:nvSpPr>
            <p:spPr>
              <a:xfrm>
                <a:off x="3435177" y="4280676"/>
                <a:ext cx="29206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419" name="TextBox 1418">
                <a:extLst>
                  <a:ext uri="{FF2B5EF4-FFF2-40B4-BE49-F238E27FC236}">
                    <a16:creationId xmlns:a16="http://schemas.microsoft.com/office/drawing/2014/main" id="{32F45131-BE6D-8E1F-8944-39EBB9ADBE4C}"/>
                  </a:ext>
                </a:extLst>
              </p:cNvPr>
              <p:cNvSpPr txBox="1"/>
              <p:nvPr/>
            </p:nvSpPr>
            <p:spPr>
              <a:xfrm>
                <a:off x="3646813" y="4280676"/>
                <a:ext cx="356187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420" name="TextBox 1419">
                <a:extLst>
                  <a:ext uri="{FF2B5EF4-FFF2-40B4-BE49-F238E27FC236}">
                    <a16:creationId xmlns:a16="http://schemas.microsoft.com/office/drawing/2014/main" id="{35C5FBA1-E8AF-43A9-8105-B0B409F5C8AF}"/>
                  </a:ext>
                </a:extLst>
              </p:cNvPr>
              <p:cNvSpPr txBox="1"/>
              <p:nvPr/>
            </p:nvSpPr>
            <p:spPr>
              <a:xfrm>
                <a:off x="3926691" y="4280676"/>
                <a:ext cx="263212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422" name="TextBox 1421">
                <a:extLst>
                  <a:ext uri="{FF2B5EF4-FFF2-40B4-BE49-F238E27FC236}">
                    <a16:creationId xmlns:a16="http://schemas.microsoft.com/office/drawing/2014/main" id="{FD91BB53-AE87-57BE-525B-8EA0AED69832}"/>
                  </a:ext>
                </a:extLst>
              </p:cNvPr>
              <p:cNvSpPr txBox="1"/>
              <p:nvPr/>
            </p:nvSpPr>
            <p:spPr>
              <a:xfrm rot="16200000">
                <a:off x="2131377" y="3590750"/>
                <a:ext cx="853118" cy="25378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l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Expression</a:t>
                </a:r>
              </a:p>
            </p:txBody>
          </p:sp>
          <p:sp>
            <p:nvSpPr>
              <p:cNvPr id="1423" name="TextBox 1422">
                <a:extLst>
                  <a:ext uri="{FF2B5EF4-FFF2-40B4-BE49-F238E27FC236}">
                    <a16:creationId xmlns:a16="http://schemas.microsoft.com/office/drawing/2014/main" id="{C4F79184-089C-5418-8078-6F29CC0FB74D}"/>
                  </a:ext>
                </a:extLst>
              </p:cNvPr>
              <p:cNvSpPr txBox="1"/>
              <p:nvPr/>
            </p:nvSpPr>
            <p:spPr>
              <a:xfrm>
                <a:off x="2968934" y="2856073"/>
                <a:ext cx="1174373" cy="26160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npy7r</a:t>
                </a:r>
                <a:r>
                  <a:rPr lang="en-US" sz="110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</p:grpSp>
      </p:grpSp>
      <p:grpSp>
        <p:nvGrpSpPr>
          <p:cNvPr id="1463" name="Graphic 861">
            <a:extLst>
              <a:ext uri="{FF2B5EF4-FFF2-40B4-BE49-F238E27FC236}">
                <a16:creationId xmlns:a16="http://schemas.microsoft.com/office/drawing/2014/main" id="{DC76EA77-692B-7A90-D1D4-7E82851F38DF}"/>
              </a:ext>
            </a:extLst>
          </p:cNvPr>
          <p:cNvGrpSpPr/>
          <p:nvPr/>
        </p:nvGrpSpPr>
        <p:grpSpPr>
          <a:xfrm>
            <a:off x="77283" y="1753566"/>
            <a:ext cx="1764857" cy="1514738"/>
            <a:chOff x="5897599" y="2974632"/>
            <a:chExt cx="1764857" cy="1514739"/>
          </a:xfrm>
        </p:grpSpPr>
        <p:grpSp>
          <p:nvGrpSpPr>
            <p:cNvPr id="1467" name="Graphic 861">
              <a:extLst>
                <a:ext uri="{FF2B5EF4-FFF2-40B4-BE49-F238E27FC236}">
                  <a16:creationId xmlns:a16="http://schemas.microsoft.com/office/drawing/2014/main" id="{4BD52014-4AED-9CF2-0C4D-4985FE32FDC7}"/>
                </a:ext>
              </a:extLst>
            </p:cNvPr>
            <p:cNvGrpSpPr/>
            <p:nvPr/>
          </p:nvGrpSpPr>
          <p:grpSpPr>
            <a:xfrm>
              <a:off x="6354864" y="3112807"/>
              <a:ext cx="1307591" cy="1134490"/>
              <a:chOff x="6354864" y="3112807"/>
              <a:chExt cx="1307591" cy="1134490"/>
            </a:xfrm>
          </p:grpSpPr>
          <p:sp>
            <p:nvSpPr>
              <p:cNvPr id="1492" name="Freeform 1491">
                <a:extLst>
                  <a:ext uri="{FF2B5EF4-FFF2-40B4-BE49-F238E27FC236}">
                    <a16:creationId xmlns:a16="http://schemas.microsoft.com/office/drawing/2014/main" id="{7A4E8375-86A2-19AC-696D-ACEE33C2772F}"/>
                  </a:ext>
                </a:extLst>
              </p:cNvPr>
              <p:cNvSpPr/>
              <p:nvPr/>
            </p:nvSpPr>
            <p:spPr>
              <a:xfrm>
                <a:off x="6354864" y="3112807"/>
                <a:ext cx="1307591" cy="1134490"/>
              </a:xfrm>
              <a:custGeom>
                <a:avLst/>
                <a:gdLst>
                  <a:gd name="csX0" fmla="*/ 0 w 1307591"/>
                  <a:gd name="csY0" fmla="*/ 0 h 1134490"/>
                  <a:gd name="csX1" fmla="*/ 1307592 w 1307591"/>
                  <a:gd name="csY1" fmla="*/ 0 h 1134490"/>
                  <a:gd name="csX2" fmla="*/ 1307592 w 1307591"/>
                  <a:gd name="csY2" fmla="*/ 1134491 h 1134490"/>
                  <a:gd name="csX3" fmla="*/ 0 w 1307591"/>
                  <a:gd name="csY3" fmla="*/ 1134491 h 11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307591" h="1134490">
                    <a:moveTo>
                      <a:pt x="0" y="0"/>
                    </a:moveTo>
                    <a:lnTo>
                      <a:pt x="1307592" y="0"/>
                    </a:lnTo>
                    <a:lnTo>
                      <a:pt x="1307592" y="1134491"/>
                    </a:lnTo>
                    <a:lnTo>
                      <a:pt x="0" y="1134491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3" name="Freeform 1492">
                <a:extLst>
                  <a:ext uri="{FF2B5EF4-FFF2-40B4-BE49-F238E27FC236}">
                    <a16:creationId xmlns:a16="http://schemas.microsoft.com/office/drawing/2014/main" id="{76BCDBBB-70C2-AE43-01AF-452F742484C7}"/>
                  </a:ext>
                </a:extLst>
              </p:cNvPr>
              <p:cNvSpPr/>
              <p:nvPr/>
            </p:nvSpPr>
            <p:spPr>
              <a:xfrm>
                <a:off x="6505740" y="3655605"/>
                <a:ext cx="12700" cy="232537"/>
              </a:xfrm>
              <a:custGeom>
                <a:avLst/>
                <a:gdLst>
                  <a:gd name="csX0" fmla="*/ 0 w 12700"/>
                  <a:gd name="csY0" fmla="*/ 232537 h 232537"/>
                  <a:gd name="csX1" fmla="*/ 0 w 12700"/>
                  <a:gd name="csY1" fmla="*/ 0 h 2325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32537">
                    <a:moveTo>
                      <a:pt x="0" y="232537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4" name="Freeform 1493">
                <a:extLst>
                  <a:ext uri="{FF2B5EF4-FFF2-40B4-BE49-F238E27FC236}">
                    <a16:creationId xmlns:a16="http://schemas.microsoft.com/office/drawing/2014/main" id="{21EC811F-0612-68AF-ADFF-4954A09D1E32}"/>
                  </a:ext>
                </a:extLst>
              </p:cNvPr>
              <p:cNvSpPr/>
              <p:nvPr/>
            </p:nvSpPr>
            <p:spPr>
              <a:xfrm>
                <a:off x="6505740" y="4179734"/>
                <a:ext cx="12700" cy="15875"/>
              </a:xfrm>
              <a:custGeom>
                <a:avLst/>
                <a:gdLst>
                  <a:gd name="csX0" fmla="*/ 0 w 12700"/>
                  <a:gd name="csY0" fmla="*/ 0 h 15875"/>
                  <a:gd name="csX1" fmla="*/ 0 w 12700"/>
                  <a:gd name="csY1" fmla="*/ 15875 h 158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875">
                    <a:moveTo>
                      <a:pt x="0" y="0"/>
                    </a:moveTo>
                    <a:lnTo>
                      <a:pt x="0" y="15875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5" name="Freeform 1494">
                <a:extLst>
                  <a:ext uri="{FF2B5EF4-FFF2-40B4-BE49-F238E27FC236}">
                    <a16:creationId xmlns:a16="http://schemas.microsoft.com/office/drawing/2014/main" id="{465160AB-739B-13A4-D226-3520D9DE5FE4}"/>
                  </a:ext>
                </a:extLst>
              </p:cNvPr>
              <p:cNvSpPr/>
              <p:nvPr/>
            </p:nvSpPr>
            <p:spPr>
              <a:xfrm>
                <a:off x="6430302" y="3888142"/>
                <a:ext cx="150876" cy="291591"/>
              </a:xfrm>
              <a:custGeom>
                <a:avLst/>
                <a:gdLst>
                  <a:gd name="csX0" fmla="*/ 0 w 150876"/>
                  <a:gd name="csY0" fmla="*/ 0 h 291591"/>
                  <a:gd name="csX1" fmla="*/ 0 w 150876"/>
                  <a:gd name="csY1" fmla="*/ 291592 h 291591"/>
                  <a:gd name="csX2" fmla="*/ 150876 w 150876"/>
                  <a:gd name="csY2" fmla="*/ 291592 h 291591"/>
                  <a:gd name="csX3" fmla="*/ 150876 w 150876"/>
                  <a:gd name="csY3" fmla="*/ 0 h 291591"/>
                  <a:gd name="csX4" fmla="*/ 0 w 150876"/>
                  <a:gd name="csY4" fmla="*/ 0 h 2915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291591">
                    <a:moveTo>
                      <a:pt x="0" y="0"/>
                    </a:moveTo>
                    <a:lnTo>
                      <a:pt x="0" y="291592"/>
                    </a:lnTo>
                    <a:lnTo>
                      <a:pt x="150876" y="291592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6" name="Freeform 1495">
                <a:extLst>
                  <a:ext uri="{FF2B5EF4-FFF2-40B4-BE49-F238E27FC236}">
                    <a16:creationId xmlns:a16="http://schemas.microsoft.com/office/drawing/2014/main" id="{829BB3EC-4501-C99D-9D0C-A8ED8D96C3FD}"/>
                  </a:ext>
                </a:extLst>
              </p:cNvPr>
              <p:cNvSpPr/>
              <p:nvPr/>
            </p:nvSpPr>
            <p:spPr>
              <a:xfrm>
                <a:off x="6430302" y="4080674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7" name="Freeform 1496">
                <a:extLst>
                  <a:ext uri="{FF2B5EF4-FFF2-40B4-BE49-F238E27FC236}">
                    <a16:creationId xmlns:a16="http://schemas.microsoft.com/office/drawing/2014/main" id="{BAE77A7F-F451-A149-B46C-4D259AA3B12E}"/>
                  </a:ext>
                </a:extLst>
              </p:cNvPr>
              <p:cNvSpPr/>
              <p:nvPr/>
            </p:nvSpPr>
            <p:spPr>
              <a:xfrm>
                <a:off x="6757200" y="3785907"/>
                <a:ext cx="12700" cy="51561"/>
              </a:xfrm>
              <a:custGeom>
                <a:avLst/>
                <a:gdLst>
                  <a:gd name="csX0" fmla="*/ 0 w 12700"/>
                  <a:gd name="csY0" fmla="*/ 51562 h 51561"/>
                  <a:gd name="csX1" fmla="*/ 0 w 12700"/>
                  <a:gd name="csY1" fmla="*/ 0 h 515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1561">
                    <a:moveTo>
                      <a:pt x="0" y="5156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8" name="Freeform 1497">
                <a:extLst>
                  <a:ext uri="{FF2B5EF4-FFF2-40B4-BE49-F238E27FC236}">
                    <a16:creationId xmlns:a16="http://schemas.microsoft.com/office/drawing/2014/main" id="{8C5A64B9-9BC7-FB9F-69CC-4CFCCBFC298E}"/>
                  </a:ext>
                </a:extLst>
              </p:cNvPr>
              <p:cNvSpPr/>
              <p:nvPr/>
            </p:nvSpPr>
            <p:spPr>
              <a:xfrm>
                <a:off x="6757200" y="4019460"/>
                <a:ext cx="12700" cy="176149"/>
              </a:xfrm>
              <a:custGeom>
                <a:avLst/>
                <a:gdLst>
                  <a:gd name="csX0" fmla="*/ 0 w 12700"/>
                  <a:gd name="csY0" fmla="*/ 0 h 176149"/>
                  <a:gd name="csX1" fmla="*/ 0 w 12700"/>
                  <a:gd name="csY1" fmla="*/ 176149 h 1761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76149">
                    <a:moveTo>
                      <a:pt x="0" y="0"/>
                    </a:moveTo>
                    <a:lnTo>
                      <a:pt x="0" y="17614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99" name="Freeform 1498">
                <a:extLst>
                  <a:ext uri="{FF2B5EF4-FFF2-40B4-BE49-F238E27FC236}">
                    <a16:creationId xmlns:a16="http://schemas.microsoft.com/office/drawing/2014/main" id="{3E09FFDB-740E-F95B-D725-218233CDF008}"/>
                  </a:ext>
                </a:extLst>
              </p:cNvPr>
              <p:cNvSpPr/>
              <p:nvPr/>
            </p:nvSpPr>
            <p:spPr>
              <a:xfrm>
                <a:off x="6681761" y="3837468"/>
                <a:ext cx="150876" cy="181991"/>
              </a:xfrm>
              <a:custGeom>
                <a:avLst/>
                <a:gdLst>
                  <a:gd name="csX0" fmla="*/ 0 w 150876"/>
                  <a:gd name="csY0" fmla="*/ 0 h 181991"/>
                  <a:gd name="csX1" fmla="*/ 0 w 150876"/>
                  <a:gd name="csY1" fmla="*/ 181991 h 181991"/>
                  <a:gd name="csX2" fmla="*/ 150876 w 150876"/>
                  <a:gd name="csY2" fmla="*/ 181991 h 181991"/>
                  <a:gd name="csX3" fmla="*/ 150876 w 150876"/>
                  <a:gd name="csY3" fmla="*/ 0 h 181991"/>
                  <a:gd name="csX4" fmla="*/ 0 w 150876"/>
                  <a:gd name="csY4" fmla="*/ 0 h 1819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181991">
                    <a:moveTo>
                      <a:pt x="0" y="0"/>
                    </a:moveTo>
                    <a:lnTo>
                      <a:pt x="0" y="181991"/>
                    </a:lnTo>
                    <a:lnTo>
                      <a:pt x="150876" y="181991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0" name="Freeform 1499">
                <a:extLst>
                  <a:ext uri="{FF2B5EF4-FFF2-40B4-BE49-F238E27FC236}">
                    <a16:creationId xmlns:a16="http://schemas.microsoft.com/office/drawing/2014/main" id="{555E8133-0582-A67F-5110-5322B038FEAA}"/>
                  </a:ext>
                </a:extLst>
              </p:cNvPr>
              <p:cNvSpPr/>
              <p:nvPr/>
            </p:nvSpPr>
            <p:spPr>
              <a:xfrm>
                <a:off x="6681762" y="3897921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1" name="Freeform 1500">
                <a:extLst>
                  <a:ext uri="{FF2B5EF4-FFF2-40B4-BE49-F238E27FC236}">
                    <a16:creationId xmlns:a16="http://schemas.microsoft.com/office/drawing/2014/main" id="{41F153C1-704D-2379-0B72-815E74B349CC}"/>
                  </a:ext>
                </a:extLst>
              </p:cNvPr>
              <p:cNvSpPr/>
              <p:nvPr/>
            </p:nvSpPr>
            <p:spPr>
              <a:xfrm>
                <a:off x="7008660" y="4006633"/>
                <a:ext cx="12700" cy="47243"/>
              </a:xfrm>
              <a:custGeom>
                <a:avLst/>
                <a:gdLst>
                  <a:gd name="csX0" fmla="*/ 0 w 12700"/>
                  <a:gd name="csY0" fmla="*/ 47244 h 47243"/>
                  <a:gd name="csX1" fmla="*/ 0 w 12700"/>
                  <a:gd name="csY1" fmla="*/ 0 h 4724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7243">
                    <a:moveTo>
                      <a:pt x="0" y="4724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2" name="Freeform 1501">
                <a:extLst>
                  <a:ext uri="{FF2B5EF4-FFF2-40B4-BE49-F238E27FC236}">
                    <a16:creationId xmlns:a16="http://schemas.microsoft.com/office/drawing/2014/main" id="{ACAFF6E0-CC48-F954-BCB9-3B69984BE4D8}"/>
                  </a:ext>
                </a:extLst>
              </p:cNvPr>
              <p:cNvSpPr/>
              <p:nvPr/>
            </p:nvSpPr>
            <p:spPr>
              <a:xfrm>
                <a:off x="7008660" y="4148365"/>
                <a:ext cx="12700" cy="47243"/>
              </a:xfrm>
              <a:custGeom>
                <a:avLst/>
                <a:gdLst>
                  <a:gd name="csX0" fmla="*/ 0 w 12700"/>
                  <a:gd name="csY0" fmla="*/ 0 h 47243"/>
                  <a:gd name="csX1" fmla="*/ 0 w 12700"/>
                  <a:gd name="csY1" fmla="*/ 47244 h 4724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7243">
                    <a:moveTo>
                      <a:pt x="0" y="0"/>
                    </a:moveTo>
                    <a:lnTo>
                      <a:pt x="0" y="4724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3" name="Freeform 1502">
                <a:extLst>
                  <a:ext uri="{FF2B5EF4-FFF2-40B4-BE49-F238E27FC236}">
                    <a16:creationId xmlns:a16="http://schemas.microsoft.com/office/drawing/2014/main" id="{D955725C-1A3E-4C5A-DE8F-707E411A5D8F}"/>
                  </a:ext>
                </a:extLst>
              </p:cNvPr>
              <p:cNvSpPr/>
              <p:nvPr/>
            </p:nvSpPr>
            <p:spPr>
              <a:xfrm>
                <a:off x="6933221" y="4053876"/>
                <a:ext cx="150876" cy="94488"/>
              </a:xfrm>
              <a:custGeom>
                <a:avLst/>
                <a:gdLst>
                  <a:gd name="csX0" fmla="*/ 0 w 150876"/>
                  <a:gd name="csY0" fmla="*/ 0 h 94488"/>
                  <a:gd name="csX1" fmla="*/ 0 w 150876"/>
                  <a:gd name="csY1" fmla="*/ 94488 h 94488"/>
                  <a:gd name="csX2" fmla="*/ 150876 w 150876"/>
                  <a:gd name="csY2" fmla="*/ 94488 h 94488"/>
                  <a:gd name="csX3" fmla="*/ 150876 w 150876"/>
                  <a:gd name="csY3" fmla="*/ 0 h 94488"/>
                  <a:gd name="csX4" fmla="*/ 0 w 150876"/>
                  <a:gd name="csY4" fmla="*/ 0 h 944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94488">
                    <a:moveTo>
                      <a:pt x="0" y="0"/>
                    </a:moveTo>
                    <a:lnTo>
                      <a:pt x="0" y="94488"/>
                    </a:lnTo>
                    <a:lnTo>
                      <a:pt x="150876" y="94488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4" name="Freeform 1503">
                <a:extLst>
                  <a:ext uri="{FF2B5EF4-FFF2-40B4-BE49-F238E27FC236}">
                    <a16:creationId xmlns:a16="http://schemas.microsoft.com/office/drawing/2014/main" id="{A6C912C4-E807-BB30-83B3-278DCD4178DD}"/>
                  </a:ext>
                </a:extLst>
              </p:cNvPr>
              <p:cNvSpPr/>
              <p:nvPr/>
            </p:nvSpPr>
            <p:spPr>
              <a:xfrm>
                <a:off x="6933222" y="4101121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5" name="Freeform 1504">
                <a:extLst>
                  <a:ext uri="{FF2B5EF4-FFF2-40B4-BE49-F238E27FC236}">
                    <a16:creationId xmlns:a16="http://schemas.microsoft.com/office/drawing/2014/main" id="{3B27CC4C-CBEC-7A5E-E476-9E52C62F8418}"/>
                  </a:ext>
                </a:extLst>
              </p:cNvPr>
              <p:cNvSpPr/>
              <p:nvPr/>
            </p:nvSpPr>
            <p:spPr>
              <a:xfrm>
                <a:off x="7511580" y="3508158"/>
                <a:ext cx="12700" cy="119887"/>
              </a:xfrm>
              <a:custGeom>
                <a:avLst/>
                <a:gdLst>
                  <a:gd name="csX0" fmla="*/ 0 w 12700"/>
                  <a:gd name="csY0" fmla="*/ 119888 h 119887"/>
                  <a:gd name="csX1" fmla="*/ 0 w 12700"/>
                  <a:gd name="csY1" fmla="*/ 0 h 1198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9887">
                    <a:moveTo>
                      <a:pt x="0" y="119888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6" name="Freeform 1505">
                <a:extLst>
                  <a:ext uri="{FF2B5EF4-FFF2-40B4-BE49-F238E27FC236}">
                    <a16:creationId xmlns:a16="http://schemas.microsoft.com/office/drawing/2014/main" id="{47EA3193-F2C5-ED19-D937-2CC90A131218}"/>
                  </a:ext>
                </a:extLst>
              </p:cNvPr>
              <p:cNvSpPr/>
              <p:nvPr/>
            </p:nvSpPr>
            <p:spPr>
              <a:xfrm>
                <a:off x="7511580" y="3889158"/>
                <a:ext cx="12700" cy="25272"/>
              </a:xfrm>
              <a:custGeom>
                <a:avLst/>
                <a:gdLst>
                  <a:gd name="csX0" fmla="*/ 0 w 12700"/>
                  <a:gd name="csY0" fmla="*/ 0 h 25272"/>
                  <a:gd name="csX1" fmla="*/ 0 w 12700"/>
                  <a:gd name="csY1" fmla="*/ 25273 h 252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5272">
                    <a:moveTo>
                      <a:pt x="0" y="0"/>
                    </a:moveTo>
                    <a:lnTo>
                      <a:pt x="0" y="25273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7" name="Freeform 1506">
                <a:extLst>
                  <a:ext uri="{FF2B5EF4-FFF2-40B4-BE49-F238E27FC236}">
                    <a16:creationId xmlns:a16="http://schemas.microsoft.com/office/drawing/2014/main" id="{355B1D8C-3D0A-3111-FABB-BDF6FD24D09E}"/>
                  </a:ext>
                </a:extLst>
              </p:cNvPr>
              <p:cNvSpPr/>
              <p:nvPr/>
            </p:nvSpPr>
            <p:spPr>
              <a:xfrm>
                <a:off x="7436141" y="3628046"/>
                <a:ext cx="150876" cy="261111"/>
              </a:xfrm>
              <a:custGeom>
                <a:avLst/>
                <a:gdLst>
                  <a:gd name="csX0" fmla="*/ 0 w 150876"/>
                  <a:gd name="csY0" fmla="*/ 0 h 261111"/>
                  <a:gd name="csX1" fmla="*/ 0 w 150876"/>
                  <a:gd name="csY1" fmla="*/ 261112 h 261111"/>
                  <a:gd name="csX2" fmla="*/ 150876 w 150876"/>
                  <a:gd name="csY2" fmla="*/ 261112 h 261111"/>
                  <a:gd name="csX3" fmla="*/ 150876 w 150876"/>
                  <a:gd name="csY3" fmla="*/ 0 h 261111"/>
                  <a:gd name="csX4" fmla="*/ 0 w 150876"/>
                  <a:gd name="csY4" fmla="*/ 0 h 2611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0876" h="261111">
                    <a:moveTo>
                      <a:pt x="0" y="0"/>
                    </a:moveTo>
                    <a:lnTo>
                      <a:pt x="0" y="261112"/>
                    </a:lnTo>
                    <a:lnTo>
                      <a:pt x="150876" y="261112"/>
                    </a:lnTo>
                    <a:lnTo>
                      <a:pt x="1508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050C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8" name="Freeform 1507">
                <a:extLst>
                  <a:ext uri="{FF2B5EF4-FFF2-40B4-BE49-F238E27FC236}">
                    <a16:creationId xmlns:a16="http://schemas.microsoft.com/office/drawing/2014/main" id="{53BF847A-99CA-6BF3-744E-37F731E0EFB3}"/>
                  </a:ext>
                </a:extLst>
              </p:cNvPr>
              <p:cNvSpPr/>
              <p:nvPr/>
            </p:nvSpPr>
            <p:spPr>
              <a:xfrm>
                <a:off x="7436142" y="3878363"/>
                <a:ext cx="150876" cy="12700"/>
              </a:xfrm>
              <a:custGeom>
                <a:avLst/>
                <a:gdLst>
                  <a:gd name="csX0" fmla="*/ 0 w 150876"/>
                  <a:gd name="csY0" fmla="*/ 0 h 12700"/>
                  <a:gd name="csX1" fmla="*/ 150876 w 15087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50876" h="12700">
                    <a:moveTo>
                      <a:pt x="0" y="0"/>
                    </a:moveTo>
                    <a:lnTo>
                      <a:pt x="150876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09" name="Freeform 1508">
                <a:extLst>
                  <a:ext uri="{FF2B5EF4-FFF2-40B4-BE49-F238E27FC236}">
                    <a16:creationId xmlns:a16="http://schemas.microsoft.com/office/drawing/2014/main" id="{D3A3F62A-BC0B-63C5-D7FC-ADAC435AE574}"/>
                  </a:ext>
                </a:extLst>
              </p:cNvPr>
              <p:cNvSpPr/>
              <p:nvPr/>
            </p:nvSpPr>
            <p:spPr>
              <a:xfrm>
                <a:off x="6508661" y="417744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0" name="Freeform 1509">
                <a:extLst>
                  <a:ext uri="{FF2B5EF4-FFF2-40B4-BE49-F238E27FC236}">
                    <a16:creationId xmlns:a16="http://schemas.microsoft.com/office/drawing/2014/main" id="{8CFBBDF8-8858-64B0-6A32-9FED346BED00}"/>
                  </a:ext>
                </a:extLst>
              </p:cNvPr>
              <p:cNvSpPr/>
              <p:nvPr/>
            </p:nvSpPr>
            <p:spPr>
              <a:xfrm>
                <a:off x="6509677" y="382286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1" name="Freeform 1510">
                <a:extLst>
                  <a:ext uri="{FF2B5EF4-FFF2-40B4-BE49-F238E27FC236}">
                    <a16:creationId xmlns:a16="http://schemas.microsoft.com/office/drawing/2014/main" id="{90149D5F-5A20-BB1C-F6AA-8F55138573C8}"/>
                  </a:ext>
                </a:extLst>
              </p:cNvPr>
              <p:cNvSpPr/>
              <p:nvPr/>
            </p:nvSpPr>
            <p:spPr>
              <a:xfrm>
                <a:off x="6477038" y="401133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2" name="Freeform 1511">
                <a:extLst>
                  <a:ext uri="{FF2B5EF4-FFF2-40B4-BE49-F238E27FC236}">
                    <a16:creationId xmlns:a16="http://schemas.microsoft.com/office/drawing/2014/main" id="{128473C6-CF55-F1A8-DD92-9821163C19CB}"/>
                  </a:ext>
                </a:extLst>
              </p:cNvPr>
              <p:cNvSpPr/>
              <p:nvPr/>
            </p:nvSpPr>
            <p:spPr>
              <a:xfrm>
                <a:off x="6504343" y="363757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3" name="Freeform 1512">
                <a:extLst>
                  <a:ext uri="{FF2B5EF4-FFF2-40B4-BE49-F238E27FC236}">
                    <a16:creationId xmlns:a16="http://schemas.microsoft.com/office/drawing/2014/main" id="{249902BA-CA14-668A-73E7-77A875F6BCA9}"/>
                  </a:ext>
                </a:extLst>
              </p:cNvPr>
              <p:cNvSpPr/>
              <p:nvPr/>
            </p:nvSpPr>
            <p:spPr>
              <a:xfrm>
                <a:off x="6494945" y="41140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4" name="Freeform 1513">
                <a:extLst>
                  <a:ext uri="{FF2B5EF4-FFF2-40B4-BE49-F238E27FC236}">
                    <a16:creationId xmlns:a16="http://schemas.microsoft.com/office/drawing/2014/main" id="{F770DB09-421F-0836-9EDE-B68265D64805}"/>
                  </a:ext>
                </a:extLst>
              </p:cNvPr>
              <p:cNvSpPr/>
              <p:nvPr/>
            </p:nvSpPr>
            <p:spPr>
              <a:xfrm>
                <a:off x="6488722" y="417744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5" name="Freeform 1514">
                <a:extLst>
                  <a:ext uri="{FF2B5EF4-FFF2-40B4-BE49-F238E27FC236}">
                    <a16:creationId xmlns:a16="http://schemas.microsoft.com/office/drawing/2014/main" id="{AAC24E3C-1F69-EDE9-2F56-AC015121A1BB}"/>
                  </a:ext>
                </a:extLst>
              </p:cNvPr>
              <p:cNvSpPr/>
              <p:nvPr/>
            </p:nvSpPr>
            <p:spPr>
              <a:xfrm>
                <a:off x="6751104" y="377041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6" name="Freeform 1515">
                <a:extLst>
                  <a:ext uri="{FF2B5EF4-FFF2-40B4-BE49-F238E27FC236}">
                    <a16:creationId xmlns:a16="http://schemas.microsoft.com/office/drawing/2014/main" id="{794C15D1-40A5-AE94-BD71-FE7DE6D2F36F}"/>
                  </a:ext>
                </a:extLst>
              </p:cNvPr>
              <p:cNvSpPr/>
              <p:nvPr/>
            </p:nvSpPr>
            <p:spPr>
              <a:xfrm>
                <a:off x="6720878" y="376774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7" name="Freeform 1516">
                <a:extLst>
                  <a:ext uri="{FF2B5EF4-FFF2-40B4-BE49-F238E27FC236}">
                    <a16:creationId xmlns:a16="http://schemas.microsoft.com/office/drawing/2014/main" id="{4AB16FB9-D027-256B-D4B8-3AD1A5888D26}"/>
                  </a:ext>
                </a:extLst>
              </p:cNvPr>
              <p:cNvSpPr/>
              <p:nvPr/>
            </p:nvSpPr>
            <p:spPr>
              <a:xfrm>
                <a:off x="6747167" y="387988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8" name="Freeform 1517">
                <a:extLst>
                  <a:ext uri="{FF2B5EF4-FFF2-40B4-BE49-F238E27FC236}">
                    <a16:creationId xmlns:a16="http://schemas.microsoft.com/office/drawing/2014/main" id="{9E6B3F1A-82F4-1715-9BD2-446A83D2B95A}"/>
                  </a:ext>
                </a:extLst>
              </p:cNvPr>
              <p:cNvSpPr/>
              <p:nvPr/>
            </p:nvSpPr>
            <p:spPr>
              <a:xfrm>
                <a:off x="6749580" y="41775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19" name="Freeform 1518">
                <a:extLst>
                  <a:ext uri="{FF2B5EF4-FFF2-40B4-BE49-F238E27FC236}">
                    <a16:creationId xmlns:a16="http://schemas.microsoft.com/office/drawing/2014/main" id="{34AAC7A4-183E-0A99-A158-D516BADBAE1A}"/>
                  </a:ext>
                </a:extLst>
              </p:cNvPr>
              <p:cNvSpPr/>
              <p:nvPr/>
            </p:nvSpPr>
            <p:spPr>
              <a:xfrm>
                <a:off x="6737134" y="386845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0" name="Freeform 1519">
                <a:extLst>
                  <a:ext uri="{FF2B5EF4-FFF2-40B4-BE49-F238E27FC236}">
                    <a16:creationId xmlns:a16="http://schemas.microsoft.com/office/drawing/2014/main" id="{85CB0F12-90A7-945A-49C9-BE558260F6AE}"/>
                  </a:ext>
                </a:extLst>
              </p:cNvPr>
              <p:cNvSpPr/>
              <p:nvPr/>
            </p:nvSpPr>
            <p:spPr>
              <a:xfrm>
                <a:off x="6750215" y="401374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1" name="Freeform 1520">
                <a:extLst>
                  <a:ext uri="{FF2B5EF4-FFF2-40B4-BE49-F238E27FC236}">
                    <a16:creationId xmlns:a16="http://schemas.microsoft.com/office/drawing/2014/main" id="{9E7832C4-D139-8CBE-63BD-D6D9DFE4EFC0}"/>
                  </a:ext>
                </a:extLst>
              </p:cNvPr>
              <p:cNvSpPr/>
              <p:nvPr/>
            </p:nvSpPr>
            <p:spPr>
              <a:xfrm>
                <a:off x="6761010" y="398923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2" name="Freeform 1521">
                <a:extLst>
                  <a:ext uri="{FF2B5EF4-FFF2-40B4-BE49-F238E27FC236}">
                    <a16:creationId xmlns:a16="http://schemas.microsoft.com/office/drawing/2014/main" id="{11F99799-6DEE-95C2-BF4C-A641B4DEA1F7}"/>
                  </a:ext>
                </a:extLst>
              </p:cNvPr>
              <p:cNvSpPr/>
              <p:nvPr/>
            </p:nvSpPr>
            <p:spPr>
              <a:xfrm>
                <a:off x="6978307" y="417744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3" name="Freeform 1522">
                <a:extLst>
                  <a:ext uri="{FF2B5EF4-FFF2-40B4-BE49-F238E27FC236}">
                    <a16:creationId xmlns:a16="http://schemas.microsoft.com/office/drawing/2014/main" id="{CB9898EF-D41A-5D5D-1890-64998B5861E9}"/>
                  </a:ext>
                </a:extLst>
              </p:cNvPr>
              <p:cNvSpPr/>
              <p:nvPr/>
            </p:nvSpPr>
            <p:spPr>
              <a:xfrm>
                <a:off x="6988721" y="398872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4" name="Freeform 1523">
                <a:extLst>
                  <a:ext uri="{FF2B5EF4-FFF2-40B4-BE49-F238E27FC236}">
                    <a16:creationId xmlns:a16="http://schemas.microsoft.com/office/drawing/2014/main" id="{F445D526-53BA-DD2A-29D5-5804E17FED45}"/>
                  </a:ext>
                </a:extLst>
              </p:cNvPr>
              <p:cNvSpPr/>
              <p:nvPr/>
            </p:nvSpPr>
            <p:spPr>
              <a:xfrm>
                <a:off x="7264184" y="398758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5" name="Freeform 1524">
                <a:extLst>
                  <a:ext uri="{FF2B5EF4-FFF2-40B4-BE49-F238E27FC236}">
                    <a16:creationId xmlns:a16="http://schemas.microsoft.com/office/drawing/2014/main" id="{A9F6B30A-774C-60C1-E580-32A4F61B4C72}"/>
                  </a:ext>
                </a:extLst>
              </p:cNvPr>
              <p:cNvSpPr/>
              <p:nvPr/>
            </p:nvSpPr>
            <p:spPr>
              <a:xfrm>
                <a:off x="7517549" y="387442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6" name="Freeform 1525">
                <a:extLst>
                  <a:ext uri="{FF2B5EF4-FFF2-40B4-BE49-F238E27FC236}">
                    <a16:creationId xmlns:a16="http://schemas.microsoft.com/office/drawing/2014/main" id="{34B0F59F-47F0-776C-B295-DAF825B34151}"/>
                  </a:ext>
                </a:extLst>
              </p:cNvPr>
              <p:cNvSpPr/>
              <p:nvPr/>
            </p:nvSpPr>
            <p:spPr>
              <a:xfrm>
                <a:off x="7474369" y="389639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7" name="Freeform 1526">
                <a:extLst>
                  <a:ext uri="{FF2B5EF4-FFF2-40B4-BE49-F238E27FC236}">
                    <a16:creationId xmlns:a16="http://schemas.microsoft.com/office/drawing/2014/main" id="{9CBB30C9-3C65-D66A-BC9F-325DB32296CD}"/>
                  </a:ext>
                </a:extLst>
              </p:cNvPr>
              <p:cNvSpPr/>
              <p:nvPr/>
            </p:nvSpPr>
            <p:spPr>
              <a:xfrm>
                <a:off x="7492276" y="385994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8" name="Freeform 1527">
                <a:extLst>
                  <a:ext uri="{FF2B5EF4-FFF2-40B4-BE49-F238E27FC236}">
                    <a16:creationId xmlns:a16="http://schemas.microsoft.com/office/drawing/2014/main" id="{ACFB7100-0549-2361-01DB-7513C844ED37}"/>
                  </a:ext>
                </a:extLst>
              </p:cNvPr>
              <p:cNvSpPr/>
              <p:nvPr/>
            </p:nvSpPr>
            <p:spPr>
              <a:xfrm>
                <a:off x="7496594" y="349012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29" name="Freeform 1528">
                <a:extLst>
                  <a:ext uri="{FF2B5EF4-FFF2-40B4-BE49-F238E27FC236}">
                    <a16:creationId xmlns:a16="http://schemas.microsoft.com/office/drawing/2014/main" id="{89B682E5-E9E5-7593-1306-C26510A13D2C}"/>
                  </a:ext>
                </a:extLst>
              </p:cNvPr>
              <p:cNvSpPr/>
              <p:nvPr/>
            </p:nvSpPr>
            <p:spPr>
              <a:xfrm>
                <a:off x="7513866" y="386083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530" name="Freeform 1529">
                <a:extLst>
                  <a:ext uri="{FF2B5EF4-FFF2-40B4-BE49-F238E27FC236}">
                    <a16:creationId xmlns:a16="http://schemas.microsoft.com/office/drawing/2014/main" id="{C47A9904-7216-0853-CF73-7D40AEC53ED7}"/>
                  </a:ext>
                </a:extLst>
              </p:cNvPr>
              <p:cNvSpPr/>
              <p:nvPr/>
            </p:nvSpPr>
            <p:spPr>
              <a:xfrm>
                <a:off x="7475385" y="352657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468" name="Graphic 861">
              <a:extLst>
                <a:ext uri="{FF2B5EF4-FFF2-40B4-BE49-F238E27FC236}">
                  <a16:creationId xmlns:a16="http://schemas.microsoft.com/office/drawing/2014/main" id="{52AB5055-03B3-97A0-8781-183E7DFD0A4B}"/>
                </a:ext>
              </a:extLst>
            </p:cNvPr>
            <p:cNvGrpSpPr/>
            <p:nvPr/>
          </p:nvGrpSpPr>
          <p:grpSpPr>
            <a:xfrm>
              <a:off x="5897599" y="2974632"/>
              <a:ext cx="1764857" cy="1514739"/>
              <a:chOff x="5897599" y="2974632"/>
              <a:chExt cx="1764857" cy="1514739"/>
            </a:xfrm>
          </p:grpSpPr>
          <p:sp>
            <p:nvSpPr>
              <p:cNvPr id="1469" name="Freeform 1468">
                <a:extLst>
                  <a:ext uri="{FF2B5EF4-FFF2-40B4-BE49-F238E27FC236}">
                    <a16:creationId xmlns:a16="http://schemas.microsoft.com/office/drawing/2014/main" id="{8CD4D08D-1EDB-C3A4-DB4D-B9FBE3CBB9C3}"/>
                  </a:ext>
                </a:extLst>
              </p:cNvPr>
              <p:cNvSpPr/>
              <p:nvPr/>
            </p:nvSpPr>
            <p:spPr>
              <a:xfrm>
                <a:off x="6354864" y="3112807"/>
                <a:ext cx="12700" cy="1134363"/>
              </a:xfrm>
              <a:custGeom>
                <a:avLst/>
                <a:gdLst>
                  <a:gd name="csX0" fmla="*/ 0 w 12700"/>
                  <a:gd name="csY0" fmla="*/ 1134364 h 1134363"/>
                  <a:gd name="csX1" fmla="*/ 0 w 12700"/>
                  <a:gd name="csY1" fmla="*/ 0 h 11343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4363">
                    <a:moveTo>
                      <a:pt x="0" y="1134364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0" name="TextBox 1469">
                <a:extLst>
                  <a:ext uri="{FF2B5EF4-FFF2-40B4-BE49-F238E27FC236}">
                    <a16:creationId xmlns:a16="http://schemas.microsoft.com/office/drawing/2014/main" id="{F612E322-ABB5-2411-165C-546011D6565B}"/>
                  </a:ext>
                </a:extLst>
              </p:cNvPr>
              <p:cNvSpPr txBox="1"/>
              <p:nvPr/>
            </p:nvSpPr>
            <p:spPr>
              <a:xfrm>
                <a:off x="6032470" y="4088721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</a:t>
                </a:r>
              </a:p>
            </p:txBody>
          </p:sp>
          <p:sp>
            <p:nvSpPr>
              <p:cNvPr id="1471" name="TextBox 1470">
                <a:extLst>
                  <a:ext uri="{FF2B5EF4-FFF2-40B4-BE49-F238E27FC236}">
                    <a16:creationId xmlns:a16="http://schemas.microsoft.com/office/drawing/2014/main" id="{A6BDF168-73DC-3C45-FA18-62AEACCDC937}"/>
                  </a:ext>
                </a:extLst>
              </p:cNvPr>
              <p:cNvSpPr txBox="1"/>
              <p:nvPr/>
            </p:nvSpPr>
            <p:spPr>
              <a:xfrm>
                <a:off x="6032470" y="3790907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0.1</a:t>
                </a:r>
              </a:p>
            </p:txBody>
          </p:sp>
          <p:sp>
            <p:nvSpPr>
              <p:cNvPr id="1472" name="TextBox 1471">
                <a:extLst>
                  <a:ext uri="{FF2B5EF4-FFF2-40B4-BE49-F238E27FC236}">
                    <a16:creationId xmlns:a16="http://schemas.microsoft.com/office/drawing/2014/main" id="{A3999160-B993-B5F9-E276-D01678B0C2DC}"/>
                  </a:ext>
                </a:extLst>
              </p:cNvPr>
              <p:cNvSpPr txBox="1"/>
              <p:nvPr/>
            </p:nvSpPr>
            <p:spPr>
              <a:xfrm>
                <a:off x="6032470" y="3492964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</a:t>
                </a:r>
              </a:p>
            </p:txBody>
          </p:sp>
          <p:sp>
            <p:nvSpPr>
              <p:cNvPr id="1473" name="TextBox 1472">
                <a:extLst>
                  <a:ext uri="{FF2B5EF4-FFF2-40B4-BE49-F238E27FC236}">
                    <a16:creationId xmlns:a16="http://schemas.microsoft.com/office/drawing/2014/main" id="{88D09D7F-7892-1D0A-321E-CFD04148A24D}"/>
                  </a:ext>
                </a:extLst>
              </p:cNvPr>
              <p:cNvSpPr txBox="1"/>
              <p:nvPr/>
            </p:nvSpPr>
            <p:spPr>
              <a:xfrm>
                <a:off x="6032470" y="3195022"/>
                <a:ext cx="36420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0.3</a:t>
                </a:r>
              </a:p>
            </p:txBody>
          </p:sp>
          <p:sp>
            <p:nvSpPr>
              <p:cNvPr id="1474" name="Freeform 1473">
                <a:extLst>
                  <a:ext uri="{FF2B5EF4-FFF2-40B4-BE49-F238E27FC236}">
                    <a16:creationId xmlns:a16="http://schemas.microsoft.com/office/drawing/2014/main" id="{ED7F0970-973E-6D48-9D5E-3A2DFB43FF73}"/>
                  </a:ext>
                </a:extLst>
              </p:cNvPr>
              <p:cNvSpPr/>
              <p:nvPr/>
            </p:nvSpPr>
            <p:spPr>
              <a:xfrm>
                <a:off x="6320065" y="4195609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5" name="Freeform 1474">
                <a:extLst>
                  <a:ext uri="{FF2B5EF4-FFF2-40B4-BE49-F238E27FC236}">
                    <a16:creationId xmlns:a16="http://schemas.microsoft.com/office/drawing/2014/main" id="{18136BFC-829B-300A-C902-DFF3D5D3CCCF}"/>
                  </a:ext>
                </a:extLst>
              </p:cNvPr>
              <p:cNvSpPr/>
              <p:nvPr/>
            </p:nvSpPr>
            <p:spPr>
              <a:xfrm>
                <a:off x="6320065" y="3897793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6" name="Freeform 1475">
                <a:extLst>
                  <a:ext uri="{FF2B5EF4-FFF2-40B4-BE49-F238E27FC236}">
                    <a16:creationId xmlns:a16="http://schemas.microsoft.com/office/drawing/2014/main" id="{75C961F1-3EE2-E353-C29A-85F0821B653B}"/>
                  </a:ext>
                </a:extLst>
              </p:cNvPr>
              <p:cNvSpPr/>
              <p:nvPr/>
            </p:nvSpPr>
            <p:spPr>
              <a:xfrm>
                <a:off x="6320065" y="3599851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7" name="Freeform 1476">
                <a:extLst>
                  <a:ext uri="{FF2B5EF4-FFF2-40B4-BE49-F238E27FC236}">
                    <a16:creationId xmlns:a16="http://schemas.microsoft.com/office/drawing/2014/main" id="{3344CC98-804C-1ECE-7C82-4352420A9299}"/>
                  </a:ext>
                </a:extLst>
              </p:cNvPr>
              <p:cNvSpPr/>
              <p:nvPr/>
            </p:nvSpPr>
            <p:spPr>
              <a:xfrm>
                <a:off x="6320065" y="3301909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8" name="Freeform 1477">
                <a:extLst>
                  <a:ext uri="{FF2B5EF4-FFF2-40B4-BE49-F238E27FC236}">
                    <a16:creationId xmlns:a16="http://schemas.microsoft.com/office/drawing/2014/main" id="{DDAC1196-DDE6-DD1A-BE6A-1153D42309DB}"/>
                  </a:ext>
                </a:extLst>
              </p:cNvPr>
              <p:cNvSpPr/>
              <p:nvPr/>
            </p:nvSpPr>
            <p:spPr>
              <a:xfrm>
                <a:off x="6354864" y="4247171"/>
                <a:ext cx="1307592" cy="12700"/>
              </a:xfrm>
              <a:custGeom>
                <a:avLst/>
                <a:gdLst>
                  <a:gd name="csX0" fmla="*/ 0 w 1307592"/>
                  <a:gd name="csY0" fmla="*/ 0 h 12700"/>
                  <a:gd name="csX1" fmla="*/ 1307592 w 130759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07592" h="12700">
                    <a:moveTo>
                      <a:pt x="0" y="0"/>
                    </a:moveTo>
                    <a:lnTo>
                      <a:pt x="1307592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79" name="Freeform 1478">
                <a:extLst>
                  <a:ext uri="{FF2B5EF4-FFF2-40B4-BE49-F238E27FC236}">
                    <a16:creationId xmlns:a16="http://schemas.microsoft.com/office/drawing/2014/main" id="{CBE4BC60-247C-69E3-D867-674D15798BAC}"/>
                  </a:ext>
                </a:extLst>
              </p:cNvPr>
              <p:cNvSpPr/>
              <p:nvPr/>
            </p:nvSpPr>
            <p:spPr>
              <a:xfrm>
                <a:off x="6505739" y="4247171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80" name="Freeform 1479">
                <a:extLst>
                  <a:ext uri="{FF2B5EF4-FFF2-40B4-BE49-F238E27FC236}">
                    <a16:creationId xmlns:a16="http://schemas.microsoft.com/office/drawing/2014/main" id="{00C89B05-60F3-F44C-888B-B0CB366CE8A2}"/>
                  </a:ext>
                </a:extLst>
              </p:cNvPr>
              <p:cNvSpPr/>
              <p:nvPr/>
            </p:nvSpPr>
            <p:spPr>
              <a:xfrm>
                <a:off x="6757199" y="4247171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81" name="Freeform 1480">
                <a:extLst>
                  <a:ext uri="{FF2B5EF4-FFF2-40B4-BE49-F238E27FC236}">
                    <a16:creationId xmlns:a16="http://schemas.microsoft.com/office/drawing/2014/main" id="{1E298E99-4EE6-E0FD-27D8-1CC3C49A9A6D}"/>
                  </a:ext>
                </a:extLst>
              </p:cNvPr>
              <p:cNvSpPr/>
              <p:nvPr/>
            </p:nvSpPr>
            <p:spPr>
              <a:xfrm>
                <a:off x="7008660" y="4247171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82" name="Freeform 1481">
                <a:extLst>
                  <a:ext uri="{FF2B5EF4-FFF2-40B4-BE49-F238E27FC236}">
                    <a16:creationId xmlns:a16="http://schemas.microsoft.com/office/drawing/2014/main" id="{48331157-6CFA-9CF1-2646-8B25C8BEA6C3}"/>
                  </a:ext>
                </a:extLst>
              </p:cNvPr>
              <p:cNvSpPr/>
              <p:nvPr/>
            </p:nvSpPr>
            <p:spPr>
              <a:xfrm>
                <a:off x="7260119" y="4247171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83" name="Freeform 1482">
                <a:extLst>
                  <a:ext uri="{FF2B5EF4-FFF2-40B4-BE49-F238E27FC236}">
                    <a16:creationId xmlns:a16="http://schemas.microsoft.com/office/drawing/2014/main" id="{3C58C8FC-7427-7AA4-BFB2-DB76C7D14DF7}"/>
                  </a:ext>
                </a:extLst>
              </p:cNvPr>
              <p:cNvSpPr/>
              <p:nvPr/>
            </p:nvSpPr>
            <p:spPr>
              <a:xfrm>
                <a:off x="7511579" y="4247171"/>
                <a:ext cx="12700" cy="34797"/>
              </a:xfrm>
              <a:custGeom>
                <a:avLst/>
                <a:gdLst>
                  <a:gd name="csX0" fmla="*/ 0 w 12700"/>
                  <a:gd name="csY0" fmla="*/ 34798 h 34797"/>
                  <a:gd name="csX1" fmla="*/ 0 w 12700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484" name="TextBox 1483">
                <a:extLst>
                  <a:ext uri="{FF2B5EF4-FFF2-40B4-BE49-F238E27FC236}">
                    <a16:creationId xmlns:a16="http://schemas.microsoft.com/office/drawing/2014/main" id="{92E77839-F4C5-E9B4-8B9C-B6F2E139BB6D}"/>
                  </a:ext>
                </a:extLst>
              </p:cNvPr>
              <p:cNvSpPr txBox="1"/>
              <p:nvPr/>
            </p:nvSpPr>
            <p:spPr>
              <a:xfrm>
                <a:off x="6359707" y="4243024"/>
                <a:ext cx="292065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485" name="TextBox 1484">
                <a:extLst>
                  <a:ext uri="{FF2B5EF4-FFF2-40B4-BE49-F238E27FC236}">
                    <a16:creationId xmlns:a16="http://schemas.microsoft.com/office/drawing/2014/main" id="{B86C54D9-2A17-0EC9-2EB2-8DC8E4F3ECE0}"/>
                  </a:ext>
                </a:extLst>
              </p:cNvPr>
              <p:cNvSpPr txBox="1"/>
              <p:nvPr/>
            </p:nvSpPr>
            <p:spPr>
              <a:xfrm>
                <a:off x="6647236" y="4243024"/>
                <a:ext cx="219930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486" name="TextBox 1485">
                <a:extLst>
                  <a:ext uri="{FF2B5EF4-FFF2-40B4-BE49-F238E27FC236}">
                    <a16:creationId xmlns:a16="http://schemas.microsoft.com/office/drawing/2014/main" id="{CD2058A0-4F6E-807D-0668-B6E0467F2C76}"/>
                  </a:ext>
                </a:extLst>
              </p:cNvPr>
              <p:cNvSpPr txBox="1"/>
              <p:nvPr/>
            </p:nvSpPr>
            <p:spPr>
              <a:xfrm>
                <a:off x="6862629" y="4243024"/>
                <a:ext cx="292065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487" name="TextBox 1486">
                <a:extLst>
                  <a:ext uri="{FF2B5EF4-FFF2-40B4-BE49-F238E27FC236}">
                    <a16:creationId xmlns:a16="http://schemas.microsoft.com/office/drawing/2014/main" id="{D11F79E9-B5CC-2CB3-056D-FB5995C7603E}"/>
                  </a:ext>
                </a:extLst>
              </p:cNvPr>
              <p:cNvSpPr txBox="1"/>
              <p:nvPr/>
            </p:nvSpPr>
            <p:spPr>
              <a:xfrm>
                <a:off x="7082025" y="4243024"/>
                <a:ext cx="356186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488" name="TextBox 1487">
                <a:extLst>
                  <a:ext uri="{FF2B5EF4-FFF2-40B4-BE49-F238E27FC236}">
                    <a16:creationId xmlns:a16="http://schemas.microsoft.com/office/drawing/2014/main" id="{2BFF4F54-2EF8-90E1-4E42-5F6A15080489}"/>
                  </a:ext>
                </a:extLst>
              </p:cNvPr>
              <p:cNvSpPr txBox="1"/>
              <p:nvPr/>
            </p:nvSpPr>
            <p:spPr>
              <a:xfrm>
                <a:off x="7379972" y="4243024"/>
                <a:ext cx="263212" cy="246347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0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490" name="TextBox 1489">
                <a:extLst>
                  <a:ext uri="{FF2B5EF4-FFF2-40B4-BE49-F238E27FC236}">
                    <a16:creationId xmlns:a16="http://schemas.microsoft.com/office/drawing/2014/main" id="{480B1084-90E4-547F-4774-A4393C2C0C27}"/>
                  </a:ext>
                </a:extLst>
              </p:cNvPr>
              <p:cNvSpPr txBox="1"/>
              <p:nvPr/>
            </p:nvSpPr>
            <p:spPr>
              <a:xfrm rot="16200000">
                <a:off x="5597933" y="3553098"/>
                <a:ext cx="853117" cy="253785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049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Expression</a:t>
                </a:r>
              </a:p>
            </p:txBody>
          </p:sp>
          <p:sp>
            <p:nvSpPr>
              <p:cNvPr id="1491" name="TextBox 1490">
                <a:extLst>
                  <a:ext uri="{FF2B5EF4-FFF2-40B4-BE49-F238E27FC236}">
                    <a16:creationId xmlns:a16="http://schemas.microsoft.com/office/drawing/2014/main" id="{20A1AED2-EFFD-E7DE-CF87-601297CD0211}"/>
                  </a:ext>
                </a:extLst>
              </p:cNvPr>
              <p:cNvSpPr txBox="1"/>
              <p:nvPr/>
            </p:nvSpPr>
            <p:spPr>
              <a:xfrm>
                <a:off x="6402748" y="2974632"/>
                <a:ext cx="1219181" cy="261608"/>
              </a:xfrm>
              <a:prstGeom prst="rect">
                <a:avLst/>
              </a:prstGeom>
              <a:noFill/>
            </p:spPr>
            <p:txBody>
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gnrh1 </a:t>
                </a:r>
              </a:p>
            </p:txBody>
          </p:sp>
        </p:grpSp>
      </p:grpSp>
      <p:sp>
        <p:nvSpPr>
          <p:cNvPr id="1605" name="TextBox 1604">
            <a:extLst>
              <a:ext uri="{FF2B5EF4-FFF2-40B4-BE49-F238E27FC236}">
                <a16:creationId xmlns:a16="http://schemas.microsoft.com/office/drawing/2014/main" id="{1B603DA4-210B-455A-483C-A24219CC8D44}"/>
              </a:ext>
            </a:extLst>
          </p:cNvPr>
          <p:cNvSpPr txBox="1"/>
          <p:nvPr/>
        </p:nvSpPr>
        <p:spPr>
          <a:xfrm>
            <a:off x="5006654" y="3310709"/>
            <a:ext cx="1005840" cy="19992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69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 = 0.089</a:t>
            </a:r>
          </a:p>
        </p:txBody>
      </p:sp>
      <p:sp>
        <p:nvSpPr>
          <p:cNvPr id="1606" name="TextBox 1605">
            <a:extLst>
              <a:ext uri="{FF2B5EF4-FFF2-40B4-BE49-F238E27FC236}">
                <a16:creationId xmlns:a16="http://schemas.microsoft.com/office/drawing/2014/main" id="{1145C684-F5BC-83EF-B37C-68F2EE054339}"/>
              </a:ext>
            </a:extLst>
          </p:cNvPr>
          <p:cNvSpPr txBox="1"/>
          <p:nvPr/>
        </p:nvSpPr>
        <p:spPr>
          <a:xfrm>
            <a:off x="5098037" y="1642167"/>
            <a:ext cx="1005840" cy="19992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69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 = 0.077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49734120-8780-3B27-9B5A-C2A49213B9E1}"/>
              </a:ext>
            </a:extLst>
          </p:cNvPr>
          <p:cNvSpPr txBox="1"/>
          <p:nvPr/>
        </p:nvSpPr>
        <p:spPr>
          <a:xfrm>
            <a:off x="541020" y="1970527"/>
            <a:ext cx="1333500" cy="19992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69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Main effect p = 0.151</a:t>
            </a:r>
          </a:p>
        </p:txBody>
      </p:sp>
      <p:sp>
        <p:nvSpPr>
          <p:cNvPr id="1610" name="TextBox 1609">
            <a:extLst>
              <a:ext uri="{FF2B5EF4-FFF2-40B4-BE49-F238E27FC236}">
                <a16:creationId xmlns:a16="http://schemas.microsoft.com/office/drawing/2014/main" id="{A14BF71D-9BEC-206C-6E35-245DC1936E88}"/>
              </a:ext>
            </a:extLst>
          </p:cNvPr>
          <p:cNvSpPr txBox="1"/>
          <p:nvPr/>
        </p:nvSpPr>
        <p:spPr>
          <a:xfrm>
            <a:off x="-63462" y="-25775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11" name="TextBox 1610">
            <a:extLst>
              <a:ext uri="{FF2B5EF4-FFF2-40B4-BE49-F238E27FC236}">
                <a16:creationId xmlns:a16="http://schemas.microsoft.com/office/drawing/2014/main" id="{831DE015-460B-B0F4-48F2-91F63D5ACADE}"/>
              </a:ext>
            </a:extLst>
          </p:cNvPr>
          <p:cNvSpPr txBox="1"/>
          <p:nvPr/>
        </p:nvSpPr>
        <p:spPr>
          <a:xfrm>
            <a:off x="2097557" y="33897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12" name="TextBox 1611">
            <a:extLst>
              <a:ext uri="{FF2B5EF4-FFF2-40B4-BE49-F238E27FC236}">
                <a16:creationId xmlns:a16="http://schemas.microsoft.com/office/drawing/2014/main" id="{FE1F978C-E1B9-E899-E10A-089919DA7844}"/>
              </a:ext>
            </a:extLst>
          </p:cNvPr>
          <p:cNvSpPr txBox="1"/>
          <p:nvPr/>
        </p:nvSpPr>
        <p:spPr>
          <a:xfrm>
            <a:off x="2103167" y="1642167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c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13" name="TextBox 1612">
            <a:extLst>
              <a:ext uri="{FF2B5EF4-FFF2-40B4-BE49-F238E27FC236}">
                <a16:creationId xmlns:a16="http://schemas.microsoft.com/office/drawing/2014/main" id="{FB882F86-1D52-7B13-630B-808E4C6D9A8F}"/>
              </a:ext>
            </a:extLst>
          </p:cNvPr>
          <p:cNvSpPr txBox="1"/>
          <p:nvPr/>
        </p:nvSpPr>
        <p:spPr>
          <a:xfrm>
            <a:off x="-78145" y="1689537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d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14" name="TextBox 1613">
            <a:extLst>
              <a:ext uri="{FF2B5EF4-FFF2-40B4-BE49-F238E27FC236}">
                <a16:creationId xmlns:a16="http://schemas.microsoft.com/office/drawing/2014/main" id="{7AD3C1B4-CAB9-FCF5-DC94-A9DA71626A04}"/>
              </a:ext>
            </a:extLst>
          </p:cNvPr>
          <p:cNvSpPr txBox="1"/>
          <p:nvPr/>
        </p:nvSpPr>
        <p:spPr>
          <a:xfrm>
            <a:off x="2135944" y="2986981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e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16" name="TextBox 1615">
            <a:extLst>
              <a:ext uri="{FF2B5EF4-FFF2-40B4-BE49-F238E27FC236}">
                <a16:creationId xmlns:a16="http://schemas.microsoft.com/office/drawing/2014/main" id="{43BAAB20-9C2A-545B-3D0E-17524F341837}"/>
              </a:ext>
            </a:extLst>
          </p:cNvPr>
          <p:cNvSpPr txBox="1"/>
          <p:nvPr/>
        </p:nvSpPr>
        <p:spPr>
          <a:xfrm>
            <a:off x="3066455" y="1480521"/>
            <a:ext cx="575798" cy="26160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1100" i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tacr3a</a:t>
            </a:r>
            <a:endParaRPr lang="en-US" sz="110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1617" name="TextBox 1616">
            <a:extLst>
              <a:ext uri="{FF2B5EF4-FFF2-40B4-BE49-F238E27FC236}">
                <a16:creationId xmlns:a16="http://schemas.microsoft.com/office/drawing/2014/main" id="{29B12E5F-1AF7-4712-BEBA-69244AA581BF}"/>
              </a:ext>
            </a:extLst>
          </p:cNvPr>
          <p:cNvSpPr txBox="1"/>
          <p:nvPr/>
        </p:nvSpPr>
        <p:spPr>
          <a:xfrm>
            <a:off x="3084580" y="3126421"/>
            <a:ext cx="556562" cy="26160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1100" i="1" err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cckb</a:t>
            </a:r>
            <a:r>
              <a:rPr lang="en-US" sz="1100" i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+</a:t>
            </a:r>
            <a:endParaRPr lang="en-US" sz="110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1604" name="TextBox 1603">
            <a:extLst>
              <a:ext uri="{FF2B5EF4-FFF2-40B4-BE49-F238E27FC236}">
                <a16:creationId xmlns:a16="http://schemas.microsoft.com/office/drawing/2014/main" id="{0339B98E-980F-49BB-3ADA-F93A60BC5A2A}"/>
              </a:ext>
            </a:extLst>
          </p:cNvPr>
          <p:cNvSpPr txBox="1"/>
          <p:nvPr/>
        </p:nvSpPr>
        <p:spPr>
          <a:xfrm>
            <a:off x="2400300" y="4553903"/>
            <a:ext cx="4442545" cy="25378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1049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Phase</a:t>
            </a:r>
          </a:p>
        </p:txBody>
      </p:sp>
      <p:sp>
        <p:nvSpPr>
          <p:cNvPr id="1618" name="TextBox 1617">
            <a:extLst>
              <a:ext uri="{FF2B5EF4-FFF2-40B4-BE49-F238E27FC236}">
                <a16:creationId xmlns:a16="http://schemas.microsoft.com/office/drawing/2014/main" id="{D865B947-C135-B4C8-5CE8-8260DF28F442}"/>
              </a:ext>
            </a:extLst>
          </p:cNvPr>
          <p:cNvSpPr txBox="1"/>
          <p:nvPr/>
        </p:nvSpPr>
        <p:spPr>
          <a:xfrm>
            <a:off x="22442" y="4684454"/>
            <a:ext cx="25359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f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697" name="Freeform 1696">
            <a:extLst>
              <a:ext uri="{FF2B5EF4-FFF2-40B4-BE49-F238E27FC236}">
                <a16:creationId xmlns:a16="http://schemas.microsoft.com/office/drawing/2014/main" id="{7A5B6D75-BE29-38D4-7B3B-353C18ADACDB}"/>
              </a:ext>
            </a:extLst>
          </p:cNvPr>
          <p:cNvSpPr/>
          <p:nvPr/>
        </p:nvSpPr>
        <p:spPr>
          <a:xfrm>
            <a:off x="795610" y="5096152"/>
            <a:ext cx="4164329" cy="1470786"/>
          </a:xfrm>
          <a:custGeom>
            <a:avLst/>
            <a:gdLst>
              <a:gd name="csX0" fmla="*/ 0 w 4164329"/>
              <a:gd name="csY0" fmla="*/ 0 h 1470786"/>
              <a:gd name="csX1" fmla="*/ 8382 w 4164329"/>
              <a:gd name="csY1" fmla="*/ 2159 h 1470786"/>
              <a:gd name="csX2" fmla="*/ 16637 w 4164329"/>
              <a:gd name="csY2" fmla="*/ 4318 h 1470786"/>
              <a:gd name="csX3" fmla="*/ 25019 w 4164329"/>
              <a:gd name="csY3" fmla="*/ 6604 h 1470786"/>
              <a:gd name="csX4" fmla="*/ 33401 w 4164329"/>
              <a:gd name="csY4" fmla="*/ 9017 h 1470786"/>
              <a:gd name="csX5" fmla="*/ 41783 w 4164329"/>
              <a:gd name="csY5" fmla="*/ 11430 h 1470786"/>
              <a:gd name="csX6" fmla="*/ 50038 w 4164329"/>
              <a:gd name="csY6" fmla="*/ 13843 h 1470786"/>
              <a:gd name="csX7" fmla="*/ 58420 w 4164329"/>
              <a:gd name="csY7" fmla="*/ 16510 h 1470786"/>
              <a:gd name="csX8" fmla="*/ 66802 w 4164329"/>
              <a:gd name="csY8" fmla="*/ 19050 h 1470786"/>
              <a:gd name="csX9" fmla="*/ 75057 w 4164329"/>
              <a:gd name="csY9" fmla="*/ 21844 h 1470786"/>
              <a:gd name="csX10" fmla="*/ 83439 w 4164329"/>
              <a:gd name="csY10" fmla="*/ 24638 h 1470786"/>
              <a:gd name="csX11" fmla="*/ 91821 w 4164329"/>
              <a:gd name="csY11" fmla="*/ 27432 h 1470786"/>
              <a:gd name="csX12" fmla="*/ 100203 w 4164329"/>
              <a:gd name="csY12" fmla="*/ 30480 h 1470786"/>
              <a:gd name="csX13" fmla="*/ 108458 w 4164329"/>
              <a:gd name="csY13" fmla="*/ 33528 h 1470786"/>
              <a:gd name="csX14" fmla="*/ 116840 w 4164329"/>
              <a:gd name="csY14" fmla="*/ 36576 h 1470786"/>
              <a:gd name="csX15" fmla="*/ 125222 w 4164329"/>
              <a:gd name="csY15" fmla="*/ 39751 h 1470786"/>
              <a:gd name="csX16" fmla="*/ 133477 w 4164329"/>
              <a:gd name="csY16" fmla="*/ 43053 h 1470786"/>
              <a:gd name="csX17" fmla="*/ 141859 w 4164329"/>
              <a:gd name="csY17" fmla="*/ 46482 h 1470786"/>
              <a:gd name="csX18" fmla="*/ 150241 w 4164329"/>
              <a:gd name="csY18" fmla="*/ 50038 h 1470786"/>
              <a:gd name="csX19" fmla="*/ 158623 w 4164329"/>
              <a:gd name="csY19" fmla="*/ 53594 h 1470786"/>
              <a:gd name="csX20" fmla="*/ 166878 w 4164329"/>
              <a:gd name="csY20" fmla="*/ 57277 h 1470786"/>
              <a:gd name="csX21" fmla="*/ 175260 w 4164329"/>
              <a:gd name="csY21" fmla="*/ 60960 h 1470786"/>
              <a:gd name="csX22" fmla="*/ 183642 w 4164329"/>
              <a:gd name="csY22" fmla="*/ 64897 h 1470786"/>
              <a:gd name="csX23" fmla="*/ 191897 w 4164329"/>
              <a:gd name="csY23" fmla="*/ 68834 h 1470786"/>
              <a:gd name="csX24" fmla="*/ 200279 w 4164329"/>
              <a:gd name="csY24" fmla="*/ 72898 h 1470786"/>
              <a:gd name="csX25" fmla="*/ 208661 w 4164329"/>
              <a:gd name="csY25" fmla="*/ 77089 h 1470786"/>
              <a:gd name="csX26" fmla="*/ 217043 w 4164329"/>
              <a:gd name="csY26" fmla="*/ 81407 h 1470786"/>
              <a:gd name="csX27" fmla="*/ 225298 w 4164329"/>
              <a:gd name="csY27" fmla="*/ 85725 h 1470786"/>
              <a:gd name="csX28" fmla="*/ 233680 w 4164329"/>
              <a:gd name="csY28" fmla="*/ 90297 h 1470786"/>
              <a:gd name="csX29" fmla="*/ 242062 w 4164329"/>
              <a:gd name="csY29" fmla="*/ 94869 h 1470786"/>
              <a:gd name="csX30" fmla="*/ 250317 w 4164329"/>
              <a:gd name="csY30" fmla="*/ 99568 h 1470786"/>
              <a:gd name="csX31" fmla="*/ 258699 w 4164329"/>
              <a:gd name="csY31" fmla="*/ 104394 h 1470786"/>
              <a:gd name="csX32" fmla="*/ 267081 w 4164329"/>
              <a:gd name="csY32" fmla="*/ 109347 h 1470786"/>
              <a:gd name="csX33" fmla="*/ 275463 w 4164329"/>
              <a:gd name="csY33" fmla="*/ 114427 h 1470786"/>
              <a:gd name="csX34" fmla="*/ 283718 w 4164329"/>
              <a:gd name="csY34" fmla="*/ 119634 h 1470786"/>
              <a:gd name="csX35" fmla="*/ 292100 w 4164329"/>
              <a:gd name="csY35" fmla="*/ 124968 h 1470786"/>
              <a:gd name="csX36" fmla="*/ 300482 w 4164329"/>
              <a:gd name="csY36" fmla="*/ 130429 h 1470786"/>
              <a:gd name="csX37" fmla="*/ 308737 w 4164329"/>
              <a:gd name="csY37" fmla="*/ 135890 h 1470786"/>
              <a:gd name="csX38" fmla="*/ 317119 w 4164329"/>
              <a:gd name="csY38" fmla="*/ 141605 h 1470786"/>
              <a:gd name="csX39" fmla="*/ 325501 w 4164329"/>
              <a:gd name="csY39" fmla="*/ 147447 h 1470786"/>
              <a:gd name="csX40" fmla="*/ 333756 w 4164329"/>
              <a:gd name="csY40" fmla="*/ 153289 h 1470786"/>
              <a:gd name="csX41" fmla="*/ 342138 w 4164329"/>
              <a:gd name="csY41" fmla="*/ 159385 h 1470786"/>
              <a:gd name="csX42" fmla="*/ 350520 w 4164329"/>
              <a:gd name="csY42" fmla="*/ 165481 h 1470786"/>
              <a:gd name="csX43" fmla="*/ 358902 w 4164329"/>
              <a:gd name="csY43" fmla="*/ 171831 h 1470786"/>
              <a:gd name="csX44" fmla="*/ 367157 w 4164329"/>
              <a:gd name="csY44" fmla="*/ 178181 h 1470786"/>
              <a:gd name="csX45" fmla="*/ 375539 w 4164329"/>
              <a:gd name="csY45" fmla="*/ 184658 h 1470786"/>
              <a:gd name="csX46" fmla="*/ 383921 w 4164329"/>
              <a:gd name="csY46" fmla="*/ 191389 h 1470786"/>
              <a:gd name="csX47" fmla="*/ 392176 w 4164329"/>
              <a:gd name="csY47" fmla="*/ 198120 h 1470786"/>
              <a:gd name="csX48" fmla="*/ 400558 w 4164329"/>
              <a:gd name="csY48" fmla="*/ 205105 h 1470786"/>
              <a:gd name="csX49" fmla="*/ 408940 w 4164329"/>
              <a:gd name="csY49" fmla="*/ 212090 h 1470786"/>
              <a:gd name="csX50" fmla="*/ 417322 w 4164329"/>
              <a:gd name="csY50" fmla="*/ 219202 h 1470786"/>
              <a:gd name="csX51" fmla="*/ 425577 w 4164329"/>
              <a:gd name="csY51" fmla="*/ 226568 h 1470786"/>
              <a:gd name="csX52" fmla="*/ 433959 w 4164329"/>
              <a:gd name="csY52" fmla="*/ 233934 h 1470786"/>
              <a:gd name="csX53" fmla="*/ 442341 w 4164329"/>
              <a:gd name="csY53" fmla="*/ 241427 h 1470786"/>
              <a:gd name="csX54" fmla="*/ 450596 w 4164329"/>
              <a:gd name="csY54" fmla="*/ 249047 h 1470786"/>
              <a:gd name="csX55" fmla="*/ 458978 w 4164329"/>
              <a:gd name="csY55" fmla="*/ 256794 h 1470786"/>
              <a:gd name="csX56" fmla="*/ 467360 w 4164329"/>
              <a:gd name="csY56" fmla="*/ 264668 h 1470786"/>
              <a:gd name="csX57" fmla="*/ 475742 w 4164329"/>
              <a:gd name="csY57" fmla="*/ 272669 h 1470786"/>
              <a:gd name="csX58" fmla="*/ 483997 w 4164329"/>
              <a:gd name="csY58" fmla="*/ 280797 h 1470786"/>
              <a:gd name="csX59" fmla="*/ 492379 w 4164329"/>
              <a:gd name="csY59" fmla="*/ 288925 h 1470786"/>
              <a:gd name="csX60" fmla="*/ 500761 w 4164329"/>
              <a:gd name="csY60" fmla="*/ 297307 h 1470786"/>
              <a:gd name="csX61" fmla="*/ 509016 w 4164329"/>
              <a:gd name="csY61" fmla="*/ 305689 h 1470786"/>
              <a:gd name="csX62" fmla="*/ 517398 w 4164329"/>
              <a:gd name="csY62" fmla="*/ 314198 h 1470786"/>
              <a:gd name="csX63" fmla="*/ 525780 w 4164329"/>
              <a:gd name="csY63" fmla="*/ 322834 h 1470786"/>
              <a:gd name="csX64" fmla="*/ 534162 w 4164329"/>
              <a:gd name="csY64" fmla="*/ 331470 h 1470786"/>
              <a:gd name="csX65" fmla="*/ 542417 w 4164329"/>
              <a:gd name="csY65" fmla="*/ 340233 h 1470786"/>
              <a:gd name="csX66" fmla="*/ 550799 w 4164329"/>
              <a:gd name="csY66" fmla="*/ 349123 h 1470786"/>
              <a:gd name="csX67" fmla="*/ 559181 w 4164329"/>
              <a:gd name="csY67" fmla="*/ 358140 h 1470786"/>
              <a:gd name="csX68" fmla="*/ 567436 w 4164329"/>
              <a:gd name="csY68" fmla="*/ 367157 h 1470786"/>
              <a:gd name="csX69" fmla="*/ 575818 w 4164329"/>
              <a:gd name="csY69" fmla="*/ 376301 h 1470786"/>
              <a:gd name="csX70" fmla="*/ 584200 w 4164329"/>
              <a:gd name="csY70" fmla="*/ 385445 h 1470786"/>
              <a:gd name="csX71" fmla="*/ 592582 w 4164329"/>
              <a:gd name="csY71" fmla="*/ 394716 h 1470786"/>
              <a:gd name="csX72" fmla="*/ 600837 w 4164329"/>
              <a:gd name="csY72" fmla="*/ 404114 h 1470786"/>
              <a:gd name="csX73" fmla="*/ 609219 w 4164329"/>
              <a:gd name="csY73" fmla="*/ 413512 h 1470786"/>
              <a:gd name="csX74" fmla="*/ 617601 w 4164329"/>
              <a:gd name="csY74" fmla="*/ 422910 h 1470786"/>
              <a:gd name="csX75" fmla="*/ 625856 w 4164329"/>
              <a:gd name="csY75" fmla="*/ 432435 h 1470786"/>
              <a:gd name="csX76" fmla="*/ 634238 w 4164329"/>
              <a:gd name="csY76" fmla="*/ 441960 h 1470786"/>
              <a:gd name="csX77" fmla="*/ 642620 w 4164329"/>
              <a:gd name="csY77" fmla="*/ 451485 h 1470786"/>
              <a:gd name="csX78" fmla="*/ 651002 w 4164329"/>
              <a:gd name="csY78" fmla="*/ 461137 h 1470786"/>
              <a:gd name="csX79" fmla="*/ 659257 w 4164329"/>
              <a:gd name="csY79" fmla="*/ 470789 h 1470786"/>
              <a:gd name="csX80" fmla="*/ 667639 w 4164329"/>
              <a:gd name="csY80" fmla="*/ 480441 h 1470786"/>
              <a:gd name="csX81" fmla="*/ 676021 w 4164329"/>
              <a:gd name="csY81" fmla="*/ 490093 h 1470786"/>
              <a:gd name="csX82" fmla="*/ 684276 w 4164329"/>
              <a:gd name="csY82" fmla="*/ 499745 h 1470786"/>
              <a:gd name="csX83" fmla="*/ 692658 w 4164329"/>
              <a:gd name="csY83" fmla="*/ 509524 h 1470786"/>
              <a:gd name="csX84" fmla="*/ 701040 w 4164329"/>
              <a:gd name="csY84" fmla="*/ 519176 h 1470786"/>
              <a:gd name="csX85" fmla="*/ 709295 w 4164329"/>
              <a:gd name="csY85" fmla="*/ 528955 h 1470786"/>
              <a:gd name="csX86" fmla="*/ 717677 w 4164329"/>
              <a:gd name="csY86" fmla="*/ 538607 h 1470786"/>
              <a:gd name="csX87" fmla="*/ 726059 w 4164329"/>
              <a:gd name="csY87" fmla="*/ 548259 h 1470786"/>
              <a:gd name="csX88" fmla="*/ 734441 w 4164329"/>
              <a:gd name="csY88" fmla="*/ 557911 h 1470786"/>
              <a:gd name="csX89" fmla="*/ 742696 w 4164329"/>
              <a:gd name="csY89" fmla="*/ 567563 h 1470786"/>
              <a:gd name="csX90" fmla="*/ 751078 w 4164329"/>
              <a:gd name="csY90" fmla="*/ 577215 h 1470786"/>
              <a:gd name="csX91" fmla="*/ 759460 w 4164329"/>
              <a:gd name="csY91" fmla="*/ 586867 h 1470786"/>
              <a:gd name="csX92" fmla="*/ 767715 w 4164329"/>
              <a:gd name="csY92" fmla="*/ 596392 h 1470786"/>
              <a:gd name="csX93" fmla="*/ 776097 w 4164329"/>
              <a:gd name="csY93" fmla="*/ 605917 h 1470786"/>
              <a:gd name="csX94" fmla="*/ 784479 w 4164329"/>
              <a:gd name="csY94" fmla="*/ 615315 h 1470786"/>
              <a:gd name="csX95" fmla="*/ 792861 w 4164329"/>
              <a:gd name="csY95" fmla="*/ 624713 h 1470786"/>
              <a:gd name="csX96" fmla="*/ 801116 w 4164329"/>
              <a:gd name="csY96" fmla="*/ 634111 h 1470786"/>
              <a:gd name="csX97" fmla="*/ 809498 w 4164329"/>
              <a:gd name="csY97" fmla="*/ 643382 h 1470786"/>
              <a:gd name="csX98" fmla="*/ 817880 w 4164329"/>
              <a:gd name="csY98" fmla="*/ 652526 h 1470786"/>
              <a:gd name="csX99" fmla="*/ 826135 w 4164329"/>
              <a:gd name="csY99" fmla="*/ 661670 h 1470786"/>
              <a:gd name="csX100" fmla="*/ 834517 w 4164329"/>
              <a:gd name="csY100" fmla="*/ 670814 h 1470786"/>
              <a:gd name="csX101" fmla="*/ 842899 w 4164329"/>
              <a:gd name="csY101" fmla="*/ 679704 h 1470786"/>
              <a:gd name="csX102" fmla="*/ 851281 w 4164329"/>
              <a:gd name="csY102" fmla="*/ 688594 h 1470786"/>
              <a:gd name="csX103" fmla="*/ 859536 w 4164329"/>
              <a:gd name="csY103" fmla="*/ 697484 h 1470786"/>
              <a:gd name="csX104" fmla="*/ 867918 w 4164329"/>
              <a:gd name="csY104" fmla="*/ 706247 h 1470786"/>
              <a:gd name="csX105" fmla="*/ 876300 w 4164329"/>
              <a:gd name="csY105" fmla="*/ 714883 h 1470786"/>
              <a:gd name="csX106" fmla="*/ 884555 w 4164329"/>
              <a:gd name="csY106" fmla="*/ 723392 h 1470786"/>
              <a:gd name="csX107" fmla="*/ 892937 w 4164329"/>
              <a:gd name="csY107" fmla="*/ 731901 h 1470786"/>
              <a:gd name="csX108" fmla="*/ 901319 w 4164329"/>
              <a:gd name="csY108" fmla="*/ 740156 h 1470786"/>
              <a:gd name="csX109" fmla="*/ 909701 w 4164329"/>
              <a:gd name="csY109" fmla="*/ 748411 h 1470786"/>
              <a:gd name="csX110" fmla="*/ 917956 w 4164329"/>
              <a:gd name="csY110" fmla="*/ 756539 h 1470786"/>
              <a:gd name="csX111" fmla="*/ 926338 w 4164329"/>
              <a:gd name="csY111" fmla="*/ 764540 h 1470786"/>
              <a:gd name="csX112" fmla="*/ 934720 w 4164329"/>
              <a:gd name="csY112" fmla="*/ 772541 h 1470786"/>
              <a:gd name="csX113" fmla="*/ 942975 w 4164329"/>
              <a:gd name="csY113" fmla="*/ 780288 h 1470786"/>
              <a:gd name="csX114" fmla="*/ 951357 w 4164329"/>
              <a:gd name="csY114" fmla="*/ 788035 h 1470786"/>
              <a:gd name="csX115" fmla="*/ 959739 w 4164329"/>
              <a:gd name="csY115" fmla="*/ 795655 h 1470786"/>
              <a:gd name="csX116" fmla="*/ 968121 w 4164329"/>
              <a:gd name="csY116" fmla="*/ 803021 h 1470786"/>
              <a:gd name="csX117" fmla="*/ 976376 w 4164329"/>
              <a:gd name="csY117" fmla="*/ 810387 h 1470786"/>
              <a:gd name="csX118" fmla="*/ 984758 w 4164329"/>
              <a:gd name="csY118" fmla="*/ 817626 h 1470786"/>
              <a:gd name="csX119" fmla="*/ 993140 w 4164329"/>
              <a:gd name="csY119" fmla="*/ 824738 h 1470786"/>
              <a:gd name="csX120" fmla="*/ 1001395 w 4164329"/>
              <a:gd name="csY120" fmla="*/ 831723 h 1470786"/>
              <a:gd name="csX121" fmla="*/ 1009777 w 4164329"/>
              <a:gd name="csY121" fmla="*/ 838708 h 1470786"/>
              <a:gd name="csX122" fmla="*/ 1018159 w 4164329"/>
              <a:gd name="csY122" fmla="*/ 845439 h 1470786"/>
              <a:gd name="csX123" fmla="*/ 1026414 w 4164329"/>
              <a:gd name="csY123" fmla="*/ 852043 h 1470786"/>
              <a:gd name="csX124" fmla="*/ 1034796 w 4164329"/>
              <a:gd name="csY124" fmla="*/ 858647 h 1470786"/>
              <a:gd name="csX125" fmla="*/ 1043178 w 4164329"/>
              <a:gd name="csY125" fmla="*/ 864997 h 1470786"/>
              <a:gd name="csX126" fmla="*/ 1051560 w 4164329"/>
              <a:gd name="csY126" fmla="*/ 871347 h 1470786"/>
              <a:gd name="csX127" fmla="*/ 1059815 w 4164329"/>
              <a:gd name="csY127" fmla="*/ 877443 h 1470786"/>
              <a:gd name="csX128" fmla="*/ 1068197 w 4164329"/>
              <a:gd name="csY128" fmla="*/ 883539 h 1470786"/>
              <a:gd name="csX129" fmla="*/ 1076579 w 4164329"/>
              <a:gd name="csY129" fmla="*/ 889508 h 1470786"/>
              <a:gd name="csX130" fmla="*/ 1084834 w 4164329"/>
              <a:gd name="csY130" fmla="*/ 895350 h 1470786"/>
              <a:gd name="csX131" fmla="*/ 1093216 w 4164329"/>
              <a:gd name="csY131" fmla="*/ 901065 h 1470786"/>
              <a:gd name="csX132" fmla="*/ 1101598 w 4164329"/>
              <a:gd name="csY132" fmla="*/ 906653 h 1470786"/>
              <a:gd name="csX133" fmla="*/ 1109980 w 4164329"/>
              <a:gd name="csY133" fmla="*/ 912114 h 1470786"/>
              <a:gd name="csX134" fmla="*/ 1118235 w 4164329"/>
              <a:gd name="csY134" fmla="*/ 917448 h 1470786"/>
              <a:gd name="csX135" fmla="*/ 1126617 w 4164329"/>
              <a:gd name="csY135" fmla="*/ 922782 h 1470786"/>
              <a:gd name="csX136" fmla="*/ 1134999 w 4164329"/>
              <a:gd name="csY136" fmla="*/ 927862 h 1470786"/>
              <a:gd name="csX137" fmla="*/ 1143254 w 4164329"/>
              <a:gd name="csY137" fmla="*/ 932942 h 1470786"/>
              <a:gd name="csX138" fmla="*/ 1151636 w 4164329"/>
              <a:gd name="csY138" fmla="*/ 937895 h 1470786"/>
              <a:gd name="csX139" fmla="*/ 1160018 w 4164329"/>
              <a:gd name="csY139" fmla="*/ 942848 h 1470786"/>
              <a:gd name="csX140" fmla="*/ 1168400 w 4164329"/>
              <a:gd name="csY140" fmla="*/ 947547 h 1470786"/>
              <a:gd name="csX141" fmla="*/ 1176655 w 4164329"/>
              <a:gd name="csY141" fmla="*/ 952246 h 1470786"/>
              <a:gd name="csX142" fmla="*/ 1185037 w 4164329"/>
              <a:gd name="csY142" fmla="*/ 956818 h 1470786"/>
              <a:gd name="csX143" fmla="*/ 1193419 w 4164329"/>
              <a:gd name="csY143" fmla="*/ 961263 h 1470786"/>
              <a:gd name="csX144" fmla="*/ 1201674 w 4164329"/>
              <a:gd name="csY144" fmla="*/ 965581 h 1470786"/>
              <a:gd name="csX145" fmla="*/ 1210056 w 4164329"/>
              <a:gd name="csY145" fmla="*/ 969899 h 1470786"/>
              <a:gd name="csX146" fmla="*/ 1218438 w 4164329"/>
              <a:gd name="csY146" fmla="*/ 974090 h 1470786"/>
              <a:gd name="csX147" fmla="*/ 1226820 w 4164329"/>
              <a:gd name="csY147" fmla="*/ 978154 h 1470786"/>
              <a:gd name="csX148" fmla="*/ 1235075 w 4164329"/>
              <a:gd name="csY148" fmla="*/ 982218 h 1470786"/>
              <a:gd name="csX149" fmla="*/ 1243457 w 4164329"/>
              <a:gd name="csY149" fmla="*/ 986155 h 1470786"/>
              <a:gd name="csX150" fmla="*/ 1251839 w 4164329"/>
              <a:gd name="csY150" fmla="*/ 989965 h 1470786"/>
              <a:gd name="csX151" fmla="*/ 1260094 w 4164329"/>
              <a:gd name="csY151" fmla="*/ 993775 h 1470786"/>
              <a:gd name="csX152" fmla="*/ 1268476 w 4164329"/>
              <a:gd name="csY152" fmla="*/ 997458 h 1470786"/>
              <a:gd name="csX153" fmla="*/ 1276858 w 4164329"/>
              <a:gd name="csY153" fmla="*/ 1001141 h 1470786"/>
              <a:gd name="csX154" fmla="*/ 1285240 w 4164329"/>
              <a:gd name="csY154" fmla="*/ 1004697 h 1470786"/>
              <a:gd name="csX155" fmla="*/ 1293495 w 4164329"/>
              <a:gd name="csY155" fmla="*/ 1008126 h 1470786"/>
              <a:gd name="csX156" fmla="*/ 1301877 w 4164329"/>
              <a:gd name="csY156" fmla="*/ 1011555 h 1470786"/>
              <a:gd name="csX157" fmla="*/ 1310259 w 4164329"/>
              <a:gd name="csY157" fmla="*/ 1014984 h 1470786"/>
              <a:gd name="csX158" fmla="*/ 1318514 w 4164329"/>
              <a:gd name="csY158" fmla="*/ 1018286 h 1470786"/>
              <a:gd name="csX159" fmla="*/ 1326896 w 4164329"/>
              <a:gd name="csY159" fmla="*/ 1021461 h 1470786"/>
              <a:gd name="csX160" fmla="*/ 1335278 w 4164329"/>
              <a:gd name="csY160" fmla="*/ 1024636 h 1470786"/>
              <a:gd name="csX161" fmla="*/ 1343533 w 4164329"/>
              <a:gd name="csY161" fmla="*/ 1027811 h 1470786"/>
              <a:gd name="csX162" fmla="*/ 1351915 w 4164329"/>
              <a:gd name="csY162" fmla="*/ 1030859 h 1470786"/>
              <a:gd name="csX163" fmla="*/ 1360297 w 4164329"/>
              <a:gd name="csY163" fmla="*/ 1033907 h 1470786"/>
              <a:gd name="csX164" fmla="*/ 1368679 w 4164329"/>
              <a:gd name="csY164" fmla="*/ 1036828 h 1470786"/>
              <a:gd name="csX165" fmla="*/ 1376934 w 4164329"/>
              <a:gd name="csY165" fmla="*/ 1039749 h 1470786"/>
              <a:gd name="csX166" fmla="*/ 1385316 w 4164329"/>
              <a:gd name="csY166" fmla="*/ 1042670 h 1470786"/>
              <a:gd name="csX167" fmla="*/ 1393698 w 4164329"/>
              <a:gd name="csY167" fmla="*/ 1045464 h 1470786"/>
              <a:gd name="csX168" fmla="*/ 1401953 w 4164329"/>
              <a:gd name="csY168" fmla="*/ 1048258 h 1470786"/>
              <a:gd name="csX169" fmla="*/ 1410335 w 4164329"/>
              <a:gd name="csY169" fmla="*/ 1051052 h 1470786"/>
              <a:gd name="csX170" fmla="*/ 1418717 w 4164329"/>
              <a:gd name="csY170" fmla="*/ 1053719 h 1470786"/>
              <a:gd name="csX171" fmla="*/ 1427099 w 4164329"/>
              <a:gd name="csY171" fmla="*/ 1056513 h 1470786"/>
              <a:gd name="csX172" fmla="*/ 1435354 w 4164329"/>
              <a:gd name="csY172" fmla="*/ 1059053 h 1470786"/>
              <a:gd name="csX173" fmla="*/ 1443736 w 4164329"/>
              <a:gd name="csY173" fmla="*/ 1061720 h 1470786"/>
              <a:gd name="csX174" fmla="*/ 1452118 w 4164329"/>
              <a:gd name="csY174" fmla="*/ 1064260 h 1470786"/>
              <a:gd name="csX175" fmla="*/ 1460373 w 4164329"/>
              <a:gd name="csY175" fmla="*/ 1066927 h 1470786"/>
              <a:gd name="csX176" fmla="*/ 1468755 w 4164329"/>
              <a:gd name="csY176" fmla="*/ 1069467 h 1470786"/>
              <a:gd name="csX177" fmla="*/ 1477137 w 4164329"/>
              <a:gd name="csY177" fmla="*/ 1072007 h 1470786"/>
              <a:gd name="csX178" fmla="*/ 1485519 w 4164329"/>
              <a:gd name="csY178" fmla="*/ 1074420 h 1470786"/>
              <a:gd name="csX179" fmla="*/ 1493774 w 4164329"/>
              <a:gd name="csY179" fmla="*/ 1076960 h 1470786"/>
              <a:gd name="csX180" fmla="*/ 1502156 w 4164329"/>
              <a:gd name="csY180" fmla="*/ 1079373 h 1470786"/>
              <a:gd name="csX181" fmla="*/ 1510538 w 4164329"/>
              <a:gd name="csY181" fmla="*/ 1081786 h 1470786"/>
              <a:gd name="csX182" fmla="*/ 1518793 w 4164329"/>
              <a:gd name="csY182" fmla="*/ 1084326 h 1470786"/>
              <a:gd name="csX183" fmla="*/ 1527175 w 4164329"/>
              <a:gd name="csY183" fmla="*/ 1086739 h 1470786"/>
              <a:gd name="csX184" fmla="*/ 1535557 w 4164329"/>
              <a:gd name="csY184" fmla="*/ 1089152 h 1470786"/>
              <a:gd name="csX185" fmla="*/ 1543939 w 4164329"/>
              <a:gd name="csY185" fmla="*/ 1091565 h 1470786"/>
              <a:gd name="csX186" fmla="*/ 1552194 w 4164329"/>
              <a:gd name="csY186" fmla="*/ 1093978 h 1470786"/>
              <a:gd name="csX187" fmla="*/ 1560576 w 4164329"/>
              <a:gd name="csY187" fmla="*/ 1096264 h 1470786"/>
              <a:gd name="csX188" fmla="*/ 1568958 w 4164329"/>
              <a:gd name="csY188" fmla="*/ 1098677 h 1470786"/>
              <a:gd name="csX189" fmla="*/ 1577213 w 4164329"/>
              <a:gd name="csY189" fmla="*/ 1101090 h 1470786"/>
              <a:gd name="csX190" fmla="*/ 1585595 w 4164329"/>
              <a:gd name="csY190" fmla="*/ 1103503 h 1470786"/>
              <a:gd name="csX191" fmla="*/ 1593977 w 4164329"/>
              <a:gd name="csY191" fmla="*/ 1105916 h 1470786"/>
              <a:gd name="csX192" fmla="*/ 1602359 w 4164329"/>
              <a:gd name="csY192" fmla="*/ 1108329 h 1470786"/>
              <a:gd name="csX193" fmla="*/ 1610614 w 4164329"/>
              <a:gd name="csY193" fmla="*/ 1110615 h 1470786"/>
              <a:gd name="csX194" fmla="*/ 1618996 w 4164329"/>
              <a:gd name="csY194" fmla="*/ 1113028 h 1470786"/>
              <a:gd name="csX195" fmla="*/ 1627378 w 4164329"/>
              <a:gd name="csY195" fmla="*/ 1115441 h 1470786"/>
              <a:gd name="csX196" fmla="*/ 1635633 w 4164329"/>
              <a:gd name="csY196" fmla="*/ 1117854 h 1470786"/>
              <a:gd name="csX197" fmla="*/ 1644015 w 4164329"/>
              <a:gd name="csY197" fmla="*/ 1120394 h 1470786"/>
              <a:gd name="csX198" fmla="*/ 1652397 w 4164329"/>
              <a:gd name="csY198" fmla="*/ 1122807 h 1470786"/>
              <a:gd name="csX199" fmla="*/ 1660652 w 4164329"/>
              <a:gd name="csY199" fmla="*/ 1125220 h 1470786"/>
              <a:gd name="csX200" fmla="*/ 1669034 w 4164329"/>
              <a:gd name="csY200" fmla="*/ 1127760 h 1470786"/>
              <a:gd name="csX201" fmla="*/ 1677416 w 4164329"/>
              <a:gd name="csY201" fmla="*/ 1130173 h 1470786"/>
              <a:gd name="csX202" fmla="*/ 1685798 w 4164329"/>
              <a:gd name="csY202" fmla="*/ 1132713 h 1470786"/>
              <a:gd name="csX203" fmla="*/ 1694053 w 4164329"/>
              <a:gd name="csY203" fmla="*/ 1135253 h 1470786"/>
              <a:gd name="csX204" fmla="*/ 1702435 w 4164329"/>
              <a:gd name="csY204" fmla="*/ 1137793 h 1470786"/>
              <a:gd name="csX205" fmla="*/ 1710817 w 4164329"/>
              <a:gd name="csY205" fmla="*/ 1140333 h 1470786"/>
              <a:gd name="csX206" fmla="*/ 1719072 w 4164329"/>
              <a:gd name="csY206" fmla="*/ 1142873 h 1470786"/>
              <a:gd name="csX207" fmla="*/ 1727454 w 4164329"/>
              <a:gd name="csY207" fmla="*/ 1145540 h 1470786"/>
              <a:gd name="csX208" fmla="*/ 1735836 w 4164329"/>
              <a:gd name="csY208" fmla="*/ 1148080 h 1470786"/>
              <a:gd name="csX209" fmla="*/ 1744218 w 4164329"/>
              <a:gd name="csY209" fmla="*/ 1150747 h 1470786"/>
              <a:gd name="csX210" fmla="*/ 1752473 w 4164329"/>
              <a:gd name="csY210" fmla="*/ 1153414 h 1470786"/>
              <a:gd name="csX211" fmla="*/ 1760855 w 4164329"/>
              <a:gd name="csY211" fmla="*/ 1156081 h 1470786"/>
              <a:gd name="csX212" fmla="*/ 1769237 w 4164329"/>
              <a:gd name="csY212" fmla="*/ 1158748 h 1470786"/>
              <a:gd name="csX213" fmla="*/ 1777492 w 4164329"/>
              <a:gd name="csY213" fmla="*/ 1161542 h 1470786"/>
              <a:gd name="csX214" fmla="*/ 1785874 w 4164329"/>
              <a:gd name="csY214" fmla="*/ 1164336 h 1470786"/>
              <a:gd name="csX215" fmla="*/ 1794256 w 4164329"/>
              <a:gd name="csY215" fmla="*/ 1167130 h 1470786"/>
              <a:gd name="csX216" fmla="*/ 1802638 w 4164329"/>
              <a:gd name="csY216" fmla="*/ 1169924 h 1470786"/>
              <a:gd name="csX217" fmla="*/ 1810893 w 4164329"/>
              <a:gd name="csY217" fmla="*/ 1172718 h 1470786"/>
              <a:gd name="csX218" fmla="*/ 1819275 w 4164329"/>
              <a:gd name="csY218" fmla="*/ 1175639 h 1470786"/>
              <a:gd name="csX219" fmla="*/ 1827657 w 4164329"/>
              <a:gd name="csY219" fmla="*/ 1178433 h 1470786"/>
              <a:gd name="csX220" fmla="*/ 1835912 w 4164329"/>
              <a:gd name="csY220" fmla="*/ 1181354 h 1470786"/>
              <a:gd name="csX221" fmla="*/ 1844294 w 4164329"/>
              <a:gd name="csY221" fmla="*/ 1184275 h 1470786"/>
              <a:gd name="csX222" fmla="*/ 1852676 w 4164329"/>
              <a:gd name="csY222" fmla="*/ 1187323 h 1470786"/>
              <a:gd name="csX223" fmla="*/ 1861058 w 4164329"/>
              <a:gd name="csY223" fmla="*/ 1190244 h 1470786"/>
              <a:gd name="csX224" fmla="*/ 1869313 w 4164329"/>
              <a:gd name="csY224" fmla="*/ 1193292 h 1470786"/>
              <a:gd name="csX225" fmla="*/ 1877695 w 4164329"/>
              <a:gd name="csY225" fmla="*/ 1196340 h 1470786"/>
              <a:gd name="csX226" fmla="*/ 1886077 w 4164329"/>
              <a:gd name="csY226" fmla="*/ 1199388 h 1470786"/>
              <a:gd name="csX227" fmla="*/ 1894332 w 4164329"/>
              <a:gd name="csY227" fmla="*/ 1202436 h 1470786"/>
              <a:gd name="csX228" fmla="*/ 1902714 w 4164329"/>
              <a:gd name="csY228" fmla="*/ 1205611 h 1470786"/>
              <a:gd name="csX229" fmla="*/ 1911096 w 4164329"/>
              <a:gd name="csY229" fmla="*/ 1208786 h 1470786"/>
              <a:gd name="csX230" fmla="*/ 1919478 w 4164329"/>
              <a:gd name="csY230" fmla="*/ 1211834 h 1470786"/>
              <a:gd name="csX231" fmla="*/ 1927733 w 4164329"/>
              <a:gd name="csY231" fmla="*/ 1215009 h 1470786"/>
              <a:gd name="csX232" fmla="*/ 1936115 w 4164329"/>
              <a:gd name="csY232" fmla="*/ 1218311 h 1470786"/>
              <a:gd name="csX233" fmla="*/ 1944497 w 4164329"/>
              <a:gd name="csY233" fmla="*/ 1221486 h 1470786"/>
              <a:gd name="csX234" fmla="*/ 1952752 w 4164329"/>
              <a:gd name="csY234" fmla="*/ 1224661 h 1470786"/>
              <a:gd name="csX235" fmla="*/ 1961134 w 4164329"/>
              <a:gd name="csY235" fmla="*/ 1227963 h 1470786"/>
              <a:gd name="csX236" fmla="*/ 1969516 w 4164329"/>
              <a:gd name="csY236" fmla="*/ 1231265 h 1470786"/>
              <a:gd name="csX237" fmla="*/ 1977771 w 4164329"/>
              <a:gd name="csY237" fmla="*/ 1234567 h 1470786"/>
              <a:gd name="csX238" fmla="*/ 1986153 w 4164329"/>
              <a:gd name="csY238" fmla="*/ 1237742 h 1470786"/>
              <a:gd name="csX239" fmla="*/ 1994535 w 4164329"/>
              <a:gd name="csY239" fmla="*/ 1241171 h 1470786"/>
              <a:gd name="csX240" fmla="*/ 2002917 w 4164329"/>
              <a:gd name="csY240" fmla="*/ 1244473 h 1470786"/>
              <a:gd name="csX241" fmla="*/ 2011172 w 4164329"/>
              <a:gd name="csY241" fmla="*/ 1247775 h 1470786"/>
              <a:gd name="csX242" fmla="*/ 2019554 w 4164329"/>
              <a:gd name="csY242" fmla="*/ 1251077 h 1470786"/>
              <a:gd name="csX243" fmla="*/ 2027936 w 4164329"/>
              <a:gd name="csY243" fmla="*/ 1254379 h 1470786"/>
              <a:gd name="csX244" fmla="*/ 2036191 w 4164329"/>
              <a:gd name="csY244" fmla="*/ 1257808 h 1470786"/>
              <a:gd name="csX245" fmla="*/ 2044573 w 4164329"/>
              <a:gd name="csY245" fmla="*/ 1261110 h 1470786"/>
              <a:gd name="csX246" fmla="*/ 2052955 w 4164329"/>
              <a:gd name="csY246" fmla="*/ 1264539 h 1470786"/>
              <a:gd name="csX247" fmla="*/ 2061337 w 4164329"/>
              <a:gd name="csY247" fmla="*/ 1267841 h 1470786"/>
              <a:gd name="csX248" fmla="*/ 2069592 w 4164329"/>
              <a:gd name="csY248" fmla="*/ 1271143 h 1470786"/>
              <a:gd name="csX249" fmla="*/ 2077974 w 4164329"/>
              <a:gd name="csY249" fmla="*/ 1274572 h 1470786"/>
              <a:gd name="csX250" fmla="*/ 2086356 w 4164329"/>
              <a:gd name="csY250" fmla="*/ 1277874 h 1470786"/>
              <a:gd name="csX251" fmla="*/ 2094611 w 4164329"/>
              <a:gd name="csY251" fmla="*/ 1281176 h 1470786"/>
              <a:gd name="csX252" fmla="*/ 2102993 w 4164329"/>
              <a:gd name="csY252" fmla="*/ 1284605 h 1470786"/>
              <a:gd name="csX253" fmla="*/ 2111375 w 4164329"/>
              <a:gd name="csY253" fmla="*/ 1287907 h 1470786"/>
              <a:gd name="csX254" fmla="*/ 2119757 w 4164329"/>
              <a:gd name="csY254" fmla="*/ 1291209 h 1470786"/>
              <a:gd name="csX255" fmla="*/ 2128012 w 4164329"/>
              <a:gd name="csY255" fmla="*/ 1294511 h 1470786"/>
              <a:gd name="csX256" fmla="*/ 2136394 w 4164329"/>
              <a:gd name="csY256" fmla="*/ 1297813 h 1470786"/>
              <a:gd name="csX257" fmla="*/ 2144776 w 4164329"/>
              <a:gd name="csY257" fmla="*/ 1301115 h 1470786"/>
              <a:gd name="csX258" fmla="*/ 2153031 w 4164329"/>
              <a:gd name="csY258" fmla="*/ 1304290 h 1470786"/>
              <a:gd name="csX259" fmla="*/ 2161413 w 4164329"/>
              <a:gd name="csY259" fmla="*/ 1307592 h 1470786"/>
              <a:gd name="csX260" fmla="*/ 2169795 w 4164329"/>
              <a:gd name="csY260" fmla="*/ 1310767 h 1470786"/>
              <a:gd name="csX261" fmla="*/ 2178177 w 4164329"/>
              <a:gd name="csY261" fmla="*/ 1313942 h 1470786"/>
              <a:gd name="csX262" fmla="*/ 2186432 w 4164329"/>
              <a:gd name="csY262" fmla="*/ 1317117 h 1470786"/>
              <a:gd name="csX263" fmla="*/ 2194814 w 4164329"/>
              <a:gd name="csY263" fmla="*/ 1320292 h 1470786"/>
              <a:gd name="csX264" fmla="*/ 2203196 w 4164329"/>
              <a:gd name="csY264" fmla="*/ 1323467 h 1470786"/>
              <a:gd name="csX265" fmla="*/ 2211451 w 4164329"/>
              <a:gd name="csY265" fmla="*/ 1326515 h 1470786"/>
              <a:gd name="csX266" fmla="*/ 2219833 w 4164329"/>
              <a:gd name="csY266" fmla="*/ 1329563 h 1470786"/>
              <a:gd name="csX267" fmla="*/ 2228215 w 4164329"/>
              <a:gd name="csY267" fmla="*/ 1332611 h 1470786"/>
              <a:gd name="csX268" fmla="*/ 2236597 w 4164329"/>
              <a:gd name="csY268" fmla="*/ 1335659 h 1470786"/>
              <a:gd name="csX269" fmla="*/ 2244852 w 4164329"/>
              <a:gd name="csY269" fmla="*/ 1338580 h 1470786"/>
              <a:gd name="csX270" fmla="*/ 2253234 w 4164329"/>
              <a:gd name="csY270" fmla="*/ 1341501 h 1470786"/>
              <a:gd name="csX271" fmla="*/ 2261616 w 4164329"/>
              <a:gd name="csY271" fmla="*/ 1344422 h 1470786"/>
              <a:gd name="csX272" fmla="*/ 2269871 w 4164329"/>
              <a:gd name="csY272" fmla="*/ 1347343 h 1470786"/>
              <a:gd name="csX273" fmla="*/ 2278253 w 4164329"/>
              <a:gd name="csY273" fmla="*/ 1350137 h 1470786"/>
              <a:gd name="csX274" fmla="*/ 2286635 w 4164329"/>
              <a:gd name="csY274" fmla="*/ 1352931 h 1470786"/>
              <a:gd name="csX275" fmla="*/ 2294890 w 4164329"/>
              <a:gd name="csY275" fmla="*/ 1355725 h 1470786"/>
              <a:gd name="csX276" fmla="*/ 2303272 w 4164329"/>
              <a:gd name="csY276" fmla="*/ 1358519 h 1470786"/>
              <a:gd name="csX277" fmla="*/ 2311654 w 4164329"/>
              <a:gd name="csY277" fmla="*/ 1361186 h 1470786"/>
              <a:gd name="csX278" fmla="*/ 2320036 w 4164329"/>
              <a:gd name="csY278" fmla="*/ 1363853 h 1470786"/>
              <a:gd name="csX279" fmla="*/ 2328291 w 4164329"/>
              <a:gd name="csY279" fmla="*/ 1366393 h 1470786"/>
              <a:gd name="csX280" fmla="*/ 2336673 w 4164329"/>
              <a:gd name="csY280" fmla="*/ 1368933 h 1470786"/>
              <a:gd name="csX281" fmla="*/ 2345055 w 4164329"/>
              <a:gd name="csY281" fmla="*/ 1371473 h 1470786"/>
              <a:gd name="csX282" fmla="*/ 2353310 w 4164329"/>
              <a:gd name="csY282" fmla="*/ 1374013 h 1470786"/>
              <a:gd name="csX283" fmla="*/ 2361692 w 4164329"/>
              <a:gd name="csY283" fmla="*/ 1376426 h 1470786"/>
              <a:gd name="csX284" fmla="*/ 2370074 w 4164329"/>
              <a:gd name="csY284" fmla="*/ 1378839 h 1470786"/>
              <a:gd name="csX285" fmla="*/ 2378456 w 4164329"/>
              <a:gd name="csY285" fmla="*/ 1381252 h 1470786"/>
              <a:gd name="csX286" fmla="*/ 2386711 w 4164329"/>
              <a:gd name="csY286" fmla="*/ 1383538 h 1470786"/>
              <a:gd name="csX287" fmla="*/ 2395093 w 4164329"/>
              <a:gd name="csY287" fmla="*/ 1385824 h 1470786"/>
              <a:gd name="csX288" fmla="*/ 2403475 w 4164329"/>
              <a:gd name="csY288" fmla="*/ 1387983 h 1470786"/>
              <a:gd name="csX289" fmla="*/ 2411730 w 4164329"/>
              <a:gd name="csY289" fmla="*/ 1390269 h 1470786"/>
              <a:gd name="csX290" fmla="*/ 2420112 w 4164329"/>
              <a:gd name="csY290" fmla="*/ 1392301 h 1470786"/>
              <a:gd name="csX291" fmla="*/ 2428494 w 4164329"/>
              <a:gd name="csY291" fmla="*/ 1394460 h 1470786"/>
              <a:gd name="csX292" fmla="*/ 2436876 w 4164329"/>
              <a:gd name="csY292" fmla="*/ 1396492 h 1470786"/>
              <a:gd name="csX293" fmla="*/ 2445131 w 4164329"/>
              <a:gd name="csY293" fmla="*/ 1398524 h 1470786"/>
              <a:gd name="csX294" fmla="*/ 2453513 w 4164329"/>
              <a:gd name="csY294" fmla="*/ 1400556 h 1470786"/>
              <a:gd name="csX295" fmla="*/ 2461895 w 4164329"/>
              <a:gd name="csY295" fmla="*/ 1402461 h 1470786"/>
              <a:gd name="csX296" fmla="*/ 2470150 w 4164329"/>
              <a:gd name="csY296" fmla="*/ 1404366 h 1470786"/>
              <a:gd name="csX297" fmla="*/ 2478532 w 4164329"/>
              <a:gd name="csY297" fmla="*/ 1406271 h 1470786"/>
              <a:gd name="csX298" fmla="*/ 2486914 w 4164329"/>
              <a:gd name="csY298" fmla="*/ 1408049 h 1470786"/>
              <a:gd name="csX299" fmla="*/ 2495296 w 4164329"/>
              <a:gd name="csY299" fmla="*/ 1409827 h 1470786"/>
              <a:gd name="csX300" fmla="*/ 2503551 w 4164329"/>
              <a:gd name="csY300" fmla="*/ 1411478 h 1470786"/>
              <a:gd name="csX301" fmla="*/ 2511933 w 4164329"/>
              <a:gd name="csY301" fmla="*/ 1413256 h 1470786"/>
              <a:gd name="csX302" fmla="*/ 2520315 w 4164329"/>
              <a:gd name="csY302" fmla="*/ 1414907 h 1470786"/>
              <a:gd name="csX303" fmla="*/ 2528570 w 4164329"/>
              <a:gd name="csY303" fmla="*/ 1416558 h 1470786"/>
              <a:gd name="csX304" fmla="*/ 2536952 w 4164329"/>
              <a:gd name="csY304" fmla="*/ 1418082 h 1470786"/>
              <a:gd name="csX305" fmla="*/ 2545334 w 4164329"/>
              <a:gd name="csY305" fmla="*/ 1419606 h 1470786"/>
              <a:gd name="csX306" fmla="*/ 2553716 w 4164329"/>
              <a:gd name="csY306" fmla="*/ 1421130 h 1470786"/>
              <a:gd name="csX307" fmla="*/ 2561971 w 4164329"/>
              <a:gd name="csY307" fmla="*/ 1422527 h 1470786"/>
              <a:gd name="csX308" fmla="*/ 2570353 w 4164329"/>
              <a:gd name="csY308" fmla="*/ 1424051 h 1470786"/>
              <a:gd name="csX309" fmla="*/ 2578735 w 4164329"/>
              <a:gd name="csY309" fmla="*/ 1425448 h 1470786"/>
              <a:gd name="csX310" fmla="*/ 2586990 w 4164329"/>
              <a:gd name="csY310" fmla="*/ 1426718 h 1470786"/>
              <a:gd name="csX311" fmla="*/ 2595372 w 4164329"/>
              <a:gd name="csY311" fmla="*/ 1428115 h 1470786"/>
              <a:gd name="csX312" fmla="*/ 2603754 w 4164329"/>
              <a:gd name="csY312" fmla="*/ 1429385 h 1470786"/>
              <a:gd name="csX313" fmla="*/ 2612009 w 4164329"/>
              <a:gd name="csY313" fmla="*/ 1430655 h 1470786"/>
              <a:gd name="csX314" fmla="*/ 2620391 w 4164329"/>
              <a:gd name="csY314" fmla="*/ 1431798 h 1470786"/>
              <a:gd name="csX315" fmla="*/ 2628773 w 4164329"/>
              <a:gd name="csY315" fmla="*/ 1433068 h 1470786"/>
              <a:gd name="csX316" fmla="*/ 2637155 w 4164329"/>
              <a:gd name="csY316" fmla="*/ 1434211 h 1470786"/>
              <a:gd name="csX317" fmla="*/ 2645410 w 4164329"/>
              <a:gd name="csY317" fmla="*/ 1435354 h 1470786"/>
              <a:gd name="csX318" fmla="*/ 2653792 w 4164329"/>
              <a:gd name="csY318" fmla="*/ 1436497 h 1470786"/>
              <a:gd name="csX319" fmla="*/ 2662174 w 4164329"/>
              <a:gd name="csY319" fmla="*/ 1437513 h 1470786"/>
              <a:gd name="csX320" fmla="*/ 2670429 w 4164329"/>
              <a:gd name="csY320" fmla="*/ 1438529 h 1470786"/>
              <a:gd name="csX321" fmla="*/ 2678811 w 4164329"/>
              <a:gd name="csY321" fmla="*/ 1439545 h 1470786"/>
              <a:gd name="csX322" fmla="*/ 2687193 w 4164329"/>
              <a:gd name="csY322" fmla="*/ 1440561 h 1470786"/>
              <a:gd name="csX323" fmla="*/ 2695575 w 4164329"/>
              <a:gd name="csY323" fmla="*/ 1441450 h 1470786"/>
              <a:gd name="csX324" fmla="*/ 2703830 w 4164329"/>
              <a:gd name="csY324" fmla="*/ 1442466 h 1470786"/>
              <a:gd name="csX325" fmla="*/ 2712212 w 4164329"/>
              <a:gd name="csY325" fmla="*/ 1443355 h 1470786"/>
              <a:gd name="csX326" fmla="*/ 2720594 w 4164329"/>
              <a:gd name="csY326" fmla="*/ 1444244 h 1470786"/>
              <a:gd name="csX327" fmla="*/ 2728849 w 4164329"/>
              <a:gd name="csY327" fmla="*/ 1445006 h 1470786"/>
              <a:gd name="csX328" fmla="*/ 2737231 w 4164329"/>
              <a:gd name="csY328" fmla="*/ 1445895 h 1470786"/>
              <a:gd name="csX329" fmla="*/ 2745613 w 4164329"/>
              <a:gd name="csY329" fmla="*/ 1446657 h 1470786"/>
              <a:gd name="csX330" fmla="*/ 2753995 w 4164329"/>
              <a:gd name="csY330" fmla="*/ 1447419 h 1470786"/>
              <a:gd name="csX331" fmla="*/ 2762250 w 4164329"/>
              <a:gd name="csY331" fmla="*/ 1448181 h 1470786"/>
              <a:gd name="csX332" fmla="*/ 2770632 w 4164329"/>
              <a:gd name="csY332" fmla="*/ 1448943 h 1470786"/>
              <a:gd name="csX333" fmla="*/ 2779014 w 4164329"/>
              <a:gd name="csY333" fmla="*/ 1449705 h 1470786"/>
              <a:gd name="csX334" fmla="*/ 2787269 w 4164329"/>
              <a:gd name="csY334" fmla="*/ 1450340 h 1470786"/>
              <a:gd name="csX335" fmla="*/ 2795651 w 4164329"/>
              <a:gd name="csY335" fmla="*/ 1451102 h 1470786"/>
              <a:gd name="csX336" fmla="*/ 2804033 w 4164329"/>
              <a:gd name="csY336" fmla="*/ 1451737 h 1470786"/>
              <a:gd name="csX337" fmla="*/ 2812415 w 4164329"/>
              <a:gd name="csY337" fmla="*/ 1452372 h 1470786"/>
              <a:gd name="csX338" fmla="*/ 2820670 w 4164329"/>
              <a:gd name="csY338" fmla="*/ 1453007 h 1470786"/>
              <a:gd name="csX339" fmla="*/ 2829052 w 4164329"/>
              <a:gd name="csY339" fmla="*/ 1453515 h 1470786"/>
              <a:gd name="csX340" fmla="*/ 2837434 w 4164329"/>
              <a:gd name="csY340" fmla="*/ 1454150 h 1470786"/>
              <a:gd name="csX341" fmla="*/ 2845689 w 4164329"/>
              <a:gd name="csY341" fmla="*/ 1454658 h 1470786"/>
              <a:gd name="csX342" fmla="*/ 2854071 w 4164329"/>
              <a:gd name="csY342" fmla="*/ 1455293 h 1470786"/>
              <a:gd name="csX343" fmla="*/ 2862453 w 4164329"/>
              <a:gd name="csY343" fmla="*/ 1455801 h 1470786"/>
              <a:gd name="csX344" fmla="*/ 2870835 w 4164329"/>
              <a:gd name="csY344" fmla="*/ 1456309 h 1470786"/>
              <a:gd name="csX345" fmla="*/ 2879090 w 4164329"/>
              <a:gd name="csY345" fmla="*/ 1456817 h 1470786"/>
              <a:gd name="csX346" fmla="*/ 2887472 w 4164329"/>
              <a:gd name="csY346" fmla="*/ 1457198 h 1470786"/>
              <a:gd name="csX347" fmla="*/ 2895854 w 4164329"/>
              <a:gd name="csY347" fmla="*/ 1457706 h 1470786"/>
              <a:gd name="csX348" fmla="*/ 2904109 w 4164329"/>
              <a:gd name="csY348" fmla="*/ 1458214 h 1470786"/>
              <a:gd name="csX349" fmla="*/ 2912491 w 4164329"/>
              <a:gd name="csY349" fmla="*/ 1458595 h 1470786"/>
              <a:gd name="csX350" fmla="*/ 2920873 w 4164329"/>
              <a:gd name="csY350" fmla="*/ 1458976 h 1470786"/>
              <a:gd name="csX351" fmla="*/ 2929128 w 4164329"/>
              <a:gd name="csY351" fmla="*/ 1459484 h 1470786"/>
              <a:gd name="csX352" fmla="*/ 2937510 w 4164329"/>
              <a:gd name="csY352" fmla="*/ 1459865 h 1470786"/>
              <a:gd name="csX353" fmla="*/ 2945892 w 4164329"/>
              <a:gd name="csY353" fmla="*/ 1460246 h 1470786"/>
              <a:gd name="csX354" fmla="*/ 2954274 w 4164329"/>
              <a:gd name="csY354" fmla="*/ 1460627 h 1470786"/>
              <a:gd name="csX355" fmla="*/ 2962529 w 4164329"/>
              <a:gd name="csY355" fmla="*/ 1461008 h 1470786"/>
              <a:gd name="csX356" fmla="*/ 2970911 w 4164329"/>
              <a:gd name="csY356" fmla="*/ 1461262 h 1470786"/>
              <a:gd name="csX357" fmla="*/ 2979293 w 4164329"/>
              <a:gd name="csY357" fmla="*/ 1461643 h 1470786"/>
              <a:gd name="csX358" fmla="*/ 2987548 w 4164329"/>
              <a:gd name="csY358" fmla="*/ 1462024 h 1470786"/>
              <a:gd name="csX359" fmla="*/ 2995930 w 4164329"/>
              <a:gd name="csY359" fmla="*/ 1462278 h 1470786"/>
              <a:gd name="csX360" fmla="*/ 3004312 w 4164329"/>
              <a:gd name="csY360" fmla="*/ 1462659 h 1470786"/>
              <a:gd name="csX361" fmla="*/ 3012694 w 4164329"/>
              <a:gd name="csY361" fmla="*/ 1462913 h 1470786"/>
              <a:gd name="csX362" fmla="*/ 3020949 w 4164329"/>
              <a:gd name="csY362" fmla="*/ 1463167 h 1470786"/>
              <a:gd name="csX363" fmla="*/ 3029331 w 4164329"/>
              <a:gd name="csY363" fmla="*/ 1463421 h 1470786"/>
              <a:gd name="csX364" fmla="*/ 3037713 w 4164329"/>
              <a:gd name="csY364" fmla="*/ 1463675 h 1470786"/>
              <a:gd name="csX365" fmla="*/ 3045968 w 4164329"/>
              <a:gd name="csY365" fmla="*/ 1463929 h 1470786"/>
              <a:gd name="csX366" fmla="*/ 3054350 w 4164329"/>
              <a:gd name="csY366" fmla="*/ 1464183 h 1470786"/>
              <a:gd name="csX367" fmla="*/ 3062732 w 4164329"/>
              <a:gd name="csY367" fmla="*/ 1464437 h 1470786"/>
              <a:gd name="csX368" fmla="*/ 3071114 w 4164329"/>
              <a:gd name="csY368" fmla="*/ 1464691 h 1470786"/>
              <a:gd name="csX369" fmla="*/ 3079369 w 4164329"/>
              <a:gd name="csY369" fmla="*/ 1464945 h 1470786"/>
              <a:gd name="csX370" fmla="*/ 3087751 w 4164329"/>
              <a:gd name="csY370" fmla="*/ 1465199 h 1470786"/>
              <a:gd name="csX371" fmla="*/ 3096133 w 4164329"/>
              <a:gd name="csY371" fmla="*/ 1465326 h 1470786"/>
              <a:gd name="csX372" fmla="*/ 3104388 w 4164329"/>
              <a:gd name="csY372" fmla="*/ 1465580 h 1470786"/>
              <a:gd name="csX373" fmla="*/ 3112770 w 4164329"/>
              <a:gd name="csY373" fmla="*/ 1465834 h 1470786"/>
              <a:gd name="csX374" fmla="*/ 3121152 w 4164329"/>
              <a:gd name="csY374" fmla="*/ 1465961 h 1470786"/>
              <a:gd name="csX375" fmla="*/ 3129534 w 4164329"/>
              <a:gd name="csY375" fmla="*/ 1466215 h 1470786"/>
              <a:gd name="csX376" fmla="*/ 3137789 w 4164329"/>
              <a:gd name="csY376" fmla="*/ 1466342 h 1470786"/>
              <a:gd name="csX377" fmla="*/ 3146171 w 4164329"/>
              <a:gd name="csY377" fmla="*/ 1466469 h 1470786"/>
              <a:gd name="csX378" fmla="*/ 3154553 w 4164329"/>
              <a:gd name="csY378" fmla="*/ 1466723 h 1470786"/>
              <a:gd name="csX379" fmla="*/ 3162808 w 4164329"/>
              <a:gd name="csY379" fmla="*/ 1466850 h 1470786"/>
              <a:gd name="csX380" fmla="*/ 3171190 w 4164329"/>
              <a:gd name="csY380" fmla="*/ 1466977 h 1470786"/>
              <a:gd name="csX381" fmla="*/ 3179572 w 4164329"/>
              <a:gd name="csY381" fmla="*/ 1467104 h 1470786"/>
              <a:gd name="csX382" fmla="*/ 3187954 w 4164329"/>
              <a:gd name="csY382" fmla="*/ 1467231 h 1470786"/>
              <a:gd name="csX383" fmla="*/ 3196209 w 4164329"/>
              <a:gd name="csY383" fmla="*/ 1467485 h 1470786"/>
              <a:gd name="csX384" fmla="*/ 3204591 w 4164329"/>
              <a:gd name="csY384" fmla="*/ 1467612 h 1470786"/>
              <a:gd name="csX385" fmla="*/ 3212973 w 4164329"/>
              <a:gd name="csY385" fmla="*/ 1467739 h 1470786"/>
              <a:gd name="csX386" fmla="*/ 3221228 w 4164329"/>
              <a:gd name="csY386" fmla="*/ 1467866 h 1470786"/>
              <a:gd name="csX387" fmla="*/ 3229610 w 4164329"/>
              <a:gd name="csY387" fmla="*/ 1467993 h 1470786"/>
              <a:gd name="csX388" fmla="*/ 3237992 w 4164329"/>
              <a:gd name="csY388" fmla="*/ 1467993 h 1470786"/>
              <a:gd name="csX389" fmla="*/ 3246374 w 4164329"/>
              <a:gd name="csY389" fmla="*/ 1468120 h 1470786"/>
              <a:gd name="csX390" fmla="*/ 3254629 w 4164329"/>
              <a:gd name="csY390" fmla="*/ 1468247 h 1470786"/>
              <a:gd name="csX391" fmla="*/ 3263011 w 4164329"/>
              <a:gd name="csY391" fmla="*/ 1468374 h 1470786"/>
              <a:gd name="csX392" fmla="*/ 3271393 w 4164329"/>
              <a:gd name="csY392" fmla="*/ 1468501 h 1470786"/>
              <a:gd name="csX393" fmla="*/ 3279648 w 4164329"/>
              <a:gd name="csY393" fmla="*/ 1468628 h 1470786"/>
              <a:gd name="csX394" fmla="*/ 3288030 w 4164329"/>
              <a:gd name="csY394" fmla="*/ 1468628 h 1470786"/>
              <a:gd name="csX395" fmla="*/ 3296412 w 4164329"/>
              <a:gd name="csY395" fmla="*/ 1468755 h 1470786"/>
              <a:gd name="csX396" fmla="*/ 3304667 w 4164329"/>
              <a:gd name="csY396" fmla="*/ 1468882 h 1470786"/>
              <a:gd name="csX397" fmla="*/ 3313049 w 4164329"/>
              <a:gd name="csY397" fmla="*/ 1468882 h 1470786"/>
              <a:gd name="csX398" fmla="*/ 3321431 w 4164329"/>
              <a:gd name="csY398" fmla="*/ 1469009 h 1470786"/>
              <a:gd name="csX399" fmla="*/ 3329813 w 4164329"/>
              <a:gd name="csY399" fmla="*/ 1469136 h 1470786"/>
              <a:gd name="csX400" fmla="*/ 3338068 w 4164329"/>
              <a:gd name="csY400" fmla="*/ 1469136 h 1470786"/>
              <a:gd name="csX401" fmla="*/ 3346450 w 4164329"/>
              <a:gd name="csY401" fmla="*/ 1469263 h 1470786"/>
              <a:gd name="csX402" fmla="*/ 3354832 w 4164329"/>
              <a:gd name="csY402" fmla="*/ 1469263 h 1470786"/>
              <a:gd name="csX403" fmla="*/ 3363087 w 4164329"/>
              <a:gd name="csY403" fmla="*/ 1469390 h 1470786"/>
              <a:gd name="csX404" fmla="*/ 3371469 w 4164329"/>
              <a:gd name="csY404" fmla="*/ 1469390 h 1470786"/>
              <a:gd name="csX405" fmla="*/ 3379851 w 4164329"/>
              <a:gd name="csY405" fmla="*/ 1469517 h 1470786"/>
              <a:gd name="csX406" fmla="*/ 3388233 w 4164329"/>
              <a:gd name="csY406" fmla="*/ 1469517 h 1470786"/>
              <a:gd name="csX407" fmla="*/ 3396488 w 4164329"/>
              <a:gd name="csY407" fmla="*/ 1469644 h 1470786"/>
              <a:gd name="csX408" fmla="*/ 3404870 w 4164329"/>
              <a:gd name="csY408" fmla="*/ 1469644 h 1470786"/>
              <a:gd name="csX409" fmla="*/ 3413252 w 4164329"/>
              <a:gd name="csY409" fmla="*/ 1469644 h 1470786"/>
              <a:gd name="csX410" fmla="*/ 3421507 w 4164329"/>
              <a:gd name="csY410" fmla="*/ 1469771 h 1470786"/>
              <a:gd name="csX411" fmla="*/ 3429889 w 4164329"/>
              <a:gd name="csY411" fmla="*/ 1469771 h 1470786"/>
              <a:gd name="csX412" fmla="*/ 3438271 w 4164329"/>
              <a:gd name="csY412" fmla="*/ 1469898 h 1470786"/>
              <a:gd name="csX413" fmla="*/ 3446653 w 4164329"/>
              <a:gd name="csY413" fmla="*/ 1469898 h 1470786"/>
              <a:gd name="csX414" fmla="*/ 3454908 w 4164329"/>
              <a:gd name="csY414" fmla="*/ 1469898 h 1470786"/>
              <a:gd name="csX415" fmla="*/ 3463290 w 4164329"/>
              <a:gd name="csY415" fmla="*/ 1470025 h 1470786"/>
              <a:gd name="csX416" fmla="*/ 3471672 w 4164329"/>
              <a:gd name="csY416" fmla="*/ 1470025 h 1470786"/>
              <a:gd name="csX417" fmla="*/ 3479927 w 4164329"/>
              <a:gd name="csY417" fmla="*/ 1470025 h 1470786"/>
              <a:gd name="csX418" fmla="*/ 3488309 w 4164329"/>
              <a:gd name="csY418" fmla="*/ 1470025 h 1470786"/>
              <a:gd name="csX419" fmla="*/ 3496691 w 4164329"/>
              <a:gd name="csY419" fmla="*/ 1470152 h 1470786"/>
              <a:gd name="csX420" fmla="*/ 3505073 w 4164329"/>
              <a:gd name="csY420" fmla="*/ 1470152 h 1470786"/>
              <a:gd name="csX421" fmla="*/ 3513328 w 4164329"/>
              <a:gd name="csY421" fmla="*/ 1470152 h 1470786"/>
              <a:gd name="csX422" fmla="*/ 3521710 w 4164329"/>
              <a:gd name="csY422" fmla="*/ 1470152 h 1470786"/>
              <a:gd name="csX423" fmla="*/ 3530092 w 4164329"/>
              <a:gd name="csY423" fmla="*/ 1470279 h 1470786"/>
              <a:gd name="csX424" fmla="*/ 3538347 w 4164329"/>
              <a:gd name="csY424" fmla="*/ 1470279 h 1470786"/>
              <a:gd name="csX425" fmla="*/ 3546729 w 4164329"/>
              <a:gd name="csY425" fmla="*/ 1470279 h 1470786"/>
              <a:gd name="csX426" fmla="*/ 3555111 w 4164329"/>
              <a:gd name="csY426" fmla="*/ 1470279 h 1470786"/>
              <a:gd name="csX427" fmla="*/ 3563493 w 4164329"/>
              <a:gd name="csY427" fmla="*/ 1470279 h 1470786"/>
              <a:gd name="csX428" fmla="*/ 3571748 w 4164329"/>
              <a:gd name="csY428" fmla="*/ 1470279 h 1470786"/>
              <a:gd name="csX429" fmla="*/ 3580130 w 4164329"/>
              <a:gd name="csY429" fmla="*/ 1470406 h 1470786"/>
              <a:gd name="csX430" fmla="*/ 3588512 w 4164329"/>
              <a:gd name="csY430" fmla="*/ 1470406 h 1470786"/>
              <a:gd name="csX431" fmla="*/ 3596767 w 4164329"/>
              <a:gd name="csY431" fmla="*/ 1470406 h 1470786"/>
              <a:gd name="csX432" fmla="*/ 3605149 w 4164329"/>
              <a:gd name="csY432" fmla="*/ 1470406 h 1470786"/>
              <a:gd name="csX433" fmla="*/ 3613531 w 4164329"/>
              <a:gd name="csY433" fmla="*/ 1470406 h 1470786"/>
              <a:gd name="csX434" fmla="*/ 3621786 w 4164329"/>
              <a:gd name="csY434" fmla="*/ 1470406 h 1470786"/>
              <a:gd name="csX435" fmla="*/ 3630168 w 4164329"/>
              <a:gd name="csY435" fmla="*/ 1470406 h 1470786"/>
              <a:gd name="csX436" fmla="*/ 3638550 w 4164329"/>
              <a:gd name="csY436" fmla="*/ 1470533 h 1470786"/>
              <a:gd name="csX437" fmla="*/ 3646932 w 4164329"/>
              <a:gd name="csY437" fmla="*/ 1470533 h 1470786"/>
              <a:gd name="csX438" fmla="*/ 3655187 w 4164329"/>
              <a:gd name="csY438" fmla="*/ 1470533 h 1470786"/>
              <a:gd name="csX439" fmla="*/ 3663569 w 4164329"/>
              <a:gd name="csY439" fmla="*/ 1470533 h 1470786"/>
              <a:gd name="csX440" fmla="*/ 3671951 w 4164329"/>
              <a:gd name="csY440" fmla="*/ 1470533 h 1470786"/>
              <a:gd name="csX441" fmla="*/ 3680206 w 4164329"/>
              <a:gd name="csY441" fmla="*/ 1470533 h 1470786"/>
              <a:gd name="csX442" fmla="*/ 3688588 w 4164329"/>
              <a:gd name="csY442" fmla="*/ 1470533 h 1470786"/>
              <a:gd name="csX443" fmla="*/ 3696970 w 4164329"/>
              <a:gd name="csY443" fmla="*/ 1470533 h 1470786"/>
              <a:gd name="csX444" fmla="*/ 3705352 w 4164329"/>
              <a:gd name="csY444" fmla="*/ 1470533 h 1470786"/>
              <a:gd name="csX445" fmla="*/ 3713607 w 4164329"/>
              <a:gd name="csY445" fmla="*/ 1470533 h 1470786"/>
              <a:gd name="csX446" fmla="*/ 3721989 w 4164329"/>
              <a:gd name="csY446" fmla="*/ 1470533 h 1470786"/>
              <a:gd name="csX447" fmla="*/ 3730371 w 4164329"/>
              <a:gd name="csY447" fmla="*/ 1470660 h 1470786"/>
              <a:gd name="csX448" fmla="*/ 3738626 w 4164329"/>
              <a:gd name="csY448" fmla="*/ 1470660 h 1470786"/>
              <a:gd name="csX449" fmla="*/ 3747008 w 4164329"/>
              <a:gd name="csY449" fmla="*/ 1470660 h 1470786"/>
              <a:gd name="csX450" fmla="*/ 3755390 w 4164329"/>
              <a:gd name="csY450" fmla="*/ 1470660 h 1470786"/>
              <a:gd name="csX451" fmla="*/ 3763772 w 4164329"/>
              <a:gd name="csY451" fmla="*/ 1470660 h 1470786"/>
              <a:gd name="csX452" fmla="*/ 3772027 w 4164329"/>
              <a:gd name="csY452" fmla="*/ 1470660 h 1470786"/>
              <a:gd name="csX453" fmla="*/ 3780409 w 4164329"/>
              <a:gd name="csY453" fmla="*/ 1470660 h 1470786"/>
              <a:gd name="csX454" fmla="*/ 3788791 w 4164329"/>
              <a:gd name="csY454" fmla="*/ 1470660 h 1470786"/>
              <a:gd name="csX455" fmla="*/ 3797046 w 4164329"/>
              <a:gd name="csY455" fmla="*/ 1470660 h 1470786"/>
              <a:gd name="csX456" fmla="*/ 3805428 w 4164329"/>
              <a:gd name="csY456" fmla="*/ 1470660 h 1470786"/>
              <a:gd name="csX457" fmla="*/ 3813810 w 4164329"/>
              <a:gd name="csY457" fmla="*/ 1470660 h 1470786"/>
              <a:gd name="csX458" fmla="*/ 3822192 w 4164329"/>
              <a:gd name="csY458" fmla="*/ 1470660 h 1470786"/>
              <a:gd name="csX459" fmla="*/ 3830447 w 4164329"/>
              <a:gd name="csY459" fmla="*/ 1470660 h 1470786"/>
              <a:gd name="csX460" fmla="*/ 3838829 w 4164329"/>
              <a:gd name="csY460" fmla="*/ 1470660 h 1470786"/>
              <a:gd name="csX461" fmla="*/ 3847211 w 4164329"/>
              <a:gd name="csY461" fmla="*/ 1470660 h 1470786"/>
              <a:gd name="csX462" fmla="*/ 3855466 w 4164329"/>
              <a:gd name="csY462" fmla="*/ 1470660 h 1470786"/>
              <a:gd name="csX463" fmla="*/ 3863848 w 4164329"/>
              <a:gd name="csY463" fmla="*/ 1470660 h 1470786"/>
              <a:gd name="csX464" fmla="*/ 3872230 w 4164329"/>
              <a:gd name="csY464" fmla="*/ 1470660 h 1470786"/>
              <a:gd name="csX465" fmla="*/ 3880612 w 4164329"/>
              <a:gd name="csY465" fmla="*/ 1470660 h 1470786"/>
              <a:gd name="csX466" fmla="*/ 3888867 w 4164329"/>
              <a:gd name="csY466" fmla="*/ 1470660 h 1470786"/>
              <a:gd name="csX467" fmla="*/ 3897249 w 4164329"/>
              <a:gd name="csY467" fmla="*/ 1470660 h 1470786"/>
              <a:gd name="csX468" fmla="*/ 3905631 w 4164329"/>
              <a:gd name="csY468" fmla="*/ 1470660 h 1470786"/>
              <a:gd name="csX469" fmla="*/ 3913886 w 4164329"/>
              <a:gd name="csY469" fmla="*/ 1470660 h 1470786"/>
              <a:gd name="csX470" fmla="*/ 3922268 w 4164329"/>
              <a:gd name="csY470" fmla="*/ 1470660 h 1470786"/>
              <a:gd name="csX471" fmla="*/ 3930650 w 4164329"/>
              <a:gd name="csY471" fmla="*/ 1470660 h 1470786"/>
              <a:gd name="csX472" fmla="*/ 3938905 w 4164329"/>
              <a:gd name="csY472" fmla="*/ 1470660 h 1470786"/>
              <a:gd name="csX473" fmla="*/ 3947287 w 4164329"/>
              <a:gd name="csY473" fmla="*/ 1470660 h 1470786"/>
              <a:gd name="csX474" fmla="*/ 3955669 w 4164329"/>
              <a:gd name="csY474" fmla="*/ 1470660 h 1470786"/>
              <a:gd name="csX475" fmla="*/ 3964051 w 4164329"/>
              <a:gd name="csY475" fmla="*/ 1470660 h 1470786"/>
              <a:gd name="csX476" fmla="*/ 3972306 w 4164329"/>
              <a:gd name="csY476" fmla="*/ 1470660 h 1470786"/>
              <a:gd name="csX477" fmla="*/ 3980688 w 4164329"/>
              <a:gd name="csY477" fmla="*/ 1470660 h 1470786"/>
              <a:gd name="csX478" fmla="*/ 3989070 w 4164329"/>
              <a:gd name="csY478" fmla="*/ 1470660 h 1470786"/>
              <a:gd name="csX479" fmla="*/ 3997325 w 4164329"/>
              <a:gd name="csY479" fmla="*/ 1470660 h 1470786"/>
              <a:gd name="csX480" fmla="*/ 4005707 w 4164329"/>
              <a:gd name="csY480" fmla="*/ 1470660 h 1470786"/>
              <a:gd name="csX481" fmla="*/ 4014089 w 4164329"/>
              <a:gd name="csY481" fmla="*/ 1470660 h 1470786"/>
              <a:gd name="csX482" fmla="*/ 4022471 w 4164329"/>
              <a:gd name="csY482" fmla="*/ 1470660 h 1470786"/>
              <a:gd name="csX483" fmla="*/ 4030726 w 4164329"/>
              <a:gd name="csY483" fmla="*/ 1470660 h 1470786"/>
              <a:gd name="csX484" fmla="*/ 4039108 w 4164329"/>
              <a:gd name="csY484" fmla="*/ 1470787 h 1470786"/>
              <a:gd name="csX485" fmla="*/ 4047490 w 4164329"/>
              <a:gd name="csY485" fmla="*/ 1470787 h 1470786"/>
              <a:gd name="csX486" fmla="*/ 4055745 w 4164329"/>
              <a:gd name="csY486" fmla="*/ 1470787 h 1470786"/>
              <a:gd name="csX487" fmla="*/ 4064127 w 4164329"/>
              <a:gd name="csY487" fmla="*/ 1470787 h 1470786"/>
              <a:gd name="csX488" fmla="*/ 4072509 w 4164329"/>
              <a:gd name="csY488" fmla="*/ 1470787 h 1470786"/>
              <a:gd name="csX489" fmla="*/ 4080891 w 4164329"/>
              <a:gd name="csY489" fmla="*/ 1470787 h 1470786"/>
              <a:gd name="csX490" fmla="*/ 4089146 w 4164329"/>
              <a:gd name="csY490" fmla="*/ 1470787 h 1470786"/>
              <a:gd name="csX491" fmla="*/ 4097528 w 4164329"/>
              <a:gd name="csY491" fmla="*/ 1470787 h 1470786"/>
              <a:gd name="csX492" fmla="*/ 4105910 w 4164329"/>
              <a:gd name="csY492" fmla="*/ 1470787 h 1470786"/>
              <a:gd name="csX493" fmla="*/ 4114165 w 4164329"/>
              <a:gd name="csY493" fmla="*/ 1470787 h 1470786"/>
              <a:gd name="csX494" fmla="*/ 4122547 w 4164329"/>
              <a:gd name="csY494" fmla="*/ 1470787 h 1470786"/>
              <a:gd name="csX495" fmla="*/ 4130929 w 4164329"/>
              <a:gd name="csY495" fmla="*/ 1470787 h 1470786"/>
              <a:gd name="csX496" fmla="*/ 4139311 w 4164329"/>
              <a:gd name="csY496" fmla="*/ 1470787 h 1470786"/>
              <a:gd name="csX497" fmla="*/ 4147566 w 4164329"/>
              <a:gd name="csY497" fmla="*/ 1470787 h 1470786"/>
              <a:gd name="csX498" fmla="*/ 4155948 w 4164329"/>
              <a:gd name="csY498" fmla="*/ 1470787 h 1470786"/>
              <a:gd name="csX499" fmla="*/ 4164330 w 4164329"/>
              <a:gd name="csY499" fmla="*/ 1470787 h 147078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</a:cxnLst>
            <a:rect l="l" t="t" r="r" b="b"/>
            <a:pathLst>
              <a:path w="4164329" h="1470786">
                <a:moveTo>
                  <a:pt x="0" y="0"/>
                </a:moveTo>
                <a:lnTo>
                  <a:pt x="8382" y="2159"/>
                </a:lnTo>
                <a:lnTo>
                  <a:pt x="16637" y="4318"/>
                </a:lnTo>
                <a:lnTo>
                  <a:pt x="25019" y="6604"/>
                </a:lnTo>
                <a:lnTo>
                  <a:pt x="33401" y="9017"/>
                </a:lnTo>
                <a:lnTo>
                  <a:pt x="41783" y="11430"/>
                </a:lnTo>
                <a:lnTo>
                  <a:pt x="50038" y="13843"/>
                </a:lnTo>
                <a:lnTo>
                  <a:pt x="58420" y="16510"/>
                </a:lnTo>
                <a:lnTo>
                  <a:pt x="66802" y="19050"/>
                </a:lnTo>
                <a:lnTo>
                  <a:pt x="75057" y="21844"/>
                </a:lnTo>
                <a:lnTo>
                  <a:pt x="83439" y="24638"/>
                </a:lnTo>
                <a:lnTo>
                  <a:pt x="91821" y="27432"/>
                </a:lnTo>
                <a:lnTo>
                  <a:pt x="100203" y="30480"/>
                </a:lnTo>
                <a:lnTo>
                  <a:pt x="108458" y="33528"/>
                </a:lnTo>
                <a:lnTo>
                  <a:pt x="116840" y="36576"/>
                </a:lnTo>
                <a:lnTo>
                  <a:pt x="125222" y="39751"/>
                </a:lnTo>
                <a:lnTo>
                  <a:pt x="133477" y="43053"/>
                </a:lnTo>
                <a:lnTo>
                  <a:pt x="141859" y="46482"/>
                </a:lnTo>
                <a:lnTo>
                  <a:pt x="150241" y="50038"/>
                </a:lnTo>
                <a:lnTo>
                  <a:pt x="158623" y="53594"/>
                </a:lnTo>
                <a:lnTo>
                  <a:pt x="166878" y="57277"/>
                </a:lnTo>
                <a:lnTo>
                  <a:pt x="175260" y="60960"/>
                </a:lnTo>
                <a:lnTo>
                  <a:pt x="183642" y="64897"/>
                </a:lnTo>
                <a:lnTo>
                  <a:pt x="191897" y="68834"/>
                </a:lnTo>
                <a:lnTo>
                  <a:pt x="200279" y="72898"/>
                </a:lnTo>
                <a:lnTo>
                  <a:pt x="208661" y="77089"/>
                </a:lnTo>
                <a:lnTo>
                  <a:pt x="217043" y="81407"/>
                </a:lnTo>
                <a:lnTo>
                  <a:pt x="225298" y="85725"/>
                </a:lnTo>
                <a:lnTo>
                  <a:pt x="233680" y="90297"/>
                </a:lnTo>
                <a:lnTo>
                  <a:pt x="242062" y="94869"/>
                </a:lnTo>
                <a:lnTo>
                  <a:pt x="250317" y="99568"/>
                </a:lnTo>
                <a:lnTo>
                  <a:pt x="258699" y="104394"/>
                </a:lnTo>
                <a:lnTo>
                  <a:pt x="267081" y="109347"/>
                </a:lnTo>
                <a:lnTo>
                  <a:pt x="275463" y="114427"/>
                </a:lnTo>
                <a:lnTo>
                  <a:pt x="283718" y="119634"/>
                </a:lnTo>
                <a:lnTo>
                  <a:pt x="292100" y="124968"/>
                </a:lnTo>
                <a:lnTo>
                  <a:pt x="300482" y="130429"/>
                </a:lnTo>
                <a:lnTo>
                  <a:pt x="308737" y="135890"/>
                </a:lnTo>
                <a:lnTo>
                  <a:pt x="317119" y="141605"/>
                </a:lnTo>
                <a:lnTo>
                  <a:pt x="325501" y="147447"/>
                </a:lnTo>
                <a:lnTo>
                  <a:pt x="333756" y="153289"/>
                </a:lnTo>
                <a:lnTo>
                  <a:pt x="342138" y="159385"/>
                </a:lnTo>
                <a:lnTo>
                  <a:pt x="350520" y="165481"/>
                </a:lnTo>
                <a:lnTo>
                  <a:pt x="358902" y="171831"/>
                </a:lnTo>
                <a:lnTo>
                  <a:pt x="367157" y="178181"/>
                </a:lnTo>
                <a:lnTo>
                  <a:pt x="375539" y="184658"/>
                </a:lnTo>
                <a:lnTo>
                  <a:pt x="383921" y="191389"/>
                </a:lnTo>
                <a:lnTo>
                  <a:pt x="392176" y="198120"/>
                </a:lnTo>
                <a:lnTo>
                  <a:pt x="400558" y="205105"/>
                </a:lnTo>
                <a:lnTo>
                  <a:pt x="408940" y="212090"/>
                </a:lnTo>
                <a:lnTo>
                  <a:pt x="417322" y="219202"/>
                </a:lnTo>
                <a:lnTo>
                  <a:pt x="425577" y="226568"/>
                </a:lnTo>
                <a:lnTo>
                  <a:pt x="433959" y="233934"/>
                </a:lnTo>
                <a:lnTo>
                  <a:pt x="442341" y="241427"/>
                </a:lnTo>
                <a:lnTo>
                  <a:pt x="450596" y="249047"/>
                </a:lnTo>
                <a:lnTo>
                  <a:pt x="458978" y="256794"/>
                </a:lnTo>
                <a:lnTo>
                  <a:pt x="467360" y="264668"/>
                </a:lnTo>
                <a:lnTo>
                  <a:pt x="475742" y="272669"/>
                </a:lnTo>
                <a:lnTo>
                  <a:pt x="483997" y="280797"/>
                </a:lnTo>
                <a:lnTo>
                  <a:pt x="492379" y="288925"/>
                </a:lnTo>
                <a:lnTo>
                  <a:pt x="500761" y="297307"/>
                </a:lnTo>
                <a:lnTo>
                  <a:pt x="509016" y="305689"/>
                </a:lnTo>
                <a:lnTo>
                  <a:pt x="517398" y="314198"/>
                </a:lnTo>
                <a:lnTo>
                  <a:pt x="525780" y="322834"/>
                </a:lnTo>
                <a:lnTo>
                  <a:pt x="534162" y="331470"/>
                </a:lnTo>
                <a:lnTo>
                  <a:pt x="542417" y="340233"/>
                </a:lnTo>
                <a:lnTo>
                  <a:pt x="550799" y="349123"/>
                </a:lnTo>
                <a:lnTo>
                  <a:pt x="559181" y="358140"/>
                </a:lnTo>
                <a:lnTo>
                  <a:pt x="567436" y="367157"/>
                </a:lnTo>
                <a:lnTo>
                  <a:pt x="575818" y="376301"/>
                </a:lnTo>
                <a:lnTo>
                  <a:pt x="584200" y="385445"/>
                </a:lnTo>
                <a:lnTo>
                  <a:pt x="592582" y="394716"/>
                </a:lnTo>
                <a:lnTo>
                  <a:pt x="600837" y="404114"/>
                </a:lnTo>
                <a:lnTo>
                  <a:pt x="609219" y="413512"/>
                </a:lnTo>
                <a:lnTo>
                  <a:pt x="617601" y="422910"/>
                </a:lnTo>
                <a:lnTo>
                  <a:pt x="625856" y="432435"/>
                </a:lnTo>
                <a:lnTo>
                  <a:pt x="634238" y="441960"/>
                </a:lnTo>
                <a:lnTo>
                  <a:pt x="642620" y="451485"/>
                </a:lnTo>
                <a:lnTo>
                  <a:pt x="651002" y="461137"/>
                </a:lnTo>
                <a:lnTo>
                  <a:pt x="659257" y="470789"/>
                </a:lnTo>
                <a:lnTo>
                  <a:pt x="667639" y="480441"/>
                </a:lnTo>
                <a:lnTo>
                  <a:pt x="676021" y="490093"/>
                </a:lnTo>
                <a:lnTo>
                  <a:pt x="684276" y="499745"/>
                </a:lnTo>
                <a:lnTo>
                  <a:pt x="692658" y="509524"/>
                </a:lnTo>
                <a:lnTo>
                  <a:pt x="701040" y="519176"/>
                </a:lnTo>
                <a:lnTo>
                  <a:pt x="709295" y="528955"/>
                </a:lnTo>
                <a:lnTo>
                  <a:pt x="717677" y="538607"/>
                </a:lnTo>
                <a:lnTo>
                  <a:pt x="726059" y="548259"/>
                </a:lnTo>
                <a:lnTo>
                  <a:pt x="734441" y="557911"/>
                </a:lnTo>
                <a:lnTo>
                  <a:pt x="742696" y="567563"/>
                </a:lnTo>
                <a:lnTo>
                  <a:pt x="751078" y="577215"/>
                </a:lnTo>
                <a:lnTo>
                  <a:pt x="759460" y="586867"/>
                </a:lnTo>
                <a:lnTo>
                  <a:pt x="767715" y="596392"/>
                </a:lnTo>
                <a:lnTo>
                  <a:pt x="776097" y="605917"/>
                </a:lnTo>
                <a:lnTo>
                  <a:pt x="784479" y="615315"/>
                </a:lnTo>
                <a:lnTo>
                  <a:pt x="792861" y="624713"/>
                </a:lnTo>
                <a:lnTo>
                  <a:pt x="801116" y="634111"/>
                </a:lnTo>
                <a:lnTo>
                  <a:pt x="809498" y="643382"/>
                </a:lnTo>
                <a:lnTo>
                  <a:pt x="817880" y="652526"/>
                </a:lnTo>
                <a:lnTo>
                  <a:pt x="826135" y="661670"/>
                </a:lnTo>
                <a:lnTo>
                  <a:pt x="834517" y="670814"/>
                </a:lnTo>
                <a:lnTo>
                  <a:pt x="842899" y="679704"/>
                </a:lnTo>
                <a:lnTo>
                  <a:pt x="851281" y="688594"/>
                </a:lnTo>
                <a:lnTo>
                  <a:pt x="859536" y="697484"/>
                </a:lnTo>
                <a:lnTo>
                  <a:pt x="867918" y="706247"/>
                </a:lnTo>
                <a:lnTo>
                  <a:pt x="876300" y="714883"/>
                </a:lnTo>
                <a:lnTo>
                  <a:pt x="884555" y="723392"/>
                </a:lnTo>
                <a:lnTo>
                  <a:pt x="892937" y="731901"/>
                </a:lnTo>
                <a:lnTo>
                  <a:pt x="901319" y="740156"/>
                </a:lnTo>
                <a:lnTo>
                  <a:pt x="909701" y="748411"/>
                </a:lnTo>
                <a:lnTo>
                  <a:pt x="917956" y="756539"/>
                </a:lnTo>
                <a:lnTo>
                  <a:pt x="926338" y="764540"/>
                </a:lnTo>
                <a:lnTo>
                  <a:pt x="934720" y="772541"/>
                </a:lnTo>
                <a:lnTo>
                  <a:pt x="942975" y="780288"/>
                </a:lnTo>
                <a:lnTo>
                  <a:pt x="951357" y="788035"/>
                </a:lnTo>
                <a:lnTo>
                  <a:pt x="959739" y="795655"/>
                </a:lnTo>
                <a:lnTo>
                  <a:pt x="968121" y="803021"/>
                </a:lnTo>
                <a:lnTo>
                  <a:pt x="976376" y="810387"/>
                </a:lnTo>
                <a:lnTo>
                  <a:pt x="984758" y="817626"/>
                </a:lnTo>
                <a:lnTo>
                  <a:pt x="993140" y="824738"/>
                </a:lnTo>
                <a:lnTo>
                  <a:pt x="1001395" y="831723"/>
                </a:lnTo>
                <a:lnTo>
                  <a:pt x="1009777" y="838708"/>
                </a:lnTo>
                <a:lnTo>
                  <a:pt x="1018159" y="845439"/>
                </a:lnTo>
                <a:lnTo>
                  <a:pt x="1026414" y="852043"/>
                </a:lnTo>
                <a:lnTo>
                  <a:pt x="1034796" y="858647"/>
                </a:lnTo>
                <a:lnTo>
                  <a:pt x="1043178" y="864997"/>
                </a:lnTo>
                <a:lnTo>
                  <a:pt x="1051560" y="871347"/>
                </a:lnTo>
                <a:lnTo>
                  <a:pt x="1059815" y="877443"/>
                </a:lnTo>
                <a:lnTo>
                  <a:pt x="1068197" y="883539"/>
                </a:lnTo>
                <a:lnTo>
                  <a:pt x="1076579" y="889508"/>
                </a:lnTo>
                <a:lnTo>
                  <a:pt x="1084834" y="895350"/>
                </a:lnTo>
                <a:lnTo>
                  <a:pt x="1093216" y="901065"/>
                </a:lnTo>
                <a:lnTo>
                  <a:pt x="1101598" y="906653"/>
                </a:lnTo>
                <a:lnTo>
                  <a:pt x="1109980" y="912114"/>
                </a:lnTo>
                <a:lnTo>
                  <a:pt x="1118235" y="917448"/>
                </a:lnTo>
                <a:lnTo>
                  <a:pt x="1126617" y="922782"/>
                </a:lnTo>
                <a:lnTo>
                  <a:pt x="1134999" y="927862"/>
                </a:lnTo>
                <a:lnTo>
                  <a:pt x="1143254" y="932942"/>
                </a:lnTo>
                <a:lnTo>
                  <a:pt x="1151636" y="937895"/>
                </a:lnTo>
                <a:lnTo>
                  <a:pt x="1160018" y="942848"/>
                </a:lnTo>
                <a:lnTo>
                  <a:pt x="1168400" y="947547"/>
                </a:lnTo>
                <a:lnTo>
                  <a:pt x="1176655" y="952246"/>
                </a:lnTo>
                <a:lnTo>
                  <a:pt x="1185037" y="956818"/>
                </a:lnTo>
                <a:lnTo>
                  <a:pt x="1193419" y="961263"/>
                </a:lnTo>
                <a:lnTo>
                  <a:pt x="1201674" y="965581"/>
                </a:lnTo>
                <a:lnTo>
                  <a:pt x="1210056" y="969899"/>
                </a:lnTo>
                <a:lnTo>
                  <a:pt x="1218438" y="974090"/>
                </a:lnTo>
                <a:lnTo>
                  <a:pt x="1226820" y="978154"/>
                </a:lnTo>
                <a:lnTo>
                  <a:pt x="1235075" y="982218"/>
                </a:lnTo>
                <a:lnTo>
                  <a:pt x="1243457" y="986155"/>
                </a:lnTo>
                <a:lnTo>
                  <a:pt x="1251839" y="989965"/>
                </a:lnTo>
                <a:lnTo>
                  <a:pt x="1260094" y="993775"/>
                </a:lnTo>
                <a:lnTo>
                  <a:pt x="1268476" y="997458"/>
                </a:lnTo>
                <a:lnTo>
                  <a:pt x="1276858" y="1001141"/>
                </a:lnTo>
                <a:lnTo>
                  <a:pt x="1285240" y="1004697"/>
                </a:lnTo>
                <a:lnTo>
                  <a:pt x="1293495" y="1008126"/>
                </a:lnTo>
                <a:lnTo>
                  <a:pt x="1301877" y="1011555"/>
                </a:lnTo>
                <a:lnTo>
                  <a:pt x="1310259" y="1014984"/>
                </a:lnTo>
                <a:lnTo>
                  <a:pt x="1318514" y="1018286"/>
                </a:lnTo>
                <a:lnTo>
                  <a:pt x="1326896" y="1021461"/>
                </a:lnTo>
                <a:lnTo>
                  <a:pt x="1335278" y="1024636"/>
                </a:lnTo>
                <a:lnTo>
                  <a:pt x="1343533" y="1027811"/>
                </a:lnTo>
                <a:lnTo>
                  <a:pt x="1351915" y="1030859"/>
                </a:lnTo>
                <a:lnTo>
                  <a:pt x="1360297" y="1033907"/>
                </a:lnTo>
                <a:lnTo>
                  <a:pt x="1368679" y="1036828"/>
                </a:lnTo>
                <a:lnTo>
                  <a:pt x="1376934" y="1039749"/>
                </a:lnTo>
                <a:lnTo>
                  <a:pt x="1385316" y="1042670"/>
                </a:lnTo>
                <a:lnTo>
                  <a:pt x="1393698" y="1045464"/>
                </a:lnTo>
                <a:lnTo>
                  <a:pt x="1401953" y="1048258"/>
                </a:lnTo>
                <a:lnTo>
                  <a:pt x="1410335" y="1051052"/>
                </a:lnTo>
                <a:lnTo>
                  <a:pt x="1418717" y="1053719"/>
                </a:lnTo>
                <a:lnTo>
                  <a:pt x="1427099" y="1056513"/>
                </a:lnTo>
                <a:lnTo>
                  <a:pt x="1435354" y="1059053"/>
                </a:lnTo>
                <a:lnTo>
                  <a:pt x="1443736" y="1061720"/>
                </a:lnTo>
                <a:lnTo>
                  <a:pt x="1452118" y="1064260"/>
                </a:lnTo>
                <a:lnTo>
                  <a:pt x="1460373" y="1066927"/>
                </a:lnTo>
                <a:lnTo>
                  <a:pt x="1468755" y="1069467"/>
                </a:lnTo>
                <a:lnTo>
                  <a:pt x="1477137" y="1072007"/>
                </a:lnTo>
                <a:lnTo>
                  <a:pt x="1485519" y="1074420"/>
                </a:lnTo>
                <a:lnTo>
                  <a:pt x="1493774" y="1076960"/>
                </a:lnTo>
                <a:lnTo>
                  <a:pt x="1502156" y="1079373"/>
                </a:lnTo>
                <a:lnTo>
                  <a:pt x="1510538" y="1081786"/>
                </a:lnTo>
                <a:lnTo>
                  <a:pt x="1518793" y="1084326"/>
                </a:lnTo>
                <a:lnTo>
                  <a:pt x="1527175" y="1086739"/>
                </a:lnTo>
                <a:lnTo>
                  <a:pt x="1535557" y="1089152"/>
                </a:lnTo>
                <a:lnTo>
                  <a:pt x="1543939" y="1091565"/>
                </a:lnTo>
                <a:lnTo>
                  <a:pt x="1552194" y="1093978"/>
                </a:lnTo>
                <a:lnTo>
                  <a:pt x="1560576" y="1096264"/>
                </a:lnTo>
                <a:lnTo>
                  <a:pt x="1568958" y="1098677"/>
                </a:lnTo>
                <a:lnTo>
                  <a:pt x="1577213" y="1101090"/>
                </a:lnTo>
                <a:lnTo>
                  <a:pt x="1585595" y="1103503"/>
                </a:lnTo>
                <a:lnTo>
                  <a:pt x="1593977" y="1105916"/>
                </a:lnTo>
                <a:lnTo>
                  <a:pt x="1602359" y="1108329"/>
                </a:lnTo>
                <a:lnTo>
                  <a:pt x="1610614" y="1110615"/>
                </a:lnTo>
                <a:lnTo>
                  <a:pt x="1618996" y="1113028"/>
                </a:lnTo>
                <a:lnTo>
                  <a:pt x="1627378" y="1115441"/>
                </a:lnTo>
                <a:lnTo>
                  <a:pt x="1635633" y="1117854"/>
                </a:lnTo>
                <a:lnTo>
                  <a:pt x="1644015" y="1120394"/>
                </a:lnTo>
                <a:lnTo>
                  <a:pt x="1652397" y="1122807"/>
                </a:lnTo>
                <a:lnTo>
                  <a:pt x="1660652" y="1125220"/>
                </a:lnTo>
                <a:lnTo>
                  <a:pt x="1669034" y="1127760"/>
                </a:lnTo>
                <a:lnTo>
                  <a:pt x="1677416" y="1130173"/>
                </a:lnTo>
                <a:lnTo>
                  <a:pt x="1685798" y="1132713"/>
                </a:lnTo>
                <a:lnTo>
                  <a:pt x="1694053" y="1135253"/>
                </a:lnTo>
                <a:lnTo>
                  <a:pt x="1702435" y="1137793"/>
                </a:lnTo>
                <a:lnTo>
                  <a:pt x="1710817" y="1140333"/>
                </a:lnTo>
                <a:lnTo>
                  <a:pt x="1719072" y="1142873"/>
                </a:lnTo>
                <a:lnTo>
                  <a:pt x="1727454" y="1145540"/>
                </a:lnTo>
                <a:lnTo>
                  <a:pt x="1735836" y="1148080"/>
                </a:lnTo>
                <a:lnTo>
                  <a:pt x="1744218" y="1150747"/>
                </a:lnTo>
                <a:lnTo>
                  <a:pt x="1752473" y="1153414"/>
                </a:lnTo>
                <a:lnTo>
                  <a:pt x="1760855" y="1156081"/>
                </a:lnTo>
                <a:lnTo>
                  <a:pt x="1769237" y="1158748"/>
                </a:lnTo>
                <a:lnTo>
                  <a:pt x="1777492" y="1161542"/>
                </a:lnTo>
                <a:lnTo>
                  <a:pt x="1785874" y="1164336"/>
                </a:lnTo>
                <a:lnTo>
                  <a:pt x="1794256" y="1167130"/>
                </a:lnTo>
                <a:lnTo>
                  <a:pt x="1802638" y="1169924"/>
                </a:lnTo>
                <a:lnTo>
                  <a:pt x="1810893" y="1172718"/>
                </a:lnTo>
                <a:lnTo>
                  <a:pt x="1819275" y="1175639"/>
                </a:lnTo>
                <a:lnTo>
                  <a:pt x="1827657" y="1178433"/>
                </a:lnTo>
                <a:lnTo>
                  <a:pt x="1835912" y="1181354"/>
                </a:lnTo>
                <a:lnTo>
                  <a:pt x="1844294" y="1184275"/>
                </a:lnTo>
                <a:lnTo>
                  <a:pt x="1852676" y="1187323"/>
                </a:lnTo>
                <a:lnTo>
                  <a:pt x="1861058" y="1190244"/>
                </a:lnTo>
                <a:lnTo>
                  <a:pt x="1869313" y="1193292"/>
                </a:lnTo>
                <a:lnTo>
                  <a:pt x="1877695" y="1196340"/>
                </a:lnTo>
                <a:lnTo>
                  <a:pt x="1886077" y="1199388"/>
                </a:lnTo>
                <a:lnTo>
                  <a:pt x="1894332" y="1202436"/>
                </a:lnTo>
                <a:lnTo>
                  <a:pt x="1902714" y="1205611"/>
                </a:lnTo>
                <a:lnTo>
                  <a:pt x="1911096" y="1208786"/>
                </a:lnTo>
                <a:lnTo>
                  <a:pt x="1919478" y="1211834"/>
                </a:lnTo>
                <a:lnTo>
                  <a:pt x="1927733" y="1215009"/>
                </a:lnTo>
                <a:lnTo>
                  <a:pt x="1936115" y="1218311"/>
                </a:lnTo>
                <a:lnTo>
                  <a:pt x="1944497" y="1221486"/>
                </a:lnTo>
                <a:lnTo>
                  <a:pt x="1952752" y="1224661"/>
                </a:lnTo>
                <a:lnTo>
                  <a:pt x="1961134" y="1227963"/>
                </a:lnTo>
                <a:lnTo>
                  <a:pt x="1969516" y="1231265"/>
                </a:lnTo>
                <a:lnTo>
                  <a:pt x="1977771" y="1234567"/>
                </a:lnTo>
                <a:lnTo>
                  <a:pt x="1986153" y="1237742"/>
                </a:lnTo>
                <a:lnTo>
                  <a:pt x="1994535" y="1241171"/>
                </a:lnTo>
                <a:lnTo>
                  <a:pt x="2002917" y="1244473"/>
                </a:lnTo>
                <a:lnTo>
                  <a:pt x="2011172" y="1247775"/>
                </a:lnTo>
                <a:lnTo>
                  <a:pt x="2019554" y="1251077"/>
                </a:lnTo>
                <a:lnTo>
                  <a:pt x="2027936" y="1254379"/>
                </a:lnTo>
                <a:lnTo>
                  <a:pt x="2036191" y="1257808"/>
                </a:lnTo>
                <a:lnTo>
                  <a:pt x="2044573" y="1261110"/>
                </a:lnTo>
                <a:lnTo>
                  <a:pt x="2052955" y="1264539"/>
                </a:lnTo>
                <a:lnTo>
                  <a:pt x="2061337" y="1267841"/>
                </a:lnTo>
                <a:lnTo>
                  <a:pt x="2069592" y="1271143"/>
                </a:lnTo>
                <a:lnTo>
                  <a:pt x="2077974" y="1274572"/>
                </a:lnTo>
                <a:lnTo>
                  <a:pt x="2086356" y="1277874"/>
                </a:lnTo>
                <a:lnTo>
                  <a:pt x="2094611" y="1281176"/>
                </a:lnTo>
                <a:lnTo>
                  <a:pt x="2102993" y="1284605"/>
                </a:lnTo>
                <a:lnTo>
                  <a:pt x="2111375" y="1287907"/>
                </a:lnTo>
                <a:lnTo>
                  <a:pt x="2119757" y="1291209"/>
                </a:lnTo>
                <a:lnTo>
                  <a:pt x="2128012" y="1294511"/>
                </a:lnTo>
                <a:lnTo>
                  <a:pt x="2136394" y="1297813"/>
                </a:lnTo>
                <a:lnTo>
                  <a:pt x="2144776" y="1301115"/>
                </a:lnTo>
                <a:lnTo>
                  <a:pt x="2153031" y="1304290"/>
                </a:lnTo>
                <a:lnTo>
                  <a:pt x="2161413" y="1307592"/>
                </a:lnTo>
                <a:lnTo>
                  <a:pt x="2169795" y="1310767"/>
                </a:lnTo>
                <a:lnTo>
                  <a:pt x="2178177" y="1313942"/>
                </a:lnTo>
                <a:lnTo>
                  <a:pt x="2186432" y="1317117"/>
                </a:lnTo>
                <a:lnTo>
                  <a:pt x="2194814" y="1320292"/>
                </a:lnTo>
                <a:lnTo>
                  <a:pt x="2203196" y="1323467"/>
                </a:lnTo>
                <a:lnTo>
                  <a:pt x="2211451" y="1326515"/>
                </a:lnTo>
                <a:lnTo>
                  <a:pt x="2219833" y="1329563"/>
                </a:lnTo>
                <a:lnTo>
                  <a:pt x="2228215" y="1332611"/>
                </a:lnTo>
                <a:lnTo>
                  <a:pt x="2236597" y="1335659"/>
                </a:lnTo>
                <a:lnTo>
                  <a:pt x="2244852" y="1338580"/>
                </a:lnTo>
                <a:lnTo>
                  <a:pt x="2253234" y="1341501"/>
                </a:lnTo>
                <a:lnTo>
                  <a:pt x="2261616" y="1344422"/>
                </a:lnTo>
                <a:lnTo>
                  <a:pt x="2269871" y="1347343"/>
                </a:lnTo>
                <a:lnTo>
                  <a:pt x="2278253" y="1350137"/>
                </a:lnTo>
                <a:lnTo>
                  <a:pt x="2286635" y="1352931"/>
                </a:lnTo>
                <a:lnTo>
                  <a:pt x="2294890" y="1355725"/>
                </a:lnTo>
                <a:lnTo>
                  <a:pt x="2303272" y="1358519"/>
                </a:lnTo>
                <a:lnTo>
                  <a:pt x="2311654" y="1361186"/>
                </a:lnTo>
                <a:lnTo>
                  <a:pt x="2320036" y="1363853"/>
                </a:lnTo>
                <a:lnTo>
                  <a:pt x="2328291" y="1366393"/>
                </a:lnTo>
                <a:lnTo>
                  <a:pt x="2336673" y="1368933"/>
                </a:lnTo>
                <a:lnTo>
                  <a:pt x="2345055" y="1371473"/>
                </a:lnTo>
                <a:lnTo>
                  <a:pt x="2353310" y="1374013"/>
                </a:lnTo>
                <a:lnTo>
                  <a:pt x="2361692" y="1376426"/>
                </a:lnTo>
                <a:lnTo>
                  <a:pt x="2370074" y="1378839"/>
                </a:lnTo>
                <a:lnTo>
                  <a:pt x="2378456" y="1381252"/>
                </a:lnTo>
                <a:lnTo>
                  <a:pt x="2386711" y="1383538"/>
                </a:lnTo>
                <a:lnTo>
                  <a:pt x="2395093" y="1385824"/>
                </a:lnTo>
                <a:lnTo>
                  <a:pt x="2403475" y="1387983"/>
                </a:lnTo>
                <a:lnTo>
                  <a:pt x="2411730" y="1390269"/>
                </a:lnTo>
                <a:lnTo>
                  <a:pt x="2420112" y="1392301"/>
                </a:lnTo>
                <a:lnTo>
                  <a:pt x="2428494" y="1394460"/>
                </a:lnTo>
                <a:lnTo>
                  <a:pt x="2436876" y="1396492"/>
                </a:lnTo>
                <a:lnTo>
                  <a:pt x="2445131" y="1398524"/>
                </a:lnTo>
                <a:lnTo>
                  <a:pt x="2453513" y="1400556"/>
                </a:lnTo>
                <a:lnTo>
                  <a:pt x="2461895" y="1402461"/>
                </a:lnTo>
                <a:lnTo>
                  <a:pt x="2470150" y="1404366"/>
                </a:lnTo>
                <a:lnTo>
                  <a:pt x="2478532" y="1406271"/>
                </a:lnTo>
                <a:lnTo>
                  <a:pt x="2486914" y="1408049"/>
                </a:lnTo>
                <a:lnTo>
                  <a:pt x="2495296" y="1409827"/>
                </a:lnTo>
                <a:lnTo>
                  <a:pt x="2503551" y="1411478"/>
                </a:lnTo>
                <a:lnTo>
                  <a:pt x="2511933" y="1413256"/>
                </a:lnTo>
                <a:lnTo>
                  <a:pt x="2520315" y="1414907"/>
                </a:lnTo>
                <a:lnTo>
                  <a:pt x="2528570" y="1416558"/>
                </a:lnTo>
                <a:lnTo>
                  <a:pt x="2536952" y="1418082"/>
                </a:lnTo>
                <a:lnTo>
                  <a:pt x="2545334" y="1419606"/>
                </a:lnTo>
                <a:lnTo>
                  <a:pt x="2553716" y="1421130"/>
                </a:lnTo>
                <a:lnTo>
                  <a:pt x="2561971" y="1422527"/>
                </a:lnTo>
                <a:lnTo>
                  <a:pt x="2570353" y="1424051"/>
                </a:lnTo>
                <a:lnTo>
                  <a:pt x="2578735" y="1425448"/>
                </a:lnTo>
                <a:lnTo>
                  <a:pt x="2586990" y="1426718"/>
                </a:lnTo>
                <a:lnTo>
                  <a:pt x="2595372" y="1428115"/>
                </a:lnTo>
                <a:lnTo>
                  <a:pt x="2603754" y="1429385"/>
                </a:lnTo>
                <a:lnTo>
                  <a:pt x="2612009" y="1430655"/>
                </a:lnTo>
                <a:lnTo>
                  <a:pt x="2620391" y="1431798"/>
                </a:lnTo>
                <a:lnTo>
                  <a:pt x="2628773" y="1433068"/>
                </a:lnTo>
                <a:lnTo>
                  <a:pt x="2637155" y="1434211"/>
                </a:lnTo>
                <a:lnTo>
                  <a:pt x="2645410" y="1435354"/>
                </a:lnTo>
                <a:lnTo>
                  <a:pt x="2653792" y="1436497"/>
                </a:lnTo>
                <a:lnTo>
                  <a:pt x="2662174" y="1437513"/>
                </a:lnTo>
                <a:lnTo>
                  <a:pt x="2670429" y="1438529"/>
                </a:lnTo>
                <a:lnTo>
                  <a:pt x="2678811" y="1439545"/>
                </a:lnTo>
                <a:lnTo>
                  <a:pt x="2687193" y="1440561"/>
                </a:lnTo>
                <a:lnTo>
                  <a:pt x="2695575" y="1441450"/>
                </a:lnTo>
                <a:lnTo>
                  <a:pt x="2703830" y="1442466"/>
                </a:lnTo>
                <a:lnTo>
                  <a:pt x="2712212" y="1443355"/>
                </a:lnTo>
                <a:lnTo>
                  <a:pt x="2720594" y="1444244"/>
                </a:lnTo>
                <a:lnTo>
                  <a:pt x="2728849" y="1445006"/>
                </a:lnTo>
                <a:lnTo>
                  <a:pt x="2737231" y="1445895"/>
                </a:lnTo>
                <a:lnTo>
                  <a:pt x="2745613" y="1446657"/>
                </a:lnTo>
                <a:lnTo>
                  <a:pt x="2753995" y="1447419"/>
                </a:lnTo>
                <a:lnTo>
                  <a:pt x="2762250" y="1448181"/>
                </a:lnTo>
                <a:lnTo>
                  <a:pt x="2770632" y="1448943"/>
                </a:lnTo>
                <a:lnTo>
                  <a:pt x="2779014" y="1449705"/>
                </a:lnTo>
                <a:lnTo>
                  <a:pt x="2787269" y="1450340"/>
                </a:lnTo>
                <a:lnTo>
                  <a:pt x="2795651" y="1451102"/>
                </a:lnTo>
                <a:lnTo>
                  <a:pt x="2804033" y="1451737"/>
                </a:lnTo>
                <a:lnTo>
                  <a:pt x="2812415" y="1452372"/>
                </a:lnTo>
                <a:lnTo>
                  <a:pt x="2820670" y="1453007"/>
                </a:lnTo>
                <a:lnTo>
                  <a:pt x="2829052" y="1453515"/>
                </a:lnTo>
                <a:lnTo>
                  <a:pt x="2837434" y="1454150"/>
                </a:lnTo>
                <a:lnTo>
                  <a:pt x="2845689" y="1454658"/>
                </a:lnTo>
                <a:lnTo>
                  <a:pt x="2854071" y="1455293"/>
                </a:lnTo>
                <a:lnTo>
                  <a:pt x="2862453" y="1455801"/>
                </a:lnTo>
                <a:lnTo>
                  <a:pt x="2870835" y="1456309"/>
                </a:lnTo>
                <a:lnTo>
                  <a:pt x="2879090" y="1456817"/>
                </a:lnTo>
                <a:lnTo>
                  <a:pt x="2887472" y="1457198"/>
                </a:lnTo>
                <a:lnTo>
                  <a:pt x="2895854" y="1457706"/>
                </a:lnTo>
                <a:lnTo>
                  <a:pt x="2904109" y="1458214"/>
                </a:lnTo>
                <a:lnTo>
                  <a:pt x="2912491" y="1458595"/>
                </a:lnTo>
                <a:lnTo>
                  <a:pt x="2920873" y="1458976"/>
                </a:lnTo>
                <a:lnTo>
                  <a:pt x="2929128" y="1459484"/>
                </a:lnTo>
                <a:lnTo>
                  <a:pt x="2937510" y="1459865"/>
                </a:lnTo>
                <a:lnTo>
                  <a:pt x="2945892" y="1460246"/>
                </a:lnTo>
                <a:lnTo>
                  <a:pt x="2954274" y="1460627"/>
                </a:lnTo>
                <a:lnTo>
                  <a:pt x="2962529" y="1461008"/>
                </a:lnTo>
                <a:lnTo>
                  <a:pt x="2970911" y="1461262"/>
                </a:lnTo>
                <a:lnTo>
                  <a:pt x="2979293" y="1461643"/>
                </a:lnTo>
                <a:lnTo>
                  <a:pt x="2987548" y="1462024"/>
                </a:lnTo>
                <a:lnTo>
                  <a:pt x="2995930" y="1462278"/>
                </a:lnTo>
                <a:lnTo>
                  <a:pt x="3004312" y="1462659"/>
                </a:lnTo>
                <a:lnTo>
                  <a:pt x="3012694" y="1462913"/>
                </a:lnTo>
                <a:lnTo>
                  <a:pt x="3020949" y="1463167"/>
                </a:lnTo>
                <a:lnTo>
                  <a:pt x="3029331" y="1463421"/>
                </a:lnTo>
                <a:lnTo>
                  <a:pt x="3037713" y="1463675"/>
                </a:lnTo>
                <a:lnTo>
                  <a:pt x="3045968" y="1463929"/>
                </a:lnTo>
                <a:lnTo>
                  <a:pt x="3054350" y="1464183"/>
                </a:lnTo>
                <a:lnTo>
                  <a:pt x="3062732" y="1464437"/>
                </a:lnTo>
                <a:lnTo>
                  <a:pt x="3071114" y="1464691"/>
                </a:lnTo>
                <a:lnTo>
                  <a:pt x="3079369" y="1464945"/>
                </a:lnTo>
                <a:lnTo>
                  <a:pt x="3087751" y="1465199"/>
                </a:lnTo>
                <a:lnTo>
                  <a:pt x="3096133" y="1465326"/>
                </a:lnTo>
                <a:lnTo>
                  <a:pt x="3104388" y="1465580"/>
                </a:lnTo>
                <a:lnTo>
                  <a:pt x="3112770" y="1465834"/>
                </a:lnTo>
                <a:lnTo>
                  <a:pt x="3121152" y="1465961"/>
                </a:lnTo>
                <a:lnTo>
                  <a:pt x="3129534" y="1466215"/>
                </a:lnTo>
                <a:lnTo>
                  <a:pt x="3137789" y="1466342"/>
                </a:lnTo>
                <a:lnTo>
                  <a:pt x="3146171" y="1466469"/>
                </a:lnTo>
                <a:lnTo>
                  <a:pt x="3154553" y="1466723"/>
                </a:lnTo>
                <a:lnTo>
                  <a:pt x="3162808" y="1466850"/>
                </a:lnTo>
                <a:lnTo>
                  <a:pt x="3171190" y="1466977"/>
                </a:lnTo>
                <a:lnTo>
                  <a:pt x="3179572" y="1467104"/>
                </a:lnTo>
                <a:lnTo>
                  <a:pt x="3187954" y="1467231"/>
                </a:lnTo>
                <a:lnTo>
                  <a:pt x="3196209" y="1467485"/>
                </a:lnTo>
                <a:lnTo>
                  <a:pt x="3204591" y="1467612"/>
                </a:lnTo>
                <a:lnTo>
                  <a:pt x="3212973" y="1467739"/>
                </a:lnTo>
                <a:lnTo>
                  <a:pt x="3221228" y="1467866"/>
                </a:lnTo>
                <a:lnTo>
                  <a:pt x="3229610" y="1467993"/>
                </a:lnTo>
                <a:lnTo>
                  <a:pt x="3237992" y="1467993"/>
                </a:lnTo>
                <a:lnTo>
                  <a:pt x="3246374" y="1468120"/>
                </a:lnTo>
                <a:lnTo>
                  <a:pt x="3254629" y="1468247"/>
                </a:lnTo>
                <a:lnTo>
                  <a:pt x="3263011" y="1468374"/>
                </a:lnTo>
                <a:lnTo>
                  <a:pt x="3271393" y="1468501"/>
                </a:lnTo>
                <a:lnTo>
                  <a:pt x="3279648" y="1468628"/>
                </a:lnTo>
                <a:lnTo>
                  <a:pt x="3288030" y="1468628"/>
                </a:lnTo>
                <a:lnTo>
                  <a:pt x="3296412" y="1468755"/>
                </a:lnTo>
                <a:lnTo>
                  <a:pt x="3304667" y="1468882"/>
                </a:lnTo>
                <a:lnTo>
                  <a:pt x="3313049" y="1468882"/>
                </a:lnTo>
                <a:lnTo>
                  <a:pt x="3321431" y="1469009"/>
                </a:lnTo>
                <a:lnTo>
                  <a:pt x="3329813" y="1469136"/>
                </a:lnTo>
                <a:lnTo>
                  <a:pt x="3338068" y="1469136"/>
                </a:lnTo>
                <a:lnTo>
                  <a:pt x="3346450" y="1469263"/>
                </a:lnTo>
                <a:lnTo>
                  <a:pt x="3354832" y="1469263"/>
                </a:lnTo>
                <a:lnTo>
                  <a:pt x="3363087" y="1469390"/>
                </a:lnTo>
                <a:lnTo>
                  <a:pt x="3371469" y="1469390"/>
                </a:lnTo>
                <a:lnTo>
                  <a:pt x="3379851" y="1469517"/>
                </a:lnTo>
                <a:lnTo>
                  <a:pt x="3388233" y="1469517"/>
                </a:lnTo>
                <a:lnTo>
                  <a:pt x="3396488" y="1469644"/>
                </a:lnTo>
                <a:lnTo>
                  <a:pt x="3404870" y="1469644"/>
                </a:lnTo>
                <a:lnTo>
                  <a:pt x="3413252" y="1469644"/>
                </a:lnTo>
                <a:lnTo>
                  <a:pt x="3421507" y="1469771"/>
                </a:lnTo>
                <a:lnTo>
                  <a:pt x="3429889" y="1469771"/>
                </a:lnTo>
                <a:lnTo>
                  <a:pt x="3438271" y="1469898"/>
                </a:lnTo>
                <a:lnTo>
                  <a:pt x="3446653" y="1469898"/>
                </a:lnTo>
                <a:lnTo>
                  <a:pt x="3454908" y="1469898"/>
                </a:lnTo>
                <a:lnTo>
                  <a:pt x="3463290" y="1470025"/>
                </a:lnTo>
                <a:lnTo>
                  <a:pt x="3471672" y="1470025"/>
                </a:lnTo>
                <a:lnTo>
                  <a:pt x="3479927" y="1470025"/>
                </a:lnTo>
                <a:lnTo>
                  <a:pt x="3488309" y="1470025"/>
                </a:lnTo>
                <a:lnTo>
                  <a:pt x="3496691" y="1470152"/>
                </a:lnTo>
                <a:lnTo>
                  <a:pt x="3505073" y="1470152"/>
                </a:lnTo>
                <a:lnTo>
                  <a:pt x="3513328" y="1470152"/>
                </a:lnTo>
                <a:lnTo>
                  <a:pt x="3521710" y="1470152"/>
                </a:lnTo>
                <a:lnTo>
                  <a:pt x="3530092" y="1470279"/>
                </a:lnTo>
                <a:lnTo>
                  <a:pt x="3538347" y="1470279"/>
                </a:lnTo>
                <a:lnTo>
                  <a:pt x="3546729" y="1470279"/>
                </a:lnTo>
                <a:lnTo>
                  <a:pt x="3555111" y="1470279"/>
                </a:lnTo>
                <a:lnTo>
                  <a:pt x="3563493" y="1470279"/>
                </a:lnTo>
                <a:lnTo>
                  <a:pt x="3571748" y="1470279"/>
                </a:lnTo>
                <a:lnTo>
                  <a:pt x="3580130" y="1470406"/>
                </a:lnTo>
                <a:lnTo>
                  <a:pt x="3588512" y="1470406"/>
                </a:lnTo>
                <a:lnTo>
                  <a:pt x="3596767" y="1470406"/>
                </a:lnTo>
                <a:lnTo>
                  <a:pt x="3605149" y="1470406"/>
                </a:lnTo>
                <a:lnTo>
                  <a:pt x="3613531" y="1470406"/>
                </a:lnTo>
                <a:lnTo>
                  <a:pt x="3621786" y="1470406"/>
                </a:lnTo>
                <a:lnTo>
                  <a:pt x="3630168" y="1470406"/>
                </a:lnTo>
                <a:lnTo>
                  <a:pt x="3638550" y="1470533"/>
                </a:lnTo>
                <a:lnTo>
                  <a:pt x="3646932" y="1470533"/>
                </a:lnTo>
                <a:lnTo>
                  <a:pt x="3655187" y="1470533"/>
                </a:lnTo>
                <a:lnTo>
                  <a:pt x="3663569" y="1470533"/>
                </a:lnTo>
                <a:lnTo>
                  <a:pt x="3671951" y="1470533"/>
                </a:lnTo>
                <a:lnTo>
                  <a:pt x="3680206" y="1470533"/>
                </a:lnTo>
                <a:lnTo>
                  <a:pt x="3688588" y="1470533"/>
                </a:lnTo>
                <a:lnTo>
                  <a:pt x="3696970" y="1470533"/>
                </a:lnTo>
                <a:lnTo>
                  <a:pt x="3705352" y="1470533"/>
                </a:lnTo>
                <a:lnTo>
                  <a:pt x="3713607" y="1470533"/>
                </a:lnTo>
                <a:lnTo>
                  <a:pt x="3721989" y="1470533"/>
                </a:lnTo>
                <a:lnTo>
                  <a:pt x="3730371" y="1470660"/>
                </a:lnTo>
                <a:lnTo>
                  <a:pt x="3738626" y="1470660"/>
                </a:lnTo>
                <a:lnTo>
                  <a:pt x="3747008" y="1470660"/>
                </a:lnTo>
                <a:lnTo>
                  <a:pt x="3755390" y="1470660"/>
                </a:lnTo>
                <a:lnTo>
                  <a:pt x="3763772" y="1470660"/>
                </a:lnTo>
                <a:lnTo>
                  <a:pt x="3772027" y="1470660"/>
                </a:lnTo>
                <a:lnTo>
                  <a:pt x="3780409" y="1470660"/>
                </a:lnTo>
                <a:lnTo>
                  <a:pt x="3788791" y="1470660"/>
                </a:lnTo>
                <a:lnTo>
                  <a:pt x="3797046" y="1470660"/>
                </a:lnTo>
                <a:lnTo>
                  <a:pt x="3805428" y="1470660"/>
                </a:lnTo>
                <a:lnTo>
                  <a:pt x="3813810" y="1470660"/>
                </a:lnTo>
                <a:lnTo>
                  <a:pt x="3822192" y="1470660"/>
                </a:lnTo>
                <a:lnTo>
                  <a:pt x="3830447" y="1470660"/>
                </a:lnTo>
                <a:lnTo>
                  <a:pt x="3838829" y="1470660"/>
                </a:lnTo>
                <a:lnTo>
                  <a:pt x="3847211" y="1470660"/>
                </a:lnTo>
                <a:lnTo>
                  <a:pt x="3855466" y="1470660"/>
                </a:lnTo>
                <a:lnTo>
                  <a:pt x="3863848" y="1470660"/>
                </a:lnTo>
                <a:lnTo>
                  <a:pt x="3872230" y="1470660"/>
                </a:lnTo>
                <a:lnTo>
                  <a:pt x="3880612" y="1470660"/>
                </a:lnTo>
                <a:lnTo>
                  <a:pt x="3888867" y="1470660"/>
                </a:lnTo>
                <a:lnTo>
                  <a:pt x="3897249" y="1470660"/>
                </a:lnTo>
                <a:lnTo>
                  <a:pt x="3905631" y="1470660"/>
                </a:lnTo>
                <a:lnTo>
                  <a:pt x="3913886" y="1470660"/>
                </a:lnTo>
                <a:lnTo>
                  <a:pt x="3922268" y="1470660"/>
                </a:lnTo>
                <a:lnTo>
                  <a:pt x="3930650" y="1470660"/>
                </a:lnTo>
                <a:lnTo>
                  <a:pt x="3938905" y="1470660"/>
                </a:lnTo>
                <a:lnTo>
                  <a:pt x="3947287" y="1470660"/>
                </a:lnTo>
                <a:lnTo>
                  <a:pt x="3955669" y="1470660"/>
                </a:lnTo>
                <a:lnTo>
                  <a:pt x="3964051" y="1470660"/>
                </a:lnTo>
                <a:lnTo>
                  <a:pt x="3972306" y="1470660"/>
                </a:lnTo>
                <a:lnTo>
                  <a:pt x="3980688" y="1470660"/>
                </a:lnTo>
                <a:lnTo>
                  <a:pt x="3989070" y="1470660"/>
                </a:lnTo>
                <a:lnTo>
                  <a:pt x="3997325" y="1470660"/>
                </a:lnTo>
                <a:lnTo>
                  <a:pt x="4005707" y="1470660"/>
                </a:lnTo>
                <a:lnTo>
                  <a:pt x="4014089" y="1470660"/>
                </a:lnTo>
                <a:lnTo>
                  <a:pt x="4022471" y="1470660"/>
                </a:lnTo>
                <a:lnTo>
                  <a:pt x="4030726" y="1470660"/>
                </a:lnTo>
                <a:lnTo>
                  <a:pt x="4039108" y="1470787"/>
                </a:lnTo>
                <a:lnTo>
                  <a:pt x="4047490" y="1470787"/>
                </a:lnTo>
                <a:lnTo>
                  <a:pt x="4055745" y="1470787"/>
                </a:lnTo>
                <a:lnTo>
                  <a:pt x="4064127" y="1470787"/>
                </a:lnTo>
                <a:lnTo>
                  <a:pt x="4072509" y="1470787"/>
                </a:lnTo>
                <a:lnTo>
                  <a:pt x="4080891" y="1470787"/>
                </a:lnTo>
                <a:lnTo>
                  <a:pt x="4089146" y="1470787"/>
                </a:lnTo>
                <a:lnTo>
                  <a:pt x="4097528" y="1470787"/>
                </a:lnTo>
                <a:lnTo>
                  <a:pt x="4105910" y="1470787"/>
                </a:lnTo>
                <a:lnTo>
                  <a:pt x="4114165" y="1470787"/>
                </a:lnTo>
                <a:lnTo>
                  <a:pt x="4122547" y="1470787"/>
                </a:lnTo>
                <a:lnTo>
                  <a:pt x="4130929" y="1470787"/>
                </a:lnTo>
                <a:lnTo>
                  <a:pt x="4139311" y="1470787"/>
                </a:lnTo>
                <a:lnTo>
                  <a:pt x="4147566" y="1470787"/>
                </a:lnTo>
                <a:lnTo>
                  <a:pt x="4155948" y="1470787"/>
                </a:lnTo>
                <a:lnTo>
                  <a:pt x="4164330" y="1470787"/>
                </a:lnTo>
              </a:path>
            </a:pathLst>
          </a:custGeom>
          <a:noFill/>
          <a:ln w="48717" cap="flat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pPr algn="ctr"/>
            <a:endParaRPr lang="en-US" sz="2400"/>
          </a:p>
        </p:txBody>
      </p: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8AE711AE-4FAD-8CD2-8AAC-41CCEA0EADC2}"/>
              </a:ext>
            </a:extLst>
          </p:cNvPr>
          <p:cNvGrpSpPr/>
          <p:nvPr/>
        </p:nvGrpSpPr>
        <p:grpSpPr>
          <a:xfrm>
            <a:off x="96826" y="3164962"/>
            <a:ext cx="1790859" cy="1751605"/>
            <a:chOff x="79150" y="3114162"/>
            <a:chExt cx="1790859" cy="1751605"/>
          </a:xfrm>
        </p:grpSpPr>
        <p:grpSp>
          <p:nvGrpSpPr>
            <p:cNvPr id="1704" name="Graphic 786">
              <a:extLst>
                <a:ext uri="{FF2B5EF4-FFF2-40B4-BE49-F238E27FC236}">
                  <a16:creationId xmlns:a16="http://schemas.microsoft.com/office/drawing/2014/main" id="{2A6613CF-D2F0-91C3-BF60-6192EF781C8A}"/>
                </a:ext>
              </a:extLst>
            </p:cNvPr>
            <p:cNvGrpSpPr/>
            <p:nvPr/>
          </p:nvGrpSpPr>
          <p:grpSpPr>
            <a:xfrm>
              <a:off x="79150" y="3114162"/>
              <a:ext cx="1695178" cy="1751605"/>
              <a:chOff x="2121423" y="7404513"/>
              <a:chExt cx="1695180" cy="1751606"/>
            </a:xfrm>
          </p:grpSpPr>
          <p:grpSp>
            <p:nvGrpSpPr>
              <p:cNvPr id="1707" name="Graphic 786">
                <a:extLst>
                  <a:ext uri="{FF2B5EF4-FFF2-40B4-BE49-F238E27FC236}">
                    <a16:creationId xmlns:a16="http://schemas.microsoft.com/office/drawing/2014/main" id="{ED6D69A9-2FA9-5562-E035-009BB933C1FD}"/>
                  </a:ext>
                </a:extLst>
              </p:cNvPr>
              <p:cNvGrpSpPr/>
              <p:nvPr/>
            </p:nvGrpSpPr>
            <p:grpSpPr>
              <a:xfrm>
                <a:off x="2613279" y="7811122"/>
                <a:ext cx="1167637" cy="918718"/>
                <a:chOff x="2613279" y="7811122"/>
                <a:chExt cx="1167637" cy="918718"/>
              </a:xfrm>
            </p:grpSpPr>
            <p:sp>
              <p:nvSpPr>
                <p:cNvPr id="1731" name="Freeform 1730">
                  <a:extLst>
                    <a:ext uri="{FF2B5EF4-FFF2-40B4-BE49-F238E27FC236}">
                      <a16:creationId xmlns:a16="http://schemas.microsoft.com/office/drawing/2014/main" id="{FCA8BF0C-ADC6-1826-50E6-548FE916A6E4}"/>
                    </a:ext>
                  </a:extLst>
                </p:cNvPr>
                <p:cNvSpPr/>
                <p:nvPr/>
              </p:nvSpPr>
              <p:spPr>
                <a:xfrm>
                  <a:off x="2613279" y="8407895"/>
                  <a:ext cx="214503" cy="303910"/>
                </a:xfrm>
                <a:custGeom>
                  <a:avLst/>
                  <a:gdLst>
                    <a:gd name="csX0" fmla="*/ 0 w 214503"/>
                    <a:gd name="csY0" fmla="*/ 0 h 303910"/>
                    <a:gd name="csX1" fmla="*/ 214503 w 214503"/>
                    <a:gd name="csY1" fmla="*/ 0 h 303910"/>
                    <a:gd name="csX2" fmla="*/ 214503 w 214503"/>
                    <a:gd name="csY2" fmla="*/ 303911 h 303910"/>
                    <a:gd name="csX3" fmla="*/ 0 w 214503"/>
                    <a:gd name="csY3" fmla="*/ 303911 h 30391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303910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303911"/>
                      </a:lnTo>
                      <a:lnTo>
                        <a:pt x="0" y="303911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2" name="Freeform 1731">
                  <a:extLst>
                    <a:ext uri="{FF2B5EF4-FFF2-40B4-BE49-F238E27FC236}">
                      <a16:creationId xmlns:a16="http://schemas.microsoft.com/office/drawing/2014/main" id="{5D6C2401-7E45-1372-1111-23714F175E83}"/>
                    </a:ext>
                  </a:extLst>
                </p:cNvPr>
                <p:cNvSpPr/>
                <p:nvPr/>
              </p:nvSpPr>
              <p:spPr>
                <a:xfrm>
                  <a:off x="2851531" y="8289912"/>
                  <a:ext cx="214503" cy="421894"/>
                </a:xfrm>
                <a:custGeom>
                  <a:avLst/>
                  <a:gdLst>
                    <a:gd name="csX0" fmla="*/ 0 w 214503"/>
                    <a:gd name="csY0" fmla="*/ 0 h 421894"/>
                    <a:gd name="csX1" fmla="*/ 214503 w 214503"/>
                    <a:gd name="csY1" fmla="*/ 0 h 421894"/>
                    <a:gd name="csX2" fmla="*/ 214503 w 214503"/>
                    <a:gd name="csY2" fmla="*/ 421894 h 421894"/>
                    <a:gd name="csX3" fmla="*/ 0 w 214503"/>
                    <a:gd name="csY3" fmla="*/ 421894 h 4218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421894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21894"/>
                      </a:lnTo>
                      <a:lnTo>
                        <a:pt x="0" y="421894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3" name="Freeform 1732">
                  <a:extLst>
                    <a:ext uri="{FF2B5EF4-FFF2-40B4-BE49-F238E27FC236}">
                      <a16:creationId xmlns:a16="http://schemas.microsoft.com/office/drawing/2014/main" id="{51DB7E22-E81D-65F5-49B9-8B63F4D0920D}"/>
                    </a:ext>
                  </a:extLst>
                </p:cNvPr>
                <p:cNvSpPr/>
                <p:nvPr/>
              </p:nvSpPr>
              <p:spPr>
                <a:xfrm>
                  <a:off x="3089783" y="8603094"/>
                  <a:ext cx="214503" cy="108712"/>
                </a:xfrm>
                <a:custGeom>
                  <a:avLst/>
                  <a:gdLst>
                    <a:gd name="csX0" fmla="*/ 0 w 214503"/>
                    <a:gd name="csY0" fmla="*/ 0 h 108712"/>
                    <a:gd name="csX1" fmla="*/ 214503 w 214503"/>
                    <a:gd name="csY1" fmla="*/ 0 h 108712"/>
                    <a:gd name="csX2" fmla="*/ 214503 w 214503"/>
                    <a:gd name="csY2" fmla="*/ 108712 h 108712"/>
                    <a:gd name="csX3" fmla="*/ 0 w 214503"/>
                    <a:gd name="csY3" fmla="*/ 108712 h 10871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108712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108712"/>
                      </a:lnTo>
                      <a:lnTo>
                        <a:pt x="0" y="108712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4" name="Freeform 1733">
                  <a:extLst>
                    <a:ext uri="{FF2B5EF4-FFF2-40B4-BE49-F238E27FC236}">
                      <a16:creationId xmlns:a16="http://schemas.microsoft.com/office/drawing/2014/main" id="{5EE9BF52-D699-A52C-EE39-90F92A0C55EE}"/>
                    </a:ext>
                  </a:extLst>
                </p:cNvPr>
                <p:cNvSpPr/>
                <p:nvPr/>
              </p:nvSpPr>
              <p:spPr>
                <a:xfrm>
                  <a:off x="3328162" y="8494382"/>
                  <a:ext cx="214503" cy="217424"/>
                </a:xfrm>
                <a:custGeom>
                  <a:avLst/>
                  <a:gdLst>
                    <a:gd name="csX0" fmla="*/ 0 w 214503"/>
                    <a:gd name="csY0" fmla="*/ 0 h 217424"/>
                    <a:gd name="csX1" fmla="*/ 214503 w 214503"/>
                    <a:gd name="csY1" fmla="*/ 0 h 217424"/>
                    <a:gd name="csX2" fmla="*/ 214503 w 214503"/>
                    <a:gd name="csY2" fmla="*/ 217424 h 217424"/>
                    <a:gd name="csX3" fmla="*/ 0 w 214503"/>
                    <a:gd name="csY3" fmla="*/ 217424 h 2174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217424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217424"/>
                      </a:lnTo>
                      <a:lnTo>
                        <a:pt x="0" y="217424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5" name="Freeform 1734">
                  <a:extLst>
                    <a:ext uri="{FF2B5EF4-FFF2-40B4-BE49-F238E27FC236}">
                      <a16:creationId xmlns:a16="http://schemas.microsoft.com/office/drawing/2014/main" id="{DF641706-5825-BCB3-E01A-D0BAA859E20E}"/>
                    </a:ext>
                  </a:extLst>
                </p:cNvPr>
                <p:cNvSpPr/>
                <p:nvPr/>
              </p:nvSpPr>
              <p:spPr>
                <a:xfrm>
                  <a:off x="3566414" y="8124050"/>
                  <a:ext cx="214502" cy="587756"/>
                </a:xfrm>
                <a:custGeom>
                  <a:avLst/>
                  <a:gdLst>
                    <a:gd name="csX0" fmla="*/ 0 w 214502"/>
                    <a:gd name="csY0" fmla="*/ 0 h 587756"/>
                    <a:gd name="csX1" fmla="*/ 214503 w 214502"/>
                    <a:gd name="csY1" fmla="*/ 0 h 587756"/>
                    <a:gd name="csX2" fmla="*/ 214503 w 214502"/>
                    <a:gd name="csY2" fmla="*/ 587756 h 587756"/>
                    <a:gd name="csX3" fmla="*/ 0 w 214502"/>
                    <a:gd name="csY3" fmla="*/ 587756 h 58775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2" h="587756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587756"/>
                      </a:lnTo>
                      <a:lnTo>
                        <a:pt x="0" y="587756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6" name="Freeform 1735">
                  <a:extLst>
                    <a:ext uri="{FF2B5EF4-FFF2-40B4-BE49-F238E27FC236}">
                      <a16:creationId xmlns:a16="http://schemas.microsoft.com/office/drawing/2014/main" id="{C0F0FE34-3A4E-AA3F-BBE7-AA39424EF74D}"/>
                    </a:ext>
                  </a:extLst>
                </p:cNvPr>
                <p:cNvSpPr/>
                <p:nvPr/>
              </p:nvSpPr>
              <p:spPr>
                <a:xfrm>
                  <a:off x="2672841" y="8277592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7" name="Freeform 1736">
                  <a:extLst>
                    <a:ext uri="{FF2B5EF4-FFF2-40B4-BE49-F238E27FC236}">
                      <a16:creationId xmlns:a16="http://schemas.microsoft.com/office/drawing/2014/main" id="{474CED6B-BECE-976A-5A8F-CD3FEDA1E820}"/>
                    </a:ext>
                  </a:extLst>
                </p:cNvPr>
                <p:cNvSpPr/>
                <p:nvPr/>
              </p:nvSpPr>
              <p:spPr>
                <a:xfrm>
                  <a:off x="2720466" y="8277592"/>
                  <a:ext cx="12700" cy="260477"/>
                </a:xfrm>
                <a:custGeom>
                  <a:avLst/>
                  <a:gdLst>
                    <a:gd name="csX0" fmla="*/ 0 w 12700"/>
                    <a:gd name="csY0" fmla="*/ 0 h 260477"/>
                    <a:gd name="csX1" fmla="*/ 0 w 12700"/>
                    <a:gd name="csY1" fmla="*/ 260477 h 26047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60477">
                      <a:moveTo>
                        <a:pt x="0" y="0"/>
                      </a:moveTo>
                      <a:lnTo>
                        <a:pt x="0" y="260477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8" name="Freeform 1737">
                  <a:extLst>
                    <a:ext uri="{FF2B5EF4-FFF2-40B4-BE49-F238E27FC236}">
                      <a16:creationId xmlns:a16="http://schemas.microsoft.com/office/drawing/2014/main" id="{ABE1AE12-04D9-1884-4571-21ACD86695B4}"/>
                    </a:ext>
                  </a:extLst>
                </p:cNvPr>
                <p:cNvSpPr/>
                <p:nvPr/>
              </p:nvSpPr>
              <p:spPr>
                <a:xfrm>
                  <a:off x="2672841" y="8538069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39" name="Freeform 1738">
                  <a:extLst>
                    <a:ext uri="{FF2B5EF4-FFF2-40B4-BE49-F238E27FC236}">
                      <a16:creationId xmlns:a16="http://schemas.microsoft.com/office/drawing/2014/main" id="{A2CEA21D-50A5-A34E-1C66-C03A5FA4C28A}"/>
                    </a:ext>
                  </a:extLst>
                </p:cNvPr>
                <p:cNvSpPr/>
                <p:nvPr/>
              </p:nvSpPr>
              <p:spPr>
                <a:xfrm>
                  <a:off x="2911094" y="8206853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0" name="Freeform 1739">
                  <a:extLst>
                    <a:ext uri="{FF2B5EF4-FFF2-40B4-BE49-F238E27FC236}">
                      <a16:creationId xmlns:a16="http://schemas.microsoft.com/office/drawing/2014/main" id="{C6D70EC4-CB88-4813-228C-A3E5CD22772E}"/>
                    </a:ext>
                  </a:extLst>
                </p:cNvPr>
                <p:cNvSpPr/>
                <p:nvPr/>
              </p:nvSpPr>
              <p:spPr>
                <a:xfrm>
                  <a:off x="2958846" y="8206853"/>
                  <a:ext cx="12700" cy="166116"/>
                </a:xfrm>
                <a:custGeom>
                  <a:avLst/>
                  <a:gdLst>
                    <a:gd name="csX0" fmla="*/ 0 w 12700"/>
                    <a:gd name="csY0" fmla="*/ 0 h 166116"/>
                    <a:gd name="csX1" fmla="*/ 0 w 12700"/>
                    <a:gd name="csY1" fmla="*/ 166116 h 1661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66116">
                      <a:moveTo>
                        <a:pt x="0" y="0"/>
                      </a:moveTo>
                      <a:lnTo>
                        <a:pt x="0" y="166116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1" name="Freeform 1740">
                  <a:extLst>
                    <a:ext uri="{FF2B5EF4-FFF2-40B4-BE49-F238E27FC236}">
                      <a16:creationId xmlns:a16="http://schemas.microsoft.com/office/drawing/2014/main" id="{DCD17ADB-8AC3-3D8F-0357-E63C1662FBD3}"/>
                    </a:ext>
                  </a:extLst>
                </p:cNvPr>
                <p:cNvSpPr/>
                <p:nvPr/>
              </p:nvSpPr>
              <p:spPr>
                <a:xfrm>
                  <a:off x="2911094" y="8372969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2" name="Freeform 1741">
                  <a:extLst>
                    <a:ext uri="{FF2B5EF4-FFF2-40B4-BE49-F238E27FC236}">
                      <a16:creationId xmlns:a16="http://schemas.microsoft.com/office/drawing/2014/main" id="{8A2D3FD2-1D46-3F99-51A9-CA144EAFC8D3}"/>
                    </a:ext>
                  </a:extLst>
                </p:cNvPr>
                <p:cNvSpPr/>
                <p:nvPr/>
              </p:nvSpPr>
              <p:spPr>
                <a:xfrm>
                  <a:off x="3149472" y="8494381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3" name="Freeform 1742">
                  <a:extLst>
                    <a:ext uri="{FF2B5EF4-FFF2-40B4-BE49-F238E27FC236}">
                      <a16:creationId xmlns:a16="http://schemas.microsoft.com/office/drawing/2014/main" id="{369CEA3B-DE9A-09D4-3C36-2BCA3732B0C2}"/>
                    </a:ext>
                  </a:extLst>
                </p:cNvPr>
                <p:cNvSpPr/>
                <p:nvPr/>
              </p:nvSpPr>
              <p:spPr>
                <a:xfrm>
                  <a:off x="3197097" y="8494381"/>
                  <a:ext cx="12700" cy="217424"/>
                </a:xfrm>
                <a:custGeom>
                  <a:avLst/>
                  <a:gdLst>
                    <a:gd name="csX0" fmla="*/ 0 w 12700"/>
                    <a:gd name="csY0" fmla="*/ 0 h 217424"/>
                    <a:gd name="csX1" fmla="*/ 0 w 12700"/>
                    <a:gd name="csY1" fmla="*/ 217424 h 2174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17424">
                      <a:moveTo>
                        <a:pt x="0" y="0"/>
                      </a:moveTo>
                      <a:lnTo>
                        <a:pt x="0" y="217424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4" name="Freeform 1743">
                  <a:extLst>
                    <a:ext uri="{FF2B5EF4-FFF2-40B4-BE49-F238E27FC236}">
                      <a16:creationId xmlns:a16="http://schemas.microsoft.com/office/drawing/2014/main" id="{70927CB0-AF56-7208-8161-4C31EE9E8520}"/>
                    </a:ext>
                  </a:extLst>
                </p:cNvPr>
                <p:cNvSpPr/>
                <p:nvPr/>
              </p:nvSpPr>
              <p:spPr>
                <a:xfrm>
                  <a:off x="3149472" y="8711805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5" name="Freeform 1744">
                  <a:extLst>
                    <a:ext uri="{FF2B5EF4-FFF2-40B4-BE49-F238E27FC236}">
                      <a16:creationId xmlns:a16="http://schemas.microsoft.com/office/drawing/2014/main" id="{99E0AA39-42F3-DC80-8466-E5B5D956F846}"/>
                    </a:ext>
                  </a:extLst>
                </p:cNvPr>
                <p:cNvSpPr/>
                <p:nvPr/>
              </p:nvSpPr>
              <p:spPr>
                <a:xfrm>
                  <a:off x="3625977" y="8052803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6" name="Freeform 1745">
                  <a:extLst>
                    <a:ext uri="{FF2B5EF4-FFF2-40B4-BE49-F238E27FC236}">
                      <a16:creationId xmlns:a16="http://schemas.microsoft.com/office/drawing/2014/main" id="{87D85C12-49B5-C8C4-9CA7-3627799CD423}"/>
                    </a:ext>
                  </a:extLst>
                </p:cNvPr>
                <p:cNvSpPr/>
                <p:nvPr/>
              </p:nvSpPr>
              <p:spPr>
                <a:xfrm>
                  <a:off x="3673602" y="8052803"/>
                  <a:ext cx="12700" cy="142494"/>
                </a:xfrm>
                <a:custGeom>
                  <a:avLst/>
                  <a:gdLst>
                    <a:gd name="csX0" fmla="*/ 0 w 12700"/>
                    <a:gd name="csY0" fmla="*/ 0 h 142494"/>
                    <a:gd name="csX1" fmla="*/ 0 w 12700"/>
                    <a:gd name="csY1" fmla="*/ 142494 h 1424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42494">
                      <a:moveTo>
                        <a:pt x="0" y="0"/>
                      </a:moveTo>
                      <a:lnTo>
                        <a:pt x="0" y="142494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7" name="Freeform 1746">
                  <a:extLst>
                    <a:ext uri="{FF2B5EF4-FFF2-40B4-BE49-F238E27FC236}">
                      <a16:creationId xmlns:a16="http://schemas.microsoft.com/office/drawing/2014/main" id="{8981556D-B4C5-C797-41E9-3AFEA178F1C0}"/>
                    </a:ext>
                  </a:extLst>
                </p:cNvPr>
                <p:cNvSpPr/>
                <p:nvPr/>
              </p:nvSpPr>
              <p:spPr>
                <a:xfrm>
                  <a:off x="3625977" y="819529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8" name="Freeform 1747">
                  <a:extLst>
                    <a:ext uri="{FF2B5EF4-FFF2-40B4-BE49-F238E27FC236}">
                      <a16:creationId xmlns:a16="http://schemas.microsoft.com/office/drawing/2014/main" id="{7466A832-C66D-64B2-00D3-2603FB9EB32D}"/>
                    </a:ext>
                  </a:extLst>
                </p:cNvPr>
                <p:cNvSpPr/>
                <p:nvPr/>
              </p:nvSpPr>
              <p:spPr>
                <a:xfrm>
                  <a:off x="3179064" y="8693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49" name="Freeform 1748">
                  <a:extLst>
                    <a:ext uri="{FF2B5EF4-FFF2-40B4-BE49-F238E27FC236}">
                      <a16:creationId xmlns:a16="http://schemas.microsoft.com/office/drawing/2014/main" id="{9F82417A-BF2B-BEC8-963D-5EA85F00AA85}"/>
                    </a:ext>
                  </a:extLst>
                </p:cNvPr>
                <p:cNvSpPr/>
                <p:nvPr/>
              </p:nvSpPr>
              <p:spPr>
                <a:xfrm>
                  <a:off x="2940812" y="834884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0" name="Freeform 1749">
                  <a:extLst>
                    <a:ext uri="{FF2B5EF4-FFF2-40B4-BE49-F238E27FC236}">
                      <a16:creationId xmlns:a16="http://schemas.microsoft.com/office/drawing/2014/main" id="{1BB12BCE-871D-1B00-C586-F2AA8307BCA7}"/>
                    </a:ext>
                  </a:extLst>
                </p:cNvPr>
                <p:cNvSpPr/>
                <p:nvPr/>
              </p:nvSpPr>
              <p:spPr>
                <a:xfrm>
                  <a:off x="2940812" y="80413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1" name="Freeform 1750">
                  <a:extLst>
                    <a:ext uri="{FF2B5EF4-FFF2-40B4-BE49-F238E27FC236}">
                      <a16:creationId xmlns:a16="http://schemas.microsoft.com/office/drawing/2014/main" id="{38FB166B-AD88-FF7D-D156-EB2CFB292A2F}"/>
                    </a:ext>
                  </a:extLst>
                </p:cNvPr>
                <p:cNvSpPr/>
                <p:nvPr/>
              </p:nvSpPr>
              <p:spPr>
                <a:xfrm>
                  <a:off x="3655568" y="810538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2" name="Freeform 1751">
                  <a:extLst>
                    <a:ext uri="{FF2B5EF4-FFF2-40B4-BE49-F238E27FC236}">
                      <a16:creationId xmlns:a16="http://schemas.microsoft.com/office/drawing/2014/main" id="{D342CDE5-7948-2553-8377-3F7453CABC6F}"/>
                    </a:ext>
                  </a:extLst>
                </p:cNvPr>
                <p:cNvSpPr/>
                <p:nvPr/>
              </p:nvSpPr>
              <p:spPr>
                <a:xfrm>
                  <a:off x="2702433" y="8693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3" name="Freeform 1752">
                  <a:extLst>
                    <a:ext uri="{FF2B5EF4-FFF2-40B4-BE49-F238E27FC236}">
                      <a16:creationId xmlns:a16="http://schemas.microsoft.com/office/drawing/2014/main" id="{F0E0884D-B9E5-D4E0-1578-FAA400739275}"/>
                    </a:ext>
                  </a:extLst>
                </p:cNvPr>
                <p:cNvSpPr/>
                <p:nvPr/>
              </p:nvSpPr>
              <p:spPr>
                <a:xfrm>
                  <a:off x="3655568" y="825879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4" name="Freeform 1753">
                  <a:extLst>
                    <a:ext uri="{FF2B5EF4-FFF2-40B4-BE49-F238E27FC236}">
                      <a16:creationId xmlns:a16="http://schemas.microsoft.com/office/drawing/2014/main" id="{6E928618-766D-2BF8-69E3-100664B06307}"/>
                    </a:ext>
                  </a:extLst>
                </p:cNvPr>
                <p:cNvSpPr/>
                <p:nvPr/>
              </p:nvSpPr>
              <p:spPr>
                <a:xfrm>
                  <a:off x="2702433" y="80413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5" name="Freeform 1754">
                  <a:extLst>
                    <a:ext uri="{FF2B5EF4-FFF2-40B4-BE49-F238E27FC236}">
                      <a16:creationId xmlns:a16="http://schemas.microsoft.com/office/drawing/2014/main" id="{C17BF8F0-6F63-5197-7C70-BA60A8F57BCF}"/>
                    </a:ext>
                  </a:extLst>
                </p:cNvPr>
                <p:cNvSpPr/>
                <p:nvPr/>
              </p:nvSpPr>
              <p:spPr>
                <a:xfrm>
                  <a:off x="3655568" y="830527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6" name="Freeform 1755">
                  <a:extLst>
                    <a:ext uri="{FF2B5EF4-FFF2-40B4-BE49-F238E27FC236}">
                      <a16:creationId xmlns:a16="http://schemas.microsoft.com/office/drawing/2014/main" id="{CD4E52CB-B22F-8277-6D83-8619DB06CEF9}"/>
                    </a:ext>
                  </a:extLst>
                </p:cNvPr>
                <p:cNvSpPr/>
                <p:nvPr/>
              </p:nvSpPr>
              <p:spPr>
                <a:xfrm>
                  <a:off x="2702433" y="844675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7" name="Freeform 1756">
                  <a:extLst>
                    <a:ext uri="{FF2B5EF4-FFF2-40B4-BE49-F238E27FC236}">
                      <a16:creationId xmlns:a16="http://schemas.microsoft.com/office/drawing/2014/main" id="{A83159C4-5F86-FA7D-C212-994003D96BF8}"/>
                    </a:ext>
                  </a:extLst>
                </p:cNvPr>
                <p:cNvSpPr/>
                <p:nvPr/>
              </p:nvSpPr>
              <p:spPr>
                <a:xfrm>
                  <a:off x="3655568" y="781112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8" name="Freeform 1757">
                  <a:extLst>
                    <a:ext uri="{FF2B5EF4-FFF2-40B4-BE49-F238E27FC236}">
                      <a16:creationId xmlns:a16="http://schemas.microsoft.com/office/drawing/2014/main" id="{2B095F43-532F-6E65-97EA-7400344CAB60}"/>
                    </a:ext>
                  </a:extLst>
                </p:cNvPr>
                <p:cNvSpPr/>
                <p:nvPr/>
              </p:nvSpPr>
              <p:spPr>
                <a:xfrm>
                  <a:off x="2702433" y="795831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59" name="Freeform 1758">
                  <a:extLst>
                    <a:ext uri="{FF2B5EF4-FFF2-40B4-BE49-F238E27FC236}">
                      <a16:creationId xmlns:a16="http://schemas.microsoft.com/office/drawing/2014/main" id="{6DFD22D3-0F25-070E-CD78-02AC93D7CF4E}"/>
                    </a:ext>
                  </a:extLst>
                </p:cNvPr>
                <p:cNvSpPr/>
                <p:nvPr/>
              </p:nvSpPr>
              <p:spPr>
                <a:xfrm>
                  <a:off x="3655568" y="809661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0" name="Freeform 1759">
                  <a:extLst>
                    <a:ext uri="{FF2B5EF4-FFF2-40B4-BE49-F238E27FC236}">
                      <a16:creationId xmlns:a16="http://schemas.microsoft.com/office/drawing/2014/main" id="{F698CCA4-21D9-C186-C403-FCC724A865F9}"/>
                    </a:ext>
                  </a:extLst>
                </p:cNvPr>
                <p:cNvSpPr/>
                <p:nvPr/>
              </p:nvSpPr>
              <p:spPr>
                <a:xfrm>
                  <a:off x="2702433" y="850505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1" name="Freeform 1760">
                  <a:extLst>
                    <a:ext uri="{FF2B5EF4-FFF2-40B4-BE49-F238E27FC236}">
                      <a16:creationId xmlns:a16="http://schemas.microsoft.com/office/drawing/2014/main" id="{6374338D-2428-BC5A-F86C-2416B6635170}"/>
                    </a:ext>
                  </a:extLst>
                </p:cNvPr>
                <p:cNvSpPr/>
                <p:nvPr/>
              </p:nvSpPr>
              <p:spPr>
                <a:xfrm>
                  <a:off x="2940812" y="811668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2" name="Freeform 1761">
                  <a:extLst>
                    <a:ext uri="{FF2B5EF4-FFF2-40B4-BE49-F238E27FC236}">
                      <a16:creationId xmlns:a16="http://schemas.microsoft.com/office/drawing/2014/main" id="{C1D8FA79-A4CA-F6AA-9493-C0CF1D2951CA}"/>
                    </a:ext>
                  </a:extLst>
                </p:cNvPr>
                <p:cNvSpPr/>
                <p:nvPr/>
              </p:nvSpPr>
              <p:spPr>
                <a:xfrm>
                  <a:off x="3655568" y="80586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3" name="Freeform 1762">
                  <a:extLst>
                    <a:ext uri="{FF2B5EF4-FFF2-40B4-BE49-F238E27FC236}">
                      <a16:creationId xmlns:a16="http://schemas.microsoft.com/office/drawing/2014/main" id="{8537026D-F6E4-AE3D-546C-2068AB430C6B}"/>
                    </a:ext>
                  </a:extLst>
                </p:cNvPr>
                <p:cNvSpPr/>
                <p:nvPr/>
              </p:nvSpPr>
              <p:spPr>
                <a:xfrm>
                  <a:off x="2702433" y="8693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4" name="Freeform 1763">
                  <a:extLst>
                    <a:ext uri="{FF2B5EF4-FFF2-40B4-BE49-F238E27FC236}">
                      <a16:creationId xmlns:a16="http://schemas.microsoft.com/office/drawing/2014/main" id="{F3A95091-55B6-EF86-5882-A99222A25ACF}"/>
                    </a:ext>
                  </a:extLst>
                </p:cNvPr>
                <p:cNvSpPr/>
                <p:nvPr/>
              </p:nvSpPr>
              <p:spPr>
                <a:xfrm>
                  <a:off x="3179064" y="847634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5" name="Freeform 1764">
                  <a:extLst>
                    <a:ext uri="{FF2B5EF4-FFF2-40B4-BE49-F238E27FC236}">
                      <a16:creationId xmlns:a16="http://schemas.microsoft.com/office/drawing/2014/main" id="{4410D148-AD3B-828D-4F43-9A8A499A7721}"/>
                    </a:ext>
                  </a:extLst>
                </p:cNvPr>
                <p:cNvSpPr/>
                <p:nvPr/>
              </p:nvSpPr>
              <p:spPr>
                <a:xfrm>
                  <a:off x="2940812" y="8693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6" name="Freeform 1765">
                  <a:extLst>
                    <a:ext uri="{FF2B5EF4-FFF2-40B4-BE49-F238E27FC236}">
                      <a16:creationId xmlns:a16="http://schemas.microsoft.com/office/drawing/2014/main" id="{9CE4FCB1-DB5E-6D26-0C24-600F37B811BF}"/>
                    </a:ext>
                  </a:extLst>
                </p:cNvPr>
                <p:cNvSpPr/>
                <p:nvPr/>
              </p:nvSpPr>
              <p:spPr>
                <a:xfrm>
                  <a:off x="2940812" y="811668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7" name="Freeform 1766">
                  <a:extLst>
                    <a:ext uri="{FF2B5EF4-FFF2-40B4-BE49-F238E27FC236}">
                      <a16:creationId xmlns:a16="http://schemas.microsoft.com/office/drawing/2014/main" id="{238F6715-6B83-A680-65EE-61E9182775F2}"/>
                    </a:ext>
                  </a:extLst>
                </p:cNvPr>
                <p:cNvSpPr/>
                <p:nvPr/>
              </p:nvSpPr>
              <p:spPr>
                <a:xfrm>
                  <a:off x="3417316" y="847634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8" name="Freeform 1767">
                  <a:extLst>
                    <a:ext uri="{FF2B5EF4-FFF2-40B4-BE49-F238E27FC236}">
                      <a16:creationId xmlns:a16="http://schemas.microsoft.com/office/drawing/2014/main" id="{3BFC8F51-9283-7C9E-E9F3-1EEFC72888E3}"/>
                    </a:ext>
                  </a:extLst>
                </p:cNvPr>
                <p:cNvSpPr/>
                <p:nvPr/>
              </p:nvSpPr>
              <p:spPr>
                <a:xfrm>
                  <a:off x="2940812" y="833652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69" name="Freeform 1768">
                  <a:extLst>
                    <a:ext uri="{FF2B5EF4-FFF2-40B4-BE49-F238E27FC236}">
                      <a16:creationId xmlns:a16="http://schemas.microsoft.com/office/drawing/2014/main" id="{43394F13-DE2A-97AA-340E-193DE81F5278}"/>
                    </a:ext>
                  </a:extLst>
                </p:cNvPr>
                <p:cNvSpPr/>
                <p:nvPr/>
              </p:nvSpPr>
              <p:spPr>
                <a:xfrm>
                  <a:off x="2940812" y="82491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1708" name="Graphic 786">
                <a:extLst>
                  <a:ext uri="{FF2B5EF4-FFF2-40B4-BE49-F238E27FC236}">
                    <a16:creationId xmlns:a16="http://schemas.microsoft.com/office/drawing/2014/main" id="{71B930BA-3D36-9E74-7066-5A868A35109E}"/>
                  </a:ext>
                </a:extLst>
              </p:cNvPr>
              <p:cNvGrpSpPr/>
              <p:nvPr/>
            </p:nvGrpSpPr>
            <p:grpSpPr>
              <a:xfrm>
                <a:off x="2121423" y="7404513"/>
                <a:ext cx="1695180" cy="1751606"/>
                <a:chOff x="2121423" y="7404513"/>
                <a:chExt cx="1695180" cy="1751606"/>
              </a:xfrm>
            </p:grpSpPr>
            <p:sp>
              <p:nvSpPr>
                <p:cNvPr id="1709" name="Freeform 1708">
                  <a:extLst>
                    <a:ext uri="{FF2B5EF4-FFF2-40B4-BE49-F238E27FC236}">
                      <a16:creationId xmlns:a16="http://schemas.microsoft.com/office/drawing/2014/main" id="{8C8A1FD4-831D-C4D6-AA4C-E89D3E44FA84}"/>
                    </a:ext>
                  </a:extLst>
                </p:cNvPr>
                <p:cNvSpPr/>
                <p:nvPr/>
              </p:nvSpPr>
              <p:spPr>
                <a:xfrm>
                  <a:off x="2577591" y="7414374"/>
                  <a:ext cx="12700" cy="1359153"/>
                </a:xfrm>
                <a:custGeom>
                  <a:avLst/>
                  <a:gdLst>
                    <a:gd name="csX0" fmla="*/ 0 w 12700"/>
                    <a:gd name="csY0" fmla="*/ 1359154 h 1359153"/>
                    <a:gd name="csX1" fmla="*/ 0 w 12700"/>
                    <a:gd name="csY1" fmla="*/ 0 h 13591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59153">
                      <a:moveTo>
                        <a:pt x="0" y="135915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0" name="TextBox 1709">
                  <a:extLst>
                    <a:ext uri="{FF2B5EF4-FFF2-40B4-BE49-F238E27FC236}">
                      <a16:creationId xmlns:a16="http://schemas.microsoft.com/office/drawing/2014/main" id="{2CEBD829-8A69-C6DE-EF12-04BED8BE331D}"/>
                    </a:ext>
                  </a:extLst>
                </p:cNvPr>
                <p:cNvSpPr txBox="1"/>
                <p:nvPr/>
              </p:nvSpPr>
              <p:spPr>
                <a:xfrm>
                  <a:off x="2248785" y="8604917"/>
                  <a:ext cx="3706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1711" name="TextBox 1710">
                  <a:extLst>
                    <a:ext uri="{FF2B5EF4-FFF2-40B4-BE49-F238E27FC236}">
                      <a16:creationId xmlns:a16="http://schemas.microsoft.com/office/drawing/2014/main" id="{16F3CD92-0E7E-00CF-A19D-C80D2EAA34A1}"/>
                    </a:ext>
                  </a:extLst>
                </p:cNvPr>
                <p:cNvSpPr txBox="1"/>
                <p:nvPr/>
              </p:nvSpPr>
              <p:spPr>
                <a:xfrm>
                  <a:off x="2248785" y="8204741"/>
                  <a:ext cx="3706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4%</a:t>
                  </a:r>
                </a:p>
              </p:txBody>
            </p:sp>
            <p:sp>
              <p:nvSpPr>
                <p:cNvPr id="1712" name="TextBox 1711">
                  <a:extLst>
                    <a:ext uri="{FF2B5EF4-FFF2-40B4-BE49-F238E27FC236}">
                      <a16:creationId xmlns:a16="http://schemas.microsoft.com/office/drawing/2014/main" id="{586A4AE3-CE64-D990-7CD6-BC7A19B513CC}"/>
                    </a:ext>
                  </a:extLst>
                </p:cNvPr>
                <p:cNvSpPr txBox="1"/>
                <p:nvPr/>
              </p:nvSpPr>
              <p:spPr>
                <a:xfrm>
                  <a:off x="2248785" y="7804689"/>
                  <a:ext cx="3706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8%</a:t>
                  </a:r>
                </a:p>
              </p:txBody>
            </p:sp>
            <p:sp>
              <p:nvSpPr>
                <p:cNvPr id="1713" name="TextBox 1712">
                  <a:extLst>
                    <a:ext uri="{FF2B5EF4-FFF2-40B4-BE49-F238E27FC236}">
                      <a16:creationId xmlns:a16="http://schemas.microsoft.com/office/drawing/2014/main" id="{0F012AF9-46B0-D6AA-DBB3-75016FA0B9F1}"/>
                    </a:ext>
                  </a:extLst>
                </p:cNvPr>
                <p:cNvSpPr txBox="1"/>
                <p:nvPr/>
              </p:nvSpPr>
              <p:spPr>
                <a:xfrm>
                  <a:off x="2181638" y="7404513"/>
                  <a:ext cx="442747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12%</a:t>
                  </a:r>
                </a:p>
              </p:txBody>
            </p:sp>
            <p:sp>
              <p:nvSpPr>
                <p:cNvPr id="1714" name="Freeform 1713">
                  <a:extLst>
                    <a:ext uri="{FF2B5EF4-FFF2-40B4-BE49-F238E27FC236}">
                      <a16:creationId xmlns:a16="http://schemas.microsoft.com/office/drawing/2014/main" id="{04B7AB92-610D-03C4-2557-544F00F0912E}"/>
                    </a:ext>
                  </a:extLst>
                </p:cNvPr>
                <p:cNvSpPr/>
                <p:nvPr/>
              </p:nvSpPr>
              <p:spPr>
                <a:xfrm>
                  <a:off x="2542794" y="8711805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5" name="Freeform 1714">
                  <a:extLst>
                    <a:ext uri="{FF2B5EF4-FFF2-40B4-BE49-F238E27FC236}">
                      <a16:creationId xmlns:a16="http://schemas.microsoft.com/office/drawing/2014/main" id="{65DFB38B-A826-78BA-B0F2-1A0E7B7EDB1B}"/>
                    </a:ext>
                  </a:extLst>
                </p:cNvPr>
                <p:cNvSpPr/>
                <p:nvPr/>
              </p:nvSpPr>
              <p:spPr>
                <a:xfrm>
                  <a:off x="2542794" y="8311628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6" name="Freeform 1715">
                  <a:extLst>
                    <a:ext uri="{FF2B5EF4-FFF2-40B4-BE49-F238E27FC236}">
                      <a16:creationId xmlns:a16="http://schemas.microsoft.com/office/drawing/2014/main" id="{84EF85B9-3701-C050-4ED6-7583B4B23B97}"/>
                    </a:ext>
                  </a:extLst>
                </p:cNvPr>
                <p:cNvSpPr/>
                <p:nvPr/>
              </p:nvSpPr>
              <p:spPr>
                <a:xfrm>
                  <a:off x="2542794" y="7911579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7" name="Freeform 1716">
                  <a:extLst>
                    <a:ext uri="{FF2B5EF4-FFF2-40B4-BE49-F238E27FC236}">
                      <a16:creationId xmlns:a16="http://schemas.microsoft.com/office/drawing/2014/main" id="{1BCDB067-461B-2D7D-5502-9D8CD3915E4C}"/>
                    </a:ext>
                  </a:extLst>
                </p:cNvPr>
                <p:cNvSpPr/>
                <p:nvPr/>
              </p:nvSpPr>
              <p:spPr>
                <a:xfrm>
                  <a:off x="2542794" y="7511401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8" name="Freeform 1717">
                  <a:extLst>
                    <a:ext uri="{FF2B5EF4-FFF2-40B4-BE49-F238E27FC236}">
                      <a16:creationId xmlns:a16="http://schemas.microsoft.com/office/drawing/2014/main" id="{14838D71-2E70-5131-0F91-FCE248CAC0BB}"/>
                    </a:ext>
                  </a:extLst>
                </p:cNvPr>
                <p:cNvSpPr/>
                <p:nvPr/>
              </p:nvSpPr>
              <p:spPr>
                <a:xfrm>
                  <a:off x="2577591" y="8773528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19" name="Freeform 1718">
                  <a:extLst>
                    <a:ext uri="{FF2B5EF4-FFF2-40B4-BE49-F238E27FC236}">
                      <a16:creationId xmlns:a16="http://schemas.microsoft.com/office/drawing/2014/main" id="{3FE211C8-D237-C674-8FB8-63834414BBD4}"/>
                    </a:ext>
                  </a:extLst>
                </p:cNvPr>
                <p:cNvSpPr/>
                <p:nvPr/>
              </p:nvSpPr>
              <p:spPr>
                <a:xfrm>
                  <a:off x="2720466" y="8773528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20" name="Freeform 1719">
                  <a:extLst>
                    <a:ext uri="{FF2B5EF4-FFF2-40B4-BE49-F238E27FC236}">
                      <a16:creationId xmlns:a16="http://schemas.microsoft.com/office/drawing/2014/main" id="{2BCB5708-4E1B-67E4-924D-062FAC609E45}"/>
                    </a:ext>
                  </a:extLst>
                </p:cNvPr>
                <p:cNvSpPr/>
                <p:nvPr/>
              </p:nvSpPr>
              <p:spPr>
                <a:xfrm>
                  <a:off x="2958846" y="8773528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21" name="Freeform 1720">
                  <a:extLst>
                    <a:ext uri="{FF2B5EF4-FFF2-40B4-BE49-F238E27FC236}">
                      <a16:creationId xmlns:a16="http://schemas.microsoft.com/office/drawing/2014/main" id="{F0481F14-07B6-1F50-17C6-596DFB5F82F2}"/>
                    </a:ext>
                  </a:extLst>
                </p:cNvPr>
                <p:cNvSpPr/>
                <p:nvPr/>
              </p:nvSpPr>
              <p:spPr>
                <a:xfrm>
                  <a:off x="3197097" y="8773528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22" name="Freeform 1721">
                  <a:extLst>
                    <a:ext uri="{FF2B5EF4-FFF2-40B4-BE49-F238E27FC236}">
                      <a16:creationId xmlns:a16="http://schemas.microsoft.com/office/drawing/2014/main" id="{12C06233-30DA-2DC4-F40A-A8F3E06B30CB}"/>
                    </a:ext>
                  </a:extLst>
                </p:cNvPr>
                <p:cNvSpPr/>
                <p:nvPr/>
              </p:nvSpPr>
              <p:spPr>
                <a:xfrm>
                  <a:off x="3435350" y="8773528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23" name="Freeform 1722">
                  <a:extLst>
                    <a:ext uri="{FF2B5EF4-FFF2-40B4-BE49-F238E27FC236}">
                      <a16:creationId xmlns:a16="http://schemas.microsoft.com/office/drawing/2014/main" id="{34A3F020-7840-003B-5F87-C8290A609BC4}"/>
                    </a:ext>
                  </a:extLst>
                </p:cNvPr>
                <p:cNvSpPr/>
                <p:nvPr/>
              </p:nvSpPr>
              <p:spPr>
                <a:xfrm>
                  <a:off x="3673602" y="8773528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724" name="TextBox 1723">
                  <a:extLst>
                    <a:ext uri="{FF2B5EF4-FFF2-40B4-BE49-F238E27FC236}">
                      <a16:creationId xmlns:a16="http://schemas.microsoft.com/office/drawing/2014/main" id="{11515EB2-D360-3CD0-A33A-0A7A8F24D896}"/>
                    </a:ext>
                  </a:extLst>
                </p:cNvPr>
                <p:cNvSpPr txBox="1"/>
                <p:nvPr/>
              </p:nvSpPr>
              <p:spPr>
                <a:xfrm>
                  <a:off x="2574435" y="8769382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1725" name="TextBox 1724">
                  <a:extLst>
                    <a:ext uri="{FF2B5EF4-FFF2-40B4-BE49-F238E27FC236}">
                      <a16:creationId xmlns:a16="http://schemas.microsoft.com/office/drawing/2014/main" id="{945FB4AC-F27D-CB38-F280-BD15D5523CA1}"/>
                    </a:ext>
                  </a:extLst>
                </p:cNvPr>
                <p:cNvSpPr txBox="1"/>
                <p:nvPr/>
              </p:nvSpPr>
              <p:spPr>
                <a:xfrm>
                  <a:off x="2848881" y="8769380"/>
                  <a:ext cx="219930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1726" name="TextBox 1725">
                  <a:extLst>
                    <a:ext uri="{FF2B5EF4-FFF2-40B4-BE49-F238E27FC236}">
                      <a16:creationId xmlns:a16="http://schemas.microsoft.com/office/drawing/2014/main" id="{8DA64A1C-E0BC-6C70-958B-4D41F64B2877}"/>
                    </a:ext>
                  </a:extLst>
                </p:cNvPr>
                <p:cNvSpPr txBox="1"/>
                <p:nvPr/>
              </p:nvSpPr>
              <p:spPr>
                <a:xfrm>
                  <a:off x="3051066" y="8769380"/>
                  <a:ext cx="292065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1727" name="TextBox 1726">
                  <a:extLst>
                    <a:ext uri="{FF2B5EF4-FFF2-40B4-BE49-F238E27FC236}">
                      <a16:creationId xmlns:a16="http://schemas.microsoft.com/office/drawing/2014/main" id="{169DFE35-D528-88AD-1B61-6650EEFDA2F7}"/>
                    </a:ext>
                  </a:extLst>
                </p:cNvPr>
                <p:cNvSpPr txBox="1"/>
                <p:nvPr/>
              </p:nvSpPr>
              <p:spPr>
                <a:xfrm>
                  <a:off x="3257255" y="8769380"/>
                  <a:ext cx="356186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1728" name="TextBox 1727">
                  <a:extLst>
                    <a:ext uri="{FF2B5EF4-FFF2-40B4-BE49-F238E27FC236}">
                      <a16:creationId xmlns:a16="http://schemas.microsoft.com/office/drawing/2014/main" id="{61BC3544-678B-6EA9-3557-4FBA27FB9B6F}"/>
                    </a:ext>
                  </a:extLst>
                </p:cNvPr>
                <p:cNvSpPr txBox="1"/>
                <p:nvPr/>
              </p:nvSpPr>
              <p:spPr>
                <a:xfrm>
                  <a:off x="3541994" y="8769380"/>
                  <a:ext cx="263212" cy="246347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0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1729" name="TextBox 1728">
                  <a:extLst>
                    <a:ext uri="{FF2B5EF4-FFF2-40B4-BE49-F238E27FC236}">
                      <a16:creationId xmlns:a16="http://schemas.microsoft.com/office/drawing/2014/main" id="{A2C29AED-CA26-5FAF-821B-101BF259BDDA}"/>
                    </a:ext>
                  </a:extLst>
                </p:cNvPr>
                <p:cNvSpPr txBox="1"/>
                <p:nvPr/>
              </p:nvSpPr>
              <p:spPr>
                <a:xfrm>
                  <a:off x="2913205" y="8902334"/>
                  <a:ext cx="567783" cy="25378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4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Phase</a:t>
                  </a:r>
                </a:p>
              </p:txBody>
            </p:sp>
            <p:sp>
              <p:nvSpPr>
                <p:cNvPr id="1730" name="TextBox 1729">
                  <a:extLst>
                    <a:ext uri="{FF2B5EF4-FFF2-40B4-BE49-F238E27FC236}">
                      <a16:creationId xmlns:a16="http://schemas.microsoft.com/office/drawing/2014/main" id="{7E9E9080-F299-ECFF-9C1A-963BEEA75B1D}"/>
                    </a:ext>
                  </a:extLst>
                </p:cNvPr>
                <p:cNvSpPr txBox="1"/>
                <p:nvPr/>
              </p:nvSpPr>
              <p:spPr>
                <a:xfrm rot="16200000">
                  <a:off x="1856222" y="7967061"/>
                  <a:ext cx="784188" cy="25378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104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% 6_NPO</a:t>
                  </a:r>
                </a:p>
              </p:txBody>
            </p:sp>
          </p:grpSp>
        </p:grpSp>
        <p:sp>
          <p:nvSpPr>
            <p:cNvPr id="1705" name="TextBox 1704">
              <a:extLst>
                <a:ext uri="{FF2B5EF4-FFF2-40B4-BE49-F238E27FC236}">
                  <a16:creationId xmlns:a16="http://schemas.microsoft.com/office/drawing/2014/main" id="{FA5D32E3-3527-361D-9CB9-CC3C334E4729}"/>
                </a:ext>
              </a:extLst>
            </p:cNvPr>
            <p:cNvSpPr txBox="1"/>
            <p:nvPr/>
          </p:nvSpPr>
          <p:spPr>
            <a:xfrm>
              <a:off x="536509" y="3383661"/>
              <a:ext cx="1333500" cy="199925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sz="699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Main effect p = 0.061</a:t>
              </a:r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FC94DF1B-F3F9-6270-F99B-7D61E3F66504}"/>
                </a:ext>
              </a:extLst>
            </p:cNvPr>
            <p:cNvSpPr txBox="1"/>
            <p:nvPr/>
          </p:nvSpPr>
          <p:spPr>
            <a:xfrm>
              <a:off x="593669" y="3187837"/>
              <a:ext cx="1219181" cy="261608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sz="1100" i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gnrh1+ </a:t>
              </a:r>
            </a:p>
          </p:txBody>
        </p:sp>
      </p:grp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E6E0AE2C-E29D-98D0-5275-D197E5B62666}"/>
              </a:ext>
            </a:extLst>
          </p:cNvPr>
          <p:cNvGrpSpPr/>
          <p:nvPr/>
        </p:nvGrpSpPr>
        <p:grpSpPr>
          <a:xfrm>
            <a:off x="220271" y="4807688"/>
            <a:ext cx="6293974" cy="2732403"/>
            <a:chOff x="220271" y="4807688"/>
            <a:chExt cx="6293974" cy="2732403"/>
          </a:xfrm>
        </p:grpSpPr>
        <p:grpSp>
          <p:nvGrpSpPr>
            <p:cNvPr id="1775" name="Group 1774">
              <a:extLst>
                <a:ext uri="{FF2B5EF4-FFF2-40B4-BE49-F238E27FC236}">
                  <a16:creationId xmlns:a16="http://schemas.microsoft.com/office/drawing/2014/main" id="{88E421DD-6DCF-359B-D944-9F0444FEF0AD}"/>
                </a:ext>
              </a:extLst>
            </p:cNvPr>
            <p:cNvGrpSpPr/>
            <p:nvPr/>
          </p:nvGrpSpPr>
          <p:grpSpPr>
            <a:xfrm>
              <a:off x="220271" y="4807688"/>
              <a:ext cx="6293974" cy="2732403"/>
              <a:chOff x="220271" y="4807688"/>
              <a:chExt cx="6293974" cy="2732403"/>
            </a:xfrm>
          </p:grpSpPr>
          <p:grpSp>
            <p:nvGrpSpPr>
              <p:cNvPr id="1773" name="Group 1772">
                <a:extLst>
                  <a:ext uri="{FF2B5EF4-FFF2-40B4-BE49-F238E27FC236}">
                    <a16:creationId xmlns:a16="http://schemas.microsoft.com/office/drawing/2014/main" id="{3E68205E-2EFE-3421-E07C-88EB91BB8538}"/>
                  </a:ext>
                </a:extLst>
              </p:cNvPr>
              <p:cNvGrpSpPr/>
              <p:nvPr/>
            </p:nvGrpSpPr>
            <p:grpSpPr>
              <a:xfrm>
                <a:off x="220271" y="4807688"/>
                <a:ext cx="6293974" cy="2732403"/>
                <a:chOff x="213966" y="4885930"/>
                <a:chExt cx="6293974" cy="2732403"/>
              </a:xfrm>
            </p:grpSpPr>
            <p:grpSp>
              <p:nvGrpSpPr>
                <p:cNvPr id="1393" name="Group 1392">
                  <a:extLst>
                    <a:ext uri="{FF2B5EF4-FFF2-40B4-BE49-F238E27FC236}">
                      <a16:creationId xmlns:a16="http://schemas.microsoft.com/office/drawing/2014/main" id="{06C449CE-2787-BC77-665C-3229DF807B7C}"/>
                    </a:ext>
                  </a:extLst>
                </p:cNvPr>
                <p:cNvGrpSpPr/>
                <p:nvPr/>
              </p:nvGrpSpPr>
              <p:grpSpPr>
                <a:xfrm>
                  <a:off x="213966" y="4885930"/>
                  <a:ext cx="6293974" cy="2732403"/>
                  <a:chOff x="213966" y="4885930"/>
                  <a:chExt cx="6293974" cy="2732403"/>
                </a:xfrm>
              </p:grpSpPr>
              <p:grpSp>
                <p:nvGrpSpPr>
                  <p:cNvPr id="1392" name="Group 1391">
                    <a:extLst>
                      <a:ext uri="{FF2B5EF4-FFF2-40B4-BE49-F238E27FC236}">
                        <a16:creationId xmlns:a16="http://schemas.microsoft.com/office/drawing/2014/main" id="{91FF708E-DE4D-C93B-9B8D-F5A8D3E6D6F0}"/>
                      </a:ext>
                    </a:extLst>
                  </p:cNvPr>
                  <p:cNvGrpSpPr/>
                  <p:nvPr/>
                </p:nvGrpSpPr>
                <p:grpSpPr>
                  <a:xfrm>
                    <a:off x="213966" y="4920375"/>
                    <a:ext cx="5390545" cy="2697958"/>
                    <a:chOff x="213966" y="4920375"/>
                    <a:chExt cx="5390545" cy="2697958"/>
                  </a:xfrm>
                </p:grpSpPr>
                <p:grpSp>
                  <p:nvGrpSpPr>
                    <p:cNvPr id="4" name="Graphic 67">
                      <a:extLst>
                        <a:ext uri="{FF2B5EF4-FFF2-40B4-BE49-F238E27FC236}">
                          <a16:creationId xmlns:a16="http://schemas.microsoft.com/office/drawing/2014/main" id="{EFD9F547-8183-D979-38AD-A06CBC1EF4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966" y="4920375"/>
                      <a:ext cx="5390545" cy="1853393"/>
                      <a:chOff x="853745" y="1372246"/>
                      <a:chExt cx="5390545" cy="1853393"/>
                    </a:xfrm>
                  </p:grpSpPr>
                  <p:grpSp>
                    <p:nvGrpSpPr>
                      <p:cNvPr id="5" name="Graphic 67">
                        <a:extLst>
                          <a:ext uri="{FF2B5EF4-FFF2-40B4-BE49-F238E27FC236}">
                            <a16:creationId xmlns:a16="http://schemas.microsoft.com/office/drawing/2014/main" id="{26793157-F12B-1675-4104-86E9E93BF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43563" y="1479134"/>
                        <a:ext cx="4164329" cy="1538351"/>
                        <a:chOff x="1443563" y="1479134"/>
                        <a:chExt cx="4164329" cy="1538351"/>
                      </a:xfrm>
                    </p:grpSpPr>
                    <p:sp>
                      <p:nvSpPr>
                        <p:cNvPr id="23" name="Freeform 22">
                          <a:extLst>
                            <a:ext uri="{FF2B5EF4-FFF2-40B4-BE49-F238E27FC236}">
                              <a16:creationId xmlns:a16="http://schemas.microsoft.com/office/drawing/2014/main" id="{81826376-1E53-39F0-81EA-D40249E2A4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569177"/>
                          <a:ext cx="4164329" cy="1442338"/>
                        </a:xfrm>
                        <a:custGeom>
                          <a:avLst/>
                          <a:gdLst>
                            <a:gd name="csX0" fmla="*/ 0 w 4164329"/>
                            <a:gd name="csY0" fmla="*/ 0 h 1442338"/>
                            <a:gd name="csX1" fmla="*/ 8382 w 4164329"/>
                            <a:gd name="csY1" fmla="*/ 2794 h 1442338"/>
                            <a:gd name="csX2" fmla="*/ 16637 w 4164329"/>
                            <a:gd name="csY2" fmla="*/ 5842 h 1442338"/>
                            <a:gd name="csX3" fmla="*/ 25019 w 4164329"/>
                            <a:gd name="csY3" fmla="*/ 8890 h 1442338"/>
                            <a:gd name="csX4" fmla="*/ 33401 w 4164329"/>
                            <a:gd name="csY4" fmla="*/ 11938 h 1442338"/>
                            <a:gd name="csX5" fmla="*/ 41783 w 4164329"/>
                            <a:gd name="csY5" fmla="*/ 15240 h 1442338"/>
                            <a:gd name="csX6" fmla="*/ 50038 w 4164329"/>
                            <a:gd name="csY6" fmla="*/ 18542 h 1442338"/>
                            <a:gd name="csX7" fmla="*/ 58420 w 4164329"/>
                            <a:gd name="csY7" fmla="*/ 21971 h 1442338"/>
                            <a:gd name="csX8" fmla="*/ 66802 w 4164329"/>
                            <a:gd name="csY8" fmla="*/ 25527 h 1442338"/>
                            <a:gd name="csX9" fmla="*/ 75057 w 4164329"/>
                            <a:gd name="csY9" fmla="*/ 29083 h 1442338"/>
                            <a:gd name="csX10" fmla="*/ 83439 w 4164329"/>
                            <a:gd name="csY10" fmla="*/ 32893 h 1442338"/>
                            <a:gd name="csX11" fmla="*/ 91821 w 4164329"/>
                            <a:gd name="csY11" fmla="*/ 36703 h 1442338"/>
                            <a:gd name="csX12" fmla="*/ 100203 w 4164329"/>
                            <a:gd name="csY12" fmla="*/ 40640 h 1442338"/>
                            <a:gd name="csX13" fmla="*/ 108458 w 4164329"/>
                            <a:gd name="csY13" fmla="*/ 44704 h 1442338"/>
                            <a:gd name="csX14" fmla="*/ 116840 w 4164329"/>
                            <a:gd name="csY14" fmla="*/ 48895 h 1442338"/>
                            <a:gd name="csX15" fmla="*/ 125222 w 4164329"/>
                            <a:gd name="csY15" fmla="*/ 53086 h 1442338"/>
                            <a:gd name="csX16" fmla="*/ 133477 w 4164329"/>
                            <a:gd name="csY16" fmla="*/ 57531 h 1442338"/>
                            <a:gd name="csX17" fmla="*/ 141859 w 4164329"/>
                            <a:gd name="csY17" fmla="*/ 62103 h 1442338"/>
                            <a:gd name="csX18" fmla="*/ 150241 w 4164329"/>
                            <a:gd name="csY18" fmla="*/ 66675 h 1442338"/>
                            <a:gd name="csX19" fmla="*/ 158623 w 4164329"/>
                            <a:gd name="csY19" fmla="*/ 71501 h 1442338"/>
                            <a:gd name="csX20" fmla="*/ 166878 w 4164329"/>
                            <a:gd name="csY20" fmla="*/ 76327 h 1442338"/>
                            <a:gd name="csX21" fmla="*/ 175260 w 4164329"/>
                            <a:gd name="csY21" fmla="*/ 81407 h 1442338"/>
                            <a:gd name="csX22" fmla="*/ 183642 w 4164329"/>
                            <a:gd name="csY22" fmla="*/ 86487 h 1442338"/>
                            <a:gd name="csX23" fmla="*/ 191897 w 4164329"/>
                            <a:gd name="csY23" fmla="*/ 91821 h 1442338"/>
                            <a:gd name="csX24" fmla="*/ 200279 w 4164329"/>
                            <a:gd name="csY24" fmla="*/ 97282 h 1442338"/>
                            <a:gd name="csX25" fmla="*/ 208661 w 4164329"/>
                            <a:gd name="csY25" fmla="*/ 102870 h 1442338"/>
                            <a:gd name="csX26" fmla="*/ 217043 w 4164329"/>
                            <a:gd name="csY26" fmla="*/ 108585 h 1442338"/>
                            <a:gd name="csX27" fmla="*/ 225298 w 4164329"/>
                            <a:gd name="csY27" fmla="*/ 114427 h 1442338"/>
                            <a:gd name="csX28" fmla="*/ 233680 w 4164329"/>
                            <a:gd name="csY28" fmla="*/ 120396 h 1442338"/>
                            <a:gd name="csX29" fmla="*/ 242062 w 4164329"/>
                            <a:gd name="csY29" fmla="*/ 126492 h 1442338"/>
                            <a:gd name="csX30" fmla="*/ 250317 w 4164329"/>
                            <a:gd name="csY30" fmla="*/ 132842 h 1442338"/>
                            <a:gd name="csX31" fmla="*/ 258699 w 4164329"/>
                            <a:gd name="csY31" fmla="*/ 139319 h 1442338"/>
                            <a:gd name="csX32" fmla="*/ 267081 w 4164329"/>
                            <a:gd name="csY32" fmla="*/ 145923 h 1442338"/>
                            <a:gd name="csX33" fmla="*/ 275463 w 4164329"/>
                            <a:gd name="csY33" fmla="*/ 152654 h 1442338"/>
                            <a:gd name="csX34" fmla="*/ 283718 w 4164329"/>
                            <a:gd name="csY34" fmla="*/ 159512 h 1442338"/>
                            <a:gd name="csX35" fmla="*/ 292100 w 4164329"/>
                            <a:gd name="csY35" fmla="*/ 166624 h 1442338"/>
                            <a:gd name="csX36" fmla="*/ 300482 w 4164329"/>
                            <a:gd name="csY36" fmla="*/ 173863 h 1442338"/>
                            <a:gd name="csX37" fmla="*/ 308737 w 4164329"/>
                            <a:gd name="csY37" fmla="*/ 181229 h 1442338"/>
                            <a:gd name="csX38" fmla="*/ 317119 w 4164329"/>
                            <a:gd name="csY38" fmla="*/ 188722 h 1442338"/>
                            <a:gd name="csX39" fmla="*/ 325501 w 4164329"/>
                            <a:gd name="csY39" fmla="*/ 196469 h 1442338"/>
                            <a:gd name="csX40" fmla="*/ 333756 w 4164329"/>
                            <a:gd name="csY40" fmla="*/ 204343 h 1442338"/>
                            <a:gd name="csX41" fmla="*/ 342138 w 4164329"/>
                            <a:gd name="csY41" fmla="*/ 212471 h 1442338"/>
                            <a:gd name="csX42" fmla="*/ 350520 w 4164329"/>
                            <a:gd name="csY42" fmla="*/ 220599 h 1442338"/>
                            <a:gd name="csX43" fmla="*/ 358902 w 4164329"/>
                            <a:gd name="csY43" fmla="*/ 228981 h 1442338"/>
                            <a:gd name="csX44" fmla="*/ 367157 w 4164329"/>
                            <a:gd name="csY44" fmla="*/ 237490 h 1442338"/>
                            <a:gd name="csX45" fmla="*/ 375539 w 4164329"/>
                            <a:gd name="csY45" fmla="*/ 246253 h 1442338"/>
                            <a:gd name="csX46" fmla="*/ 383921 w 4164329"/>
                            <a:gd name="csY46" fmla="*/ 255143 h 1442338"/>
                            <a:gd name="csX47" fmla="*/ 392176 w 4164329"/>
                            <a:gd name="csY47" fmla="*/ 264160 h 1442338"/>
                            <a:gd name="csX48" fmla="*/ 400558 w 4164329"/>
                            <a:gd name="csY48" fmla="*/ 273304 h 1442338"/>
                            <a:gd name="csX49" fmla="*/ 408940 w 4164329"/>
                            <a:gd name="csY49" fmla="*/ 282702 h 1442338"/>
                            <a:gd name="csX50" fmla="*/ 417322 w 4164329"/>
                            <a:gd name="csY50" fmla="*/ 292227 h 1442338"/>
                            <a:gd name="csX51" fmla="*/ 425577 w 4164329"/>
                            <a:gd name="csY51" fmla="*/ 301879 h 1442338"/>
                            <a:gd name="csX52" fmla="*/ 433959 w 4164329"/>
                            <a:gd name="csY52" fmla="*/ 311785 h 1442338"/>
                            <a:gd name="csX53" fmla="*/ 442341 w 4164329"/>
                            <a:gd name="csY53" fmla="*/ 321818 h 1442338"/>
                            <a:gd name="csX54" fmla="*/ 450596 w 4164329"/>
                            <a:gd name="csY54" fmla="*/ 331978 h 1442338"/>
                            <a:gd name="csX55" fmla="*/ 458978 w 4164329"/>
                            <a:gd name="csY55" fmla="*/ 342265 h 1442338"/>
                            <a:gd name="csX56" fmla="*/ 467360 w 4164329"/>
                            <a:gd name="csY56" fmla="*/ 352679 h 1442338"/>
                            <a:gd name="csX57" fmla="*/ 475742 w 4164329"/>
                            <a:gd name="csY57" fmla="*/ 363347 h 1442338"/>
                            <a:gd name="csX58" fmla="*/ 483997 w 4164329"/>
                            <a:gd name="csY58" fmla="*/ 374142 h 1442338"/>
                            <a:gd name="csX59" fmla="*/ 492379 w 4164329"/>
                            <a:gd name="csY59" fmla="*/ 385064 h 1442338"/>
                            <a:gd name="csX60" fmla="*/ 500761 w 4164329"/>
                            <a:gd name="csY60" fmla="*/ 396113 h 1442338"/>
                            <a:gd name="csX61" fmla="*/ 509016 w 4164329"/>
                            <a:gd name="csY61" fmla="*/ 407289 h 1442338"/>
                            <a:gd name="csX62" fmla="*/ 517398 w 4164329"/>
                            <a:gd name="csY62" fmla="*/ 418592 h 1442338"/>
                            <a:gd name="csX63" fmla="*/ 525780 w 4164329"/>
                            <a:gd name="csY63" fmla="*/ 430022 h 1442338"/>
                            <a:gd name="csX64" fmla="*/ 534162 w 4164329"/>
                            <a:gd name="csY64" fmla="*/ 441706 h 1442338"/>
                            <a:gd name="csX65" fmla="*/ 542417 w 4164329"/>
                            <a:gd name="csY65" fmla="*/ 453390 h 1442338"/>
                            <a:gd name="csX66" fmla="*/ 550799 w 4164329"/>
                            <a:gd name="csY66" fmla="*/ 465201 h 1442338"/>
                            <a:gd name="csX67" fmla="*/ 559181 w 4164329"/>
                            <a:gd name="csY67" fmla="*/ 477139 h 1442338"/>
                            <a:gd name="csX68" fmla="*/ 567436 w 4164329"/>
                            <a:gd name="csY68" fmla="*/ 489204 h 1442338"/>
                            <a:gd name="csX69" fmla="*/ 575818 w 4164329"/>
                            <a:gd name="csY69" fmla="*/ 501269 h 1442338"/>
                            <a:gd name="csX70" fmla="*/ 584200 w 4164329"/>
                            <a:gd name="csY70" fmla="*/ 513588 h 1442338"/>
                            <a:gd name="csX71" fmla="*/ 592582 w 4164329"/>
                            <a:gd name="csY71" fmla="*/ 525907 h 1442338"/>
                            <a:gd name="csX72" fmla="*/ 600837 w 4164329"/>
                            <a:gd name="csY72" fmla="*/ 538226 h 1442338"/>
                            <a:gd name="csX73" fmla="*/ 609219 w 4164329"/>
                            <a:gd name="csY73" fmla="*/ 550799 h 1442338"/>
                            <a:gd name="csX74" fmla="*/ 617601 w 4164329"/>
                            <a:gd name="csY74" fmla="*/ 563372 h 1442338"/>
                            <a:gd name="csX75" fmla="*/ 625856 w 4164329"/>
                            <a:gd name="csY75" fmla="*/ 575945 h 1442338"/>
                            <a:gd name="csX76" fmla="*/ 634238 w 4164329"/>
                            <a:gd name="csY76" fmla="*/ 588645 h 1442338"/>
                            <a:gd name="csX77" fmla="*/ 642620 w 4164329"/>
                            <a:gd name="csY77" fmla="*/ 601345 h 1442338"/>
                            <a:gd name="csX78" fmla="*/ 651002 w 4164329"/>
                            <a:gd name="csY78" fmla="*/ 614172 h 1442338"/>
                            <a:gd name="csX79" fmla="*/ 659257 w 4164329"/>
                            <a:gd name="csY79" fmla="*/ 626872 h 1442338"/>
                            <a:gd name="csX80" fmla="*/ 667639 w 4164329"/>
                            <a:gd name="csY80" fmla="*/ 639826 h 1442338"/>
                            <a:gd name="csX81" fmla="*/ 676021 w 4164329"/>
                            <a:gd name="csY81" fmla="*/ 652653 h 1442338"/>
                            <a:gd name="csX82" fmla="*/ 684276 w 4164329"/>
                            <a:gd name="csY82" fmla="*/ 665480 h 1442338"/>
                            <a:gd name="csX83" fmla="*/ 692658 w 4164329"/>
                            <a:gd name="csY83" fmla="*/ 678434 h 1442338"/>
                            <a:gd name="csX84" fmla="*/ 701040 w 4164329"/>
                            <a:gd name="csY84" fmla="*/ 691261 h 1442338"/>
                            <a:gd name="csX85" fmla="*/ 709295 w 4164329"/>
                            <a:gd name="csY85" fmla="*/ 704215 h 1442338"/>
                            <a:gd name="csX86" fmla="*/ 717677 w 4164329"/>
                            <a:gd name="csY86" fmla="*/ 717042 h 1442338"/>
                            <a:gd name="csX87" fmla="*/ 726059 w 4164329"/>
                            <a:gd name="csY87" fmla="*/ 729996 h 1442338"/>
                            <a:gd name="csX88" fmla="*/ 734441 w 4164329"/>
                            <a:gd name="csY88" fmla="*/ 742823 h 1442338"/>
                            <a:gd name="csX89" fmla="*/ 742696 w 4164329"/>
                            <a:gd name="csY89" fmla="*/ 755523 h 1442338"/>
                            <a:gd name="csX90" fmla="*/ 751078 w 4164329"/>
                            <a:gd name="csY90" fmla="*/ 768350 h 1442338"/>
                            <a:gd name="csX91" fmla="*/ 759460 w 4164329"/>
                            <a:gd name="csY91" fmla="*/ 781050 h 1442338"/>
                            <a:gd name="csX92" fmla="*/ 767715 w 4164329"/>
                            <a:gd name="csY92" fmla="*/ 793623 h 1442338"/>
                            <a:gd name="csX93" fmla="*/ 776097 w 4164329"/>
                            <a:gd name="csY93" fmla="*/ 806323 h 1442338"/>
                            <a:gd name="csX94" fmla="*/ 784479 w 4164329"/>
                            <a:gd name="csY94" fmla="*/ 818769 h 1442338"/>
                            <a:gd name="csX95" fmla="*/ 792861 w 4164329"/>
                            <a:gd name="csY95" fmla="*/ 831215 h 1442338"/>
                            <a:gd name="csX96" fmla="*/ 801116 w 4164329"/>
                            <a:gd name="csY96" fmla="*/ 843661 h 1442338"/>
                            <a:gd name="csX97" fmla="*/ 809498 w 4164329"/>
                            <a:gd name="csY97" fmla="*/ 855853 h 1442338"/>
                            <a:gd name="csX98" fmla="*/ 817880 w 4164329"/>
                            <a:gd name="csY98" fmla="*/ 868045 h 1442338"/>
                            <a:gd name="csX99" fmla="*/ 826135 w 4164329"/>
                            <a:gd name="csY99" fmla="*/ 880237 h 1442338"/>
                            <a:gd name="csX100" fmla="*/ 834517 w 4164329"/>
                            <a:gd name="csY100" fmla="*/ 892175 h 1442338"/>
                            <a:gd name="csX101" fmla="*/ 842899 w 4164329"/>
                            <a:gd name="csY101" fmla="*/ 904113 h 1442338"/>
                            <a:gd name="csX102" fmla="*/ 851281 w 4164329"/>
                            <a:gd name="csY102" fmla="*/ 915797 h 1442338"/>
                            <a:gd name="csX103" fmla="*/ 859536 w 4164329"/>
                            <a:gd name="csY103" fmla="*/ 927481 h 1442338"/>
                            <a:gd name="csX104" fmla="*/ 867918 w 4164329"/>
                            <a:gd name="csY104" fmla="*/ 939038 h 1442338"/>
                            <a:gd name="csX105" fmla="*/ 876300 w 4164329"/>
                            <a:gd name="csY105" fmla="*/ 950468 h 1442338"/>
                            <a:gd name="csX106" fmla="*/ 884555 w 4164329"/>
                            <a:gd name="csY106" fmla="*/ 961644 h 1442338"/>
                            <a:gd name="csX107" fmla="*/ 892937 w 4164329"/>
                            <a:gd name="csY107" fmla="*/ 972820 h 1442338"/>
                            <a:gd name="csX108" fmla="*/ 901319 w 4164329"/>
                            <a:gd name="csY108" fmla="*/ 983869 h 1442338"/>
                            <a:gd name="csX109" fmla="*/ 909701 w 4164329"/>
                            <a:gd name="csY109" fmla="*/ 994664 h 1442338"/>
                            <a:gd name="csX110" fmla="*/ 917956 w 4164329"/>
                            <a:gd name="csY110" fmla="*/ 1005332 h 1442338"/>
                            <a:gd name="csX111" fmla="*/ 926338 w 4164329"/>
                            <a:gd name="csY111" fmla="*/ 1016000 h 1442338"/>
                            <a:gd name="csX112" fmla="*/ 934720 w 4164329"/>
                            <a:gd name="csY112" fmla="*/ 1026287 h 1442338"/>
                            <a:gd name="csX113" fmla="*/ 942975 w 4164329"/>
                            <a:gd name="csY113" fmla="*/ 1036574 h 1442338"/>
                            <a:gd name="csX114" fmla="*/ 951357 w 4164329"/>
                            <a:gd name="csY114" fmla="*/ 1046734 h 1442338"/>
                            <a:gd name="csX115" fmla="*/ 959739 w 4164329"/>
                            <a:gd name="csY115" fmla="*/ 1056640 h 1442338"/>
                            <a:gd name="csX116" fmla="*/ 968121 w 4164329"/>
                            <a:gd name="csY116" fmla="*/ 1066419 h 1442338"/>
                            <a:gd name="csX117" fmla="*/ 976376 w 4164329"/>
                            <a:gd name="csY117" fmla="*/ 1076071 h 1442338"/>
                            <a:gd name="csX118" fmla="*/ 984758 w 4164329"/>
                            <a:gd name="csY118" fmla="*/ 1085469 h 1442338"/>
                            <a:gd name="csX119" fmla="*/ 993140 w 4164329"/>
                            <a:gd name="csY119" fmla="*/ 1094740 h 1442338"/>
                            <a:gd name="csX120" fmla="*/ 1001395 w 4164329"/>
                            <a:gd name="csY120" fmla="*/ 1103884 h 1442338"/>
                            <a:gd name="csX121" fmla="*/ 1009777 w 4164329"/>
                            <a:gd name="csY121" fmla="*/ 1112901 h 1442338"/>
                            <a:gd name="csX122" fmla="*/ 1018159 w 4164329"/>
                            <a:gd name="csY122" fmla="*/ 1121664 h 1442338"/>
                            <a:gd name="csX123" fmla="*/ 1026414 w 4164329"/>
                            <a:gd name="csY123" fmla="*/ 1130300 h 1442338"/>
                            <a:gd name="csX124" fmla="*/ 1034796 w 4164329"/>
                            <a:gd name="csY124" fmla="*/ 1138809 h 1442338"/>
                            <a:gd name="csX125" fmla="*/ 1043178 w 4164329"/>
                            <a:gd name="csY125" fmla="*/ 1147064 h 1442338"/>
                            <a:gd name="csX126" fmla="*/ 1051560 w 4164329"/>
                            <a:gd name="csY126" fmla="*/ 1155192 h 1442338"/>
                            <a:gd name="csX127" fmla="*/ 1059815 w 4164329"/>
                            <a:gd name="csY127" fmla="*/ 1163193 h 1442338"/>
                            <a:gd name="csX128" fmla="*/ 1068197 w 4164329"/>
                            <a:gd name="csY128" fmla="*/ 1170940 h 1442338"/>
                            <a:gd name="csX129" fmla="*/ 1076579 w 4164329"/>
                            <a:gd name="csY129" fmla="*/ 1178560 h 1442338"/>
                            <a:gd name="csX130" fmla="*/ 1084834 w 4164329"/>
                            <a:gd name="csY130" fmla="*/ 1186053 h 1442338"/>
                            <a:gd name="csX131" fmla="*/ 1093216 w 4164329"/>
                            <a:gd name="csY131" fmla="*/ 1193419 h 1442338"/>
                            <a:gd name="csX132" fmla="*/ 1101598 w 4164329"/>
                            <a:gd name="csY132" fmla="*/ 1200531 h 1442338"/>
                            <a:gd name="csX133" fmla="*/ 1109980 w 4164329"/>
                            <a:gd name="csY133" fmla="*/ 1207516 h 1442338"/>
                            <a:gd name="csX134" fmla="*/ 1118235 w 4164329"/>
                            <a:gd name="csY134" fmla="*/ 1214374 h 1442338"/>
                            <a:gd name="csX135" fmla="*/ 1126617 w 4164329"/>
                            <a:gd name="csY135" fmla="*/ 1221105 h 1442338"/>
                            <a:gd name="csX136" fmla="*/ 1134999 w 4164329"/>
                            <a:gd name="csY136" fmla="*/ 1227582 h 1442338"/>
                            <a:gd name="csX137" fmla="*/ 1143254 w 4164329"/>
                            <a:gd name="csY137" fmla="*/ 1233932 h 1442338"/>
                            <a:gd name="csX138" fmla="*/ 1151636 w 4164329"/>
                            <a:gd name="csY138" fmla="*/ 1240155 h 1442338"/>
                            <a:gd name="csX139" fmla="*/ 1160018 w 4164329"/>
                            <a:gd name="csY139" fmla="*/ 1246251 h 1442338"/>
                            <a:gd name="csX140" fmla="*/ 1168400 w 4164329"/>
                            <a:gd name="csY140" fmla="*/ 1252220 h 1442338"/>
                            <a:gd name="csX141" fmla="*/ 1176655 w 4164329"/>
                            <a:gd name="csY141" fmla="*/ 1257935 h 1442338"/>
                            <a:gd name="csX142" fmla="*/ 1185037 w 4164329"/>
                            <a:gd name="csY142" fmla="*/ 1263650 h 1442338"/>
                            <a:gd name="csX143" fmla="*/ 1193419 w 4164329"/>
                            <a:gd name="csY143" fmla="*/ 1269111 h 1442338"/>
                            <a:gd name="csX144" fmla="*/ 1201674 w 4164329"/>
                            <a:gd name="csY144" fmla="*/ 1274445 h 1442338"/>
                            <a:gd name="csX145" fmla="*/ 1210056 w 4164329"/>
                            <a:gd name="csY145" fmla="*/ 1279779 h 1442338"/>
                            <a:gd name="csX146" fmla="*/ 1218438 w 4164329"/>
                            <a:gd name="csY146" fmla="*/ 1284859 h 1442338"/>
                            <a:gd name="csX147" fmla="*/ 1226820 w 4164329"/>
                            <a:gd name="csY147" fmla="*/ 1289812 h 1442338"/>
                            <a:gd name="csX148" fmla="*/ 1235075 w 4164329"/>
                            <a:gd name="csY148" fmla="*/ 1294638 h 1442338"/>
                            <a:gd name="csX149" fmla="*/ 1243457 w 4164329"/>
                            <a:gd name="csY149" fmla="*/ 1299337 h 1442338"/>
                            <a:gd name="csX150" fmla="*/ 1251839 w 4164329"/>
                            <a:gd name="csY150" fmla="*/ 1303909 h 1442338"/>
                            <a:gd name="csX151" fmla="*/ 1260094 w 4164329"/>
                            <a:gd name="csY151" fmla="*/ 1308354 h 1442338"/>
                            <a:gd name="csX152" fmla="*/ 1268476 w 4164329"/>
                            <a:gd name="csY152" fmla="*/ 1312672 h 1442338"/>
                            <a:gd name="csX153" fmla="*/ 1276858 w 4164329"/>
                            <a:gd name="csY153" fmla="*/ 1316863 h 1442338"/>
                            <a:gd name="csX154" fmla="*/ 1285240 w 4164329"/>
                            <a:gd name="csY154" fmla="*/ 1321054 h 1442338"/>
                            <a:gd name="csX155" fmla="*/ 1293495 w 4164329"/>
                            <a:gd name="csY155" fmla="*/ 1324991 h 1442338"/>
                            <a:gd name="csX156" fmla="*/ 1301877 w 4164329"/>
                            <a:gd name="csY156" fmla="*/ 1328928 h 1442338"/>
                            <a:gd name="csX157" fmla="*/ 1310259 w 4164329"/>
                            <a:gd name="csY157" fmla="*/ 1332738 h 1442338"/>
                            <a:gd name="csX158" fmla="*/ 1318514 w 4164329"/>
                            <a:gd name="csY158" fmla="*/ 1336421 h 1442338"/>
                            <a:gd name="csX159" fmla="*/ 1326896 w 4164329"/>
                            <a:gd name="csY159" fmla="*/ 1339977 h 1442338"/>
                            <a:gd name="csX160" fmla="*/ 1335278 w 4164329"/>
                            <a:gd name="csY160" fmla="*/ 1343406 h 1442338"/>
                            <a:gd name="csX161" fmla="*/ 1343533 w 4164329"/>
                            <a:gd name="csY161" fmla="*/ 1346708 h 1442338"/>
                            <a:gd name="csX162" fmla="*/ 1351915 w 4164329"/>
                            <a:gd name="csY162" fmla="*/ 1350010 h 1442338"/>
                            <a:gd name="csX163" fmla="*/ 1360297 w 4164329"/>
                            <a:gd name="csY163" fmla="*/ 1353185 h 1442338"/>
                            <a:gd name="csX164" fmla="*/ 1368679 w 4164329"/>
                            <a:gd name="csY164" fmla="*/ 1356360 h 1442338"/>
                            <a:gd name="csX165" fmla="*/ 1376934 w 4164329"/>
                            <a:gd name="csY165" fmla="*/ 1359281 h 1442338"/>
                            <a:gd name="csX166" fmla="*/ 1385316 w 4164329"/>
                            <a:gd name="csY166" fmla="*/ 1362202 h 1442338"/>
                            <a:gd name="csX167" fmla="*/ 1393698 w 4164329"/>
                            <a:gd name="csY167" fmla="*/ 1364996 h 1442338"/>
                            <a:gd name="csX168" fmla="*/ 1401953 w 4164329"/>
                            <a:gd name="csY168" fmla="*/ 1367790 h 1442338"/>
                            <a:gd name="csX169" fmla="*/ 1410335 w 4164329"/>
                            <a:gd name="csY169" fmla="*/ 1370457 h 1442338"/>
                            <a:gd name="csX170" fmla="*/ 1418717 w 4164329"/>
                            <a:gd name="csY170" fmla="*/ 1372997 h 1442338"/>
                            <a:gd name="csX171" fmla="*/ 1427099 w 4164329"/>
                            <a:gd name="csY171" fmla="*/ 1375537 h 1442338"/>
                            <a:gd name="csX172" fmla="*/ 1435354 w 4164329"/>
                            <a:gd name="csY172" fmla="*/ 1377950 h 1442338"/>
                            <a:gd name="csX173" fmla="*/ 1443736 w 4164329"/>
                            <a:gd name="csY173" fmla="*/ 1380363 h 1442338"/>
                            <a:gd name="csX174" fmla="*/ 1452118 w 4164329"/>
                            <a:gd name="csY174" fmla="*/ 1382649 h 1442338"/>
                            <a:gd name="csX175" fmla="*/ 1460373 w 4164329"/>
                            <a:gd name="csY175" fmla="*/ 1384808 h 1442338"/>
                            <a:gd name="csX176" fmla="*/ 1468755 w 4164329"/>
                            <a:gd name="csY176" fmla="*/ 1386967 h 1442338"/>
                            <a:gd name="csX177" fmla="*/ 1477137 w 4164329"/>
                            <a:gd name="csY177" fmla="*/ 1389126 h 1442338"/>
                            <a:gd name="csX178" fmla="*/ 1485519 w 4164329"/>
                            <a:gd name="csY178" fmla="*/ 1391031 h 1442338"/>
                            <a:gd name="csX179" fmla="*/ 1493774 w 4164329"/>
                            <a:gd name="csY179" fmla="*/ 1393063 h 1442338"/>
                            <a:gd name="csX180" fmla="*/ 1502156 w 4164329"/>
                            <a:gd name="csY180" fmla="*/ 1394968 h 1442338"/>
                            <a:gd name="csX181" fmla="*/ 1510538 w 4164329"/>
                            <a:gd name="csY181" fmla="*/ 1396746 h 1442338"/>
                            <a:gd name="csX182" fmla="*/ 1518793 w 4164329"/>
                            <a:gd name="csY182" fmla="*/ 1398524 h 1442338"/>
                            <a:gd name="csX183" fmla="*/ 1527175 w 4164329"/>
                            <a:gd name="csY183" fmla="*/ 1400302 h 1442338"/>
                            <a:gd name="csX184" fmla="*/ 1535557 w 4164329"/>
                            <a:gd name="csY184" fmla="*/ 1401953 h 1442338"/>
                            <a:gd name="csX185" fmla="*/ 1543939 w 4164329"/>
                            <a:gd name="csY185" fmla="*/ 1403604 h 1442338"/>
                            <a:gd name="csX186" fmla="*/ 1552194 w 4164329"/>
                            <a:gd name="csY186" fmla="*/ 1405128 h 1442338"/>
                            <a:gd name="csX187" fmla="*/ 1560576 w 4164329"/>
                            <a:gd name="csY187" fmla="*/ 1406652 h 1442338"/>
                            <a:gd name="csX188" fmla="*/ 1568958 w 4164329"/>
                            <a:gd name="csY188" fmla="*/ 1408176 h 1442338"/>
                            <a:gd name="csX189" fmla="*/ 1577213 w 4164329"/>
                            <a:gd name="csY189" fmla="*/ 1409573 h 1442338"/>
                            <a:gd name="csX190" fmla="*/ 1585595 w 4164329"/>
                            <a:gd name="csY190" fmla="*/ 1410970 h 1442338"/>
                            <a:gd name="csX191" fmla="*/ 1593977 w 4164329"/>
                            <a:gd name="csY191" fmla="*/ 1412240 h 1442338"/>
                            <a:gd name="csX192" fmla="*/ 1602359 w 4164329"/>
                            <a:gd name="csY192" fmla="*/ 1413510 h 1442338"/>
                            <a:gd name="csX193" fmla="*/ 1610614 w 4164329"/>
                            <a:gd name="csY193" fmla="*/ 1414780 h 1442338"/>
                            <a:gd name="csX194" fmla="*/ 1618996 w 4164329"/>
                            <a:gd name="csY194" fmla="*/ 1416050 h 1442338"/>
                            <a:gd name="csX195" fmla="*/ 1627378 w 4164329"/>
                            <a:gd name="csY195" fmla="*/ 1417193 h 1442338"/>
                            <a:gd name="csX196" fmla="*/ 1635633 w 4164329"/>
                            <a:gd name="csY196" fmla="*/ 1418336 h 1442338"/>
                            <a:gd name="csX197" fmla="*/ 1644015 w 4164329"/>
                            <a:gd name="csY197" fmla="*/ 1419352 h 1442338"/>
                            <a:gd name="csX198" fmla="*/ 1652397 w 4164329"/>
                            <a:gd name="csY198" fmla="*/ 1420495 h 1442338"/>
                            <a:gd name="csX199" fmla="*/ 1660652 w 4164329"/>
                            <a:gd name="csY199" fmla="*/ 1421511 h 1442338"/>
                            <a:gd name="csX200" fmla="*/ 1669034 w 4164329"/>
                            <a:gd name="csY200" fmla="*/ 1422400 h 1442338"/>
                            <a:gd name="csX201" fmla="*/ 1677416 w 4164329"/>
                            <a:gd name="csY201" fmla="*/ 1423416 h 1442338"/>
                            <a:gd name="csX202" fmla="*/ 1685798 w 4164329"/>
                            <a:gd name="csY202" fmla="*/ 1424305 h 1442338"/>
                            <a:gd name="csX203" fmla="*/ 1694053 w 4164329"/>
                            <a:gd name="csY203" fmla="*/ 1425194 h 1442338"/>
                            <a:gd name="csX204" fmla="*/ 1702435 w 4164329"/>
                            <a:gd name="csY204" fmla="*/ 1426083 h 1442338"/>
                            <a:gd name="csX205" fmla="*/ 1710817 w 4164329"/>
                            <a:gd name="csY205" fmla="*/ 1426845 h 1442338"/>
                            <a:gd name="csX206" fmla="*/ 1719072 w 4164329"/>
                            <a:gd name="csY206" fmla="*/ 1427607 h 1442338"/>
                            <a:gd name="csX207" fmla="*/ 1727454 w 4164329"/>
                            <a:gd name="csY207" fmla="*/ 1428496 h 1442338"/>
                            <a:gd name="csX208" fmla="*/ 1735836 w 4164329"/>
                            <a:gd name="csY208" fmla="*/ 1429131 h 1442338"/>
                            <a:gd name="csX209" fmla="*/ 1744218 w 4164329"/>
                            <a:gd name="csY209" fmla="*/ 1429893 h 1442338"/>
                            <a:gd name="csX210" fmla="*/ 1752473 w 4164329"/>
                            <a:gd name="csY210" fmla="*/ 1430528 h 1442338"/>
                            <a:gd name="csX211" fmla="*/ 1760855 w 4164329"/>
                            <a:gd name="csY211" fmla="*/ 1431290 h 1442338"/>
                            <a:gd name="csX212" fmla="*/ 1769237 w 4164329"/>
                            <a:gd name="csY212" fmla="*/ 1431925 h 1442338"/>
                            <a:gd name="csX213" fmla="*/ 1777492 w 4164329"/>
                            <a:gd name="csY213" fmla="*/ 1432433 h 1442338"/>
                            <a:gd name="csX214" fmla="*/ 1785874 w 4164329"/>
                            <a:gd name="csY214" fmla="*/ 1433068 h 1442338"/>
                            <a:gd name="csX215" fmla="*/ 1794256 w 4164329"/>
                            <a:gd name="csY215" fmla="*/ 1433703 h 1442338"/>
                            <a:gd name="csX216" fmla="*/ 1802638 w 4164329"/>
                            <a:gd name="csY216" fmla="*/ 1434211 h 1442338"/>
                            <a:gd name="csX217" fmla="*/ 1810893 w 4164329"/>
                            <a:gd name="csY217" fmla="*/ 1434719 h 1442338"/>
                            <a:gd name="csX218" fmla="*/ 1819275 w 4164329"/>
                            <a:gd name="csY218" fmla="*/ 1435227 h 1442338"/>
                            <a:gd name="csX219" fmla="*/ 1827657 w 4164329"/>
                            <a:gd name="csY219" fmla="*/ 1435735 h 1442338"/>
                            <a:gd name="csX220" fmla="*/ 1835912 w 4164329"/>
                            <a:gd name="csY220" fmla="*/ 1436116 h 1442338"/>
                            <a:gd name="csX221" fmla="*/ 1844294 w 4164329"/>
                            <a:gd name="csY221" fmla="*/ 1436624 h 1442338"/>
                            <a:gd name="csX222" fmla="*/ 1852676 w 4164329"/>
                            <a:gd name="csY222" fmla="*/ 1437005 h 1442338"/>
                            <a:gd name="csX223" fmla="*/ 1861058 w 4164329"/>
                            <a:gd name="csY223" fmla="*/ 1437386 h 1442338"/>
                            <a:gd name="csX224" fmla="*/ 1869313 w 4164329"/>
                            <a:gd name="csY224" fmla="*/ 1437767 h 1442338"/>
                            <a:gd name="csX225" fmla="*/ 1877695 w 4164329"/>
                            <a:gd name="csY225" fmla="*/ 1438148 h 1442338"/>
                            <a:gd name="csX226" fmla="*/ 1886077 w 4164329"/>
                            <a:gd name="csY226" fmla="*/ 1438529 h 1442338"/>
                            <a:gd name="csX227" fmla="*/ 1894332 w 4164329"/>
                            <a:gd name="csY227" fmla="*/ 1438910 h 1442338"/>
                            <a:gd name="csX228" fmla="*/ 1902714 w 4164329"/>
                            <a:gd name="csY228" fmla="*/ 1439164 h 1442338"/>
                            <a:gd name="csX229" fmla="*/ 1911096 w 4164329"/>
                            <a:gd name="csY229" fmla="*/ 1439418 h 1442338"/>
                            <a:gd name="csX230" fmla="*/ 1919478 w 4164329"/>
                            <a:gd name="csY230" fmla="*/ 1439799 h 1442338"/>
                            <a:gd name="csX231" fmla="*/ 1927733 w 4164329"/>
                            <a:gd name="csY231" fmla="*/ 1440053 h 1442338"/>
                            <a:gd name="csX232" fmla="*/ 1936115 w 4164329"/>
                            <a:gd name="csY232" fmla="*/ 1440307 h 1442338"/>
                            <a:gd name="csX233" fmla="*/ 1944497 w 4164329"/>
                            <a:gd name="csY233" fmla="*/ 1440561 h 1442338"/>
                            <a:gd name="csX234" fmla="*/ 1952752 w 4164329"/>
                            <a:gd name="csY234" fmla="*/ 1440688 h 1442338"/>
                            <a:gd name="csX235" fmla="*/ 1961134 w 4164329"/>
                            <a:gd name="csY235" fmla="*/ 1440942 h 1442338"/>
                            <a:gd name="csX236" fmla="*/ 1969516 w 4164329"/>
                            <a:gd name="csY236" fmla="*/ 1441069 h 1442338"/>
                            <a:gd name="csX237" fmla="*/ 1977771 w 4164329"/>
                            <a:gd name="csY237" fmla="*/ 1441323 h 1442338"/>
                            <a:gd name="csX238" fmla="*/ 1986153 w 4164329"/>
                            <a:gd name="csY238" fmla="*/ 1441450 h 1442338"/>
                            <a:gd name="csX239" fmla="*/ 1994535 w 4164329"/>
                            <a:gd name="csY239" fmla="*/ 1441577 h 1442338"/>
                            <a:gd name="csX240" fmla="*/ 2002917 w 4164329"/>
                            <a:gd name="csY240" fmla="*/ 1441704 h 1442338"/>
                            <a:gd name="csX241" fmla="*/ 2011172 w 4164329"/>
                            <a:gd name="csY241" fmla="*/ 1441831 h 1442338"/>
                            <a:gd name="csX242" fmla="*/ 2019554 w 4164329"/>
                            <a:gd name="csY242" fmla="*/ 1441958 h 1442338"/>
                            <a:gd name="csX243" fmla="*/ 2027936 w 4164329"/>
                            <a:gd name="csY243" fmla="*/ 1442085 h 1442338"/>
                            <a:gd name="csX244" fmla="*/ 2036191 w 4164329"/>
                            <a:gd name="csY244" fmla="*/ 1442085 h 1442338"/>
                            <a:gd name="csX245" fmla="*/ 2044573 w 4164329"/>
                            <a:gd name="csY245" fmla="*/ 1442212 h 1442338"/>
                            <a:gd name="csX246" fmla="*/ 2052955 w 4164329"/>
                            <a:gd name="csY246" fmla="*/ 1442212 h 1442338"/>
                            <a:gd name="csX247" fmla="*/ 2061337 w 4164329"/>
                            <a:gd name="csY247" fmla="*/ 1442339 h 1442338"/>
                            <a:gd name="csX248" fmla="*/ 2069592 w 4164329"/>
                            <a:gd name="csY248" fmla="*/ 1442339 h 1442338"/>
                            <a:gd name="csX249" fmla="*/ 2077974 w 4164329"/>
                            <a:gd name="csY249" fmla="*/ 1442339 h 1442338"/>
                            <a:gd name="csX250" fmla="*/ 2086356 w 4164329"/>
                            <a:gd name="csY250" fmla="*/ 1442339 h 1442338"/>
                            <a:gd name="csX251" fmla="*/ 2094611 w 4164329"/>
                            <a:gd name="csY251" fmla="*/ 1442339 h 1442338"/>
                            <a:gd name="csX252" fmla="*/ 2102993 w 4164329"/>
                            <a:gd name="csY252" fmla="*/ 1442339 h 1442338"/>
                            <a:gd name="csX253" fmla="*/ 2111375 w 4164329"/>
                            <a:gd name="csY253" fmla="*/ 1442212 h 1442338"/>
                            <a:gd name="csX254" fmla="*/ 2119757 w 4164329"/>
                            <a:gd name="csY254" fmla="*/ 1442212 h 1442338"/>
                            <a:gd name="csX255" fmla="*/ 2128012 w 4164329"/>
                            <a:gd name="csY255" fmla="*/ 1442085 h 1442338"/>
                            <a:gd name="csX256" fmla="*/ 2136394 w 4164329"/>
                            <a:gd name="csY256" fmla="*/ 1442085 h 1442338"/>
                            <a:gd name="csX257" fmla="*/ 2144776 w 4164329"/>
                            <a:gd name="csY257" fmla="*/ 1441958 h 1442338"/>
                            <a:gd name="csX258" fmla="*/ 2153031 w 4164329"/>
                            <a:gd name="csY258" fmla="*/ 1441831 h 1442338"/>
                            <a:gd name="csX259" fmla="*/ 2161413 w 4164329"/>
                            <a:gd name="csY259" fmla="*/ 1441704 h 1442338"/>
                            <a:gd name="csX260" fmla="*/ 2169795 w 4164329"/>
                            <a:gd name="csY260" fmla="*/ 1441577 h 1442338"/>
                            <a:gd name="csX261" fmla="*/ 2178177 w 4164329"/>
                            <a:gd name="csY261" fmla="*/ 1441450 h 1442338"/>
                            <a:gd name="csX262" fmla="*/ 2186432 w 4164329"/>
                            <a:gd name="csY262" fmla="*/ 1441323 h 1442338"/>
                            <a:gd name="csX263" fmla="*/ 2194814 w 4164329"/>
                            <a:gd name="csY263" fmla="*/ 1441069 h 1442338"/>
                            <a:gd name="csX264" fmla="*/ 2203196 w 4164329"/>
                            <a:gd name="csY264" fmla="*/ 1440942 h 1442338"/>
                            <a:gd name="csX265" fmla="*/ 2211451 w 4164329"/>
                            <a:gd name="csY265" fmla="*/ 1440688 h 1442338"/>
                            <a:gd name="csX266" fmla="*/ 2219833 w 4164329"/>
                            <a:gd name="csY266" fmla="*/ 1440561 h 1442338"/>
                            <a:gd name="csX267" fmla="*/ 2228215 w 4164329"/>
                            <a:gd name="csY267" fmla="*/ 1440307 h 1442338"/>
                            <a:gd name="csX268" fmla="*/ 2236597 w 4164329"/>
                            <a:gd name="csY268" fmla="*/ 1440053 h 1442338"/>
                            <a:gd name="csX269" fmla="*/ 2244852 w 4164329"/>
                            <a:gd name="csY269" fmla="*/ 1439799 h 1442338"/>
                            <a:gd name="csX270" fmla="*/ 2253234 w 4164329"/>
                            <a:gd name="csY270" fmla="*/ 1439418 h 1442338"/>
                            <a:gd name="csX271" fmla="*/ 2261616 w 4164329"/>
                            <a:gd name="csY271" fmla="*/ 1439164 h 1442338"/>
                            <a:gd name="csX272" fmla="*/ 2269871 w 4164329"/>
                            <a:gd name="csY272" fmla="*/ 1438910 h 1442338"/>
                            <a:gd name="csX273" fmla="*/ 2278253 w 4164329"/>
                            <a:gd name="csY273" fmla="*/ 1438529 h 1442338"/>
                            <a:gd name="csX274" fmla="*/ 2286635 w 4164329"/>
                            <a:gd name="csY274" fmla="*/ 1438148 h 1442338"/>
                            <a:gd name="csX275" fmla="*/ 2294890 w 4164329"/>
                            <a:gd name="csY275" fmla="*/ 1437767 h 1442338"/>
                            <a:gd name="csX276" fmla="*/ 2303272 w 4164329"/>
                            <a:gd name="csY276" fmla="*/ 1437386 h 1442338"/>
                            <a:gd name="csX277" fmla="*/ 2311654 w 4164329"/>
                            <a:gd name="csY277" fmla="*/ 1437005 h 1442338"/>
                            <a:gd name="csX278" fmla="*/ 2320036 w 4164329"/>
                            <a:gd name="csY278" fmla="*/ 1436624 h 1442338"/>
                            <a:gd name="csX279" fmla="*/ 2328291 w 4164329"/>
                            <a:gd name="csY279" fmla="*/ 1436116 h 1442338"/>
                            <a:gd name="csX280" fmla="*/ 2336673 w 4164329"/>
                            <a:gd name="csY280" fmla="*/ 1435735 h 1442338"/>
                            <a:gd name="csX281" fmla="*/ 2345055 w 4164329"/>
                            <a:gd name="csY281" fmla="*/ 1435227 h 1442338"/>
                            <a:gd name="csX282" fmla="*/ 2353310 w 4164329"/>
                            <a:gd name="csY282" fmla="*/ 1434719 h 1442338"/>
                            <a:gd name="csX283" fmla="*/ 2361692 w 4164329"/>
                            <a:gd name="csY283" fmla="*/ 1434211 h 1442338"/>
                            <a:gd name="csX284" fmla="*/ 2370074 w 4164329"/>
                            <a:gd name="csY284" fmla="*/ 1433703 h 1442338"/>
                            <a:gd name="csX285" fmla="*/ 2378456 w 4164329"/>
                            <a:gd name="csY285" fmla="*/ 1433068 h 1442338"/>
                            <a:gd name="csX286" fmla="*/ 2386711 w 4164329"/>
                            <a:gd name="csY286" fmla="*/ 1432433 h 1442338"/>
                            <a:gd name="csX287" fmla="*/ 2395093 w 4164329"/>
                            <a:gd name="csY287" fmla="*/ 1431925 h 1442338"/>
                            <a:gd name="csX288" fmla="*/ 2403475 w 4164329"/>
                            <a:gd name="csY288" fmla="*/ 1431290 h 1442338"/>
                            <a:gd name="csX289" fmla="*/ 2411730 w 4164329"/>
                            <a:gd name="csY289" fmla="*/ 1430528 h 1442338"/>
                            <a:gd name="csX290" fmla="*/ 2420112 w 4164329"/>
                            <a:gd name="csY290" fmla="*/ 1429893 h 1442338"/>
                            <a:gd name="csX291" fmla="*/ 2428494 w 4164329"/>
                            <a:gd name="csY291" fmla="*/ 1429131 h 1442338"/>
                            <a:gd name="csX292" fmla="*/ 2436876 w 4164329"/>
                            <a:gd name="csY292" fmla="*/ 1428496 h 1442338"/>
                            <a:gd name="csX293" fmla="*/ 2445131 w 4164329"/>
                            <a:gd name="csY293" fmla="*/ 1427607 h 1442338"/>
                            <a:gd name="csX294" fmla="*/ 2453513 w 4164329"/>
                            <a:gd name="csY294" fmla="*/ 1426845 h 1442338"/>
                            <a:gd name="csX295" fmla="*/ 2461895 w 4164329"/>
                            <a:gd name="csY295" fmla="*/ 1426083 h 1442338"/>
                            <a:gd name="csX296" fmla="*/ 2470150 w 4164329"/>
                            <a:gd name="csY296" fmla="*/ 1425194 h 1442338"/>
                            <a:gd name="csX297" fmla="*/ 2478532 w 4164329"/>
                            <a:gd name="csY297" fmla="*/ 1424305 h 1442338"/>
                            <a:gd name="csX298" fmla="*/ 2486914 w 4164329"/>
                            <a:gd name="csY298" fmla="*/ 1423416 h 1442338"/>
                            <a:gd name="csX299" fmla="*/ 2495296 w 4164329"/>
                            <a:gd name="csY299" fmla="*/ 1422400 h 1442338"/>
                            <a:gd name="csX300" fmla="*/ 2503551 w 4164329"/>
                            <a:gd name="csY300" fmla="*/ 1421511 h 1442338"/>
                            <a:gd name="csX301" fmla="*/ 2511933 w 4164329"/>
                            <a:gd name="csY301" fmla="*/ 1420495 h 1442338"/>
                            <a:gd name="csX302" fmla="*/ 2520315 w 4164329"/>
                            <a:gd name="csY302" fmla="*/ 1419352 h 1442338"/>
                            <a:gd name="csX303" fmla="*/ 2528570 w 4164329"/>
                            <a:gd name="csY303" fmla="*/ 1418336 h 1442338"/>
                            <a:gd name="csX304" fmla="*/ 2536952 w 4164329"/>
                            <a:gd name="csY304" fmla="*/ 1417193 h 1442338"/>
                            <a:gd name="csX305" fmla="*/ 2545334 w 4164329"/>
                            <a:gd name="csY305" fmla="*/ 1416050 h 1442338"/>
                            <a:gd name="csX306" fmla="*/ 2553716 w 4164329"/>
                            <a:gd name="csY306" fmla="*/ 1414780 h 1442338"/>
                            <a:gd name="csX307" fmla="*/ 2561971 w 4164329"/>
                            <a:gd name="csY307" fmla="*/ 1413510 h 1442338"/>
                            <a:gd name="csX308" fmla="*/ 2570353 w 4164329"/>
                            <a:gd name="csY308" fmla="*/ 1412240 h 1442338"/>
                            <a:gd name="csX309" fmla="*/ 2578735 w 4164329"/>
                            <a:gd name="csY309" fmla="*/ 1410970 h 1442338"/>
                            <a:gd name="csX310" fmla="*/ 2586990 w 4164329"/>
                            <a:gd name="csY310" fmla="*/ 1409573 h 1442338"/>
                            <a:gd name="csX311" fmla="*/ 2595372 w 4164329"/>
                            <a:gd name="csY311" fmla="*/ 1408176 h 1442338"/>
                            <a:gd name="csX312" fmla="*/ 2603754 w 4164329"/>
                            <a:gd name="csY312" fmla="*/ 1406652 h 1442338"/>
                            <a:gd name="csX313" fmla="*/ 2612009 w 4164329"/>
                            <a:gd name="csY313" fmla="*/ 1405128 h 1442338"/>
                            <a:gd name="csX314" fmla="*/ 2620391 w 4164329"/>
                            <a:gd name="csY314" fmla="*/ 1403604 h 1442338"/>
                            <a:gd name="csX315" fmla="*/ 2628773 w 4164329"/>
                            <a:gd name="csY315" fmla="*/ 1401953 h 1442338"/>
                            <a:gd name="csX316" fmla="*/ 2637155 w 4164329"/>
                            <a:gd name="csY316" fmla="*/ 1400302 h 1442338"/>
                            <a:gd name="csX317" fmla="*/ 2645410 w 4164329"/>
                            <a:gd name="csY317" fmla="*/ 1398524 h 1442338"/>
                            <a:gd name="csX318" fmla="*/ 2653792 w 4164329"/>
                            <a:gd name="csY318" fmla="*/ 1396746 h 1442338"/>
                            <a:gd name="csX319" fmla="*/ 2662174 w 4164329"/>
                            <a:gd name="csY319" fmla="*/ 1394968 h 1442338"/>
                            <a:gd name="csX320" fmla="*/ 2670429 w 4164329"/>
                            <a:gd name="csY320" fmla="*/ 1393063 h 1442338"/>
                            <a:gd name="csX321" fmla="*/ 2678811 w 4164329"/>
                            <a:gd name="csY321" fmla="*/ 1391031 h 1442338"/>
                            <a:gd name="csX322" fmla="*/ 2687193 w 4164329"/>
                            <a:gd name="csY322" fmla="*/ 1389126 h 1442338"/>
                            <a:gd name="csX323" fmla="*/ 2695575 w 4164329"/>
                            <a:gd name="csY323" fmla="*/ 1386967 h 1442338"/>
                            <a:gd name="csX324" fmla="*/ 2703830 w 4164329"/>
                            <a:gd name="csY324" fmla="*/ 1384808 h 1442338"/>
                            <a:gd name="csX325" fmla="*/ 2712212 w 4164329"/>
                            <a:gd name="csY325" fmla="*/ 1382649 h 1442338"/>
                            <a:gd name="csX326" fmla="*/ 2720594 w 4164329"/>
                            <a:gd name="csY326" fmla="*/ 1380363 h 1442338"/>
                            <a:gd name="csX327" fmla="*/ 2728849 w 4164329"/>
                            <a:gd name="csY327" fmla="*/ 1377950 h 1442338"/>
                            <a:gd name="csX328" fmla="*/ 2737231 w 4164329"/>
                            <a:gd name="csY328" fmla="*/ 1375537 h 1442338"/>
                            <a:gd name="csX329" fmla="*/ 2745613 w 4164329"/>
                            <a:gd name="csY329" fmla="*/ 1372997 h 1442338"/>
                            <a:gd name="csX330" fmla="*/ 2753995 w 4164329"/>
                            <a:gd name="csY330" fmla="*/ 1370457 h 1442338"/>
                            <a:gd name="csX331" fmla="*/ 2762250 w 4164329"/>
                            <a:gd name="csY331" fmla="*/ 1367790 h 1442338"/>
                            <a:gd name="csX332" fmla="*/ 2770632 w 4164329"/>
                            <a:gd name="csY332" fmla="*/ 1364996 h 1442338"/>
                            <a:gd name="csX333" fmla="*/ 2779014 w 4164329"/>
                            <a:gd name="csY333" fmla="*/ 1362202 h 1442338"/>
                            <a:gd name="csX334" fmla="*/ 2787269 w 4164329"/>
                            <a:gd name="csY334" fmla="*/ 1359281 h 1442338"/>
                            <a:gd name="csX335" fmla="*/ 2795651 w 4164329"/>
                            <a:gd name="csY335" fmla="*/ 1356360 h 1442338"/>
                            <a:gd name="csX336" fmla="*/ 2804033 w 4164329"/>
                            <a:gd name="csY336" fmla="*/ 1353185 h 1442338"/>
                            <a:gd name="csX337" fmla="*/ 2812415 w 4164329"/>
                            <a:gd name="csY337" fmla="*/ 1350010 h 1442338"/>
                            <a:gd name="csX338" fmla="*/ 2820670 w 4164329"/>
                            <a:gd name="csY338" fmla="*/ 1346708 h 1442338"/>
                            <a:gd name="csX339" fmla="*/ 2829052 w 4164329"/>
                            <a:gd name="csY339" fmla="*/ 1343406 h 1442338"/>
                            <a:gd name="csX340" fmla="*/ 2837434 w 4164329"/>
                            <a:gd name="csY340" fmla="*/ 1339977 h 1442338"/>
                            <a:gd name="csX341" fmla="*/ 2845689 w 4164329"/>
                            <a:gd name="csY341" fmla="*/ 1336421 h 1442338"/>
                            <a:gd name="csX342" fmla="*/ 2854071 w 4164329"/>
                            <a:gd name="csY342" fmla="*/ 1332738 h 1442338"/>
                            <a:gd name="csX343" fmla="*/ 2862453 w 4164329"/>
                            <a:gd name="csY343" fmla="*/ 1328928 h 1442338"/>
                            <a:gd name="csX344" fmla="*/ 2870835 w 4164329"/>
                            <a:gd name="csY344" fmla="*/ 1324991 h 1442338"/>
                            <a:gd name="csX345" fmla="*/ 2879090 w 4164329"/>
                            <a:gd name="csY345" fmla="*/ 1321054 h 1442338"/>
                            <a:gd name="csX346" fmla="*/ 2887472 w 4164329"/>
                            <a:gd name="csY346" fmla="*/ 1316863 h 1442338"/>
                            <a:gd name="csX347" fmla="*/ 2895854 w 4164329"/>
                            <a:gd name="csY347" fmla="*/ 1312672 h 1442338"/>
                            <a:gd name="csX348" fmla="*/ 2904109 w 4164329"/>
                            <a:gd name="csY348" fmla="*/ 1308354 h 1442338"/>
                            <a:gd name="csX349" fmla="*/ 2912491 w 4164329"/>
                            <a:gd name="csY349" fmla="*/ 1303909 h 1442338"/>
                            <a:gd name="csX350" fmla="*/ 2920873 w 4164329"/>
                            <a:gd name="csY350" fmla="*/ 1299337 h 1442338"/>
                            <a:gd name="csX351" fmla="*/ 2929128 w 4164329"/>
                            <a:gd name="csY351" fmla="*/ 1294638 h 1442338"/>
                            <a:gd name="csX352" fmla="*/ 2937510 w 4164329"/>
                            <a:gd name="csY352" fmla="*/ 1289812 h 1442338"/>
                            <a:gd name="csX353" fmla="*/ 2945892 w 4164329"/>
                            <a:gd name="csY353" fmla="*/ 1284859 h 1442338"/>
                            <a:gd name="csX354" fmla="*/ 2954274 w 4164329"/>
                            <a:gd name="csY354" fmla="*/ 1279779 h 1442338"/>
                            <a:gd name="csX355" fmla="*/ 2962529 w 4164329"/>
                            <a:gd name="csY355" fmla="*/ 1274445 h 1442338"/>
                            <a:gd name="csX356" fmla="*/ 2970911 w 4164329"/>
                            <a:gd name="csY356" fmla="*/ 1269111 h 1442338"/>
                            <a:gd name="csX357" fmla="*/ 2979293 w 4164329"/>
                            <a:gd name="csY357" fmla="*/ 1263650 h 1442338"/>
                            <a:gd name="csX358" fmla="*/ 2987548 w 4164329"/>
                            <a:gd name="csY358" fmla="*/ 1257935 h 1442338"/>
                            <a:gd name="csX359" fmla="*/ 2995930 w 4164329"/>
                            <a:gd name="csY359" fmla="*/ 1252220 h 1442338"/>
                            <a:gd name="csX360" fmla="*/ 3004312 w 4164329"/>
                            <a:gd name="csY360" fmla="*/ 1246251 h 1442338"/>
                            <a:gd name="csX361" fmla="*/ 3012694 w 4164329"/>
                            <a:gd name="csY361" fmla="*/ 1240155 h 1442338"/>
                            <a:gd name="csX362" fmla="*/ 3020949 w 4164329"/>
                            <a:gd name="csY362" fmla="*/ 1233932 h 1442338"/>
                            <a:gd name="csX363" fmla="*/ 3029331 w 4164329"/>
                            <a:gd name="csY363" fmla="*/ 1227582 h 1442338"/>
                            <a:gd name="csX364" fmla="*/ 3037713 w 4164329"/>
                            <a:gd name="csY364" fmla="*/ 1221105 h 1442338"/>
                            <a:gd name="csX365" fmla="*/ 3045968 w 4164329"/>
                            <a:gd name="csY365" fmla="*/ 1214374 h 1442338"/>
                            <a:gd name="csX366" fmla="*/ 3054350 w 4164329"/>
                            <a:gd name="csY366" fmla="*/ 1207516 h 1442338"/>
                            <a:gd name="csX367" fmla="*/ 3062732 w 4164329"/>
                            <a:gd name="csY367" fmla="*/ 1200531 h 1442338"/>
                            <a:gd name="csX368" fmla="*/ 3071114 w 4164329"/>
                            <a:gd name="csY368" fmla="*/ 1193419 h 1442338"/>
                            <a:gd name="csX369" fmla="*/ 3079369 w 4164329"/>
                            <a:gd name="csY369" fmla="*/ 1186053 h 1442338"/>
                            <a:gd name="csX370" fmla="*/ 3087751 w 4164329"/>
                            <a:gd name="csY370" fmla="*/ 1178560 h 1442338"/>
                            <a:gd name="csX371" fmla="*/ 3096133 w 4164329"/>
                            <a:gd name="csY371" fmla="*/ 1170940 h 1442338"/>
                            <a:gd name="csX372" fmla="*/ 3104388 w 4164329"/>
                            <a:gd name="csY372" fmla="*/ 1163193 h 1442338"/>
                            <a:gd name="csX373" fmla="*/ 3112770 w 4164329"/>
                            <a:gd name="csY373" fmla="*/ 1155192 h 1442338"/>
                            <a:gd name="csX374" fmla="*/ 3121152 w 4164329"/>
                            <a:gd name="csY374" fmla="*/ 1147064 h 1442338"/>
                            <a:gd name="csX375" fmla="*/ 3129534 w 4164329"/>
                            <a:gd name="csY375" fmla="*/ 1138809 h 1442338"/>
                            <a:gd name="csX376" fmla="*/ 3137789 w 4164329"/>
                            <a:gd name="csY376" fmla="*/ 1130300 h 1442338"/>
                            <a:gd name="csX377" fmla="*/ 3146171 w 4164329"/>
                            <a:gd name="csY377" fmla="*/ 1121664 h 1442338"/>
                            <a:gd name="csX378" fmla="*/ 3154553 w 4164329"/>
                            <a:gd name="csY378" fmla="*/ 1112901 h 1442338"/>
                            <a:gd name="csX379" fmla="*/ 3162808 w 4164329"/>
                            <a:gd name="csY379" fmla="*/ 1103884 h 1442338"/>
                            <a:gd name="csX380" fmla="*/ 3171190 w 4164329"/>
                            <a:gd name="csY380" fmla="*/ 1094740 h 1442338"/>
                            <a:gd name="csX381" fmla="*/ 3179572 w 4164329"/>
                            <a:gd name="csY381" fmla="*/ 1085469 h 1442338"/>
                            <a:gd name="csX382" fmla="*/ 3187954 w 4164329"/>
                            <a:gd name="csY382" fmla="*/ 1076071 h 1442338"/>
                            <a:gd name="csX383" fmla="*/ 3196209 w 4164329"/>
                            <a:gd name="csY383" fmla="*/ 1066419 h 1442338"/>
                            <a:gd name="csX384" fmla="*/ 3204591 w 4164329"/>
                            <a:gd name="csY384" fmla="*/ 1056640 h 1442338"/>
                            <a:gd name="csX385" fmla="*/ 3212973 w 4164329"/>
                            <a:gd name="csY385" fmla="*/ 1046734 h 1442338"/>
                            <a:gd name="csX386" fmla="*/ 3221228 w 4164329"/>
                            <a:gd name="csY386" fmla="*/ 1036574 h 1442338"/>
                            <a:gd name="csX387" fmla="*/ 3229610 w 4164329"/>
                            <a:gd name="csY387" fmla="*/ 1026287 h 1442338"/>
                            <a:gd name="csX388" fmla="*/ 3237992 w 4164329"/>
                            <a:gd name="csY388" fmla="*/ 1016000 h 1442338"/>
                            <a:gd name="csX389" fmla="*/ 3246374 w 4164329"/>
                            <a:gd name="csY389" fmla="*/ 1005332 h 1442338"/>
                            <a:gd name="csX390" fmla="*/ 3254629 w 4164329"/>
                            <a:gd name="csY390" fmla="*/ 994664 h 1442338"/>
                            <a:gd name="csX391" fmla="*/ 3263011 w 4164329"/>
                            <a:gd name="csY391" fmla="*/ 983869 h 1442338"/>
                            <a:gd name="csX392" fmla="*/ 3271393 w 4164329"/>
                            <a:gd name="csY392" fmla="*/ 972820 h 1442338"/>
                            <a:gd name="csX393" fmla="*/ 3279648 w 4164329"/>
                            <a:gd name="csY393" fmla="*/ 961644 h 1442338"/>
                            <a:gd name="csX394" fmla="*/ 3288030 w 4164329"/>
                            <a:gd name="csY394" fmla="*/ 950468 h 1442338"/>
                            <a:gd name="csX395" fmla="*/ 3296412 w 4164329"/>
                            <a:gd name="csY395" fmla="*/ 939038 h 1442338"/>
                            <a:gd name="csX396" fmla="*/ 3304667 w 4164329"/>
                            <a:gd name="csY396" fmla="*/ 927481 h 1442338"/>
                            <a:gd name="csX397" fmla="*/ 3313049 w 4164329"/>
                            <a:gd name="csY397" fmla="*/ 915797 h 1442338"/>
                            <a:gd name="csX398" fmla="*/ 3321431 w 4164329"/>
                            <a:gd name="csY398" fmla="*/ 904113 h 1442338"/>
                            <a:gd name="csX399" fmla="*/ 3329813 w 4164329"/>
                            <a:gd name="csY399" fmla="*/ 892175 h 1442338"/>
                            <a:gd name="csX400" fmla="*/ 3338068 w 4164329"/>
                            <a:gd name="csY400" fmla="*/ 880237 h 1442338"/>
                            <a:gd name="csX401" fmla="*/ 3346450 w 4164329"/>
                            <a:gd name="csY401" fmla="*/ 868045 h 1442338"/>
                            <a:gd name="csX402" fmla="*/ 3354832 w 4164329"/>
                            <a:gd name="csY402" fmla="*/ 855853 h 1442338"/>
                            <a:gd name="csX403" fmla="*/ 3363087 w 4164329"/>
                            <a:gd name="csY403" fmla="*/ 843661 h 1442338"/>
                            <a:gd name="csX404" fmla="*/ 3371469 w 4164329"/>
                            <a:gd name="csY404" fmla="*/ 831215 h 1442338"/>
                            <a:gd name="csX405" fmla="*/ 3379851 w 4164329"/>
                            <a:gd name="csY405" fmla="*/ 818769 h 1442338"/>
                            <a:gd name="csX406" fmla="*/ 3388233 w 4164329"/>
                            <a:gd name="csY406" fmla="*/ 806323 h 1442338"/>
                            <a:gd name="csX407" fmla="*/ 3396488 w 4164329"/>
                            <a:gd name="csY407" fmla="*/ 793623 h 1442338"/>
                            <a:gd name="csX408" fmla="*/ 3404870 w 4164329"/>
                            <a:gd name="csY408" fmla="*/ 781050 h 1442338"/>
                            <a:gd name="csX409" fmla="*/ 3413252 w 4164329"/>
                            <a:gd name="csY409" fmla="*/ 768350 h 1442338"/>
                            <a:gd name="csX410" fmla="*/ 3421507 w 4164329"/>
                            <a:gd name="csY410" fmla="*/ 755523 h 1442338"/>
                            <a:gd name="csX411" fmla="*/ 3429889 w 4164329"/>
                            <a:gd name="csY411" fmla="*/ 742823 h 1442338"/>
                            <a:gd name="csX412" fmla="*/ 3438271 w 4164329"/>
                            <a:gd name="csY412" fmla="*/ 729996 h 1442338"/>
                            <a:gd name="csX413" fmla="*/ 3446653 w 4164329"/>
                            <a:gd name="csY413" fmla="*/ 717042 h 1442338"/>
                            <a:gd name="csX414" fmla="*/ 3454908 w 4164329"/>
                            <a:gd name="csY414" fmla="*/ 704215 h 1442338"/>
                            <a:gd name="csX415" fmla="*/ 3463290 w 4164329"/>
                            <a:gd name="csY415" fmla="*/ 691261 h 1442338"/>
                            <a:gd name="csX416" fmla="*/ 3471672 w 4164329"/>
                            <a:gd name="csY416" fmla="*/ 678434 h 1442338"/>
                            <a:gd name="csX417" fmla="*/ 3479927 w 4164329"/>
                            <a:gd name="csY417" fmla="*/ 665480 h 1442338"/>
                            <a:gd name="csX418" fmla="*/ 3488309 w 4164329"/>
                            <a:gd name="csY418" fmla="*/ 652653 h 1442338"/>
                            <a:gd name="csX419" fmla="*/ 3496691 w 4164329"/>
                            <a:gd name="csY419" fmla="*/ 639826 h 1442338"/>
                            <a:gd name="csX420" fmla="*/ 3505073 w 4164329"/>
                            <a:gd name="csY420" fmla="*/ 626872 h 1442338"/>
                            <a:gd name="csX421" fmla="*/ 3513328 w 4164329"/>
                            <a:gd name="csY421" fmla="*/ 614172 h 1442338"/>
                            <a:gd name="csX422" fmla="*/ 3521710 w 4164329"/>
                            <a:gd name="csY422" fmla="*/ 601345 h 1442338"/>
                            <a:gd name="csX423" fmla="*/ 3530092 w 4164329"/>
                            <a:gd name="csY423" fmla="*/ 588645 h 1442338"/>
                            <a:gd name="csX424" fmla="*/ 3538347 w 4164329"/>
                            <a:gd name="csY424" fmla="*/ 575945 h 1442338"/>
                            <a:gd name="csX425" fmla="*/ 3546729 w 4164329"/>
                            <a:gd name="csY425" fmla="*/ 563372 h 1442338"/>
                            <a:gd name="csX426" fmla="*/ 3555111 w 4164329"/>
                            <a:gd name="csY426" fmla="*/ 550799 h 1442338"/>
                            <a:gd name="csX427" fmla="*/ 3563493 w 4164329"/>
                            <a:gd name="csY427" fmla="*/ 538226 h 1442338"/>
                            <a:gd name="csX428" fmla="*/ 3571748 w 4164329"/>
                            <a:gd name="csY428" fmla="*/ 525907 h 1442338"/>
                            <a:gd name="csX429" fmla="*/ 3580130 w 4164329"/>
                            <a:gd name="csY429" fmla="*/ 513588 h 1442338"/>
                            <a:gd name="csX430" fmla="*/ 3588512 w 4164329"/>
                            <a:gd name="csY430" fmla="*/ 501269 h 1442338"/>
                            <a:gd name="csX431" fmla="*/ 3596767 w 4164329"/>
                            <a:gd name="csY431" fmla="*/ 489204 h 1442338"/>
                            <a:gd name="csX432" fmla="*/ 3605149 w 4164329"/>
                            <a:gd name="csY432" fmla="*/ 477139 h 1442338"/>
                            <a:gd name="csX433" fmla="*/ 3613531 w 4164329"/>
                            <a:gd name="csY433" fmla="*/ 465201 h 1442338"/>
                            <a:gd name="csX434" fmla="*/ 3621786 w 4164329"/>
                            <a:gd name="csY434" fmla="*/ 453390 h 1442338"/>
                            <a:gd name="csX435" fmla="*/ 3630168 w 4164329"/>
                            <a:gd name="csY435" fmla="*/ 441706 h 1442338"/>
                            <a:gd name="csX436" fmla="*/ 3638550 w 4164329"/>
                            <a:gd name="csY436" fmla="*/ 430022 h 1442338"/>
                            <a:gd name="csX437" fmla="*/ 3646932 w 4164329"/>
                            <a:gd name="csY437" fmla="*/ 418592 h 1442338"/>
                            <a:gd name="csX438" fmla="*/ 3655187 w 4164329"/>
                            <a:gd name="csY438" fmla="*/ 407289 h 1442338"/>
                            <a:gd name="csX439" fmla="*/ 3663569 w 4164329"/>
                            <a:gd name="csY439" fmla="*/ 396113 h 1442338"/>
                            <a:gd name="csX440" fmla="*/ 3671951 w 4164329"/>
                            <a:gd name="csY440" fmla="*/ 385064 h 1442338"/>
                            <a:gd name="csX441" fmla="*/ 3680206 w 4164329"/>
                            <a:gd name="csY441" fmla="*/ 374142 h 1442338"/>
                            <a:gd name="csX442" fmla="*/ 3688588 w 4164329"/>
                            <a:gd name="csY442" fmla="*/ 363347 h 1442338"/>
                            <a:gd name="csX443" fmla="*/ 3696970 w 4164329"/>
                            <a:gd name="csY443" fmla="*/ 352679 h 1442338"/>
                            <a:gd name="csX444" fmla="*/ 3705352 w 4164329"/>
                            <a:gd name="csY444" fmla="*/ 342265 h 1442338"/>
                            <a:gd name="csX445" fmla="*/ 3713607 w 4164329"/>
                            <a:gd name="csY445" fmla="*/ 331978 h 1442338"/>
                            <a:gd name="csX446" fmla="*/ 3721989 w 4164329"/>
                            <a:gd name="csY446" fmla="*/ 321818 h 1442338"/>
                            <a:gd name="csX447" fmla="*/ 3730371 w 4164329"/>
                            <a:gd name="csY447" fmla="*/ 311785 h 1442338"/>
                            <a:gd name="csX448" fmla="*/ 3738626 w 4164329"/>
                            <a:gd name="csY448" fmla="*/ 301879 h 1442338"/>
                            <a:gd name="csX449" fmla="*/ 3747008 w 4164329"/>
                            <a:gd name="csY449" fmla="*/ 292227 h 1442338"/>
                            <a:gd name="csX450" fmla="*/ 3755390 w 4164329"/>
                            <a:gd name="csY450" fmla="*/ 282702 h 1442338"/>
                            <a:gd name="csX451" fmla="*/ 3763772 w 4164329"/>
                            <a:gd name="csY451" fmla="*/ 273304 h 1442338"/>
                            <a:gd name="csX452" fmla="*/ 3772027 w 4164329"/>
                            <a:gd name="csY452" fmla="*/ 264160 h 1442338"/>
                            <a:gd name="csX453" fmla="*/ 3780409 w 4164329"/>
                            <a:gd name="csY453" fmla="*/ 255143 h 1442338"/>
                            <a:gd name="csX454" fmla="*/ 3788791 w 4164329"/>
                            <a:gd name="csY454" fmla="*/ 246253 h 1442338"/>
                            <a:gd name="csX455" fmla="*/ 3797046 w 4164329"/>
                            <a:gd name="csY455" fmla="*/ 237490 h 1442338"/>
                            <a:gd name="csX456" fmla="*/ 3805428 w 4164329"/>
                            <a:gd name="csY456" fmla="*/ 228981 h 1442338"/>
                            <a:gd name="csX457" fmla="*/ 3813810 w 4164329"/>
                            <a:gd name="csY457" fmla="*/ 220599 h 1442338"/>
                            <a:gd name="csX458" fmla="*/ 3822192 w 4164329"/>
                            <a:gd name="csY458" fmla="*/ 212471 h 1442338"/>
                            <a:gd name="csX459" fmla="*/ 3830447 w 4164329"/>
                            <a:gd name="csY459" fmla="*/ 204343 h 1442338"/>
                            <a:gd name="csX460" fmla="*/ 3838829 w 4164329"/>
                            <a:gd name="csY460" fmla="*/ 196469 h 1442338"/>
                            <a:gd name="csX461" fmla="*/ 3847211 w 4164329"/>
                            <a:gd name="csY461" fmla="*/ 188722 h 1442338"/>
                            <a:gd name="csX462" fmla="*/ 3855466 w 4164329"/>
                            <a:gd name="csY462" fmla="*/ 181229 h 1442338"/>
                            <a:gd name="csX463" fmla="*/ 3863848 w 4164329"/>
                            <a:gd name="csY463" fmla="*/ 173863 h 1442338"/>
                            <a:gd name="csX464" fmla="*/ 3872230 w 4164329"/>
                            <a:gd name="csY464" fmla="*/ 166624 h 1442338"/>
                            <a:gd name="csX465" fmla="*/ 3880612 w 4164329"/>
                            <a:gd name="csY465" fmla="*/ 159512 h 1442338"/>
                            <a:gd name="csX466" fmla="*/ 3888867 w 4164329"/>
                            <a:gd name="csY466" fmla="*/ 152654 h 1442338"/>
                            <a:gd name="csX467" fmla="*/ 3897249 w 4164329"/>
                            <a:gd name="csY467" fmla="*/ 145923 h 1442338"/>
                            <a:gd name="csX468" fmla="*/ 3905631 w 4164329"/>
                            <a:gd name="csY468" fmla="*/ 139319 h 1442338"/>
                            <a:gd name="csX469" fmla="*/ 3913886 w 4164329"/>
                            <a:gd name="csY469" fmla="*/ 132842 h 1442338"/>
                            <a:gd name="csX470" fmla="*/ 3922268 w 4164329"/>
                            <a:gd name="csY470" fmla="*/ 126492 h 1442338"/>
                            <a:gd name="csX471" fmla="*/ 3930650 w 4164329"/>
                            <a:gd name="csY471" fmla="*/ 120396 h 1442338"/>
                            <a:gd name="csX472" fmla="*/ 3938905 w 4164329"/>
                            <a:gd name="csY472" fmla="*/ 114427 h 1442338"/>
                            <a:gd name="csX473" fmla="*/ 3947287 w 4164329"/>
                            <a:gd name="csY473" fmla="*/ 108585 h 1442338"/>
                            <a:gd name="csX474" fmla="*/ 3955669 w 4164329"/>
                            <a:gd name="csY474" fmla="*/ 102870 h 1442338"/>
                            <a:gd name="csX475" fmla="*/ 3964051 w 4164329"/>
                            <a:gd name="csY475" fmla="*/ 97282 h 1442338"/>
                            <a:gd name="csX476" fmla="*/ 3972306 w 4164329"/>
                            <a:gd name="csY476" fmla="*/ 91821 h 1442338"/>
                            <a:gd name="csX477" fmla="*/ 3980688 w 4164329"/>
                            <a:gd name="csY477" fmla="*/ 86487 h 1442338"/>
                            <a:gd name="csX478" fmla="*/ 3989070 w 4164329"/>
                            <a:gd name="csY478" fmla="*/ 81407 h 1442338"/>
                            <a:gd name="csX479" fmla="*/ 3997325 w 4164329"/>
                            <a:gd name="csY479" fmla="*/ 76327 h 1442338"/>
                            <a:gd name="csX480" fmla="*/ 4005707 w 4164329"/>
                            <a:gd name="csY480" fmla="*/ 71501 h 1442338"/>
                            <a:gd name="csX481" fmla="*/ 4014089 w 4164329"/>
                            <a:gd name="csY481" fmla="*/ 66675 h 1442338"/>
                            <a:gd name="csX482" fmla="*/ 4022471 w 4164329"/>
                            <a:gd name="csY482" fmla="*/ 62103 h 1442338"/>
                            <a:gd name="csX483" fmla="*/ 4030726 w 4164329"/>
                            <a:gd name="csY483" fmla="*/ 57531 h 1442338"/>
                            <a:gd name="csX484" fmla="*/ 4039108 w 4164329"/>
                            <a:gd name="csY484" fmla="*/ 53086 h 1442338"/>
                            <a:gd name="csX485" fmla="*/ 4047490 w 4164329"/>
                            <a:gd name="csY485" fmla="*/ 48895 h 1442338"/>
                            <a:gd name="csX486" fmla="*/ 4055745 w 4164329"/>
                            <a:gd name="csY486" fmla="*/ 44704 h 1442338"/>
                            <a:gd name="csX487" fmla="*/ 4064127 w 4164329"/>
                            <a:gd name="csY487" fmla="*/ 40640 h 1442338"/>
                            <a:gd name="csX488" fmla="*/ 4072509 w 4164329"/>
                            <a:gd name="csY488" fmla="*/ 36703 h 1442338"/>
                            <a:gd name="csX489" fmla="*/ 4080891 w 4164329"/>
                            <a:gd name="csY489" fmla="*/ 32893 h 1442338"/>
                            <a:gd name="csX490" fmla="*/ 4089146 w 4164329"/>
                            <a:gd name="csY490" fmla="*/ 29083 h 1442338"/>
                            <a:gd name="csX491" fmla="*/ 4097528 w 4164329"/>
                            <a:gd name="csY491" fmla="*/ 25527 h 1442338"/>
                            <a:gd name="csX492" fmla="*/ 4105910 w 4164329"/>
                            <a:gd name="csY492" fmla="*/ 21971 h 1442338"/>
                            <a:gd name="csX493" fmla="*/ 4114165 w 4164329"/>
                            <a:gd name="csY493" fmla="*/ 18542 h 1442338"/>
                            <a:gd name="csX494" fmla="*/ 4122547 w 4164329"/>
                            <a:gd name="csY494" fmla="*/ 15240 h 1442338"/>
                            <a:gd name="csX495" fmla="*/ 4130929 w 4164329"/>
                            <a:gd name="csY495" fmla="*/ 11938 h 1442338"/>
                            <a:gd name="csX496" fmla="*/ 4139311 w 4164329"/>
                            <a:gd name="csY496" fmla="*/ 8890 h 1442338"/>
                            <a:gd name="csX497" fmla="*/ 4147566 w 4164329"/>
                            <a:gd name="csY497" fmla="*/ 5842 h 1442338"/>
                            <a:gd name="csX498" fmla="*/ 4155948 w 4164329"/>
                            <a:gd name="csY498" fmla="*/ 2794 h 1442338"/>
                            <a:gd name="csX499" fmla="*/ 4164330 w 4164329"/>
                            <a:gd name="csY499" fmla="*/ 0 h 1442338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442338">
                              <a:moveTo>
                                <a:pt x="0" y="0"/>
                              </a:moveTo>
                              <a:lnTo>
                                <a:pt x="8382" y="2794"/>
                              </a:lnTo>
                              <a:lnTo>
                                <a:pt x="16637" y="5842"/>
                              </a:lnTo>
                              <a:lnTo>
                                <a:pt x="25019" y="8890"/>
                              </a:lnTo>
                              <a:lnTo>
                                <a:pt x="33401" y="11938"/>
                              </a:lnTo>
                              <a:lnTo>
                                <a:pt x="41783" y="15240"/>
                              </a:lnTo>
                              <a:lnTo>
                                <a:pt x="50038" y="18542"/>
                              </a:lnTo>
                              <a:lnTo>
                                <a:pt x="58420" y="21971"/>
                              </a:lnTo>
                              <a:lnTo>
                                <a:pt x="66802" y="25527"/>
                              </a:lnTo>
                              <a:lnTo>
                                <a:pt x="75057" y="29083"/>
                              </a:lnTo>
                              <a:lnTo>
                                <a:pt x="83439" y="32893"/>
                              </a:lnTo>
                              <a:lnTo>
                                <a:pt x="91821" y="36703"/>
                              </a:lnTo>
                              <a:lnTo>
                                <a:pt x="100203" y="40640"/>
                              </a:lnTo>
                              <a:lnTo>
                                <a:pt x="108458" y="44704"/>
                              </a:lnTo>
                              <a:lnTo>
                                <a:pt x="116840" y="48895"/>
                              </a:lnTo>
                              <a:lnTo>
                                <a:pt x="125222" y="53086"/>
                              </a:lnTo>
                              <a:lnTo>
                                <a:pt x="133477" y="57531"/>
                              </a:lnTo>
                              <a:lnTo>
                                <a:pt x="141859" y="62103"/>
                              </a:lnTo>
                              <a:lnTo>
                                <a:pt x="150241" y="66675"/>
                              </a:lnTo>
                              <a:lnTo>
                                <a:pt x="158623" y="71501"/>
                              </a:lnTo>
                              <a:lnTo>
                                <a:pt x="166878" y="76327"/>
                              </a:lnTo>
                              <a:lnTo>
                                <a:pt x="175260" y="81407"/>
                              </a:lnTo>
                              <a:lnTo>
                                <a:pt x="183642" y="86487"/>
                              </a:lnTo>
                              <a:lnTo>
                                <a:pt x="191897" y="91821"/>
                              </a:lnTo>
                              <a:lnTo>
                                <a:pt x="200279" y="97282"/>
                              </a:lnTo>
                              <a:lnTo>
                                <a:pt x="208661" y="102870"/>
                              </a:lnTo>
                              <a:lnTo>
                                <a:pt x="217043" y="108585"/>
                              </a:lnTo>
                              <a:lnTo>
                                <a:pt x="225298" y="114427"/>
                              </a:lnTo>
                              <a:lnTo>
                                <a:pt x="233680" y="120396"/>
                              </a:lnTo>
                              <a:lnTo>
                                <a:pt x="242062" y="126492"/>
                              </a:lnTo>
                              <a:lnTo>
                                <a:pt x="250317" y="132842"/>
                              </a:lnTo>
                              <a:lnTo>
                                <a:pt x="258699" y="139319"/>
                              </a:lnTo>
                              <a:lnTo>
                                <a:pt x="267081" y="145923"/>
                              </a:lnTo>
                              <a:lnTo>
                                <a:pt x="275463" y="152654"/>
                              </a:lnTo>
                              <a:lnTo>
                                <a:pt x="283718" y="159512"/>
                              </a:lnTo>
                              <a:lnTo>
                                <a:pt x="292100" y="166624"/>
                              </a:lnTo>
                              <a:lnTo>
                                <a:pt x="300482" y="173863"/>
                              </a:lnTo>
                              <a:lnTo>
                                <a:pt x="308737" y="181229"/>
                              </a:lnTo>
                              <a:lnTo>
                                <a:pt x="317119" y="188722"/>
                              </a:lnTo>
                              <a:lnTo>
                                <a:pt x="325501" y="196469"/>
                              </a:lnTo>
                              <a:lnTo>
                                <a:pt x="333756" y="204343"/>
                              </a:lnTo>
                              <a:lnTo>
                                <a:pt x="342138" y="212471"/>
                              </a:lnTo>
                              <a:lnTo>
                                <a:pt x="350520" y="220599"/>
                              </a:lnTo>
                              <a:lnTo>
                                <a:pt x="358902" y="228981"/>
                              </a:lnTo>
                              <a:lnTo>
                                <a:pt x="367157" y="237490"/>
                              </a:lnTo>
                              <a:lnTo>
                                <a:pt x="375539" y="246253"/>
                              </a:lnTo>
                              <a:lnTo>
                                <a:pt x="383921" y="255143"/>
                              </a:lnTo>
                              <a:lnTo>
                                <a:pt x="392176" y="264160"/>
                              </a:lnTo>
                              <a:lnTo>
                                <a:pt x="400558" y="273304"/>
                              </a:lnTo>
                              <a:lnTo>
                                <a:pt x="408940" y="282702"/>
                              </a:lnTo>
                              <a:lnTo>
                                <a:pt x="417322" y="292227"/>
                              </a:lnTo>
                              <a:lnTo>
                                <a:pt x="425577" y="301879"/>
                              </a:lnTo>
                              <a:lnTo>
                                <a:pt x="433959" y="311785"/>
                              </a:lnTo>
                              <a:lnTo>
                                <a:pt x="442341" y="321818"/>
                              </a:lnTo>
                              <a:lnTo>
                                <a:pt x="450596" y="331978"/>
                              </a:lnTo>
                              <a:lnTo>
                                <a:pt x="458978" y="342265"/>
                              </a:lnTo>
                              <a:lnTo>
                                <a:pt x="467360" y="352679"/>
                              </a:lnTo>
                              <a:lnTo>
                                <a:pt x="475742" y="363347"/>
                              </a:lnTo>
                              <a:lnTo>
                                <a:pt x="483997" y="374142"/>
                              </a:lnTo>
                              <a:lnTo>
                                <a:pt x="492379" y="385064"/>
                              </a:lnTo>
                              <a:lnTo>
                                <a:pt x="500761" y="396113"/>
                              </a:lnTo>
                              <a:lnTo>
                                <a:pt x="509016" y="407289"/>
                              </a:lnTo>
                              <a:lnTo>
                                <a:pt x="517398" y="418592"/>
                              </a:lnTo>
                              <a:lnTo>
                                <a:pt x="525780" y="430022"/>
                              </a:lnTo>
                              <a:lnTo>
                                <a:pt x="534162" y="441706"/>
                              </a:lnTo>
                              <a:lnTo>
                                <a:pt x="542417" y="453390"/>
                              </a:lnTo>
                              <a:lnTo>
                                <a:pt x="550799" y="465201"/>
                              </a:lnTo>
                              <a:lnTo>
                                <a:pt x="559181" y="477139"/>
                              </a:lnTo>
                              <a:lnTo>
                                <a:pt x="567436" y="489204"/>
                              </a:lnTo>
                              <a:lnTo>
                                <a:pt x="575818" y="501269"/>
                              </a:lnTo>
                              <a:lnTo>
                                <a:pt x="584200" y="513588"/>
                              </a:lnTo>
                              <a:lnTo>
                                <a:pt x="592582" y="525907"/>
                              </a:lnTo>
                              <a:lnTo>
                                <a:pt x="600837" y="538226"/>
                              </a:lnTo>
                              <a:lnTo>
                                <a:pt x="609219" y="550799"/>
                              </a:lnTo>
                              <a:lnTo>
                                <a:pt x="617601" y="563372"/>
                              </a:lnTo>
                              <a:lnTo>
                                <a:pt x="625856" y="575945"/>
                              </a:lnTo>
                              <a:lnTo>
                                <a:pt x="634238" y="588645"/>
                              </a:lnTo>
                              <a:lnTo>
                                <a:pt x="642620" y="601345"/>
                              </a:lnTo>
                              <a:lnTo>
                                <a:pt x="651002" y="614172"/>
                              </a:lnTo>
                              <a:lnTo>
                                <a:pt x="659257" y="626872"/>
                              </a:lnTo>
                              <a:lnTo>
                                <a:pt x="667639" y="639826"/>
                              </a:lnTo>
                              <a:lnTo>
                                <a:pt x="676021" y="652653"/>
                              </a:lnTo>
                              <a:lnTo>
                                <a:pt x="684276" y="665480"/>
                              </a:lnTo>
                              <a:lnTo>
                                <a:pt x="692658" y="678434"/>
                              </a:lnTo>
                              <a:lnTo>
                                <a:pt x="701040" y="691261"/>
                              </a:lnTo>
                              <a:lnTo>
                                <a:pt x="709295" y="704215"/>
                              </a:lnTo>
                              <a:lnTo>
                                <a:pt x="717677" y="717042"/>
                              </a:lnTo>
                              <a:lnTo>
                                <a:pt x="726059" y="729996"/>
                              </a:lnTo>
                              <a:lnTo>
                                <a:pt x="734441" y="742823"/>
                              </a:lnTo>
                              <a:lnTo>
                                <a:pt x="742696" y="755523"/>
                              </a:lnTo>
                              <a:lnTo>
                                <a:pt x="751078" y="768350"/>
                              </a:lnTo>
                              <a:lnTo>
                                <a:pt x="759460" y="781050"/>
                              </a:lnTo>
                              <a:lnTo>
                                <a:pt x="767715" y="793623"/>
                              </a:lnTo>
                              <a:lnTo>
                                <a:pt x="776097" y="806323"/>
                              </a:lnTo>
                              <a:lnTo>
                                <a:pt x="784479" y="818769"/>
                              </a:lnTo>
                              <a:lnTo>
                                <a:pt x="792861" y="831215"/>
                              </a:lnTo>
                              <a:lnTo>
                                <a:pt x="801116" y="843661"/>
                              </a:lnTo>
                              <a:lnTo>
                                <a:pt x="809498" y="855853"/>
                              </a:lnTo>
                              <a:lnTo>
                                <a:pt x="817880" y="868045"/>
                              </a:lnTo>
                              <a:lnTo>
                                <a:pt x="826135" y="880237"/>
                              </a:lnTo>
                              <a:lnTo>
                                <a:pt x="834517" y="892175"/>
                              </a:lnTo>
                              <a:lnTo>
                                <a:pt x="842899" y="904113"/>
                              </a:lnTo>
                              <a:lnTo>
                                <a:pt x="851281" y="915797"/>
                              </a:lnTo>
                              <a:lnTo>
                                <a:pt x="859536" y="927481"/>
                              </a:lnTo>
                              <a:lnTo>
                                <a:pt x="867918" y="939038"/>
                              </a:lnTo>
                              <a:lnTo>
                                <a:pt x="876300" y="950468"/>
                              </a:lnTo>
                              <a:lnTo>
                                <a:pt x="884555" y="961644"/>
                              </a:lnTo>
                              <a:lnTo>
                                <a:pt x="892937" y="972820"/>
                              </a:lnTo>
                              <a:lnTo>
                                <a:pt x="901319" y="983869"/>
                              </a:lnTo>
                              <a:lnTo>
                                <a:pt x="909701" y="994664"/>
                              </a:lnTo>
                              <a:lnTo>
                                <a:pt x="917956" y="1005332"/>
                              </a:lnTo>
                              <a:lnTo>
                                <a:pt x="926338" y="1016000"/>
                              </a:lnTo>
                              <a:lnTo>
                                <a:pt x="934720" y="1026287"/>
                              </a:lnTo>
                              <a:lnTo>
                                <a:pt x="942975" y="1036574"/>
                              </a:lnTo>
                              <a:lnTo>
                                <a:pt x="951357" y="1046734"/>
                              </a:lnTo>
                              <a:lnTo>
                                <a:pt x="959739" y="1056640"/>
                              </a:lnTo>
                              <a:lnTo>
                                <a:pt x="968121" y="1066419"/>
                              </a:lnTo>
                              <a:lnTo>
                                <a:pt x="976376" y="1076071"/>
                              </a:lnTo>
                              <a:lnTo>
                                <a:pt x="984758" y="1085469"/>
                              </a:lnTo>
                              <a:lnTo>
                                <a:pt x="993140" y="1094740"/>
                              </a:lnTo>
                              <a:lnTo>
                                <a:pt x="1001395" y="1103884"/>
                              </a:lnTo>
                              <a:lnTo>
                                <a:pt x="1009777" y="1112901"/>
                              </a:lnTo>
                              <a:lnTo>
                                <a:pt x="1018159" y="1121664"/>
                              </a:lnTo>
                              <a:lnTo>
                                <a:pt x="1026414" y="1130300"/>
                              </a:lnTo>
                              <a:lnTo>
                                <a:pt x="1034796" y="1138809"/>
                              </a:lnTo>
                              <a:lnTo>
                                <a:pt x="1043178" y="1147064"/>
                              </a:lnTo>
                              <a:lnTo>
                                <a:pt x="1051560" y="1155192"/>
                              </a:lnTo>
                              <a:lnTo>
                                <a:pt x="1059815" y="1163193"/>
                              </a:lnTo>
                              <a:lnTo>
                                <a:pt x="1068197" y="1170940"/>
                              </a:lnTo>
                              <a:lnTo>
                                <a:pt x="1076579" y="1178560"/>
                              </a:lnTo>
                              <a:lnTo>
                                <a:pt x="1084834" y="1186053"/>
                              </a:lnTo>
                              <a:lnTo>
                                <a:pt x="1093216" y="1193419"/>
                              </a:lnTo>
                              <a:lnTo>
                                <a:pt x="1101598" y="1200531"/>
                              </a:lnTo>
                              <a:lnTo>
                                <a:pt x="1109980" y="1207516"/>
                              </a:lnTo>
                              <a:lnTo>
                                <a:pt x="1118235" y="1214374"/>
                              </a:lnTo>
                              <a:lnTo>
                                <a:pt x="1126617" y="1221105"/>
                              </a:lnTo>
                              <a:lnTo>
                                <a:pt x="1134999" y="1227582"/>
                              </a:lnTo>
                              <a:lnTo>
                                <a:pt x="1143254" y="1233932"/>
                              </a:lnTo>
                              <a:lnTo>
                                <a:pt x="1151636" y="1240155"/>
                              </a:lnTo>
                              <a:lnTo>
                                <a:pt x="1160018" y="1246251"/>
                              </a:lnTo>
                              <a:lnTo>
                                <a:pt x="1168400" y="1252220"/>
                              </a:lnTo>
                              <a:lnTo>
                                <a:pt x="1176655" y="1257935"/>
                              </a:lnTo>
                              <a:lnTo>
                                <a:pt x="1185037" y="1263650"/>
                              </a:lnTo>
                              <a:lnTo>
                                <a:pt x="1193419" y="1269111"/>
                              </a:lnTo>
                              <a:lnTo>
                                <a:pt x="1201674" y="1274445"/>
                              </a:lnTo>
                              <a:lnTo>
                                <a:pt x="1210056" y="1279779"/>
                              </a:lnTo>
                              <a:lnTo>
                                <a:pt x="1218438" y="1284859"/>
                              </a:lnTo>
                              <a:lnTo>
                                <a:pt x="1226820" y="1289812"/>
                              </a:lnTo>
                              <a:lnTo>
                                <a:pt x="1235075" y="1294638"/>
                              </a:lnTo>
                              <a:lnTo>
                                <a:pt x="1243457" y="1299337"/>
                              </a:lnTo>
                              <a:lnTo>
                                <a:pt x="1251839" y="1303909"/>
                              </a:lnTo>
                              <a:lnTo>
                                <a:pt x="1260094" y="1308354"/>
                              </a:lnTo>
                              <a:lnTo>
                                <a:pt x="1268476" y="1312672"/>
                              </a:lnTo>
                              <a:lnTo>
                                <a:pt x="1276858" y="1316863"/>
                              </a:lnTo>
                              <a:lnTo>
                                <a:pt x="1285240" y="1321054"/>
                              </a:lnTo>
                              <a:lnTo>
                                <a:pt x="1293495" y="1324991"/>
                              </a:lnTo>
                              <a:lnTo>
                                <a:pt x="1301877" y="1328928"/>
                              </a:lnTo>
                              <a:lnTo>
                                <a:pt x="1310259" y="1332738"/>
                              </a:lnTo>
                              <a:lnTo>
                                <a:pt x="1318514" y="1336421"/>
                              </a:lnTo>
                              <a:lnTo>
                                <a:pt x="1326896" y="1339977"/>
                              </a:lnTo>
                              <a:lnTo>
                                <a:pt x="1335278" y="1343406"/>
                              </a:lnTo>
                              <a:lnTo>
                                <a:pt x="1343533" y="1346708"/>
                              </a:lnTo>
                              <a:lnTo>
                                <a:pt x="1351915" y="1350010"/>
                              </a:lnTo>
                              <a:lnTo>
                                <a:pt x="1360297" y="1353185"/>
                              </a:lnTo>
                              <a:lnTo>
                                <a:pt x="1368679" y="1356360"/>
                              </a:lnTo>
                              <a:lnTo>
                                <a:pt x="1376934" y="1359281"/>
                              </a:lnTo>
                              <a:lnTo>
                                <a:pt x="1385316" y="1362202"/>
                              </a:lnTo>
                              <a:lnTo>
                                <a:pt x="1393698" y="1364996"/>
                              </a:lnTo>
                              <a:lnTo>
                                <a:pt x="1401953" y="1367790"/>
                              </a:lnTo>
                              <a:lnTo>
                                <a:pt x="1410335" y="1370457"/>
                              </a:lnTo>
                              <a:lnTo>
                                <a:pt x="1418717" y="1372997"/>
                              </a:lnTo>
                              <a:lnTo>
                                <a:pt x="1427099" y="1375537"/>
                              </a:lnTo>
                              <a:lnTo>
                                <a:pt x="1435354" y="1377950"/>
                              </a:lnTo>
                              <a:lnTo>
                                <a:pt x="1443736" y="1380363"/>
                              </a:lnTo>
                              <a:lnTo>
                                <a:pt x="1452118" y="1382649"/>
                              </a:lnTo>
                              <a:lnTo>
                                <a:pt x="1460373" y="1384808"/>
                              </a:lnTo>
                              <a:lnTo>
                                <a:pt x="1468755" y="1386967"/>
                              </a:lnTo>
                              <a:lnTo>
                                <a:pt x="1477137" y="1389126"/>
                              </a:lnTo>
                              <a:lnTo>
                                <a:pt x="1485519" y="1391031"/>
                              </a:lnTo>
                              <a:lnTo>
                                <a:pt x="1493774" y="1393063"/>
                              </a:lnTo>
                              <a:lnTo>
                                <a:pt x="1502156" y="1394968"/>
                              </a:lnTo>
                              <a:lnTo>
                                <a:pt x="1510538" y="1396746"/>
                              </a:lnTo>
                              <a:lnTo>
                                <a:pt x="1518793" y="1398524"/>
                              </a:lnTo>
                              <a:lnTo>
                                <a:pt x="1527175" y="1400302"/>
                              </a:lnTo>
                              <a:lnTo>
                                <a:pt x="1535557" y="1401953"/>
                              </a:lnTo>
                              <a:lnTo>
                                <a:pt x="1543939" y="1403604"/>
                              </a:lnTo>
                              <a:lnTo>
                                <a:pt x="1552194" y="1405128"/>
                              </a:lnTo>
                              <a:lnTo>
                                <a:pt x="1560576" y="1406652"/>
                              </a:lnTo>
                              <a:lnTo>
                                <a:pt x="1568958" y="1408176"/>
                              </a:lnTo>
                              <a:lnTo>
                                <a:pt x="1577213" y="1409573"/>
                              </a:lnTo>
                              <a:lnTo>
                                <a:pt x="1585595" y="1410970"/>
                              </a:lnTo>
                              <a:lnTo>
                                <a:pt x="1593977" y="1412240"/>
                              </a:lnTo>
                              <a:lnTo>
                                <a:pt x="1602359" y="1413510"/>
                              </a:lnTo>
                              <a:lnTo>
                                <a:pt x="1610614" y="1414780"/>
                              </a:lnTo>
                              <a:lnTo>
                                <a:pt x="1618996" y="1416050"/>
                              </a:lnTo>
                              <a:lnTo>
                                <a:pt x="1627378" y="1417193"/>
                              </a:lnTo>
                              <a:lnTo>
                                <a:pt x="1635633" y="1418336"/>
                              </a:lnTo>
                              <a:lnTo>
                                <a:pt x="1644015" y="1419352"/>
                              </a:lnTo>
                              <a:lnTo>
                                <a:pt x="1652397" y="1420495"/>
                              </a:lnTo>
                              <a:lnTo>
                                <a:pt x="1660652" y="1421511"/>
                              </a:lnTo>
                              <a:lnTo>
                                <a:pt x="1669034" y="1422400"/>
                              </a:lnTo>
                              <a:lnTo>
                                <a:pt x="1677416" y="1423416"/>
                              </a:lnTo>
                              <a:lnTo>
                                <a:pt x="1685798" y="1424305"/>
                              </a:lnTo>
                              <a:lnTo>
                                <a:pt x="1694053" y="1425194"/>
                              </a:lnTo>
                              <a:lnTo>
                                <a:pt x="1702435" y="1426083"/>
                              </a:lnTo>
                              <a:lnTo>
                                <a:pt x="1710817" y="1426845"/>
                              </a:lnTo>
                              <a:lnTo>
                                <a:pt x="1719072" y="1427607"/>
                              </a:lnTo>
                              <a:lnTo>
                                <a:pt x="1727454" y="1428496"/>
                              </a:lnTo>
                              <a:lnTo>
                                <a:pt x="1735836" y="1429131"/>
                              </a:lnTo>
                              <a:lnTo>
                                <a:pt x="1744218" y="1429893"/>
                              </a:lnTo>
                              <a:lnTo>
                                <a:pt x="1752473" y="1430528"/>
                              </a:lnTo>
                              <a:lnTo>
                                <a:pt x="1760855" y="1431290"/>
                              </a:lnTo>
                              <a:lnTo>
                                <a:pt x="1769237" y="1431925"/>
                              </a:lnTo>
                              <a:lnTo>
                                <a:pt x="1777492" y="1432433"/>
                              </a:lnTo>
                              <a:lnTo>
                                <a:pt x="1785874" y="1433068"/>
                              </a:lnTo>
                              <a:lnTo>
                                <a:pt x="1794256" y="1433703"/>
                              </a:lnTo>
                              <a:lnTo>
                                <a:pt x="1802638" y="1434211"/>
                              </a:lnTo>
                              <a:lnTo>
                                <a:pt x="1810893" y="1434719"/>
                              </a:lnTo>
                              <a:lnTo>
                                <a:pt x="1819275" y="1435227"/>
                              </a:lnTo>
                              <a:lnTo>
                                <a:pt x="1827657" y="1435735"/>
                              </a:lnTo>
                              <a:lnTo>
                                <a:pt x="1835912" y="1436116"/>
                              </a:lnTo>
                              <a:lnTo>
                                <a:pt x="1844294" y="1436624"/>
                              </a:lnTo>
                              <a:lnTo>
                                <a:pt x="1852676" y="1437005"/>
                              </a:lnTo>
                              <a:lnTo>
                                <a:pt x="1861058" y="1437386"/>
                              </a:lnTo>
                              <a:lnTo>
                                <a:pt x="1869313" y="1437767"/>
                              </a:lnTo>
                              <a:lnTo>
                                <a:pt x="1877695" y="1438148"/>
                              </a:lnTo>
                              <a:lnTo>
                                <a:pt x="1886077" y="1438529"/>
                              </a:lnTo>
                              <a:lnTo>
                                <a:pt x="1894332" y="1438910"/>
                              </a:lnTo>
                              <a:lnTo>
                                <a:pt x="1902714" y="1439164"/>
                              </a:lnTo>
                              <a:lnTo>
                                <a:pt x="1911096" y="1439418"/>
                              </a:lnTo>
                              <a:lnTo>
                                <a:pt x="1919478" y="1439799"/>
                              </a:lnTo>
                              <a:lnTo>
                                <a:pt x="1927733" y="1440053"/>
                              </a:lnTo>
                              <a:lnTo>
                                <a:pt x="1936115" y="1440307"/>
                              </a:lnTo>
                              <a:lnTo>
                                <a:pt x="1944497" y="1440561"/>
                              </a:lnTo>
                              <a:lnTo>
                                <a:pt x="1952752" y="1440688"/>
                              </a:lnTo>
                              <a:lnTo>
                                <a:pt x="1961134" y="1440942"/>
                              </a:lnTo>
                              <a:lnTo>
                                <a:pt x="1969516" y="1441069"/>
                              </a:lnTo>
                              <a:lnTo>
                                <a:pt x="1977771" y="1441323"/>
                              </a:lnTo>
                              <a:lnTo>
                                <a:pt x="1986153" y="1441450"/>
                              </a:lnTo>
                              <a:lnTo>
                                <a:pt x="1994535" y="1441577"/>
                              </a:lnTo>
                              <a:lnTo>
                                <a:pt x="2002917" y="1441704"/>
                              </a:lnTo>
                              <a:lnTo>
                                <a:pt x="2011172" y="1441831"/>
                              </a:lnTo>
                              <a:lnTo>
                                <a:pt x="2019554" y="1441958"/>
                              </a:lnTo>
                              <a:lnTo>
                                <a:pt x="2027936" y="1442085"/>
                              </a:lnTo>
                              <a:lnTo>
                                <a:pt x="2036191" y="1442085"/>
                              </a:lnTo>
                              <a:lnTo>
                                <a:pt x="2044573" y="1442212"/>
                              </a:lnTo>
                              <a:lnTo>
                                <a:pt x="2052955" y="1442212"/>
                              </a:lnTo>
                              <a:lnTo>
                                <a:pt x="2061337" y="1442339"/>
                              </a:lnTo>
                              <a:lnTo>
                                <a:pt x="2069592" y="1442339"/>
                              </a:lnTo>
                              <a:lnTo>
                                <a:pt x="2077974" y="1442339"/>
                              </a:lnTo>
                              <a:lnTo>
                                <a:pt x="2086356" y="1442339"/>
                              </a:lnTo>
                              <a:lnTo>
                                <a:pt x="2094611" y="1442339"/>
                              </a:lnTo>
                              <a:lnTo>
                                <a:pt x="2102993" y="1442339"/>
                              </a:lnTo>
                              <a:lnTo>
                                <a:pt x="2111375" y="1442212"/>
                              </a:lnTo>
                              <a:lnTo>
                                <a:pt x="2119757" y="1442212"/>
                              </a:lnTo>
                              <a:lnTo>
                                <a:pt x="2128012" y="1442085"/>
                              </a:lnTo>
                              <a:lnTo>
                                <a:pt x="2136394" y="1442085"/>
                              </a:lnTo>
                              <a:lnTo>
                                <a:pt x="2144776" y="1441958"/>
                              </a:lnTo>
                              <a:lnTo>
                                <a:pt x="2153031" y="1441831"/>
                              </a:lnTo>
                              <a:lnTo>
                                <a:pt x="2161413" y="1441704"/>
                              </a:lnTo>
                              <a:lnTo>
                                <a:pt x="2169795" y="1441577"/>
                              </a:lnTo>
                              <a:lnTo>
                                <a:pt x="2178177" y="1441450"/>
                              </a:lnTo>
                              <a:lnTo>
                                <a:pt x="2186432" y="1441323"/>
                              </a:lnTo>
                              <a:lnTo>
                                <a:pt x="2194814" y="1441069"/>
                              </a:lnTo>
                              <a:lnTo>
                                <a:pt x="2203196" y="1440942"/>
                              </a:lnTo>
                              <a:lnTo>
                                <a:pt x="2211451" y="1440688"/>
                              </a:lnTo>
                              <a:lnTo>
                                <a:pt x="2219833" y="1440561"/>
                              </a:lnTo>
                              <a:lnTo>
                                <a:pt x="2228215" y="1440307"/>
                              </a:lnTo>
                              <a:lnTo>
                                <a:pt x="2236597" y="1440053"/>
                              </a:lnTo>
                              <a:lnTo>
                                <a:pt x="2244852" y="1439799"/>
                              </a:lnTo>
                              <a:lnTo>
                                <a:pt x="2253234" y="1439418"/>
                              </a:lnTo>
                              <a:lnTo>
                                <a:pt x="2261616" y="1439164"/>
                              </a:lnTo>
                              <a:lnTo>
                                <a:pt x="2269871" y="1438910"/>
                              </a:lnTo>
                              <a:lnTo>
                                <a:pt x="2278253" y="1438529"/>
                              </a:lnTo>
                              <a:lnTo>
                                <a:pt x="2286635" y="1438148"/>
                              </a:lnTo>
                              <a:lnTo>
                                <a:pt x="2294890" y="1437767"/>
                              </a:lnTo>
                              <a:lnTo>
                                <a:pt x="2303272" y="1437386"/>
                              </a:lnTo>
                              <a:lnTo>
                                <a:pt x="2311654" y="1437005"/>
                              </a:lnTo>
                              <a:lnTo>
                                <a:pt x="2320036" y="1436624"/>
                              </a:lnTo>
                              <a:lnTo>
                                <a:pt x="2328291" y="1436116"/>
                              </a:lnTo>
                              <a:lnTo>
                                <a:pt x="2336673" y="1435735"/>
                              </a:lnTo>
                              <a:lnTo>
                                <a:pt x="2345055" y="1435227"/>
                              </a:lnTo>
                              <a:lnTo>
                                <a:pt x="2353310" y="1434719"/>
                              </a:lnTo>
                              <a:lnTo>
                                <a:pt x="2361692" y="1434211"/>
                              </a:lnTo>
                              <a:lnTo>
                                <a:pt x="2370074" y="1433703"/>
                              </a:lnTo>
                              <a:lnTo>
                                <a:pt x="2378456" y="1433068"/>
                              </a:lnTo>
                              <a:lnTo>
                                <a:pt x="2386711" y="1432433"/>
                              </a:lnTo>
                              <a:lnTo>
                                <a:pt x="2395093" y="1431925"/>
                              </a:lnTo>
                              <a:lnTo>
                                <a:pt x="2403475" y="1431290"/>
                              </a:lnTo>
                              <a:lnTo>
                                <a:pt x="2411730" y="1430528"/>
                              </a:lnTo>
                              <a:lnTo>
                                <a:pt x="2420112" y="1429893"/>
                              </a:lnTo>
                              <a:lnTo>
                                <a:pt x="2428494" y="1429131"/>
                              </a:lnTo>
                              <a:lnTo>
                                <a:pt x="2436876" y="1428496"/>
                              </a:lnTo>
                              <a:lnTo>
                                <a:pt x="2445131" y="1427607"/>
                              </a:lnTo>
                              <a:lnTo>
                                <a:pt x="2453513" y="1426845"/>
                              </a:lnTo>
                              <a:lnTo>
                                <a:pt x="2461895" y="1426083"/>
                              </a:lnTo>
                              <a:lnTo>
                                <a:pt x="2470150" y="1425194"/>
                              </a:lnTo>
                              <a:lnTo>
                                <a:pt x="2478532" y="1424305"/>
                              </a:lnTo>
                              <a:lnTo>
                                <a:pt x="2486914" y="1423416"/>
                              </a:lnTo>
                              <a:lnTo>
                                <a:pt x="2495296" y="1422400"/>
                              </a:lnTo>
                              <a:lnTo>
                                <a:pt x="2503551" y="1421511"/>
                              </a:lnTo>
                              <a:lnTo>
                                <a:pt x="2511933" y="1420495"/>
                              </a:lnTo>
                              <a:lnTo>
                                <a:pt x="2520315" y="1419352"/>
                              </a:lnTo>
                              <a:lnTo>
                                <a:pt x="2528570" y="1418336"/>
                              </a:lnTo>
                              <a:lnTo>
                                <a:pt x="2536952" y="1417193"/>
                              </a:lnTo>
                              <a:lnTo>
                                <a:pt x="2545334" y="1416050"/>
                              </a:lnTo>
                              <a:lnTo>
                                <a:pt x="2553716" y="1414780"/>
                              </a:lnTo>
                              <a:lnTo>
                                <a:pt x="2561971" y="1413510"/>
                              </a:lnTo>
                              <a:lnTo>
                                <a:pt x="2570353" y="1412240"/>
                              </a:lnTo>
                              <a:lnTo>
                                <a:pt x="2578735" y="1410970"/>
                              </a:lnTo>
                              <a:lnTo>
                                <a:pt x="2586990" y="1409573"/>
                              </a:lnTo>
                              <a:lnTo>
                                <a:pt x="2595372" y="1408176"/>
                              </a:lnTo>
                              <a:lnTo>
                                <a:pt x="2603754" y="1406652"/>
                              </a:lnTo>
                              <a:lnTo>
                                <a:pt x="2612009" y="1405128"/>
                              </a:lnTo>
                              <a:lnTo>
                                <a:pt x="2620391" y="1403604"/>
                              </a:lnTo>
                              <a:lnTo>
                                <a:pt x="2628773" y="1401953"/>
                              </a:lnTo>
                              <a:lnTo>
                                <a:pt x="2637155" y="1400302"/>
                              </a:lnTo>
                              <a:lnTo>
                                <a:pt x="2645410" y="1398524"/>
                              </a:lnTo>
                              <a:lnTo>
                                <a:pt x="2653792" y="1396746"/>
                              </a:lnTo>
                              <a:lnTo>
                                <a:pt x="2662174" y="1394968"/>
                              </a:lnTo>
                              <a:lnTo>
                                <a:pt x="2670429" y="1393063"/>
                              </a:lnTo>
                              <a:lnTo>
                                <a:pt x="2678811" y="1391031"/>
                              </a:lnTo>
                              <a:lnTo>
                                <a:pt x="2687193" y="1389126"/>
                              </a:lnTo>
                              <a:lnTo>
                                <a:pt x="2695575" y="1386967"/>
                              </a:lnTo>
                              <a:lnTo>
                                <a:pt x="2703830" y="1384808"/>
                              </a:lnTo>
                              <a:lnTo>
                                <a:pt x="2712212" y="1382649"/>
                              </a:lnTo>
                              <a:lnTo>
                                <a:pt x="2720594" y="1380363"/>
                              </a:lnTo>
                              <a:lnTo>
                                <a:pt x="2728849" y="1377950"/>
                              </a:lnTo>
                              <a:lnTo>
                                <a:pt x="2737231" y="1375537"/>
                              </a:lnTo>
                              <a:lnTo>
                                <a:pt x="2745613" y="1372997"/>
                              </a:lnTo>
                              <a:lnTo>
                                <a:pt x="2753995" y="1370457"/>
                              </a:lnTo>
                              <a:lnTo>
                                <a:pt x="2762250" y="1367790"/>
                              </a:lnTo>
                              <a:lnTo>
                                <a:pt x="2770632" y="1364996"/>
                              </a:lnTo>
                              <a:lnTo>
                                <a:pt x="2779014" y="1362202"/>
                              </a:lnTo>
                              <a:lnTo>
                                <a:pt x="2787269" y="1359281"/>
                              </a:lnTo>
                              <a:lnTo>
                                <a:pt x="2795651" y="1356360"/>
                              </a:lnTo>
                              <a:lnTo>
                                <a:pt x="2804033" y="1353185"/>
                              </a:lnTo>
                              <a:lnTo>
                                <a:pt x="2812415" y="1350010"/>
                              </a:lnTo>
                              <a:lnTo>
                                <a:pt x="2820670" y="1346708"/>
                              </a:lnTo>
                              <a:lnTo>
                                <a:pt x="2829052" y="1343406"/>
                              </a:lnTo>
                              <a:lnTo>
                                <a:pt x="2837434" y="1339977"/>
                              </a:lnTo>
                              <a:lnTo>
                                <a:pt x="2845689" y="1336421"/>
                              </a:lnTo>
                              <a:lnTo>
                                <a:pt x="2854071" y="1332738"/>
                              </a:lnTo>
                              <a:lnTo>
                                <a:pt x="2862453" y="1328928"/>
                              </a:lnTo>
                              <a:lnTo>
                                <a:pt x="2870835" y="1324991"/>
                              </a:lnTo>
                              <a:lnTo>
                                <a:pt x="2879090" y="1321054"/>
                              </a:lnTo>
                              <a:lnTo>
                                <a:pt x="2887472" y="1316863"/>
                              </a:lnTo>
                              <a:lnTo>
                                <a:pt x="2895854" y="1312672"/>
                              </a:lnTo>
                              <a:lnTo>
                                <a:pt x="2904109" y="1308354"/>
                              </a:lnTo>
                              <a:lnTo>
                                <a:pt x="2912491" y="1303909"/>
                              </a:lnTo>
                              <a:lnTo>
                                <a:pt x="2920873" y="1299337"/>
                              </a:lnTo>
                              <a:lnTo>
                                <a:pt x="2929128" y="1294638"/>
                              </a:lnTo>
                              <a:lnTo>
                                <a:pt x="2937510" y="1289812"/>
                              </a:lnTo>
                              <a:lnTo>
                                <a:pt x="2945892" y="1284859"/>
                              </a:lnTo>
                              <a:lnTo>
                                <a:pt x="2954274" y="1279779"/>
                              </a:lnTo>
                              <a:lnTo>
                                <a:pt x="2962529" y="1274445"/>
                              </a:lnTo>
                              <a:lnTo>
                                <a:pt x="2970911" y="1269111"/>
                              </a:lnTo>
                              <a:lnTo>
                                <a:pt x="2979293" y="1263650"/>
                              </a:lnTo>
                              <a:lnTo>
                                <a:pt x="2987548" y="1257935"/>
                              </a:lnTo>
                              <a:lnTo>
                                <a:pt x="2995930" y="1252220"/>
                              </a:lnTo>
                              <a:lnTo>
                                <a:pt x="3004312" y="1246251"/>
                              </a:lnTo>
                              <a:lnTo>
                                <a:pt x="3012694" y="1240155"/>
                              </a:lnTo>
                              <a:lnTo>
                                <a:pt x="3020949" y="1233932"/>
                              </a:lnTo>
                              <a:lnTo>
                                <a:pt x="3029331" y="1227582"/>
                              </a:lnTo>
                              <a:lnTo>
                                <a:pt x="3037713" y="1221105"/>
                              </a:lnTo>
                              <a:lnTo>
                                <a:pt x="3045968" y="1214374"/>
                              </a:lnTo>
                              <a:lnTo>
                                <a:pt x="3054350" y="1207516"/>
                              </a:lnTo>
                              <a:lnTo>
                                <a:pt x="3062732" y="1200531"/>
                              </a:lnTo>
                              <a:lnTo>
                                <a:pt x="3071114" y="1193419"/>
                              </a:lnTo>
                              <a:lnTo>
                                <a:pt x="3079369" y="1186053"/>
                              </a:lnTo>
                              <a:lnTo>
                                <a:pt x="3087751" y="1178560"/>
                              </a:lnTo>
                              <a:lnTo>
                                <a:pt x="3096133" y="1170940"/>
                              </a:lnTo>
                              <a:lnTo>
                                <a:pt x="3104388" y="1163193"/>
                              </a:lnTo>
                              <a:lnTo>
                                <a:pt x="3112770" y="1155192"/>
                              </a:lnTo>
                              <a:lnTo>
                                <a:pt x="3121152" y="1147064"/>
                              </a:lnTo>
                              <a:lnTo>
                                <a:pt x="3129534" y="1138809"/>
                              </a:lnTo>
                              <a:lnTo>
                                <a:pt x="3137789" y="1130300"/>
                              </a:lnTo>
                              <a:lnTo>
                                <a:pt x="3146171" y="1121664"/>
                              </a:lnTo>
                              <a:lnTo>
                                <a:pt x="3154553" y="1112901"/>
                              </a:lnTo>
                              <a:lnTo>
                                <a:pt x="3162808" y="1103884"/>
                              </a:lnTo>
                              <a:lnTo>
                                <a:pt x="3171190" y="1094740"/>
                              </a:lnTo>
                              <a:lnTo>
                                <a:pt x="3179572" y="1085469"/>
                              </a:lnTo>
                              <a:lnTo>
                                <a:pt x="3187954" y="1076071"/>
                              </a:lnTo>
                              <a:lnTo>
                                <a:pt x="3196209" y="1066419"/>
                              </a:lnTo>
                              <a:lnTo>
                                <a:pt x="3204591" y="1056640"/>
                              </a:lnTo>
                              <a:lnTo>
                                <a:pt x="3212973" y="1046734"/>
                              </a:lnTo>
                              <a:lnTo>
                                <a:pt x="3221228" y="1036574"/>
                              </a:lnTo>
                              <a:lnTo>
                                <a:pt x="3229610" y="1026287"/>
                              </a:lnTo>
                              <a:lnTo>
                                <a:pt x="3237992" y="1016000"/>
                              </a:lnTo>
                              <a:lnTo>
                                <a:pt x="3246374" y="1005332"/>
                              </a:lnTo>
                              <a:lnTo>
                                <a:pt x="3254629" y="994664"/>
                              </a:lnTo>
                              <a:lnTo>
                                <a:pt x="3263011" y="983869"/>
                              </a:lnTo>
                              <a:lnTo>
                                <a:pt x="3271393" y="972820"/>
                              </a:lnTo>
                              <a:lnTo>
                                <a:pt x="3279648" y="961644"/>
                              </a:lnTo>
                              <a:lnTo>
                                <a:pt x="3288030" y="950468"/>
                              </a:lnTo>
                              <a:lnTo>
                                <a:pt x="3296412" y="939038"/>
                              </a:lnTo>
                              <a:lnTo>
                                <a:pt x="3304667" y="927481"/>
                              </a:lnTo>
                              <a:lnTo>
                                <a:pt x="3313049" y="915797"/>
                              </a:lnTo>
                              <a:lnTo>
                                <a:pt x="3321431" y="904113"/>
                              </a:lnTo>
                              <a:lnTo>
                                <a:pt x="3329813" y="892175"/>
                              </a:lnTo>
                              <a:lnTo>
                                <a:pt x="3338068" y="880237"/>
                              </a:lnTo>
                              <a:lnTo>
                                <a:pt x="3346450" y="868045"/>
                              </a:lnTo>
                              <a:lnTo>
                                <a:pt x="3354832" y="855853"/>
                              </a:lnTo>
                              <a:lnTo>
                                <a:pt x="3363087" y="843661"/>
                              </a:lnTo>
                              <a:lnTo>
                                <a:pt x="3371469" y="831215"/>
                              </a:lnTo>
                              <a:lnTo>
                                <a:pt x="3379851" y="818769"/>
                              </a:lnTo>
                              <a:lnTo>
                                <a:pt x="3388233" y="806323"/>
                              </a:lnTo>
                              <a:lnTo>
                                <a:pt x="3396488" y="793623"/>
                              </a:lnTo>
                              <a:lnTo>
                                <a:pt x="3404870" y="781050"/>
                              </a:lnTo>
                              <a:lnTo>
                                <a:pt x="3413252" y="768350"/>
                              </a:lnTo>
                              <a:lnTo>
                                <a:pt x="3421507" y="755523"/>
                              </a:lnTo>
                              <a:lnTo>
                                <a:pt x="3429889" y="742823"/>
                              </a:lnTo>
                              <a:lnTo>
                                <a:pt x="3438271" y="729996"/>
                              </a:lnTo>
                              <a:lnTo>
                                <a:pt x="3446653" y="717042"/>
                              </a:lnTo>
                              <a:lnTo>
                                <a:pt x="3454908" y="704215"/>
                              </a:lnTo>
                              <a:lnTo>
                                <a:pt x="3463290" y="691261"/>
                              </a:lnTo>
                              <a:lnTo>
                                <a:pt x="3471672" y="678434"/>
                              </a:lnTo>
                              <a:lnTo>
                                <a:pt x="3479927" y="665480"/>
                              </a:lnTo>
                              <a:lnTo>
                                <a:pt x="3488309" y="652653"/>
                              </a:lnTo>
                              <a:lnTo>
                                <a:pt x="3496691" y="639826"/>
                              </a:lnTo>
                              <a:lnTo>
                                <a:pt x="3505073" y="626872"/>
                              </a:lnTo>
                              <a:lnTo>
                                <a:pt x="3513328" y="614172"/>
                              </a:lnTo>
                              <a:lnTo>
                                <a:pt x="3521710" y="601345"/>
                              </a:lnTo>
                              <a:lnTo>
                                <a:pt x="3530092" y="588645"/>
                              </a:lnTo>
                              <a:lnTo>
                                <a:pt x="3538347" y="575945"/>
                              </a:lnTo>
                              <a:lnTo>
                                <a:pt x="3546729" y="563372"/>
                              </a:lnTo>
                              <a:lnTo>
                                <a:pt x="3555111" y="550799"/>
                              </a:lnTo>
                              <a:lnTo>
                                <a:pt x="3563493" y="538226"/>
                              </a:lnTo>
                              <a:lnTo>
                                <a:pt x="3571748" y="525907"/>
                              </a:lnTo>
                              <a:lnTo>
                                <a:pt x="3580130" y="513588"/>
                              </a:lnTo>
                              <a:lnTo>
                                <a:pt x="3588512" y="501269"/>
                              </a:lnTo>
                              <a:lnTo>
                                <a:pt x="3596767" y="489204"/>
                              </a:lnTo>
                              <a:lnTo>
                                <a:pt x="3605149" y="477139"/>
                              </a:lnTo>
                              <a:lnTo>
                                <a:pt x="3613531" y="465201"/>
                              </a:lnTo>
                              <a:lnTo>
                                <a:pt x="3621786" y="453390"/>
                              </a:lnTo>
                              <a:lnTo>
                                <a:pt x="3630168" y="441706"/>
                              </a:lnTo>
                              <a:lnTo>
                                <a:pt x="3638550" y="430022"/>
                              </a:lnTo>
                              <a:lnTo>
                                <a:pt x="3646932" y="418592"/>
                              </a:lnTo>
                              <a:lnTo>
                                <a:pt x="3655187" y="407289"/>
                              </a:lnTo>
                              <a:lnTo>
                                <a:pt x="3663569" y="396113"/>
                              </a:lnTo>
                              <a:lnTo>
                                <a:pt x="3671951" y="385064"/>
                              </a:lnTo>
                              <a:lnTo>
                                <a:pt x="3680206" y="374142"/>
                              </a:lnTo>
                              <a:lnTo>
                                <a:pt x="3688588" y="363347"/>
                              </a:lnTo>
                              <a:lnTo>
                                <a:pt x="3696970" y="352679"/>
                              </a:lnTo>
                              <a:lnTo>
                                <a:pt x="3705352" y="342265"/>
                              </a:lnTo>
                              <a:lnTo>
                                <a:pt x="3713607" y="331978"/>
                              </a:lnTo>
                              <a:lnTo>
                                <a:pt x="3721989" y="321818"/>
                              </a:lnTo>
                              <a:lnTo>
                                <a:pt x="3730371" y="311785"/>
                              </a:lnTo>
                              <a:lnTo>
                                <a:pt x="3738626" y="301879"/>
                              </a:lnTo>
                              <a:lnTo>
                                <a:pt x="3747008" y="292227"/>
                              </a:lnTo>
                              <a:lnTo>
                                <a:pt x="3755390" y="282702"/>
                              </a:lnTo>
                              <a:lnTo>
                                <a:pt x="3763772" y="273304"/>
                              </a:lnTo>
                              <a:lnTo>
                                <a:pt x="3772027" y="264160"/>
                              </a:lnTo>
                              <a:lnTo>
                                <a:pt x="3780409" y="255143"/>
                              </a:lnTo>
                              <a:lnTo>
                                <a:pt x="3788791" y="246253"/>
                              </a:lnTo>
                              <a:lnTo>
                                <a:pt x="3797046" y="237490"/>
                              </a:lnTo>
                              <a:lnTo>
                                <a:pt x="3805428" y="228981"/>
                              </a:lnTo>
                              <a:lnTo>
                                <a:pt x="3813810" y="220599"/>
                              </a:lnTo>
                              <a:lnTo>
                                <a:pt x="3822192" y="212471"/>
                              </a:lnTo>
                              <a:lnTo>
                                <a:pt x="3830447" y="204343"/>
                              </a:lnTo>
                              <a:lnTo>
                                <a:pt x="3838829" y="196469"/>
                              </a:lnTo>
                              <a:lnTo>
                                <a:pt x="3847211" y="188722"/>
                              </a:lnTo>
                              <a:lnTo>
                                <a:pt x="3855466" y="181229"/>
                              </a:lnTo>
                              <a:lnTo>
                                <a:pt x="3863848" y="173863"/>
                              </a:lnTo>
                              <a:lnTo>
                                <a:pt x="3872230" y="166624"/>
                              </a:lnTo>
                              <a:lnTo>
                                <a:pt x="3880612" y="159512"/>
                              </a:lnTo>
                              <a:lnTo>
                                <a:pt x="3888867" y="152654"/>
                              </a:lnTo>
                              <a:lnTo>
                                <a:pt x="3897249" y="145923"/>
                              </a:lnTo>
                              <a:lnTo>
                                <a:pt x="3905631" y="139319"/>
                              </a:lnTo>
                              <a:lnTo>
                                <a:pt x="3913886" y="132842"/>
                              </a:lnTo>
                              <a:lnTo>
                                <a:pt x="3922268" y="126492"/>
                              </a:lnTo>
                              <a:lnTo>
                                <a:pt x="3930650" y="120396"/>
                              </a:lnTo>
                              <a:lnTo>
                                <a:pt x="3938905" y="114427"/>
                              </a:lnTo>
                              <a:lnTo>
                                <a:pt x="3947287" y="108585"/>
                              </a:lnTo>
                              <a:lnTo>
                                <a:pt x="3955669" y="102870"/>
                              </a:lnTo>
                              <a:lnTo>
                                <a:pt x="3964051" y="97282"/>
                              </a:lnTo>
                              <a:lnTo>
                                <a:pt x="3972306" y="91821"/>
                              </a:lnTo>
                              <a:lnTo>
                                <a:pt x="3980688" y="86487"/>
                              </a:lnTo>
                              <a:lnTo>
                                <a:pt x="3989070" y="81407"/>
                              </a:lnTo>
                              <a:lnTo>
                                <a:pt x="3997325" y="76327"/>
                              </a:lnTo>
                              <a:lnTo>
                                <a:pt x="4005707" y="71501"/>
                              </a:lnTo>
                              <a:lnTo>
                                <a:pt x="4014089" y="66675"/>
                              </a:lnTo>
                              <a:lnTo>
                                <a:pt x="4022471" y="62103"/>
                              </a:lnTo>
                              <a:lnTo>
                                <a:pt x="4030726" y="57531"/>
                              </a:lnTo>
                              <a:lnTo>
                                <a:pt x="4039108" y="53086"/>
                              </a:lnTo>
                              <a:lnTo>
                                <a:pt x="4047490" y="48895"/>
                              </a:lnTo>
                              <a:lnTo>
                                <a:pt x="4055745" y="44704"/>
                              </a:lnTo>
                              <a:lnTo>
                                <a:pt x="4064127" y="40640"/>
                              </a:lnTo>
                              <a:lnTo>
                                <a:pt x="4072509" y="36703"/>
                              </a:lnTo>
                              <a:lnTo>
                                <a:pt x="4080891" y="32893"/>
                              </a:lnTo>
                              <a:lnTo>
                                <a:pt x="4089146" y="29083"/>
                              </a:lnTo>
                              <a:lnTo>
                                <a:pt x="4097528" y="25527"/>
                              </a:lnTo>
                              <a:lnTo>
                                <a:pt x="4105910" y="21971"/>
                              </a:lnTo>
                              <a:lnTo>
                                <a:pt x="4114165" y="18542"/>
                              </a:lnTo>
                              <a:lnTo>
                                <a:pt x="4122547" y="15240"/>
                              </a:lnTo>
                              <a:lnTo>
                                <a:pt x="4130929" y="11938"/>
                              </a:lnTo>
                              <a:lnTo>
                                <a:pt x="4139311" y="8890"/>
                              </a:lnTo>
                              <a:lnTo>
                                <a:pt x="4147566" y="5842"/>
                              </a:lnTo>
                              <a:lnTo>
                                <a:pt x="4155948" y="2794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882E72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4" name="Freeform 23">
                          <a:extLst>
                            <a:ext uri="{FF2B5EF4-FFF2-40B4-BE49-F238E27FC236}">
                              <a16:creationId xmlns:a16="http://schemas.microsoft.com/office/drawing/2014/main" id="{CF90063C-D013-7CEB-6F0E-123B9D9510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598515"/>
                          <a:ext cx="4164329" cy="1418844"/>
                        </a:xfrm>
                        <a:custGeom>
                          <a:avLst/>
                          <a:gdLst>
                            <a:gd name="csX0" fmla="*/ 0 w 4164329"/>
                            <a:gd name="csY0" fmla="*/ 604774 h 1418844"/>
                            <a:gd name="csX1" fmla="*/ 8382 w 4164329"/>
                            <a:gd name="csY1" fmla="*/ 603250 h 1418844"/>
                            <a:gd name="csX2" fmla="*/ 16637 w 4164329"/>
                            <a:gd name="csY2" fmla="*/ 601853 h 1418844"/>
                            <a:gd name="csX3" fmla="*/ 25019 w 4164329"/>
                            <a:gd name="csY3" fmla="*/ 600329 h 1418844"/>
                            <a:gd name="csX4" fmla="*/ 33401 w 4164329"/>
                            <a:gd name="csY4" fmla="*/ 598678 h 1418844"/>
                            <a:gd name="csX5" fmla="*/ 41783 w 4164329"/>
                            <a:gd name="csY5" fmla="*/ 597154 h 1418844"/>
                            <a:gd name="csX6" fmla="*/ 50038 w 4164329"/>
                            <a:gd name="csY6" fmla="*/ 595503 h 1418844"/>
                            <a:gd name="csX7" fmla="*/ 58420 w 4164329"/>
                            <a:gd name="csY7" fmla="*/ 593725 h 1418844"/>
                            <a:gd name="csX8" fmla="*/ 66802 w 4164329"/>
                            <a:gd name="csY8" fmla="*/ 591947 h 1418844"/>
                            <a:gd name="csX9" fmla="*/ 75057 w 4164329"/>
                            <a:gd name="csY9" fmla="*/ 590169 h 1418844"/>
                            <a:gd name="csX10" fmla="*/ 83439 w 4164329"/>
                            <a:gd name="csY10" fmla="*/ 588264 h 1418844"/>
                            <a:gd name="csX11" fmla="*/ 91821 w 4164329"/>
                            <a:gd name="csY11" fmla="*/ 586359 h 1418844"/>
                            <a:gd name="csX12" fmla="*/ 100203 w 4164329"/>
                            <a:gd name="csY12" fmla="*/ 584454 h 1418844"/>
                            <a:gd name="csX13" fmla="*/ 108458 w 4164329"/>
                            <a:gd name="csY13" fmla="*/ 582422 h 1418844"/>
                            <a:gd name="csX14" fmla="*/ 116840 w 4164329"/>
                            <a:gd name="csY14" fmla="*/ 580390 h 1418844"/>
                            <a:gd name="csX15" fmla="*/ 125222 w 4164329"/>
                            <a:gd name="csY15" fmla="*/ 578231 h 1418844"/>
                            <a:gd name="csX16" fmla="*/ 133477 w 4164329"/>
                            <a:gd name="csY16" fmla="*/ 575945 h 1418844"/>
                            <a:gd name="csX17" fmla="*/ 141859 w 4164329"/>
                            <a:gd name="csY17" fmla="*/ 573786 h 1418844"/>
                            <a:gd name="csX18" fmla="*/ 150241 w 4164329"/>
                            <a:gd name="csY18" fmla="*/ 571373 h 1418844"/>
                            <a:gd name="csX19" fmla="*/ 158623 w 4164329"/>
                            <a:gd name="csY19" fmla="*/ 569087 h 1418844"/>
                            <a:gd name="csX20" fmla="*/ 166878 w 4164329"/>
                            <a:gd name="csY20" fmla="*/ 566547 h 1418844"/>
                            <a:gd name="csX21" fmla="*/ 175260 w 4164329"/>
                            <a:gd name="csY21" fmla="*/ 564134 h 1418844"/>
                            <a:gd name="csX22" fmla="*/ 183642 w 4164329"/>
                            <a:gd name="csY22" fmla="*/ 561467 h 1418844"/>
                            <a:gd name="csX23" fmla="*/ 191897 w 4164329"/>
                            <a:gd name="csY23" fmla="*/ 558927 h 1418844"/>
                            <a:gd name="csX24" fmla="*/ 200279 w 4164329"/>
                            <a:gd name="csY24" fmla="*/ 556133 h 1418844"/>
                            <a:gd name="csX25" fmla="*/ 208661 w 4164329"/>
                            <a:gd name="csY25" fmla="*/ 553339 h 1418844"/>
                            <a:gd name="csX26" fmla="*/ 217043 w 4164329"/>
                            <a:gd name="csY26" fmla="*/ 550545 h 1418844"/>
                            <a:gd name="csX27" fmla="*/ 225298 w 4164329"/>
                            <a:gd name="csY27" fmla="*/ 547624 h 1418844"/>
                            <a:gd name="csX28" fmla="*/ 233680 w 4164329"/>
                            <a:gd name="csY28" fmla="*/ 544576 h 1418844"/>
                            <a:gd name="csX29" fmla="*/ 242062 w 4164329"/>
                            <a:gd name="csY29" fmla="*/ 541528 h 1418844"/>
                            <a:gd name="csX30" fmla="*/ 250317 w 4164329"/>
                            <a:gd name="csY30" fmla="*/ 538480 h 1418844"/>
                            <a:gd name="csX31" fmla="*/ 258699 w 4164329"/>
                            <a:gd name="csY31" fmla="*/ 535178 h 1418844"/>
                            <a:gd name="csX32" fmla="*/ 267081 w 4164329"/>
                            <a:gd name="csY32" fmla="*/ 531876 h 1418844"/>
                            <a:gd name="csX33" fmla="*/ 275463 w 4164329"/>
                            <a:gd name="csY33" fmla="*/ 528574 h 1418844"/>
                            <a:gd name="csX34" fmla="*/ 283718 w 4164329"/>
                            <a:gd name="csY34" fmla="*/ 525145 h 1418844"/>
                            <a:gd name="csX35" fmla="*/ 292100 w 4164329"/>
                            <a:gd name="csY35" fmla="*/ 521589 h 1418844"/>
                            <a:gd name="csX36" fmla="*/ 300482 w 4164329"/>
                            <a:gd name="csY36" fmla="*/ 518033 h 1418844"/>
                            <a:gd name="csX37" fmla="*/ 308737 w 4164329"/>
                            <a:gd name="csY37" fmla="*/ 514350 h 1418844"/>
                            <a:gd name="csX38" fmla="*/ 317119 w 4164329"/>
                            <a:gd name="csY38" fmla="*/ 510540 h 1418844"/>
                            <a:gd name="csX39" fmla="*/ 325501 w 4164329"/>
                            <a:gd name="csY39" fmla="*/ 506730 h 1418844"/>
                            <a:gd name="csX40" fmla="*/ 333756 w 4164329"/>
                            <a:gd name="csY40" fmla="*/ 502793 h 1418844"/>
                            <a:gd name="csX41" fmla="*/ 342138 w 4164329"/>
                            <a:gd name="csY41" fmla="*/ 498729 h 1418844"/>
                            <a:gd name="csX42" fmla="*/ 350520 w 4164329"/>
                            <a:gd name="csY42" fmla="*/ 494665 h 1418844"/>
                            <a:gd name="csX43" fmla="*/ 358902 w 4164329"/>
                            <a:gd name="csY43" fmla="*/ 490474 h 1418844"/>
                            <a:gd name="csX44" fmla="*/ 367157 w 4164329"/>
                            <a:gd name="csY44" fmla="*/ 486283 h 1418844"/>
                            <a:gd name="csX45" fmla="*/ 375539 w 4164329"/>
                            <a:gd name="csY45" fmla="*/ 481965 h 1418844"/>
                            <a:gd name="csX46" fmla="*/ 383921 w 4164329"/>
                            <a:gd name="csY46" fmla="*/ 477520 h 1418844"/>
                            <a:gd name="csX47" fmla="*/ 392176 w 4164329"/>
                            <a:gd name="csY47" fmla="*/ 473075 h 1418844"/>
                            <a:gd name="csX48" fmla="*/ 400558 w 4164329"/>
                            <a:gd name="csY48" fmla="*/ 468503 h 1418844"/>
                            <a:gd name="csX49" fmla="*/ 408940 w 4164329"/>
                            <a:gd name="csY49" fmla="*/ 463804 h 1418844"/>
                            <a:gd name="csX50" fmla="*/ 417322 w 4164329"/>
                            <a:gd name="csY50" fmla="*/ 459105 h 1418844"/>
                            <a:gd name="csX51" fmla="*/ 425577 w 4164329"/>
                            <a:gd name="csY51" fmla="*/ 454279 h 1418844"/>
                            <a:gd name="csX52" fmla="*/ 433959 w 4164329"/>
                            <a:gd name="csY52" fmla="*/ 449326 h 1418844"/>
                            <a:gd name="csX53" fmla="*/ 442341 w 4164329"/>
                            <a:gd name="csY53" fmla="*/ 444373 h 1418844"/>
                            <a:gd name="csX54" fmla="*/ 450596 w 4164329"/>
                            <a:gd name="csY54" fmla="*/ 439293 h 1418844"/>
                            <a:gd name="csX55" fmla="*/ 458978 w 4164329"/>
                            <a:gd name="csY55" fmla="*/ 434213 h 1418844"/>
                            <a:gd name="csX56" fmla="*/ 467360 w 4164329"/>
                            <a:gd name="csY56" fmla="*/ 429006 h 1418844"/>
                            <a:gd name="csX57" fmla="*/ 475742 w 4164329"/>
                            <a:gd name="csY57" fmla="*/ 423799 h 1418844"/>
                            <a:gd name="csX58" fmla="*/ 483997 w 4164329"/>
                            <a:gd name="csY58" fmla="*/ 418465 h 1418844"/>
                            <a:gd name="csX59" fmla="*/ 492379 w 4164329"/>
                            <a:gd name="csY59" fmla="*/ 413004 h 1418844"/>
                            <a:gd name="csX60" fmla="*/ 500761 w 4164329"/>
                            <a:gd name="csY60" fmla="*/ 407543 h 1418844"/>
                            <a:gd name="csX61" fmla="*/ 509016 w 4164329"/>
                            <a:gd name="csY61" fmla="*/ 401955 h 1418844"/>
                            <a:gd name="csX62" fmla="*/ 517398 w 4164329"/>
                            <a:gd name="csY62" fmla="*/ 396367 h 1418844"/>
                            <a:gd name="csX63" fmla="*/ 525780 w 4164329"/>
                            <a:gd name="csY63" fmla="*/ 390652 h 1418844"/>
                            <a:gd name="csX64" fmla="*/ 534162 w 4164329"/>
                            <a:gd name="csY64" fmla="*/ 384937 h 1418844"/>
                            <a:gd name="csX65" fmla="*/ 542417 w 4164329"/>
                            <a:gd name="csY65" fmla="*/ 379095 h 1418844"/>
                            <a:gd name="csX66" fmla="*/ 550799 w 4164329"/>
                            <a:gd name="csY66" fmla="*/ 373253 h 1418844"/>
                            <a:gd name="csX67" fmla="*/ 559181 w 4164329"/>
                            <a:gd name="csY67" fmla="*/ 367411 h 1418844"/>
                            <a:gd name="csX68" fmla="*/ 567436 w 4164329"/>
                            <a:gd name="csY68" fmla="*/ 361442 h 1418844"/>
                            <a:gd name="csX69" fmla="*/ 575818 w 4164329"/>
                            <a:gd name="csY69" fmla="*/ 355473 h 1418844"/>
                            <a:gd name="csX70" fmla="*/ 584200 w 4164329"/>
                            <a:gd name="csY70" fmla="*/ 349377 h 1418844"/>
                            <a:gd name="csX71" fmla="*/ 592582 w 4164329"/>
                            <a:gd name="csY71" fmla="*/ 343408 h 1418844"/>
                            <a:gd name="csX72" fmla="*/ 600837 w 4164329"/>
                            <a:gd name="csY72" fmla="*/ 337185 h 1418844"/>
                            <a:gd name="csX73" fmla="*/ 609219 w 4164329"/>
                            <a:gd name="csY73" fmla="*/ 331089 h 1418844"/>
                            <a:gd name="csX74" fmla="*/ 617601 w 4164329"/>
                            <a:gd name="csY74" fmla="*/ 324866 h 1418844"/>
                            <a:gd name="csX75" fmla="*/ 625856 w 4164329"/>
                            <a:gd name="csY75" fmla="*/ 318643 h 1418844"/>
                            <a:gd name="csX76" fmla="*/ 634238 w 4164329"/>
                            <a:gd name="csY76" fmla="*/ 312420 h 1418844"/>
                            <a:gd name="csX77" fmla="*/ 642620 w 4164329"/>
                            <a:gd name="csY77" fmla="*/ 306197 h 1418844"/>
                            <a:gd name="csX78" fmla="*/ 651002 w 4164329"/>
                            <a:gd name="csY78" fmla="*/ 299974 h 1418844"/>
                            <a:gd name="csX79" fmla="*/ 659257 w 4164329"/>
                            <a:gd name="csY79" fmla="*/ 293624 h 1418844"/>
                            <a:gd name="csX80" fmla="*/ 667639 w 4164329"/>
                            <a:gd name="csY80" fmla="*/ 287401 h 1418844"/>
                            <a:gd name="csX81" fmla="*/ 676021 w 4164329"/>
                            <a:gd name="csY81" fmla="*/ 281051 h 1418844"/>
                            <a:gd name="csX82" fmla="*/ 684276 w 4164329"/>
                            <a:gd name="csY82" fmla="*/ 274701 h 1418844"/>
                            <a:gd name="csX83" fmla="*/ 692658 w 4164329"/>
                            <a:gd name="csY83" fmla="*/ 268478 h 1418844"/>
                            <a:gd name="csX84" fmla="*/ 701040 w 4164329"/>
                            <a:gd name="csY84" fmla="*/ 262128 h 1418844"/>
                            <a:gd name="csX85" fmla="*/ 709295 w 4164329"/>
                            <a:gd name="csY85" fmla="*/ 255905 h 1418844"/>
                            <a:gd name="csX86" fmla="*/ 717677 w 4164329"/>
                            <a:gd name="csY86" fmla="*/ 249555 h 1418844"/>
                            <a:gd name="csX87" fmla="*/ 726059 w 4164329"/>
                            <a:gd name="csY87" fmla="*/ 243332 h 1418844"/>
                            <a:gd name="csX88" fmla="*/ 734441 w 4164329"/>
                            <a:gd name="csY88" fmla="*/ 237109 h 1418844"/>
                            <a:gd name="csX89" fmla="*/ 742696 w 4164329"/>
                            <a:gd name="csY89" fmla="*/ 230886 h 1418844"/>
                            <a:gd name="csX90" fmla="*/ 751078 w 4164329"/>
                            <a:gd name="csY90" fmla="*/ 224663 h 1418844"/>
                            <a:gd name="csX91" fmla="*/ 759460 w 4164329"/>
                            <a:gd name="csY91" fmla="*/ 218567 h 1418844"/>
                            <a:gd name="csX92" fmla="*/ 767715 w 4164329"/>
                            <a:gd name="csY92" fmla="*/ 212471 h 1418844"/>
                            <a:gd name="csX93" fmla="*/ 776097 w 4164329"/>
                            <a:gd name="csY93" fmla="*/ 206375 h 1418844"/>
                            <a:gd name="csX94" fmla="*/ 784479 w 4164329"/>
                            <a:gd name="csY94" fmla="*/ 200279 h 1418844"/>
                            <a:gd name="csX95" fmla="*/ 792861 w 4164329"/>
                            <a:gd name="csY95" fmla="*/ 194310 h 1418844"/>
                            <a:gd name="csX96" fmla="*/ 801116 w 4164329"/>
                            <a:gd name="csY96" fmla="*/ 188341 h 1418844"/>
                            <a:gd name="csX97" fmla="*/ 809498 w 4164329"/>
                            <a:gd name="csY97" fmla="*/ 182499 h 1418844"/>
                            <a:gd name="csX98" fmla="*/ 817880 w 4164329"/>
                            <a:gd name="csY98" fmla="*/ 176657 h 1418844"/>
                            <a:gd name="csX99" fmla="*/ 826135 w 4164329"/>
                            <a:gd name="csY99" fmla="*/ 170942 h 1418844"/>
                            <a:gd name="csX100" fmla="*/ 834517 w 4164329"/>
                            <a:gd name="csY100" fmla="*/ 165227 h 1418844"/>
                            <a:gd name="csX101" fmla="*/ 842899 w 4164329"/>
                            <a:gd name="csY101" fmla="*/ 159639 h 1418844"/>
                            <a:gd name="csX102" fmla="*/ 851281 w 4164329"/>
                            <a:gd name="csY102" fmla="*/ 154051 h 1418844"/>
                            <a:gd name="csX103" fmla="*/ 859536 w 4164329"/>
                            <a:gd name="csY103" fmla="*/ 148463 h 1418844"/>
                            <a:gd name="csX104" fmla="*/ 867918 w 4164329"/>
                            <a:gd name="csY104" fmla="*/ 143129 h 1418844"/>
                            <a:gd name="csX105" fmla="*/ 876300 w 4164329"/>
                            <a:gd name="csY105" fmla="*/ 137795 h 1418844"/>
                            <a:gd name="csX106" fmla="*/ 884555 w 4164329"/>
                            <a:gd name="csY106" fmla="*/ 132461 h 1418844"/>
                            <a:gd name="csX107" fmla="*/ 892937 w 4164329"/>
                            <a:gd name="csY107" fmla="*/ 127254 h 1418844"/>
                            <a:gd name="csX108" fmla="*/ 901319 w 4164329"/>
                            <a:gd name="csY108" fmla="*/ 122174 h 1418844"/>
                            <a:gd name="csX109" fmla="*/ 909701 w 4164329"/>
                            <a:gd name="csY109" fmla="*/ 117221 h 1418844"/>
                            <a:gd name="csX110" fmla="*/ 917956 w 4164329"/>
                            <a:gd name="csY110" fmla="*/ 112268 h 1418844"/>
                            <a:gd name="csX111" fmla="*/ 926338 w 4164329"/>
                            <a:gd name="csY111" fmla="*/ 107442 h 1418844"/>
                            <a:gd name="csX112" fmla="*/ 934720 w 4164329"/>
                            <a:gd name="csY112" fmla="*/ 102743 h 1418844"/>
                            <a:gd name="csX113" fmla="*/ 942975 w 4164329"/>
                            <a:gd name="csY113" fmla="*/ 98044 h 1418844"/>
                            <a:gd name="csX114" fmla="*/ 951357 w 4164329"/>
                            <a:gd name="csY114" fmla="*/ 93472 h 1418844"/>
                            <a:gd name="csX115" fmla="*/ 959739 w 4164329"/>
                            <a:gd name="csY115" fmla="*/ 89027 h 1418844"/>
                            <a:gd name="csX116" fmla="*/ 968121 w 4164329"/>
                            <a:gd name="csY116" fmla="*/ 84709 h 1418844"/>
                            <a:gd name="csX117" fmla="*/ 976376 w 4164329"/>
                            <a:gd name="csY117" fmla="*/ 80518 h 1418844"/>
                            <a:gd name="csX118" fmla="*/ 984758 w 4164329"/>
                            <a:gd name="csY118" fmla="*/ 76327 h 1418844"/>
                            <a:gd name="csX119" fmla="*/ 993140 w 4164329"/>
                            <a:gd name="csY119" fmla="*/ 72263 h 1418844"/>
                            <a:gd name="csX120" fmla="*/ 1001395 w 4164329"/>
                            <a:gd name="csY120" fmla="*/ 68326 h 1418844"/>
                            <a:gd name="csX121" fmla="*/ 1009777 w 4164329"/>
                            <a:gd name="csY121" fmla="*/ 64516 h 1418844"/>
                            <a:gd name="csX122" fmla="*/ 1018159 w 4164329"/>
                            <a:gd name="csY122" fmla="*/ 60706 h 1418844"/>
                            <a:gd name="csX123" fmla="*/ 1026414 w 4164329"/>
                            <a:gd name="csY123" fmla="*/ 57150 h 1418844"/>
                            <a:gd name="csX124" fmla="*/ 1034796 w 4164329"/>
                            <a:gd name="csY124" fmla="*/ 53594 h 1418844"/>
                            <a:gd name="csX125" fmla="*/ 1043178 w 4164329"/>
                            <a:gd name="csY125" fmla="*/ 50165 h 1418844"/>
                            <a:gd name="csX126" fmla="*/ 1051560 w 4164329"/>
                            <a:gd name="csY126" fmla="*/ 46863 h 1418844"/>
                            <a:gd name="csX127" fmla="*/ 1059815 w 4164329"/>
                            <a:gd name="csY127" fmla="*/ 43688 h 1418844"/>
                            <a:gd name="csX128" fmla="*/ 1068197 w 4164329"/>
                            <a:gd name="csY128" fmla="*/ 40640 h 1418844"/>
                            <a:gd name="csX129" fmla="*/ 1076579 w 4164329"/>
                            <a:gd name="csY129" fmla="*/ 37719 h 1418844"/>
                            <a:gd name="csX130" fmla="*/ 1084834 w 4164329"/>
                            <a:gd name="csY130" fmla="*/ 34798 h 1418844"/>
                            <a:gd name="csX131" fmla="*/ 1093216 w 4164329"/>
                            <a:gd name="csY131" fmla="*/ 32004 h 1418844"/>
                            <a:gd name="csX132" fmla="*/ 1101598 w 4164329"/>
                            <a:gd name="csY132" fmla="*/ 29464 h 1418844"/>
                            <a:gd name="csX133" fmla="*/ 1109980 w 4164329"/>
                            <a:gd name="csY133" fmla="*/ 26924 h 1418844"/>
                            <a:gd name="csX134" fmla="*/ 1118235 w 4164329"/>
                            <a:gd name="csY134" fmla="*/ 24511 h 1418844"/>
                            <a:gd name="csX135" fmla="*/ 1126617 w 4164329"/>
                            <a:gd name="csY135" fmla="*/ 22225 h 1418844"/>
                            <a:gd name="csX136" fmla="*/ 1134999 w 4164329"/>
                            <a:gd name="csY136" fmla="*/ 19939 h 1418844"/>
                            <a:gd name="csX137" fmla="*/ 1143254 w 4164329"/>
                            <a:gd name="csY137" fmla="*/ 17907 h 1418844"/>
                            <a:gd name="csX138" fmla="*/ 1151636 w 4164329"/>
                            <a:gd name="csY138" fmla="*/ 16002 h 1418844"/>
                            <a:gd name="csX139" fmla="*/ 1160018 w 4164329"/>
                            <a:gd name="csY139" fmla="*/ 14097 h 1418844"/>
                            <a:gd name="csX140" fmla="*/ 1168400 w 4164329"/>
                            <a:gd name="csY140" fmla="*/ 12319 h 1418844"/>
                            <a:gd name="csX141" fmla="*/ 1176655 w 4164329"/>
                            <a:gd name="csY141" fmla="*/ 10795 h 1418844"/>
                            <a:gd name="csX142" fmla="*/ 1185037 w 4164329"/>
                            <a:gd name="csY142" fmla="*/ 9271 h 1418844"/>
                            <a:gd name="csX143" fmla="*/ 1193419 w 4164329"/>
                            <a:gd name="csY143" fmla="*/ 7874 h 1418844"/>
                            <a:gd name="csX144" fmla="*/ 1201674 w 4164329"/>
                            <a:gd name="csY144" fmla="*/ 6604 h 1418844"/>
                            <a:gd name="csX145" fmla="*/ 1210056 w 4164329"/>
                            <a:gd name="csY145" fmla="*/ 5334 h 1418844"/>
                            <a:gd name="csX146" fmla="*/ 1218438 w 4164329"/>
                            <a:gd name="csY146" fmla="*/ 4318 h 1418844"/>
                            <a:gd name="csX147" fmla="*/ 1226820 w 4164329"/>
                            <a:gd name="csY147" fmla="*/ 3429 h 1418844"/>
                            <a:gd name="csX148" fmla="*/ 1235075 w 4164329"/>
                            <a:gd name="csY148" fmla="*/ 2540 h 1418844"/>
                            <a:gd name="csX149" fmla="*/ 1243457 w 4164329"/>
                            <a:gd name="csY149" fmla="*/ 1778 h 1418844"/>
                            <a:gd name="csX150" fmla="*/ 1251839 w 4164329"/>
                            <a:gd name="csY150" fmla="*/ 1270 h 1418844"/>
                            <a:gd name="csX151" fmla="*/ 1260094 w 4164329"/>
                            <a:gd name="csY151" fmla="*/ 762 h 1418844"/>
                            <a:gd name="csX152" fmla="*/ 1268476 w 4164329"/>
                            <a:gd name="csY152" fmla="*/ 381 h 1418844"/>
                            <a:gd name="csX153" fmla="*/ 1276858 w 4164329"/>
                            <a:gd name="csY153" fmla="*/ 127 h 1418844"/>
                            <a:gd name="csX154" fmla="*/ 1285240 w 4164329"/>
                            <a:gd name="csY154" fmla="*/ 0 h 1418844"/>
                            <a:gd name="csX155" fmla="*/ 1293495 w 4164329"/>
                            <a:gd name="csY155" fmla="*/ 0 h 1418844"/>
                            <a:gd name="csX156" fmla="*/ 1301877 w 4164329"/>
                            <a:gd name="csY156" fmla="*/ 127 h 1418844"/>
                            <a:gd name="csX157" fmla="*/ 1310259 w 4164329"/>
                            <a:gd name="csY157" fmla="*/ 254 h 1418844"/>
                            <a:gd name="csX158" fmla="*/ 1318514 w 4164329"/>
                            <a:gd name="csY158" fmla="*/ 635 h 1418844"/>
                            <a:gd name="csX159" fmla="*/ 1326896 w 4164329"/>
                            <a:gd name="csY159" fmla="*/ 1143 h 1418844"/>
                            <a:gd name="csX160" fmla="*/ 1335278 w 4164329"/>
                            <a:gd name="csY160" fmla="*/ 1651 h 1418844"/>
                            <a:gd name="csX161" fmla="*/ 1343533 w 4164329"/>
                            <a:gd name="csY161" fmla="*/ 2413 h 1418844"/>
                            <a:gd name="csX162" fmla="*/ 1351915 w 4164329"/>
                            <a:gd name="csY162" fmla="*/ 3175 h 1418844"/>
                            <a:gd name="csX163" fmla="*/ 1360297 w 4164329"/>
                            <a:gd name="csY163" fmla="*/ 4191 h 1418844"/>
                            <a:gd name="csX164" fmla="*/ 1368679 w 4164329"/>
                            <a:gd name="csY164" fmla="*/ 5207 h 1418844"/>
                            <a:gd name="csX165" fmla="*/ 1376934 w 4164329"/>
                            <a:gd name="csY165" fmla="*/ 6350 h 1418844"/>
                            <a:gd name="csX166" fmla="*/ 1385316 w 4164329"/>
                            <a:gd name="csY166" fmla="*/ 7747 h 1418844"/>
                            <a:gd name="csX167" fmla="*/ 1393698 w 4164329"/>
                            <a:gd name="csY167" fmla="*/ 9144 h 1418844"/>
                            <a:gd name="csX168" fmla="*/ 1401953 w 4164329"/>
                            <a:gd name="csY168" fmla="*/ 10795 h 1418844"/>
                            <a:gd name="csX169" fmla="*/ 1410335 w 4164329"/>
                            <a:gd name="csY169" fmla="*/ 12446 h 1418844"/>
                            <a:gd name="csX170" fmla="*/ 1418717 w 4164329"/>
                            <a:gd name="csY170" fmla="*/ 14224 h 1418844"/>
                            <a:gd name="csX171" fmla="*/ 1427099 w 4164329"/>
                            <a:gd name="csY171" fmla="*/ 16256 h 1418844"/>
                            <a:gd name="csX172" fmla="*/ 1435354 w 4164329"/>
                            <a:gd name="csY172" fmla="*/ 18288 h 1418844"/>
                            <a:gd name="csX173" fmla="*/ 1443736 w 4164329"/>
                            <a:gd name="csY173" fmla="*/ 20574 h 1418844"/>
                            <a:gd name="csX174" fmla="*/ 1452118 w 4164329"/>
                            <a:gd name="csY174" fmla="*/ 22860 h 1418844"/>
                            <a:gd name="csX175" fmla="*/ 1460373 w 4164329"/>
                            <a:gd name="csY175" fmla="*/ 25400 h 1418844"/>
                            <a:gd name="csX176" fmla="*/ 1468755 w 4164329"/>
                            <a:gd name="csY176" fmla="*/ 28067 h 1418844"/>
                            <a:gd name="csX177" fmla="*/ 1477137 w 4164329"/>
                            <a:gd name="csY177" fmla="*/ 30861 h 1418844"/>
                            <a:gd name="csX178" fmla="*/ 1485519 w 4164329"/>
                            <a:gd name="csY178" fmla="*/ 33782 h 1418844"/>
                            <a:gd name="csX179" fmla="*/ 1493774 w 4164329"/>
                            <a:gd name="csY179" fmla="*/ 36830 h 1418844"/>
                            <a:gd name="csX180" fmla="*/ 1502156 w 4164329"/>
                            <a:gd name="csY180" fmla="*/ 40005 h 1418844"/>
                            <a:gd name="csX181" fmla="*/ 1510538 w 4164329"/>
                            <a:gd name="csY181" fmla="*/ 43307 h 1418844"/>
                            <a:gd name="csX182" fmla="*/ 1518793 w 4164329"/>
                            <a:gd name="csY182" fmla="*/ 46863 h 1418844"/>
                            <a:gd name="csX183" fmla="*/ 1527175 w 4164329"/>
                            <a:gd name="csY183" fmla="*/ 50419 h 1418844"/>
                            <a:gd name="csX184" fmla="*/ 1535557 w 4164329"/>
                            <a:gd name="csY184" fmla="*/ 54229 h 1418844"/>
                            <a:gd name="csX185" fmla="*/ 1543939 w 4164329"/>
                            <a:gd name="csY185" fmla="*/ 58166 h 1418844"/>
                            <a:gd name="csX186" fmla="*/ 1552194 w 4164329"/>
                            <a:gd name="csY186" fmla="*/ 62230 h 1418844"/>
                            <a:gd name="csX187" fmla="*/ 1560576 w 4164329"/>
                            <a:gd name="csY187" fmla="*/ 66548 h 1418844"/>
                            <a:gd name="csX188" fmla="*/ 1568958 w 4164329"/>
                            <a:gd name="csY188" fmla="*/ 70993 h 1418844"/>
                            <a:gd name="csX189" fmla="*/ 1577213 w 4164329"/>
                            <a:gd name="csY189" fmla="*/ 75438 h 1418844"/>
                            <a:gd name="csX190" fmla="*/ 1585595 w 4164329"/>
                            <a:gd name="csY190" fmla="*/ 80264 h 1418844"/>
                            <a:gd name="csX191" fmla="*/ 1593977 w 4164329"/>
                            <a:gd name="csY191" fmla="*/ 85090 h 1418844"/>
                            <a:gd name="csX192" fmla="*/ 1602359 w 4164329"/>
                            <a:gd name="csY192" fmla="*/ 90170 h 1418844"/>
                            <a:gd name="csX193" fmla="*/ 1610614 w 4164329"/>
                            <a:gd name="csY193" fmla="*/ 95377 h 1418844"/>
                            <a:gd name="csX194" fmla="*/ 1618996 w 4164329"/>
                            <a:gd name="csY194" fmla="*/ 100711 h 1418844"/>
                            <a:gd name="csX195" fmla="*/ 1627378 w 4164329"/>
                            <a:gd name="csY195" fmla="*/ 106299 h 1418844"/>
                            <a:gd name="csX196" fmla="*/ 1635633 w 4164329"/>
                            <a:gd name="csY196" fmla="*/ 112014 h 1418844"/>
                            <a:gd name="csX197" fmla="*/ 1644015 w 4164329"/>
                            <a:gd name="csY197" fmla="*/ 117856 h 1418844"/>
                            <a:gd name="csX198" fmla="*/ 1652397 w 4164329"/>
                            <a:gd name="csY198" fmla="*/ 123952 h 1418844"/>
                            <a:gd name="csX199" fmla="*/ 1660652 w 4164329"/>
                            <a:gd name="csY199" fmla="*/ 130175 h 1418844"/>
                            <a:gd name="csX200" fmla="*/ 1669034 w 4164329"/>
                            <a:gd name="csY200" fmla="*/ 136525 h 1418844"/>
                            <a:gd name="csX201" fmla="*/ 1677416 w 4164329"/>
                            <a:gd name="csY201" fmla="*/ 143129 h 1418844"/>
                            <a:gd name="csX202" fmla="*/ 1685798 w 4164329"/>
                            <a:gd name="csY202" fmla="*/ 149860 h 1418844"/>
                            <a:gd name="csX203" fmla="*/ 1694053 w 4164329"/>
                            <a:gd name="csY203" fmla="*/ 156845 h 1418844"/>
                            <a:gd name="csX204" fmla="*/ 1702435 w 4164329"/>
                            <a:gd name="csY204" fmla="*/ 163957 h 1418844"/>
                            <a:gd name="csX205" fmla="*/ 1710817 w 4164329"/>
                            <a:gd name="csY205" fmla="*/ 171196 h 1418844"/>
                            <a:gd name="csX206" fmla="*/ 1719072 w 4164329"/>
                            <a:gd name="csY206" fmla="*/ 178689 h 1418844"/>
                            <a:gd name="csX207" fmla="*/ 1727454 w 4164329"/>
                            <a:gd name="csY207" fmla="*/ 186309 h 1418844"/>
                            <a:gd name="csX208" fmla="*/ 1735836 w 4164329"/>
                            <a:gd name="csY208" fmla="*/ 194183 h 1418844"/>
                            <a:gd name="csX209" fmla="*/ 1744218 w 4164329"/>
                            <a:gd name="csY209" fmla="*/ 202184 h 1418844"/>
                            <a:gd name="csX210" fmla="*/ 1752473 w 4164329"/>
                            <a:gd name="csY210" fmla="*/ 210312 h 1418844"/>
                            <a:gd name="csX211" fmla="*/ 1760855 w 4164329"/>
                            <a:gd name="csY211" fmla="*/ 218694 h 1418844"/>
                            <a:gd name="csX212" fmla="*/ 1769237 w 4164329"/>
                            <a:gd name="csY212" fmla="*/ 227203 h 1418844"/>
                            <a:gd name="csX213" fmla="*/ 1777492 w 4164329"/>
                            <a:gd name="csY213" fmla="*/ 235966 h 1418844"/>
                            <a:gd name="csX214" fmla="*/ 1785874 w 4164329"/>
                            <a:gd name="csY214" fmla="*/ 244856 h 1418844"/>
                            <a:gd name="csX215" fmla="*/ 1794256 w 4164329"/>
                            <a:gd name="csY215" fmla="*/ 253873 h 1418844"/>
                            <a:gd name="csX216" fmla="*/ 1802638 w 4164329"/>
                            <a:gd name="csY216" fmla="*/ 263144 h 1418844"/>
                            <a:gd name="csX217" fmla="*/ 1810893 w 4164329"/>
                            <a:gd name="csY217" fmla="*/ 272542 h 1418844"/>
                            <a:gd name="csX218" fmla="*/ 1819275 w 4164329"/>
                            <a:gd name="csY218" fmla="*/ 282194 h 1418844"/>
                            <a:gd name="csX219" fmla="*/ 1827657 w 4164329"/>
                            <a:gd name="csY219" fmla="*/ 291846 h 1418844"/>
                            <a:gd name="csX220" fmla="*/ 1835912 w 4164329"/>
                            <a:gd name="csY220" fmla="*/ 301879 h 1418844"/>
                            <a:gd name="csX221" fmla="*/ 1844294 w 4164329"/>
                            <a:gd name="csY221" fmla="*/ 311912 h 1418844"/>
                            <a:gd name="csX222" fmla="*/ 1852676 w 4164329"/>
                            <a:gd name="csY222" fmla="*/ 322199 h 1418844"/>
                            <a:gd name="csX223" fmla="*/ 1861058 w 4164329"/>
                            <a:gd name="csY223" fmla="*/ 332613 h 1418844"/>
                            <a:gd name="csX224" fmla="*/ 1869313 w 4164329"/>
                            <a:gd name="csY224" fmla="*/ 343154 h 1418844"/>
                            <a:gd name="csX225" fmla="*/ 1877695 w 4164329"/>
                            <a:gd name="csY225" fmla="*/ 353822 h 1418844"/>
                            <a:gd name="csX226" fmla="*/ 1886077 w 4164329"/>
                            <a:gd name="csY226" fmla="*/ 364744 h 1418844"/>
                            <a:gd name="csX227" fmla="*/ 1894332 w 4164329"/>
                            <a:gd name="csY227" fmla="*/ 375793 h 1418844"/>
                            <a:gd name="csX228" fmla="*/ 1902714 w 4164329"/>
                            <a:gd name="csY228" fmla="*/ 386842 h 1418844"/>
                            <a:gd name="csX229" fmla="*/ 1911096 w 4164329"/>
                            <a:gd name="csY229" fmla="*/ 398145 h 1418844"/>
                            <a:gd name="csX230" fmla="*/ 1919478 w 4164329"/>
                            <a:gd name="csY230" fmla="*/ 409575 h 1418844"/>
                            <a:gd name="csX231" fmla="*/ 1927733 w 4164329"/>
                            <a:gd name="csY231" fmla="*/ 421132 h 1418844"/>
                            <a:gd name="csX232" fmla="*/ 1936115 w 4164329"/>
                            <a:gd name="csY232" fmla="*/ 432816 h 1418844"/>
                            <a:gd name="csX233" fmla="*/ 1944497 w 4164329"/>
                            <a:gd name="csY233" fmla="*/ 444627 h 1418844"/>
                            <a:gd name="csX234" fmla="*/ 1952752 w 4164329"/>
                            <a:gd name="csY234" fmla="*/ 456565 h 1418844"/>
                            <a:gd name="csX235" fmla="*/ 1961134 w 4164329"/>
                            <a:gd name="csY235" fmla="*/ 468630 h 1418844"/>
                            <a:gd name="csX236" fmla="*/ 1969516 w 4164329"/>
                            <a:gd name="csY236" fmla="*/ 480695 h 1418844"/>
                            <a:gd name="csX237" fmla="*/ 1977771 w 4164329"/>
                            <a:gd name="csY237" fmla="*/ 493014 h 1418844"/>
                            <a:gd name="csX238" fmla="*/ 1986153 w 4164329"/>
                            <a:gd name="csY238" fmla="*/ 505333 h 1418844"/>
                            <a:gd name="csX239" fmla="*/ 1994535 w 4164329"/>
                            <a:gd name="csY239" fmla="*/ 517652 h 1418844"/>
                            <a:gd name="csX240" fmla="*/ 2002917 w 4164329"/>
                            <a:gd name="csY240" fmla="*/ 530098 h 1418844"/>
                            <a:gd name="csX241" fmla="*/ 2011172 w 4164329"/>
                            <a:gd name="csY241" fmla="*/ 542671 h 1418844"/>
                            <a:gd name="csX242" fmla="*/ 2019554 w 4164329"/>
                            <a:gd name="csY242" fmla="*/ 555244 h 1418844"/>
                            <a:gd name="csX243" fmla="*/ 2027936 w 4164329"/>
                            <a:gd name="csY243" fmla="*/ 567944 h 1418844"/>
                            <a:gd name="csX244" fmla="*/ 2036191 w 4164329"/>
                            <a:gd name="csY244" fmla="*/ 580644 h 1418844"/>
                            <a:gd name="csX245" fmla="*/ 2044573 w 4164329"/>
                            <a:gd name="csY245" fmla="*/ 593471 h 1418844"/>
                            <a:gd name="csX246" fmla="*/ 2052955 w 4164329"/>
                            <a:gd name="csY246" fmla="*/ 606298 h 1418844"/>
                            <a:gd name="csX247" fmla="*/ 2061337 w 4164329"/>
                            <a:gd name="csY247" fmla="*/ 619125 h 1418844"/>
                            <a:gd name="csX248" fmla="*/ 2069592 w 4164329"/>
                            <a:gd name="csY248" fmla="*/ 631952 h 1418844"/>
                            <a:gd name="csX249" fmla="*/ 2077974 w 4164329"/>
                            <a:gd name="csY249" fmla="*/ 644779 h 1418844"/>
                            <a:gd name="csX250" fmla="*/ 2086356 w 4164329"/>
                            <a:gd name="csY250" fmla="*/ 657606 h 1418844"/>
                            <a:gd name="csX251" fmla="*/ 2094611 w 4164329"/>
                            <a:gd name="csY251" fmla="*/ 670560 h 1418844"/>
                            <a:gd name="csX252" fmla="*/ 2102993 w 4164329"/>
                            <a:gd name="csY252" fmla="*/ 683387 h 1418844"/>
                            <a:gd name="csX253" fmla="*/ 2111375 w 4164329"/>
                            <a:gd name="csY253" fmla="*/ 696214 h 1418844"/>
                            <a:gd name="csX254" fmla="*/ 2119757 w 4164329"/>
                            <a:gd name="csY254" fmla="*/ 709041 h 1418844"/>
                            <a:gd name="csX255" fmla="*/ 2128012 w 4164329"/>
                            <a:gd name="csY255" fmla="*/ 721868 h 1418844"/>
                            <a:gd name="csX256" fmla="*/ 2136394 w 4164329"/>
                            <a:gd name="csY256" fmla="*/ 734568 h 1418844"/>
                            <a:gd name="csX257" fmla="*/ 2144776 w 4164329"/>
                            <a:gd name="csY257" fmla="*/ 747268 h 1418844"/>
                            <a:gd name="csX258" fmla="*/ 2153031 w 4164329"/>
                            <a:gd name="csY258" fmla="*/ 759968 h 1418844"/>
                            <a:gd name="csX259" fmla="*/ 2161413 w 4164329"/>
                            <a:gd name="csY259" fmla="*/ 772541 h 1418844"/>
                            <a:gd name="csX260" fmla="*/ 2169795 w 4164329"/>
                            <a:gd name="csY260" fmla="*/ 785114 h 1418844"/>
                            <a:gd name="csX261" fmla="*/ 2178177 w 4164329"/>
                            <a:gd name="csY261" fmla="*/ 797560 h 1418844"/>
                            <a:gd name="csX262" fmla="*/ 2186432 w 4164329"/>
                            <a:gd name="csY262" fmla="*/ 810006 h 1418844"/>
                            <a:gd name="csX263" fmla="*/ 2194814 w 4164329"/>
                            <a:gd name="csY263" fmla="*/ 822325 h 1418844"/>
                            <a:gd name="csX264" fmla="*/ 2203196 w 4164329"/>
                            <a:gd name="csY264" fmla="*/ 834517 h 1418844"/>
                            <a:gd name="csX265" fmla="*/ 2211451 w 4164329"/>
                            <a:gd name="csY265" fmla="*/ 846709 h 1418844"/>
                            <a:gd name="csX266" fmla="*/ 2219833 w 4164329"/>
                            <a:gd name="csY266" fmla="*/ 858647 h 1418844"/>
                            <a:gd name="csX267" fmla="*/ 2228215 w 4164329"/>
                            <a:gd name="csY267" fmla="*/ 870585 h 1418844"/>
                            <a:gd name="csX268" fmla="*/ 2236597 w 4164329"/>
                            <a:gd name="csY268" fmla="*/ 882396 h 1418844"/>
                            <a:gd name="csX269" fmla="*/ 2244852 w 4164329"/>
                            <a:gd name="csY269" fmla="*/ 894080 h 1418844"/>
                            <a:gd name="csX270" fmla="*/ 2253234 w 4164329"/>
                            <a:gd name="csY270" fmla="*/ 905637 h 1418844"/>
                            <a:gd name="csX271" fmla="*/ 2261616 w 4164329"/>
                            <a:gd name="csY271" fmla="*/ 917194 h 1418844"/>
                            <a:gd name="csX272" fmla="*/ 2269871 w 4164329"/>
                            <a:gd name="csY272" fmla="*/ 928497 h 1418844"/>
                            <a:gd name="csX273" fmla="*/ 2278253 w 4164329"/>
                            <a:gd name="csY273" fmla="*/ 939673 h 1418844"/>
                            <a:gd name="csX274" fmla="*/ 2286635 w 4164329"/>
                            <a:gd name="csY274" fmla="*/ 950722 h 1418844"/>
                            <a:gd name="csX275" fmla="*/ 2294890 w 4164329"/>
                            <a:gd name="csY275" fmla="*/ 961644 h 1418844"/>
                            <a:gd name="csX276" fmla="*/ 2303272 w 4164329"/>
                            <a:gd name="csY276" fmla="*/ 972312 h 1418844"/>
                            <a:gd name="csX277" fmla="*/ 2311654 w 4164329"/>
                            <a:gd name="csY277" fmla="*/ 982980 h 1418844"/>
                            <a:gd name="csX278" fmla="*/ 2320036 w 4164329"/>
                            <a:gd name="csY278" fmla="*/ 993394 h 1418844"/>
                            <a:gd name="csX279" fmla="*/ 2328291 w 4164329"/>
                            <a:gd name="csY279" fmla="*/ 1003681 h 1418844"/>
                            <a:gd name="csX280" fmla="*/ 2336673 w 4164329"/>
                            <a:gd name="csY280" fmla="*/ 1013841 h 1418844"/>
                            <a:gd name="csX281" fmla="*/ 2345055 w 4164329"/>
                            <a:gd name="csY281" fmla="*/ 1023874 h 1418844"/>
                            <a:gd name="csX282" fmla="*/ 2353310 w 4164329"/>
                            <a:gd name="csY282" fmla="*/ 1033653 h 1418844"/>
                            <a:gd name="csX283" fmla="*/ 2361692 w 4164329"/>
                            <a:gd name="csY283" fmla="*/ 1043432 h 1418844"/>
                            <a:gd name="csX284" fmla="*/ 2370074 w 4164329"/>
                            <a:gd name="csY284" fmla="*/ 1052957 h 1418844"/>
                            <a:gd name="csX285" fmla="*/ 2378456 w 4164329"/>
                            <a:gd name="csY285" fmla="*/ 1062228 h 1418844"/>
                            <a:gd name="csX286" fmla="*/ 2386711 w 4164329"/>
                            <a:gd name="csY286" fmla="*/ 1071372 h 1418844"/>
                            <a:gd name="csX287" fmla="*/ 2395093 w 4164329"/>
                            <a:gd name="csY287" fmla="*/ 1080389 h 1418844"/>
                            <a:gd name="csX288" fmla="*/ 2403475 w 4164329"/>
                            <a:gd name="csY288" fmla="*/ 1089279 h 1418844"/>
                            <a:gd name="csX289" fmla="*/ 2411730 w 4164329"/>
                            <a:gd name="csY289" fmla="*/ 1098042 h 1418844"/>
                            <a:gd name="csX290" fmla="*/ 2420112 w 4164329"/>
                            <a:gd name="csY290" fmla="*/ 1106551 h 1418844"/>
                            <a:gd name="csX291" fmla="*/ 2428494 w 4164329"/>
                            <a:gd name="csY291" fmla="*/ 1114933 h 1418844"/>
                            <a:gd name="csX292" fmla="*/ 2436876 w 4164329"/>
                            <a:gd name="csY292" fmla="*/ 1123061 h 1418844"/>
                            <a:gd name="csX293" fmla="*/ 2445131 w 4164329"/>
                            <a:gd name="csY293" fmla="*/ 1131062 h 1418844"/>
                            <a:gd name="csX294" fmla="*/ 2453513 w 4164329"/>
                            <a:gd name="csY294" fmla="*/ 1138936 h 1418844"/>
                            <a:gd name="csX295" fmla="*/ 2461895 w 4164329"/>
                            <a:gd name="csY295" fmla="*/ 1146683 h 1418844"/>
                            <a:gd name="csX296" fmla="*/ 2470150 w 4164329"/>
                            <a:gd name="csY296" fmla="*/ 1154176 h 1418844"/>
                            <a:gd name="csX297" fmla="*/ 2478532 w 4164329"/>
                            <a:gd name="csY297" fmla="*/ 1161542 h 1418844"/>
                            <a:gd name="csX298" fmla="*/ 2486914 w 4164329"/>
                            <a:gd name="csY298" fmla="*/ 1168781 h 1418844"/>
                            <a:gd name="csX299" fmla="*/ 2495296 w 4164329"/>
                            <a:gd name="csY299" fmla="*/ 1175766 h 1418844"/>
                            <a:gd name="csX300" fmla="*/ 2503551 w 4164329"/>
                            <a:gd name="csY300" fmla="*/ 1182751 h 1418844"/>
                            <a:gd name="csX301" fmla="*/ 2511933 w 4164329"/>
                            <a:gd name="csY301" fmla="*/ 1189482 h 1418844"/>
                            <a:gd name="csX302" fmla="*/ 2520315 w 4164329"/>
                            <a:gd name="csY302" fmla="*/ 1196086 h 1418844"/>
                            <a:gd name="csX303" fmla="*/ 2528570 w 4164329"/>
                            <a:gd name="csY303" fmla="*/ 1202436 h 1418844"/>
                            <a:gd name="csX304" fmla="*/ 2536952 w 4164329"/>
                            <a:gd name="csY304" fmla="*/ 1208786 h 1418844"/>
                            <a:gd name="csX305" fmla="*/ 2545334 w 4164329"/>
                            <a:gd name="csY305" fmla="*/ 1214882 h 1418844"/>
                            <a:gd name="csX306" fmla="*/ 2553716 w 4164329"/>
                            <a:gd name="csY306" fmla="*/ 1220851 h 1418844"/>
                            <a:gd name="csX307" fmla="*/ 2561971 w 4164329"/>
                            <a:gd name="csY307" fmla="*/ 1226693 h 1418844"/>
                            <a:gd name="csX308" fmla="*/ 2570353 w 4164329"/>
                            <a:gd name="csY308" fmla="*/ 1232408 h 1418844"/>
                            <a:gd name="csX309" fmla="*/ 2578735 w 4164329"/>
                            <a:gd name="csY309" fmla="*/ 1237996 h 1418844"/>
                            <a:gd name="csX310" fmla="*/ 2586990 w 4164329"/>
                            <a:gd name="csY310" fmla="*/ 1243330 h 1418844"/>
                            <a:gd name="csX311" fmla="*/ 2595372 w 4164329"/>
                            <a:gd name="csY311" fmla="*/ 1248664 h 1418844"/>
                            <a:gd name="csX312" fmla="*/ 2603754 w 4164329"/>
                            <a:gd name="csY312" fmla="*/ 1253744 h 1418844"/>
                            <a:gd name="csX313" fmla="*/ 2612009 w 4164329"/>
                            <a:gd name="csY313" fmla="*/ 1258824 h 1418844"/>
                            <a:gd name="csX314" fmla="*/ 2620391 w 4164329"/>
                            <a:gd name="csY314" fmla="*/ 1263650 h 1418844"/>
                            <a:gd name="csX315" fmla="*/ 2628773 w 4164329"/>
                            <a:gd name="csY315" fmla="*/ 1268349 h 1418844"/>
                            <a:gd name="csX316" fmla="*/ 2637155 w 4164329"/>
                            <a:gd name="csY316" fmla="*/ 1273048 h 1418844"/>
                            <a:gd name="csX317" fmla="*/ 2645410 w 4164329"/>
                            <a:gd name="csY317" fmla="*/ 1277493 h 1418844"/>
                            <a:gd name="csX318" fmla="*/ 2653792 w 4164329"/>
                            <a:gd name="csY318" fmla="*/ 1281938 h 1418844"/>
                            <a:gd name="csX319" fmla="*/ 2662174 w 4164329"/>
                            <a:gd name="csY319" fmla="*/ 1286129 h 1418844"/>
                            <a:gd name="csX320" fmla="*/ 2670429 w 4164329"/>
                            <a:gd name="csY320" fmla="*/ 1290320 h 1418844"/>
                            <a:gd name="csX321" fmla="*/ 2678811 w 4164329"/>
                            <a:gd name="csY321" fmla="*/ 1294384 h 1418844"/>
                            <a:gd name="csX322" fmla="*/ 2687193 w 4164329"/>
                            <a:gd name="csY322" fmla="*/ 1298321 h 1418844"/>
                            <a:gd name="csX323" fmla="*/ 2695575 w 4164329"/>
                            <a:gd name="csY323" fmla="*/ 1302131 h 1418844"/>
                            <a:gd name="csX324" fmla="*/ 2703830 w 4164329"/>
                            <a:gd name="csY324" fmla="*/ 1305814 h 1418844"/>
                            <a:gd name="csX325" fmla="*/ 2712212 w 4164329"/>
                            <a:gd name="csY325" fmla="*/ 1309370 h 1418844"/>
                            <a:gd name="csX326" fmla="*/ 2720594 w 4164329"/>
                            <a:gd name="csY326" fmla="*/ 1312926 h 1418844"/>
                            <a:gd name="csX327" fmla="*/ 2728849 w 4164329"/>
                            <a:gd name="csY327" fmla="*/ 1316355 h 1418844"/>
                            <a:gd name="csX328" fmla="*/ 2737231 w 4164329"/>
                            <a:gd name="csY328" fmla="*/ 1319657 h 1418844"/>
                            <a:gd name="csX329" fmla="*/ 2745613 w 4164329"/>
                            <a:gd name="csY329" fmla="*/ 1322832 h 1418844"/>
                            <a:gd name="csX330" fmla="*/ 2753995 w 4164329"/>
                            <a:gd name="csY330" fmla="*/ 1326007 h 1418844"/>
                            <a:gd name="csX331" fmla="*/ 2762250 w 4164329"/>
                            <a:gd name="csY331" fmla="*/ 1328928 h 1418844"/>
                            <a:gd name="csX332" fmla="*/ 2770632 w 4164329"/>
                            <a:gd name="csY332" fmla="*/ 1331976 h 1418844"/>
                            <a:gd name="csX333" fmla="*/ 2779014 w 4164329"/>
                            <a:gd name="csY333" fmla="*/ 1334770 h 1418844"/>
                            <a:gd name="csX334" fmla="*/ 2787269 w 4164329"/>
                            <a:gd name="csY334" fmla="*/ 1337564 h 1418844"/>
                            <a:gd name="csX335" fmla="*/ 2795651 w 4164329"/>
                            <a:gd name="csY335" fmla="*/ 1340231 h 1418844"/>
                            <a:gd name="csX336" fmla="*/ 2804033 w 4164329"/>
                            <a:gd name="csY336" fmla="*/ 1342898 h 1418844"/>
                            <a:gd name="csX337" fmla="*/ 2812415 w 4164329"/>
                            <a:gd name="csY337" fmla="*/ 1345438 h 1418844"/>
                            <a:gd name="csX338" fmla="*/ 2820670 w 4164329"/>
                            <a:gd name="csY338" fmla="*/ 1347851 h 1418844"/>
                            <a:gd name="csX339" fmla="*/ 2829052 w 4164329"/>
                            <a:gd name="csY339" fmla="*/ 1350264 h 1418844"/>
                            <a:gd name="csX340" fmla="*/ 2837434 w 4164329"/>
                            <a:gd name="csY340" fmla="*/ 1352550 h 1418844"/>
                            <a:gd name="csX341" fmla="*/ 2845689 w 4164329"/>
                            <a:gd name="csY341" fmla="*/ 1354836 h 1418844"/>
                            <a:gd name="csX342" fmla="*/ 2854071 w 4164329"/>
                            <a:gd name="csY342" fmla="*/ 1356995 h 1418844"/>
                            <a:gd name="csX343" fmla="*/ 2862453 w 4164329"/>
                            <a:gd name="csY343" fmla="*/ 1359027 h 1418844"/>
                            <a:gd name="csX344" fmla="*/ 2870835 w 4164329"/>
                            <a:gd name="csY344" fmla="*/ 1361059 h 1418844"/>
                            <a:gd name="csX345" fmla="*/ 2879090 w 4164329"/>
                            <a:gd name="csY345" fmla="*/ 1363091 h 1418844"/>
                            <a:gd name="csX346" fmla="*/ 2887472 w 4164329"/>
                            <a:gd name="csY346" fmla="*/ 1364996 h 1418844"/>
                            <a:gd name="csX347" fmla="*/ 2895854 w 4164329"/>
                            <a:gd name="csY347" fmla="*/ 1366901 h 1418844"/>
                            <a:gd name="csX348" fmla="*/ 2904109 w 4164329"/>
                            <a:gd name="csY348" fmla="*/ 1368679 h 1418844"/>
                            <a:gd name="csX349" fmla="*/ 2912491 w 4164329"/>
                            <a:gd name="csY349" fmla="*/ 1370457 h 1418844"/>
                            <a:gd name="csX350" fmla="*/ 2920873 w 4164329"/>
                            <a:gd name="csY350" fmla="*/ 1372108 h 1418844"/>
                            <a:gd name="csX351" fmla="*/ 2929128 w 4164329"/>
                            <a:gd name="csY351" fmla="*/ 1373759 h 1418844"/>
                            <a:gd name="csX352" fmla="*/ 2937510 w 4164329"/>
                            <a:gd name="csY352" fmla="*/ 1375410 h 1418844"/>
                            <a:gd name="csX353" fmla="*/ 2945892 w 4164329"/>
                            <a:gd name="csY353" fmla="*/ 1376934 h 1418844"/>
                            <a:gd name="csX354" fmla="*/ 2954274 w 4164329"/>
                            <a:gd name="csY354" fmla="*/ 1378331 h 1418844"/>
                            <a:gd name="csX355" fmla="*/ 2962529 w 4164329"/>
                            <a:gd name="csY355" fmla="*/ 1379855 h 1418844"/>
                            <a:gd name="csX356" fmla="*/ 2970911 w 4164329"/>
                            <a:gd name="csY356" fmla="*/ 1381252 h 1418844"/>
                            <a:gd name="csX357" fmla="*/ 2979293 w 4164329"/>
                            <a:gd name="csY357" fmla="*/ 1382522 h 1418844"/>
                            <a:gd name="csX358" fmla="*/ 2987548 w 4164329"/>
                            <a:gd name="csY358" fmla="*/ 1383919 h 1418844"/>
                            <a:gd name="csX359" fmla="*/ 2995930 w 4164329"/>
                            <a:gd name="csY359" fmla="*/ 1385189 h 1418844"/>
                            <a:gd name="csX360" fmla="*/ 3004312 w 4164329"/>
                            <a:gd name="csY360" fmla="*/ 1386332 h 1418844"/>
                            <a:gd name="csX361" fmla="*/ 3012694 w 4164329"/>
                            <a:gd name="csY361" fmla="*/ 1387602 h 1418844"/>
                            <a:gd name="csX362" fmla="*/ 3020949 w 4164329"/>
                            <a:gd name="csY362" fmla="*/ 1388745 h 1418844"/>
                            <a:gd name="csX363" fmla="*/ 3029331 w 4164329"/>
                            <a:gd name="csY363" fmla="*/ 1389888 h 1418844"/>
                            <a:gd name="csX364" fmla="*/ 3037713 w 4164329"/>
                            <a:gd name="csY364" fmla="*/ 1390904 h 1418844"/>
                            <a:gd name="csX365" fmla="*/ 3045968 w 4164329"/>
                            <a:gd name="csY365" fmla="*/ 1391920 h 1418844"/>
                            <a:gd name="csX366" fmla="*/ 3054350 w 4164329"/>
                            <a:gd name="csY366" fmla="*/ 1392936 h 1418844"/>
                            <a:gd name="csX367" fmla="*/ 3062732 w 4164329"/>
                            <a:gd name="csY367" fmla="*/ 1393952 h 1418844"/>
                            <a:gd name="csX368" fmla="*/ 3071114 w 4164329"/>
                            <a:gd name="csY368" fmla="*/ 1394841 h 1418844"/>
                            <a:gd name="csX369" fmla="*/ 3079369 w 4164329"/>
                            <a:gd name="csY369" fmla="*/ 1395730 h 1418844"/>
                            <a:gd name="csX370" fmla="*/ 3087751 w 4164329"/>
                            <a:gd name="csY370" fmla="*/ 1396619 h 1418844"/>
                            <a:gd name="csX371" fmla="*/ 3096133 w 4164329"/>
                            <a:gd name="csY371" fmla="*/ 1397508 h 1418844"/>
                            <a:gd name="csX372" fmla="*/ 3104388 w 4164329"/>
                            <a:gd name="csY372" fmla="*/ 1398270 h 1418844"/>
                            <a:gd name="csX373" fmla="*/ 3112770 w 4164329"/>
                            <a:gd name="csY373" fmla="*/ 1399159 h 1418844"/>
                            <a:gd name="csX374" fmla="*/ 3121152 w 4164329"/>
                            <a:gd name="csY374" fmla="*/ 1399921 h 1418844"/>
                            <a:gd name="csX375" fmla="*/ 3129534 w 4164329"/>
                            <a:gd name="csY375" fmla="*/ 1400556 h 1418844"/>
                            <a:gd name="csX376" fmla="*/ 3137789 w 4164329"/>
                            <a:gd name="csY376" fmla="*/ 1401318 h 1418844"/>
                            <a:gd name="csX377" fmla="*/ 3146171 w 4164329"/>
                            <a:gd name="csY377" fmla="*/ 1402080 h 1418844"/>
                            <a:gd name="csX378" fmla="*/ 3154553 w 4164329"/>
                            <a:gd name="csY378" fmla="*/ 1402715 h 1418844"/>
                            <a:gd name="csX379" fmla="*/ 3162808 w 4164329"/>
                            <a:gd name="csY379" fmla="*/ 1403350 h 1418844"/>
                            <a:gd name="csX380" fmla="*/ 3171190 w 4164329"/>
                            <a:gd name="csY380" fmla="*/ 1403985 h 1418844"/>
                            <a:gd name="csX381" fmla="*/ 3179572 w 4164329"/>
                            <a:gd name="csY381" fmla="*/ 1404493 h 1418844"/>
                            <a:gd name="csX382" fmla="*/ 3187954 w 4164329"/>
                            <a:gd name="csY382" fmla="*/ 1405128 h 1418844"/>
                            <a:gd name="csX383" fmla="*/ 3196209 w 4164329"/>
                            <a:gd name="csY383" fmla="*/ 1405636 h 1418844"/>
                            <a:gd name="csX384" fmla="*/ 3204591 w 4164329"/>
                            <a:gd name="csY384" fmla="*/ 1406271 h 1418844"/>
                            <a:gd name="csX385" fmla="*/ 3212973 w 4164329"/>
                            <a:gd name="csY385" fmla="*/ 1406779 h 1418844"/>
                            <a:gd name="csX386" fmla="*/ 3221228 w 4164329"/>
                            <a:gd name="csY386" fmla="*/ 1407287 h 1418844"/>
                            <a:gd name="csX387" fmla="*/ 3229610 w 4164329"/>
                            <a:gd name="csY387" fmla="*/ 1407668 h 1418844"/>
                            <a:gd name="csX388" fmla="*/ 3237992 w 4164329"/>
                            <a:gd name="csY388" fmla="*/ 1408176 h 1418844"/>
                            <a:gd name="csX389" fmla="*/ 3246374 w 4164329"/>
                            <a:gd name="csY389" fmla="*/ 1408684 h 1418844"/>
                            <a:gd name="csX390" fmla="*/ 3254629 w 4164329"/>
                            <a:gd name="csY390" fmla="*/ 1409065 h 1418844"/>
                            <a:gd name="csX391" fmla="*/ 3263011 w 4164329"/>
                            <a:gd name="csY391" fmla="*/ 1409446 h 1418844"/>
                            <a:gd name="csX392" fmla="*/ 3271393 w 4164329"/>
                            <a:gd name="csY392" fmla="*/ 1409827 h 1418844"/>
                            <a:gd name="csX393" fmla="*/ 3279648 w 4164329"/>
                            <a:gd name="csY393" fmla="*/ 1410335 h 1418844"/>
                            <a:gd name="csX394" fmla="*/ 3288030 w 4164329"/>
                            <a:gd name="csY394" fmla="*/ 1410589 h 1418844"/>
                            <a:gd name="csX395" fmla="*/ 3296412 w 4164329"/>
                            <a:gd name="csY395" fmla="*/ 1410970 h 1418844"/>
                            <a:gd name="csX396" fmla="*/ 3304667 w 4164329"/>
                            <a:gd name="csY396" fmla="*/ 1411351 h 1418844"/>
                            <a:gd name="csX397" fmla="*/ 3313049 w 4164329"/>
                            <a:gd name="csY397" fmla="*/ 1411732 h 1418844"/>
                            <a:gd name="csX398" fmla="*/ 3321431 w 4164329"/>
                            <a:gd name="csY398" fmla="*/ 1411986 h 1418844"/>
                            <a:gd name="csX399" fmla="*/ 3329813 w 4164329"/>
                            <a:gd name="csY399" fmla="*/ 1412367 h 1418844"/>
                            <a:gd name="csX400" fmla="*/ 3338068 w 4164329"/>
                            <a:gd name="csY400" fmla="*/ 1412621 h 1418844"/>
                            <a:gd name="csX401" fmla="*/ 3346450 w 4164329"/>
                            <a:gd name="csY401" fmla="*/ 1412875 h 1418844"/>
                            <a:gd name="csX402" fmla="*/ 3354832 w 4164329"/>
                            <a:gd name="csY402" fmla="*/ 1413129 h 1418844"/>
                            <a:gd name="csX403" fmla="*/ 3363087 w 4164329"/>
                            <a:gd name="csY403" fmla="*/ 1413383 h 1418844"/>
                            <a:gd name="csX404" fmla="*/ 3371469 w 4164329"/>
                            <a:gd name="csY404" fmla="*/ 1413637 h 1418844"/>
                            <a:gd name="csX405" fmla="*/ 3379851 w 4164329"/>
                            <a:gd name="csY405" fmla="*/ 1413891 h 1418844"/>
                            <a:gd name="csX406" fmla="*/ 3388233 w 4164329"/>
                            <a:gd name="csY406" fmla="*/ 1414145 h 1418844"/>
                            <a:gd name="csX407" fmla="*/ 3396488 w 4164329"/>
                            <a:gd name="csY407" fmla="*/ 1414399 h 1418844"/>
                            <a:gd name="csX408" fmla="*/ 3404870 w 4164329"/>
                            <a:gd name="csY408" fmla="*/ 1414526 h 1418844"/>
                            <a:gd name="csX409" fmla="*/ 3413252 w 4164329"/>
                            <a:gd name="csY409" fmla="*/ 1414780 h 1418844"/>
                            <a:gd name="csX410" fmla="*/ 3421507 w 4164329"/>
                            <a:gd name="csY410" fmla="*/ 1414907 h 1418844"/>
                            <a:gd name="csX411" fmla="*/ 3429889 w 4164329"/>
                            <a:gd name="csY411" fmla="*/ 1415161 h 1418844"/>
                            <a:gd name="csX412" fmla="*/ 3438271 w 4164329"/>
                            <a:gd name="csY412" fmla="*/ 1415288 h 1418844"/>
                            <a:gd name="csX413" fmla="*/ 3446653 w 4164329"/>
                            <a:gd name="csY413" fmla="*/ 1415542 h 1418844"/>
                            <a:gd name="csX414" fmla="*/ 3454908 w 4164329"/>
                            <a:gd name="csY414" fmla="*/ 1415669 h 1418844"/>
                            <a:gd name="csX415" fmla="*/ 3463290 w 4164329"/>
                            <a:gd name="csY415" fmla="*/ 1415796 h 1418844"/>
                            <a:gd name="csX416" fmla="*/ 3471672 w 4164329"/>
                            <a:gd name="csY416" fmla="*/ 1415923 h 1418844"/>
                            <a:gd name="csX417" fmla="*/ 3479927 w 4164329"/>
                            <a:gd name="csY417" fmla="*/ 1416177 h 1418844"/>
                            <a:gd name="csX418" fmla="*/ 3488309 w 4164329"/>
                            <a:gd name="csY418" fmla="*/ 1416304 h 1418844"/>
                            <a:gd name="csX419" fmla="*/ 3496691 w 4164329"/>
                            <a:gd name="csY419" fmla="*/ 1416431 h 1418844"/>
                            <a:gd name="csX420" fmla="*/ 3505073 w 4164329"/>
                            <a:gd name="csY420" fmla="*/ 1416558 h 1418844"/>
                            <a:gd name="csX421" fmla="*/ 3513328 w 4164329"/>
                            <a:gd name="csY421" fmla="*/ 1416685 h 1418844"/>
                            <a:gd name="csX422" fmla="*/ 3521710 w 4164329"/>
                            <a:gd name="csY422" fmla="*/ 1416812 h 1418844"/>
                            <a:gd name="csX423" fmla="*/ 3530092 w 4164329"/>
                            <a:gd name="csY423" fmla="*/ 1416812 h 1418844"/>
                            <a:gd name="csX424" fmla="*/ 3538347 w 4164329"/>
                            <a:gd name="csY424" fmla="*/ 1416939 h 1418844"/>
                            <a:gd name="csX425" fmla="*/ 3546729 w 4164329"/>
                            <a:gd name="csY425" fmla="*/ 1417066 h 1418844"/>
                            <a:gd name="csX426" fmla="*/ 3555111 w 4164329"/>
                            <a:gd name="csY426" fmla="*/ 1417193 h 1418844"/>
                            <a:gd name="csX427" fmla="*/ 3563493 w 4164329"/>
                            <a:gd name="csY427" fmla="*/ 1417193 h 1418844"/>
                            <a:gd name="csX428" fmla="*/ 3571748 w 4164329"/>
                            <a:gd name="csY428" fmla="*/ 1417320 h 1418844"/>
                            <a:gd name="csX429" fmla="*/ 3580130 w 4164329"/>
                            <a:gd name="csY429" fmla="*/ 1417447 h 1418844"/>
                            <a:gd name="csX430" fmla="*/ 3588512 w 4164329"/>
                            <a:gd name="csY430" fmla="*/ 1417447 h 1418844"/>
                            <a:gd name="csX431" fmla="*/ 3596767 w 4164329"/>
                            <a:gd name="csY431" fmla="*/ 1417574 h 1418844"/>
                            <a:gd name="csX432" fmla="*/ 3605149 w 4164329"/>
                            <a:gd name="csY432" fmla="*/ 1417701 h 1418844"/>
                            <a:gd name="csX433" fmla="*/ 3613531 w 4164329"/>
                            <a:gd name="csY433" fmla="*/ 1417701 h 1418844"/>
                            <a:gd name="csX434" fmla="*/ 3621786 w 4164329"/>
                            <a:gd name="csY434" fmla="*/ 1417828 h 1418844"/>
                            <a:gd name="csX435" fmla="*/ 3630168 w 4164329"/>
                            <a:gd name="csY435" fmla="*/ 1417828 h 1418844"/>
                            <a:gd name="csX436" fmla="*/ 3638550 w 4164329"/>
                            <a:gd name="csY436" fmla="*/ 1417955 h 1418844"/>
                            <a:gd name="csX437" fmla="*/ 3646932 w 4164329"/>
                            <a:gd name="csY437" fmla="*/ 1417955 h 1418844"/>
                            <a:gd name="csX438" fmla="*/ 3655187 w 4164329"/>
                            <a:gd name="csY438" fmla="*/ 1417955 h 1418844"/>
                            <a:gd name="csX439" fmla="*/ 3663569 w 4164329"/>
                            <a:gd name="csY439" fmla="*/ 1418082 h 1418844"/>
                            <a:gd name="csX440" fmla="*/ 3671951 w 4164329"/>
                            <a:gd name="csY440" fmla="*/ 1418082 h 1418844"/>
                            <a:gd name="csX441" fmla="*/ 3680206 w 4164329"/>
                            <a:gd name="csY441" fmla="*/ 1418209 h 1418844"/>
                            <a:gd name="csX442" fmla="*/ 3688588 w 4164329"/>
                            <a:gd name="csY442" fmla="*/ 1418209 h 1418844"/>
                            <a:gd name="csX443" fmla="*/ 3696970 w 4164329"/>
                            <a:gd name="csY443" fmla="*/ 1418209 h 1418844"/>
                            <a:gd name="csX444" fmla="*/ 3705352 w 4164329"/>
                            <a:gd name="csY444" fmla="*/ 1418209 h 1418844"/>
                            <a:gd name="csX445" fmla="*/ 3713607 w 4164329"/>
                            <a:gd name="csY445" fmla="*/ 1418336 h 1418844"/>
                            <a:gd name="csX446" fmla="*/ 3721989 w 4164329"/>
                            <a:gd name="csY446" fmla="*/ 1418336 h 1418844"/>
                            <a:gd name="csX447" fmla="*/ 3730371 w 4164329"/>
                            <a:gd name="csY447" fmla="*/ 1418336 h 1418844"/>
                            <a:gd name="csX448" fmla="*/ 3738626 w 4164329"/>
                            <a:gd name="csY448" fmla="*/ 1418463 h 1418844"/>
                            <a:gd name="csX449" fmla="*/ 3747008 w 4164329"/>
                            <a:gd name="csY449" fmla="*/ 1418463 h 1418844"/>
                            <a:gd name="csX450" fmla="*/ 3755390 w 4164329"/>
                            <a:gd name="csY450" fmla="*/ 1418463 h 1418844"/>
                            <a:gd name="csX451" fmla="*/ 3763772 w 4164329"/>
                            <a:gd name="csY451" fmla="*/ 1418463 h 1418844"/>
                            <a:gd name="csX452" fmla="*/ 3772027 w 4164329"/>
                            <a:gd name="csY452" fmla="*/ 1418463 h 1418844"/>
                            <a:gd name="csX453" fmla="*/ 3780409 w 4164329"/>
                            <a:gd name="csY453" fmla="*/ 1418590 h 1418844"/>
                            <a:gd name="csX454" fmla="*/ 3788791 w 4164329"/>
                            <a:gd name="csY454" fmla="*/ 1418590 h 1418844"/>
                            <a:gd name="csX455" fmla="*/ 3797046 w 4164329"/>
                            <a:gd name="csY455" fmla="*/ 1418590 h 1418844"/>
                            <a:gd name="csX456" fmla="*/ 3805428 w 4164329"/>
                            <a:gd name="csY456" fmla="*/ 1418590 h 1418844"/>
                            <a:gd name="csX457" fmla="*/ 3813810 w 4164329"/>
                            <a:gd name="csY457" fmla="*/ 1418590 h 1418844"/>
                            <a:gd name="csX458" fmla="*/ 3822192 w 4164329"/>
                            <a:gd name="csY458" fmla="*/ 1418590 h 1418844"/>
                            <a:gd name="csX459" fmla="*/ 3830447 w 4164329"/>
                            <a:gd name="csY459" fmla="*/ 1418590 h 1418844"/>
                            <a:gd name="csX460" fmla="*/ 3838829 w 4164329"/>
                            <a:gd name="csY460" fmla="*/ 1418717 h 1418844"/>
                            <a:gd name="csX461" fmla="*/ 3847211 w 4164329"/>
                            <a:gd name="csY461" fmla="*/ 1418717 h 1418844"/>
                            <a:gd name="csX462" fmla="*/ 3855466 w 4164329"/>
                            <a:gd name="csY462" fmla="*/ 1418717 h 1418844"/>
                            <a:gd name="csX463" fmla="*/ 3863848 w 4164329"/>
                            <a:gd name="csY463" fmla="*/ 1418717 h 1418844"/>
                            <a:gd name="csX464" fmla="*/ 3872230 w 4164329"/>
                            <a:gd name="csY464" fmla="*/ 1418717 h 1418844"/>
                            <a:gd name="csX465" fmla="*/ 3880612 w 4164329"/>
                            <a:gd name="csY465" fmla="*/ 1418717 h 1418844"/>
                            <a:gd name="csX466" fmla="*/ 3888867 w 4164329"/>
                            <a:gd name="csY466" fmla="*/ 1418717 h 1418844"/>
                            <a:gd name="csX467" fmla="*/ 3897249 w 4164329"/>
                            <a:gd name="csY467" fmla="*/ 1418717 h 1418844"/>
                            <a:gd name="csX468" fmla="*/ 3905631 w 4164329"/>
                            <a:gd name="csY468" fmla="*/ 1418717 h 1418844"/>
                            <a:gd name="csX469" fmla="*/ 3913886 w 4164329"/>
                            <a:gd name="csY469" fmla="*/ 1418717 h 1418844"/>
                            <a:gd name="csX470" fmla="*/ 3922268 w 4164329"/>
                            <a:gd name="csY470" fmla="*/ 1418844 h 1418844"/>
                            <a:gd name="csX471" fmla="*/ 3930650 w 4164329"/>
                            <a:gd name="csY471" fmla="*/ 1418844 h 1418844"/>
                            <a:gd name="csX472" fmla="*/ 3938905 w 4164329"/>
                            <a:gd name="csY472" fmla="*/ 1418844 h 1418844"/>
                            <a:gd name="csX473" fmla="*/ 3947287 w 4164329"/>
                            <a:gd name="csY473" fmla="*/ 1418844 h 1418844"/>
                            <a:gd name="csX474" fmla="*/ 3955669 w 4164329"/>
                            <a:gd name="csY474" fmla="*/ 1418844 h 1418844"/>
                            <a:gd name="csX475" fmla="*/ 3964051 w 4164329"/>
                            <a:gd name="csY475" fmla="*/ 1418844 h 1418844"/>
                            <a:gd name="csX476" fmla="*/ 3972306 w 4164329"/>
                            <a:gd name="csY476" fmla="*/ 1418844 h 1418844"/>
                            <a:gd name="csX477" fmla="*/ 3980688 w 4164329"/>
                            <a:gd name="csY477" fmla="*/ 1418844 h 1418844"/>
                            <a:gd name="csX478" fmla="*/ 3989070 w 4164329"/>
                            <a:gd name="csY478" fmla="*/ 1418844 h 1418844"/>
                            <a:gd name="csX479" fmla="*/ 3997325 w 4164329"/>
                            <a:gd name="csY479" fmla="*/ 1418844 h 1418844"/>
                            <a:gd name="csX480" fmla="*/ 4005707 w 4164329"/>
                            <a:gd name="csY480" fmla="*/ 1418844 h 1418844"/>
                            <a:gd name="csX481" fmla="*/ 4014089 w 4164329"/>
                            <a:gd name="csY481" fmla="*/ 1418844 h 1418844"/>
                            <a:gd name="csX482" fmla="*/ 4022471 w 4164329"/>
                            <a:gd name="csY482" fmla="*/ 1418844 h 1418844"/>
                            <a:gd name="csX483" fmla="*/ 4030726 w 4164329"/>
                            <a:gd name="csY483" fmla="*/ 1418844 h 1418844"/>
                            <a:gd name="csX484" fmla="*/ 4039108 w 4164329"/>
                            <a:gd name="csY484" fmla="*/ 1418844 h 1418844"/>
                            <a:gd name="csX485" fmla="*/ 4047490 w 4164329"/>
                            <a:gd name="csY485" fmla="*/ 1418844 h 1418844"/>
                            <a:gd name="csX486" fmla="*/ 4055745 w 4164329"/>
                            <a:gd name="csY486" fmla="*/ 1418844 h 1418844"/>
                            <a:gd name="csX487" fmla="*/ 4064127 w 4164329"/>
                            <a:gd name="csY487" fmla="*/ 1418844 h 1418844"/>
                            <a:gd name="csX488" fmla="*/ 4072509 w 4164329"/>
                            <a:gd name="csY488" fmla="*/ 1418844 h 1418844"/>
                            <a:gd name="csX489" fmla="*/ 4080891 w 4164329"/>
                            <a:gd name="csY489" fmla="*/ 1418844 h 1418844"/>
                            <a:gd name="csX490" fmla="*/ 4089146 w 4164329"/>
                            <a:gd name="csY490" fmla="*/ 1418844 h 1418844"/>
                            <a:gd name="csX491" fmla="*/ 4097528 w 4164329"/>
                            <a:gd name="csY491" fmla="*/ 1418844 h 1418844"/>
                            <a:gd name="csX492" fmla="*/ 4105910 w 4164329"/>
                            <a:gd name="csY492" fmla="*/ 1418844 h 1418844"/>
                            <a:gd name="csX493" fmla="*/ 4114165 w 4164329"/>
                            <a:gd name="csY493" fmla="*/ 1418844 h 1418844"/>
                            <a:gd name="csX494" fmla="*/ 4122547 w 4164329"/>
                            <a:gd name="csY494" fmla="*/ 1418844 h 1418844"/>
                            <a:gd name="csX495" fmla="*/ 4130929 w 4164329"/>
                            <a:gd name="csY495" fmla="*/ 1418844 h 1418844"/>
                            <a:gd name="csX496" fmla="*/ 4139311 w 4164329"/>
                            <a:gd name="csY496" fmla="*/ 1418844 h 1418844"/>
                            <a:gd name="csX497" fmla="*/ 4147566 w 4164329"/>
                            <a:gd name="csY497" fmla="*/ 1418844 h 1418844"/>
                            <a:gd name="csX498" fmla="*/ 4155948 w 4164329"/>
                            <a:gd name="csY498" fmla="*/ 1418844 h 1418844"/>
                            <a:gd name="csX499" fmla="*/ 4164330 w 4164329"/>
                            <a:gd name="csY499" fmla="*/ 1418844 h 1418844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418844">
                              <a:moveTo>
                                <a:pt x="0" y="604774"/>
                              </a:moveTo>
                              <a:lnTo>
                                <a:pt x="8382" y="603250"/>
                              </a:lnTo>
                              <a:lnTo>
                                <a:pt x="16637" y="601853"/>
                              </a:lnTo>
                              <a:lnTo>
                                <a:pt x="25019" y="600329"/>
                              </a:lnTo>
                              <a:lnTo>
                                <a:pt x="33401" y="598678"/>
                              </a:lnTo>
                              <a:lnTo>
                                <a:pt x="41783" y="597154"/>
                              </a:lnTo>
                              <a:lnTo>
                                <a:pt x="50038" y="595503"/>
                              </a:lnTo>
                              <a:lnTo>
                                <a:pt x="58420" y="593725"/>
                              </a:lnTo>
                              <a:lnTo>
                                <a:pt x="66802" y="591947"/>
                              </a:lnTo>
                              <a:lnTo>
                                <a:pt x="75057" y="590169"/>
                              </a:lnTo>
                              <a:lnTo>
                                <a:pt x="83439" y="588264"/>
                              </a:lnTo>
                              <a:lnTo>
                                <a:pt x="91821" y="586359"/>
                              </a:lnTo>
                              <a:lnTo>
                                <a:pt x="100203" y="584454"/>
                              </a:lnTo>
                              <a:lnTo>
                                <a:pt x="108458" y="582422"/>
                              </a:lnTo>
                              <a:lnTo>
                                <a:pt x="116840" y="580390"/>
                              </a:lnTo>
                              <a:lnTo>
                                <a:pt x="125222" y="578231"/>
                              </a:lnTo>
                              <a:lnTo>
                                <a:pt x="133477" y="575945"/>
                              </a:lnTo>
                              <a:lnTo>
                                <a:pt x="141859" y="573786"/>
                              </a:lnTo>
                              <a:lnTo>
                                <a:pt x="150241" y="571373"/>
                              </a:lnTo>
                              <a:lnTo>
                                <a:pt x="158623" y="569087"/>
                              </a:lnTo>
                              <a:lnTo>
                                <a:pt x="166878" y="566547"/>
                              </a:lnTo>
                              <a:lnTo>
                                <a:pt x="175260" y="564134"/>
                              </a:lnTo>
                              <a:lnTo>
                                <a:pt x="183642" y="561467"/>
                              </a:lnTo>
                              <a:lnTo>
                                <a:pt x="191897" y="558927"/>
                              </a:lnTo>
                              <a:lnTo>
                                <a:pt x="200279" y="556133"/>
                              </a:lnTo>
                              <a:lnTo>
                                <a:pt x="208661" y="553339"/>
                              </a:lnTo>
                              <a:lnTo>
                                <a:pt x="217043" y="550545"/>
                              </a:lnTo>
                              <a:lnTo>
                                <a:pt x="225298" y="547624"/>
                              </a:lnTo>
                              <a:lnTo>
                                <a:pt x="233680" y="544576"/>
                              </a:lnTo>
                              <a:lnTo>
                                <a:pt x="242062" y="541528"/>
                              </a:lnTo>
                              <a:lnTo>
                                <a:pt x="250317" y="538480"/>
                              </a:lnTo>
                              <a:lnTo>
                                <a:pt x="258699" y="535178"/>
                              </a:lnTo>
                              <a:lnTo>
                                <a:pt x="267081" y="531876"/>
                              </a:lnTo>
                              <a:lnTo>
                                <a:pt x="275463" y="528574"/>
                              </a:lnTo>
                              <a:lnTo>
                                <a:pt x="283718" y="525145"/>
                              </a:lnTo>
                              <a:lnTo>
                                <a:pt x="292100" y="521589"/>
                              </a:lnTo>
                              <a:lnTo>
                                <a:pt x="300482" y="518033"/>
                              </a:lnTo>
                              <a:lnTo>
                                <a:pt x="308737" y="514350"/>
                              </a:lnTo>
                              <a:lnTo>
                                <a:pt x="317119" y="510540"/>
                              </a:lnTo>
                              <a:lnTo>
                                <a:pt x="325501" y="506730"/>
                              </a:lnTo>
                              <a:lnTo>
                                <a:pt x="333756" y="502793"/>
                              </a:lnTo>
                              <a:lnTo>
                                <a:pt x="342138" y="498729"/>
                              </a:lnTo>
                              <a:lnTo>
                                <a:pt x="350520" y="494665"/>
                              </a:lnTo>
                              <a:lnTo>
                                <a:pt x="358902" y="490474"/>
                              </a:lnTo>
                              <a:lnTo>
                                <a:pt x="367157" y="486283"/>
                              </a:lnTo>
                              <a:lnTo>
                                <a:pt x="375539" y="481965"/>
                              </a:lnTo>
                              <a:lnTo>
                                <a:pt x="383921" y="477520"/>
                              </a:lnTo>
                              <a:lnTo>
                                <a:pt x="392176" y="473075"/>
                              </a:lnTo>
                              <a:lnTo>
                                <a:pt x="400558" y="468503"/>
                              </a:lnTo>
                              <a:lnTo>
                                <a:pt x="408940" y="463804"/>
                              </a:lnTo>
                              <a:lnTo>
                                <a:pt x="417322" y="459105"/>
                              </a:lnTo>
                              <a:lnTo>
                                <a:pt x="425577" y="454279"/>
                              </a:lnTo>
                              <a:lnTo>
                                <a:pt x="433959" y="449326"/>
                              </a:lnTo>
                              <a:lnTo>
                                <a:pt x="442341" y="444373"/>
                              </a:lnTo>
                              <a:lnTo>
                                <a:pt x="450596" y="439293"/>
                              </a:lnTo>
                              <a:lnTo>
                                <a:pt x="458978" y="434213"/>
                              </a:lnTo>
                              <a:lnTo>
                                <a:pt x="467360" y="429006"/>
                              </a:lnTo>
                              <a:lnTo>
                                <a:pt x="475742" y="423799"/>
                              </a:lnTo>
                              <a:lnTo>
                                <a:pt x="483997" y="418465"/>
                              </a:lnTo>
                              <a:lnTo>
                                <a:pt x="492379" y="413004"/>
                              </a:lnTo>
                              <a:lnTo>
                                <a:pt x="500761" y="407543"/>
                              </a:lnTo>
                              <a:lnTo>
                                <a:pt x="509016" y="401955"/>
                              </a:lnTo>
                              <a:lnTo>
                                <a:pt x="517398" y="396367"/>
                              </a:lnTo>
                              <a:lnTo>
                                <a:pt x="525780" y="390652"/>
                              </a:lnTo>
                              <a:lnTo>
                                <a:pt x="534162" y="384937"/>
                              </a:lnTo>
                              <a:lnTo>
                                <a:pt x="542417" y="379095"/>
                              </a:lnTo>
                              <a:lnTo>
                                <a:pt x="550799" y="373253"/>
                              </a:lnTo>
                              <a:lnTo>
                                <a:pt x="559181" y="367411"/>
                              </a:lnTo>
                              <a:lnTo>
                                <a:pt x="567436" y="361442"/>
                              </a:lnTo>
                              <a:lnTo>
                                <a:pt x="575818" y="355473"/>
                              </a:lnTo>
                              <a:lnTo>
                                <a:pt x="584200" y="349377"/>
                              </a:lnTo>
                              <a:lnTo>
                                <a:pt x="592582" y="343408"/>
                              </a:lnTo>
                              <a:lnTo>
                                <a:pt x="600837" y="337185"/>
                              </a:lnTo>
                              <a:lnTo>
                                <a:pt x="609219" y="331089"/>
                              </a:lnTo>
                              <a:lnTo>
                                <a:pt x="617601" y="324866"/>
                              </a:lnTo>
                              <a:lnTo>
                                <a:pt x="625856" y="318643"/>
                              </a:lnTo>
                              <a:lnTo>
                                <a:pt x="634238" y="312420"/>
                              </a:lnTo>
                              <a:lnTo>
                                <a:pt x="642620" y="306197"/>
                              </a:lnTo>
                              <a:lnTo>
                                <a:pt x="651002" y="299974"/>
                              </a:lnTo>
                              <a:lnTo>
                                <a:pt x="659257" y="293624"/>
                              </a:lnTo>
                              <a:lnTo>
                                <a:pt x="667639" y="287401"/>
                              </a:lnTo>
                              <a:lnTo>
                                <a:pt x="676021" y="281051"/>
                              </a:lnTo>
                              <a:lnTo>
                                <a:pt x="684276" y="274701"/>
                              </a:lnTo>
                              <a:lnTo>
                                <a:pt x="692658" y="268478"/>
                              </a:lnTo>
                              <a:lnTo>
                                <a:pt x="701040" y="262128"/>
                              </a:lnTo>
                              <a:lnTo>
                                <a:pt x="709295" y="255905"/>
                              </a:lnTo>
                              <a:lnTo>
                                <a:pt x="717677" y="249555"/>
                              </a:lnTo>
                              <a:lnTo>
                                <a:pt x="726059" y="243332"/>
                              </a:lnTo>
                              <a:lnTo>
                                <a:pt x="734441" y="237109"/>
                              </a:lnTo>
                              <a:lnTo>
                                <a:pt x="742696" y="230886"/>
                              </a:lnTo>
                              <a:lnTo>
                                <a:pt x="751078" y="224663"/>
                              </a:lnTo>
                              <a:lnTo>
                                <a:pt x="759460" y="218567"/>
                              </a:lnTo>
                              <a:lnTo>
                                <a:pt x="767715" y="212471"/>
                              </a:lnTo>
                              <a:lnTo>
                                <a:pt x="776097" y="206375"/>
                              </a:lnTo>
                              <a:lnTo>
                                <a:pt x="784479" y="200279"/>
                              </a:lnTo>
                              <a:lnTo>
                                <a:pt x="792861" y="194310"/>
                              </a:lnTo>
                              <a:lnTo>
                                <a:pt x="801116" y="188341"/>
                              </a:lnTo>
                              <a:lnTo>
                                <a:pt x="809498" y="182499"/>
                              </a:lnTo>
                              <a:lnTo>
                                <a:pt x="817880" y="176657"/>
                              </a:lnTo>
                              <a:lnTo>
                                <a:pt x="826135" y="170942"/>
                              </a:lnTo>
                              <a:lnTo>
                                <a:pt x="834517" y="165227"/>
                              </a:lnTo>
                              <a:lnTo>
                                <a:pt x="842899" y="159639"/>
                              </a:lnTo>
                              <a:lnTo>
                                <a:pt x="851281" y="154051"/>
                              </a:lnTo>
                              <a:lnTo>
                                <a:pt x="859536" y="148463"/>
                              </a:lnTo>
                              <a:lnTo>
                                <a:pt x="867918" y="143129"/>
                              </a:lnTo>
                              <a:lnTo>
                                <a:pt x="876300" y="137795"/>
                              </a:lnTo>
                              <a:lnTo>
                                <a:pt x="884555" y="132461"/>
                              </a:lnTo>
                              <a:lnTo>
                                <a:pt x="892937" y="127254"/>
                              </a:lnTo>
                              <a:lnTo>
                                <a:pt x="901319" y="122174"/>
                              </a:lnTo>
                              <a:lnTo>
                                <a:pt x="909701" y="117221"/>
                              </a:lnTo>
                              <a:lnTo>
                                <a:pt x="917956" y="112268"/>
                              </a:lnTo>
                              <a:lnTo>
                                <a:pt x="926338" y="107442"/>
                              </a:lnTo>
                              <a:lnTo>
                                <a:pt x="934720" y="102743"/>
                              </a:lnTo>
                              <a:lnTo>
                                <a:pt x="942975" y="98044"/>
                              </a:lnTo>
                              <a:lnTo>
                                <a:pt x="951357" y="93472"/>
                              </a:lnTo>
                              <a:lnTo>
                                <a:pt x="959739" y="89027"/>
                              </a:lnTo>
                              <a:lnTo>
                                <a:pt x="968121" y="84709"/>
                              </a:lnTo>
                              <a:lnTo>
                                <a:pt x="976376" y="80518"/>
                              </a:lnTo>
                              <a:lnTo>
                                <a:pt x="984758" y="76327"/>
                              </a:lnTo>
                              <a:lnTo>
                                <a:pt x="993140" y="72263"/>
                              </a:lnTo>
                              <a:lnTo>
                                <a:pt x="1001395" y="68326"/>
                              </a:lnTo>
                              <a:lnTo>
                                <a:pt x="1009777" y="64516"/>
                              </a:lnTo>
                              <a:lnTo>
                                <a:pt x="1018159" y="60706"/>
                              </a:lnTo>
                              <a:lnTo>
                                <a:pt x="1026414" y="57150"/>
                              </a:lnTo>
                              <a:lnTo>
                                <a:pt x="1034796" y="53594"/>
                              </a:lnTo>
                              <a:lnTo>
                                <a:pt x="1043178" y="50165"/>
                              </a:lnTo>
                              <a:lnTo>
                                <a:pt x="1051560" y="46863"/>
                              </a:lnTo>
                              <a:lnTo>
                                <a:pt x="1059815" y="43688"/>
                              </a:lnTo>
                              <a:lnTo>
                                <a:pt x="1068197" y="40640"/>
                              </a:lnTo>
                              <a:lnTo>
                                <a:pt x="1076579" y="37719"/>
                              </a:lnTo>
                              <a:lnTo>
                                <a:pt x="1084834" y="34798"/>
                              </a:lnTo>
                              <a:lnTo>
                                <a:pt x="1093216" y="32004"/>
                              </a:lnTo>
                              <a:lnTo>
                                <a:pt x="1101598" y="29464"/>
                              </a:lnTo>
                              <a:lnTo>
                                <a:pt x="1109980" y="26924"/>
                              </a:lnTo>
                              <a:lnTo>
                                <a:pt x="1118235" y="24511"/>
                              </a:lnTo>
                              <a:lnTo>
                                <a:pt x="1126617" y="22225"/>
                              </a:lnTo>
                              <a:lnTo>
                                <a:pt x="1134999" y="19939"/>
                              </a:lnTo>
                              <a:lnTo>
                                <a:pt x="1143254" y="17907"/>
                              </a:lnTo>
                              <a:lnTo>
                                <a:pt x="1151636" y="16002"/>
                              </a:lnTo>
                              <a:lnTo>
                                <a:pt x="1160018" y="14097"/>
                              </a:lnTo>
                              <a:lnTo>
                                <a:pt x="1168400" y="12319"/>
                              </a:lnTo>
                              <a:lnTo>
                                <a:pt x="1176655" y="10795"/>
                              </a:lnTo>
                              <a:lnTo>
                                <a:pt x="1185037" y="9271"/>
                              </a:lnTo>
                              <a:lnTo>
                                <a:pt x="1193419" y="7874"/>
                              </a:lnTo>
                              <a:lnTo>
                                <a:pt x="1201674" y="6604"/>
                              </a:lnTo>
                              <a:lnTo>
                                <a:pt x="1210056" y="5334"/>
                              </a:lnTo>
                              <a:lnTo>
                                <a:pt x="1218438" y="4318"/>
                              </a:lnTo>
                              <a:lnTo>
                                <a:pt x="1226820" y="3429"/>
                              </a:lnTo>
                              <a:lnTo>
                                <a:pt x="1235075" y="2540"/>
                              </a:lnTo>
                              <a:lnTo>
                                <a:pt x="1243457" y="1778"/>
                              </a:lnTo>
                              <a:lnTo>
                                <a:pt x="1251839" y="1270"/>
                              </a:lnTo>
                              <a:lnTo>
                                <a:pt x="1260094" y="762"/>
                              </a:lnTo>
                              <a:lnTo>
                                <a:pt x="1268476" y="381"/>
                              </a:lnTo>
                              <a:lnTo>
                                <a:pt x="1276858" y="127"/>
                              </a:lnTo>
                              <a:lnTo>
                                <a:pt x="1285240" y="0"/>
                              </a:lnTo>
                              <a:lnTo>
                                <a:pt x="1293495" y="0"/>
                              </a:lnTo>
                              <a:lnTo>
                                <a:pt x="1301877" y="127"/>
                              </a:lnTo>
                              <a:lnTo>
                                <a:pt x="1310259" y="254"/>
                              </a:lnTo>
                              <a:lnTo>
                                <a:pt x="1318514" y="635"/>
                              </a:lnTo>
                              <a:lnTo>
                                <a:pt x="1326896" y="1143"/>
                              </a:lnTo>
                              <a:lnTo>
                                <a:pt x="1335278" y="1651"/>
                              </a:lnTo>
                              <a:lnTo>
                                <a:pt x="1343533" y="2413"/>
                              </a:lnTo>
                              <a:lnTo>
                                <a:pt x="1351915" y="3175"/>
                              </a:lnTo>
                              <a:lnTo>
                                <a:pt x="1360297" y="4191"/>
                              </a:lnTo>
                              <a:lnTo>
                                <a:pt x="1368679" y="5207"/>
                              </a:lnTo>
                              <a:lnTo>
                                <a:pt x="1376934" y="6350"/>
                              </a:lnTo>
                              <a:lnTo>
                                <a:pt x="1385316" y="7747"/>
                              </a:lnTo>
                              <a:lnTo>
                                <a:pt x="1393698" y="9144"/>
                              </a:lnTo>
                              <a:lnTo>
                                <a:pt x="1401953" y="10795"/>
                              </a:lnTo>
                              <a:lnTo>
                                <a:pt x="1410335" y="12446"/>
                              </a:lnTo>
                              <a:lnTo>
                                <a:pt x="1418717" y="14224"/>
                              </a:lnTo>
                              <a:lnTo>
                                <a:pt x="1427099" y="16256"/>
                              </a:lnTo>
                              <a:lnTo>
                                <a:pt x="1435354" y="18288"/>
                              </a:lnTo>
                              <a:lnTo>
                                <a:pt x="1443736" y="20574"/>
                              </a:lnTo>
                              <a:lnTo>
                                <a:pt x="1452118" y="22860"/>
                              </a:lnTo>
                              <a:lnTo>
                                <a:pt x="1460373" y="25400"/>
                              </a:lnTo>
                              <a:lnTo>
                                <a:pt x="1468755" y="28067"/>
                              </a:lnTo>
                              <a:lnTo>
                                <a:pt x="1477137" y="30861"/>
                              </a:lnTo>
                              <a:lnTo>
                                <a:pt x="1485519" y="33782"/>
                              </a:lnTo>
                              <a:lnTo>
                                <a:pt x="1493774" y="36830"/>
                              </a:lnTo>
                              <a:lnTo>
                                <a:pt x="1502156" y="40005"/>
                              </a:lnTo>
                              <a:lnTo>
                                <a:pt x="1510538" y="43307"/>
                              </a:lnTo>
                              <a:lnTo>
                                <a:pt x="1518793" y="46863"/>
                              </a:lnTo>
                              <a:lnTo>
                                <a:pt x="1527175" y="50419"/>
                              </a:lnTo>
                              <a:lnTo>
                                <a:pt x="1535557" y="54229"/>
                              </a:lnTo>
                              <a:lnTo>
                                <a:pt x="1543939" y="58166"/>
                              </a:lnTo>
                              <a:lnTo>
                                <a:pt x="1552194" y="62230"/>
                              </a:lnTo>
                              <a:lnTo>
                                <a:pt x="1560576" y="66548"/>
                              </a:lnTo>
                              <a:lnTo>
                                <a:pt x="1568958" y="70993"/>
                              </a:lnTo>
                              <a:lnTo>
                                <a:pt x="1577213" y="75438"/>
                              </a:lnTo>
                              <a:lnTo>
                                <a:pt x="1585595" y="80264"/>
                              </a:lnTo>
                              <a:lnTo>
                                <a:pt x="1593977" y="85090"/>
                              </a:lnTo>
                              <a:lnTo>
                                <a:pt x="1602359" y="90170"/>
                              </a:lnTo>
                              <a:lnTo>
                                <a:pt x="1610614" y="95377"/>
                              </a:lnTo>
                              <a:lnTo>
                                <a:pt x="1618996" y="100711"/>
                              </a:lnTo>
                              <a:lnTo>
                                <a:pt x="1627378" y="106299"/>
                              </a:lnTo>
                              <a:lnTo>
                                <a:pt x="1635633" y="112014"/>
                              </a:lnTo>
                              <a:lnTo>
                                <a:pt x="1644015" y="117856"/>
                              </a:lnTo>
                              <a:lnTo>
                                <a:pt x="1652397" y="123952"/>
                              </a:lnTo>
                              <a:lnTo>
                                <a:pt x="1660652" y="130175"/>
                              </a:lnTo>
                              <a:lnTo>
                                <a:pt x="1669034" y="136525"/>
                              </a:lnTo>
                              <a:lnTo>
                                <a:pt x="1677416" y="143129"/>
                              </a:lnTo>
                              <a:lnTo>
                                <a:pt x="1685798" y="149860"/>
                              </a:lnTo>
                              <a:lnTo>
                                <a:pt x="1694053" y="156845"/>
                              </a:lnTo>
                              <a:lnTo>
                                <a:pt x="1702435" y="163957"/>
                              </a:lnTo>
                              <a:lnTo>
                                <a:pt x="1710817" y="171196"/>
                              </a:lnTo>
                              <a:lnTo>
                                <a:pt x="1719072" y="178689"/>
                              </a:lnTo>
                              <a:lnTo>
                                <a:pt x="1727454" y="186309"/>
                              </a:lnTo>
                              <a:lnTo>
                                <a:pt x="1735836" y="194183"/>
                              </a:lnTo>
                              <a:lnTo>
                                <a:pt x="1744218" y="202184"/>
                              </a:lnTo>
                              <a:lnTo>
                                <a:pt x="1752473" y="210312"/>
                              </a:lnTo>
                              <a:lnTo>
                                <a:pt x="1760855" y="218694"/>
                              </a:lnTo>
                              <a:lnTo>
                                <a:pt x="1769237" y="227203"/>
                              </a:lnTo>
                              <a:lnTo>
                                <a:pt x="1777492" y="235966"/>
                              </a:lnTo>
                              <a:lnTo>
                                <a:pt x="1785874" y="244856"/>
                              </a:lnTo>
                              <a:lnTo>
                                <a:pt x="1794256" y="253873"/>
                              </a:lnTo>
                              <a:lnTo>
                                <a:pt x="1802638" y="263144"/>
                              </a:lnTo>
                              <a:lnTo>
                                <a:pt x="1810893" y="272542"/>
                              </a:lnTo>
                              <a:lnTo>
                                <a:pt x="1819275" y="282194"/>
                              </a:lnTo>
                              <a:lnTo>
                                <a:pt x="1827657" y="291846"/>
                              </a:lnTo>
                              <a:lnTo>
                                <a:pt x="1835912" y="301879"/>
                              </a:lnTo>
                              <a:lnTo>
                                <a:pt x="1844294" y="311912"/>
                              </a:lnTo>
                              <a:lnTo>
                                <a:pt x="1852676" y="322199"/>
                              </a:lnTo>
                              <a:lnTo>
                                <a:pt x="1861058" y="332613"/>
                              </a:lnTo>
                              <a:lnTo>
                                <a:pt x="1869313" y="343154"/>
                              </a:lnTo>
                              <a:lnTo>
                                <a:pt x="1877695" y="353822"/>
                              </a:lnTo>
                              <a:lnTo>
                                <a:pt x="1886077" y="364744"/>
                              </a:lnTo>
                              <a:lnTo>
                                <a:pt x="1894332" y="375793"/>
                              </a:lnTo>
                              <a:lnTo>
                                <a:pt x="1902714" y="386842"/>
                              </a:lnTo>
                              <a:lnTo>
                                <a:pt x="1911096" y="398145"/>
                              </a:lnTo>
                              <a:lnTo>
                                <a:pt x="1919478" y="409575"/>
                              </a:lnTo>
                              <a:lnTo>
                                <a:pt x="1927733" y="421132"/>
                              </a:lnTo>
                              <a:lnTo>
                                <a:pt x="1936115" y="432816"/>
                              </a:lnTo>
                              <a:lnTo>
                                <a:pt x="1944497" y="444627"/>
                              </a:lnTo>
                              <a:lnTo>
                                <a:pt x="1952752" y="456565"/>
                              </a:lnTo>
                              <a:lnTo>
                                <a:pt x="1961134" y="468630"/>
                              </a:lnTo>
                              <a:lnTo>
                                <a:pt x="1969516" y="480695"/>
                              </a:lnTo>
                              <a:lnTo>
                                <a:pt x="1977771" y="493014"/>
                              </a:lnTo>
                              <a:lnTo>
                                <a:pt x="1986153" y="505333"/>
                              </a:lnTo>
                              <a:lnTo>
                                <a:pt x="1994535" y="517652"/>
                              </a:lnTo>
                              <a:lnTo>
                                <a:pt x="2002917" y="530098"/>
                              </a:lnTo>
                              <a:lnTo>
                                <a:pt x="2011172" y="542671"/>
                              </a:lnTo>
                              <a:lnTo>
                                <a:pt x="2019554" y="555244"/>
                              </a:lnTo>
                              <a:lnTo>
                                <a:pt x="2027936" y="567944"/>
                              </a:lnTo>
                              <a:lnTo>
                                <a:pt x="2036191" y="580644"/>
                              </a:lnTo>
                              <a:lnTo>
                                <a:pt x="2044573" y="593471"/>
                              </a:lnTo>
                              <a:lnTo>
                                <a:pt x="2052955" y="606298"/>
                              </a:lnTo>
                              <a:lnTo>
                                <a:pt x="2061337" y="619125"/>
                              </a:lnTo>
                              <a:lnTo>
                                <a:pt x="2069592" y="631952"/>
                              </a:lnTo>
                              <a:lnTo>
                                <a:pt x="2077974" y="644779"/>
                              </a:lnTo>
                              <a:lnTo>
                                <a:pt x="2086356" y="657606"/>
                              </a:lnTo>
                              <a:lnTo>
                                <a:pt x="2094611" y="670560"/>
                              </a:lnTo>
                              <a:lnTo>
                                <a:pt x="2102993" y="683387"/>
                              </a:lnTo>
                              <a:lnTo>
                                <a:pt x="2111375" y="696214"/>
                              </a:lnTo>
                              <a:lnTo>
                                <a:pt x="2119757" y="709041"/>
                              </a:lnTo>
                              <a:lnTo>
                                <a:pt x="2128012" y="721868"/>
                              </a:lnTo>
                              <a:lnTo>
                                <a:pt x="2136394" y="734568"/>
                              </a:lnTo>
                              <a:lnTo>
                                <a:pt x="2144776" y="747268"/>
                              </a:lnTo>
                              <a:lnTo>
                                <a:pt x="2153031" y="759968"/>
                              </a:lnTo>
                              <a:lnTo>
                                <a:pt x="2161413" y="772541"/>
                              </a:lnTo>
                              <a:lnTo>
                                <a:pt x="2169795" y="785114"/>
                              </a:lnTo>
                              <a:lnTo>
                                <a:pt x="2178177" y="797560"/>
                              </a:lnTo>
                              <a:lnTo>
                                <a:pt x="2186432" y="810006"/>
                              </a:lnTo>
                              <a:lnTo>
                                <a:pt x="2194814" y="822325"/>
                              </a:lnTo>
                              <a:lnTo>
                                <a:pt x="2203196" y="834517"/>
                              </a:lnTo>
                              <a:lnTo>
                                <a:pt x="2211451" y="846709"/>
                              </a:lnTo>
                              <a:lnTo>
                                <a:pt x="2219833" y="858647"/>
                              </a:lnTo>
                              <a:lnTo>
                                <a:pt x="2228215" y="870585"/>
                              </a:lnTo>
                              <a:lnTo>
                                <a:pt x="2236597" y="882396"/>
                              </a:lnTo>
                              <a:lnTo>
                                <a:pt x="2244852" y="894080"/>
                              </a:lnTo>
                              <a:lnTo>
                                <a:pt x="2253234" y="905637"/>
                              </a:lnTo>
                              <a:lnTo>
                                <a:pt x="2261616" y="917194"/>
                              </a:lnTo>
                              <a:lnTo>
                                <a:pt x="2269871" y="928497"/>
                              </a:lnTo>
                              <a:lnTo>
                                <a:pt x="2278253" y="939673"/>
                              </a:lnTo>
                              <a:lnTo>
                                <a:pt x="2286635" y="950722"/>
                              </a:lnTo>
                              <a:lnTo>
                                <a:pt x="2294890" y="961644"/>
                              </a:lnTo>
                              <a:lnTo>
                                <a:pt x="2303272" y="972312"/>
                              </a:lnTo>
                              <a:lnTo>
                                <a:pt x="2311654" y="982980"/>
                              </a:lnTo>
                              <a:lnTo>
                                <a:pt x="2320036" y="993394"/>
                              </a:lnTo>
                              <a:lnTo>
                                <a:pt x="2328291" y="1003681"/>
                              </a:lnTo>
                              <a:lnTo>
                                <a:pt x="2336673" y="1013841"/>
                              </a:lnTo>
                              <a:lnTo>
                                <a:pt x="2345055" y="1023874"/>
                              </a:lnTo>
                              <a:lnTo>
                                <a:pt x="2353310" y="1033653"/>
                              </a:lnTo>
                              <a:lnTo>
                                <a:pt x="2361692" y="1043432"/>
                              </a:lnTo>
                              <a:lnTo>
                                <a:pt x="2370074" y="1052957"/>
                              </a:lnTo>
                              <a:lnTo>
                                <a:pt x="2378456" y="1062228"/>
                              </a:lnTo>
                              <a:lnTo>
                                <a:pt x="2386711" y="1071372"/>
                              </a:lnTo>
                              <a:lnTo>
                                <a:pt x="2395093" y="1080389"/>
                              </a:lnTo>
                              <a:lnTo>
                                <a:pt x="2403475" y="1089279"/>
                              </a:lnTo>
                              <a:lnTo>
                                <a:pt x="2411730" y="1098042"/>
                              </a:lnTo>
                              <a:lnTo>
                                <a:pt x="2420112" y="1106551"/>
                              </a:lnTo>
                              <a:lnTo>
                                <a:pt x="2428494" y="1114933"/>
                              </a:lnTo>
                              <a:lnTo>
                                <a:pt x="2436876" y="1123061"/>
                              </a:lnTo>
                              <a:lnTo>
                                <a:pt x="2445131" y="1131062"/>
                              </a:lnTo>
                              <a:lnTo>
                                <a:pt x="2453513" y="1138936"/>
                              </a:lnTo>
                              <a:lnTo>
                                <a:pt x="2461895" y="1146683"/>
                              </a:lnTo>
                              <a:lnTo>
                                <a:pt x="2470150" y="1154176"/>
                              </a:lnTo>
                              <a:lnTo>
                                <a:pt x="2478532" y="1161542"/>
                              </a:lnTo>
                              <a:lnTo>
                                <a:pt x="2486914" y="1168781"/>
                              </a:lnTo>
                              <a:lnTo>
                                <a:pt x="2495296" y="1175766"/>
                              </a:lnTo>
                              <a:lnTo>
                                <a:pt x="2503551" y="1182751"/>
                              </a:lnTo>
                              <a:lnTo>
                                <a:pt x="2511933" y="1189482"/>
                              </a:lnTo>
                              <a:lnTo>
                                <a:pt x="2520315" y="1196086"/>
                              </a:lnTo>
                              <a:lnTo>
                                <a:pt x="2528570" y="1202436"/>
                              </a:lnTo>
                              <a:lnTo>
                                <a:pt x="2536952" y="1208786"/>
                              </a:lnTo>
                              <a:lnTo>
                                <a:pt x="2545334" y="1214882"/>
                              </a:lnTo>
                              <a:lnTo>
                                <a:pt x="2553716" y="1220851"/>
                              </a:lnTo>
                              <a:lnTo>
                                <a:pt x="2561971" y="1226693"/>
                              </a:lnTo>
                              <a:lnTo>
                                <a:pt x="2570353" y="1232408"/>
                              </a:lnTo>
                              <a:lnTo>
                                <a:pt x="2578735" y="1237996"/>
                              </a:lnTo>
                              <a:lnTo>
                                <a:pt x="2586990" y="1243330"/>
                              </a:lnTo>
                              <a:lnTo>
                                <a:pt x="2595372" y="1248664"/>
                              </a:lnTo>
                              <a:lnTo>
                                <a:pt x="2603754" y="1253744"/>
                              </a:lnTo>
                              <a:lnTo>
                                <a:pt x="2612009" y="1258824"/>
                              </a:lnTo>
                              <a:lnTo>
                                <a:pt x="2620391" y="1263650"/>
                              </a:lnTo>
                              <a:lnTo>
                                <a:pt x="2628773" y="1268349"/>
                              </a:lnTo>
                              <a:lnTo>
                                <a:pt x="2637155" y="1273048"/>
                              </a:lnTo>
                              <a:lnTo>
                                <a:pt x="2645410" y="1277493"/>
                              </a:lnTo>
                              <a:lnTo>
                                <a:pt x="2653792" y="1281938"/>
                              </a:lnTo>
                              <a:lnTo>
                                <a:pt x="2662174" y="1286129"/>
                              </a:lnTo>
                              <a:lnTo>
                                <a:pt x="2670429" y="1290320"/>
                              </a:lnTo>
                              <a:lnTo>
                                <a:pt x="2678811" y="1294384"/>
                              </a:lnTo>
                              <a:lnTo>
                                <a:pt x="2687193" y="1298321"/>
                              </a:lnTo>
                              <a:lnTo>
                                <a:pt x="2695575" y="1302131"/>
                              </a:lnTo>
                              <a:lnTo>
                                <a:pt x="2703830" y="1305814"/>
                              </a:lnTo>
                              <a:lnTo>
                                <a:pt x="2712212" y="1309370"/>
                              </a:lnTo>
                              <a:lnTo>
                                <a:pt x="2720594" y="1312926"/>
                              </a:lnTo>
                              <a:lnTo>
                                <a:pt x="2728849" y="1316355"/>
                              </a:lnTo>
                              <a:lnTo>
                                <a:pt x="2737231" y="1319657"/>
                              </a:lnTo>
                              <a:lnTo>
                                <a:pt x="2745613" y="1322832"/>
                              </a:lnTo>
                              <a:lnTo>
                                <a:pt x="2753995" y="1326007"/>
                              </a:lnTo>
                              <a:lnTo>
                                <a:pt x="2762250" y="1328928"/>
                              </a:lnTo>
                              <a:lnTo>
                                <a:pt x="2770632" y="1331976"/>
                              </a:lnTo>
                              <a:lnTo>
                                <a:pt x="2779014" y="1334770"/>
                              </a:lnTo>
                              <a:lnTo>
                                <a:pt x="2787269" y="1337564"/>
                              </a:lnTo>
                              <a:lnTo>
                                <a:pt x="2795651" y="1340231"/>
                              </a:lnTo>
                              <a:lnTo>
                                <a:pt x="2804033" y="1342898"/>
                              </a:lnTo>
                              <a:lnTo>
                                <a:pt x="2812415" y="1345438"/>
                              </a:lnTo>
                              <a:lnTo>
                                <a:pt x="2820670" y="1347851"/>
                              </a:lnTo>
                              <a:lnTo>
                                <a:pt x="2829052" y="1350264"/>
                              </a:lnTo>
                              <a:lnTo>
                                <a:pt x="2837434" y="1352550"/>
                              </a:lnTo>
                              <a:lnTo>
                                <a:pt x="2845689" y="1354836"/>
                              </a:lnTo>
                              <a:lnTo>
                                <a:pt x="2854071" y="1356995"/>
                              </a:lnTo>
                              <a:lnTo>
                                <a:pt x="2862453" y="1359027"/>
                              </a:lnTo>
                              <a:lnTo>
                                <a:pt x="2870835" y="1361059"/>
                              </a:lnTo>
                              <a:lnTo>
                                <a:pt x="2879090" y="1363091"/>
                              </a:lnTo>
                              <a:lnTo>
                                <a:pt x="2887472" y="1364996"/>
                              </a:lnTo>
                              <a:lnTo>
                                <a:pt x="2895854" y="1366901"/>
                              </a:lnTo>
                              <a:lnTo>
                                <a:pt x="2904109" y="1368679"/>
                              </a:lnTo>
                              <a:lnTo>
                                <a:pt x="2912491" y="1370457"/>
                              </a:lnTo>
                              <a:lnTo>
                                <a:pt x="2920873" y="1372108"/>
                              </a:lnTo>
                              <a:lnTo>
                                <a:pt x="2929128" y="1373759"/>
                              </a:lnTo>
                              <a:lnTo>
                                <a:pt x="2937510" y="1375410"/>
                              </a:lnTo>
                              <a:lnTo>
                                <a:pt x="2945892" y="1376934"/>
                              </a:lnTo>
                              <a:lnTo>
                                <a:pt x="2954274" y="1378331"/>
                              </a:lnTo>
                              <a:lnTo>
                                <a:pt x="2962529" y="1379855"/>
                              </a:lnTo>
                              <a:lnTo>
                                <a:pt x="2970911" y="1381252"/>
                              </a:lnTo>
                              <a:lnTo>
                                <a:pt x="2979293" y="1382522"/>
                              </a:lnTo>
                              <a:lnTo>
                                <a:pt x="2987548" y="1383919"/>
                              </a:lnTo>
                              <a:lnTo>
                                <a:pt x="2995930" y="1385189"/>
                              </a:lnTo>
                              <a:lnTo>
                                <a:pt x="3004312" y="1386332"/>
                              </a:lnTo>
                              <a:lnTo>
                                <a:pt x="3012694" y="1387602"/>
                              </a:lnTo>
                              <a:lnTo>
                                <a:pt x="3020949" y="1388745"/>
                              </a:lnTo>
                              <a:lnTo>
                                <a:pt x="3029331" y="1389888"/>
                              </a:lnTo>
                              <a:lnTo>
                                <a:pt x="3037713" y="1390904"/>
                              </a:lnTo>
                              <a:lnTo>
                                <a:pt x="3045968" y="1391920"/>
                              </a:lnTo>
                              <a:lnTo>
                                <a:pt x="3054350" y="1392936"/>
                              </a:lnTo>
                              <a:lnTo>
                                <a:pt x="3062732" y="1393952"/>
                              </a:lnTo>
                              <a:lnTo>
                                <a:pt x="3071114" y="1394841"/>
                              </a:lnTo>
                              <a:lnTo>
                                <a:pt x="3079369" y="1395730"/>
                              </a:lnTo>
                              <a:lnTo>
                                <a:pt x="3087751" y="1396619"/>
                              </a:lnTo>
                              <a:lnTo>
                                <a:pt x="3096133" y="1397508"/>
                              </a:lnTo>
                              <a:lnTo>
                                <a:pt x="3104388" y="1398270"/>
                              </a:lnTo>
                              <a:lnTo>
                                <a:pt x="3112770" y="1399159"/>
                              </a:lnTo>
                              <a:lnTo>
                                <a:pt x="3121152" y="1399921"/>
                              </a:lnTo>
                              <a:lnTo>
                                <a:pt x="3129534" y="1400556"/>
                              </a:lnTo>
                              <a:lnTo>
                                <a:pt x="3137789" y="1401318"/>
                              </a:lnTo>
                              <a:lnTo>
                                <a:pt x="3146171" y="1402080"/>
                              </a:lnTo>
                              <a:lnTo>
                                <a:pt x="3154553" y="1402715"/>
                              </a:lnTo>
                              <a:lnTo>
                                <a:pt x="3162808" y="1403350"/>
                              </a:lnTo>
                              <a:lnTo>
                                <a:pt x="3171190" y="1403985"/>
                              </a:lnTo>
                              <a:lnTo>
                                <a:pt x="3179572" y="1404493"/>
                              </a:lnTo>
                              <a:lnTo>
                                <a:pt x="3187954" y="1405128"/>
                              </a:lnTo>
                              <a:lnTo>
                                <a:pt x="3196209" y="1405636"/>
                              </a:lnTo>
                              <a:lnTo>
                                <a:pt x="3204591" y="1406271"/>
                              </a:lnTo>
                              <a:lnTo>
                                <a:pt x="3212973" y="1406779"/>
                              </a:lnTo>
                              <a:lnTo>
                                <a:pt x="3221228" y="1407287"/>
                              </a:lnTo>
                              <a:lnTo>
                                <a:pt x="3229610" y="1407668"/>
                              </a:lnTo>
                              <a:lnTo>
                                <a:pt x="3237992" y="1408176"/>
                              </a:lnTo>
                              <a:lnTo>
                                <a:pt x="3246374" y="1408684"/>
                              </a:lnTo>
                              <a:lnTo>
                                <a:pt x="3254629" y="1409065"/>
                              </a:lnTo>
                              <a:lnTo>
                                <a:pt x="3263011" y="1409446"/>
                              </a:lnTo>
                              <a:lnTo>
                                <a:pt x="3271393" y="1409827"/>
                              </a:lnTo>
                              <a:lnTo>
                                <a:pt x="3279648" y="1410335"/>
                              </a:lnTo>
                              <a:lnTo>
                                <a:pt x="3288030" y="1410589"/>
                              </a:lnTo>
                              <a:lnTo>
                                <a:pt x="3296412" y="1410970"/>
                              </a:lnTo>
                              <a:lnTo>
                                <a:pt x="3304667" y="1411351"/>
                              </a:lnTo>
                              <a:lnTo>
                                <a:pt x="3313049" y="1411732"/>
                              </a:lnTo>
                              <a:lnTo>
                                <a:pt x="3321431" y="1411986"/>
                              </a:lnTo>
                              <a:lnTo>
                                <a:pt x="3329813" y="1412367"/>
                              </a:lnTo>
                              <a:lnTo>
                                <a:pt x="3338068" y="1412621"/>
                              </a:lnTo>
                              <a:lnTo>
                                <a:pt x="3346450" y="1412875"/>
                              </a:lnTo>
                              <a:lnTo>
                                <a:pt x="3354832" y="1413129"/>
                              </a:lnTo>
                              <a:lnTo>
                                <a:pt x="3363087" y="1413383"/>
                              </a:lnTo>
                              <a:lnTo>
                                <a:pt x="3371469" y="1413637"/>
                              </a:lnTo>
                              <a:lnTo>
                                <a:pt x="3379851" y="1413891"/>
                              </a:lnTo>
                              <a:lnTo>
                                <a:pt x="3388233" y="1414145"/>
                              </a:lnTo>
                              <a:lnTo>
                                <a:pt x="3396488" y="1414399"/>
                              </a:lnTo>
                              <a:lnTo>
                                <a:pt x="3404870" y="1414526"/>
                              </a:lnTo>
                              <a:lnTo>
                                <a:pt x="3413252" y="1414780"/>
                              </a:lnTo>
                              <a:lnTo>
                                <a:pt x="3421507" y="1414907"/>
                              </a:lnTo>
                              <a:lnTo>
                                <a:pt x="3429889" y="1415161"/>
                              </a:lnTo>
                              <a:lnTo>
                                <a:pt x="3438271" y="1415288"/>
                              </a:lnTo>
                              <a:lnTo>
                                <a:pt x="3446653" y="1415542"/>
                              </a:lnTo>
                              <a:lnTo>
                                <a:pt x="3454908" y="1415669"/>
                              </a:lnTo>
                              <a:lnTo>
                                <a:pt x="3463290" y="1415796"/>
                              </a:lnTo>
                              <a:lnTo>
                                <a:pt x="3471672" y="1415923"/>
                              </a:lnTo>
                              <a:lnTo>
                                <a:pt x="3479927" y="1416177"/>
                              </a:lnTo>
                              <a:lnTo>
                                <a:pt x="3488309" y="1416304"/>
                              </a:lnTo>
                              <a:lnTo>
                                <a:pt x="3496691" y="1416431"/>
                              </a:lnTo>
                              <a:lnTo>
                                <a:pt x="3505073" y="1416558"/>
                              </a:lnTo>
                              <a:lnTo>
                                <a:pt x="3513328" y="1416685"/>
                              </a:lnTo>
                              <a:lnTo>
                                <a:pt x="3521710" y="1416812"/>
                              </a:lnTo>
                              <a:lnTo>
                                <a:pt x="3530092" y="1416812"/>
                              </a:lnTo>
                              <a:lnTo>
                                <a:pt x="3538347" y="1416939"/>
                              </a:lnTo>
                              <a:lnTo>
                                <a:pt x="3546729" y="1417066"/>
                              </a:lnTo>
                              <a:lnTo>
                                <a:pt x="3555111" y="1417193"/>
                              </a:lnTo>
                              <a:lnTo>
                                <a:pt x="3563493" y="1417193"/>
                              </a:lnTo>
                              <a:lnTo>
                                <a:pt x="3571748" y="1417320"/>
                              </a:lnTo>
                              <a:lnTo>
                                <a:pt x="3580130" y="1417447"/>
                              </a:lnTo>
                              <a:lnTo>
                                <a:pt x="3588512" y="1417447"/>
                              </a:lnTo>
                              <a:lnTo>
                                <a:pt x="3596767" y="1417574"/>
                              </a:lnTo>
                              <a:lnTo>
                                <a:pt x="3605149" y="1417701"/>
                              </a:lnTo>
                              <a:lnTo>
                                <a:pt x="3613531" y="1417701"/>
                              </a:lnTo>
                              <a:lnTo>
                                <a:pt x="3621786" y="1417828"/>
                              </a:lnTo>
                              <a:lnTo>
                                <a:pt x="3630168" y="1417828"/>
                              </a:lnTo>
                              <a:lnTo>
                                <a:pt x="3638550" y="1417955"/>
                              </a:lnTo>
                              <a:lnTo>
                                <a:pt x="3646932" y="1417955"/>
                              </a:lnTo>
                              <a:lnTo>
                                <a:pt x="3655187" y="1417955"/>
                              </a:lnTo>
                              <a:lnTo>
                                <a:pt x="3663569" y="1418082"/>
                              </a:lnTo>
                              <a:lnTo>
                                <a:pt x="3671951" y="1418082"/>
                              </a:lnTo>
                              <a:lnTo>
                                <a:pt x="3680206" y="1418209"/>
                              </a:lnTo>
                              <a:lnTo>
                                <a:pt x="3688588" y="1418209"/>
                              </a:lnTo>
                              <a:lnTo>
                                <a:pt x="3696970" y="1418209"/>
                              </a:lnTo>
                              <a:lnTo>
                                <a:pt x="3705352" y="1418209"/>
                              </a:lnTo>
                              <a:lnTo>
                                <a:pt x="3713607" y="1418336"/>
                              </a:lnTo>
                              <a:lnTo>
                                <a:pt x="3721989" y="1418336"/>
                              </a:lnTo>
                              <a:lnTo>
                                <a:pt x="3730371" y="1418336"/>
                              </a:lnTo>
                              <a:lnTo>
                                <a:pt x="3738626" y="1418463"/>
                              </a:lnTo>
                              <a:lnTo>
                                <a:pt x="3747008" y="1418463"/>
                              </a:lnTo>
                              <a:lnTo>
                                <a:pt x="3755390" y="1418463"/>
                              </a:lnTo>
                              <a:lnTo>
                                <a:pt x="3763772" y="1418463"/>
                              </a:lnTo>
                              <a:lnTo>
                                <a:pt x="3772027" y="1418463"/>
                              </a:lnTo>
                              <a:lnTo>
                                <a:pt x="3780409" y="1418590"/>
                              </a:lnTo>
                              <a:lnTo>
                                <a:pt x="3788791" y="1418590"/>
                              </a:lnTo>
                              <a:lnTo>
                                <a:pt x="3797046" y="1418590"/>
                              </a:lnTo>
                              <a:lnTo>
                                <a:pt x="3805428" y="1418590"/>
                              </a:lnTo>
                              <a:lnTo>
                                <a:pt x="3813810" y="1418590"/>
                              </a:lnTo>
                              <a:lnTo>
                                <a:pt x="3822192" y="1418590"/>
                              </a:lnTo>
                              <a:lnTo>
                                <a:pt x="3830447" y="1418590"/>
                              </a:lnTo>
                              <a:lnTo>
                                <a:pt x="3838829" y="1418717"/>
                              </a:lnTo>
                              <a:lnTo>
                                <a:pt x="3847211" y="1418717"/>
                              </a:lnTo>
                              <a:lnTo>
                                <a:pt x="3855466" y="1418717"/>
                              </a:lnTo>
                              <a:lnTo>
                                <a:pt x="3863848" y="1418717"/>
                              </a:lnTo>
                              <a:lnTo>
                                <a:pt x="3872230" y="1418717"/>
                              </a:lnTo>
                              <a:lnTo>
                                <a:pt x="3880612" y="1418717"/>
                              </a:lnTo>
                              <a:lnTo>
                                <a:pt x="3888867" y="1418717"/>
                              </a:lnTo>
                              <a:lnTo>
                                <a:pt x="3897249" y="1418717"/>
                              </a:lnTo>
                              <a:lnTo>
                                <a:pt x="3905631" y="1418717"/>
                              </a:lnTo>
                              <a:lnTo>
                                <a:pt x="3913886" y="1418717"/>
                              </a:lnTo>
                              <a:lnTo>
                                <a:pt x="3922268" y="1418844"/>
                              </a:lnTo>
                              <a:lnTo>
                                <a:pt x="3930650" y="1418844"/>
                              </a:lnTo>
                              <a:lnTo>
                                <a:pt x="3938905" y="1418844"/>
                              </a:lnTo>
                              <a:lnTo>
                                <a:pt x="3947287" y="1418844"/>
                              </a:lnTo>
                              <a:lnTo>
                                <a:pt x="3955669" y="1418844"/>
                              </a:lnTo>
                              <a:lnTo>
                                <a:pt x="3964051" y="1418844"/>
                              </a:lnTo>
                              <a:lnTo>
                                <a:pt x="3972306" y="1418844"/>
                              </a:lnTo>
                              <a:lnTo>
                                <a:pt x="3980688" y="1418844"/>
                              </a:lnTo>
                              <a:lnTo>
                                <a:pt x="3989070" y="1418844"/>
                              </a:lnTo>
                              <a:lnTo>
                                <a:pt x="3997325" y="1418844"/>
                              </a:lnTo>
                              <a:lnTo>
                                <a:pt x="4005707" y="1418844"/>
                              </a:lnTo>
                              <a:lnTo>
                                <a:pt x="4014089" y="1418844"/>
                              </a:lnTo>
                              <a:lnTo>
                                <a:pt x="4022471" y="1418844"/>
                              </a:lnTo>
                              <a:lnTo>
                                <a:pt x="4030726" y="1418844"/>
                              </a:lnTo>
                              <a:lnTo>
                                <a:pt x="4039108" y="1418844"/>
                              </a:lnTo>
                              <a:lnTo>
                                <a:pt x="4047490" y="1418844"/>
                              </a:lnTo>
                              <a:lnTo>
                                <a:pt x="4055745" y="1418844"/>
                              </a:lnTo>
                              <a:lnTo>
                                <a:pt x="4064127" y="1418844"/>
                              </a:lnTo>
                              <a:lnTo>
                                <a:pt x="4072509" y="1418844"/>
                              </a:lnTo>
                              <a:lnTo>
                                <a:pt x="4080891" y="1418844"/>
                              </a:lnTo>
                              <a:lnTo>
                                <a:pt x="4089146" y="1418844"/>
                              </a:lnTo>
                              <a:lnTo>
                                <a:pt x="4097528" y="1418844"/>
                              </a:lnTo>
                              <a:lnTo>
                                <a:pt x="4105910" y="1418844"/>
                              </a:lnTo>
                              <a:lnTo>
                                <a:pt x="4114165" y="1418844"/>
                              </a:lnTo>
                              <a:lnTo>
                                <a:pt x="4122547" y="1418844"/>
                              </a:lnTo>
                              <a:lnTo>
                                <a:pt x="4130929" y="1418844"/>
                              </a:lnTo>
                              <a:lnTo>
                                <a:pt x="4139311" y="1418844"/>
                              </a:lnTo>
                              <a:lnTo>
                                <a:pt x="4147566" y="1418844"/>
                              </a:lnTo>
                              <a:lnTo>
                                <a:pt x="4155948" y="1418844"/>
                              </a:lnTo>
                              <a:lnTo>
                                <a:pt x="4164330" y="1418844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5289C7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6" name="Freeform 25">
                          <a:extLst>
                            <a:ext uri="{FF2B5EF4-FFF2-40B4-BE49-F238E27FC236}">
                              <a16:creationId xmlns:a16="http://schemas.microsoft.com/office/drawing/2014/main" id="{99F1D62B-8F86-BAE1-9703-6786A94802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569177"/>
                          <a:ext cx="4164329" cy="1448307"/>
                        </a:xfrm>
                        <a:custGeom>
                          <a:avLst/>
                          <a:gdLst>
                            <a:gd name="csX0" fmla="*/ 0 w 4164329"/>
                            <a:gd name="csY0" fmla="*/ 1448308 h 1448307"/>
                            <a:gd name="csX1" fmla="*/ 8382 w 4164329"/>
                            <a:gd name="csY1" fmla="*/ 1448308 h 1448307"/>
                            <a:gd name="csX2" fmla="*/ 16637 w 4164329"/>
                            <a:gd name="csY2" fmla="*/ 1448308 h 1448307"/>
                            <a:gd name="csX3" fmla="*/ 25019 w 4164329"/>
                            <a:gd name="csY3" fmla="*/ 1448308 h 1448307"/>
                            <a:gd name="csX4" fmla="*/ 33401 w 4164329"/>
                            <a:gd name="csY4" fmla="*/ 1448308 h 1448307"/>
                            <a:gd name="csX5" fmla="*/ 41783 w 4164329"/>
                            <a:gd name="csY5" fmla="*/ 1448308 h 1448307"/>
                            <a:gd name="csX6" fmla="*/ 50038 w 4164329"/>
                            <a:gd name="csY6" fmla="*/ 1448308 h 1448307"/>
                            <a:gd name="csX7" fmla="*/ 58420 w 4164329"/>
                            <a:gd name="csY7" fmla="*/ 1448308 h 1448307"/>
                            <a:gd name="csX8" fmla="*/ 66802 w 4164329"/>
                            <a:gd name="csY8" fmla="*/ 1448308 h 1448307"/>
                            <a:gd name="csX9" fmla="*/ 75057 w 4164329"/>
                            <a:gd name="csY9" fmla="*/ 1448308 h 1448307"/>
                            <a:gd name="csX10" fmla="*/ 83439 w 4164329"/>
                            <a:gd name="csY10" fmla="*/ 1448308 h 1448307"/>
                            <a:gd name="csX11" fmla="*/ 91821 w 4164329"/>
                            <a:gd name="csY11" fmla="*/ 1448308 h 1448307"/>
                            <a:gd name="csX12" fmla="*/ 100203 w 4164329"/>
                            <a:gd name="csY12" fmla="*/ 1448308 h 1448307"/>
                            <a:gd name="csX13" fmla="*/ 108458 w 4164329"/>
                            <a:gd name="csY13" fmla="*/ 1448308 h 1448307"/>
                            <a:gd name="csX14" fmla="*/ 116840 w 4164329"/>
                            <a:gd name="csY14" fmla="*/ 1448308 h 1448307"/>
                            <a:gd name="csX15" fmla="*/ 125222 w 4164329"/>
                            <a:gd name="csY15" fmla="*/ 1448308 h 1448307"/>
                            <a:gd name="csX16" fmla="*/ 133477 w 4164329"/>
                            <a:gd name="csY16" fmla="*/ 1448308 h 1448307"/>
                            <a:gd name="csX17" fmla="*/ 141859 w 4164329"/>
                            <a:gd name="csY17" fmla="*/ 1448308 h 1448307"/>
                            <a:gd name="csX18" fmla="*/ 150241 w 4164329"/>
                            <a:gd name="csY18" fmla="*/ 1448308 h 1448307"/>
                            <a:gd name="csX19" fmla="*/ 158623 w 4164329"/>
                            <a:gd name="csY19" fmla="*/ 1448308 h 1448307"/>
                            <a:gd name="csX20" fmla="*/ 166878 w 4164329"/>
                            <a:gd name="csY20" fmla="*/ 1448308 h 1448307"/>
                            <a:gd name="csX21" fmla="*/ 175260 w 4164329"/>
                            <a:gd name="csY21" fmla="*/ 1448308 h 1448307"/>
                            <a:gd name="csX22" fmla="*/ 183642 w 4164329"/>
                            <a:gd name="csY22" fmla="*/ 1448308 h 1448307"/>
                            <a:gd name="csX23" fmla="*/ 191897 w 4164329"/>
                            <a:gd name="csY23" fmla="*/ 1448308 h 1448307"/>
                            <a:gd name="csX24" fmla="*/ 200279 w 4164329"/>
                            <a:gd name="csY24" fmla="*/ 1448308 h 1448307"/>
                            <a:gd name="csX25" fmla="*/ 208661 w 4164329"/>
                            <a:gd name="csY25" fmla="*/ 1448308 h 1448307"/>
                            <a:gd name="csX26" fmla="*/ 217043 w 4164329"/>
                            <a:gd name="csY26" fmla="*/ 1448308 h 1448307"/>
                            <a:gd name="csX27" fmla="*/ 225298 w 4164329"/>
                            <a:gd name="csY27" fmla="*/ 1448308 h 1448307"/>
                            <a:gd name="csX28" fmla="*/ 233680 w 4164329"/>
                            <a:gd name="csY28" fmla="*/ 1448308 h 1448307"/>
                            <a:gd name="csX29" fmla="*/ 242062 w 4164329"/>
                            <a:gd name="csY29" fmla="*/ 1448308 h 1448307"/>
                            <a:gd name="csX30" fmla="*/ 250317 w 4164329"/>
                            <a:gd name="csY30" fmla="*/ 1448308 h 1448307"/>
                            <a:gd name="csX31" fmla="*/ 258699 w 4164329"/>
                            <a:gd name="csY31" fmla="*/ 1448308 h 1448307"/>
                            <a:gd name="csX32" fmla="*/ 267081 w 4164329"/>
                            <a:gd name="csY32" fmla="*/ 1448308 h 1448307"/>
                            <a:gd name="csX33" fmla="*/ 275463 w 4164329"/>
                            <a:gd name="csY33" fmla="*/ 1448308 h 1448307"/>
                            <a:gd name="csX34" fmla="*/ 283718 w 4164329"/>
                            <a:gd name="csY34" fmla="*/ 1448308 h 1448307"/>
                            <a:gd name="csX35" fmla="*/ 292100 w 4164329"/>
                            <a:gd name="csY35" fmla="*/ 1448308 h 1448307"/>
                            <a:gd name="csX36" fmla="*/ 300482 w 4164329"/>
                            <a:gd name="csY36" fmla="*/ 1448308 h 1448307"/>
                            <a:gd name="csX37" fmla="*/ 308737 w 4164329"/>
                            <a:gd name="csY37" fmla="*/ 1448308 h 1448307"/>
                            <a:gd name="csX38" fmla="*/ 317119 w 4164329"/>
                            <a:gd name="csY38" fmla="*/ 1448308 h 1448307"/>
                            <a:gd name="csX39" fmla="*/ 325501 w 4164329"/>
                            <a:gd name="csY39" fmla="*/ 1448308 h 1448307"/>
                            <a:gd name="csX40" fmla="*/ 333756 w 4164329"/>
                            <a:gd name="csY40" fmla="*/ 1448308 h 1448307"/>
                            <a:gd name="csX41" fmla="*/ 342138 w 4164329"/>
                            <a:gd name="csY41" fmla="*/ 1448308 h 1448307"/>
                            <a:gd name="csX42" fmla="*/ 350520 w 4164329"/>
                            <a:gd name="csY42" fmla="*/ 1448308 h 1448307"/>
                            <a:gd name="csX43" fmla="*/ 358902 w 4164329"/>
                            <a:gd name="csY43" fmla="*/ 1448308 h 1448307"/>
                            <a:gd name="csX44" fmla="*/ 367157 w 4164329"/>
                            <a:gd name="csY44" fmla="*/ 1448308 h 1448307"/>
                            <a:gd name="csX45" fmla="*/ 375539 w 4164329"/>
                            <a:gd name="csY45" fmla="*/ 1448308 h 1448307"/>
                            <a:gd name="csX46" fmla="*/ 383921 w 4164329"/>
                            <a:gd name="csY46" fmla="*/ 1448308 h 1448307"/>
                            <a:gd name="csX47" fmla="*/ 392176 w 4164329"/>
                            <a:gd name="csY47" fmla="*/ 1448308 h 1448307"/>
                            <a:gd name="csX48" fmla="*/ 400558 w 4164329"/>
                            <a:gd name="csY48" fmla="*/ 1448308 h 1448307"/>
                            <a:gd name="csX49" fmla="*/ 408940 w 4164329"/>
                            <a:gd name="csY49" fmla="*/ 1448308 h 1448307"/>
                            <a:gd name="csX50" fmla="*/ 417322 w 4164329"/>
                            <a:gd name="csY50" fmla="*/ 1448308 h 1448307"/>
                            <a:gd name="csX51" fmla="*/ 425577 w 4164329"/>
                            <a:gd name="csY51" fmla="*/ 1448308 h 1448307"/>
                            <a:gd name="csX52" fmla="*/ 433959 w 4164329"/>
                            <a:gd name="csY52" fmla="*/ 1448308 h 1448307"/>
                            <a:gd name="csX53" fmla="*/ 442341 w 4164329"/>
                            <a:gd name="csY53" fmla="*/ 1448308 h 1448307"/>
                            <a:gd name="csX54" fmla="*/ 450596 w 4164329"/>
                            <a:gd name="csY54" fmla="*/ 1448308 h 1448307"/>
                            <a:gd name="csX55" fmla="*/ 458978 w 4164329"/>
                            <a:gd name="csY55" fmla="*/ 1448308 h 1448307"/>
                            <a:gd name="csX56" fmla="*/ 467360 w 4164329"/>
                            <a:gd name="csY56" fmla="*/ 1448308 h 1448307"/>
                            <a:gd name="csX57" fmla="*/ 475742 w 4164329"/>
                            <a:gd name="csY57" fmla="*/ 1448308 h 1448307"/>
                            <a:gd name="csX58" fmla="*/ 483997 w 4164329"/>
                            <a:gd name="csY58" fmla="*/ 1448308 h 1448307"/>
                            <a:gd name="csX59" fmla="*/ 492379 w 4164329"/>
                            <a:gd name="csY59" fmla="*/ 1448308 h 1448307"/>
                            <a:gd name="csX60" fmla="*/ 500761 w 4164329"/>
                            <a:gd name="csY60" fmla="*/ 1448308 h 1448307"/>
                            <a:gd name="csX61" fmla="*/ 509016 w 4164329"/>
                            <a:gd name="csY61" fmla="*/ 1448308 h 1448307"/>
                            <a:gd name="csX62" fmla="*/ 517398 w 4164329"/>
                            <a:gd name="csY62" fmla="*/ 1448308 h 1448307"/>
                            <a:gd name="csX63" fmla="*/ 525780 w 4164329"/>
                            <a:gd name="csY63" fmla="*/ 1448308 h 1448307"/>
                            <a:gd name="csX64" fmla="*/ 534162 w 4164329"/>
                            <a:gd name="csY64" fmla="*/ 1448308 h 1448307"/>
                            <a:gd name="csX65" fmla="*/ 542417 w 4164329"/>
                            <a:gd name="csY65" fmla="*/ 1448308 h 1448307"/>
                            <a:gd name="csX66" fmla="*/ 550799 w 4164329"/>
                            <a:gd name="csY66" fmla="*/ 1448308 h 1448307"/>
                            <a:gd name="csX67" fmla="*/ 559181 w 4164329"/>
                            <a:gd name="csY67" fmla="*/ 1448308 h 1448307"/>
                            <a:gd name="csX68" fmla="*/ 567436 w 4164329"/>
                            <a:gd name="csY68" fmla="*/ 1448308 h 1448307"/>
                            <a:gd name="csX69" fmla="*/ 575818 w 4164329"/>
                            <a:gd name="csY69" fmla="*/ 1448308 h 1448307"/>
                            <a:gd name="csX70" fmla="*/ 584200 w 4164329"/>
                            <a:gd name="csY70" fmla="*/ 1448308 h 1448307"/>
                            <a:gd name="csX71" fmla="*/ 592582 w 4164329"/>
                            <a:gd name="csY71" fmla="*/ 1448308 h 1448307"/>
                            <a:gd name="csX72" fmla="*/ 600837 w 4164329"/>
                            <a:gd name="csY72" fmla="*/ 1448308 h 1448307"/>
                            <a:gd name="csX73" fmla="*/ 609219 w 4164329"/>
                            <a:gd name="csY73" fmla="*/ 1448308 h 1448307"/>
                            <a:gd name="csX74" fmla="*/ 617601 w 4164329"/>
                            <a:gd name="csY74" fmla="*/ 1448308 h 1448307"/>
                            <a:gd name="csX75" fmla="*/ 625856 w 4164329"/>
                            <a:gd name="csY75" fmla="*/ 1448308 h 1448307"/>
                            <a:gd name="csX76" fmla="*/ 634238 w 4164329"/>
                            <a:gd name="csY76" fmla="*/ 1448308 h 1448307"/>
                            <a:gd name="csX77" fmla="*/ 642620 w 4164329"/>
                            <a:gd name="csY77" fmla="*/ 1448308 h 1448307"/>
                            <a:gd name="csX78" fmla="*/ 651002 w 4164329"/>
                            <a:gd name="csY78" fmla="*/ 1448308 h 1448307"/>
                            <a:gd name="csX79" fmla="*/ 659257 w 4164329"/>
                            <a:gd name="csY79" fmla="*/ 1448308 h 1448307"/>
                            <a:gd name="csX80" fmla="*/ 667639 w 4164329"/>
                            <a:gd name="csY80" fmla="*/ 1448308 h 1448307"/>
                            <a:gd name="csX81" fmla="*/ 676021 w 4164329"/>
                            <a:gd name="csY81" fmla="*/ 1448308 h 1448307"/>
                            <a:gd name="csX82" fmla="*/ 684276 w 4164329"/>
                            <a:gd name="csY82" fmla="*/ 1448308 h 1448307"/>
                            <a:gd name="csX83" fmla="*/ 692658 w 4164329"/>
                            <a:gd name="csY83" fmla="*/ 1448308 h 1448307"/>
                            <a:gd name="csX84" fmla="*/ 701040 w 4164329"/>
                            <a:gd name="csY84" fmla="*/ 1448308 h 1448307"/>
                            <a:gd name="csX85" fmla="*/ 709295 w 4164329"/>
                            <a:gd name="csY85" fmla="*/ 1448308 h 1448307"/>
                            <a:gd name="csX86" fmla="*/ 717677 w 4164329"/>
                            <a:gd name="csY86" fmla="*/ 1448308 h 1448307"/>
                            <a:gd name="csX87" fmla="*/ 726059 w 4164329"/>
                            <a:gd name="csY87" fmla="*/ 1448308 h 1448307"/>
                            <a:gd name="csX88" fmla="*/ 734441 w 4164329"/>
                            <a:gd name="csY88" fmla="*/ 1448308 h 1448307"/>
                            <a:gd name="csX89" fmla="*/ 742696 w 4164329"/>
                            <a:gd name="csY89" fmla="*/ 1448308 h 1448307"/>
                            <a:gd name="csX90" fmla="*/ 751078 w 4164329"/>
                            <a:gd name="csY90" fmla="*/ 1448308 h 1448307"/>
                            <a:gd name="csX91" fmla="*/ 759460 w 4164329"/>
                            <a:gd name="csY91" fmla="*/ 1448308 h 1448307"/>
                            <a:gd name="csX92" fmla="*/ 767715 w 4164329"/>
                            <a:gd name="csY92" fmla="*/ 1448308 h 1448307"/>
                            <a:gd name="csX93" fmla="*/ 776097 w 4164329"/>
                            <a:gd name="csY93" fmla="*/ 1448308 h 1448307"/>
                            <a:gd name="csX94" fmla="*/ 784479 w 4164329"/>
                            <a:gd name="csY94" fmla="*/ 1448308 h 1448307"/>
                            <a:gd name="csX95" fmla="*/ 792861 w 4164329"/>
                            <a:gd name="csY95" fmla="*/ 1448308 h 1448307"/>
                            <a:gd name="csX96" fmla="*/ 801116 w 4164329"/>
                            <a:gd name="csY96" fmla="*/ 1448308 h 1448307"/>
                            <a:gd name="csX97" fmla="*/ 809498 w 4164329"/>
                            <a:gd name="csY97" fmla="*/ 1448308 h 1448307"/>
                            <a:gd name="csX98" fmla="*/ 817880 w 4164329"/>
                            <a:gd name="csY98" fmla="*/ 1448308 h 1448307"/>
                            <a:gd name="csX99" fmla="*/ 826135 w 4164329"/>
                            <a:gd name="csY99" fmla="*/ 1448308 h 1448307"/>
                            <a:gd name="csX100" fmla="*/ 834517 w 4164329"/>
                            <a:gd name="csY100" fmla="*/ 1448308 h 1448307"/>
                            <a:gd name="csX101" fmla="*/ 842899 w 4164329"/>
                            <a:gd name="csY101" fmla="*/ 1448308 h 1448307"/>
                            <a:gd name="csX102" fmla="*/ 851281 w 4164329"/>
                            <a:gd name="csY102" fmla="*/ 1448308 h 1448307"/>
                            <a:gd name="csX103" fmla="*/ 859536 w 4164329"/>
                            <a:gd name="csY103" fmla="*/ 1448308 h 1448307"/>
                            <a:gd name="csX104" fmla="*/ 867918 w 4164329"/>
                            <a:gd name="csY104" fmla="*/ 1448308 h 1448307"/>
                            <a:gd name="csX105" fmla="*/ 876300 w 4164329"/>
                            <a:gd name="csY105" fmla="*/ 1448308 h 1448307"/>
                            <a:gd name="csX106" fmla="*/ 884555 w 4164329"/>
                            <a:gd name="csY106" fmla="*/ 1448308 h 1448307"/>
                            <a:gd name="csX107" fmla="*/ 892937 w 4164329"/>
                            <a:gd name="csY107" fmla="*/ 1448308 h 1448307"/>
                            <a:gd name="csX108" fmla="*/ 901319 w 4164329"/>
                            <a:gd name="csY108" fmla="*/ 1448308 h 1448307"/>
                            <a:gd name="csX109" fmla="*/ 909701 w 4164329"/>
                            <a:gd name="csY109" fmla="*/ 1448308 h 1448307"/>
                            <a:gd name="csX110" fmla="*/ 917956 w 4164329"/>
                            <a:gd name="csY110" fmla="*/ 1448308 h 1448307"/>
                            <a:gd name="csX111" fmla="*/ 926338 w 4164329"/>
                            <a:gd name="csY111" fmla="*/ 1448308 h 1448307"/>
                            <a:gd name="csX112" fmla="*/ 934720 w 4164329"/>
                            <a:gd name="csY112" fmla="*/ 1448308 h 1448307"/>
                            <a:gd name="csX113" fmla="*/ 942975 w 4164329"/>
                            <a:gd name="csY113" fmla="*/ 1448308 h 1448307"/>
                            <a:gd name="csX114" fmla="*/ 951357 w 4164329"/>
                            <a:gd name="csY114" fmla="*/ 1448308 h 1448307"/>
                            <a:gd name="csX115" fmla="*/ 959739 w 4164329"/>
                            <a:gd name="csY115" fmla="*/ 1448308 h 1448307"/>
                            <a:gd name="csX116" fmla="*/ 968121 w 4164329"/>
                            <a:gd name="csY116" fmla="*/ 1448308 h 1448307"/>
                            <a:gd name="csX117" fmla="*/ 976376 w 4164329"/>
                            <a:gd name="csY117" fmla="*/ 1448308 h 1448307"/>
                            <a:gd name="csX118" fmla="*/ 984758 w 4164329"/>
                            <a:gd name="csY118" fmla="*/ 1448308 h 1448307"/>
                            <a:gd name="csX119" fmla="*/ 993140 w 4164329"/>
                            <a:gd name="csY119" fmla="*/ 1448308 h 1448307"/>
                            <a:gd name="csX120" fmla="*/ 1001395 w 4164329"/>
                            <a:gd name="csY120" fmla="*/ 1448308 h 1448307"/>
                            <a:gd name="csX121" fmla="*/ 1009777 w 4164329"/>
                            <a:gd name="csY121" fmla="*/ 1448308 h 1448307"/>
                            <a:gd name="csX122" fmla="*/ 1018159 w 4164329"/>
                            <a:gd name="csY122" fmla="*/ 1448308 h 1448307"/>
                            <a:gd name="csX123" fmla="*/ 1026414 w 4164329"/>
                            <a:gd name="csY123" fmla="*/ 1448308 h 1448307"/>
                            <a:gd name="csX124" fmla="*/ 1034796 w 4164329"/>
                            <a:gd name="csY124" fmla="*/ 1448308 h 1448307"/>
                            <a:gd name="csX125" fmla="*/ 1043178 w 4164329"/>
                            <a:gd name="csY125" fmla="*/ 1448308 h 1448307"/>
                            <a:gd name="csX126" fmla="*/ 1051560 w 4164329"/>
                            <a:gd name="csY126" fmla="*/ 1448308 h 1448307"/>
                            <a:gd name="csX127" fmla="*/ 1059815 w 4164329"/>
                            <a:gd name="csY127" fmla="*/ 1448308 h 1448307"/>
                            <a:gd name="csX128" fmla="*/ 1068197 w 4164329"/>
                            <a:gd name="csY128" fmla="*/ 1448308 h 1448307"/>
                            <a:gd name="csX129" fmla="*/ 1076579 w 4164329"/>
                            <a:gd name="csY129" fmla="*/ 1448308 h 1448307"/>
                            <a:gd name="csX130" fmla="*/ 1084834 w 4164329"/>
                            <a:gd name="csY130" fmla="*/ 1448308 h 1448307"/>
                            <a:gd name="csX131" fmla="*/ 1093216 w 4164329"/>
                            <a:gd name="csY131" fmla="*/ 1448308 h 1448307"/>
                            <a:gd name="csX132" fmla="*/ 1101598 w 4164329"/>
                            <a:gd name="csY132" fmla="*/ 1448308 h 1448307"/>
                            <a:gd name="csX133" fmla="*/ 1109980 w 4164329"/>
                            <a:gd name="csY133" fmla="*/ 1448308 h 1448307"/>
                            <a:gd name="csX134" fmla="*/ 1118235 w 4164329"/>
                            <a:gd name="csY134" fmla="*/ 1448308 h 1448307"/>
                            <a:gd name="csX135" fmla="*/ 1126617 w 4164329"/>
                            <a:gd name="csY135" fmla="*/ 1448308 h 1448307"/>
                            <a:gd name="csX136" fmla="*/ 1134999 w 4164329"/>
                            <a:gd name="csY136" fmla="*/ 1448308 h 1448307"/>
                            <a:gd name="csX137" fmla="*/ 1143254 w 4164329"/>
                            <a:gd name="csY137" fmla="*/ 1448308 h 1448307"/>
                            <a:gd name="csX138" fmla="*/ 1151636 w 4164329"/>
                            <a:gd name="csY138" fmla="*/ 1448308 h 1448307"/>
                            <a:gd name="csX139" fmla="*/ 1160018 w 4164329"/>
                            <a:gd name="csY139" fmla="*/ 1448308 h 1448307"/>
                            <a:gd name="csX140" fmla="*/ 1168400 w 4164329"/>
                            <a:gd name="csY140" fmla="*/ 1448308 h 1448307"/>
                            <a:gd name="csX141" fmla="*/ 1176655 w 4164329"/>
                            <a:gd name="csY141" fmla="*/ 1448308 h 1448307"/>
                            <a:gd name="csX142" fmla="*/ 1185037 w 4164329"/>
                            <a:gd name="csY142" fmla="*/ 1448308 h 1448307"/>
                            <a:gd name="csX143" fmla="*/ 1193419 w 4164329"/>
                            <a:gd name="csY143" fmla="*/ 1448308 h 1448307"/>
                            <a:gd name="csX144" fmla="*/ 1201674 w 4164329"/>
                            <a:gd name="csY144" fmla="*/ 1448308 h 1448307"/>
                            <a:gd name="csX145" fmla="*/ 1210056 w 4164329"/>
                            <a:gd name="csY145" fmla="*/ 1448308 h 1448307"/>
                            <a:gd name="csX146" fmla="*/ 1218438 w 4164329"/>
                            <a:gd name="csY146" fmla="*/ 1448308 h 1448307"/>
                            <a:gd name="csX147" fmla="*/ 1226820 w 4164329"/>
                            <a:gd name="csY147" fmla="*/ 1448308 h 1448307"/>
                            <a:gd name="csX148" fmla="*/ 1235075 w 4164329"/>
                            <a:gd name="csY148" fmla="*/ 1448308 h 1448307"/>
                            <a:gd name="csX149" fmla="*/ 1243457 w 4164329"/>
                            <a:gd name="csY149" fmla="*/ 1448308 h 1448307"/>
                            <a:gd name="csX150" fmla="*/ 1251839 w 4164329"/>
                            <a:gd name="csY150" fmla="*/ 1448308 h 1448307"/>
                            <a:gd name="csX151" fmla="*/ 1260094 w 4164329"/>
                            <a:gd name="csY151" fmla="*/ 1448308 h 1448307"/>
                            <a:gd name="csX152" fmla="*/ 1268476 w 4164329"/>
                            <a:gd name="csY152" fmla="*/ 1448308 h 1448307"/>
                            <a:gd name="csX153" fmla="*/ 1276858 w 4164329"/>
                            <a:gd name="csY153" fmla="*/ 1448308 h 1448307"/>
                            <a:gd name="csX154" fmla="*/ 1285240 w 4164329"/>
                            <a:gd name="csY154" fmla="*/ 1448308 h 1448307"/>
                            <a:gd name="csX155" fmla="*/ 1293495 w 4164329"/>
                            <a:gd name="csY155" fmla="*/ 1448308 h 1448307"/>
                            <a:gd name="csX156" fmla="*/ 1301877 w 4164329"/>
                            <a:gd name="csY156" fmla="*/ 1448308 h 1448307"/>
                            <a:gd name="csX157" fmla="*/ 1310259 w 4164329"/>
                            <a:gd name="csY157" fmla="*/ 1448308 h 1448307"/>
                            <a:gd name="csX158" fmla="*/ 1318514 w 4164329"/>
                            <a:gd name="csY158" fmla="*/ 1448308 h 1448307"/>
                            <a:gd name="csX159" fmla="*/ 1326896 w 4164329"/>
                            <a:gd name="csY159" fmla="*/ 1448308 h 1448307"/>
                            <a:gd name="csX160" fmla="*/ 1335278 w 4164329"/>
                            <a:gd name="csY160" fmla="*/ 1448308 h 1448307"/>
                            <a:gd name="csX161" fmla="*/ 1343533 w 4164329"/>
                            <a:gd name="csY161" fmla="*/ 1448308 h 1448307"/>
                            <a:gd name="csX162" fmla="*/ 1351915 w 4164329"/>
                            <a:gd name="csY162" fmla="*/ 1448181 h 1448307"/>
                            <a:gd name="csX163" fmla="*/ 1360297 w 4164329"/>
                            <a:gd name="csY163" fmla="*/ 1448181 h 1448307"/>
                            <a:gd name="csX164" fmla="*/ 1368679 w 4164329"/>
                            <a:gd name="csY164" fmla="*/ 1448181 h 1448307"/>
                            <a:gd name="csX165" fmla="*/ 1376934 w 4164329"/>
                            <a:gd name="csY165" fmla="*/ 1448181 h 1448307"/>
                            <a:gd name="csX166" fmla="*/ 1385316 w 4164329"/>
                            <a:gd name="csY166" fmla="*/ 1448181 h 1448307"/>
                            <a:gd name="csX167" fmla="*/ 1393698 w 4164329"/>
                            <a:gd name="csY167" fmla="*/ 1448181 h 1448307"/>
                            <a:gd name="csX168" fmla="*/ 1401953 w 4164329"/>
                            <a:gd name="csY168" fmla="*/ 1448181 h 1448307"/>
                            <a:gd name="csX169" fmla="*/ 1410335 w 4164329"/>
                            <a:gd name="csY169" fmla="*/ 1448181 h 1448307"/>
                            <a:gd name="csX170" fmla="*/ 1418717 w 4164329"/>
                            <a:gd name="csY170" fmla="*/ 1448181 h 1448307"/>
                            <a:gd name="csX171" fmla="*/ 1427099 w 4164329"/>
                            <a:gd name="csY171" fmla="*/ 1448181 h 1448307"/>
                            <a:gd name="csX172" fmla="*/ 1435354 w 4164329"/>
                            <a:gd name="csY172" fmla="*/ 1448181 h 1448307"/>
                            <a:gd name="csX173" fmla="*/ 1443736 w 4164329"/>
                            <a:gd name="csY173" fmla="*/ 1448181 h 1448307"/>
                            <a:gd name="csX174" fmla="*/ 1452118 w 4164329"/>
                            <a:gd name="csY174" fmla="*/ 1448181 h 1448307"/>
                            <a:gd name="csX175" fmla="*/ 1460373 w 4164329"/>
                            <a:gd name="csY175" fmla="*/ 1448181 h 1448307"/>
                            <a:gd name="csX176" fmla="*/ 1468755 w 4164329"/>
                            <a:gd name="csY176" fmla="*/ 1448181 h 1448307"/>
                            <a:gd name="csX177" fmla="*/ 1477137 w 4164329"/>
                            <a:gd name="csY177" fmla="*/ 1448181 h 1448307"/>
                            <a:gd name="csX178" fmla="*/ 1485519 w 4164329"/>
                            <a:gd name="csY178" fmla="*/ 1448181 h 1448307"/>
                            <a:gd name="csX179" fmla="*/ 1493774 w 4164329"/>
                            <a:gd name="csY179" fmla="*/ 1448181 h 1448307"/>
                            <a:gd name="csX180" fmla="*/ 1502156 w 4164329"/>
                            <a:gd name="csY180" fmla="*/ 1448181 h 1448307"/>
                            <a:gd name="csX181" fmla="*/ 1510538 w 4164329"/>
                            <a:gd name="csY181" fmla="*/ 1448181 h 1448307"/>
                            <a:gd name="csX182" fmla="*/ 1518793 w 4164329"/>
                            <a:gd name="csY182" fmla="*/ 1448181 h 1448307"/>
                            <a:gd name="csX183" fmla="*/ 1527175 w 4164329"/>
                            <a:gd name="csY183" fmla="*/ 1448181 h 1448307"/>
                            <a:gd name="csX184" fmla="*/ 1535557 w 4164329"/>
                            <a:gd name="csY184" fmla="*/ 1448181 h 1448307"/>
                            <a:gd name="csX185" fmla="*/ 1543939 w 4164329"/>
                            <a:gd name="csY185" fmla="*/ 1448181 h 1448307"/>
                            <a:gd name="csX186" fmla="*/ 1552194 w 4164329"/>
                            <a:gd name="csY186" fmla="*/ 1448181 h 1448307"/>
                            <a:gd name="csX187" fmla="*/ 1560576 w 4164329"/>
                            <a:gd name="csY187" fmla="*/ 1448181 h 1448307"/>
                            <a:gd name="csX188" fmla="*/ 1568958 w 4164329"/>
                            <a:gd name="csY188" fmla="*/ 1448181 h 1448307"/>
                            <a:gd name="csX189" fmla="*/ 1577213 w 4164329"/>
                            <a:gd name="csY189" fmla="*/ 1448181 h 1448307"/>
                            <a:gd name="csX190" fmla="*/ 1585595 w 4164329"/>
                            <a:gd name="csY190" fmla="*/ 1448181 h 1448307"/>
                            <a:gd name="csX191" fmla="*/ 1593977 w 4164329"/>
                            <a:gd name="csY191" fmla="*/ 1448181 h 1448307"/>
                            <a:gd name="csX192" fmla="*/ 1602359 w 4164329"/>
                            <a:gd name="csY192" fmla="*/ 1448181 h 1448307"/>
                            <a:gd name="csX193" fmla="*/ 1610614 w 4164329"/>
                            <a:gd name="csY193" fmla="*/ 1448181 h 1448307"/>
                            <a:gd name="csX194" fmla="*/ 1618996 w 4164329"/>
                            <a:gd name="csY194" fmla="*/ 1448181 h 1448307"/>
                            <a:gd name="csX195" fmla="*/ 1627378 w 4164329"/>
                            <a:gd name="csY195" fmla="*/ 1448181 h 1448307"/>
                            <a:gd name="csX196" fmla="*/ 1635633 w 4164329"/>
                            <a:gd name="csY196" fmla="*/ 1448181 h 1448307"/>
                            <a:gd name="csX197" fmla="*/ 1644015 w 4164329"/>
                            <a:gd name="csY197" fmla="*/ 1448054 h 1448307"/>
                            <a:gd name="csX198" fmla="*/ 1652397 w 4164329"/>
                            <a:gd name="csY198" fmla="*/ 1448054 h 1448307"/>
                            <a:gd name="csX199" fmla="*/ 1660652 w 4164329"/>
                            <a:gd name="csY199" fmla="*/ 1448054 h 1448307"/>
                            <a:gd name="csX200" fmla="*/ 1669034 w 4164329"/>
                            <a:gd name="csY200" fmla="*/ 1448054 h 1448307"/>
                            <a:gd name="csX201" fmla="*/ 1677416 w 4164329"/>
                            <a:gd name="csY201" fmla="*/ 1448054 h 1448307"/>
                            <a:gd name="csX202" fmla="*/ 1685798 w 4164329"/>
                            <a:gd name="csY202" fmla="*/ 1448054 h 1448307"/>
                            <a:gd name="csX203" fmla="*/ 1694053 w 4164329"/>
                            <a:gd name="csY203" fmla="*/ 1448054 h 1448307"/>
                            <a:gd name="csX204" fmla="*/ 1702435 w 4164329"/>
                            <a:gd name="csY204" fmla="*/ 1448054 h 1448307"/>
                            <a:gd name="csX205" fmla="*/ 1710817 w 4164329"/>
                            <a:gd name="csY205" fmla="*/ 1448054 h 1448307"/>
                            <a:gd name="csX206" fmla="*/ 1719072 w 4164329"/>
                            <a:gd name="csY206" fmla="*/ 1448054 h 1448307"/>
                            <a:gd name="csX207" fmla="*/ 1727454 w 4164329"/>
                            <a:gd name="csY207" fmla="*/ 1447927 h 1448307"/>
                            <a:gd name="csX208" fmla="*/ 1735836 w 4164329"/>
                            <a:gd name="csY208" fmla="*/ 1447927 h 1448307"/>
                            <a:gd name="csX209" fmla="*/ 1744218 w 4164329"/>
                            <a:gd name="csY209" fmla="*/ 1447927 h 1448307"/>
                            <a:gd name="csX210" fmla="*/ 1752473 w 4164329"/>
                            <a:gd name="csY210" fmla="*/ 1447927 h 1448307"/>
                            <a:gd name="csX211" fmla="*/ 1760855 w 4164329"/>
                            <a:gd name="csY211" fmla="*/ 1447927 h 1448307"/>
                            <a:gd name="csX212" fmla="*/ 1769237 w 4164329"/>
                            <a:gd name="csY212" fmla="*/ 1447927 h 1448307"/>
                            <a:gd name="csX213" fmla="*/ 1777492 w 4164329"/>
                            <a:gd name="csY213" fmla="*/ 1447800 h 1448307"/>
                            <a:gd name="csX214" fmla="*/ 1785874 w 4164329"/>
                            <a:gd name="csY214" fmla="*/ 1447800 h 1448307"/>
                            <a:gd name="csX215" fmla="*/ 1794256 w 4164329"/>
                            <a:gd name="csY215" fmla="*/ 1447800 h 1448307"/>
                            <a:gd name="csX216" fmla="*/ 1802638 w 4164329"/>
                            <a:gd name="csY216" fmla="*/ 1447800 h 1448307"/>
                            <a:gd name="csX217" fmla="*/ 1810893 w 4164329"/>
                            <a:gd name="csY217" fmla="*/ 1447800 h 1448307"/>
                            <a:gd name="csX218" fmla="*/ 1819275 w 4164329"/>
                            <a:gd name="csY218" fmla="*/ 1447673 h 1448307"/>
                            <a:gd name="csX219" fmla="*/ 1827657 w 4164329"/>
                            <a:gd name="csY219" fmla="*/ 1447673 h 1448307"/>
                            <a:gd name="csX220" fmla="*/ 1835912 w 4164329"/>
                            <a:gd name="csY220" fmla="*/ 1447673 h 1448307"/>
                            <a:gd name="csX221" fmla="*/ 1844294 w 4164329"/>
                            <a:gd name="csY221" fmla="*/ 1447673 h 1448307"/>
                            <a:gd name="csX222" fmla="*/ 1852676 w 4164329"/>
                            <a:gd name="csY222" fmla="*/ 1447546 h 1448307"/>
                            <a:gd name="csX223" fmla="*/ 1861058 w 4164329"/>
                            <a:gd name="csY223" fmla="*/ 1447546 h 1448307"/>
                            <a:gd name="csX224" fmla="*/ 1869313 w 4164329"/>
                            <a:gd name="csY224" fmla="*/ 1447546 h 1448307"/>
                            <a:gd name="csX225" fmla="*/ 1877695 w 4164329"/>
                            <a:gd name="csY225" fmla="*/ 1447419 h 1448307"/>
                            <a:gd name="csX226" fmla="*/ 1886077 w 4164329"/>
                            <a:gd name="csY226" fmla="*/ 1447419 h 1448307"/>
                            <a:gd name="csX227" fmla="*/ 1894332 w 4164329"/>
                            <a:gd name="csY227" fmla="*/ 1447419 h 1448307"/>
                            <a:gd name="csX228" fmla="*/ 1902714 w 4164329"/>
                            <a:gd name="csY228" fmla="*/ 1447292 h 1448307"/>
                            <a:gd name="csX229" fmla="*/ 1911096 w 4164329"/>
                            <a:gd name="csY229" fmla="*/ 1447292 h 1448307"/>
                            <a:gd name="csX230" fmla="*/ 1919478 w 4164329"/>
                            <a:gd name="csY230" fmla="*/ 1447165 h 1448307"/>
                            <a:gd name="csX231" fmla="*/ 1927733 w 4164329"/>
                            <a:gd name="csY231" fmla="*/ 1447165 h 1448307"/>
                            <a:gd name="csX232" fmla="*/ 1936115 w 4164329"/>
                            <a:gd name="csY232" fmla="*/ 1447038 h 1448307"/>
                            <a:gd name="csX233" fmla="*/ 1944497 w 4164329"/>
                            <a:gd name="csY233" fmla="*/ 1447038 h 1448307"/>
                            <a:gd name="csX234" fmla="*/ 1952752 w 4164329"/>
                            <a:gd name="csY234" fmla="*/ 1446911 h 1448307"/>
                            <a:gd name="csX235" fmla="*/ 1961134 w 4164329"/>
                            <a:gd name="csY235" fmla="*/ 1446911 h 1448307"/>
                            <a:gd name="csX236" fmla="*/ 1969516 w 4164329"/>
                            <a:gd name="csY236" fmla="*/ 1446784 h 1448307"/>
                            <a:gd name="csX237" fmla="*/ 1977771 w 4164329"/>
                            <a:gd name="csY237" fmla="*/ 1446657 h 1448307"/>
                            <a:gd name="csX238" fmla="*/ 1986153 w 4164329"/>
                            <a:gd name="csY238" fmla="*/ 1446657 h 1448307"/>
                            <a:gd name="csX239" fmla="*/ 1994535 w 4164329"/>
                            <a:gd name="csY239" fmla="*/ 1446530 h 1448307"/>
                            <a:gd name="csX240" fmla="*/ 2002917 w 4164329"/>
                            <a:gd name="csY240" fmla="*/ 1446403 h 1448307"/>
                            <a:gd name="csX241" fmla="*/ 2011172 w 4164329"/>
                            <a:gd name="csY241" fmla="*/ 1446403 h 1448307"/>
                            <a:gd name="csX242" fmla="*/ 2019554 w 4164329"/>
                            <a:gd name="csY242" fmla="*/ 1446276 h 1448307"/>
                            <a:gd name="csX243" fmla="*/ 2027936 w 4164329"/>
                            <a:gd name="csY243" fmla="*/ 1446149 h 1448307"/>
                            <a:gd name="csX244" fmla="*/ 2036191 w 4164329"/>
                            <a:gd name="csY244" fmla="*/ 1446022 h 1448307"/>
                            <a:gd name="csX245" fmla="*/ 2044573 w 4164329"/>
                            <a:gd name="csY245" fmla="*/ 1445895 h 1448307"/>
                            <a:gd name="csX246" fmla="*/ 2052955 w 4164329"/>
                            <a:gd name="csY246" fmla="*/ 1445768 h 1448307"/>
                            <a:gd name="csX247" fmla="*/ 2061337 w 4164329"/>
                            <a:gd name="csY247" fmla="*/ 1445641 h 1448307"/>
                            <a:gd name="csX248" fmla="*/ 2069592 w 4164329"/>
                            <a:gd name="csY248" fmla="*/ 1445514 h 1448307"/>
                            <a:gd name="csX249" fmla="*/ 2077974 w 4164329"/>
                            <a:gd name="csY249" fmla="*/ 1445387 h 1448307"/>
                            <a:gd name="csX250" fmla="*/ 2086356 w 4164329"/>
                            <a:gd name="csY250" fmla="*/ 1445260 h 1448307"/>
                            <a:gd name="csX251" fmla="*/ 2094611 w 4164329"/>
                            <a:gd name="csY251" fmla="*/ 1445006 h 1448307"/>
                            <a:gd name="csX252" fmla="*/ 2102993 w 4164329"/>
                            <a:gd name="csY252" fmla="*/ 1444879 h 1448307"/>
                            <a:gd name="csX253" fmla="*/ 2111375 w 4164329"/>
                            <a:gd name="csY253" fmla="*/ 1444752 h 1448307"/>
                            <a:gd name="csX254" fmla="*/ 2119757 w 4164329"/>
                            <a:gd name="csY254" fmla="*/ 1444498 h 1448307"/>
                            <a:gd name="csX255" fmla="*/ 2128012 w 4164329"/>
                            <a:gd name="csY255" fmla="*/ 1444371 h 1448307"/>
                            <a:gd name="csX256" fmla="*/ 2136394 w 4164329"/>
                            <a:gd name="csY256" fmla="*/ 1444244 h 1448307"/>
                            <a:gd name="csX257" fmla="*/ 2144776 w 4164329"/>
                            <a:gd name="csY257" fmla="*/ 1443990 h 1448307"/>
                            <a:gd name="csX258" fmla="*/ 2153031 w 4164329"/>
                            <a:gd name="csY258" fmla="*/ 1443736 h 1448307"/>
                            <a:gd name="csX259" fmla="*/ 2161413 w 4164329"/>
                            <a:gd name="csY259" fmla="*/ 1443609 h 1448307"/>
                            <a:gd name="csX260" fmla="*/ 2169795 w 4164329"/>
                            <a:gd name="csY260" fmla="*/ 1443355 h 1448307"/>
                            <a:gd name="csX261" fmla="*/ 2178177 w 4164329"/>
                            <a:gd name="csY261" fmla="*/ 1443101 h 1448307"/>
                            <a:gd name="csX262" fmla="*/ 2186432 w 4164329"/>
                            <a:gd name="csY262" fmla="*/ 1442847 h 1448307"/>
                            <a:gd name="csX263" fmla="*/ 2194814 w 4164329"/>
                            <a:gd name="csY263" fmla="*/ 1442593 h 1448307"/>
                            <a:gd name="csX264" fmla="*/ 2203196 w 4164329"/>
                            <a:gd name="csY264" fmla="*/ 1442339 h 1448307"/>
                            <a:gd name="csX265" fmla="*/ 2211451 w 4164329"/>
                            <a:gd name="csY265" fmla="*/ 1442085 h 1448307"/>
                            <a:gd name="csX266" fmla="*/ 2219833 w 4164329"/>
                            <a:gd name="csY266" fmla="*/ 1441704 h 1448307"/>
                            <a:gd name="csX267" fmla="*/ 2228215 w 4164329"/>
                            <a:gd name="csY267" fmla="*/ 1441450 h 1448307"/>
                            <a:gd name="csX268" fmla="*/ 2236597 w 4164329"/>
                            <a:gd name="csY268" fmla="*/ 1441069 h 1448307"/>
                            <a:gd name="csX269" fmla="*/ 2244852 w 4164329"/>
                            <a:gd name="csY269" fmla="*/ 1440815 h 1448307"/>
                            <a:gd name="csX270" fmla="*/ 2253234 w 4164329"/>
                            <a:gd name="csY270" fmla="*/ 1440434 h 1448307"/>
                            <a:gd name="csX271" fmla="*/ 2261616 w 4164329"/>
                            <a:gd name="csY271" fmla="*/ 1440053 h 1448307"/>
                            <a:gd name="csX272" fmla="*/ 2269871 w 4164329"/>
                            <a:gd name="csY272" fmla="*/ 1439799 h 1448307"/>
                            <a:gd name="csX273" fmla="*/ 2278253 w 4164329"/>
                            <a:gd name="csY273" fmla="*/ 1439418 h 1448307"/>
                            <a:gd name="csX274" fmla="*/ 2286635 w 4164329"/>
                            <a:gd name="csY274" fmla="*/ 1438910 h 1448307"/>
                            <a:gd name="csX275" fmla="*/ 2294890 w 4164329"/>
                            <a:gd name="csY275" fmla="*/ 1438529 h 1448307"/>
                            <a:gd name="csX276" fmla="*/ 2303272 w 4164329"/>
                            <a:gd name="csY276" fmla="*/ 1438148 h 1448307"/>
                            <a:gd name="csX277" fmla="*/ 2311654 w 4164329"/>
                            <a:gd name="csY277" fmla="*/ 1437640 h 1448307"/>
                            <a:gd name="csX278" fmla="*/ 2320036 w 4164329"/>
                            <a:gd name="csY278" fmla="*/ 1437259 h 1448307"/>
                            <a:gd name="csX279" fmla="*/ 2328291 w 4164329"/>
                            <a:gd name="csY279" fmla="*/ 1436751 h 1448307"/>
                            <a:gd name="csX280" fmla="*/ 2336673 w 4164329"/>
                            <a:gd name="csY280" fmla="*/ 1436243 h 1448307"/>
                            <a:gd name="csX281" fmla="*/ 2345055 w 4164329"/>
                            <a:gd name="csY281" fmla="*/ 1435735 h 1448307"/>
                            <a:gd name="csX282" fmla="*/ 2353310 w 4164329"/>
                            <a:gd name="csY282" fmla="*/ 1435227 h 1448307"/>
                            <a:gd name="csX283" fmla="*/ 2361692 w 4164329"/>
                            <a:gd name="csY283" fmla="*/ 1434719 h 1448307"/>
                            <a:gd name="csX284" fmla="*/ 2370074 w 4164329"/>
                            <a:gd name="csY284" fmla="*/ 1434084 h 1448307"/>
                            <a:gd name="csX285" fmla="*/ 2378456 w 4164329"/>
                            <a:gd name="csY285" fmla="*/ 1433449 h 1448307"/>
                            <a:gd name="csX286" fmla="*/ 2386711 w 4164329"/>
                            <a:gd name="csY286" fmla="*/ 1432941 h 1448307"/>
                            <a:gd name="csX287" fmla="*/ 2395093 w 4164329"/>
                            <a:gd name="csY287" fmla="*/ 1432306 h 1448307"/>
                            <a:gd name="csX288" fmla="*/ 2403475 w 4164329"/>
                            <a:gd name="csY288" fmla="*/ 1431544 h 1448307"/>
                            <a:gd name="csX289" fmla="*/ 2411730 w 4164329"/>
                            <a:gd name="csY289" fmla="*/ 1430909 h 1448307"/>
                            <a:gd name="csX290" fmla="*/ 2420112 w 4164329"/>
                            <a:gd name="csY290" fmla="*/ 1430147 h 1448307"/>
                            <a:gd name="csX291" fmla="*/ 2428494 w 4164329"/>
                            <a:gd name="csY291" fmla="*/ 1429512 h 1448307"/>
                            <a:gd name="csX292" fmla="*/ 2436876 w 4164329"/>
                            <a:gd name="csY292" fmla="*/ 1428750 h 1448307"/>
                            <a:gd name="csX293" fmla="*/ 2445131 w 4164329"/>
                            <a:gd name="csY293" fmla="*/ 1427988 h 1448307"/>
                            <a:gd name="csX294" fmla="*/ 2453513 w 4164329"/>
                            <a:gd name="csY294" fmla="*/ 1427099 h 1448307"/>
                            <a:gd name="csX295" fmla="*/ 2461895 w 4164329"/>
                            <a:gd name="csY295" fmla="*/ 1426337 h 1448307"/>
                            <a:gd name="csX296" fmla="*/ 2470150 w 4164329"/>
                            <a:gd name="csY296" fmla="*/ 1425448 h 1448307"/>
                            <a:gd name="csX297" fmla="*/ 2478532 w 4164329"/>
                            <a:gd name="csY297" fmla="*/ 1424559 h 1448307"/>
                            <a:gd name="csX298" fmla="*/ 2486914 w 4164329"/>
                            <a:gd name="csY298" fmla="*/ 1423543 h 1448307"/>
                            <a:gd name="csX299" fmla="*/ 2495296 w 4164329"/>
                            <a:gd name="csY299" fmla="*/ 1422654 h 1448307"/>
                            <a:gd name="csX300" fmla="*/ 2503551 w 4164329"/>
                            <a:gd name="csY300" fmla="*/ 1421638 h 1448307"/>
                            <a:gd name="csX301" fmla="*/ 2511933 w 4164329"/>
                            <a:gd name="csY301" fmla="*/ 1420622 h 1448307"/>
                            <a:gd name="csX302" fmla="*/ 2520315 w 4164329"/>
                            <a:gd name="csY302" fmla="*/ 1419479 h 1448307"/>
                            <a:gd name="csX303" fmla="*/ 2528570 w 4164329"/>
                            <a:gd name="csY303" fmla="*/ 1418463 h 1448307"/>
                            <a:gd name="csX304" fmla="*/ 2536952 w 4164329"/>
                            <a:gd name="csY304" fmla="*/ 1417320 h 1448307"/>
                            <a:gd name="csX305" fmla="*/ 2545334 w 4164329"/>
                            <a:gd name="csY305" fmla="*/ 1416177 h 1448307"/>
                            <a:gd name="csX306" fmla="*/ 2553716 w 4164329"/>
                            <a:gd name="csY306" fmla="*/ 1414907 h 1448307"/>
                            <a:gd name="csX307" fmla="*/ 2561971 w 4164329"/>
                            <a:gd name="csY307" fmla="*/ 1413637 h 1448307"/>
                            <a:gd name="csX308" fmla="*/ 2570353 w 4164329"/>
                            <a:gd name="csY308" fmla="*/ 1412367 h 1448307"/>
                            <a:gd name="csX309" fmla="*/ 2578735 w 4164329"/>
                            <a:gd name="csY309" fmla="*/ 1410970 h 1448307"/>
                            <a:gd name="csX310" fmla="*/ 2586990 w 4164329"/>
                            <a:gd name="csY310" fmla="*/ 1409700 h 1448307"/>
                            <a:gd name="csX311" fmla="*/ 2595372 w 4164329"/>
                            <a:gd name="csY311" fmla="*/ 1408176 h 1448307"/>
                            <a:gd name="csX312" fmla="*/ 2603754 w 4164329"/>
                            <a:gd name="csY312" fmla="*/ 1406779 h 1448307"/>
                            <a:gd name="csX313" fmla="*/ 2612009 w 4164329"/>
                            <a:gd name="csY313" fmla="*/ 1405255 h 1448307"/>
                            <a:gd name="csX314" fmla="*/ 2620391 w 4164329"/>
                            <a:gd name="csY314" fmla="*/ 1403604 h 1448307"/>
                            <a:gd name="csX315" fmla="*/ 2628773 w 4164329"/>
                            <a:gd name="csY315" fmla="*/ 1402080 h 1448307"/>
                            <a:gd name="csX316" fmla="*/ 2637155 w 4164329"/>
                            <a:gd name="csY316" fmla="*/ 1400302 h 1448307"/>
                            <a:gd name="csX317" fmla="*/ 2645410 w 4164329"/>
                            <a:gd name="csY317" fmla="*/ 1398651 h 1448307"/>
                            <a:gd name="csX318" fmla="*/ 2653792 w 4164329"/>
                            <a:gd name="csY318" fmla="*/ 1396873 h 1448307"/>
                            <a:gd name="csX319" fmla="*/ 2662174 w 4164329"/>
                            <a:gd name="csY319" fmla="*/ 1394968 h 1448307"/>
                            <a:gd name="csX320" fmla="*/ 2670429 w 4164329"/>
                            <a:gd name="csY320" fmla="*/ 1393063 h 1448307"/>
                            <a:gd name="csX321" fmla="*/ 2678811 w 4164329"/>
                            <a:gd name="csY321" fmla="*/ 1391158 h 1448307"/>
                            <a:gd name="csX322" fmla="*/ 2687193 w 4164329"/>
                            <a:gd name="csY322" fmla="*/ 1389126 h 1448307"/>
                            <a:gd name="csX323" fmla="*/ 2695575 w 4164329"/>
                            <a:gd name="csY323" fmla="*/ 1386967 h 1448307"/>
                            <a:gd name="csX324" fmla="*/ 2703830 w 4164329"/>
                            <a:gd name="csY324" fmla="*/ 1384808 h 1448307"/>
                            <a:gd name="csX325" fmla="*/ 2712212 w 4164329"/>
                            <a:gd name="csY325" fmla="*/ 1382649 h 1448307"/>
                            <a:gd name="csX326" fmla="*/ 2720594 w 4164329"/>
                            <a:gd name="csY326" fmla="*/ 1380363 h 1448307"/>
                            <a:gd name="csX327" fmla="*/ 2728849 w 4164329"/>
                            <a:gd name="csY327" fmla="*/ 1377950 h 1448307"/>
                            <a:gd name="csX328" fmla="*/ 2737231 w 4164329"/>
                            <a:gd name="csY328" fmla="*/ 1375537 h 1448307"/>
                            <a:gd name="csX329" fmla="*/ 2745613 w 4164329"/>
                            <a:gd name="csY329" fmla="*/ 1372997 h 1448307"/>
                            <a:gd name="csX330" fmla="*/ 2753995 w 4164329"/>
                            <a:gd name="csY330" fmla="*/ 1370457 h 1448307"/>
                            <a:gd name="csX331" fmla="*/ 2762250 w 4164329"/>
                            <a:gd name="csY331" fmla="*/ 1367790 h 1448307"/>
                            <a:gd name="csX332" fmla="*/ 2770632 w 4164329"/>
                            <a:gd name="csY332" fmla="*/ 1365123 h 1448307"/>
                            <a:gd name="csX333" fmla="*/ 2779014 w 4164329"/>
                            <a:gd name="csY333" fmla="*/ 1362202 h 1448307"/>
                            <a:gd name="csX334" fmla="*/ 2787269 w 4164329"/>
                            <a:gd name="csY334" fmla="*/ 1359281 h 1448307"/>
                            <a:gd name="csX335" fmla="*/ 2795651 w 4164329"/>
                            <a:gd name="csY335" fmla="*/ 1356360 h 1448307"/>
                            <a:gd name="csX336" fmla="*/ 2804033 w 4164329"/>
                            <a:gd name="csY336" fmla="*/ 1353185 h 1448307"/>
                            <a:gd name="csX337" fmla="*/ 2812415 w 4164329"/>
                            <a:gd name="csY337" fmla="*/ 1350010 h 1448307"/>
                            <a:gd name="csX338" fmla="*/ 2820670 w 4164329"/>
                            <a:gd name="csY338" fmla="*/ 1346835 h 1448307"/>
                            <a:gd name="csX339" fmla="*/ 2829052 w 4164329"/>
                            <a:gd name="csY339" fmla="*/ 1343406 h 1448307"/>
                            <a:gd name="csX340" fmla="*/ 2837434 w 4164329"/>
                            <a:gd name="csY340" fmla="*/ 1339977 h 1448307"/>
                            <a:gd name="csX341" fmla="*/ 2845689 w 4164329"/>
                            <a:gd name="csY341" fmla="*/ 1336421 h 1448307"/>
                            <a:gd name="csX342" fmla="*/ 2854071 w 4164329"/>
                            <a:gd name="csY342" fmla="*/ 1332738 h 1448307"/>
                            <a:gd name="csX343" fmla="*/ 2862453 w 4164329"/>
                            <a:gd name="csY343" fmla="*/ 1328928 h 1448307"/>
                            <a:gd name="csX344" fmla="*/ 2870835 w 4164329"/>
                            <a:gd name="csY344" fmla="*/ 1324991 h 1448307"/>
                            <a:gd name="csX345" fmla="*/ 2879090 w 4164329"/>
                            <a:gd name="csY345" fmla="*/ 1321054 h 1448307"/>
                            <a:gd name="csX346" fmla="*/ 2887472 w 4164329"/>
                            <a:gd name="csY346" fmla="*/ 1316990 h 1448307"/>
                            <a:gd name="csX347" fmla="*/ 2895854 w 4164329"/>
                            <a:gd name="csY347" fmla="*/ 1312672 h 1448307"/>
                            <a:gd name="csX348" fmla="*/ 2904109 w 4164329"/>
                            <a:gd name="csY348" fmla="*/ 1308354 h 1448307"/>
                            <a:gd name="csX349" fmla="*/ 2912491 w 4164329"/>
                            <a:gd name="csY349" fmla="*/ 1303909 h 1448307"/>
                            <a:gd name="csX350" fmla="*/ 2920873 w 4164329"/>
                            <a:gd name="csY350" fmla="*/ 1299337 h 1448307"/>
                            <a:gd name="csX351" fmla="*/ 2929128 w 4164329"/>
                            <a:gd name="csY351" fmla="*/ 1294638 h 1448307"/>
                            <a:gd name="csX352" fmla="*/ 2937510 w 4164329"/>
                            <a:gd name="csY352" fmla="*/ 1289812 h 1448307"/>
                            <a:gd name="csX353" fmla="*/ 2945892 w 4164329"/>
                            <a:gd name="csY353" fmla="*/ 1284859 h 1448307"/>
                            <a:gd name="csX354" fmla="*/ 2954274 w 4164329"/>
                            <a:gd name="csY354" fmla="*/ 1279779 h 1448307"/>
                            <a:gd name="csX355" fmla="*/ 2962529 w 4164329"/>
                            <a:gd name="csY355" fmla="*/ 1274445 h 1448307"/>
                            <a:gd name="csX356" fmla="*/ 2970911 w 4164329"/>
                            <a:gd name="csY356" fmla="*/ 1269111 h 1448307"/>
                            <a:gd name="csX357" fmla="*/ 2979293 w 4164329"/>
                            <a:gd name="csY357" fmla="*/ 1263650 h 1448307"/>
                            <a:gd name="csX358" fmla="*/ 2987548 w 4164329"/>
                            <a:gd name="csY358" fmla="*/ 1257935 h 1448307"/>
                            <a:gd name="csX359" fmla="*/ 2995930 w 4164329"/>
                            <a:gd name="csY359" fmla="*/ 1252220 h 1448307"/>
                            <a:gd name="csX360" fmla="*/ 3004312 w 4164329"/>
                            <a:gd name="csY360" fmla="*/ 1246251 h 1448307"/>
                            <a:gd name="csX361" fmla="*/ 3012694 w 4164329"/>
                            <a:gd name="csY361" fmla="*/ 1240155 h 1448307"/>
                            <a:gd name="csX362" fmla="*/ 3020949 w 4164329"/>
                            <a:gd name="csY362" fmla="*/ 1233932 h 1448307"/>
                            <a:gd name="csX363" fmla="*/ 3029331 w 4164329"/>
                            <a:gd name="csY363" fmla="*/ 1227582 h 1448307"/>
                            <a:gd name="csX364" fmla="*/ 3037713 w 4164329"/>
                            <a:gd name="csY364" fmla="*/ 1221105 h 1448307"/>
                            <a:gd name="csX365" fmla="*/ 3045968 w 4164329"/>
                            <a:gd name="csY365" fmla="*/ 1214374 h 1448307"/>
                            <a:gd name="csX366" fmla="*/ 3054350 w 4164329"/>
                            <a:gd name="csY366" fmla="*/ 1207516 h 1448307"/>
                            <a:gd name="csX367" fmla="*/ 3062732 w 4164329"/>
                            <a:gd name="csY367" fmla="*/ 1200531 h 1448307"/>
                            <a:gd name="csX368" fmla="*/ 3071114 w 4164329"/>
                            <a:gd name="csY368" fmla="*/ 1193419 h 1448307"/>
                            <a:gd name="csX369" fmla="*/ 3079369 w 4164329"/>
                            <a:gd name="csY369" fmla="*/ 1186053 h 1448307"/>
                            <a:gd name="csX370" fmla="*/ 3087751 w 4164329"/>
                            <a:gd name="csY370" fmla="*/ 1178560 h 1448307"/>
                            <a:gd name="csX371" fmla="*/ 3096133 w 4164329"/>
                            <a:gd name="csY371" fmla="*/ 1170940 h 1448307"/>
                            <a:gd name="csX372" fmla="*/ 3104388 w 4164329"/>
                            <a:gd name="csY372" fmla="*/ 1163193 h 1448307"/>
                            <a:gd name="csX373" fmla="*/ 3112770 w 4164329"/>
                            <a:gd name="csY373" fmla="*/ 1155192 h 1448307"/>
                            <a:gd name="csX374" fmla="*/ 3121152 w 4164329"/>
                            <a:gd name="csY374" fmla="*/ 1147064 h 1448307"/>
                            <a:gd name="csX375" fmla="*/ 3129534 w 4164329"/>
                            <a:gd name="csY375" fmla="*/ 1138809 h 1448307"/>
                            <a:gd name="csX376" fmla="*/ 3137789 w 4164329"/>
                            <a:gd name="csY376" fmla="*/ 1130300 h 1448307"/>
                            <a:gd name="csX377" fmla="*/ 3146171 w 4164329"/>
                            <a:gd name="csY377" fmla="*/ 1121664 h 1448307"/>
                            <a:gd name="csX378" fmla="*/ 3154553 w 4164329"/>
                            <a:gd name="csY378" fmla="*/ 1112901 h 1448307"/>
                            <a:gd name="csX379" fmla="*/ 3162808 w 4164329"/>
                            <a:gd name="csY379" fmla="*/ 1103884 h 1448307"/>
                            <a:gd name="csX380" fmla="*/ 3171190 w 4164329"/>
                            <a:gd name="csY380" fmla="*/ 1094740 h 1448307"/>
                            <a:gd name="csX381" fmla="*/ 3179572 w 4164329"/>
                            <a:gd name="csY381" fmla="*/ 1085469 h 1448307"/>
                            <a:gd name="csX382" fmla="*/ 3187954 w 4164329"/>
                            <a:gd name="csY382" fmla="*/ 1076071 h 1448307"/>
                            <a:gd name="csX383" fmla="*/ 3196209 w 4164329"/>
                            <a:gd name="csY383" fmla="*/ 1066419 h 1448307"/>
                            <a:gd name="csX384" fmla="*/ 3204591 w 4164329"/>
                            <a:gd name="csY384" fmla="*/ 1056640 h 1448307"/>
                            <a:gd name="csX385" fmla="*/ 3212973 w 4164329"/>
                            <a:gd name="csY385" fmla="*/ 1046734 h 1448307"/>
                            <a:gd name="csX386" fmla="*/ 3221228 w 4164329"/>
                            <a:gd name="csY386" fmla="*/ 1036574 h 1448307"/>
                            <a:gd name="csX387" fmla="*/ 3229610 w 4164329"/>
                            <a:gd name="csY387" fmla="*/ 1026287 h 1448307"/>
                            <a:gd name="csX388" fmla="*/ 3237992 w 4164329"/>
                            <a:gd name="csY388" fmla="*/ 1016000 h 1448307"/>
                            <a:gd name="csX389" fmla="*/ 3246374 w 4164329"/>
                            <a:gd name="csY389" fmla="*/ 1005332 h 1448307"/>
                            <a:gd name="csX390" fmla="*/ 3254629 w 4164329"/>
                            <a:gd name="csY390" fmla="*/ 994664 h 1448307"/>
                            <a:gd name="csX391" fmla="*/ 3263011 w 4164329"/>
                            <a:gd name="csY391" fmla="*/ 983869 h 1448307"/>
                            <a:gd name="csX392" fmla="*/ 3271393 w 4164329"/>
                            <a:gd name="csY392" fmla="*/ 972820 h 1448307"/>
                            <a:gd name="csX393" fmla="*/ 3279648 w 4164329"/>
                            <a:gd name="csY393" fmla="*/ 961644 h 1448307"/>
                            <a:gd name="csX394" fmla="*/ 3288030 w 4164329"/>
                            <a:gd name="csY394" fmla="*/ 950468 h 1448307"/>
                            <a:gd name="csX395" fmla="*/ 3296412 w 4164329"/>
                            <a:gd name="csY395" fmla="*/ 939038 h 1448307"/>
                            <a:gd name="csX396" fmla="*/ 3304667 w 4164329"/>
                            <a:gd name="csY396" fmla="*/ 927481 h 1448307"/>
                            <a:gd name="csX397" fmla="*/ 3313049 w 4164329"/>
                            <a:gd name="csY397" fmla="*/ 915797 h 1448307"/>
                            <a:gd name="csX398" fmla="*/ 3321431 w 4164329"/>
                            <a:gd name="csY398" fmla="*/ 904113 h 1448307"/>
                            <a:gd name="csX399" fmla="*/ 3329813 w 4164329"/>
                            <a:gd name="csY399" fmla="*/ 892175 h 1448307"/>
                            <a:gd name="csX400" fmla="*/ 3338068 w 4164329"/>
                            <a:gd name="csY400" fmla="*/ 880237 h 1448307"/>
                            <a:gd name="csX401" fmla="*/ 3346450 w 4164329"/>
                            <a:gd name="csY401" fmla="*/ 868045 h 1448307"/>
                            <a:gd name="csX402" fmla="*/ 3354832 w 4164329"/>
                            <a:gd name="csY402" fmla="*/ 855853 h 1448307"/>
                            <a:gd name="csX403" fmla="*/ 3363087 w 4164329"/>
                            <a:gd name="csY403" fmla="*/ 843661 h 1448307"/>
                            <a:gd name="csX404" fmla="*/ 3371469 w 4164329"/>
                            <a:gd name="csY404" fmla="*/ 831215 h 1448307"/>
                            <a:gd name="csX405" fmla="*/ 3379851 w 4164329"/>
                            <a:gd name="csY405" fmla="*/ 818769 h 1448307"/>
                            <a:gd name="csX406" fmla="*/ 3388233 w 4164329"/>
                            <a:gd name="csY406" fmla="*/ 806323 h 1448307"/>
                            <a:gd name="csX407" fmla="*/ 3396488 w 4164329"/>
                            <a:gd name="csY407" fmla="*/ 793623 h 1448307"/>
                            <a:gd name="csX408" fmla="*/ 3404870 w 4164329"/>
                            <a:gd name="csY408" fmla="*/ 781050 h 1448307"/>
                            <a:gd name="csX409" fmla="*/ 3413252 w 4164329"/>
                            <a:gd name="csY409" fmla="*/ 768350 h 1448307"/>
                            <a:gd name="csX410" fmla="*/ 3421507 w 4164329"/>
                            <a:gd name="csY410" fmla="*/ 755523 h 1448307"/>
                            <a:gd name="csX411" fmla="*/ 3429889 w 4164329"/>
                            <a:gd name="csY411" fmla="*/ 742823 h 1448307"/>
                            <a:gd name="csX412" fmla="*/ 3438271 w 4164329"/>
                            <a:gd name="csY412" fmla="*/ 729996 h 1448307"/>
                            <a:gd name="csX413" fmla="*/ 3446653 w 4164329"/>
                            <a:gd name="csY413" fmla="*/ 717042 h 1448307"/>
                            <a:gd name="csX414" fmla="*/ 3454908 w 4164329"/>
                            <a:gd name="csY414" fmla="*/ 704215 h 1448307"/>
                            <a:gd name="csX415" fmla="*/ 3463290 w 4164329"/>
                            <a:gd name="csY415" fmla="*/ 691261 h 1448307"/>
                            <a:gd name="csX416" fmla="*/ 3471672 w 4164329"/>
                            <a:gd name="csY416" fmla="*/ 678434 h 1448307"/>
                            <a:gd name="csX417" fmla="*/ 3479927 w 4164329"/>
                            <a:gd name="csY417" fmla="*/ 665480 h 1448307"/>
                            <a:gd name="csX418" fmla="*/ 3488309 w 4164329"/>
                            <a:gd name="csY418" fmla="*/ 652653 h 1448307"/>
                            <a:gd name="csX419" fmla="*/ 3496691 w 4164329"/>
                            <a:gd name="csY419" fmla="*/ 639826 h 1448307"/>
                            <a:gd name="csX420" fmla="*/ 3505073 w 4164329"/>
                            <a:gd name="csY420" fmla="*/ 626872 h 1448307"/>
                            <a:gd name="csX421" fmla="*/ 3513328 w 4164329"/>
                            <a:gd name="csY421" fmla="*/ 614172 h 1448307"/>
                            <a:gd name="csX422" fmla="*/ 3521710 w 4164329"/>
                            <a:gd name="csY422" fmla="*/ 601345 h 1448307"/>
                            <a:gd name="csX423" fmla="*/ 3530092 w 4164329"/>
                            <a:gd name="csY423" fmla="*/ 588645 h 1448307"/>
                            <a:gd name="csX424" fmla="*/ 3538347 w 4164329"/>
                            <a:gd name="csY424" fmla="*/ 575945 h 1448307"/>
                            <a:gd name="csX425" fmla="*/ 3546729 w 4164329"/>
                            <a:gd name="csY425" fmla="*/ 563372 h 1448307"/>
                            <a:gd name="csX426" fmla="*/ 3555111 w 4164329"/>
                            <a:gd name="csY426" fmla="*/ 550799 h 1448307"/>
                            <a:gd name="csX427" fmla="*/ 3563493 w 4164329"/>
                            <a:gd name="csY427" fmla="*/ 538226 h 1448307"/>
                            <a:gd name="csX428" fmla="*/ 3571748 w 4164329"/>
                            <a:gd name="csY428" fmla="*/ 525907 h 1448307"/>
                            <a:gd name="csX429" fmla="*/ 3580130 w 4164329"/>
                            <a:gd name="csY429" fmla="*/ 513588 h 1448307"/>
                            <a:gd name="csX430" fmla="*/ 3588512 w 4164329"/>
                            <a:gd name="csY430" fmla="*/ 501269 h 1448307"/>
                            <a:gd name="csX431" fmla="*/ 3596767 w 4164329"/>
                            <a:gd name="csY431" fmla="*/ 489204 h 1448307"/>
                            <a:gd name="csX432" fmla="*/ 3605149 w 4164329"/>
                            <a:gd name="csY432" fmla="*/ 477139 h 1448307"/>
                            <a:gd name="csX433" fmla="*/ 3613531 w 4164329"/>
                            <a:gd name="csY433" fmla="*/ 465201 h 1448307"/>
                            <a:gd name="csX434" fmla="*/ 3621786 w 4164329"/>
                            <a:gd name="csY434" fmla="*/ 453390 h 1448307"/>
                            <a:gd name="csX435" fmla="*/ 3630168 w 4164329"/>
                            <a:gd name="csY435" fmla="*/ 441706 h 1448307"/>
                            <a:gd name="csX436" fmla="*/ 3638550 w 4164329"/>
                            <a:gd name="csY436" fmla="*/ 430022 h 1448307"/>
                            <a:gd name="csX437" fmla="*/ 3646932 w 4164329"/>
                            <a:gd name="csY437" fmla="*/ 418592 h 1448307"/>
                            <a:gd name="csX438" fmla="*/ 3655187 w 4164329"/>
                            <a:gd name="csY438" fmla="*/ 407289 h 1448307"/>
                            <a:gd name="csX439" fmla="*/ 3663569 w 4164329"/>
                            <a:gd name="csY439" fmla="*/ 396113 h 1448307"/>
                            <a:gd name="csX440" fmla="*/ 3671951 w 4164329"/>
                            <a:gd name="csY440" fmla="*/ 385064 h 1448307"/>
                            <a:gd name="csX441" fmla="*/ 3680206 w 4164329"/>
                            <a:gd name="csY441" fmla="*/ 374142 h 1448307"/>
                            <a:gd name="csX442" fmla="*/ 3688588 w 4164329"/>
                            <a:gd name="csY442" fmla="*/ 363347 h 1448307"/>
                            <a:gd name="csX443" fmla="*/ 3696970 w 4164329"/>
                            <a:gd name="csY443" fmla="*/ 352679 h 1448307"/>
                            <a:gd name="csX444" fmla="*/ 3705352 w 4164329"/>
                            <a:gd name="csY444" fmla="*/ 342265 h 1448307"/>
                            <a:gd name="csX445" fmla="*/ 3713607 w 4164329"/>
                            <a:gd name="csY445" fmla="*/ 331978 h 1448307"/>
                            <a:gd name="csX446" fmla="*/ 3721989 w 4164329"/>
                            <a:gd name="csY446" fmla="*/ 321818 h 1448307"/>
                            <a:gd name="csX447" fmla="*/ 3730371 w 4164329"/>
                            <a:gd name="csY447" fmla="*/ 311785 h 1448307"/>
                            <a:gd name="csX448" fmla="*/ 3738626 w 4164329"/>
                            <a:gd name="csY448" fmla="*/ 301879 h 1448307"/>
                            <a:gd name="csX449" fmla="*/ 3747008 w 4164329"/>
                            <a:gd name="csY449" fmla="*/ 292227 h 1448307"/>
                            <a:gd name="csX450" fmla="*/ 3755390 w 4164329"/>
                            <a:gd name="csY450" fmla="*/ 282702 h 1448307"/>
                            <a:gd name="csX451" fmla="*/ 3763772 w 4164329"/>
                            <a:gd name="csY451" fmla="*/ 273304 h 1448307"/>
                            <a:gd name="csX452" fmla="*/ 3772027 w 4164329"/>
                            <a:gd name="csY452" fmla="*/ 264160 h 1448307"/>
                            <a:gd name="csX453" fmla="*/ 3780409 w 4164329"/>
                            <a:gd name="csY453" fmla="*/ 255143 h 1448307"/>
                            <a:gd name="csX454" fmla="*/ 3788791 w 4164329"/>
                            <a:gd name="csY454" fmla="*/ 246253 h 1448307"/>
                            <a:gd name="csX455" fmla="*/ 3797046 w 4164329"/>
                            <a:gd name="csY455" fmla="*/ 237490 h 1448307"/>
                            <a:gd name="csX456" fmla="*/ 3805428 w 4164329"/>
                            <a:gd name="csY456" fmla="*/ 228981 h 1448307"/>
                            <a:gd name="csX457" fmla="*/ 3813810 w 4164329"/>
                            <a:gd name="csY457" fmla="*/ 220599 h 1448307"/>
                            <a:gd name="csX458" fmla="*/ 3822192 w 4164329"/>
                            <a:gd name="csY458" fmla="*/ 212471 h 1448307"/>
                            <a:gd name="csX459" fmla="*/ 3830447 w 4164329"/>
                            <a:gd name="csY459" fmla="*/ 204343 h 1448307"/>
                            <a:gd name="csX460" fmla="*/ 3838829 w 4164329"/>
                            <a:gd name="csY460" fmla="*/ 196469 h 1448307"/>
                            <a:gd name="csX461" fmla="*/ 3847211 w 4164329"/>
                            <a:gd name="csY461" fmla="*/ 188722 h 1448307"/>
                            <a:gd name="csX462" fmla="*/ 3855466 w 4164329"/>
                            <a:gd name="csY462" fmla="*/ 181229 h 1448307"/>
                            <a:gd name="csX463" fmla="*/ 3863848 w 4164329"/>
                            <a:gd name="csY463" fmla="*/ 173863 h 1448307"/>
                            <a:gd name="csX464" fmla="*/ 3872230 w 4164329"/>
                            <a:gd name="csY464" fmla="*/ 166624 h 1448307"/>
                            <a:gd name="csX465" fmla="*/ 3880612 w 4164329"/>
                            <a:gd name="csY465" fmla="*/ 159512 h 1448307"/>
                            <a:gd name="csX466" fmla="*/ 3888867 w 4164329"/>
                            <a:gd name="csY466" fmla="*/ 152654 h 1448307"/>
                            <a:gd name="csX467" fmla="*/ 3897249 w 4164329"/>
                            <a:gd name="csY467" fmla="*/ 145923 h 1448307"/>
                            <a:gd name="csX468" fmla="*/ 3905631 w 4164329"/>
                            <a:gd name="csY468" fmla="*/ 139319 h 1448307"/>
                            <a:gd name="csX469" fmla="*/ 3913886 w 4164329"/>
                            <a:gd name="csY469" fmla="*/ 132842 h 1448307"/>
                            <a:gd name="csX470" fmla="*/ 3922268 w 4164329"/>
                            <a:gd name="csY470" fmla="*/ 126492 h 1448307"/>
                            <a:gd name="csX471" fmla="*/ 3930650 w 4164329"/>
                            <a:gd name="csY471" fmla="*/ 120396 h 1448307"/>
                            <a:gd name="csX472" fmla="*/ 3938905 w 4164329"/>
                            <a:gd name="csY472" fmla="*/ 114427 h 1448307"/>
                            <a:gd name="csX473" fmla="*/ 3947287 w 4164329"/>
                            <a:gd name="csY473" fmla="*/ 108585 h 1448307"/>
                            <a:gd name="csX474" fmla="*/ 3955669 w 4164329"/>
                            <a:gd name="csY474" fmla="*/ 102870 h 1448307"/>
                            <a:gd name="csX475" fmla="*/ 3964051 w 4164329"/>
                            <a:gd name="csY475" fmla="*/ 97282 h 1448307"/>
                            <a:gd name="csX476" fmla="*/ 3972306 w 4164329"/>
                            <a:gd name="csY476" fmla="*/ 91821 h 1448307"/>
                            <a:gd name="csX477" fmla="*/ 3980688 w 4164329"/>
                            <a:gd name="csY477" fmla="*/ 86487 h 1448307"/>
                            <a:gd name="csX478" fmla="*/ 3989070 w 4164329"/>
                            <a:gd name="csY478" fmla="*/ 81407 h 1448307"/>
                            <a:gd name="csX479" fmla="*/ 3997325 w 4164329"/>
                            <a:gd name="csY479" fmla="*/ 76327 h 1448307"/>
                            <a:gd name="csX480" fmla="*/ 4005707 w 4164329"/>
                            <a:gd name="csY480" fmla="*/ 71501 h 1448307"/>
                            <a:gd name="csX481" fmla="*/ 4014089 w 4164329"/>
                            <a:gd name="csY481" fmla="*/ 66675 h 1448307"/>
                            <a:gd name="csX482" fmla="*/ 4022471 w 4164329"/>
                            <a:gd name="csY482" fmla="*/ 62103 h 1448307"/>
                            <a:gd name="csX483" fmla="*/ 4030726 w 4164329"/>
                            <a:gd name="csY483" fmla="*/ 57531 h 1448307"/>
                            <a:gd name="csX484" fmla="*/ 4039108 w 4164329"/>
                            <a:gd name="csY484" fmla="*/ 53086 h 1448307"/>
                            <a:gd name="csX485" fmla="*/ 4047490 w 4164329"/>
                            <a:gd name="csY485" fmla="*/ 48895 h 1448307"/>
                            <a:gd name="csX486" fmla="*/ 4055745 w 4164329"/>
                            <a:gd name="csY486" fmla="*/ 44704 h 1448307"/>
                            <a:gd name="csX487" fmla="*/ 4064127 w 4164329"/>
                            <a:gd name="csY487" fmla="*/ 40640 h 1448307"/>
                            <a:gd name="csX488" fmla="*/ 4072509 w 4164329"/>
                            <a:gd name="csY488" fmla="*/ 36703 h 1448307"/>
                            <a:gd name="csX489" fmla="*/ 4080891 w 4164329"/>
                            <a:gd name="csY489" fmla="*/ 32893 h 1448307"/>
                            <a:gd name="csX490" fmla="*/ 4089146 w 4164329"/>
                            <a:gd name="csY490" fmla="*/ 29083 h 1448307"/>
                            <a:gd name="csX491" fmla="*/ 4097528 w 4164329"/>
                            <a:gd name="csY491" fmla="*/ 25527 h 1448307"/>
                            <a:gd name="csX492" fmla="*/ 4105910 w 4164329"/>
                            <a:gd name="csY492" fmla="*/ 21971 h 1448307"/>
                            <a:gd name="csX493" fmla="*/ 4114165 w 4164329"/>
                            <a:gd name="csY493" fmla="*/ 18542 h 1448307"/>
                            <a:gd name="csX494" fmla="*/ 4122547 w 4164329"/>
                            <a:gd name="csY494" fmla="*/ 15240 h 1448307"/>
                            <a:gd name="csX495" fmla="*/ 4130929 w 4164329"/>
                            <a:gd name="csY495" fmla="*/ 11938 h 1448307"/>
                            <a:gd name="csX496" fmla="*/ 4139311 w 4164329"/>
                            <a:gd name="csY496" fmla="*/ 8890 h 1448307"/>
                            <a:gd name="csX497" fmla="*/ 4147566 w 4164329"/>
                            <a:gd name="csY497" fmla="*/ 5842 h 1448307"/>
                            <a:gd name="csX498" fmla="*/ 4155948 w 4164329"/>
                            <a:gd name="csY498" fmla="*/ 2794 h 1448307"/>
                            <a:gd name="csX499" fmla="*/ 4164330 w 4164329"/>
                            <a:gd name="csY499" fmla="*/ 0 h 1448307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448307">
                              <a:moveTo>
                                <a:pt x="0" y="1448308"/>
                              </a:moveTo>
                              <a:lnTo>
                                <a:pt x="8382" y="1448308"/>
                              </a:lnTo>
                              <a:lnTo>
                                <a:pt x="16637" y="1448308"/>
                              </a:lnTo>
                              <a:lnTo>
                                <a:pt x="25019" y="1448308"/>
                              </a:lnTo>
                              <a:lnTo>
                                <a:pt x="33401" y="1448308"/>
                              </a:lnTo>
                              <a:lnTo>
                                <a:pt x="41783" y="1448308"/>
                              </a:lnTo>
                              <a:lnTo>
                                <a:pt x="50038" y="1448308"/>
                              </a:lnTo>
                              <a:lnTo>
                                <a:pt x="58420" y="1448308"/>
                              </a:lnTo>
                              <a:lnTo>
                                <a:pt x="66802" y="1448308"/>
                              </a:lnTo>
                              <a:lnTo>
                                <a:pt x="75057" y="1448308"/>
                              </a:lnTo>
                              <a:lnTo>
                                <a:pt x="83439" y="1448308"/>
                              </a:lnTo>
                              <a:lnTo>
                                <a:pt x="91821" y="1448308"/>
                              </a:lnTo>
                              <a:lnTo>
                                <a:pt x="100203" y="1448308"/>
                              </a:lnTo>
                              <a:lnTo>
                                <a:pt x="108458" y="1448308"/>
                              </a:lnTo>
                              <a:lnTo>
                                <a:pt x="116840" y="1448308"/>
                              </a:lnTo>
                              <a:lnTo>
                                <a:pt x="125222" y="1448308"/>
                              </a:lnTo>
                              <a:lnTo>
                                <a:pt x="133477" y="1448308"/>
                              </a:lnTo>
                              <a:lnTo>
                                <a:pt x="141859" y="1448308"/>
                              </a:lnTo>
                              <a:lnTo>
                                <a:pt x="150241" y="1448308"/>
                              </a:lnTo>
                              <a:lnTo>
                                <a:pt x="158623" y="1448308"/>
                              </a:lnTo>
                              <a:lnTo>
                                <a:pt x="166878" y="1448308"/>
                              </a:lnTo>
                              <a:lnTo>
                                <a:pt x="175260" y="1448308"/>
                              </a:lnTo>
                              <a:lnTo>
                                <a:pt x="183642" y="1448308"/>
                              </a:lnTo>
                              <a:lnTo>
                                <a:pt x="191897" y="1448308"/>
                              </a:lnTo>
                              <a:lnTo>
                                <a:pt x="200279" y="1448308"/>
                              </a:lnTo>
                              <a:lnTo>
                                <a:pt x="208661" y="1448308"/>
                              </a:lnTo>
                              <a:lnTo>
                                <a:pt x="217043" y="1448308"/>
                              </a:lnTo>
                              <a:lnTo>
                                <a:pt x="225298" y="1448308"/>
                              </a:lnTo>
                              <a:lnTo>
                                <a:pt x="233680" y="1448308"/>
                              </a:lnTo>
                              <a:lnTo>
                                <a:pt x="242062" y="1448308"/>
                              </a:lnTo>
                              <a:lnTo>
                                <a:pt x="250317" y="1448308"/>
                              </a:lnTo>
                              <a:lnTo>
                                <a:pt x="258699" y="1448308"/>
                              </a:lnTo>
                              <a:lnTo>
                                <a:pt x="267081" y="1448308"/>
                              </a:lnTo>
                              <a:lnTo>
                                <a:pt x="275463" y="1448308"/>
                              </a:lnTo>
                              <a:lnTo>
                                <a:pt x="283718" y="1448308"/>
                              </a:lnTo>
                              <a:lnTo>
                                <a:pt x="292100" y="1448308"/>
                              </a:lnTo>
                              <a:lnTo>
                                <a:pt x="300482" y="1448308"/>
                              </a:lnTo>
                              <a:lnTo>
                                <a:pt x="308737" y="1448308"/>
                              </a:lnTo>
                              <a:lnTo>
                                <a:pt x="317119" y="1448308"/>
                              </a:lnTo>
                              <a:lnTo>
                                <a:pt x="325501" y="1448308"/>
                              </a:lnTo>
                              <a:lnTo>
                                <a:pt x="333756" y="1448308"/>
                              </a:lnTo>
                              <a:lnTo>
                                <a:pt x="342138" y="1448308"/>
                              </a:lnTo>
                              <a:lnTo>
                                <a:pt x="350520" y="1448308"/>
                              </a:lnTo>
                              <a:lnTo>
                                <a:pt x="358902" y="1448308"/>
                              </a:lnTo>
                              <a:lnTo>
                                <a:pt x="367157" y="1448308"/>
                              </a:lnTo>
                              <a:lnTo>
                                <a:pt x="375539" y="1448308"/>
                              </a:lnTo>
                              <a:lnTo>
                                <a:pt x="383921" y="1448308"/>
                              </a:lnTo>
                              <a:lnTo>
                                <a:pt x="392176" y="1448308"/>
                              </a:lnTo>
                              <a:lnTo>
                                <a:pt x="400558" y="1448308"/>
                              </a:lnTo>
                              <a:lnTo>
                                <a:pt x="408940" y="1448308"/>
                              </a:lnTo>
                              <a:lnTo>
                                <a:pt x="417322" y="1448308"/>
                              </a:lnTo>
                              <a:lnTo>
                                <a:pt x="425577" y="1448308"/>
                              </a:lnTo>
                              <a:lnTo>
                                <a:pt x="433959" y="1448308"/>
                              </a:lnTo>
                              <a:lnTo>
                                <a:pt x="442341" y="1448308"/>
                              </a:lnTo>
                              <a:lnTo>
                                <a:pt x="450596" y="1448308"/>
                              </a:lnTo>
                              <a:lnTo>
                                <a:pt x="458978" y="1448308"/>
                              </a:lnTo>
                              <a:lnTo>
                                <a:pt x="467360" y="1448308"/>
                              </a:lnTo>
                              <a:lnTo>
                                <a:pt x="475742" y="1448308"/>
                              </a:lnTo>
                              <a:lnTo>
                                <a:pt x="483997" y="1448308"/>
                              </a:lnTo>
                              <a:lnTo>
                                <a:pt x="492379" y="1448308"/>
                              </a:lnTo>
                              <a:lnTo>
                                <a:pt x="500761" y="1448308"/>
                              </a:lnTo>
                              <a:lnTo>
                                <a:pt x="509016" y="1448308"/>
                              </a:lnTo>
                              <a:lnTo>
                                <a:pt x="517398" y="1448308"/>
                              </a:lnTo>
                              <a:lnTo>
                                <a:pt x="525780" y="1448308"/>
                              </a:lnTo>
                              <a:lnTo>
                                <a:pt x="534162" y="1448308"/>
                              </a:lnTo>
                              <a:lnTo>
                                <a:pt x="542417" y="1448308"/>
                              </a:lnTo>
                              <a:lnTo>
                                <a:pt x="550799" y="1448308"/>
                              </a:lnTo>
                              <a:lnTo>
                                <a:pt x="559181" y="1448308"/>
                              </a:lnTo>
                              <a:lnTo>
                                <a:pt x="567436" y="1448308"/>
                              </a:lnTo>
                              <a:lnTo>
                                <a:pt x="575818" y="1448308"/>
                              </a:lnTo>
                              <a:lnTo>
                                <a:pt x="584200" y="1448308"/>
                              </a:lnTo>
                              <a:lnTo>
                                <a:pt x="592582" y="1448308"/>
                              </a:lnTo>
                              <a:lnTo>
                                <a:pt x="600837" y="1448308"/>
                              </a:lnTo>
                              <a:lnTo>
                                <a:pt x="609219" y="1448308"/>
                              </a:lnTo>
                              <a:lnTo>
                                <a:pt x="617601" y="1448308"/>
                              </a:lnTo>
                              <a:lnTo>
                                <a:pt x="625856" y="1448308"/>
                              </a:lnTo>
                              <a:lnTo>
                                <a:pt x="634238" y="1448308"/>
                              </a:lnTo>
                              <a:lnTo>
                                <a:pt x="642620" y="1448308"/>
                              </a:lnTo>
                              <a:lnTo>
                                <a:pt x="651002" y="1448308"/>
                              </a:lnTo>
                              <a:lnTo>
                                <a:pt x="659257" y="1448308"/>
                              </a:lnTo>
                              <a:lnTo>
                                <a:pt x="667639" y="1448308"/>
                              </a:lnTo>
                              <a:lnTo>
                                <a:pt x="676021" y="1448308"/>
                              </a:lnTo>
                              <a:lnTo>
                                <a:pt x="684276" y="1448308"/>
                              </a:lnTo>
                              <a:lnTo>
                                <a:pt x="692658" y="1448308"/>
                              </a:lnTo>
                              <a:lnTo>
                                <a:pt x="701040" y="1448308"/>
                              </a:lnTo>
                              <a:lnTo>
                                <a:pt x="709295" y="1448308"/>
                              </a:lnTo>
                              <a:lnTo>
                                <a:pt x="717677" y="1448308"/>
                              </a:lnTo>
                              <a:lnTo>
                                <a:pt x="726059" y="1448308"/>
                              </a:lnTo>
                              <a:lnTo>
                                <a:pt x="734441" y="1448308"/>
                              </a:lnTo>
                              <a:lnTo>
                                <a:pt x="742696" y="1448308"/>
                              </a:lnTo>
                              <a:lnTo>
                                <a:pt x="751078" y="1448308"/>
                              </a:lnTo>
                              <a:lnTo>
                                <a:pt x="759460" y="1448308"/>
                              </a:lnTo>
                              <a:lnTo>
                                <a:pt x="767715" y="1448308"/>
                              </a:lnTo>
                              <a:lnTo>
                                <a:pt x="776097" y="1448308"/>
                              </a:lnTo>
                              <a:lnTo>
                                <a:pt x="784479" y="1448308"/>
                              </a:lnTo>
                              <a:lnTo>
                                <a:pt x="792861" y="1448308"/>
                              </a:lnTo>
                              <a:lnTo>
                                <a:pt x="801116" y="1448308"/>
                              </a:lnTo>
                              <a:lnTo>
                                <a:pt x="809498" y="1448308"/>
                              </a:lnTo>
                              <a:lnTo>
                                <a:pt x="817880" y="1448308"/>
                              </a:lnTo>
                              <a:lnTo>
                                <a:pt x="826135" y="1448308"/>
                              </a:lnTo>
                              <a:lnTo>
                                <a:pt x="834517" y="1448308"/>
                              </a:lnTo>
                              <a:lnTo>
                                <a:pt x="842899" y="1448308"/>
                              </a:lnTo>
                              <a:lnTo>
                                <a:pt x="851281" y="1448308"/>
                              </a:lnTo>
                              <a:lnTo>
                                <a:pt x="859536" y="1448308"/>
                              </a:lnTo>
                              <a:lnTo>
                                <a:pt x="867918" y="1448308"/>
                              </a:lnTo>
                              <a:lnTo>
                                <a:pt x="876300" y="1448308"/>
                              </a:lnTo>
                              <a:lnTo>
                                <a:pt x="884555" y="1448308"/>
                              </a:lnTo>
                              <a:lnTo>
                                <a:pt x="892937" y="1448308"/>
                              </a:lnTo>
                              <a:lnTo>
                                <a:pt x="901319" y="1448308"/>
                              </a:lnTo>
                              <a:lnTo>
                                <a:pt x="909701" y="1448308"/>
                              </a:lnTo>
                              <a:lnTo>
                                <a:pt x="917956" y="1448308"/>
                              </a:lnTo>
                              <a:lnTo>
                                <a:pt x="926338" y="1448308"/>
                              </a:lnTo>
                              <a:lnTo>
                                <a:pt x="934720" y="1448308"/>
                              </a:lnTo>
                              <a:lnTo>
                                <a:pt x="942975" y="1448308"/>
                              </a:lnTo>
                              <a:lnTo>
                                <a:pt x="951357" y="1448308"/>
                              </a:lnTo>
                              <a:lnTo>
                                <a:pt x="959739" y="1448308"/>
                              </a:lnTo>
                              <a:lnTo>
                                <a:pt x="968121" y="1448308"/>
                              </a:lnTo>
                              <a:lnTo>
                                <a:pt x="976376" y="1448308"/>
                              </a:lnTo>
                              <a:lnTo>
                                <a:pt x="984758" y="1448308"/>
                              </a:lnTo>
                              <a:lnTo>
                                <a:pt x="993140" y="1448308"/>
                              </a:lnTo>
                              <a:lnTo>
                                <a:pt x="1001395" y="1448308"/>
                              </a:lnTo>
                              <a:lnTo>
                                <a:pt x="1009777" y="1448308"/>
                              </a:lnTo>
                              <a:lnTo>
                                <a:pt x="1018159" y="1448308"/>
                              </a:lnTo>
                              <a:lnTo>
                                <a:pt x="1026414" y="1448308"/>
                              </a:lnTo>
                              <a:lnTo>
                                <a:pt x="1034796" y="1448308"/>
                              </a:lnTo>
                              <a:lnTo>
                                <a:pt x="1043178" y="1448308"/>
                              </a:lnTo>
                              <a:lnTo>
                                <a:pt x="1051560" y="1448308"/>
                              </a:lnTo>
                              <a:lnTo>
                                <a:pt x="1059815" y="1448308"/>
                              </a:lnTo>
                              <a:lnTo>
                                <a:pt x="1068197" y="1448308"/>
                              </a:lnTo>
                              <a:lnTo>
                                <a:pt x="1076579" y="1448308"/>
                              </a:lnTo>
                              <a:lnTo>
                                <a:pt x="1084834" y="1448308"/>
                              </a:lnTo>
                              <a:lnTo>
                                <a:pt x="1093216" y="1448308"/>
                              </a:lnTo>
                              <a:lnTo>
                                <a:pt x="1101598" y="1448308"/>
                              </a:lnTo>
                              <a:lnTo>
                                <a:pt x="1109980" y="1448308"/>
                              </a:lnTo>
                              <a:lnTo>
                                <a:pt x="1118235" y="1448308"/>
                              </a:lnTo>
                              <a:lnTo>
                                <a:pt x="1126617" y="1448308"/>
                              </a:lnTo>
                              <a:lnTo>
                                <a:pt x="1134999" y="1448308"/>
                              </a:lnTo>
                              <a:lnTo>
                                <a:pt x="1143254" y="1448308"/>
                              </a:lnTo>
                              <a:lnTo>
                                <a:pt x="1151636" y="1448308"/>
                              </a:lnTo>
                              <a:lnTo>
                                <a:pt x="1160018" y="1448308"/>
                              </a:lnTo>
                              <a:lnTo>
                                <a:pt x="1168400" y="1448308"/>
                              </a:lnTo>
                              <a:lnTo>
                                <a:pt x="1176655" y="1448308"/>
                              </a:lnTo>
                              <a:lnTo>
                                <a:pt x="1185037" y="1448308"/>
                              </a:lnTo>
                              <a:lnTo>
                                <a:pt x="1193419" y="1448308"/>
                              </a:lnTo>
                              <a:lnTo>
                                <a:pt x="1201674" y="1448308"/>
                              </a:lnTo>
                              <a:lnTo>
                                <a:pt x="1210056" y="1448308"/>
                              </a:lnTo>
                              <a:lnTo>
                                <a:pt x="1218438" y="1448308"/>
                              </a:lnTo>
                              <a:lnTo>
                                <a:pt x="1226820" y="1448308"/>
                              </a:lnTo>
                              <a:lnTo>
                                <a:pt x="1235075" y="1448308"/>
                              </a:lnTo>
                              <a:lnTo>
                                <a:pt x="1243457" y="1448308"/>
                              </a:lnTo>
                              <a:lnTo>
                                <a:pt x="1251839" y="1448308"/>
                              </a:lnTo>
                              <a:lnTo>
                                <a:pt x="1260094" y="1448308"/>
                              </a:lnTo>
                              <a:lnTo>
                                <a:pt x="1268476" y="1448308"/>
                              </a:lnTo>
                              <a:lnTo>
                                <a:pt x="1276858" y="1448308"/>
                              </a:lnTo>
                              <a:lnTo>
                                <a:pt x="1285240" y="1448308"/>
                              </a:lnTo>
                              <a:lnTo>
                                <a:pt x="1293495" y="1448308"/>
                              </a:lnTo>
                              <a:lnTo>
                                <a:pt x="1301877" y="1448308"/>
                              </a:lnTo>
                              <a:lnTo>
                                <a:pt x="1310259" y="1448308"/>
                              </a:lnTo>
                              <a:lnTo>
                                <a:pt x="1318514" y="1448308"/>
                              </a:lnTo>
                              <a:lnTo>
                                <a:pt x="1326896" y="1448308"/>
                              </a:lnTo>
                              <a:lnTo>
                                <a:pt x="1335278" y="1448308"/>
                              </a:lnTo>
                              <a:lnTo>
                                <a:pt x="1343533" y="1448308"/>
                              </a:lnTo>
                              <a:lnTo>
                                <a:pt x="1351915" y="1448181"/>
                              </a:lnTo>
                              <a:lnTo>
                                <a:pt x="1360297" y="1448181"/>
                              </a:lnTo>
                              <a:lnTo>
                                <a:pt x="1368679" y="1448181"/>
                              </a:lnTo>
                              <a:lnTo>
                                <a:pt x="1376934" y="1448181"/>
                              </a:lnTo>
                              <a:lnTo>
                                <a:pt x="1385316" y="1448181"/>
                              </a:lnTo>
                              <a:lnTo>
                                <a:pt x="1393698" y="1448181"/>
                              </a:lnTo>
                              <a:lnTo>
                                <a:pt x="1401953" y="1448181"/>
                              </a:lnTo>
                              <a:lnTo>
                                <a:pt x="1410335" y="1448181"/>
                              </a:lnTo>
                              <a:lnTo>
                                <a:pt x="1418717" y="1448181"/>
                              </a:lnTo>
                              <a:lnTo>
                                <a:pt x="1427099" y="1448181"/>
                              </a:lnTo>
                              <a:lnTo>
                                <a:pt x="1435354" y="1448181"/>
                              </a:lnTo>
                              <a:lnTo>
                                <a:pt x="1443736" y="1448181"/>
                              </a:lnTo>
                              <a:lnTo>
                                <a:pt x="1452118" y="1448181"/>
                              </a:lnTo>
                              <a:lnTo>
                                <a:pt x="1460373" y="1448181"/>
                              </a:lnTo>
                              <a:lnTo>
                                <a:pt x="1468755" y="1448181"/>
                              </a:lnTo>
                              <a:lnTo>
                                <a:pt x="1477137" y="1448181"/>
                              </a:lnTo>
                              <a:lnTo>
                                <a:pt x="1485519" y="1448181"/>
                              </a:lnTo>
                              <a:lnTo>
                                <a:pt x="1493774" y="1448181"/>
                              </a:lnTo>
                              <a:lnTo>
                                <a:pt x="1502156" y="1448181"/>
                              </a:lnTo>
                              <a:lnTo>
                                <a:pt x="1510538" y="1448181"/>
                              </a:lnTo>
                              <a:lnTo>
                                <a:pt x="1518793" y="1448181"/>
                              </a:lnTo>
                              <a:lnTo>
                                <a:pt x="1527175" y="1448181"/>
                              </a:lnTo>
                              <a:lnTo>
                                <a:pt x="1535557" y="1448181"/>
                              </a:lnTo>
                              <a:lnTo>
                                <a:pt x="1543939" y="1448181"/>
                              </a:lnTo>
                              <a:lnTo>
                                <a:pt x="1552194" y="1448181"/>
                              </a:lnTo>
                              <a:lnTo>
                                <a:pt x="1560576" y="1448181"/>
                              </a:lnTo>
                              <a:lnTo>
                                <a:pt x="1568958" y="1448181"/>
                              </a:lnTo>
                              <a:lnTo>
                                <a:pt x="1577213" y="1448181"/>
                              </a:lnTo>
                              <a:lnTo>
                                <a:pt x="1585595" y="1448181"/>
                              </a:lnTo>
                              <a:lnTo>
                                <a:pt x="1593977" y="1448181"/>
                              </a:lnTo>
                              <a:lnTo>
                                <a:pt x="1602359" y="1448181"/>
                              </a:lnTo>
                              <a:lnTo>
                                <a:pt x="1610614" y="1448181"/>
                              </a:lnTo>
                              <a:lnTo>
                                <a:pt x="1618996" y="1448181"/>
                              </a:lnTo>
                              <a:lnTo>
                                <a:pt x="1627378" y="1448181"/>
                              </a:lnTo>
                              <a:lnTo>
                                <a:pt x="1635633" y="1448181"/>
                              </a:lnTo>
                              <a:lnTo>
                                <a:pt x="1644015" y="1448054"/>
                              </a:lnTo>
                              <a:lnTo>
                                <a:pt x="1652397" y="1448054"/>
                              </a:lnTo>
                              <a:lnTo>
                                <a:pt x="1660652" y="1448054"/>
                              </a:lnTo>
                              <a:lnTo>
                                <a:pt x="1669034" y="1448054"/>
                              </a:lnTo>
                              <a:lnTo>
                                <a:pt x="1677416" y="1448054"/>
                              </a:lnTo>
                              <a:lnTo>
                                <a:pt x="1685798" y="1448054"/>
                              </a:lnTo>
                              <a:lnTo>
                                <a:pt x="1694053" y="1448054"/>
                              </a:lnTo>
                              <a:lnTo>
                                <a:pt x="1702435" y="1448054"/>
                              </a:lnTo>
                              <a:lnTo>
                                <a:pt x="1710817" y="1448054"/>
                              </a:lnTo>
                              <a:lnTo>
                                <a:pt x="1719072" y="1448054"/>
                              </a:lnTo>
                              <a:lnTo>
                                <a:pt x="1727454" y="1447927"/>
                              </a:lnTo>
                              <a:lnTo>
                                <a:pt x="1735836" y="1447927"/>
                              </a:lnTo>
                              <a:lnTo>
                                <a:pt x="1744218" y="1447927"/>
                              </a:lnTo>
                              <a:lnTo>
                                <a:pt x="1752473" y="1447927"/>
                              </a:lnTo>
                              <a:lnTo>
                                <a:pt x="1760855" y="1447927"/>
                              </a:lnTo>
                              <a:lnTo>
                                <a:pt x="1769237" y="1447927"/>
                              </a:lnTo>
                              <a:lnTo>
                                <a:pt x="1777492" y="1447800"/>
                              </a:lnTo>
                              <a:lnTo>
                                <a:pt x="1785874" y="1447800"/>
                              </a:lnTo>
                              <a:lnTo>
                                <a:pt x="1794256" y="1447800"/>
                              </a:lnTo>
                              <a:lnTo>
                                <a:pt x="1802638" y="1447800"/>
                              </a:lnTo>
                              <a:lnTo>
                                <a:pt x="1810893" y="1447800"/>
                              </a:lnTo>
                              <a:lnTo>
                                <a:pt x="1819275" y="1447673"/>
                              </a:lnTo>
                              <a:lnTo>
                                <a:pt x="1827657" y="1447673"/>
                              </a:lnTo>
                              <a:lnTo>
                                <a:pt x="1835912" y="1447673"/>
                              </a:lnTo>
                              <a:lnTo>
                                <a:pt x="1844294" y="1447673"/>
                              </a:lnTo>
                              <a:lnTo>
                                <a:pt x="1852676" y="1447546"/>
                              </a:lnTo>
                              <a:lnTo>
                                <a:pt x="1861058" y="1447546"/>
                              </a:lnTo>
                              <a:lnTo>
                                <a:pt x="1869313" y="1447546"/>
                              </a:lnTo>
                              <a:lnTo>
                                <a:pt x="1877695" y="1447419"/>
                              </a:lnTo>
                              <a:lnTo>
                                <a:pt x="1886077" y="1447419"/>
                              </a:lnTo>
                              <a:lnTo>
                                <a:pt x="1894332" y="1447419"/>
                              </a:lnTo>
                              <a:lnTo>
                                <a:pt x="1902714" y="1447292"/>
                              </a:lnTo>
                              <a:lnTo>
                                <a:pt x="1911096" y="1447292"/>
                              </a:lnTo>
                              <a:lnTo>
                                <a:pt x="1919478" y="1447165"/>
                              </a:lnTo>
                              <a:lnTo>
                                <a:pt x="1927733" y="1447165"/>
                              </a:lnTo>
                              <a:lnTo>
                                <a:pt x="1936115" y="1447038"/>
                              </a:lnTo>
                              <a:lnTo>
                                <a:pt x="1944497" y="1447038"/>
                              </a:lnTo>
                              <a:lnTo>
                                <a:pt x="1952752" y="1446911"/>
                              </a:lnTo>
                              <a:lnTo>
                                <a:pt x="1961134" y="1446911"/>
                              </a:lnTo>
                              <a:lnTo>
                                <a:pt x="1969516" y="1446784"/>
                              </a:lnTo>
                              <a:lnTo>
                                <a:pt x="1977771" y="1446657"/>
                              </a:lnTo>
                              <a:lnTo>
                                <a:pt x="1986153" y="1446657"/>
                              </a:lnTo>
                              <a:lnTo>
                                <a:pt x="1994535" y="1446530"/>
                              </a:lnTo>
                              <a:lnTo>
                                <a:pt x="2002917" y="1446403"/>
                              </a:lnTo>
                              <a:lnTo>
                                <a:pt x="2011172" y="1446403"/>
                              </a:lnTo>
                              <a:lnTo>
                                <a:pt x="2019554" y="1446276"/>
                              </a:lnTo>
                              <a:lnTo>
                                <a:pt x="2027936" y="1446149"/>
                              </a:lnTo>
                              <a:lnTo>
                                <a:pt x="2036191" y="1446022"/>
                              </a:lnTo>
                              <a:lnTo>
                                <a:pt x="2044573" y="1445895"/>
                              </a:lnTo>
                              <a:lnTo>
                                <a:pt x="2052955" y="1445768"/>
                              </a:lnTo>
                              <a:lnTo>
                                <a:pt x="2061337" y="1445641"/>
                              </a:lnTo>
                              <a:lnTo>
                                <a:pt x="2069592" y="1445514"/>
                              </a:lnTo>
                              <a:lnTo>
                                <a:pt x="2077974" y="1445387"/>
                              </a:lnTo>
                              <a:lnTo>
                                <a:pt x="2086356" y="1445260"/>
                              </a:lnTo>
                              <a:lnTo>
                                <a:pt x="2094611" y="1445006"/>
                              </a:lnTo>
                              <a:lnTo>
                                <a:pt x="2102993" y="1444879"/>
                              </a:lnTo>
                              <a:lnTo>
                                <a:pt x="2111375" y="1444752"/>
                              </a:lnTo>
                              <a:lnTo>
                                <a:pt x="2119757" y="1444498"/>
                              </a:lnTo>
                              <a:lnTo>
                                <a:pt x="2128012" y="1444371"/>
                              </a:lnTo>
                              <a:lnTo>
                                <a:pt x="2136394" y="1444244"/>
                              </a:lnTo>
                              <a:lnTo>
                                <a:pt x="2144776" y="1443990"/>
                              </a:lnTo>
                              <a:lnTo>
                                <a:pt x="2153031" y="1443736"/>
                              </a:lnTo>
                              <a:lnTo>
                                <a:pt x="2161413" y="1443609"/>
                              </a:lnTo>
                              <a:lnTo>
                                <a:pt x="2169795" y="1443355"/>
                              </a:lnTo>
                              <a:lnTo>
                                <a:pt x="2178177" y="1443101"/>
                              </a:lnTo>
                              <a:lnTo>
                                <a:pt x="2186432" y="1442847"/>
                              </a:lnTo>
                              <a:lnTo>
                                <a:pt x="2194814" y="1442593"/>
                              </a:lnTo>
                              <a:lnTo>
                                <a:pt x="2203196" y="1442339"/>
                              </a:lnTo>
                              <a:lnTo>
                                <a:pt x="2211451" y="1442085"/>
                              </a:lnTo>
                              <a:lnTo>
                                <a:pt x="2219833" y="1441704"/>
                              </a:lnTo>
                              <a:lnTo>
                                <a:pt x="2228215" y="1441450"/>
                              </a:lnTo>
                              <a:lnTo>
                                <a:pt x="2236597" y="1441069"/>
                              </a:lnTo>
                              <a:lnTo>
                                <a:pt x="2244852" y="1440815"/>
                              </a:lnTo>
                              <a:lnTo>
                                <a:pt x="2253234" y="1440434"/>
                              </a:lnTo>
                              <a:lnTo>
                                <a:pt x="2261616" y="1440053"/>
                              </a:lnTo>
                              <a:lnTo>
                                <a:pt x="2269871" y="1439799"/>
                              </a:lnTo>
                              <a:lnTo>
                                <a:pt x="2278253" y="1439418"/>
                              </a:lnTo>
                              <a:lnTo>
                                <a:pt x="2286635" y="1438910"/>
                              </a:lnTo>
                              <a:lnTo>
                                <a:pt x="2294890" y="1438529"/>
                              </a:lnTo>
                              <a:lnTo>
                                <a:pt x="2303272" y="1438148"/>
                              </a:lnTo>
                              <a:lnTo>
                                <a:pt x="2311654" y="1437640"/>
                              </a:lnTo>
                              <a:lnTo>
                                <a:pt x="2320036" y="1437259"/>
                              </a:lnTo>
                              <a:lnTo>
                                <a:pt x="2328291" y="1436751"/>
                              </a:lnTo>
                              <a:lnTo>
                                <a:pt x="2336673" y="1436243"/>
                              </a:lnTo>
                              <a:lnTo>
                                <a:pt x="2345055" y="1435735"/>
                              </a:lnTo>
                              <a:lnTo>
                                <a:pt x="2353310" y="1435227"/>
                              </a:lnTo>
                              <a:lnTo>
                                <a:pt x="2361692" y="1434719"/>
                              </a:lnTo>
                              <a:lnTo>
                                <a:pt x="2370074" y="1434084"/>
                              </a:lnTo>
                              <a:lnTo>
                                <a:pt x="2378456" y="1433449"/>
                              </a:lnTo>
                              <a:lnTo>
                                <a:pt x="2386711" y="1432941"/>
                              </a:lnTo>
                              <a:lnTo>
                                <a:pt x="2395093" y="1432306"/>
                              </a:lnTo>
                              <a:lnTo>
                                <a:pt x="2403475" y="1431544"/>
                              </a:lnTo>
                              <a:lnTo>
                                <a:pt x="2411730" y="1430909"/>
                              </a:lnTo>
                              <a:lnTo>
                                <a:pt x="2420112" y="1430147"/>
                              </a:lnTo>
                              <a:lnTo>
                                <a:pt x="2428494" y="1429512"/>
                              </a:lnTo>
                              <a:lnTo>
                                <a:pt x="2436876" y="1428750"/>
                              </a:lnTo>
                              <a:lnTo>
                                <a:pt x="2445131" y="1427988"/>
                              </a:lnTo>
                              <a:lnTo>
                                <a:pt x="2453513" y="1427099"/>
                              </a:lnTo>
                              <a:lnTo>
                                <a:pt x="2461895" y="1426337"/>
                              </a:lnTo>
                              <a:lnTo>
                                <a:pt x="2470150" y="1425448"/>
                              </a:lnTo>
                              <a:lnTo>
                                <a:pt x="2478532" y="1424559"/>
                              </a:lnTo>
                              <a:lnTo>
                                <a:pt x="2486914" y="1423543"/>
                              </a:lnTo>
                              <a:lnTo>
                                <a:pt x="2495296" y="1422654"/>
                              </a:lnTo>
                              <a:lnTo>
                                <a:pt x="2503551" y="1421638"/>
                              </a:lnTo>
                              <a:lnTo>
                                <a:pt x="2511933" y="1420622"/>
                              </a:lnTo>
                              <a:lnTo>
                                <a:pt x="2520315" y="1419479"/>
                              </a:lnTo>
                              <a:lnTo>
                                <a:pt x="2528570" y="1418463"/>
                              </a:lnTo>
                              <a:lnTo>
                                <a:pt x="2536952" y="1417320"/>
                              </a:lnTo>
                              <a:lnTo>
                                <a:pt x="2545334" y="1416177"/>
                              </a:lnTo>
                              <a:lnTo>
                                <a:pt x="2553716" y="1414907"/>
                              </a:lnTo>
                              <a:lnTo>
                                <a:pt x="2561971" y="1413637"/>
                              </a:lnTo>
                              <a:lnTo>
                                <a:pt x="2570353" y="1412367"/>
                              </a:lnTo>
                              <a:lnTo>
                                <a:pt x="2578735" y="1410970"/>
                              </a:lnTo>
                              <a:lnTo>
                                <a:pt x="2586990" y="1409700"/>
                              </a:lnTo>
                              <a:lnTo>
                                <a:pt x="2595372" y="1408176"/>
                              </a:lnTo>
                              <a:lnTo>
                                <a:pt x="2603754" y="1406779"/>
                              </a:lnTo>
                              <a:lnTo>
                                <a:pt x="2612009" y="1405255"/>
                              </a:lnTo>
                              <a:lnTo>
                                <a:pt x="2620391" y="1403604"/>
                              </a:lnTo>
                              <a:lnTo>
                                <a:pt x="2628773" y="1402080"/>
                              </a:lnTo>
                              <a:lnTo>
                                <a:pt x="2637155" y="1400302"/>
                              </a:lnTo>
                              <a:lnTo>
                                <a:pt x="2645410" y="1398651"/>
                              </a:lnTo>
                              <a:lnTo>
                                <a:pt x="2653792" y="1396873"/>
                              </a:lnTo>
                              <a:lnTo>
                                <a:pt x="2662174" y="1394968"/>
                              </a:lnTo>
                              <a:lnTo>
                                <a:pt x="2670429" y="1393063"/>
                              </a:lnTo>
                              <a:lnTo>
                                <a:pt x="2678811" y="1391158"/>
                              </a:lnTo>
                              <a:lnTo>
                                <a:pt x="2687193" y="1389126"/>
                              </a:lnTo>
                              <a:lnTo>
                                <a:pt x="2695575" y="1386967"/>
                              </a:lnTo>
                              <a:lnTo>
                                <a:pt x="2703830" y="1384808"/>
                              </a:lnTo>
                              <a:lnTo>
                                <a:pt x="2712212" y="1382649"/>
                              </a:lnTo>
                              <a:lnTo>
                                <a:pt x="2720594" y="1380363"/>
                              </a:lnTo>
                              <a:lnTo>
                                <a:pt x="2728849" y="1377950"/>
                              </a:lnTo>
                              <a:lnTo>
                                <a:pt x="2737231" y="1375537"/>
                              </a:lnTo>
                              <a:lnTo>
                                <a:pt x="2745613" y="1372997"/>
                              </a:lnTo>
                              <a:lnTo>
                                <a:pt x="2753995" y="1370457"/>
                              </a:lnTo>
                              <a:lnTo>
                                <a:pt x="2762250" y="1367790"/>
                              </a:lnTo>
                              <a:lnTo>
                                <a:pt x="2770632" y="1365123"/>
                              </a:lnTo>
                              <a:lnTo>
                                <a:pt x="2779014" y="1362202"/>
                              </a:lnTo>
                              <a:lnTo>
                                <a:pt x="2787269" y="1359281"/>
                              </a:lnTo>
                              <a:lnTo>
                                <a:pt x="2795651" y="1356360"/>
                              </a:lnTo>
                              <a:lnTo>
                                <a:pt x="2804033" y="1353185"/>
                              </a:lnTo>
                              <a:lnTo>
                                <a:pt x="2812415" y="1350010"/>
                              </a:lnTo>
                              <a:lnTo>
                                <a:pt x="2820670" y="1346835"/>
                              </a:lnTo>
                              <a:lnTo>
                                <a:pt x="2829052" y="1343406"/>
                              </a:lnTo>
                              <a:lnTo>
                                <a:pt x="2837434" y="1339977"/>
                              </a:lnTo>
                              <a:lnTo>
                                <a:pt x="2845689" y="1336421"/>
                              </a:lnTo>
                              <a:lnTo>
                                <a:pt x="2854071" y="1332738"/>
                              </a:lnTo>
                              <a:lnTo>
                                <a:pt x="2862453" y="1328928"/>
                              </a:lnTo>
                              <a:lnTo>
                                <a:pt x="2870835" y="1324991"/>
                              </a:lnTo>
                              <a:lnTo>
                                <a:pt x="2879090" y="1321054"/>
                              </a:lnTo>
                              <a:lnTo>
                                <a:pt x="2887472" y="1316990"/>
                              </a:lnTo>
                              <a:lnTo>
                                <a:pt x="2895854" y="1312672"/>
                              </a:lnTo>
                              <a:lnTo>
                                <a:pt x="2904109" y="1308354"/>
                              </a:lnTo>
                              <a:lnTo>
                                <a:pt x="2912491" y="1303909"/>
                              </a:lnTo>
                              <a:lnTo>
                                <a:pt x="2920873" y="1299337"/>
                              </a:lnTo>
                              <a:lnTo>
                                <a:pt x="2929128" y="1294638"/>
                              </a:lnTo>
                              <a:lnTo>
                                <a:pt x="2937510" y="1289812"/>
                              </a:lnTo>
                              <a:lnTo>
                                <a:pt x="2945892" y="1284859"/>
                              </a:lnTo>
                              <a:lnTo>
                                <a:pt x="2954274" y="1279779"/>
                              </a:lnTo>
                              <a:lnTo>
                                <a:pt x="2962529" y="1274445"/>
                              </a:lnTo>
                              <a:lnTo>
                                <a:pt x="2970911" y="1269111"/>
                              </a:lnTo>
                              <a:lnTo>
                                <a:pt x="2979293" y="1263650"/>
                              </a:lnTo>
                              <a:lnTo>
                                <a:pt x="2987548" y="1257935"/>
                              </a:lnTo>
                              <a:lnTo>
                                <a:pt x="2995930" y="1252220"/>
                              </a:lnTo>
                              <a:lnTo>
                                <a:pt x="3004312" y="1246251"/>
                              </a:lnTo>
                              <a:lnTo>
                                <a:pt x="3012694" y="1240155"/>
                              </a:lnTo>
                              <a:lnTo>
                                <a:pt x="3020949" y="1233932"/>
                              </a:lnTo>
                              <a:lnTo>
                                <a:pt x="3029331" y="1227582"/>
                              </a:lnTo>
                              <a:lnTo>
                                <a:pt x="3037713" y="1221105"/>
                              </a:lnTo>
                              <a:lnTo>
                                <a:pt x="3045968" y="1214374"/>
                              </a:lnTo>
                              <a:lnTo>
                                <a:pt x="3054350" y="1207516"/>
                              </a:lnTo>
                              <a:lnTo>
                                <a:pt x="3062732" y="1200531"/>
                              </a:lnTo>
                              <a:lnTo>
                                <a:pt x="3071114" y="1193419"/>
                              </a:lnTo>
                              <a:lnTo>
                                <a:pt x="3079369" y="1186053"/>
                              </a:lnTo>
                              <a:lnTo>
                                <a:pt x="3087751" y="1178560"/>
                              </a:lnTo>
                              <a:lnTo>
                                <a:pt x="3096133" y="1170940"/>
                              </a:lnTo>
                              <a:lnTo>
                                <a:pt x="3104388" y="1163193"/>
                              </a:lnTo>
                              <a:lnTo>
                                <a:pt x="3112770" y="1155192"/>
                              </a:lnTo>
                              <a:lnTo>
                                <a:pt x="3121152" y="1147064"/>
                              </a:lnTo>
                              <a:lnTo>
                                <a:pt x="3129534" y="1138809"/>
                              </a:lnTo>
                              <a:lnTo>
                                <a:pt x="3137789" y="1130300"/>
                              </a:lnTo>
                              <a:lnTo>
                                <a:pt x="3146171" y="1121664"/>
                              </a:lnTo>
                              <a:lnTo>
                                <a:pt x="3154553" y="1112901"/>
                              </a:lnTo>
                              <a:lnTo>
                                <a:pt x="3162808" y="1103884"/>
                              </a:lnTo>
                              <a:lnTo>
                                <a:pt x="3171190" y="1094740"/>
                              </a:lnTo>
                              <a:lnTo>
                                <a:pt x="3179572" y="1085469"/>
                              </a:lnTo>
                              <a:lnTo>
                                <a:pt x="3187954" y="1076071"/>
                              </a:lnTo>
                              <a:lnTo>
                                <a:pt x="3196209" y="1066419"/>
                              </a:lnTo>
                              <a:lnTo>
                                <a:pt x="3204591" y="1056640"/>
                              </a:lnTo>
                              <a:lnTo>
                                <a:pt x="3212973" y="1046734"/>
                              </a:lnTo>
                              <a:lnTo>
                                <a:pt x="3221228" y="1036574"/>
                              </a:lnTo>
                              <a:lnTo>
                                <a:pt x="3229610" y="1026287"/>
                              </a:lnTo>
                              <a:lnTo>
                                <a:pt x="3237992" y="1016000"/>
                              </a:lnTo>
                              <a:lnTo>
                                <a:pt x="3246374" y="1005332"/>
                              </a:lnTo>
                              <a:lnTo>
                                <a:pt x="3254629" y="994664"/>
                              </a:lnTo>
                              <a:lnTo>
                                <a:pt x="3263011" y="983869"/>
                              </a:lnTo>
                              <a:lnTo>
                                <a:pt x="3271393" y="972820"/>
                              </a:lnTo>
                              <a:lnTo>
                                <a:pt x="3279648" y="961644"/>
                              </a:lnTo>
                              <a:lnTo>
                                <a:pt x="3288030" y="950468"/>
                              </a:lnTo>
                              <a:lnTo>
                                <a:pt x="3296412" y="939038"/>
                              </a:lnTo>
                              <a:lnTo>
                                <a:pt x="3304667" y="927481"/>
                              </a:lnTo>
                              <a:lnTo>
                                <a:pt x="3313049" y="915797"/>
                              </a:lnTo>
                              <a:lnTo>
                                <a:pt x="3321431" y="904113"/>
                              </a:lnTo>
                              <a:lnTo>
                                <a:pt x="3329813" y="892175"/>
                              </a:lnTo>
                              <a:lnTo>
                                <a:pt x="3338068" y="880237"/>
                              </a:lnTo>
                              <a:lnTo>
                                <a:pt x="3346450" y="868045"/>
                              </a:lnTo>
                              <a:lnTo>
                                <a:pt x="3354832" y="855853"/>
                              </a:lnTo>
                              <a:lnTo>
                                <a:pt x="3363087" y="843661"/>
                              </a:lnTo>
                              <a:lnTo>
                                <a:pt x="3371469" y="831215"/>
                              </a:lnTo>
                              <a:lnTo>
                                <a:pt x="3379851" y="818769"/>
                              </a:lnTo>
                              <a:lnTo>
                                <a:pt x="3388233" y="806323"/>
                              </a:lnTo>
                              <a:lnTo>
                                <a:pt x="3396488" y="793623"/>
                              </a:lnTo>
                              <a:lnTo>
                                <a:pt x="3404870" y="781050"/>
                              </a:lnTo>
                              <a:lnTo>
                                <a:pt x="3413252" y="768350"/>
                              </a:lnTo>
                              <a:lnTo>
                                <a:pt x="3421507" y="755523"/>
                              </a:lnTo>
                              <a:lnTo>
                                <a:pt x="3429889" y="742823"/>
                              </a:lnTo>
                              <a:lnTo>
                                <a:pt x="3438271" y="729996"/>
                              </a:lnTo>
                              <a:lnTo>
                                <a:pt x="3446653" y="717042"/>
                              </a:lnTo>
                              <a:lnTo>
                                <a:pt x="3454908" y="704215"/>
                              </a:lnTo>
                              <a:lnTo>
                                <a:pt x="3463290" y="691261"/>
                              </a:lnTo>
                              <a:lnTo>
                                <a:pt x="3471672" y="678434"/>
                              </a:lnTo>
                              <a:lnTo>
                                <a:pt x="3479927" y="665480"/>
                              </a:lnTo>
                              <a:lnTo>
                                <a:pt x="3488309" y="652653"/>
                              </a:lnTo>
                              <a:lnTo>
                                <a:pt x="3496691" y="639826"/>
                              </a:lnTo>
                              <a:lnTo>
                                <a:pt x="3505073" y="626872"/>
                              </a:lnTo>
                              <a:lnTo>
                                <a:pt x="3513328" y="614172"/>
                              </a:lnTo>
                              <a:lnTo>
                                <a:pt x="3521710" y="601345"/>
                              </a:lnTo>
                              <a:lnTo>
                                <a:pt x="3530092" y="588645"/>
                              </a:lnTo>
                              <a:lnTo>
                                <a:pt x="3538347" y="575945"/>
                              </a:lnTo>
                              <a:lnTo>
                                <a:pt x="3546729" y="563372"/>
                              </a:lnTo>
                              <a:lnTo>
                                <a:pt x="3555111" y="550799"/>
                              </a:lnTo>
                              <a:lnTo>
                                <a:pt x="3563493" y="538226"/>
                              </a:lnTo>
                              <a:lnTo>
                                <a:pt x="3571748" y="525907"/>
                              </a:lnTo>
                              <a:lnTo>
                                <a:pt x="3580130" y="513588"/>
                              </a:lnTo>
                              <a:lnTo>
                                <a:pt x="3588512" y="501269"/>
                              </a:lnTo>
                              <a:lnTo>
                                <a:pt x="3596767" y="489204"/>
                              </a:lnTo>
                              <a:lnTo>
                                <a:pt x="3605149" y="477139"/>
                              </a:lnTo>
                              <a:lnTo>
                                <a:pt x="3613531" y="465201"/>
                              </a:lnTo>
                              <a:lnTo>
                                <a:pt x="3621786" y="453390"/>
                              </a:lnTo>
                              <a:lnTo>
                                <a:pt x="3630168" y="441706"/>
                              </a:lnTo>
                              <a:lnTo>
                                <a:pt x="3638550" y="430022"/>
                              </a:lnTo>
                              <a:lnTo>
                                <a:pt x="3646932" y="418592"/>
                              </a:lnTo>
                              <a:lnTo>
                                <a:pt x="3655187" y="407289"/>
                              </a:lnTo>
                              <a:lnTo>
                                <a:pt x="3663569" y="396113"/>
                              </a:lnTo>
                              <a:lnTo>
                                <a:pt x="3671951" y="385064"/>
                              </a:lnTo>
                              <a:lnTo>
                                <a:pt x="3680206" y="374142"/>
                              </a:lnTo>
                              <a:lnTo>
                                <a:pt x="3688588" y="363347"/>
                              </a:lnTo>
                              <a:lnTo>
                                <a:pt x="3696970" y="352679"/>
                              </a:lnTo>
                              <a:lnTo>
                                <a:pt x="3705352" y="342265"/>
                              </a:lnTo>
                              <a:lnTo>
                                <a:pt x="3713607" y="331978"/>
                              </a:lnTo>
                              <a:lnTo>
                                <a:pt x="3721989" y="321818"/>
                              </a:lnTo>
                              <a:lnTo>
                                <a:pt x="3730371" y="311785"/>
                              </a:lnTo>
                              <a:lnTo>
                                <a:pt x="3738626" y="301879"/>
                              </a:lnTo>
                              <a:lnTo>
                                <a:pt x="3747008" y="292227"/>
                              </a:lnTo>
                              <a:lnTo>
                                <a:pt x="3755390" y="282702"/>
                              </a:lnTo>
                              <a:lnTo>
                                <a:pt x="3763772" y="273304"/>
                              </a:lnTo>
                              <a:lnTo>
                                <a:pt x="3772027" y="264160"/>
                              </a:lnTo>
                              <a:lnTo>
                                <a:pt x="3780409" y="255143"/>
                              </a:lnTo>
                              <a:lnTo>
                                <a:pt x="3788791" y="246253"/>
                              </a:lnTo>
                              <a:lnTo>
                                <a:pt x="3797046" y="237490"/>
                              </a:lnTo>
                              <a:lnTo>
                                <a:pt x="3805428" y="228981"/>
                              </a:lnTo>
                              <a:lnTo>
                                <a:pt x="3813810" y="220599"/>
                              </a:lnTo>
                              <a:lnTo>
                                <a:pt x="3822192" y="212471"/>
                              </a:lnTo>
                              <a:lnTo>
                                <a:pt x="3830447" y="204343"/>
                              </a:lnTo>
                              <a:lnTo>
                                <a:pt x="3838829" y="196469"/>
                              </a:lnTo>
                              <a:lnTo>
                                <a:pt x="3847211" y="188722"/>
                              </a:lnTo>
                              <a:lnTo>
                                <a:pt x="3855466" y="181229"/>
                              </a:lnTo>
                              <a:lnTo>
                                <a:pt x="3863848" y="173863"/>
                              </a:lnTo>
                              <a:lnTo>
                                <a:pt x="3872230" y="166624"/>
                              </a:lnTo>
                              <a:lnTo>
                                <a:pt x="3880612" y="159512"/>
                              </a:lnTo>
                              <a:lnTo>
                                <a:pt x="3888867" y="152654"/>
                              </a:lnTo>
                              <a:lnTo>
                                <a:pt x="3897249" y="145923"/>
                              </a:lnTo>
                              <a:lnTo>
                                <a:pt x="3905631" y="139319"/>
                              </a:lnTo>
                              <a:lnTo>
                                <a:pt x="3913886" y="132842"/>
                              </a:lnTo>
                              <a:lnTo>
                                <a:pt x="3922268" y="126492"/>
                              </a:lnTo>
                              <a:lnTo>
                                <a:pt x="3930650" y="120396"/>
                              </a:lnTo>
                              <a:lnTo>
                                <a:pt x="3938905" y="114427"/>
                              </a:lnTo>
                              <a:lnTo>
                                <a:pt x="3947287" y="108585"/>
                              </a:lnTo>
                              <a:lnTo>
                                <a:pt x="3955669" y="102870"/>
                              </a:lnTo>
                              <a:lnTo>
                                <a:pt x="3964051" y="97282"/>
                              </a:lnTo>
                              <a:lnTo>
                                <a:pt x="3972306" y="91821"/>
                              </a:lnTo>
                              <a:lnTo>
                                <a:pt x="3980688" y="86487"/>
                              </a:lnTo>
                              <a:lnTo>
                                <a:pt x="3989070" y="81407"/>
                              </a:lnTo>
                              <a:lnTo>
                                <a:pt x="3997325" y="76327"/>
                              </a:lnTo>
                              <a:lnTo>
                                <a:pt x="4005707" y="71501"/>
                              </a:lnTo>
                              <a:lnTo>
                                <a:pt x="4014089" y="66675"/>
                              </a:lnTo>
                              <a:lnTo>
                                <a:pt x="4022471" y="62103"/>
                              </a:lnTo>
                              <a:lnTo>
                                <a:pt x="4030726" y="57531"/>
                              </a:lnTo>
                              <a:lnTo>
                                <a:pt x="4039108" y="53086"/>
                              </a:lnTo>
                              <a:lnTo>
                                <a:pt x="4047490" y="48895"/>
                              </a:lnTo>
                              <a:lnTo>
                                <a:pt x="4055745" y="44704"/>
                              </a:lnTo>
                              <a:lnTo>
                                <a:pt x="4064127" y="40640"/>
                              </a:lnTo>
                              <a:lnTo>
                                <a:pt x="4072509" y="36703"/>
                              </a:lnTo>
                              <a:lnTo>
                                <a:pt x="4080891" y="32893"/>
                              </a:lnTo>
                              <a:lnTo>
                                <a:pt x="4089146" y="29083"/>
                              </a:lnTo>
                              <a:lnTo>
                                <a:pt x="4097528" y="25527"/>
                              </a:lnTo>
                              <a:lnTo>
                                <a:pt x="4105910" y="21971"/>
                              </a:lnTo>
                              <a:lnTo>
                                <a:pt x="4114165" y="18542"/>
                              </a:lnTo>
                              <a:lnTo>
                                <a:pt x="4122547" y="15240"/>
                              </a:lnTo>
                              <a:lnTo>
                                <a:pt x="4130929" y="11938"/>
                              </a:lnTo>
                              <a:lnTo>
                                <a:pt x="4139311" y="8890"/>
                              </a:lnTo>
                              <a:lnTo>
                                <a:pt x="4147566" y="5842"/>
                              </a:lnTo>
                              <a:lnTo>
                                <a:pt x="4155948" y="2794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F7F056"/>
                          </a:solidFill>
                          <a:custDash>
                            <a:ds d="1536750" sp="153675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7" name="Freeform 26">
                          <a:extLst>
                            <a:ext uri="{FF2B5EF4-FFF2-40B4-BE49-F238E27FC236}">
                              <a16:creationId xmlns:a16="http://schemas.microsoft.com/office/drawing/2014/main" id="{2D46E958-0EE8-28D2-036F-255BBDED56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479134"/>
                          <a:ext cx="4164329" cy="1538224"/>
                        </a:xfrm>
                        <a:custGeom>
                          <a:avLst/>
                          <a:gdLst>
                            <a:gd name="csX0" fmla="*/ 0 w 4164329"/>
                            <a:gd name="csY0" fmla="*/ 1538224 h 1538224"/>
                            <a:gd name="csX1" fmla="*/ 8382 w 4164329"/>
                            <a:gd name="csY1" fmla="*/ 1538224 h 1538224"/>
                            <a:gd name="csX2" fmla="*/ 16637 w 4164329"/>
                            <a:gd name="csY2" fmla="*/ 1538224 h 1538224"/>
                            <a:gd name="csX3" fmla="*/ 25019 w 4164329"/>
                            <a:gd name="csY3" fmla="*/ 1538224 h 1538224"/>
                            <a:gd name="csX4" fmla="*/ 33401 w 4164329"/>
                            <a:gd name="csY4" fmla="*/ 1538224 h 1538224"/>
                            <a:gd name="csX5" fmla="*/ 41783 w 4164329"/>
                            <a:gd name="csY5" fmla="*/ 1538224 h 1538224"/>
                            <a:gd name="csX6" fmla="*/ 50038 w 4164329"/>
                            <a:gd name="csY6" fmla="*/ 1538224 h 1538224"/>
                            <a:gd name="csX7" fmla="*/ 58420 w 4164329"/>
                            <a:gd name="csY7" fmla="*/ 1538224 h 1538224"/>
                            <a:gd name="csX8" fmla="*/ 66802 w 4164329"/>
                            <a:gd name="csY8" fmla="*/ 1538224 h 1538224"/>
                            <a:gd name="csX9" fmla="*/ 75057 w 4164329"/>
                            <a:gd name="csY9" fmla="*/ 1538224 h 1538224"/>
                            <a:gd name="csX10" fmla="*/ 83439 w 4164329"/>
                            <a:gd name="csY10" fmla="*/ 1538224 h 1538224"/>
                            <a:gd name="csX11" fmla="*/ 91821 w 4164329"/>
                            <a:gd name="csY11" fmla="*/ 1538224 h 1538224"/>
                            <a:gd name="csX12" fmla="*/ 100203 w 4164329"/>
                            <a:gd name="csY12" fmla="*/ 1538224 h 1538224"/>
                            <a:gd name="csX13" fmla="*/ 108458 w 4164329"/>
                            <a:gd name="csY13" fmla="*/ 1538224 h 1538224"/>
                            <a:gd name="csX14" fmla="*/ 116840 w 4164329"/>
                            <a:gd name="csY14" fmla="*/ 1538224 h 1538224"/>
                            <a:gd name="csX15" fmla="*/ 125222 w 4164329"/>
                            <a:gd name="csY15" fmla="*/ 1538224 h 1538224"/>
                            <a:gd name="csX16" fmla="*/ 133477 w 4164329"/>
                            <a:gd name="csY16" fmla="*/ 1538224 h 1538224"/>
                            <a:gd name="csX17" fmla="*/ 141859 w 4164329"/>
                            <a:gd name="csY17" fmla="*/ 1538224 h 1538224"/>
                            <a:gd name="csX18" fmla="*/ 150241 w 4164329"/>
                            <a:gd name="csY18" fmla="*/ 1538224 h 1538224"/>
                            <a:gd name="csX19" fmla="*/ 158623 w 4164329"/>
                            <a:gd name="csY19" fmla="*/ 1538224 h 1538224"/>
                            <a:gd name="csX20" fmla="*/ 166878 w 4164329"/>
                            <a:gd name="csY20" fmla="*/ 1538224 h 1538224"/>
                            <a:gd name="csX21" fmla="*/ 175260 w 4164329"/>
                            <a:gd name="csY21" fmla="*/ 1538224 h 1538224"/>
                            <a:gd name="csX22" fmla="*/ 183642 w 4164329"/>
                            <a:gd name="csY22" fmla="*/ 1538224 h 1538224"/>
                            <a:gd name="csX23" fmla="*/ 191897 w 4164329"/>
                            <a:gd name="csY23" fmla="*/ 1538224 h 1538224"/>
                            <a:gd name="csX24" fmla="*/ 200279 w 4164329"/>
                            <a:gd name="csY24" fmla="*/ 1538224 h 1538224"/>
                            <a:gd name="csX25" fmla="*/ 208661 w 4164329"/>
                            <a:gd name="csY25" fmla="*/ 1538224 h 1538224"/>
                            <a:gd name="csX26" fmla="*/ 217043 w 4164329"/>
                            <a:gd name="csY26" fmla="*/ 1538224 h 1538224"/>
                            <a:gd name="csX27" fmla="*/ 225298 w 4164329"/>
                            <a:gd name="csY27" fmla="*/ 1538224 h 1538224"/>
                            <a:gd name="csX28" fmla="*/ 233680 w 4164329"/>
                            <a:gd name="csY28" fmla="*/ 1538224 h 1538224"/>
                            <a:gd name="csX29" fmla="*/ 242062 w 4164329"/>
                            <a:gd name="csY29" fmla="*/ 1538224 h 1538224"/>
                            <a:gd name="csX30" fmla="*/ 250317 w 4164329"/>
                            <a:gd name="csY30" fmla="*/ 1538097 h 1538224"/>
                            <a:gd name="csX31" fmla="*/ 258699 w 4164329"/>
                            <a:gd name="csY31" fmla="*/ 1538097 h 1538224"/>
                            <a:gd name="csX32" fmla="*/ 267081 w 4164329"/>
                            <a:gd name="csY32" fmla="*/ 1538097 h 1538224"/>
                            <a:gd name="csX33" fmla="*/ 275463 w 4164329"/>
                            <a:gd name="csY33" fmla="*/ 1538097 h 1538224"/>
                            <a:gd name="csX34" fmla="*/ 283718 w 4164329"/>
                            <a:gd name="csY34" fmla="*/ 1538097 h 1538224"/>
                            <a:gd name="csX35" fmla="*/ 292100 w 4164329"/>
                            <a:gd name="csY35" fmla="*/ 1538097 h 1538224"/>
                            <a:gd name="csX36" fmla="*/ 300482 w 4164329"/>
                            <a:gd name="csY36" fmla="*/ 1538097 h 1538224"/>
                            <a:gd name="csX37" fmla="*/ 308737 w 4164329"/>
                            <a:gd name="csY37" fmla="*/ 1538097 h 1538224"/>
                            <a:gd name="csX38" fmla="*/ 317119 w 4164329"/>
                            <a:gd name="csY38" fmla="*/ 1538097 h 1538224"/>
                            <a:gd name="csX39" fmla="*/ 325501 w 4164329"/>
                            <a:gd name="csY39" fmla="*/ 1538097 h 1538224"/>
                            <a:gd name="csX40" fmla="*/ 333756 w 4164329"/>
                            <a:gd name="csY40" fmla="*/ 1537970 h 1538224"/>
                            <a:gd name="csX41" fmla="*/ 342138 w 4164329"/>
                            <a:gd name="csY41" fmla="*/ 1537970 h 1538224"/>
                            <a:gd name="csX42" fmla="*/ 350520 w 4164329"/>
                            <a:gd name="csY42" fmla="*/ 1537970 h 1538224"/>
                            <a:gd name="csX43" fmla="*/ 358902 w 4164329"/>
                            <a:gd name="csY43" fmla="*/ 1537970 h 1538224"/>
                            <a:gd name="csX44" fmla="*/ 367157 w 4164329"/>
                            <a:gd name="csY44" fmla="*/ 1537970 h 1538224"/>
                            <a:gd name="csX45" fmla="*/ 375539 w 4164329"/>
                            <a:gd name="csY45" fmla="*/ 1537970 h 1538224"/>
                            <a:gd name="csX46" fmla="*/ 383921 w 4164329"/>
                            <a:gd name="csY46" fmla="*/ 1537970 h 1538224"/>
                            <a:gd name="csX47" fmla="*/ 392176 w 4164329"/>
                            <a:gd name="csY47" fmla="*/ 1537843 h 1538224"/>
                            <a:gd name="csX48" fmla="*/ 400558 w 4164329"/>
                            <a:gd name="csY48" fmla="*/ 1537843 h 1538224"/>
                            <a:gd name="csX49" fmla="*/ 408940 w 4164329"/>
                            <a:gd name="csY49" fmla="*/ 1537843 h 1538224"/>
                            <a:gd name="csX50" fmla="*/ 417322 w 4164329"/>
                            <a:gd name="csY50" fmla="*/ 1537843 h 1538224"/>
                            <a:gd name="csX51" fmla="*/ 425577 w 4164329"/>
                            <a:gd name="csY51" fmla="*/ 1537843 h 1538224"/>
                            <a:gd name="csX52" fmla="*/ 433959 w 4164329"/>
                            <a:gd name="csY52" fmla="*/ 1537716 h 1538224"/>
                            <a:gd name="csX53" fmla="*/ 442341 w 4164329"/>
                            <a:gd name="csY53" fmla="*/ 1537716 h 1538224"/>
                            <a:gd name="csX54" fmla="*/ 450596 w 4164329"/>
                            <a:gd name="csY54" fmla="*/ 1537716 h 1538224"/>
                            <a:gd name="csX55" fmla="*/ 458978 w 4164329"/>
                            <a:gd name="csY55" fmla="*/ 1537589 h 1538224"/>
                            <a:gd name="csX56" fmla="*/ 467360 w 4164329"/>
                            <a:gd name="csY56" fmla="*/ 1537589 h 1538224"/>
                            <a:gd name="csX57" fmla="*/ 475742 w 4164329"/>
                            <a:gd name="csY57" fmla="*/ 1537589 h 1538224"/>
                            <a:gd name="csX58" fmla="*/ 483997 w 4164329"/>
                            <a:gd name="csY58" fmla="*/ 1537589 h 1538224"/>
                            <a:gd name="csX59" fmla="*/ 492379 w 4164329"/>
                            <a:gd name="csY59" fmla="*/ 1537462 h 1538224"/>
                            <a:gd name="csX60" fmla="*/ 500761 w 4164329"/>
                            <a:gd name="csY60" fmla="*/ 1537462 h 1538224"/>
                            <a:gd name="csX61" fmla="*/ 509016 w 4164329"/>
                            <a:gd name="csY61" fmla="*/ 1537335 h 1538224"/>
                            <a:gd name="csX62" fmla="*/ 517398 w 4164329"/>
                            <a:gd name="csY62" fmla="*/ 1537335 h 1538224"/>
                            <a:gd name="csX63" fmla="*/ 525780 w 4164329"/>
                            <a:gd name="csY63" fmla="*/ 1537335 h 1538224"/>
                            <a:gd name="csX64" fmla="*/ 534162 w 4164329"/>
                            <a:gd name="csY64" fmla="*/ 1537208 h 1538224"/>
                            <a:gd name="csX65" fmla="*/ 542417 w 4164329"/>
                            <a:gd name="csY65" fmla="*/ 1537208 h 1538224"/>
                            <a:gd name="csX66" fmla="*/ 550799 w 4164329"/>
                            <a:gd name="csY66" fmla="*/ 1537081 h 1538224"/>
                            <a:gd name="csX67" fmla="*/ 559181 w 4164329"/>
                            <a:gd name="csY67" fmla="*/ 1537081 h 1538224"/>
                            <a:gd name="csX68" fmla="*/ 567436 w 4164329"/>
                            <a:gd name="csY68" fmla="*/ 1536954 h 1538224"/>
                            <a:gd name="csX69" fmla="*/ 575818 w 4164329"/>
                            <a:gd name="csY69" fmla="*/ 1536827 h 1538224"/>
                            <a:gd name="csX70" fmla="*/ 584200 w 4164329"/>
                            <a:gd name="csY70" fmla="*/ 1536827 h 1538224"/>
                            <a:gd name="csX71" fmla="*/ 592582 w 4164329"/>
                            <a:gd name="csY71" fmla="*/ 1536700 h 1538224"/>
                            <a:gd name="csX72" fmla="*/ 600837 w 4164329"/>
                            <a:gd name="csY72" fmla="*/ 1536573 h 1538224"/>
                            <a:gd name="csX73" fmla="*/ 609219 w 4164329"/>
                            <a:gd name="csY73" fmla="*/ 1536573 h 1538224"/>
                            <a:gd name="csX74" fmla="*/ 617601 w 4164329"/>
                            <a:gd name="csY74" fmla="*/ 1536446 h 1538224"/>
                            <a:gd name="csX75" fmla="*/ 625856 w 4164329"/>
                            <a:gd name="csY75" fmla="*/ 1536319 h 1538224"/>
                            <a:gd name="csX76" fmla="*/ 634238 w 4164329"/>
                            <a:gd name="csY76" fmla="*/ 1536192 h 1538224"/>
                            <a:gd name="csX77" fmla="*/ 642620 w 4164329"/>
                            <a:gd name="csY77" fmla="*/ 1536192 h 1538224"/>
                            <a:gd name="csX78" fmla="*/ 651002 w 4164329"/>
                            <a:gd name="csY78" fmla="*/ 1536065 h 1538224"/>
                            <a:gd name="csX79" fmla="*/ 659257 w 4164329"/>
                            <a:gd name="csY79" fmla="*/ 1535938 h 1538224"/>
                            <a:gd name="csX80" fmla="*/ 667639 w 4164329"/>
                            <a:gd name="csY80" fmla="*/ 1535811 h 1538224"/>
                            <a:gd name="csX81" fmla="*/ 676021 w 4164329"/>
                            <a:gd name="csY81" fmla="*/ 1535684 h 1538224"/>
                            <a:gd name="csX82" fmla="*/ 684276 w 4164329"/>
                            <a:gd name="csY82" fmla="*/ 1535557 h 1538224"/>
                            <a:gd name="csX83" fmla="*/ 692658 w 4164329"/>
                            <a:gd name="csY83" fmla="*/ 1535303 h 1538224"/>
                            <a:gd name="csX84" fmla="*/ 701040 w 4164329"/>
                            <a:gd name="csY84" fmla="*/ 1535176 h 1538224"/>
                            <a:gd name="csX85" fmla="*/ 709295 w 4164329"/>
                            <a:gd name="csY85" fmla="*/ 1535049 h 1538224"/>
                            <a:gd name="csX86" fmla="*/ 717677 w 4164329"/>
                            <a:gd name="csY86" fmla="*/ 1534922 h 1538224"/>
                            <a:gd name="csX87" fmla="*/ 726059 w 4164329"/>
                            <a:gd name="csY87" fmla="*/ 1534668 h 1538224"/>
                            <a:gd name="csX88" fmla="*/ 734441 w 4164329"/>
                            <a:gd name="csY88" fmla="*/ 1534541 h 1538224"/>
                            <a:gd name="csX89" fmla="*/ 742696 w 4164329"/>
                            <a:gd name="csY89" fmla="*/ 1534287 h 1538224"/>
                            <a:gd name="csX90" fmla="*/ 751078 w 4164329"/>
                            <a:gd name="csY90" fmla="*/ 1534160 h 1538224"/>
                            <a:gd name="csX91" fmla="*/ 759460 w 4164329"/>
                            <a:gd name="csY91" fmla="*/ 1533906 h 1538224"/>
                            <a:gd name="csX92" fmla="*/ 767715 w 4164329"/>
                            <a:gd name="csY92" fmla="*/ 1533779 h 1538224"/>
                            <a:gd name="csX93" fmla="*/ 776097 w 4164329"/>
                            <a:gd name="csY93" fmla="*/ 1533525 h 1538224"/>
                            <a:gd name="csX94" fmla="*/ 784479 w 4164329"/>
                            <a:gd name="csY94" fmla="*/ 1533271 h 1538224"/>
                            <a:gd name="csX95" fmla="*/ 792861 w 4164329"/>
                            <a:gd name="csY95" fmla="*/ 1533017 h 1538224"/>
                            <a:gd name="csX96" fmla="*/ 801116 w 4164329"/>
                            <a:gd name="csY96" fmla="*/ 1532763 h 1538224"/>
                            <a:gd name="csX97" fmla="*/ 809498 w 4164329"/>
                            <a:gd name="csY97" fmla="*/ 1532509 h 1538224"/>
                            <a:gd name="csX98" fmla="*/ 817880 w 4164329"/>
                            <a:gd name="csY98" fmla="*/ 1532255 h 1538224"/>
                            <a:gd name="csX99" fmla="*/ 826135 w 4164329"/>
                            <a:gd name="csY99" fmla="*/ 1532001 h 1538224"/>
                            <a:gd name="csX100" fmla="*/ 834517 w 4164329"/>
                            <a:gd name="csY100" fmla="*/ 1531747 h 1538224"/>
                            <a:gd name="csX101" fmla="*/ 842899 w 4164329"/>
                            <a:gd name="csY101" fmla="*/ 1531366 h 1538224"/>
                            <a:gd name="csX102" fmla="*/ 851281 w 4164329"/>
                            <a:gd name="csY102" fmla="*/ 1531112 h 1538224"/>
                            <a:gd name="csX103" fmla="*/ 859536 w 4164329"/>
                            <a:gd name="csY103" fmla="*/ 1530731 h 1538224"/>
                            <a:gd name="csX104" fmla="*/ 867918 w 4164329"/>
                            <a:gd name="csY104" fmla="*/ 1530350 h 1538224"/>
                            <a:gd name="csX105" fmla="*/ 876300 w 4164329"/>
                            <a:gd name="csY105" fmla="*/ 1529969 h 1538224"/>
                            <a:gd name="csX106" fmla="*/ 884555 w 4164329"/>
                            <a:gd name="csY106" fmla="*/ 1529715 h 1538224"/>
                            <a:gd name="csX107" fmla="*/ 892937 w 4164329"/>
                            <a:gd name="csY107" fmla="*/ 1529207 h 1538224"/>
                            <a:gd name="csX108" fmla="*/ 901319 w 4164329"/>
                            <a:gd name="csY108" fmla="*/ 1528826 h 1538224"/>
                            <a:gd name="csX109" fmla="*/ 909701 w 4164329"/>
                            <a:gd name="csY109" fmla="*/ 1528445 h 1538224"/>
                            <a:gd name="csX110" fmla="*/ 917956 w 4164329"/>
                            <a:gd name="csY110" fmla="*/ 1528064 h 1538224"/>
                            <a:gd name="csX111" fmla="*/ 926338 w 4164329"/>
                            <a:gd name="csY111" fmla="*/ 1527556 h 1538224"/>
                            <a:gd name="csX112" fmla="*/ 934720 w 4164329"/>
                            <a:gd name="csY112" fmla="*/ 1527048 h 1538224"/>
                            <a:gd name="csX113" fmla="*/ 942975 w 4164329"/>
                            <a:gd name="csY113" fmla="*/ 1526667 h 1538224"/>
                            <a:gd name="csX114" fmla="*/ 951357 w 4164329"/>
                            <a:gd name="csY114" fmla="*/ 1526159 h 1538224"/>
                            <a:gd name="csX115" fmla="*/ 959739 w 4164329"/>
                            <a:gd name="csY115" fmla="*/ 1525651 h 1538224"/>
                            <a:gd name="csX116" fmla="*/ 968121 w 4164329"/>
                            <a:gd name="csY116" fmla="*/ 1525016 h 1538224"/>
                            <a:gd name="csX117" fmla="*/ 976376 w 4164329"/>
                            <a:gd name="csY117" fmla="*/ 1524508 h 1538224"/>
                            <a:gd name="csX118" fmla="*/ 984758 w 4164329"/>
                            <a:gd name="csY118" fmla="*/ 1523873 h 1538224"/>
                            <a:gd name="csX119" fmla="*/ 993140 w 4164329"/>
                            <a:gd name="csY119" fmla="*/ 1523365 h 1538224"/>
                            <a:gd name="csX120" fmla="*/ 1001395 w 4164329"/>
                            <a:gd name="csY120" fmla="*/ 1522730 h 1538224"/>
                            <a:gd name="csX121" fmla="*/ 1009777 w 4164329"/>
                            <a:gd name="csY121" fmla="*/ 1522095 h 1538224"/>
                            <a:gd name="csX122" fmla="*/ 1018159 w 4164329"/>
                            <a:gd name="csY122" fmla="*/ 1521460 h 1538224"/>
                            <a:gd name="csX123" fmla="*/ 1026414 w 4164329"/>
                            <a:gd name="csY123" fmla="*/ 1520698 h 1538224"/>
                            <a:gd name="csX124" fmla="*/ 1034796 w 4164329"/>
                            <a:gd name="csY124" fmla="*/ 1519936 h 1538224"/>
                            <a:gd name="csX125" fmla="*/ 1043178 w 4164329"/>
                            <a:gd name="csY125" fmla="*/ 1519301 h 1538224"/>
                            <a:gd name="csX126" fmla="*/ 1051560 w 4164329"/>
                            <a:gd name="csY126" fmla="*/ 1518539 h 1538224"/>
                            <a:gd name="csX127" fmla="*/ 1059815 w 4164329"/>
                            <a:gd name="csY127" fmla="*/ 1517650 h 1538224"/>
                            <a:gd name="csX128" fmla="*/ 1068197 w 4164329"/>
                            <a:gd name="csY128" fmla="*/ 1516888 h 1538224"/>
                            <a:gd name="csX129" fmla="*/ 1076579 w 4164329"/>
                            <a:gd name="csY129" fmla="*/ 1515999 h 1538224"/>
                            <a:gd name="csX130" fmla="*/ 1084834 w 4164329"/>
                            <a:gd name="csY130" fmla="*/ 1515110 h 1538224"/>
                            <a:gd name="csX131" fmla="*/ 1093216 w 4164329"/>
                            <a:gd name="csY131" fmla="*/ 1514221 h 1538224"/>
                            <a:gd name="csX132" fmla="*/ 1101598 w 4164329"/>
                            <a:gd name="csY132" fmla="*/ 1513332 h 1538224"/>
                            <a:gd name="csX133" fmla="*/ 1109980 w 4164329"/>
                            <a:gd name="csY133" fmla="*/ 1512316 h 1538224"/>
                            <a:gd name="csX134" fmla="*/ 1118235 w 4164329"/>
                            <a:gd name="csY134" fmla="*/ 1511300 h 1538224"/>
                            <a:gd name="csX135" fmla="*/ 1126617 w 4164329"/>
                            <a:gd name="csY135" fmla="*/ 1510284 h 1538224"/>
                            <a:gd name="csX136" fmla="*/ 1134999 w 4164329"/>
                            <a:gd name="csY136" fmla="*/ 1509268 h 1538224"/>
                            <a:gd name="csX137" fmla="*/ 1143254 w 4164329"/>
                            <a:gd name="csY137" fmla="*/ 1508125 h 1538224"/>
                            <a:gd name="csX138" fmla="*/ 1151636 w 4164329"/>
                            <a:gd name="csY138" fmla="*/ 1506982 h 1538224"/>
                            <a:gd name="csX139" fmla="*/ 1160018 w 4164329"/>
                            <a:gd name="csY139" fmla="*/ 1505712 h 1538224"/>
                            <a:gd name="csX140" fmla="*/ 1168400 w 4164329"/>
                            <a:gd name="csY140" fmla="*/ 1504569 h 1538224"/>
                            <a:gd name="csX141" fmla="*/ 1176655 w 4164329"/>
                            <a:gd name="csY141" fmla="*/ 1503299 h 1538224"/>
                            <a:gd name="csX142" fmla="*/ 1185037 w 4164329"/>
                            <a:gd name="csY142" fmla="*/ 1501902 h 1538224"/>
                            <a:gd name="csX143" fmla="*/ 1193419 w 4164329"/>
                            <a:gd name="csY143" fmla="*/ 1500632 h 1538224"/>
                            <a:gd name="csX144" fmla="*/ 1201674 w 4164329"/>
                            <a:gd name="csY144" fmla="*/ 1499235 h 1538224"/>
                            <a:gd name="csX145" fmla="*/ 1210056 w 4164329"/>
                            <a:gd name="csY145" fmla="*/ 1497711 h 1538224"/>
                            <a:gd name="csX146" fmla="*/ 1218438 w 4164329"/>
                            <a:gd name="csY146" fmla="*/ 1496314 h 1538224"/>
                            <a:gd name="csX147" fmla="*/ 1226820 w 4164329"/>
                            <a:gd name="csY147" fmla="*/ 1494790 h 1538224"/>
                            <a:gd name="csX148" fmla="*/ 1235075 w 4164329"/>
                            <a:gd name="csY148" fmla="*/ 1493139 h 1538224"/>
                            <a:gd name="csX149" fmla="*/ 1243457 w 4164329"/>
                            <a:gd name="csY149" fmla="*/ 1491488 h 1538224"/>
                            <a:gd name="csX150" fmla="*/ 1251839 w 4164329"/>
                            <a:gd name="csY150" fmla="*/ 1489837 h 1538224"/>
                            <a:gd name="csX151" fmla="*/ 1260094 w 4164329"/>
                            <a:gd name="csY151" fmla="*/ 1488059 h 1538224"/>
                            <a:gd name="csX152" fmla="*/ 1268476 w 4164329"/>
                            <a:gd name="csY152" fmla="*/ 1486281 h 1538224"/>
                            <a:gd name="csX153" fmla="*/ 1276858 w 4164329"/>
                            <a:gd name="csY153" fmla="*/ 1484376 h 1538224"/>
                            <a:gd name="csX154" fmla="*/ 1285240 w 4164329"/>
                            <a:gd name="csY154" fmla="*/ 1482471 h 1538224"/>
                            <a:gd name="csX155" fmla="*/ 1293495 w 4164329"/>
                            <a:gd name="csY155" fmla="*/ 1480439 h 1538224"/>
                            <a:gd name="csX156" fmla="*/ 1301877 w 4164329"/>
                            <a:gd name="csY156" fmla="*/ 1478407 h 1538224"/>
                            <a:gd name="csX157" fmla="*/ 1310259 w 4164329"/>
                            <a:gd name="csY157" fmla="*/ 1476375 h 1538224"/>
                            <a:gd name="csX158" fmla="*/ 1318514 w 4164329"/>
                            <a:gd name="csY158" fmla="*/ 1474216 h 1538224"/>
                            <a:gd name="csX159" fmla="*/ 1326896 w 4164329"/>
                            <a:gd name="csY159" fmla="*/ 1471930 h 1538224"/>
                            <a:gd name="csX160" fmla="*/ 1335278 w 4164329"/>
                            <a:gd name="csY160" fmla="*/ 1469644 h 1538224"/>
                            <a:gd name="csX161" fmla="*/ 1343533 w 4164329"/>
                            <a:gd name="csY161" fmla="*/ 1467231 h 1538224"/>
                            <a:gd name="csX162" fmla="*/ 1351915 w 4164329"/>
                            <a:gd name="csY162" fmla="*/ 1464818 h 1538224"/>
                            <a:gd name="csX163" fmla="*/ 1360297 w 4164329"/>
                            <a:gd name="csY163" fmla="*/ 1462278 h 1538224"/>
                            <a:gd name="csX164" fmla="*/ 1368679 w 4164329"/>
                            <a:gd name="csY164" fmla="*/ 1459611 h 1538224"/>
                            <a:gd name="csX165" fmla="*/ 1376934 w 4164329"/>
                            <a:gd name="csY165" fmla="*/ 1456944 h 1538224"/>
                            <a:gd name="csX166" fmla="*/ 1385316 w 4164329"/>
                            <a:gd name="csY166" fmla="*/ 1454150 h 1538224"/>
                            <a:gd name="csX167" fmla="*/ 1393698 w 4164329"/>
                            <a:gd name="csY167" fmla="*/ 1451356 h 1538224"/>
                            <a:gd name="csX168" fmla="*/ 1401953 w 4164329"/>
                            <a:gd name="csY168" fmla="*/ 1448308 h 1538224"/>
                            <a:gd name="csX169" fmla="*/ 1410335 w 4164329"/>
                            <a:gd name="csY169" fmla="*/ 1445387 h 1538224"/>
                            <a:gd name="csX170" fmla="*/ 1418717 w 4164329"/>
                            <a:gd name="csY170" fmla="*/ 1442212 h 1538224"/>
                            <a:gd name="csX171" fmla="*/ 1427099 w 4164329"/>
                            <a:gd name="csY171" fmla="*/ 1439037 h 1538224"/>
                            <a:gd name="csX172" fmla="*/ 1435354 w 4164329"/>
                            <a:gd name="csY172" fmla="*/ 1435735 h 1538224"/>
                            <a:gd name="csX173" fmla="*/ 1443736 w 4164329"/>
                            <a:gd name="csY173" fmla="*/ 1432306 h 1538224"/>
                            <a:gd name="csX174" fmla="*/ 1452118 w 4164329"/>
                            <a:gd name="csY174" fmla="*/ 1428750 h 1538224"/>
                            <a:gd name="csX175" fmla="*/ 1460373 w 4164329"/>
                            <a:gd name="csY175" fmla="*/ 1425194 h 1538224"/>
                            <a:gd name="csX176" fmla="*/ 1468755 w 4164329"/>
                            <a:gd name="csY176" fmla="*/ 1421511 h 1538224"/>
                            <a:gd name="csX177" fmla="*/ 1477137 w 4164329"/>
                            <a:gd name="csY177" fmla="*/ 1417701 h 1538224"/>
                            <a:gd name="csX178" fmla="*/ 1485519 w 4164329"/>
                            <a:gd name="csY178" fmla="*/ 1413764 h 1538224"/>
                            <a:gd name="csX179" fmla="*/ 1493774 w 4164329"/>
                            <a:gd name="csY179" fmla="*/ 1409700 h 1538224"/>
                            <a:gd name="csX180" fmla="*/ 1502156 w 4164329"/>
                            <a:gd name="csY180" fmla="*/ 1405509 h 1538224"/>
                            <a:gd name="csX181" fmla="*/ 1510538 w 4164329"/>
                            <a:gd name="csY181" fmla="*/ 1401318 h 1538224"/>
                            <a:gd name="csX182" fmla="*/ 1518793 w 4164329"/>
                            <a:gd name="csY182" fmla="*/ 1396873 h 1538224"/>
                            <a:gd name="csX183" fmla="*/ 1527175 w 4164329"/>
                            <a:gd name="csY183" fmla="*/ 1392428 h 1538224"/>
                            <a:gd name="csX184" fmla="*/ 1535557 w 4164329"/>
                            <a:gd name="csY184" fmla="*/ 1387729 h 1538224"/>
                            <a:gd name="csX185" fmla="*/ 1543939 w 4164329"/>
                            <a:gd name="csY185" fmla="*/ 1383030 h 1538224"/>
                            <a:gd name="csX186" fmla="*/ 1552194 w 4164329"/>
                            <a:gd name="csY186" fmla="*/ 1378077 h 1538224"/>
                            <a:gd name="csX187" fmla="*/ 1560576 w 4164329"/>
                            <a:gd name="csY187" fmla="*/ 1373124 h 1538224"/>
                            <a:gd name="csX188" fmla="*/ 1568958 w 4164329"/>
                            <a:gd name="csY188" fmla="*/ 1367917 h 1538224"/>
                            <a:gd name="csX189" fmla="*/ 1577213 w 4164329"/>
                            <a:gd name="csY189" fmla="*/ 1362710 h 1538224"/>
                            <a:gd name="csX190" fmla="*/ 1585595 w 4164329"/>
                            <a:gd name="csY190" fmla="*/ 1357249 h 1538224"/>
                            <a:gd name="csX191" fmla="*/ 1593977 w 4164329"/>
                            <a:gd name="csY191" fmla="*/ 1351661 h 1538224"/>
                            <a:gd name="csX192" fmla="*/ 1602359 w 4164329"/>
                            <a:gd name="csY192" fmla="*/ 1346073 h 1538224"/>
                            <a:gd name="csX193" fmla="*/ 1610614 w 4164329"/>
                            <a:gd name="csY193" fmla="*/ 1340231 h 1538224"/>
                            <a:gd name="csX194" fmla="*/ 1618996 w 4164329"/>
                            <a:gd name="csY194" fmla="*/ 1334135 h 1538224"/>
                            <a:gd name="csX195" fmla="*/ 1627378 w 4164329"/>
                            <a:gd name="csY195" fmla="*/ 1328039 h 1538224"/>
                            <a:gd name="csX196" fmla="*/ 1635633 w 4164329"/>
                            <a:gd name="csY196" fmla="*/ 1321816 h 1538224"/>
                            <a:gd name="csX197" fmla="*/ 1644015 w 4164329"/>
                            <a:gd name="csY197" fmla="*/ 1315339 h 1538224"/>
                            <a:gd name="csX198" fmla="*/ 1652397 w 4164329"/>
                            <a:gd name="csY198" fmla="*/ 1308735 h 1538224"/>
                            <a:gd name="csX199" fmla="*/ 1660652 w 4164329"/>
                            <a:gd name="csY199" fmla="*/ 1302004 h 1538224"/>
                            <a:gd name="csX200" fmla="*/ 1669034 w 4164329"/>
                            <a:gd name="csY200" fmla="*/ 1295146 h 1538224"/>
                            <a:gd name="csX201" fmla="*/ 1677416 w 4164329"/>
                            <a:gd name="csY201" fmla="*/ 1288034 h 1538224"/>
                            <a:gd name="csX202" fmla="*/ 1685798 w 4164329"/>
                            <a:gd name="csY202" fmla="*/ 1280795 h 1538224"/>
                            <a:gd name="csX203" fmla="*/ 1694053 w 4164329"/>
                            <a:gd name="csY203" fmla="*/ 1273429 h 1538224"/>
                            <a:gd name="csX204" fmla="*/ 1702435 w 4164329"/>
                            <a:gd name="csY204" fmla="*/ 1265936 h 1538224"/>
                            <a:gd name="csX205" fmla="*/ 1710817 w 4164329"/>
                            <a:gd name="csY205" fmla="*/ 1258189 h 1538224"/>
                            <a:gd name="csX206" fmla="*/ 1719072 w 4164329"/>
                            <a:gd name="csY206" fmla="*/ 1250315 h 1538224"/>
                            <a:gd name="csX207" fmla="*/ 1727454 w 4164329"/>
                            <a:gd name="csY207" fmla="*/ 1242314 h 1538224"/>
                            <a:gd name="csX208" fmla="*/ 1735836 w 4164329"/>
                            <a:gd name="csY208" fmla="*/ 1234059 h 1538224"/>
                            <a:gd name="csX209" fmla="*/ 1744218 w 4164329"/>
                            <a:gd name="csY209" fmla="*/ 1225804 h 1538224"/>
                            <a:gd name="csX210" fmla="*/ 1752473 w 4164329"/>
                            <a:gd name="csY210" fmla="*/ 1217168 h 1538224"/>
                            <a:gd name="csX211" fmla="*/ 1760855 w 4164329"/>
                            <a:gd name="csY211" fmla="*/ 1208532 h 1538224"/>
                            <a:gd name="csX212" fmla="*/ 1769237 w 4164329"/>
                            <a:gd name="csY212" fmla="*/ 1199642 h 1538224"/>
                            <a:gd name="csX213" fmla="*/ 1777492 w 4164329"/>
                            <a:gd name="csY213" fmla="*/ 1190625 h 1538224"/>
                            <a:gd name="csX214" fmla="*/ 1785874 w 4164329"/>
                            <a:gd name="csY214" fmla="*/ 1181354 h 1538224"/>
                            <a:gd name="csX215" fmla="*/ 1794256 w 4164329"/>
                            <a:gd name="csY215" fmla="*/ 1172083 h 1538224"/>
                            <a:gd name="csX216" fmla="*/ 1802638 w 4164329"/>
                            <a:gd name="csY216" fmla="*/ 1162558 h 1538224"/>
                            <a:gd name="csX217" fmla="*/ 1810893 w 4164329"/>
                            <a:gd name="csY217" fmla="*/ 1152779 h 1538224"/>
                            <a:gd name="csX218" fmla="*/ 1819275 w 4164329"/>
                            <a:gd name="csY218" fmla="*/ 1143000 h 1538224"/>
                            <a:gd name="csX219" fmla="*/ 1827657 w 4164329"/>
                            <a:gd name="csY219" fmla="*/ 1132967 h 1538224"/>
                            <a:gd name="csX220" fmla="*/ 1835912 w 4164329"/>
                            <a:gd name="csY220" fmla="*/ 1122807 h 1538224"/>
                            <a:gd name="csX221" fmla="*/ 1844294 w 4164329"/>
                            <a:gd name="csY221" fmla="*/ 1112520 h 1538224"/>
                            <a:gd name="csX222" fmla="*/ 1852676 w 4164329"/>
                            <a:gd name="csY222" fmla="*/ 1101979 h 1538224"/>
                            <a:gd name="csX223" fmla="*/ 1861058 w 4164329"/>
                            <a:gd name="csY223" fmla="*/ 1091311 h 1538224"/>
                            <a:gd name="csX224" fmla="*/ 1869313 w 4164329"/>
                            <a:gd name="csY224" fmla="*/ 1080643 h 1538224"/>
                            <a:gd name="csX225" fmla="*/ 1877695 w 4164329"/>
                            <a:gd name="csY225" fmla="*/ 1069721 h 1538224"/>
                            <a:gd name="csX226" fmla="*/ 1886077 w 4164329"/>
                            <a:gd name="csY226" fmla="*/ 1058545 h 1538224"/>
                            <a:gd name="csX227" fmla="*/ 1894332 w 4164329"/>
                            <a:gd name="csY227" fmla="*/ 1047369 h 1538224"/>
                            <a:gd name="csX228" fmla="*/ 1902714 w 4164329"/>
                            <a:gd name="csY228" fmla="*/ 1036066 h 1538224"/>
                            <a:gd name="csX229" fmla="*/ 1911096 w 4164329"/>
                            <a:gd name="csY229" fmla="*/ 1024636 h 1538224"/>
                            <a:gd name="csX230" fmla="*/ 1919478 w 4164329"/>
                            <a:gd name="csY230" fmla="*/ 1012952 h 1538224"/>
                            <a:gd name="csX231" fmla="*/ 1927733 w 4164329"/>
                            <a:gd name="csY231" fmla="*/ 1001268 h 1538224"/>
                            <a:gd name="csX232" fmla="*/ 1936115 w 4164329"/>
                            <a:gd name="csY232" fmla="*/ 989457 h 1538224"/>
                            <a:gd name="csX233" fmla="*/ 1944497 w 4164329"/>
                            <a:gd name="csY233" fmla="*/ 977519 h 1538224"/>
                            <a:gd name="csX234" fmla="*/ 1952752 w 4164329"/>
                            <a:gd name="csY234" fmla="*/ 965454 h 1538224"/>
                            <a:gd name="csX235" fmla="*/ 1961134 w 4164329"/>
                            <a:gd name="csY235" fmla="*/ 953262 h 1538224"/>
                            <a:gd name="csX236" fmla="*/ 1969516 w 4164329"/>
                            <a:gd name="csY236" fmla="*/ 940943 h 1538224"/>
                            <a:gd name="csX237" fmla="*/ 1977771 w 4164329"/>
                            <a:gd name="csY237" fmla="*/ 928624 h 1538224"/>
                            <a:gd name="csX238" fmla="*/ 1986153 w 4164329"/>
                            <a:gd name="csY238" fmla="*/ 916178 h 1538224"/>
                            <a:gd name="csX239" fmla="*/ 1994535 w 4164329"/>
                            <a:gd name="csY239" fmla="*/ 903605 h 1538224"/>
                            <a:gd name="csX240" fmla="*/ 2002917 w 4164329"/>
                            <a:gd name="csY240" fmla="*/ 891032 h 1538224"/>
                            <a:gd name="csX241" fmla="*/ 2011172 w 4164329"/>
                            <a:gd name="csY241" fmla="*/ 878459 h 1538224"/>
                            <a:gd name="csX242" fmla="*/ 2019554 w 4164329"/>
                            <a:gd name="csY242" fmla="*/ 865759 h 1538224"/>
                            <a:gd name="csX243" fmla="*/ 2027936 w 4164329"/>
                            <a:gd name="csY243" fmla="*/ 852932 h 1538224"/>
                            <a:gd name="csX244" fmla="*/ 2036191 w 4164329"/>
                            <a:gd name="csY244" fmla="*/ 840105 h 1538224"/>
                            <a:gd name="csX245" fmla="*/ 2044573 w 4164329"/>
                            <a:gd name="csY245" fmla="*/ 827278 h 1538224"/>
                            <a:gd name="csX246" fmla="*/ 2052955 w 4164329"/>
                            <a:gd name="csY246" fmla="*/ 814324 h 1538224"/>
                            <a:gd name="csX247" fmla="*/ 2061337 w 4164329"/>
                            <a:gd name="csY247" fmla="*/ 801497 h 1538224"/>
                            <a:gd name="csX248" fmla="*/ 2069592 w 4164329"/>
                            <a:gd name="csY248" fmla="*/ 788543 h 1538224"/>
                            <a:gd name="csX249" fmla="*/ 2077974 w 4164329"/>
                            <a:gd name="csY249" fmla="*/ 775589 h 1538224"/>
                            <a:gd name="csX250" fmla="*/ 2086356 w 4164329"/>
                            <a:gd name="csY250" fmla="*/ 762635 h 1538224"/>
                            <a:gd name="csX251" fmla="*/ 2094611 w 4164329"/>
                            <a:gd name="csY251" fmla="*/ 749681 h 1538224"/>
                            <a:gd name="csX252" fmla="*/ 2102993 w 4164329"/>
                            <a:gd name="csY252" fmla="*/ 736727 h 1538224"/>
                            <a:gd name="csX253" fmla="*/ 2111375 w 4164329"/>
                            <a:gd name="csY253" fmla="*/ 723900 h 1538224"/>
                            <a:gd name="csX254" fmla="*/ 2119757 w 4164329"/>
                            <a:gd name="csY254" fmla="*/ 710946 h 1538224"/>
                            <a:gd name="csX255" fmla="*/ 2128012 w 4164329"/>
                            <a:gd name="csY255" fmla="*/ 698119 h 1538224"/>
                            <a:gd name="csX256" fmla="*/ 2136394 w 4164329"/>
                            <a:gd name="csY256" fmla="*/ 685292 h 1538224"/>
                            <a:gd name="csX257" fmla="*/ 2144776 w 4164329"/>
                            <a:gd name="csY257" fmla="*/ 672592 h 1538224"/>
                            <a:gd name="csX258" fmla="*/ 2153031 w 4164329"/>
                            <a:gd name="csY258" fmla="*/ 659892 h 1538224"/>
                            <a:gd name="csX259" fmla="*/ 2161413 w 4164329"/>
                            <a:gd name="csY259" fmla="*/ 647192 h 1538224"/>
                            <a:gd name="csX260" fmla="*/ 2169795 w 4164329"/>
                            <a:gd name="csY260" fmla="*/ 634619 h 1538224"/>
                            <a:gd name="csX261" fmla="*/ 2178177 w 4164329"/>
                            <a:gd name="csY261" fmla="*/ 622046 h 1538224"/>
                            <a:gd name="csX262" fmla="*/ 2186432 w 4164329"/>
                            <a:gd name="csY262" fmla="*/ 609600 h 1538224"/>
                            <a:gd name="csX263" fmla="*/ 2194814 w 4164329"/>
                            <a:gd name="csY263" fmla="*/ 597281 h 1538224"/>
                            <a:gd name="csX264" fmla="*/ 2203196 w 4164329"/>
                            <a:gd name="csY264" fmla="*/ 584962 h 1538224"/>
                            <a:gd name="csX265" fmla="*/ 2211451 w 4164329"/>
                            <a:gd name="csY265" fmla="*/ 572897 h 1538224"/>
                            <a:gd name="csX266" fmla="*/ 2219833 w 4164329"/>
                            <a:gd name="csY266" fmla="*/ 560832 h 1538224"/>
                            <a:gd name="csX267" fmla="*/ 2228215 w 4164329"/>
                            <a:gd name="csY267" fmla="*/ 548894 h 1538224"/>
                            <a:gd name="csX268" fmla="*/ 2236597 w 4164329"/>
                            <a:gd name="csY268" fmla="*/ 536956 h 1538224"/>
                            <a:gd name="csX269" fmla="*/ 2244852 w 4164329"/>
                            <a:gd name="csY269" fmla="*/ 525272 h 1538224"/>
                            <a:gd name="csX270" fmla="*/ 2253234 w 4164329"/>
                            <a:gd name="csY270" fmla="*/ 513715 h 1538224"/>
                            <a:gd name="csX271" fmla="*/ 2261616 w 4164329"/>
                            <a:gd name="csY271" fmla="*/ 502158 h 1538224"/>
                            <a:gd name="csX272" fmla="*/ 2269871 w 4164329"/>
                            <a:gd name="csY272" fmla="*/ 490855 h 1538224"/>
                            <a:gd name="csX273" fmla="*/ 2278253 w 4164329"/>
                            <a:gd name="csY273" fmla="*/ 479679 h 1538224"/>
                            <a:gd name="csX274" fmla="*/ 2286635 w 4164329"/>
                            <a:gd name="csY274" fmla="*/ 468630 h 1538224"/>
                            <a:gd name="csX275" fmla="*/ 2294890 w 4164329"/>
                            <a:gd name="csY275" fmla="*/ 457708 h 1538224"/>
                            <a:gd name="csX276" fmla="*/ 2303272 w 4164329"/>
                            <a:gd name="csY276" fmla="*/ 446913 h 1538224"/>
                            <a:gd name="csX277" fmla="*/ 2311654 w 4164329"/>
                            <a:gd name="csY277" fmla="*/ 436245 h 1538224"/>
                            <a:gd name="csX278" fmla="*/ 2320036 w 4164329"/>
                            <a:gd name="csY278" fmla="*/ 425831 h 1538224"/>
                            <a:gd name="csX279" fmla="*/ 2328291 w 4164329"/>
                            <a:gd name="csY279" fmla="*/ 415417 h 1538224"/>
                            <a:gd name="csX280" fmla="*/ 2336673 w 4164329"/>
                            <a:gd name="csY280" fmla="*/ 405257 h 1538224"/>
                            <a:gd name="csX281" fmla="*/ 2345055 w 4164329"/>
                            <a:gd name="csY281" fmla="*/ 395224 h 1538224"/>
                            <a:gd name="csX282" fmla="*/ 2353310 w 4164329"/>
                            <a:gd name="csY282" fmla="*/ 385445 h 1538224"/>
                            <a:gd name="csX283" fmla="*/ 2361692 w 4164329"/>
                            <a:gd name="csY283" fmla="*/ 375666 h 1538224"/>
                            <a:gd name="csX284" fmla="*/ 2370074 w 4164329"/>
                            <a:gd name="csY284" fmla="*/ 366141 h 1538224"/>
                            <a:gd name="csX285" fmla="*/ 2378456 w 4164329"/>
                            <a:gd name="csY285" fmla="*/ 356870 h 1538224"/>
                            <a:gd name="csX286" fmla="*/ 2386711 w 4164329"/>
                            <a:gd name="csY286" fmla="*/ 347599 h 1538224"/>
                            <a:gd name="csX287" fmla="*/ 2395093 w 4164329"/>
                            <a:gd name="csY287" fmla="*/ 338582 h 1538224"/>
                            <a:gd name="csX288" fmla="*/ 2403475 w 4164329"/>
                            <a:gd name="csY288" fmla="*/ 329692 h 1538224"/>
                            <a:gd name="csX289" fmla="*/ 2411730 w 4164329"/>
                            <a:gd name="csY289" fmla="*/ 321056 h 1538224"/>
                            <a:gd name="csX290" fmla="*/ 2420112 w 4164329"/>
                            <a:gd name="csY290" fmla="*/ 312547 h 1538224"/>
                            <a:gd name="csX291" fmla="*/ 2428494 w 4164329"/>
                            <a:gd name="csY291" fmla="*/ 304165 h 1538224"/>
                            <a:gd name="csX292" fmla="*/ 2436876 w 4164329"/>
                            <a:gd name="csY292" fmla="*/ 295910 h 1538224"/>
                            <a:gd name="csX293" fmla="*/ 2445131 w 4164329"/>
                            <a:gd name="csY293" fmla="*/ 287909 h 1538224"/>
                            <a:gd name="csX294" fmla="*/ 2453513 w 4164329"/>
                            <a:gd name="csY294" fmla="*/ 280035 h 1538224"/>
                            <a:gd name="csX295" fmla="*/ 2461895 w 4164329"/>
                            <a:gd name="csY295" fmla="*/ 272288 h 1538224"/>
                            <a:gd name="csX296" fmla="*/ 2470150 w 4164329"/>
                            <a:gd name="csY296" fmla="*/ 264795 h 1538224"/>
                            <a:gd name="csX297" fmla="*/ 2478532 w 4164329"/>
                            <a:gd name="csY297" fmla="*/ 257429 h 1538224"/>
                            <a:gd name="csX298" fmla="*/ 2486914 w 4164329"/>
                            <a:gd name="csY298" fmla="*/ 250190 h 1538224"/>
                            <a:gd name="csX299" fmla="*/ 2495296 w 4164329"/>
                            <a:gd name="csY299" fmla="*/ 243078 h 1538224"/>
                            <a:gd name="csX300" fmla="*/ 2503551 w 4164329"/>
                            <a:gd name="csY300" fmla="*/ 236220 h 1538224"/>
                            <a:gd name="csX301" fmla="*/ 2511933 w 4164329"/>
                            <a:gd name="csY301" fmla="*/ 229489 h 1538224"/>
                            <a:gd name="csX302" fmla="*/ 2520315 w 4164329"/>
                            <a:gd name="csY302" fmla="*/ 222885 h 1538224"/>
                            <a:gd name="csX303" fmla="*/ 2528570 w 4164329"/>
                            <a:gd name="csY303" fmla="*/ 216408 h 1538224"/>
                            <a:gd name="csX304" fmla="*/ 2536952 w 4164329"/>
                            <a:gd name="csY304" fmla="*/ 210185 h 1538224"/>
                            <a:gd name="csX305" fmla="*/ 2545334 w 4164329"/>
                            <a:gd name="csY305" fmla="*/ 204089 h 1538224"/>
                            <a:gd name="csX306" fmla="*/ 2553716 w 4164329"/>
                            <a:gd name="csY306" fmla="*/ 198120 h 1538224"/>
                            <a:gd name="csX307" fmla="*/ 2561971 w 4164329"/>
                            <a:gd name="csY307" fmla="*/ 192278 h 1538224"/>
                            <a:gd name="csX308" fmla="*/ 2570353 w 4164329"/>
                            <a:gd name="csY308" fmla="*/ 186563 h 1538224"/>
                            <a:gd name="csX309" fmla="*/ 2578735 w 4164329"/>
                            <a:gd name="csY309" fmla="*/ 180975 h 1538224"/>
                            <a:gd name="csX310" fmla="*/ 2586990 w 4164329"/>
                            <a:gd name="csY310" fmla="*/ 175514 h 1538224"/>
                            <a:gd name="csX311" fmla="*/ 2595372 w 4164329"/>
                            <a:gd name="csY311" fmla="*/ 170307 h 1538224"/>
                            <a:gd name="csX312" fmla="*/ 2603754 w 4164329"/>
                            <a:gd name="csY312" fmla="*/ 165100 h 1538224"/>
                            <a:gd name="csX313" fmla="*/ 2612009 w 4164329"/>
                            <a:gd name="csY313" fmla="*/ 160147 h 1538224"/>
                            <a:gd name="csX314" fmla="*/ 2620391 w 4164329"/>
                            <a:gd name="csY314" fmla="*/ 155194 h 1538224"/>
                            <a:gd name="csX315" fmla="*/ 2628773 w 4164329"/>
                            <a:gd name="csY315" fmla="*/ 150495 h 1538224"/>
                            <a:gd name="csX316" fmla="*/ 2637155 w 4164329"/>
                            <a:gd name="csY316" fmla="*/ 145923 h 1538224"/>
                            <a:gd name="csX317" fmla="*/ 2645410 w 4164329"/>
                            <a:gd name="csY317" fmla="*/ 141351 h 1538224"/>
                            <a:gd name="csX318" fmla="*/ 2653792 w 4164329"/>
                            <a:gd name="csY318" fmla="*/ 137033 h 1538224"/>
                            <a:gd name="csX319" fmla="*/ 2662174 w 4164329"/>
                            <a:gd name="csY319" fmla="*/ 132715 h 1538224"/>
                            <a:gd name="csX320" fmla="*/ 2670429 w 4164329"/>
                            <a:gd name="csY320" fmla="*/ 128524 h 1538224"/>
                            <a:gd name="csX321" fmla="*/ 2678811 w 4164329"/>
                            <a:gd name="csY321" fmla="*/ 124587 h 1538224"/>
                            <a:gd name="csX322" fmla="*/ 2687193 w 4164329"/>
                            <a:gd name="csY322" fmla="*/ 120650 h 1538224"/>
                            <a:gd name="csX323" fmla="*/ 2695575 w 4164329"/>
                            <a:gd name="csY323" fmla="*/ 116840 h 1538224"/>
                            <a:gd name="csX324" fmla="*/ 2703830 w 4164329"/>
                            <a:gd name="csY324" fmla="*/ 113030 h 1538224"/>
                            <a:gd name="csX325" fmla="*/ 2712212 w 4164329"/>
                            <a:gd name="csY325" fmla="*/ 109474 h 1538224"/>
                            <a:gd name="csX326" fmla="*/ 2720594 w 4164329"/>
                            <a:gd name="csY326" fmla="*/ 105918 h 1538224"/>
                            <a:gd name="csX327" fmla="*/ 2728849 w 4164329"/>
                            <a:gd name="csY327" fmla="*/ 102616 h 1538224"/>
                            <a:gd name="csX328" fmla="*/ 2737231 w 4164329"/>
                            <a:gd name="csY328" fmla="*/ 99314 h 1538224"/>
                            <a:gd name="csX329" fmla="*/ 2745613 w 4164329"/>
                            <a:gd name="csY329" fmla="*/ 96012 h 1538224"/>
                            <a:gd name="csX330" fmla="*/ 2753995 w 4164329"/>
                            <a:gd name="csY330" fmla="*/ 92964 h 1538224"/>
                            <a:gd name="csX331" fmla="*/ 2762250 w 4164329"/>
                            <a:gd name="csY331" fmla="*/ 89916 h 1538224"/>
                            <a:gd name="csX332" fmla="*/ 2770632 w 4164329"/>
                            <a:gd name="csY332" fmla="*/ 86995 h 1538224"/>
                            <a:gd name="csX333" fmla="*/ 2779014 w 4164329"/>
                            <a:gd name="csY333" fmla="*/ 84074 h 1538224"/>
                            <a:gd name="csX334" fmla="*/ 2787269 w 4164329"/>
                            <a:gd name="csY334" fmla="*/ 81280 h 1538224"/>
                            <a:gd name="csX335" fmla="*/ 2795651 w 4164329"/>
                            <a:gd name="csY335" fmla="*/ 78613 h 1538224"/>
                            <a:gd name="csX336" fmla="*/ 2804033 w 4164329"/>
                            <a:gd name="csY336" fmla="*/ 76073 h 1538224"/>
                            <a:gd name="csX337" fmla="*/ 2812415 w 4164329"/>
                            <a:gd name="csY337" fmla="*/ 73533 h 1538224"/>
                            <a:gd name="csX338" fmla="*/ 2820670 w 4164329"/>
                            <a:gd name="csY338" fmla="*/ 70993 h 1538224"/>
                            <a:gd name="csX339" fmla="*/ 2829052 w 4164329"/>
                            <a:gd name="csY339" fmla="*/ 68580 h 1538224"/>
                            <a:gd name="csX340" fmla="*/ 2837434 w 4164329"/>
                            <a:gd name="csY340" fmla="*/ 66294 h 1538224"/>
                            <a:gd name="csX341" fmla="*/ 2845689 w 4164329"/>
                            <a:gd name="csY341" fmla="*/ 64135 h 1538224"/>
                            <a:gd name="csX342" fmla="*/ 2854071 w 4164329"/>
                            <a:gd name="csY342" fmla="*/ 61849 h 1538224"/>
                            <a:gd name="csX343" fmla="*/ 2862453 w 4164329"/>
                            <a:gd name="csY343" fmla="*/ 59817 h 1538224"/>
                            <a:gd name="csX344" fmla="*/ 2870835 w 4164329"/>
                            <a:gd name="csY344" fmla="*/ 57785 h 1538224"/>
                            <a:gd name="csX345" fmla="*/ 2879090 w 4164329"/>
                            <a:gd name="csY345" fmla="*/ 55753 h 1538224"/>
                            <a:gd name="csX346" fmla="*/ 2887472 w 4164329"/>
                            <a:gd name="csY346" fmla="*/ 53848 h 1538224"/>
                            <a:gd name="csX347" fmla="*/ 2895854 w 4164329"/>
                            <a:gd name="csY347" fmla="*/ 51943 h 1538224"/>
                            <a:gd name="csX348" fmla="*/ 2904109 w 4164329"/>
                            <a:gd name="csY348" fmla="*/ 50165 h 1538224"/>
                            <a:gd name="csX349" fmla="*/ 2912491 w 4164329"/>
                            <a:gd name="csY349" fmla="*/ 48387 h 1538224"/>
                            <a:gd name="csX350" fmla="*/ 2920873 w 4164329"/>
                            <a:gd name="csY350" fmla="*/ 46736 h 1538224"/>
                            <a:gd name="csX351" fmla="*/ 2929128 w 4164329"/>
                            <a:gd name="csY351" fmla="*/ 45085 h 1538224"/>
                            <a:gd name="csX352" fmla="*/ 2937510 w 4164329"/>
                            <a:gd name="csY352" fmla="*/ 43561 h 1538224"/>
                            <a:gd name="csX353" fmla="*/ 2945892 w 4164329"/>
                            <a:gd name="csY353" fmla="*/ 42037 h 1538224"/>
                            <a:gd name="csX354" fmla="*/ 2954274 w 4164329"/>
                            <a:gd name="csY354" fmla="*/ 40513 h 1538224"/>
                            <a:gd name="csX355" fmla="*/ 2962529 w 4164329"/>
                            <a:gd name="csY355" fmla="*/ 38989 h 1538224"/>
                            <a:gd name="csX356" fmla="*/ 2970911 w 4164329"/>
                            <a:gd name="csY356" fmla="*/ 37592 h 1538224"/>
                            <a:gd name="csX357" fmla="*/ 2979293 w 4164329"/>
                            <a:gd name="csY357" fmla="*/ 36322 h 1538224"/>
                            <a:gd name="csX358" fmla="*/ 2987548 w 4164329"/>
                            <a:gd name="csY358" fmla="*/ 34925 h 1538224"/>
                            <a:gd name="csX359" fmla="*/ 2995930 w 4164329"/>
                            <a:gd name="csY359" fmla="*/ 33655 h 1538224"/>
                            <a:gd name="csX360" fmla="*/ 3004312 w 4164329"/>
                            <a:gd name="csY360" fmla="*/ 32512 h 1538224"/>
                            <a:gd name="csX361" fmla="*/ 3012694 w 4164329"/>
                            <a:gd name="csY361" fmla="*/ 31242 h 1538224"/>
                            <a:gd name="csX362" fmla="*/ 3020949 w 4164329"/>
                            <a:gd name="csY362" fmla="*/ 30099 h 1538224"/>
                            <a:gd name="csX363" fmla="*/ 3029331 w 4164329"/>
                            <a:gd name="csY363" fmla="*/ 29083 h 1538224"/>
                            <a:gd name="csX364" fmla="*/ 3037713 w 4164329"/>
                            <a:gd name="csY364" fmla="*/ 27940 h 1538224"/>
                            <a:gd name="csX365" fmla="*/ 3045968 w 4164329"/>
                            <a:gd name="csY365" fmla="*/ 26924 h 1538224"/>
                            <a:gd name="csX366" fmla="*/ 3054350 w 4164329"/>
                            <a:gd name="csY366" fmla="*/ 25908 h 1538224"/>
                            <a:gd name="csX367" fmla="*/ 3062732 w 4164329"/>
                            <a:gd name="csY367" fmla="*/ 24892 h 1538224"/>
                            <a:gd name="csX368" fmla="*/ 3071114 w 4164329"/>
                            <a:gd name="csY368" fmla="*/ 24003 h 1538224"/>
                            <a:gd name="csX369" fmla="*/ 3079369 w 4164329"/>
                            <a:gd name="csY369" fmla="*/ 23114 h 1538224"/>
                            <a:gd name="csX370" fmla="*/ 3087751 w 4164329"/>
                            <a:gd name="csY370" fmla="*/ 22225 h 1538224"/>
                            <a:gd name="csX371" fmla="*/ 3096133 w 4164329"/>
                            <a:gd name="csY371" fmla="*/ 21336 h 1538224"/>
                            <a:gd name="csX372" fmla="*/ 3104388 w 4164329"/>
                            <a:gd name="csY372" fmla="*/ 20574 h 1538224"/>
                            <a:gd name="csX373" fmla="*/ 3112770 w 4164329"/>
                            <a:gd name="csY373" fmla="*/ 19812 h 1538224"/>
                            <a:gd name="csX374" fmla="*/ 3121152 w 4164329"/>
                            <a:gd name="csY374" fmla="*/ 19050 h 1538224"/>
                            <a:gd name="csX375" fmla="*/ 3129534 w 4164329"/>
                            <a:gd name="csY375" fmla="*/ 18288 h 1538224"/>
                            <a:gd name="csX376" fmla="*/ 3137789 w 4164329"/>
                            <a:gd name="csY376" fmla="*/ 17526 h 1538224"/>
                            <a:gd name="csX377" fmla="*/ 3146171 w 4164329"/>
                            <a:gd name="csY377" fmla="*/ 16891 h 1538224"/>
                            <a:gd name="csX378" fmla="*/ 3154553 w 4164329"/>
                            <a:gd name="csY378" fmla="*/ 16129 h 1538224"/>
                            <a:gd name="csX379" fmla="*/ 3162808 w 4164329"/>
                            <a:gd name="csY379" fmla="*/ 15494 h 1538224"/>
                            <a:gd name="csX380" fmla="*/ 3171190 w 4164329"/>
                            <a:gd name="csY380" fmla="*/ 14859 h 1538224"/>
                            <a:gd name="csX381" fmla="*/ 3179572 w 4164329"/>
                            <a:gd name="csY381" fmla="*/ 14351 h 1538224"/>
                            <a:gd name="csX382" fmla="*/ 3187954 w 4164329"/>
                            <a:gd name="csY382" fmla="*/ 13716 h 1538224"/>
                            <a:gd name="csX383" fmla="*/ 3196209 w 4164329"/>
                            <a:gd name="csY383" fmla="*/ 13208 h 1538224"/>
                            <a:gd name="csX384" fmla="*/ 3204591 w 4164329"/>
                            <a:gd name="csY384" fmla="*/ 12700 h 1538224"/>
                            <a:gd name="csX385" fmla="*/ 3212973 w 4164329"/>
                            <a:gd name="csY385" fmla="*/ 12065 h 1538224"/>
                            <a:gd name="csX386" fmla="*/ 3221228 w 4164329"/>
                            <a:gd name="csY386" fmla="*/ 11684 h 1538224"/>
                            <a:gd name="csX387" fmla="*/ 3229610 w 4164329"/>
                            <a:gd name="csY387" fmla="*/ 11176 h 1538224"/>
                            <a:gd name="csX388" fmla="*/ 3237992 w 4164329"/>
                            <a:gd name="csY388" fmla="*/ 10668 h 1538224"/>
                            <a:gd name="csX389" fmla="*/ 3246374 w 4164329"/>
                            <a:gd name="csY389" fmla="*/ 10287 h 1538224"/>
                            <a:gd name="csX390" fmla="*/ 3254629 w 4164329"/>
                            <a:gd name="csY390" fmla="*/ 9779 h 1538224"/>
                            <a:gd name="csX391" fmla="*/ 3263011 w 4164329"/>
                            <a:gd name="csY391" fmla="*/ 9398 h 1538224"/>
                            <a:gd name="csX392" fmla="*/ 3271393 w 4164329"/>
                            <a:gd name="csY392" fmla="*/ 9017 h 1538224"/>
                            <a:gd name="csX393" fmla="*/ 3279648 w 4164329"/>
                            <a:gd name="csY393" fmla="*/ 8636 h 1538224"/>
                            <a:gd name="csX394" fmla="*/ 3288030 w 4164329"/>
                            <a:gd name="csY394" fmla="*/ 8255 h 1538224"/>
                            <a:gd name="csX395" fmla="*/ 3296412 w 4164329"/>
                            <a:gd name="csY395" fmla="*/ 7874 h 1538224"/>
                            <a:gd name="csX396" fmla="*/ 3304667 w 4164329"/>
                            <a:gd name="csY396" fmla="*/ 7493 h 1538224"/>
                            <a:gd name="csX397" fmla="*/ 3313049 w 4164329"/>
                            <a:gd name="csY397" fmla="*/ 7239 h 1538224"/>
                            <a:gd name="csX398" fmla="*/ 3321431 w 4164329"/>
                            <a:gd name="csY398" fmla="*/ 6858 h 1538224"/>
                            <a:gd name="csX399" fmla="*/ 3329813 w 4164329"/>
                            <a:gd name="csY399" fmla="*/ 6604 h 1538224"/>
                            <a:gd name="csX400" fmla="*/ 3338068 w 4164329"/>
                            <a:gd name="csY400" fmla="*/ 6223 h 1538224"/>
                            <a:gd name="csX401" fmla="*/ 3346450 w 4164329"/>
                            <a:gd name="csY401" fmla="*/ 5969 h 1538224"/>
                            <a:gd name="csX402" fmla="*/ 3354832 w 4164329"/>
                            <a:gd name="csY402" fmla="*/ 5715 h 1538224"/>
                            <a:gd name="csX403" fmla="*/ 3363087 w 4164329"/>
                            <a:gd name="csY403" fmla="*/ 5461 h 1538224"/>
                            <a:gd name="csX404" fmla="*/ 3371469 w 4164329"/>
                            <a:gd name="csY404" fmla="*/ 5207 h 1538224"/>
                            <a:gd name="csX405" fmla="*/ 3379851 w 4164329"/>
                            <a:gd name="csY405" fmla="*/ 4953 h 1538224"/>
                            <a:gd name="csX406" fmla="*/ 3388233 w 4164329"/>
                            <a:gd name="csY406" fmla="*/ 4699 h 1538224"/>
                            <a:gd name="csX407" fmla="*/ 3396488 w 4164329"/>
                            <a:gd name="csY407" fmla="*/ 4572 h 1538224"/>
                            <a:gd name="csX408" fmla="*/ 3404870 w 4164329"/>
                            <a:gd name="csY408" fmla="*/ 4318 h 1538224"/>
                            <a:gd name="csX409" fmla="*/ 3413252 w 4164329"/>
                            <a:gd name="csY409" fmla="*/ 4064 h 1538224"/>
                            <a:gd name="csX410" fmla="*/ 3421507 w 4164329"/>
                            <a:gd name="csY410" fmla="*/ 3937 h 1538224"/>
                            <a:gd name="csX411" fmla="*/ 3429889 w 4164329"/>
                            <a:gd name="csY411" fmla="*/ 3683 h 1538224"/>
                            <a:gd name="csX412" fmla="*/ 3438271 w 4164329"/>
                            <a:gd name="csY412" fmla="*/ 3556 h 1538224"/>
                            <a:gd name="csX413" fmla="*/ 3446653 w 4164329"/>
                            <a:gd name="csY413" fmla="*/ 3302 h 1538224"/>
                            <a:gd name="csX414" fmla="*/ 3454908 w 4164329"/>
                            <a:gd name="csY414" fmla="*/ 3175 h 1538224"/>
                            <a:gd name="csX415" fmla="*/ 3463290 w 4164329"/>
                            <a:gd name="csY415" fmla="*/ 3048 h 1538224"/>
                            <a:gd name="csX416" fmla="*/ 3471672 w 4164329"/>
                            <a:gd name="csY416" fmla="*/ 2921 h 1538224"/>
                            <a:gd name="csX417" fmla="*/ 3479927 w 4164329"/>
                            <a:gd name="csY417" fmla="*/ 2794 h 1538224"/>
                            <a:gd name="csX418" fmla="*/ 3488309 w 4164329"/>
                            <a:gd name="csY418" fmla="*/ 2667 h 1538224"/>
                            <a:gd name="csX419" fmla="*/ 3496691 w 4164329"/>
                            <a:gd name="csY419" fmla="*/ 2540 h 1538224"/>
                            <a:gd name="csX420" fmla="*/ 3505073 w 4164329"/>
                            <a:gd name="csY420" fmla="*/ 2413 h 1538224"/>
                            <a:gd name="csX421" fmla="*/ 3513328 w 4164329"/>
                            <a:gd name="csY421" fmla="*/ 2286 h 1538224"/>
                            <a:gd name="csX422" fmla="*/ 3521710 w 4164329"/>
                            <a:gd name="csY422" fmla="*/ 2159 h 1538224"/>
                            <a:gd name="csX423" fmla="*/ 3530092 w 4164329"/>
                            <a:gd name="csY423" fmla="*/ 2032 h 1538224"/>
                            <a:gd name="csX424" fmla="*/ 3538347 w 4164329"/>
                            <a:gd name="csY424" fmla="*/ 1905 h 1538224"/>
                            <a:gd name="csX425" fmla="*/ 3546729 w 4164329"/>
                            <a:gd name="csY425" fmla="*/ 1778 h 1538224"/>
                            <a:gd name="csX426" fmla="*/ 3555111 w 4164329"/>
                            <a:gd name="csY426" fmla="*/ 1651 h 1538224"/>
                            <a:gd name="csX427" fmla="*/ 3563493 w 4164329"/>
                            <a:gd name="csY427" fmla="*/ 1651 h 1538224"/>
                            <a:gd name="csX428" fmla="*/ 3571748 w 4164329"/>
                            <a:gd name="csY428" fmla="*/ 1524 h 1538224"/>
                            <a:gd name="csX429" fmla="*/ 3580130 w 4164329"/>
                            <a:gd name="csY429" fmla="*/ 1397 h 1538224"/>
                            <a:gd name="csX430" fmla="*/ 3588512 w 4164329"/>
                            <a:gd name="csY430" fmla="*/ 1397 h 1538224"/>
                            <a:gd name="csX431" fmla="*/ 3596767 w 4164329"/>
                            <a:gd name="csY431" fmla="*/ 1270 h 1538224"/>
                            <a:gd name="csX432" fmla="*/ 3605149 w 4164329"/>
                            <a:gd name="csY432" fmla="*/ 1270 h 1538224"/>
                            <a:gd name="csX433" fmla="*/ 3613531 w 4164329"/>
                            <a:gd name="csY433" fmla="*/ 1143 h 1538224"/>
                            <a:gd name="csX434" fmla="*/ 3621786 w 4164329"/>
                            <a:gd name="csY434" fmla="*/ 1143 h 1538224"/>
                            <a:gd name="csX435" fmla="*/ 3630168 w 4164329"/>
                            <a:gd name="csY435" fmla="*/ 1016 h 1538224"/>
                            <a:gd name="csX436" fmla="*/ 3638550 w 4164329"/>
                            <a:gd name="csY436" fmla="*/ 1016 h 1538224"/>
                            <a:gd name="csX437" fmla="*/ 3646932 w 4164329"/>
                            <a:gd name="csY437" fmla="*/ 889 h 1538224"/>
                            <a:gd name="csX438" fmla="*/ 3655187 w 4164329"/>
                            <a:gd name="csY438" fmla="*/ 889 h 1538224"/>
                            <a:gd name="csX439" fmla="*/ 3663569 w 4164329"/>
                            <a:gd name="csY439" fmla="*/ 762 h 1538224"/>
                            <a:gd name="csX440" fmla="*/ 3671951 w 4164329"/>
                            <a:gd name="csY440" fmla="*/ 762 h 1538224"/>
                            <a:gd name="csX441" fmla="*/ 3680206 w 4164329"/>
                            <a:gd name="csY441" fmla="*/ 762 h 1538224"/>
                            <a:gd name="csX442" fmla="*/ 3688588 w 4164329"/>
                            <a:gd name="csY442" fmla="*/ 635 h 1538224"/>
                            <a:gd name="csX443" fmla="*/ 3696970 w 4164329"/>
                            <a:gd name="csY443" fmla="*/ 635 h 1538224"/>
                            <a:gd name="csX444" fmla="*/ 3705352 w 4164329"/>
                            <a:gd name="csY444" fmla="*/ 635 h 1538224"/>
                            <a:gd name="csX445" fmla="*/ 3713607 w 4164329"/>
                            <a:gd name="csY445" fmla="*/ 508 h 1538224"/>
                            <a:gd name="csX446" fmla="*/ 3721989 w 4164329"/>
                            <a:gd name="csY446" fmla="*/ 508 h 1538224"/>
                            <a:gd name="csX447" fmla="*/ 3730371 w 4164329"/>
                            <a:gd name="csY447" fmla="*/ 508 h 1538224"/>
                            <a:gd name="csX448" fmla="*/ 3738626 w 4164329"/>
                            <a:gd name="csY448" fmla="*/ 508 h 1538224"/>
                            <a:gd name="csX449" fmla="*/ 3747008 w 4164329"/>
                            <a:gd name="csY449" fmla="*/ 381 h 1538224"/>
                            <a:gd name="csX450" fmla="*/ 3755390 w 4164329"/>
                            <a:gd name="csY450" fmla="*/ 381 h 1538224"/>
                            <a:gd name="csX451" fmla="*/ 3763772 w 4164329"/>
                            <a:gd name="csY451" fmla="*/ 381 h 1538224"/>
                            <a:gd name="csX452" fmla="*/ 3772027 w 4164329"/>
                            <a:gd name="csY452" fmla="*/ 381 h 1538224"/>
                            <a:gd name="csX453" fmla="*/ 3780409 w 4164329"/>
                            <a:gd name="csY453" fmla="*/ 381 h 1538224"/>
                            <a:gd name="csX454" fmla="*/ 3788791 w 4164329"/>
                            <a:gd name="csY454" fmla="*/ 254 h 1538224"/>
                            <a:gd name="csX455" fmla="*/ 3797046 w 4164329"/>
                            <a:gd name="csY455" fmla="*/ 254 h 1538224"/>
                            <a:gd name="csX456" fmla="*/ 3805428 w 4164329"/>
                            <a:gd name="csY456" fmla="*/ 254 h 1538224"/>
                            <a:gd name="csX457" fmla="*/ 3813810 w 4164329"/>
                            <a:gd name="csY457" fmla="*/ 254 h 1538224"/>
                            <a:gd name="csX458" fmla="*/ 3822192 w 4164329"/>
                            <a:gd name="csY458" fmla="*/ 254 h 1538224"/>
                            <a:gd name="csX459" fmla="*/ 3830447 w 4164329"/>
                            <a:gd name="csY459" fmla="*/ 254 h 1538224"/>
                            <a:gd name="csX460" fmla="*/ 3838829 w 4164329"/>
                            <a:gd name="csY460" fmla="*/ 254 h 1538224"/>
                            <a:gd name="csX461" fmla="*/ 3847211 w 4164329"/>
                            <a:gd name="csY461" fmla="*/ 127 h 1538224"/>
                            <a:gd name="csX462" fmla="*/ 3855466 w 4164329"/>
                            <a:gd name="csY462" fmla="*/ 127 h 1538224"/>
                            <a:gd name="csX463" fmla="*/ 3863848 w 4164329"/>
                            <a:gd name="csY463" fmla="*/ 127 h 1538224"/>
                            <a:gd name="csX464" fmla="*/ 3872230 w 4164329"/>
                            <a:gd name="csY464" fmla="*/ 127 h 1538224"/>
                            <a:gd name="csX465" fmla="*/ 3880612 w 4164329"/>
                            <a:gd name="csY465" fmla="*/ 127 h 1538224"/>
                            <a:gd name="csX466" fmla="*/ 3888867 w 4164329"/>
                            <a:gd name="csY466" fmla="*/ 127 h 1538224"/>
                            <a:gd name="csX467" fmla="*/ 3897249 w 4164329"/>
                            <a:gd name="csY467" fmla="*/ 127 h 1538224"/>
                            <a:gd name="csX468" fmla="*/ 3905631 w 4164329"/>
                            <a:gd name="csY468" fmla="*/ 127 h 1538224"/>
                            <a:gd name="csX469" fmla="*/ 3913886 w 4164329"/>
                            <a:gd name="csY469" fmla="*/ 127 h 1538224"/>
                            <a:gd name="csX470" fmla="*/ 3922268 w 4164329"/>
                            <a:gd name="csY470" fmla="*/ 127 h 1538224"/>
                            <a:gd name="csX471" fmla="*/ 3930650 w 4164329"/>
                            <a:gd name="csY471" fmla="*/ 127 h 1538224"/>
                            <a:gd name="csX472" fmla="*/ 3938905 w 4164329"/>
                            <a:gd name="csY472" fmla="*/ 127 h 1538224"/>
                            <a:gd name="csX473" fmla="*/ 3947287 w 4164329"/>
                            <a:gd name="csY473" fmla="*/ 0 h 1538224"/>
                            <a:gd name="csX474" fmla="*/ 3955669 w 4164329"/>
                            <a:gd name="csY474" fmla="*/ 0 h 1538224"/>
                            <a:gd name="csX475" fmla="*/ 3964051 w 4164329"/>
                            <a:gd name="csY475" fmla="*/ 0 h 1538224"/>
                            <a:gd name="csX476" fmla="*/ 3972306 w 4164329"/>
                            <a:gd name="csY476" fmla="*/ 0 h 1538224"/>
                            <a:gd name="csX477" fmla="*/ 3980688 w 4164329"/>
                            <a:gd name="csY477" fmla="*/ 0 h 1538224"/>
                            <a:gd name="csX478" fmla="*/ 3989070 w 4164329"/>
                            <a:gd name="csY478" fmla="*/ 0 h 1538224"/>
                            <a:gd name="csX479" fmla="*/ 3997325 w 4164329"/>
                            <a:gd name="csY479" fmla="*/ 0 h 1538224"/>
                            <a:gd name="csX480" fmla="*/ 4005707 w 4164329"/>
                            <a:gd name="csY480" fmla="*/ 0 h 1538224"/>
                            <a:gd name="csX481" fmla="*/ 4014089 w 4164329"/>
                            <a:gd name="csY481" fmla="*/ 0 h 1538224"/>
                            <a:gd name="csX482" fmla="*/ 4022471 w 4164329"/>
                            <a:gd name="csY482" fmla="*/ 0 h 1538224"/>
                            <a:gd name="csX483" fmla="*/ 4030726 w 4164329"/>
                            <a:gd name="csY483" fmla="*/ 0 h 1538224"/>
                            <a:gd name="csX484" fmla="*/ 4039108 w 4164329"/>
                            <a:gd name="csY484" fmla="*/ 0 h 1538224"/>
                            <a:gd name="csX485" fmla="*/ 4047490 w 4164329"/>
                            <a:gd name="csY485" fmla="*/ 0 h 1538224"/>
                            <a:gd name="csX486" fmla="*/ 4055745 w 4164329"/>
                            <a:gd name="csY486" fmla="*/ 0 h 1538224"/>
                            <a:gd name="csX487" fmla="*/ 4064127 w 4164329"/>
                            <a:gd name="csY487" fmla="*/ 0 h 1538224"/>
                            <a:gd name="csX488" fmla="*/ 4072509 w 4164329"/>
                            <a:gd name="csY488" fmla="*/ 0 h 1538224"/>
                            <a:gd name="csX489" fmla="*/ 4080891 w 4164329"/>
                            <a:gd name="csY489" fmla="*/ 0 h 1538224"/>
                            <a:gd name="csX490" fmla="*/ 4089146 w 4164329"/>
                            <a:gd name="csY490" fmla="*/ 0 h 1538224"/>
                            <a:gd name="csX491" fmla="*/ 4097528 w 4164329"/>
                            <a:gd name="csY491" fmla="*/ 0 h 1538224"/>
                            <a:gd name="csX492" fmla="*/ 4105910 w 4164329"/>
                            <a:gd name="csY492" fmla="*/ 0 h 1538224"/>
                            <a:gd name="csX493" fmla="*/ 4114165 w 4164329"/>
                            <a:gd name="csY493" fmla="*/ 0 h 1538224"/>
                            <a:gd name="csX494" fmla="*/ 4122547 w 4164329"/>
                            <a:gd name="csY494" fmla="*/ 0 h 1538224"/>
                            <a:gd name="csX495" fmla="*/ 4130929 w 4164329"/>
                            <a:gd name="csY495" fmla="*/ 0 h 1538224"/>
                            <a:gd name="csX496" fmla="*/ 4139311 w 4164329"/>
                            <a:gd name="csY496" fmla="*/ 0 h 1538224"/>
                            <a:gd name="csX497" fmla="*/ 4147566 w 4164329"/>
                            <a:gd name="csY497" fmla="*/ 0 h 1538224"/>
                            <a:gd name="csX498" fmla="*/ 4155948 w 4164329"/>
                            <a:gd name="csY498" fmla="*/ 0 h 1538224"/>
                            <a:gd name="csX499" fmla="*/ 4164330 w 4164329"/>
                            <a:gd name="csY499" fmla="*/ 0 h 1538224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538224">
                              <a:moveTo>
                                <a:pt x="0" y="1538224"/>
                              </a:moveTo>
                              <a:lnTo>
                                <a:pt x="8382" y="1538224"/>
                              </a:lnTo>
                              <a:lnTo>
                                <a:pt x="16637" y="1538224"/>
                              </a:lnTo>
                              <a:lnTo>
                                <a:pt x="25019" y="1538224"/>
                              </a:lnTo>
                              <a:lnTo>
                                <a:pt x="33401" y="1538224"/>
                              </a:lnTo>
                              <a:lnTo>
                                <a:pt x="41783" y="1538224"/>
                              </a:lnTo>
                              <a:lnTo>
                                <a:pt x="50038" y="1538224"/>
                              </a:lnTo>
                              <a:lnTo>
                                <a:pt x="58420" y="1538224"/>
                              </a:lnTo>
                              <a:lnTo>
                                <a:pt x="66802" y="1538224"/>
                              </a:lnTo>
                              <a:lnTo>
                                <a:pt x="75057" y="1538224"/>
                              </a:lnTo>
                              <a:lnTo>
                                <a:pt x="83439" y="1538224"/>
                              </a:lnTo>
                              <a:lnTo>
                                <a:pt x="91821" y="1538224"/>
                              </a:lnTo>
                              <a:lnTo>
                                <a:pt x="100203" y="1538224"/>
                              </a:lnTo>
                              <a:lnTo>
                                <a:pt x="108458" y="1538224"/>
                              </a:lnTo>
                              <a:lnTo>
                                <a:pt x="116840" y="1538224"/>
                              </a:lnTo>
                              <a:lnTo>
                                <a:pt x="125222" y="1538224"/>
                              </a:lnTo>
                              <a:lnTo>
                                <a:pt x="133477" y="1538224"/>
                              </a:lnTo>
                              <a:lnTo>
                                <a:pt x="141859" y="1538224"/>
                              </a:lnTo>
                              <a:lnTo>
                                <a:pt x="150241" y="1538224"/>
                              </a:lnTo>
                              <a:lnTo>
                                <a:pt x="158623" y="1538224"/>
                              </a:lnTo>
                              <a:lnTo>
                                <a:pt x="166878" y="1538224"/>
                              </a:lnTo>
                              <a:lnTo>
                                <a:pt x="175260" y="1538224"/>
                              </a:lnTo>
                              <a:lnTo>
                                <a:pt x="183642" y="1538224"/>
                              </a:lnTo>
                              <a:lnTo>
                                <a:pt x="191897" y="1538224"/>
                              </a:lnTo>
                              <a:lnTo>
                                <a:pt x="200279" y="1538224"/>
                              </a:lnTo>
                              <a:lnTo>
                                <a:pt x="208661" y="1538224"/>
                              </a:lnTo>
                              <a:lnTo>
                                <a:pt x="217043" y="1538224"/>
                              </a:lnTo>
                              <a:lnTo>
                                <a:pt x="225298" y="1538224"/>
                              </a:lnTo>
                              <a:lnTo>
                                <a:pt x="233680" y="1538224"/>
                              </a:lnTo>
                              <a:lnTo>
                                <a:pt x="242062" y="1538224"/>
                              </a:lnTo>
                              <a:lnTo>
                                <a:pt x="250317" y="1538097"/>
                              </a:lnTo>
                              <a:lnTo>
                                <a:pt x="258699" y="1538097"/>
                              </a:lnTo>
                              <a:lnTo>
                                <a:pt x="267081" y="1538097"/>
                              </a:lnTo>
                              <a:lnTo>
                                <a:pt x="275463" y="1538097"/>
                              </a:lnTo>
                              <a:lnTo>
                                <a:pt x="283718" y="1538097"/>
                              </a:lnTo>
                              <a:lnTo>
                                <a:pt x="292100" y="1538097"/>
                              </a:lnTo>
                              <a:lnTo>
                                <a:pt x="300482" y="1538097"/>
                              </a:lnTo>
                              <a:lnTo>
                                <a:pt x="308737" y="1538097"/>
                              </a:lnTo>
                              <a:lnTo>
                                <a:pt x="317119" y="1538097"/>
                              </a:lnTo>
                              <a:lnTo>
                                <a:pt x="325501" y="1538097"/>
                              </a:lnTo>
                              <a:lnTo>
                                <a:pt x="333756" y="1537970"/>
                              </a:lnTo>
                              <a:lnTo>
                                <a:pt x="342138" y="1537970"/>
                              </a:lnTo>
                              <a:lnTo>
                                <a:pt x="350520" y="1537970"/>
                              </a:lnTo>
                              <a:lnTo>
                                <a:pt x="358902" y="1537970"/>
                              </a:lnTo>
                              <a:lnTo>
                                <a:pt x="367157" y="1537970"/>
                              </a:lnTo>
                              <a:lnTo>
                                <a:pt x="375539" y="1537970"/>
                              </a:lnTo>
                              <a:lnTo>
                                <a:pt x="383921" y="1537970"/>
                              </a:lnTo>
                              <a:lnTo>
                                <a:pt x="392176" y="1537843"/>
                              </a:lnTo>
                              <a:lnTo>
                                <a:pt x="400558" y="1537843"/>
                              </a:lnTo>
                              <a:lnTo>
                                <a:pt x="408940" y="1537843"/>
                              </a:lnTo>
                              <a:lnTo>
                                <a:pt x="417322" y="1537843"/>
                              </a:lnTo>
                              <a:lnTo>
                                <a:pt x="425577" y="1537843"/>
                              </a:lnTo>
                              <a:lnTo>
                                <a:pt x="433959" y="1537716"/>
                              </a:lnTo>
                              <a:lnTo>
                                <a:pt x="442341" y="1537716"/>
                              </a:lnTo>
                              <a:lnTo>
                                <a:pt x="450596" y="1537716"/>
                              </a:lnTo>
                              <a:lnTo>
                                <a:pt x="458978" y="1537589"/>
                              </a:lnTo>
                              <a:lnTo>
                                <a:pt x="467360" y="1537589"/>
                              </a:lnTo>
                              <a:lnTo>
                                <a:pt x="475742" y="1537589"/>
                              </a:lnTo>
                              <a:lnTo>
                                <a:pt x="483997" y="1537589"/>
                              </a:lnTo>
                              <a:lnTo>
                                <a:pt x="492379" y="1537462"/>
                              </a:lnTo>
                              <a:lnTo>
                                <a:pt x="500761" y="1537462"/>
                              </a:lnTo>
                              <a:lnTo>
                                <a:pt x="509016" y="1537335"/>
                              </a:lnTo>
                              <a:lnTo>
                                <a:pt x="517398" y="1537335"/>
                              </a:lnTo>
                              <a:lnTo>
                                <a:pt x="525780" y="1537335"/>
                              </a:lnTo>
                              <a:lnTo>
                                <a:pt x="534162" y="1537208"/>
                              </a:lnTo>
                              <a:lnTo>
                                <a:pt x="542417" y="1537208"/>
                              </a:lnTo>
                              <a:lnTo>
                                <a:pt x="550799" y="1537081"/>
                              </a:lnTo>
                              <a:lnTo>
                                <a:pt x="559181" y="1537081"/>
                              </a:lnTo>
                              <a:lnTo>
                                <a:pt x="567436" y="1536954"/>
                              </a:lnTo>
                              <a:lnTo>
                                <a:pt x="575818" y="1536827"/>
                              </a:lnTo>
                              <a:lnTo>
                                <a:pt x="584200" y="1536827"/>
                              </a:lnTo>
                              <a:lnTo>
                                <a:pt x="592582" y="1536700"/>
                              </a:lnTo>
                              <a:lnTo>
                                <a:pt x="600837" y="1536573"/>
                              </a:lnTo>
                              <a:lnTo>
                                <a:pt x="609219" y="1536573"/>
                              </a:lnTo>
                              <a:lnTo>
                                <a:pt x="617601" y="1536446"/>
                              </a:lnTo>
                              <a:lnTo>
                                <a:pt x="625856" y="1536319"/>
                              </a:lnTo>
                              <a:lnTo>
                                <a:pt x="634238" y="1536192"/>
                              </a:lnTo>
                              <a:lnTo>
                                <a:pt x="642620" y="1536192"/>
                              </a:lnTo>
                              <a:lnTo>
                                <a:pt x="651002" y="1536065"/>
                              </a:lnTo>
                              <a:lnTo>
                                <a:pt x="659257" y="1535938"/>
                              </a:lnTo>
                              <a:lnTo>
                                <a:pt x="667639" y="1535811"/>
                              </a:lnTo>
                              <a:lnTo>
                                <a:pt x="676021" y="1535684"/>
                              </a:lnTo>
                              <a:lnTo>
                                <a:pt x="684276" y="1535557"/>
                              </a:lnTo>
                              <a:lnTo>
                                <a:pt x="692658" y="1535303"/>
                              </a:lnTo>
                              <a:lnTo>
                                <a:pt x="701040" y="1535176"/>
                              </a:lnTo>
                              <a:lnTo>
                                <a:pt x="709295" y="1535049"/>
                              </a:lnTo>
                              <a:lnTo>
                                <a:pt x="717677" y="1534922"/>
                              </a:lnTo>
                              <a:lnTo>
                                <a:pt x="726059" y="1534668"/>
                              </a:lnTo>
                              <a:lnTo>
                                <a:pt x="734441" y="1534541"/>
                              </a:lnTo>
                              <a:lnTo>
                                <a:pt x="742696" y="1534287"/>
                              </a:lnTo>
                              <a:lnTo>
                                <a:pt x="751078" y="1534160"/>
                              </a:lnTo>
                              <a:lnTo>
                                <a:pt x="759460" y="1533906"/>
                              </a:lnTo>
                              <a:lnTo>
                                <a:pt x="767715" y="1533779"/>
                              </a:lnTo>
                              <a:lnTo>
                                <a:pt x="776097" y="1533525"/>
                              </a:lnTo>
                              <a:lnTo>
                                <a:pt x="784479" y="1533271"/>
                              </a:lnTo>
                              <a:lnTo>
                                <a:pt x="792861" y="1533017"/>
                              </a:lnTo>
                              <a:lnTo>
                                <a:pt x="801116" y="1532763"/>
                              </a:lnTo>
                              <a:lnTo>
                                <a:pt x="809498" y="1532509"/>
                              </a:lnTo>
                              <a:lnTo>
                                <a:pt x="817880" y="1532255"/>
                              </a:lnTo>
                              <a:lnTo>
                                <a:pt x="826135" y="1532001"/>
                              </a:lnTo>
                              <a:lnTo>
                                <a:pt x="834517" y="1531747"/>
                              </a:lnTo>
                              <a:lnTo>
                                <a:pt x="842899" y="1531366"/>
                              </a:lnTo>
                              <a:lnTo>
                                <a:pt x="851281" y="1531112"/>
                              </a:lnTo>
                              <a:lnTo>
                                <a:pt x="859536" y="1530731"/>
                              </a:lnTo>
                              <a:lnTo>
                                <a:pt x="867918" y="1530350"/>
                              </a:lnTo>
                              <a:lnTo>
                                <a:pt x="876300" y="1529969"/>
                              </a:lnTo>
                              <a:lnTo>
                                <a:pt x="884555" y="1529715"/>
                              </a:lnTo>
                              <a:lnTo>
                                <a:pt x="892937" y="1529207"/>
                              </a:lnTo>
                              <a:lnTo>
                                <a:pt x="901319" y="1528826"/>
                              </a:lnTo>
                              <a:lnTo>
                                <a:pt x="909701" y="1528445"/>
                              </a:lnTo>
                              <a:lnTo>
                                <a:pt x="917956" y="1528064"/>
                              </a:lnTo>
                              <a:lnTo>
                                <a:pt x="926338" y="1527556"/>
                              </a:lnTo>
                              <a:lnTo>
                                <a:pt x="934720" y="1527048"/>
                              </a:lnTo>
                              <a:lnTo>
                                <a:pt x="942975" y="1526667"/>
                              </a:lnTo>
                              <a:lnTo>
                                <a:pt x="951357" y="1526159"/>
                              </a:lnTo>
                              <a:lnTo>
                                <a:pt x="959739" y="1525651"/>
                              </a:lnTo>
                              <a:lnTo>
                                <a:pt x="968121" y="1525016"/>
                              </a:lnTo>
                              <a:lnTo>
                                <a:pt x="976376" y="1524508"/>
                              </a:lnTo>
                              <a:lnTo>
                                <a:pt x="984758" y="1523873"/>
                              </a:lnTo>
                              <a:lnTo>
                                <a:pt x="993140" y="1523365"/>
                              </a:lnTo>
                              <a:lnTo>
                                <a:pt x="1001395" y="1522730"/>
                              </a:lnTo>
                              <a:lnTo>
                                <a:pt x="1009777" y="1522095"/>
                              </a:lnTo>
                              <a:lnTo>
                                <a:pt x="1018159" y="1521460"/>
                              </a:lnTo>
                              <a:lnTo>
                                <a:pt x="1026414" y="1520698"/>
                              </a:lnTo>
                              <a:lnTo>
                                <a:pt x="1034796" y="1519936"/>
                              </a:lnTo>
                              <a:lnTo>
                                <a:pt x="1043178" y="1519301"/>
                              </a:lnTo>
                              <a:lnTo>
                                <a:pt x="1051560" y="1518539"/>
                              </a:lnTo>
                              <a:lnTo>
                                <a:pt x="1059815" y="1517650"/>
                              </a:lnTo>
                              <a:lnTo>
                                <a:pt x="1068197" y="1516888"/>
                              </a:lnTo>
                              <a:lnTo>
                                <a:pt x="1076579" y="1515999"/>
                              </a:lnTo>
                              <a:lnTo>
                                <a:pt x="1084834" y="1515110"/>
                              </a:lnTo>
                              <a:lnTo>
                                <a:pt x="1093216" y="1514221"/>
                              </a:lnTo>
                              <a:lnTo>
                                <a:pt x="1101598" y="1513332"/>
                              </a:lnTo>
                              <a:lnTo>
                                <a:pt x="1109980" y="1512316"/>
                              </a:lnTo>
                              <a:lnTo>
                                <a:pt x="1118235" y="1511300"/>
                              </a:lnTo>
                              <a:lnTo>
                                <a:pt x="1126617" y="1510284"/>
                              </a:lnTo>
                              <a:lnTo>
                                <a:pt x="1134999" y="1509268"/>
                              </a:lnTo>
                              <a:lnTo>
                                <a:pt x="1143254" y="1508125"/>
                              </a:lnTo>
                              <a:lnTo>
                                <a:pt x="1151636" y="1506982"/>
                              </a:lnTo>
                              <a:lnTo>
                                <a:pt x="1160018" y="1505712"/>
                              </a:lnTo>
                              <a:lnTo>
                                <a:pt x="1168400" y="1504569"/>
                              </a:lnTo>
                              <a:lnTo>
                                <a:pt x="1176655" y="1503299"/>
                              </a:lnTo>
                              <a:lnTo>
                                <a:pt x="1185037" y="1501902"/>
                              </a:lnTo>
                              <a:lnTo>
                                <a:pt x="1193419" y="1500632"/>
                              </a:lnTo>
                              <a:lnTo>
                                <a:pt x="1201674" y="1499235"/>
                              </a:lnTo>
                              <a:lnTo>
                                <a:pt x="1210056" y="1497711"/>
                              </a:lnTo>
                              <a:lnTo>
                                <a:pt x="1218438" y="1496314"/>
                              </a:lnTo>
                              <a:lnTo>
                                <a:pt x="1226820" y="1494790"/>
                              </a:lnTo>
                              <a:lnTo>
                                <a:pt x="1235075" y="1493139"/>
                              </a:lnTo>
                              <a:lnTo>
                                <a:pt x="1243457" y="1491488"/>
                              </a:lnTo>
                              <a:lnTo>
                                <a:pt x="1251839" y="1489837"/>
                              </a:lnTo>
                              <a:lnTo>
                                <a:pt x="1260094" y="1488059"/>
                              </a:lnTo>
                              <a:lnTo>
                                <a:pt x="1268476" y="1486281"/>
                              </a:lnTo>
                              <a:lnTo>
                                <a:pt x="1276858" y="1484376"/>
                              </a:lnTo>
                              <a:lnTo>
                                <a:pt x="1285240" y="1482471"/>
                              </a:lnTo>
                              <a:lnTo>
                                <a:pt x="1293495" y="1480439"/>
                              </a:lnTo>
                              <a:lnTo>
                                <a:pt x="1301877" y="1478407"/>
                              </a:lnTo>
                              <a:lnTo>
                                <a:pt x="1310259" y="1476375"/>
                              </a:lnTo>
                              <a:lnTo>
                                <a:pt x="1318514" y="1474216"/>
                              </a:lnTo>
                              <a:lnTo>
                                <a:pt x="1326896" y="1471930"/>
                              </a:lnTo>
                              <a:lnTo>
                                <a:pt x="1335278" y="1469644"/>
                              </a:lnTo>
                              <a:lnTo>
                                <a:pt x="1343533" y="1467231"/>
                              </a:lnTo>
                              <a:lnTo>
                                <a:pt x="1351915" y="1464818"/>
                              </a:lnTo>
                              <a:lnTo>
                                <a:pt x="1360297" y="1462278"/>
                              </a:lnTo>
                              <a:lnTo>
                                <a:pt x="1368679" y="1459611"/>
                              </a:lnTo>
                              <a:lnTo>
                                <a:pt x="1376934" y="1456944"/>
                              </a:lnTo>
                              <a:lnTo>
                                <a:pt x="1385316" y="1454150"/>
                              </a:lnTo>
                              <a:lnTo>
                                <a:pt x="1393698" y="1451356"/>
                              </a:lnTo>
                              <a:lnTo>
                                <a:pt x="1401953" y="1448308"/>
                              </a:lnTo>
                              <a:lnTo>
                                <a:pt x="1410335" y="1445387"/>
                              </a:lnTo>
                              <a:lnTo>
                                <a:pt x="1418717" y="1442212"/>
                              </a:lnTo>
                              <a:lnTo>
                                <a:pt x="1427099" y="1439037"/>
                              </a:lnTo>
                              <a:lnTo>
                                <a:pt x="1435354" y="1435735"/>
                              </a:lnTo>
                              <a:lnTo>
                                <a:pt x="1443736" y="1432306"/>
                              </a:lnTo>
                              <a:lnTo>
                                <a:pt x="1452118" y="1428750"/>
                              </a:lnTo>
                              <a:lnTo>
                                <a:pt x="1460373" y="1425194"/>
                              </a:lnTo>
                              <a:lnTo>
                                <a:pt x="1468755" y="1421511"/>
                              </a:lnTo>
                              <a:lnTo>
                                <a:pt x="1477137" y="1417701"/>
                              </a:lnTo>
                              <a:lnTo>
                                <a:pt x="1485519" y="1413764"/>
                              </a:lnTo>
                              <a:lnTo>
                                <a:pt x="1493774" y="1409700"/>
                              </a:lnTo>
                              <a:lnTo>
                                <a:pt x="1502156" y="1405509"/>
                              </a:lnTo>
                              <a:lnTo>
                                <a:pt x="1510538" y="1401318"/>
                              </a:lnTo>
                              <a:lnTo>
                                <a:pt x="1518793" y="1396873"/>
                              </a:lnTo>
                              <a:lnTo>
                                <a:pt x="1527175" y="1392428"/>
                              </a:lnTo>
                              <a:lnTo>
                                <a:pt x="1535557" y="1387729"/>
                              </a:lnTo>
                              <a:lnTo>
                                <a:pt x="1543939" y="1383030"/>
                              </a:lnTo>
                              <a:lnTo>
                                <a:pt x="1552194" y="1378077"/>
                              </a:lnTo>
                              <a:lnTo>
                                <a:pt x="1560576" y="1373124"/>
                              </a:lnTo>
                              <a:lnTo>
                                <a:pt x="1568958" y="1367917"/>
                              </a:lnTo>
                              <a:lnTo>
                                <a:pt x="1577213" y="1362710"/>
                              </a:lnTo>
                              <a:lnTo>
                                <a:pt x="1585595" y="1357249"/>
                              </a:lnTo>
                              <a:lnTo>
                                <a:pt x="1593977" y="1351661"/>
                              </a:lnTo>
                              <a:lnTo>
                                <a:pt x="1602359" y="1346073"/>
                              </a:lnTo>
                              <a:lnTo>
                                <a:pt x="1610614" y="1340231"/>
                              </a:lnTo>
                              <a:lnTo>
                                <a:pt x="1618996" y="1334135"/>
                              </a:lnTo>
                              <a:lnTo>
                                <a:pt x="1627378" y="1328039"/>
                              </a:lnTo>
                              <a:lnTo>
                                <a:pt x="1635633" y="1321816"/>
                              </a:lnTo>
                              <a:lnTo>
                                <a:pt x="1644015" y="1315339"/>
                              </a:lnTo>
                              <a:lnTo>
                                <a:pt x="1652397" y="1308735"/>
                              </a:lnTo>
                              <a:lnTo>
                                <a:pt x="1660652" y="1302004"/>
                              </a:lnTo>
                              <a:lnTo>
                                <a:pt x="1669034" y="1295146"/>
                              </a:lnTo>
                              <a:lnTo>
                                <a:pt x="1677416" y="1288034"/>
                              </a:lnTo>
                              <a:lnTo>
                                <a:pt x="1685798" y="1280795"/>
                              </a:lnTo>
                              <a:lnTo>
                                <a:pt x="1694053" y="1273429"/>
                              </a:lnTo>
                              <a:lnTo>
                                <a:pt x="1702435" y="1265936"/>
                              </a:lnTo>
                              <a:lnTo>
                                <a:pt x="1710817" y="1258189"/>
                              </a:lnTo>
                              <a:lnTo>
                                <a:pt x="1719072" y="1250315"/>
                              </a:lnTo>
                              <a:lnTo>
                                <a:pt x="1727454" y="1242314"/>
                              </a:lnTo>
                              <a:lnTo>
                                <a:pt x="1735836" y="1234059"/>
                              </a:lnTo>
                              <a:lnTo>
                                <a:pt x="1744218" y="1225804"/>
                              </a:lnTo>
                              <a:lnTo>
                                <a:pt x="1752473" y="1217168"/>
                              </a:lnTo>
                              <a:lnTo>
                                <a:pt x="1760855" y="1208532"/>
                              </a:lnTo>
                              <a:lnTo>
                                <a:pt x="1769237" y="1199642"/>
                              </a:lnTo>
                              <a:lnTo>
                                <a:pt x="1777492" y="1190625"/>
                              </a:lnTo>
                              <a:lnTo>
                                <a:pt x="1785874" y="1181354"/>
                              </a:lnTo>
                              <a:lnTo>
                                <a:pt x="1794256" y="1172083"/>
                              </a:lnTo>
                              <a:lnTo>
                                <a:pt x="1802638" y="1162558"/>
                              </a:lnTo>
                              <a:lnTo>
                                <a:pt x="1810893" y="1152779"/>
                              </a:lnTo>
                              <a:lnTo>
                                <a:pt x="1819275" y="1143000"/>
                              </a:lnTo>
                              <a:lnTo>
                                <a:pt x="1827657" y="1132967"/>
                              </a:lnTo>
                              <a:lnTo>
                                <a:pt x="1835912" y="1122807"/>
                              </a:lnTo>
                              <a:lnTo>
                                <a:pt x="1844294" y="1112520"/>
                              </a:lnTo>
                              <a:lnTo>
                                <a:pt x="1852676" y="1101979"/>
                              </a:lnTo>
                              <a:lnTo>
                                <a:pt x="1861058" y="1091311"/>
                              </a:lnTo>
                              <a:lnTo>
                                <a:pt x="1869313" y="1080643"/>
                              </a:lnTo>
                              <a:lnTo>
                                <a:pt x="1877695" y="1069721"/>
                              </a:lnTo>
                              <a:lnTo>
                                <a:pt x="1886077" y="1058545"/>
                              </a:lnTo>
                              <a:lnTo>
                                <a:pt x="1894332" y="1047369"/>
                              </a:lnTo>
                              <a:lnTo>
                                <a:pt x="1902714" y="1036066"/>
                              </a:lnTo>
                              <a:lnTo>
                                <a:pt x="1911096" y="1024636"/>
                              </a:lnTo>
                              <a:lnTo>
                                <a:pt x="1919478" y="1012952"/>
                              </a:lnTo>
                              <a:lnTo>
                                <a:pt x="1927733" y="1001268"/>
                              </a:lnTo>
                              <a:lnTo>
                                <a:pt x="1936115" y="989457"/>
                              </a:lnTo>
                              <a:lnTo>
                                <a:pt x="1944497" y="977519"/>
                              </a:lnTo>
                              <a:lnTo>
                                <a:pt x="1952752" y="965454"/>
                              </a:lnTo>
                              <a:lnTo>
                                <a:pt x="1961134" y="953262"/>
                              </a:lnTo>
                              <a:lnTo>
                                <a:pt x="1969516" y="940943"/>
                              </a:lnTo>
                              <a:lnTo>
                                <a:pt x="1977771" y="928624"/>
                              </a:lnTo>
                              <a:lnTo>
                                <a:pt x="1986153" y="916178"/>
                              </a:lnTo>
                              <a:lnTo>
                                <a:pt x="1994535" y="903605"/>
                              </a:lnTo>
                              <a:lnTo>
                                <a:pt x="2002917" y="891032"/>
                              </a:lnTo>
                              <a:lnTo>
                                <a:pt x="2011172" y="878459"/>
                              </a:lnTo>
                              <a:lnTo>
                                <a:pt x="2019554" y="865759"/>
                              </a:lnTo>
                              <a:lnTo>
                                <a:pt x="2027936" y="852932"/>
                              </a:lnTo>
                              <a:lnTo>
                                <a:pt x="2036191" y="840105"/>
                              </a:lnTo>
                              <a:lnTo>
                                <a:pt x="2044573" y="827278"/>
                              </a:lnTo>
                              <a:lnTo>
                                <a:pt x="2052955" y="814324"/>
                              </a:lnTo>
                              <a:lnTo>
                                <a:pt x="2061337" y="801497"/>
                              </a:lnTo>
                              <a:lnTo>
                                <a:pt x="2069592" y="788543"/>
                              </a:lnTo>
                              <a:lnTo>
                                <a:pt x="2077974" y="775589"/>
                              </a:lnTo>
                              <a:lnTo>
                                <a:pt x="2086356" y="762635"/>
                              </a:lnTo>
                              <a:lnTo>
                                <a:pt x="2094611" y="749681"/>
                              </a:lnTo>
                              <a:lnTo>
                                <a:pt x="2102993" y="736727"/>
                              </a:lnTo>
                              <a:lnTo>
                                <a:pt x="2111375" y="723900"/>
                              </a:lnTo>
                              <a:lnTo>
                                <a:pt x="2119757" y="710946"/>
                              </a:lnTo>
                              <a:lnTo>
                                <a:pt x="2128012" y="698119"/>
                              </a:lnTo>
                              <a:lnTo>
                                <a:pt x="2136394" y="685292"/>
                              </a:lnTo>
                              <a:lnTo>
                                <a:pt x="2144776" y="672592"/>
                              </a:lnTo>
                              <a:lnTo>
                                <a:pt x="2153031" y="659892"/>
                              </a:lnTo>
                              <a:lnTo>
                                <a:pt x="2161413" y="647192"/>
                              </a:lnTo>
                              <a:lnTo>
                                <a:pt x="2169795" y="634619"/>
                              </a:lnTo>
                              <a:lnTo>
                                <a:pt x="2178177" y="622046"/>
                              </a:lnTo>
                              <a:lnTo>
                                <a:pt x="2186432" y="609600"/>
                              </a:lnTo>
                              <a:lnTo>
                                <a:pt x="2194814" y="597281"/>
                              </a:lnTo>
                              <a:lnTo>
                                <a:pt x="2203196" y="584962"/>
                              </a:lnTo>
                              <a:lnTo>
                                <a:pt x="2211451" y="572897"/>
                              </a:lnTo>
                              <a:lnTo>
                                <a:pt x="2219833" y="560832"/>
                              </a:lnTo>
                              <a:lnTo>
                                <a:pt x="2228215" y="548894"/>
                              </a:lnTo>
                              <a:lnTo>
                                <a:pt x="2236597" y="536956"/>
                              </a:lnTo>
                              <a:lnTo>
                                <a:pt x="2244852" y="525272"/>
                              </a:lnTo>
                              <a:lnTo>
                                <a:pt x="2253234" y="513715"/>
                              </a:lnTo>
                              <a:lnTo>
                                <a:pt x="2261616" y="502158"/>
                              </a:lnTo>
                              <a:lnTo>
                                <a:pt x="2269871" y="490855"/>
                              </a:lnTo>
                              <a:lnTo>
                                <a:pt x="2278253" y="479679"/>
                              </a:lnTo>
                              <a:lnTo>
                                <a:pt x="2286635" y="468630"/>
                              </a:lnTo>
                              <a:lnTo>
                                <a:pt x="2294890" y="457708"/>
                              </a:lnTo>
                              <a:lnTo>
                                <a:pt x="2303272" y="446913"/>
                              </a:lnTo>
                              <a:lnTo>
                                <a:pt x="2311654" y="436245"/>
                              </a:lnTo>
                              <a:lnTo>
                                <a:pt x="2320036" y="425831"/>
                              </a:lnTo>
                              <a:lnTo>
                                <a:pt x="2328291" y="415417"/>
                              </a:lnTo>
                              <a:lnTo>
                                <a:pt x="2336673" y="405257"/>
                              </a:lnTo>
                              <a:lnTo>
                                <a:pt x="2345055" y="395224"/>
                              </a:lnTo>
                              <a:lnTo>
                                <a:pt x="2353310" y="385445"/>
                              </a:lnTo>
                              <a:lnTo>
                                <a:pt x="2361692" y="375666"/>
                              </a:lnTo>
                              <a:lnTo>
                                <a:pt x="2370074" y="366141"/>
                              </a:lnTo>
                              <a:lnTo>
                                <a:pt x="2378456" y="356870"/>
                              </a:lnTo>
                              <a:lnTo>
                                <a:pt x="2386711" y="347599"/>
                              </a:lnTo>
                              <a:lnTo>
                                <a:pt x="2395093" y="338582"/>
                              </a:lnTo>
                              <a:lnTo>
                                <a:pt x="2403475" y="329692"/>
                              </a:lnTo>
                              <a:lnTo>
                                <a:pt x="2411730" y="321056"/>
                              </a:lnTo>
                              <a:lnTo>
                                <a:pt x="2420112" y="312547"/>
                              </a:lnTo>
                              <a:lnTo>
                                <a:pt x="2428494" y="304165"/>
                              </a:lnTo>
                              <a:lnTo>
                                <a:pt x="2436876" y="295910"/>
                              </a:lnTo>
                              <a:lnTo>
                                <a:pt x="2445131" y="287909"/>
                              </a:lnTo>
                              <a:lnTo>
                                <a:pt x="2453513" y="280035"/>
                              </a:lnTo>
                              <a:lnTo>
                                <a:pt x="2461895" y="272288"/>
                              </a:lnTo>
                              <a:lnTo>
                                <a:pt x="2470150" y="264795"/>
                              </a:lnTo>
                              <a:lnTo>
                                <a:pt x="2478532" y="257429"/>
                              </a:lnTo>
                              <a:lnTo>
                                <a:pt x="2486914" y="250190"/>
                              </a:lnTo>
                              <a:lnTo>
                                <a:pt x="2495296" y="243078"/>
                              </a:lnTo>
                              <a:lnTo>
                                <a:pt x="2503551" y="236220"/>
                              </a:lnTo>
                              <a:lnTo>
                                <a:pt x="2511933" y="229489"/>
                              </a:lnTo>
                              <a:lnTo>
                                <a:pt x="2520315" y="222885"/>
                              </a:lnTo>
                              <a:lnTo>
                                <a:pt x="2528570" y="216408"/>
                              </a:lnTo>
                              <a:lnTo>
                                <a:pt x="2536952" y="210185"/>
                              </a:lnTo>
                              <a:lnTo>
                                <a:pt x="2545334" y="204089"/>
                              </a:lnTo>
                              <a:lnTo>
                                <a:pt x="2553716" y="198120"/>
                              </a:lnTo>
                              <a:lnTo>
                                <a:pt x="2561971" y="192278"/>
                              </a:lnTo>
                              <a:lnTo>
                                <a:pt x="2570353" y="186563"/>
                              </a:lnTo>
                              <a:lnTo>
                                <a:pt x="2578735" y="180975"/>
                              </a:lnTo>
                              <a:lnTo>
                                <a:pt x="2586990" y="175514"/>
                              </a:lnTo>
                              <a:lnTo>
                                <a:pt x="2595372" y="170307"/>
                              </a:lnTo>
                              <a:lnTo>
                                <a:pt x="2603754" y="165100"/>
                              </a:lnTo>
                              <a:lnTo>
                                <a:pt x="2612009" y="160147"/>
                              </a:lnTo>
                              <a:lnTo>
                                <a:pt x="2620391" y="155194"/>
                              </a:lnTo>
                              <a:lnTo>
                                <a:pt x="2628773" y="150495"/>
                              </a:lnTo>
                              <a:lnTo>
                                <a:pt x="2637155" y="145923"/>
                              </a:lnTo>
                              <a:lnTo>
                                <a:pt x="2645410" y="141351"/>
                              </a:lnTo>
                              <a:lnTo>
                                <a:pt x="2653792" y="137033"/>
                              </a:lnTo>
                              <a:lnTo>
                                <a:pt x="2662174" y="132715"/>
                              </a:lnTo>
                              <a:lnTo>
                                <a:pt x="2670429" y="128524"/>
                              </a:lnTo>
                              <a:lnTo>
                                <a:pt x="2678811" y="124587"/>
                              </a:lnTo>
                              <a:lnTo>
                                <a:pt x="2687193" y="120650"/>
                              </a:lnTo>
                              <a:lnTo>
                                <a:pt x="2695575" y="116840"/>
                              </a:lnTo>
                              <a:lnTo>
                                <a:pt x="2703830" y="113030"/>
                              </a:lnTo>
                              <a:lnTo>
                                <a:pt x="2712212" y="109474"/>
                              </a:lnTo>
                              <a:lnTo>
                                <a:pt x="2720594" y="105918"/>
                              </a:lnTo>
                              <a:lnTo>
                                <a:pt x="2728849" y="102616"/>
                              </a:lnTo>
                              <a:lnTo>
                                <a:pt x="2737231" y="99314"/>
                              </a:lnTo>
                              <a:lnTo>
                                <a:pt x="2745613" y="96012"/>
                              </a:lnTo>
                              <a:lnTo>
                                <a:pt x="2753995" y="92964"/>
                              </a:lnTo>
                              <a:lnTo>
                                <a:pt x="2762250" y="89916"/>
                              </a:lnTo>
                              <a:lnTo>
                                <a:pt x="2770632" y="86995"/>
                              </a:lnTo>
                              <a:lnTo>
                                <a:pt x="2779014" y="84074"/>
                              </a:lnTo>
                              <a:lnTo>
                                <a:pt x="2787269" y="81280"/>
                              </a:lnTo>
                              <a:lnTo>
                                <a:pt x="2795651" y="78613"/>
                              </a:lnTo>
                              <a:lnTo>
                                <a:pt x="2804033" y="76073"/>
                              </a:lnTo>
                              <a:lnTo>
                                <a:pt x="2812415" y="73533"/>
                              </a:lnTo>
                              <a:lnTo>
                                <a:pt x="2820670" y="70993"/>
                              </a:lnTo>
                              <a:lnTo>
                                <a:pt x="2829052" y="68580"/>
                              </a:lnTo>
                              <a:lnTo>
                                <a:pt x="2837434" y="66294"/>
                              </a:lnTo>
                              <a:lnTo>
                                <a:pt x="2845689" y="64135"/>
                              </a:lnTo>
                              <a:lnTo>
                                <a:pt x="2854071" y="61849"/>
                              </a:lnTo>
                              <a:lnTo>
                                <a:pt x="2862453" y="59817"/>
                              </a:lnTo>
                              <a:lnTo>
                                <a:pt x="2870835" y="57785"/>
                              </a:lnTo>
                              <a:lnTo>
                                <a:pt x="2879090" y="55753"/>
                              </a:lnTo>
                              <a:lnTo>
                                <a:pt x="2887472" y="53848"/>
                              </a:lnTo>
                              <a:lnTo>
                                <a:pt x="2895854" y="51943"/>
                              </a:lnTo>
                              <a:lnTo>
                                <a:pt x="2904109" y="50165"/>
                              </a:lnTo>
                              <a:lnTo>
                                <a:pt x="2912491" y="48387"/>
                              </a:lnTo>
                              <a:lnTo>
                                <a:pt x="2920873" y="46736"/>
                              </a:lnTo>
                              <a:lnTo>
                                <a:pt x="2929128" y="45085"/>
                              </a:lnTo>
                              <a:lnTo>
                                <a:pt x="2937510" y="43561"/>
                              </a:lnTo>
                              <a:lnTo>
                                <a:pt x="2945892" y="42037"/>
                              </a:lnTo>
                              <a:lnTo>
                                <a:pt x="2954274" y="40513"/>
                              </a:lnTo>
                              <a:lnTo>
                                <a:pt x="2962529" y="38989"/>
                              </a:lnTo>
                              <a:lnTo>
                                <a:pt x="2970911" y="37592"/>
                              </a:lnTo>
                              <a:lnTo>
                                <a:pt x="2979293" y="36322"/>
                              </a:lnTo>
                              <a:lnTo>
                                <a:pt x="2987548" y="34925"/>
                              </a:lnTo>
                              <a:lnTo>
                                <a:pt x="2995930" y="33655"/>
                              </a:lnTo>
                              <a:lnTo>
                                <a:pt x="3004312" y="32512"/>
                              </a:lnTo>
                              <a:lnTo>
                                <a:pt x="3012694" y="31242"/>
                              </a:lnTo>
                              <a:lnTo>
                                <a:pt x="3020949" y="30099"/>
                              </a:lnTo>
                              <a:lnTo>
                                <a:pt x="3029331" y="29083"/>
                              </a:lnTo>
                              <a:lnTo>
                                <a:pt x="3037713" y="27940"/>
                              </a:lnTo>
                              <a:lnTo>
                                <a:pt x="3045968" y="26924"/>
                              </a:lnTo>
                              <a:lnTo>
                                <a:pt x="3054350" y="25908"/>
                              </a:lnTo>
                              <a:lnTo>
                                <a:pt x="3062732" y="24892"/>
                              </a:lnTo>
                              <a:lnTo>
                                <a:pt x="3071114" y="24003"/>
                              </a:lnTo>
                              <a:lnTo>
                                <a:pt x="3079369" y="23114"/>
                              </a:lnTo>
                              <a:lnTo>
                                <a:pt x="3087751" y="22225"/>
                              </a:lnTo>
                              <a:lnTo>
                                <a:pt x="3096133" y="21336"/>
                              </a:lnTo>
                              <a:lnTo>
                                <a:pt x="3104388" y="20574"/>
                              </a:lnTo>
                              <a:lnTo>
                                <a:pt x="3112770" y="19812"/>
                              </a:lnTo>
                              <a:lnTo>
                                <a:pt x="3121152" y="19050"/>
                              </a:lnTo>
                              <a:lnTo>
                                <a:pt x="3129534" y="18288"/>
                              </a:lnTo>
                              <a:lnTo>
                                <a:pt x="3137789" y="17526"/>
                              </a:lnTo>
                              <a:lnTo>
                                <a:pt x="3146171" y="16891"/>
                              </a:lnTo>
                              <a:lnTo>
                                <a:pt x="3154553" y="16129"/>
                              </a:lnTo>
                              <a:lnTo>
                                <a:pt x="3162808" y="15494"/>
                              </a:lnTo>
                              <a:lnTo>
                                <a:pt x="3171190" y="14859"/>
                              </a:lnTo>
                              <a:lnTo>
                                <a:pt x="3179572" y="14351"/>
                              </a:lnTo>
                              <a:lnTo>
                                <a:pt x="3187954" y="13716"/>
                              </a:lnTo>
                              <a:lnTo>
                                <a:pt x="3196209" y="13208"/>
                              </a:lnTo>
                              <a:lnTo>
                                <a:pt x="3204591" y="12700"/>
                              </a:lnTo>
                              <a:lnTo>
                                <a:pt x="3212973" y="12065"/>
                              </a:lnTo>
                              <a:lnTo>
                                <a:pt x="3221228" y="11684"/>
                              </a:lnTo>
                              <a:lnTo>
                                <a:pt x="3229610" y="11176"/>
                              </a:lnTo>
                              <a:lnTo>
                                <a:pt x="3237992" y="10668"/>
                              </a:lnTo>
                              <a:lnTo>
                                <a:pt x="3246374" y="10287"/>
                              </a:lnTo>
                              <a:lnTo>
                                <a:pt x="3254629" y="9779"/>
                              </a:lnTo>
                              <a:lnTo>
                                <a:pt x="3263011" y="9398"/>
                              </a:lnTo>
                              <a:lnTo>
                                <a:pt x="3271393" y="9017"/>
                              </a:lnTo>
                              <a:lnTo>
                                <a:pt x="3279648" y="8636"/>
                              </a:lnTo>
                              <a:lnTo>
                                <a:pt x="3288030" y="8255"/>
                              </a:lnTo>
                              <a:lnTo>
                                <a:pt x="3296412" y="7874"/>
                              </a:lnTo>
                              <a:lnTo>
                                <a:pt x="3304667" y="7493"/>
                              </a:lnTo>
                              <a:lnTo>
                                <a:pt x="3313049" y="7239"/>
                              </a:lnTo>
                              <a:lnTo>
                                <a:pt x="3321431" y="6858"/>
                              </a:lnTo>
                              <a:lnTo>
                                <a:pt x="3329813" y="6604"/>
                              </a:lnTo>
                              <a:lnTo>
                                <a:pt x="3338068" y="6223"/>
                              </a:lnTo>
                              <a:lnTo>
                                <a:pt x="3346450" y="5969"/>
                              </a:lnTo>
                              <a:lnTo>
                                <a:pt x="3354832" y="5715"/>
                              </a:lnTo>
                              <a:lnTo>
                                <a:pt x="3363087" y="5461"/>
                              </a:lnTo>
                              <a:lnTo>
                                <a:pt x="3371469" y="5207"/>
                              </a:lnTo>
                              <a:lnTo>
                                <a:pt x="3379851" y="4953"/>
                              </a:lnTo>
                              <a:lnTo>
                                <a:pt x="3388233" y="4699"/>
                              </a:lnTo>
                              <a:lnTo>
                                <a:pt x="3396488" y="4572"/>
                              </a:lnTo>
                              <a:lnTo>
                                <a:pt x="3404870" y="4318"/>
                              </a:lnTo>
                              <a:lnTo>
                                <a:pt x="3413252" y="4064"/>
                              </a:lnTo>
                              <a:lnTo>
                                <a:pt x="3421507" y="3937"/>
                              </a:lnTo>
                              <a:lnTo>
                                <a:pt x="3429889" y="3683"/>
                              </a:lnTo>
                              <a:lnTo>
                                <a:pt x="3438271" y="3556"/>
                              </a:lnTo>
                              <a:lnTo>
                                <a:pt x="3446653" y="3302"/>
                              </a:lnTo>
                              <a:lnTo>
                                <a:pt x="3454908" y="3175"/>
                              </a:lnTo>
                              <a:lnTo>
                                <a:pt x="3463290" y="3048"/>
                              </a:lnTo>
                              <a:lnTo>
                                <a:pt x="3471672" y="2921"/>
                              </a:lnTo>
                              <a:lnTo>
                                <a:pt x="3479927" y="2794"/>
                              </a:lnTo>
                              <a:lnTo>
                                <a:pt x="3488309" y="2667"/>
                              </a:lnTo>
                              <a:lnTo>
                                <a:pt x="3496691" y="2540"/>
                              </a:lnTo>
                              <a:lnTo>
                                <a:pt x="3505073" y="2413"/>
                              </a:lnTo>
                              <a:lnTo>
                                <a:pt x="3513328" y="2286"/>
                              </a:lnTo>
                              <a:lnTo>
                                <a:pt x="3521710" y="2159"/>
                              </a:lnTo>
                              <a:lnTo>
                                <a:pt x="3530092" y="2032"/>
                              </a:lnTo>
                              <a:lnTo>
                                <a:pt x="3538347" y="1905"/>
                              </a:lnTo>
                              <a:lnTo>
                                <a:pt x="3546729" y="1778"/>
                              </a:lnTo>
                              <a:lnTo>
                                <a:pt x="3555111" y="1651"/>
                              </a:lnTo>
                              <a:lnTo>
                                <a:pt x="3563493" y="1651"/>
                              </a:lnTo>
                              <a:lnTo>
                                <a:pt x="3571748" y="1524"/>
                              </a:lnTo>
                              <a:lnTo>
                                <a:pt x="3580130" y="1397"/>
                              </a:lnTo>
                              <a:lnTo>
                                <a:pt x="3588512" y="1397"/>
                              </a:lnTo>
                              <a:lnTo>
                                <a:pt x="3596767" y="1270"/>
                              </a:lnTo>
                              <a:lnTo>
                                <a:pt x="3605149" y="1270"/>
                              </a:lnTo>
                              <a:lnTo>
                                <a:pt x="3613531" y="1143"/>
                              </a:lnTo>
                              <a:lnTo>
                                <a:pt x="3621786" y="1143"/>
                              </a:lnTo>
                              <a:lnTo>
                                <a:pt x="3630168" y="1016"/>
                              </a:lnTo>
                              <a:lnTo>
                                <a:pt x="3638550" y="1016"/>
                              </a:lnTo>
                              <a:lnTo>
                                <a:pt x="3646932" y="889"/>
                              </a:lnTo>
                              <a:lnTo>
                                <a:pt x="3655187" y="889"/>
                              </a:lnTo>
                              <a:lnTo>
                                <a:pt x="3663569" y="762"/>
                              </a:lnTo>
                              <a:lnTo>
                                <a:pt x="3671951" y="762"/>
                              </a:lnTo>
                              <a:lnTo>
                                <a:pt x="3680206" y="762"/>
                              </a:lnTo>
                              <a:lnTo>
                                <a:pt x="3688588" y="635"/>
                              </a:lnTo>
                              <a:lnTo>
                                <a:pt x="3696970" y="635"/>
                              </a:lnTo>
                              <a:lnTo>
                                <a:pt x="3705352" y="635"/>
                              </a:lnTo>
                              <a:lnTo>
                                <a:pt x="3713607" y="508"/>
                              </a:lnTo>
                              <a:lnTo>
                                <a:pt x="3721989" y="508"/>
                              </a:lnTo>
                              <a:lnTo>
                                <a:pt x="3730371" y="508"/>
                              </a:lnTo>
                              <a:lnTo>
                                <a:pt x="3738626" y="508"/>
                              </a:lnTo>
                              <a:lnTo>
                                <a:pt x="3747008" y="381"/>
                              </a:lnTo>
                              <a:lnTo>
                                <a:pt x="3755390" y="381"/>
                              </a:lnTo>
                              <a:lnTo>
                                <a:pt x="3763772" y="381"/>
                              </a:lnTo>
                              <a:lnTo>
                                <a:pt x="3772027" y="381"/>
                              </a:lnTo>
                              <a:lnTo>
                                <a:pt x="3780409" y="381"/>
                              </a:lnTo>
                              <a:lnTo>
                                <a:pt x="3788791" y="254"/>
                              </a:lnTo>
                              <a:lnTo>
                                <a:pt x="3797046" y="254"/>
                              </a:lnTo>
                              <a:lnTo>
                                <a:pt x="3805428" y="254"/>
                              </a:lnTo>
                              <a:lnTo>
                                <a:pt x="3813810" y="254"/>
                              </a:lnTo>
                              <a:lnTo>
                                <a:pt x="3822192" y="254"/>
                              </a:lnTo>
                              <a:lnTo>
                                <a:pt x="3830447" y="254"/>
                              </a:lnTo>
                              <a:lnTo>
                                <a:pt x="3838829" y="254"/>
                              </a:lnTo>
                              <a:lnTo>
                                <a:pt x="3847211" y="127"/>
                              </a:lnTo>
                              <a:lnTo>
                                <a:pt x="3855466" y="127"/>
                              </a:lnTo>
                              <a:lnTo>
                                <a:pt x="3863848" y="127"/>
                              </a:lnTo>
                              <a:lnTo>
                                <a:pt x="3872230" y="127"/>
                              </a:lnTo>
                              <a:lnTo>
                                <a:pt x="3880612" y="127"/>
                              </a:lnTo>
                              <a:lnTo>
                                <a:pt x="3888867" y="127"/>
                              </a:lnTo>
                              <a:lnTo>
                                <a:pt x="3897249" y="127"/>
                              </a:lnTo>
                              <a:lnTo>
                                <a:pt x="3905631" y="127"/>
                              </a:lnTo>
                              <a:lnTo>
                                <a:pt x="3913886" y="127"/>
                              </a:lnTo>
                              <a:lnTo>
                                <a:pt x="3922268" y="127"/>
                              </a:lnTo>
                              <a:lnTo>
                                <a:pt x="3930650" y="127"/>
                              </a:lnTo>
                              <a:lnTo>
                                <a:pt x="3938905" y="127"/>
                              </a:lnTo>
                              <a:lnTo>
                                <a:pt x="3947287" y="0"/>
                              </a:lnTo>
                              <a:lnTo>
                                <a:pt x="3955669" y="0"/>
                              </a:lnTo>
                              <a:lnTo>
                                <a:pt x="3964051" y="0"/>
                              </a:lnTo>
                              <a:lnTo>
                                <a:pt x="3972306" y="0"/>
                              </a:lnTo>
                              <a:lnTo>
                                <a:pt x="3980688" y="0"/>
                              </a:lnTo>
                              <a:lnTo>
                                <a:pt x="3989070" y="0"/>
                              </a:lnTo>
                              <a:lnTo>
                                <a:pt x="3997325" y="0"/>
                              </a:lnTo>
                              <a:lnTo>
                                <a:pt x="4005707" y="0"/>
                              </a:lnTo>
                              <a:lnTo>
                                <a:pt x="4014089" y="0"/>
                              </a:lnTo>
                              <a:lnTo>
                                <a:pt x="4022471" y="0"/>
                              </a:lnTo>
                              <a:lnTo>
                                <a:pt x="4030726" y="0"/>
                              </a:lnTo>
                              <a:lnTo>
                                <a:pt x="4039108" y="0"/>
                              </a:lnTo>
                              <a:lnTo>
                                <a:pt x="4047490" y="0"/>
                              </a:lnTo>
                              <a:lnTo>
                                <a:pt x="4055745" y="0"/>
                              </a:lnTo>
                              <a:lnTo>
                                <a:pt x="4064127" y="0"/>
                              </a:lnTo>
                              <a:lnTo>
                                <a:pt x="4072509" y="0"/>
                              </a:lnTo>
                              <a:lnTo>
                                <a:pt x="4080891" y="0"/>
                              </a:lnTo>
                              <a:lnTo>
                                <a:pt x="4089146" y="0"/>
                              </a:lnTo>
                              <a:lnTo>
                                <a:pt x="4097528" y="0"/>
                              </a:lnTo>
                              <a:lnTo>
                                <a:pt x="4105910" y="0"/>
                              </a:lnTo>
                              <a:lnTo>
                                <a:pt x="4114165" y="0"/>
                              </a:lnTo>
                              <a:lnTo>
                                <a:pt x="4122547" y="0"/>
                              </a:lnTo>
                              <a:lnTo>
                                <a:pt x="4130929" y="0"/>
                              </a:lnTo>
                              <a:lnTo>
                                <a:pt x="4139311" y="0"/>
                              </a:lnTo>
                              <a:lnTo>
                                <a:pt x="4147566" y="0"/>
                              </a:lnTo>
                              <a:lnTo>
                                <a:pt x="4155948" y="0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EE8026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8" name="Freeform 27">
                          <a:extLst>
                            <a:ext uri="{FF2B5EF4-FFF2-40B4-BE49-F238E27FC236}">
                              <a16:creationId xmlns:a16="http://schemas.microsoft.com/office/drawing/2014/main" id="{EC39BE9E-180F-5CB9-0DC2-771016EDB6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2248246"/>
                          <a:ext cx="4164329" cy="12700"/>
                        </a:xfrm>
                        <a:custGeom>
                          <a:avLst/>
                          <a:gdLst>
                            <a:gd name="csX0" fmla="*/ 0 w 4164329"/>
                            <a:gd name="csY0" fmla="*/ 0 h 12700"/>
                            <a:gd name="csX1" fmla="*/ 8382 w 4164329"/>
                            <a:gd name="csY1" fmla="*/ 0 h 12700"/>
                            <a:gd name="csX2" fmla="*/ 16637 w 4164329"/>
                            <a:gd name="csY2" fmla="*/ 0 h 12700"/>
                            <a:gd name="csX3" fmla="*/ 25019 w 4164329"/>
                            <a:gd name="csY3" fmla="*/ 0 h 12700"/>
                            <a:gd name="csX4" fmla="*/ 33401 w 4164329"/>
                            <a:gd name="csY4" fmla="*/ 0 h 12700"/>
                            <a:gd name="csX5" fmla="*/ 41783 w 4164329"/>
                            <a:gd name="csY5" fmla="*/ 0 h 12700"/>
                            <a:gd name="csX6" fmla="*/ 50038 w 4164329"/>
                            <a:gd name="csY6" fmla="*/ 0 h 12700"/>
                            <a:gd name="csX7" fmla="*/ 58420 w 4164329"/>
                            <a:gd name="csY7" fmla="*/ 0 h 12700"/>
                            <a:gd name="csX8" fmla="*/ 66802 w 4164329"/>
                            <a:gd name="csY8" fmla="*/ 0 h 12700"/>
                            <a:gd name="csX9" fmla="*/ 75057 w 4164329"/>
                            <a:gd name="csY9" fmla="*/ 0 h 12700"/>
                            <a:gd name="csX10" fmla="*/ 83439 w 4164329"/>
                            <a:gd name="csY10" fmla="*/ 0 h 12700"/>
                            <a:gd name="csX11" fmla="*/ 91821 w 4164329"/>
                            <a:gd name="csY11" fmla="*/ 0 h 12700"/>
                            <a:gd name="csX12" fmla="*/ 100203 w 4164329"/>
                            <a:gd name="csY12" fmla="*/ 0 h 12700"/>
                            <a:gd name="csX13" fmla="*/ 108458 w 4164329"/>
                            <a:gd name="csY13" fmla="*/ 0 h 12700"/>
                            <a:gd name="csX14" fmla="*/ 116840 w 4164329"/>
                            <a:gd name="csY14" fmla="*/ 0 h 12700"/>
                            <a:gd name="csX15" fmla="*/ 125222 w 4164329"/>
                            <a:gd name="csY15" fmla="*/ 0 h 12700"/>
                            <a:gd name="csX16" fmla="*/ 133477 w 4164329"/>
                            <a:gd name="csY16" fmla="*/ 0 h 12700"/>
                            <a:gd name="csX17" fmla="*/ 141859 w 4164329"/>
                            <a:gd name="csY17" fmla="*/ 0 h 12700"/>
                            <a:gd name="csX18" fmla="*/ 150241 w 4164329"/>
                            <a:gd name="csY18" fmla="*/ 0 h 12700"/>
                            <a:gd name="csX19" fmla="*/ 158623 w 4164329"/>
                            <a:gd name="csY19" fmla="*/ 0 h 12700"/>
                            <a:gd name="csX20" fmla="*/ 166878 w 4164329"/>
                            <a:gd name="csY20" fmla="*/ 0 h 12700"/>
                            <a:gd name="csX21" fmla="*/ 175260 w 4164329"/>
                            <a:gd name="csY21" fmla="*/ 0 h 12700"/>
                            <a:gd name="csX22" fmla="*/ 183642 w 4164329"/>
                            <a:gd name="csY22" fmla="*/ 0 h 12700"/>
                            <a:gd name="csX23" fmla="*/ 191897 w 4164329"/>
                            <a:gd name="csY23" fmla="*/ 0 h 12700"/>
                            <a:gd name="csX24" fmla="*/ 200279 w 4164329"/>
                            <a:gd name="csY24" fmla="*/ 0 h 12700"/>
                            <a:gd name="csX25" fmla="*/ 208661 w 4164329"/>
                            <a:gd name="csY25" fmla="*/ 0 h 12700"/>
                            <a:gd name="csX26" fmla="*/ 217043 w 4164329"/>
                            <a:gd name="csY26" fmla="*/ 0 h 12700"/>
                            <a:gd name="csX27" fmla="*/ 225298 w 4164329"/>
                            <a:gd name="csY27" fmla="*/ 0 h 12700"/>
                            <a:gd name="csX28" fmla="*/ 233680 w 4164329"/>
                            <a:gd name="csY28" fmla="*/ 0 h 12700"/>
                            <a:gd name="csX29" fmla="*/ 242062 w 4164329"/>
                            <a:gd name="csY29" fmla="*/ 0 h 12700"/>
                            <a:gd name="csX30" fmla="*/ 250317 w 4164329"/>
                            <a:gd name="csY30" fmla="*/ 0 h 12700"/>
                            <a:gd name="csX31" fmla="*/ 258699 w 4164329"/>
                            <a:gd name="csY31" fmla="*/ 0 h 12700"/>
                            <a:gd name="csX32" fmla="*/ 267081 w 4164329"/>
                            <a:gd name="csY32" fmla="*/ 0 h 12700"/>
                            <a:gd name="csX33" fmla="*/ 275463 w 4164329"/>
                            <a:gd name="csY33" fmla="*/ 0 h 12700"/>
                            <a:gd name="csX34" fmla="*/ 283718 w 4164329"/>
                            <a:gd name="csY34" fmla="*/ 0 h 12700"/>
                            <a:gd name="csX35" fmla="*/ 292100 w 4164329"/>
                            <a:gd name="csY35" fmla="*/ 0 h 12700"/>
                            <a:gd name="csX36" fmla="*/ 300482 w 4164329"/>
                            <a:gd name="csY36" fmla="*/ 0 h 12700"/>
                            <a:gd name="csX37" fmla="*/ 308737 w 4164329"/>
                            <a:gd name="csY37" fmla="*/ 0 h 12700"/>
                            <a:gd name="csX38" fmla="*/ 317119 w 4164329"/>
                            <a:gd name="csY38" fmla="*/ 0 h 12700"/>
                            <a:gd name="csX39" fmla="*/ 325501 w 4164329"/>
                            <a:gd name="csY39" fmla="*/ 0 h 12700"/>
                            <a:gd name="csX40" fmla="*/ 333756 w 4164329"/>
                            <a:gd name="csY40" fmla="*/ 0 h 12700"/>
                            <a:gd name="csX41" fmla="*/ 342138 w 4164329"/>
                            <a:gd name="csY41" fmla="*/ 0 h 12700"/>
                            <a:gd name="csX42" fmla="*/ 350520 w 4164329"/>
                            <a:gd name="csY42" fmla="*/ 0 h 12700"/>
                            <a:gd name="csX43" fmla="*/ 358902 w 4164329"/>
                            <a:gd name="csY43" fmla="*/ 0 h 12700"/>
                            <a:gd name="csX44" fmla="*/ 367157 w 4164329"/>
                            <a:gd name="csY44" fmla="*/ 0 h 12700"/>
                            <a:gd name="csX45" fmla="*/ 375539 w 4164329"/>
                            <a:gd name="csY45" fmla="*/ 0 h 12700"/>
                            <a:gd name="csX46" fmla="*/ 383921 w 4164329"/>
                            <a:gd name="csY46" fmla="*/ 0 h 12700"/>
                            <a:gd name="csX47" fmla="*/ 392176 w 4164329"/>
                            <a:gd name="csY47" fmla="*/ 0 h 12700"/>
                            <a:gd name="csX48" fmla="*/ 400558 w 4164329"/>
                            <a:gd name="csY48" fmla="*/ 0 h 12700"/>
                            <a:gd name="csX49" fmla="*/ 408940 w 4164329"/>
                            <a:gd name="csY49" fmla="*/ 0 h 12700"/>
                            <a:gd name="csX50" fmla="*/ 417322 w 4164329"/>
                            <a:gd name="csY50" fmla="*/ 0 h 12700"/>
                            <a:gd name="csX51" fmla="*/ 425577 w 4164329"/>
                            <a:gd name="csY51" fmla="*/ 0 h 12700"/>
                            <a:gd name="csX52" fmla="*/ 433959 w 4164329"/>
                            <a:gd name="csY52" fmla="*/ 0 h 12700"/>
                            <a:gd name="csX53" fmla="*/ 442341 w 4164329"/>
                            <a:gd name="csY53" fmla="*/ 0 h 12700"/>
                            <a:gd name="csX54" fmla="*/ 450596 w 4164329"/>
                            <a:gd name="csY54" fmla="*/ 0 h 12700"/>
                            <a:gd name="csX55" fmla="*/ 458978 w 4164329"/>
                            <a:gd name="csY55" fmla="*/ 0 h 12700"/>
                            <a:gd name="csX56" fmla="*/ 467360 w 4164329"/>
                            <a:gd name="csY56" fmla="*/ 0 h 12700"/>
                            <a:gd name="csX57" fmla="*/ 475742 w 4164329"/>
                            <a:gd name="csY57" fmla="*/ 0 h 12700"/>
                            <a:gd name="csX58" fmla="*/ 483997 w 4164329"/>
                            <a:gd name="csY58" fmla="*/ 0 h 12700"/>
                            <a:gd name="csX59" fmla="*/ 492379 w 4164329"/>
                            <a:gd name="csY59" fmla="*/ 0 h 12700"/>
                            <a:gd name="csX60" fmla="*/ 500761 w 4164329"/>
                            <a:gd name="csY60" fmla="*/ 0 h 12700"/>
                            <a:gd name="csX61" fmla="*/ 509016 w 4164329"/>
                            <a:gd name="csY61" fmla="*/ 0 h 12700"/>
                            <a:gd name="csX62" fmla="*/ 517398 w 4164329"/>
                            <a:gd name="csY62" fmla="*/ 0 h 12700"/>
                            <a:gd name="csX63" fmla="*/ 525780 w 4164329"/>
                            <a:gd name="csY63" fmla="*/ 0 h 12700"/>
                            <a:gd name="csX64" fmla="*/ 534162 w 4164329"/>
                            <a:gd name="csY64" fmla="*/ 0 h 12700"/>
                            <a:gd name="csX65" fmla="*/ 542417 w 4164329"/>
                            <a:gd name="csY65" fmla="*/ 0 h 12700"/>
                            <a:gd name="csX66" fmla="*/ 550799 w 4164329"/>
                            <a:gd name="csY66" fmla="*/ 0 h 12700"/>
                            <a:gd name="csX67" fmla="*/ 559181 w 4164329"/>
                            <a:gd name="csY67" fmla="*/ 0 h 12700"/>
                            <a:gd name="csX68" fmla="*/ 567436 w 4164329"/>
                            <a:gd name="csY68" fmla="*/ 0 h 12700"/>
                            <a:gd name="csX69" fmla="*/ 575818 w 4164329"/>
                            <a:gd name="csY69" fmla="*/ 0 h 12700"/>
                            <a:gd name="csX70" fmla="*/ 584200 w 4164329"/>
                            <a:gd name="csY70" fmla="*/ 0 h 12700"/>
                            <a:gd name="csX71" fmla="*/ 592582 w 4164329"/>
                            <a:gd name="csY71" fmla="*/ 0 h 12700"/>
                            <a:gd name="csX72" fmla="*/ 600837 w 4164329"/>
                            <a:gd name="csY72" fmla="*/ 0 h 12700"/>
                            <a:gd name="csX73" fmla="*/ 609219 w 4164329"/>
                            <a:gd name="csY73" fmla="*/ 0 h 12700"/>
                            <a:gd name="csX74" fmla="*/ 617601 w 4164329"/>
                            <a:gd name="csY74" fmla="*/ 0 h 12700"/>
                            <a:gd name="csX75" fmla="*/ 625856 w 4164329"/>
                            <a:gd name="csY75" fmla="*/ 0 h 12700"/>
                            <a:gd name="csX76" fmla="*/ 634238 w 4164329"/>
                            <a:gd name="csY76" fmla="*/ 0 h 12700"/>
                            <a:gd name="csX77" fmla="*/ 642620 w 4164329"/>
                            <a:gd name="csY77" fmla="*/ 0 h 12700"/>
                            <a:gd name="csX78" fmla="*/ 651002 w 4164329"/>
                            <a:gd name="csY78" fmla="*/ 0 h 12700"/>
                            <a:gd name="csX79" fmla="*/ 659257 w 4164329"/>
                            <a:gd name="csY79" fmla="*/ 0 h 12700"/>
                            <a:gd name="csX80" fmla="*/ 667639 w 4164329"/>
                            <a:gd name="csY80" fmla="*/ 0 h 12700"/>
                            <a:gd name="csX81" fmla="*/ 676021 w 4164329"/>
                            <a:gd name="csY81" fmla="*/ 0 h 12700"/>
                            <a:gd name="csX82" fmla="*/ 684276 w 4164329"/>
                            <a:gd name="csY82" fmla="*/ 0 h 12700"/>
                            <a:gd name="csX83" fmla="*/ 692658 w 4164329"/>
                            <a:gd name="csY83" fmla="*/ 0 h 12700"/>
                            <a:gd name="csX84" fmla="*/ 701040 w 4164329"/>
                            <a:gd name="csY84" fmla="*/ 0 h 12700"/>
                            <a:gd name="csX85" fmla="*/ 709295 w 4164329"/>
                            <a:gd name="csY85" fmla="*/ 0 h 12700"/>
                            <a:gd name="csX86" fmla="*/ 717677 w 4164329"/>
                            <a:gd name="csY86" fmla="*/ 0 h 12700"/>
                            <a:gd name="csX87" fmla="*/ 726059 w 4164329"/>
                            <a:gd name="csY87" fmla="*/ 0 h 12700"/>
                            <a:gd name="csX88" fmla="*/ 734441 w 4164329"/>
                            <a:gd name="csY88" fmla="*/ 0 h 12700"/>
                            <a:gd name="csX89" fmla="*/ 742696 w 4164329"/>
                            <a:gd name="csY89" fmla="*/ 0 h 12700"/>
                            <a:gd name="csX90" fmla="*/ 751078 w 4164329"/>
                            <a:gd name="csY90" fmla="*/ 0 h 12700"/>
                            <a:gd name="csX91" fmla="*/ 759460 w 4164329"/>
                            <a:gd name="csY91" fmla="*/ 0 h 12700"/>
                            <a:gd name="csX92" fmla="*/ 767715 w 4164329"/>
                            <a:gd name="csY92" fmla="*/ 0 h 12700"/>
                            <a:gd name="csX93" fmla="*/ 776097 w 4164329"/>
                            <a:gd name="csY93" fmla="*/ 0 h 12700"/>
                            <a:gd name="csX94" fmla="*/ 784479 w 4164329"/>
                            <a:gd name="csY94" fmla="*/ 0 h 12700"/>
                            <a:gd name="csX95" fmla="*/ 792861 w 4164329"/>
                            <a:gd name="csY95" fmla="*/ 0 h 12700"/>
                            <a:gd name="csX96" fmla="*/ 801116 w 4164329"/>
                            <a:gd name="csY96" fmla="*/ 0 h 12700"/>
                            <a:gd name="csX97" fmla="*/ 809498 w 4164329"/>
                            <a:gd name="csY97" fmla="*/ 0 h 12700"/>
                            <a:gd name="csX98" fmla="*/ 817880 w 4164329"/>
                            <a:gd name="csY98" fmla="*/ 0 h 12700"/>
                            <a:gd name="csX99" fmla="*/ 826135 w 4164329"/>
                            <a:gd name="csY99" fmla="*/ 0 h 12700"/>
                            <a:gd name="csX100" fmla="*/ 834517 w 4164329"/>
                            <a:gd name="csY100" fmla="*/ 0 h 12700"/>
                            <a:gd name="csX101" fmla="*/ 842899 w 4164329"/>
                            <a:gd name="csY101" fmla="*/ 0 h 12700"/>
                            <a:gd name="csX102" fmla="*/ 851281 w 4164329"/>
                            <a:gd name="csY102" fmla="*/ 0 h 12700"/>
                            <a:gd name="csX103" fmla="*/ 859536 w 4164329"/>
                            <a:gd name="csY103" fmla="*/ 0 h 12700"/>
                            <a:gd name="csX104" fmla="*/ 867918 w 4164329"/>
                            <a:gd name="csY104" fmla="*/ 0 h 12700"/>
                            <a:gd name="csX105" fmla="*/ 876300 w 4164329"/>
                            <a:gd name="csY105" fmla="*/ 0 h 12700"/>
                            <a:gd name="csX106" fmla="*/ 884555 w 4164329"/>
                            <a:gd name="csY106" fmla="*/ 0 h 12700"/>
                            <a:gd name="csX107" fmla="*/ 892937 w 4164329"/>
                            <a:gd name="csY107" fmla="*/ 0 h 12700"/>
                            <a:gd name="csX108" fmla="*/ 901319 w 4164329"/>
                            <a:gd name="csY108" fmla="*/ 0 h 12700"/>
                            <a:gd name="csX109" fmla="*/ 909701 w 4164329"/>
                            <a:gd name="csY109" fmla="*/ 0 h 12700"/>
                            <a:gd name="csX110" fmla="*/ 917956 w 4164329"/>
                            <a:gd name="csY110" fmla="*/ 0 h 12700"/>
                            <a:gd name="csX111" fmla="*/ 926338 w 4164329"/>
                            <a:gd name="csY111" fmla="*/ 0 h 12700"/>
                            <a:gd name="csX112" fmla="*/ 934720 w 4164329"/>
                            <a:gd name="csY112" fmla="*/ 0 h 12700"/>
                            <a:gd name="csX113" fmla="*/ 942975 w 4164329"/>
                            <a:gd name="csY113" fmla="*/ 0 h 12700"/>
                            <a:gd name="csX114" fmla="*/ 951357 w 4164329"/>
                            <a:gd name="csY114" fmla="*/ 0 h 12700"/>
                            <a:gd name="csX115" fmla="*/ 959739 w 4164329"/>
                            <a:gd name="csY115" fmla="*/ 0 h 12700"/>
                            <a:gd name="csX116" fmla="*/ 968121 w 4164329"/>
                            <a:gd name="csY116" fmla="*/ 0 h 12700"/>
                            <a:gd name="csX117" fmla="*/ 976376 w 4164329"/>
                            <a:gd name="csY117" fmla="*/ 0 h 12700"/>
                            <a:gd name="csX118" fmla="*/ 984758 w 4164329"/>
                            <a:gd name="csY118" fmla="*/ 0 h 12700"/>
                            <a:gd name="csX119" fmla="*/ 993140 w 4164329"/>
                            <a:gd name="csY119" fmla="*/ 0 h 12700"/>
                            <a:gd name="csX120" fmla="*/ 1001395 w 4164329"/>
                            <a:gd name="csY120" fmla="*/ 0 h 12700"/>
                            <a:gd name="csX121" fmla="*/ 1009777 w 4164329"/>
                            <a:gd name="csY121" fmla="*/ 0 h 12700"/>
                            <a:gd name="csX122" fmla="*/ 1018159 w 4164329"/>
                            <a:gd name="csY122" fmla="*/ 0 h 12700"/>
                            <a:gd name="csX123" fmla="*/ 1026414 w 4164329"/>
                            <a:gd name="csY123" fmla="*/ 0 h 12700"/>
                            <a:gd name="csX124" fmla="*/ 1034796 w 4164329"/>
                            <a:gd name="csY124" fmla="*/ 0 h 12700"/>
                            <a:gd name="csX125" fmla="*/ 1043178 w 4164329"/>
                            <a:gd name="csY125" fmla="*/ 0 h 12700"/>
                            <a:gd name="csX126" fmla="*/ 1051560 w 4164329"/>
                            <a:gd name="csY126" fmla="*/ 0 h 12700"/>
                            <a:gd name="csX127" fmla="*/ 1059815 w 4164329"/>
                            <a:gd name="csY127" fmla="*/ 0 h 12700"/>
                            <a:gd name="csX128" fmla="*/ 1068197 w 4164329"/>
                            <a:gd name="csY128" fmla="*/ 0 h 12700"/>
                            <a:gd name="csX129" fmla="*/ 1076579 w 4164329"/>
                            <a:gd name="csY129" fmla="*/ 0 h 12700"/>
                            <a:gd name="csX130" fmla="*/ 1084834 w 4164329"/>
                            <a:gd name="csY130" fmla="*/ 0 h 12700"/>
                            <a:gd name="csX131" fmla="*/ 1093216 w 4164329"/>
                            <a:gd name="csY131" fmla="*/ 0 h 12700"/>
                            <a:gd name="csX132" fmla="*/ 1101598 w 4164329"/>
                            <a:gd name="csY132" fmla="*/ 0 h 12700"/>
                            <a:gd name="csX133" fmla="*/ 1109980 w 4164329"/>
                            <a:gd name="csY133" fmla="*/ 0 h 12700"/>
                            <a:gd name="csX134" fmla="*/ 1118235 w 4164329"/>
                            <a:gd name="csY134" fmla="*/ 0 h 12700"/>
                            <a:gd name="csX135" fmla="*/ 1126617 w 4164329"/>
                            <a:gd name="csY135" fmla="*/ 0 h 12700"/>
                            <a:gd name="csX136" fmla="*/ 1134999 w 4164329"/>
                            <a:gd name="csY136" fmla="*/ 0 h 12700"/>
                            <a:gd name="csX137" fmla="*/ 1143254 w 4164329"/>
                            <a:gd name="csY137" fmla="*/ 0 h 12700"/>
                            <a:gd name="csX138" fmla="*/ 1151636 w 4164329"/>
                            <a:gd name="csY138" fmla="*/ 0 h 12700"/>
                            <a:gd name="csX139" fmla="*/ 1160018 w 4164329"/>
                            <a:gd name="csY139" fmla="*/ 0 h 12700"/>
                            <a:gd name="csX140" fmla="*/ 1168400 w 4164329"/>
                            <a:gd name="csY140" fmla="*/ 0 h 12700"/>
                            <a:gd name="csX141" fmla="*/ 1176655 w 4164329"/>
                            <a:gd name="csY141" fmla="*/ 0 h 12700"/>
                            <a:gd name="csX142" fmla="*/ 1185037 w 4164329"/>
                            <a:gd name="csY142" fmla="*/ 0 h 12700"/>
                            <a:gd name="csX143" fmla="*/ 1193419 w 4164329"/>
                            <a:gd name="csY143" fmla="*/ 0 h 12700"/>
                            <a:gd name="csX144" fmla="*/ 1201674 w 4164329"/>
                            <a:gd name="csY144" fmla="*/ 0 h 12700"/>
                            <a:gd name="csX145" fmla="*/ 1210056 w 4164329"/>
                            <a:gd name="csY145" fmla="*/ 0 h 12700"/>
                            <a:gd name="csX146" fmla="*/ 1218438 w 4164329"/>
                            <a:gd name="csY146" fmla="*/ 0 h 12700"/>
                            <a:gd name="csX147" fmla="*/ 1226820 w 4164329"/>
                            <a:gd name="csY147" fmla="*/ 0 h 12700"/>
                            <a:gd name="csX148" fmla="*/ 1235075 w 4164329"/>
                            <a:gd name="csY148" fmla="*/ 0 h 12700"/>
                            <a:gd name="csX149" fmla="*/ 1243457 w 4164329"/>
                            <a:gd name="csY149" fmla="*/ 0 h 12700"/>
                            <a:gd name="csX150" fmla="*/ 1251839 w 4164329"/>
                            <a:gd name="csY150" fmla="*/ 0 h 12700"/>
                            <a:gd name="csX151" fmla="*/ 1260094 w 4164329"/>
                            <a:gd name="csY151" fmla="*/ 0 h 12700"/>
                            <a:gd name="csX152" fmla="*/ 1268476 w 4164329"/>
                            <a:gd name="csY152" fmla="*/ 0 h 12700"/>
                            <a:gd name="csX153" fmla="*/ 1276858 w 4164329"/>
                            <a:gd name="csY153" fmla="*/ 0 h 12700"/>
                            <a:gd name="csX154" fmla="*/ 1285240 w 4164329"/>
                            <a:gd name="csY154" fmla="*/ 0 h 12700"/>
                            <a:gd name="csX155" fmla="*/ 1293495 w 4164329"/>
                            <a:gd name="csY155" fmla="*/ 0 h 12700"/>
                            <a:gd name="csX156" fmla="*/ 1301877 w 4164329"/>
                            <a:gd name="csY156" fmla="*/ 0 h 12700"/>
                            <a:gd name="csX157" fmla="*/ 1310259 w 4164329"/>
                            <a:gd name="csY157" fmla="*/ 0 h 12700"/>
                            <a:gd name="csX158" fmla="*/ 1318514 w 4164329"/>
                            <a:gd name="csY158" fmla="*/ 0 h 12700"/>
                            <a:gd name="csX159" fmla="*/ 1326896 w 4164329"/>
                            <a:gd name="csY159" fmla="*/ 0 h 12700"/>
                            <a:gd name="csX160" fmla="*/ 1335278 w 4164329"/>
                            <a:gd name="csY160" fmla="*/ 0 h 12700"/>
                            <a:gd name="csX161" fmla="*/ 1343533 w 4164329"/>
                            <a:gd name="csY161" fmla="*/ 0 h 12700"/>
                            <a:gd name="csX162" fmla="*/ 1351915 w 4164329"/>
                            <a:gd name="csY162" fmla="*/ 0 h 12700"/>
                            <a:gd name="csX163" fmla="*/ 1360297 w 4164329"/>
                            <a:gd name="csY163" fmla="*/ 0 h 12700"/>
                            <a:gd name="csX164" fmla="*/ 1368679 w 4164329"/>
                            <a:gd name="csY164" fmla="*/ 0 h 12700"/>
                            <a:gd name="csX165" fmla="*/ 1376934 w 4164329"/>
                            <a:gd name="csY165" fmla="*/ 0 h 12700"/>
                            <a:gd name="csX166" fmla="*/ 1385316 w 4164329"/>
                            <a:gd name="csY166" fmla="*/ 0 h 12700"/>
                            <a:gd name="csX167" fmla="*/ 1393698 w 4164329"/>
                            <a:gd name="csY167" fmla="*/ 0 h 12700"/>
                            <a:gd name="csX168" fmla="*/ 1401953 w 4164329"/>
                            <a:gd name="csY168" fmla="*/ 0 h 12700"/>
                            <a:gd name="csX169" fmla="*/ 1410335 w 4164329"/>
                            <a:gd name="csY169" fmla="*/ 0 h 12700"/>
                            <a:gd name="csX170" fmla="*/ 1418717 w 4164329"/>
                            <a:gd name="csY170" fmla="*/ 0 h 12700"/>
                            <a:gd name="csX171" fmla="*/ 1427099 w 4164329"/>
                            <a:gd name="csY171" fmla="*/ 0 h 12700"/>
                            <a:gd name="csX172" fmla="*/ 1435354 w 4164329"/>
                            <a:gd name="csY172" fmla="*/ 0 h 12700"/>
                            <a:gd name="csX173" fmla="*/ 1443736 w 4164329"/>
                            <a:gd name="csY173" fmla="*/ 0 h 12700"/>
                            <a:gd name="csX174" fmla="*/ 1452118 w 4164329"/>
                            <a:gd name="csY174" fmla="*/ 0 h 12700"/>
                            <a:gd name="csX175" fmla="*/ 1460373 w 4164329"/>
                            <a:gd name="csY175" fmla="*/ 0 h 12700"/>
                            <a:gd name="csX176" fmla="*/ 1468755 w 4164329"/>
                            <a:gd name="csY176" fmla="*/ 0 h 12700"/>
                            <a:gd name="csX177" fmla="*/ 1477137 w 4164329"/>
                            <a:gd name="csY177" fmla="*/ 0 h 12700"/>
                            <a:gd name="csX178" fmla="*/ 1485519 w 4164329"/>
                            <a:gd name="csY178" fmla="*/ 0 h 12700"/>
                            <a:gd name="csX179" fmla="*/ 1493774 w 4164329"/>
                            <a:gd name="csY179" fmla="*/ 0 h 12700"/>
                            <a:gd name="csX180" fmla="*/ 1502156 w 4164329"/>
                            <a:gd name="csY180" fmla="*/ 0 h 12700"/>
                            <a:gd name="csX181" fmla="*/ 1510538 w 4164329"/>
                            <a:gd name="csY181" fmla="*/ 0 h 12700"/>
                            <a:gd name="csX182" fmla="*/ 1518793 w 4164329"/>
                            <a:gd name="csY182" fmla="*/ 0 h 12700"/>
                            <a:gd name="csX183" fmla="*/ 1527175 w 4164329"/>
                            <a:gd name="csY183" fmla="*/ 0 h 12700"/>
                            <a:gd name="csX184" fmla="*/ 1535557 w 4164329"/>
                            <a:gd name="csY184" fmla="*/ 0 h 12700"/>
                            <a:gd name="csX185" fmla="*/ 1543939 w 4164329"/>
                            <a:gd name="csY185" fmla="*/ 0 h 12700"/>
                            <a:gd name="csX186" fmla="*/ 1552194 w 4164329"/>
                            <a:gd name="csY186" fmla="*/ 0 h 12700"/>
                            <a:gd name="csX187" fmla="*/ 1560576 w 4164329"/>
                            <a:gd name="csY187" fmla="*/ 0 h 12700"/>
                            <a:gd name="csX188" fmla="*/ 1568958 w 4164329"/>
                            <a:gd name="csY188" fmla="*/ 0 h 12700"/>
                            <a:gd name="csX189" fmla="*/ 1577213 w 4164329"/>
                            <a:gd name="csY189" fmla="*/ 0 h 12700"/>
                            <a:gd name="csX190" fmla="*/ 1585595 w 4164329"/>
                            <a:gd name="csY190" fmla="*/ 0 h 12700"/>
                            <a:gd name="csX191" fmla="*/ 1593977 w 4164329"/>
                            <a:gd name="csY191" fmla="*/ 0 h 12700"/>
                            <a:gd name="csX192" fmla="*/ 1602359 w 4164329"/>
                            <a:gd name="csY192" fmla="*/ 0 h 12700"/>
                            <a:gd name="csX193" fmla="*/ 1610614 w 4164329"/>
                            <a:gd name="csY193" fmla="*/ 0 h 12700"/>
                            <a:gd name="csX194" fmla="*/ 1618996 w 4164329"/>
                            <a:gd name="csY194" fmla="*/ 0 h 12700"/>
                            <a:gd name="csX195" fmla="*/ 1627378 w 4164329"/>
                            <a:gd name="csY195" fmla="*/ 0 h 12700"/>
                            <a:gd name="csX196" fmla="*/ 1635633 w 4164329"/>
                            <a:gd name="csY196" fmla="*/ 0 h 12700"/>
                            <a:gd name="csX197" fmla="*/ 1644015 w 4164329"/>
                            <a:gd name="csY197" fmla="*/ 0 h 12700"/>
                            <a:gd name="csX198" fmla="*/ 1652397 w 4164329"/>
                            <a:gd name="csY198" fmla="*/ 0 h 12700"/>
                            <a:gd name="csX199" fmla="*/ 1660652 w 4164329"/>
                            <a:gd name="csY199" fmla="*/ 0 h 12700"/>
                            <a:gd name="csX200" fmla="*/ 1669034 w 4164329"/>
                            <a:gd name="csY200" fmla="*/ 0 h 12700"/>
                            <a:gd name="csX201" fmla="*/ 1677416 w 4164329"/>
                            <a:gd name="csY201" fmla="*/ 0 h 12700"/>
                            <a:gd name="csX202" fmla="*/ 1685798 w 4164329"/>
                            <a:gd name="csY202" fmla="*/ 0 h 12700"/>
                            <a:gd name="csX203" fmla="*/ 1694053 w 4164329"/>
                            <a:gd name="csY203" fmla="*/ 0 h 12700"/>
                            <a:gd name="csX204" fmla="*/ 1702435 w 4164329"/>
                            <a:gd name="csY204" fmla="*/ 0 h 12700"/>
                            <a:gd name="csX205" fmla="*/ 1710817 w 4164329"/>
                            <a:gd name="csY205" fmla="*/ 0 h 12700"/>
                            <a:gd name="csX206" fmla="*/ 1719072 w 4164329"/>
                            <a:gd name="csY206" fmla="*/ 0 h 12700"/>
                            <a:gd name="csX207" fmla="*/ 1727454 w 4164329"/>
                            <a:gd name="csY207" fmla="*/ 0 h 12700"/>
                            <a:gd name="csX208" fmla="*/ 1735836 w 4164329"/>
                            <a:gd name="csY208" fmla="*/ 0 h 12700"/>
                            <a:gd name="csX209" fmla="*/ 1744218 w 4164329"/>
                            <a:gd name="csY209" fmla="*/ 0 h 12700"/>
                            <a:gd name="csX210" fmla="*/ 1752473 w 4164329"/>
                            <a:gd name="csY210" fmla="*/ 0 h 12700"/>
                            <a:gd name="csX211" fmla="*/ 1760855 w 4164329"/>
                            <a:gd name="csY211" fmla="*/ 0 h 12700"/>
                            <a:gd name="csX212" fmla="*/ 1769237 w 4164329"/>
                            <a:gd name="csY212" fmla="*/ 0 h 12700"/>
                            <a:gd name="csX213" fmla="*/ 1777492 w 4164329"/>
                            <a:gd name="csY213" fmla="*/ 0 h 12700"/>
                            <a:gd name="csX214" fmla="*/ 1785874 w 4164329"/>
                            <a:gd name="csY214" fmla="*/ 0 h 12700"/>
                            <a:gd name="csX215" fmla="*/ 1794256 w 4164329"/>
                            <a:gd name="csY215" fmla="*/ 0 h 12700"/>
                            <a:gd name="csX216" fmla="*/ 1802638 w 4164329"/>
                            <a:gd name="csY216" fmla="*/ 0 h 12700"/>
                            <a:gd name="csX217" fmla="*/ 1810893 w 4164329"/>
                            <a:gd name="csY217" fmla="*/ 0 h 12700"/>
                            <a:gd name="csX218" fmla="*/ 1819275 w 4164329"/>
                            <a:gd name="csY218" fmla="*/ 0 h 12700"/>
                            <a:gd name="csX219" fmla="*/ 1827657 w 4164329"/>
                            <a:gd name="csY219" fmla="*/ 0 h 12700"/>
                            <a:gd name="csX220" fmla="*/ 1835912 w 4164329"/>
                            <a:gd name="csY220" fmla="*/ 0 h 12700"/>
                            <a:gd name="csX221" fmla="*/ 1844294 w 4164329"/>
                            <a:gd name="csY221" fmla="*/ 0 h 12700"/>
                            <a:gd name="csX222" fmla="*/ 1852676 w 4164329"/>
                            <a:gd name="csY222" fmla="*/ 0 h 12700"/>
                            <a:gd name="csX223" fmla="*/ 1861058 w 4164329"/>
                            <a:gd name="csY223" fmla="*/ 0 h 12700"/>
                            <a:gd name="csX224" fmla="*/ 1869313 w 4164329"/>
                            <a:gd name="csY224" fmla="*/ 0 h 12700"/>
                            <a:gd name="csX225" fmla="*/ 1877695 w 4164329"/>
                            <a:gd name="csY225" fmla="*/ 0 h 12700"/>
                            <a:gd name="csX226" fmla="*/ 1886077 w 4164329"/>
                            <a:gd name="csY226" fmla="*/ 0 h 12700"/>
                            <a:gd name="csX227" fmla="*/ 1894332 w 4164329"/>
                            <a:gd name="csY227" fmla="*/ 0 h 12700"/>
                            <a:gd name="csX228" fmla="*/ 1902714 w 4164329"/>
                            <a:gd name="csY228" fmla="*/ 0 h 12700"/>
                            <a:gd name="csX229" fmla="*/ 1911096 w 4164329"/>
                            <a:gd name="csY229" fmla="*/ 0 h 12700"/>
                            <a:gd name="csX230" fmla="*/ 1919478 w 4164329"/>
                            <a:gd name="csY230" fmla="*/ 0 h 12700"/>
                            <a:gd name="csX231" fmla="*/ 1927733 w 4164329"/>
                            <a:gd name="csY231" fmla="*/ 0 h 12700"/>
                            <a:gd name="csX232" fmla="*/ 1936115 w 4164329"/>
                            <a:gd name="csY232" fmla="*/ 0 h 12700"/>
                            <a:gd name="csX233" fmla="*/ 1944497 w 4164329"/>
                            <a:gd name="csY233" fmla="*/ 0 h 12700"/>
                            <a:gd name="csX234" fmla="*/ 1952752 w 4164329"/>
                            <a:gd name="csY234" fmla="*/ 0 h 12700"/>
                            <a:gd name="csX235" fmla="*/ 1961134 w 4164329"/>
                            <a:gd name="csY235" fmla="*/ 0 h 12700"/>
                            <a:gd name="csX236" fmla="*/ 1969516 w 4164329"/>
                            <a:gd name="csY236" fmla="*/ 0 h 12700"/>
                            <a:gd name="csX237" fmla="*/ 1977771 w 4164329"/>
                            <a:gd name="csY237" fmla="*/ 0 h 12700"/>
                            <a:gd name="csX238" fmla="*/ 1986153 w 4164329"/>
                            <a:gd name="csY238" fmla="*/ 0 h 12700"/>
                            <a:gd name="csX239" fmla="*/ 1994535 w 4164329"/>
                            <a:gd name="csY239" fmla="*/ 0 h 12700"/>
                            <a:gd name="csX240" fmla="*/ 2002917 w 4164329"/>
                            <a:gd name="csY240" fmla="*/ 0 h 12700"/>
                            <a:gd name="csX241" fmla="*/ 2011172 w 4164329"/>
                            <a:gd name="csY241" fmla="*/ 0 h 12700"/>
                            <a:gd name="csX242" fmla="*/ 2019554 w 4164329"/>
                            <a:gd name="csY242" fmla="*/ 0 h 12700"/>
                            <a:gd name="csX243" fmla="*/ 2027936 w 4164329"/>
                            <a:gd name="csY243" fmla="*/ 0 h 12700"/>
                            <a:gd name="csX244" fmla="*/ 2036191 w 4164329"/>
                            <a:gd name="csY244" fmla="*/ 0 h 12700"/>
                            <a:gd name="csX245" fmla="*/ 2044573 w 4164329"/>
                            <a:gd name="csY245" fmla="*/ 0 h 12700"/>
                            <a:gd name="csX246" fmla="*/ 2052955 w 4164329"/>
                            <a:gd name="csY246" fmla="*/ 0 h 12700"/>
                            <a:gd name="csX247" fmla="*/ 2061337 w 4164329"/>
                            <a:gd name="csY247" fmla="*/ 0 h 12700"/>
                            <a:gd name="csX248" fmla="*/ 2069592 w 4164329"/>
                            <a:gd name="csY248" fmla="*/ 0 h 12700"/>
                            <a:gd name="csX249" fmla="*/ 2077974 w 4164329"/>
                            <a:gd name="csY249" fmla="*/ 0 h 12700"/>
                            <a:gd name="csX250" fmla="*/ 2086356 w 4164329"/>
                            <a:gd name="csY250" fmla="*/ 0 h 12700"/>
                            <a:gd name="csX251" fmla="*/ 2094611 w 4164329"/>
                            <a:gd name="csY251" fmla="*/ 0 h 12700"/>
                            <a:gd name="csX252" fmla="*/ 2102993 w 4164329"/>
                            <a:gd name="csY252" fmla="*/ 0 h 12700"/>
                            <a:gd name="csX253" fmla="*/ 2111375 w 4164329"/>
                            <a:gd name="csY253" fmla="*/ 0 h 12700"/>
                            <a:gd name="csX254" fmla="*/ 2119757 w 4164329"/>
                            <a:gd name="csY254" fmla="*/ 0 h 12700"/>
                            <a:gd name="csX255" fmla="*/ 2128012 w 4164329"/>
                            <a:gd name="csY255" fmla="*/ 0 h 12700"/>
                            <a:gd name="csX256" fmla="*/ 2136394 w 4164329"/>
                            <a:gd name="csY256" fmla="*/ 0 h 12700"/>
                            <a:gd name="csX257" fmla="*/ 2144776 w 4164329"/>
                            <a:gd name="csY257" fmla="*/ 0 h 12700"/>
                            <a:gd name="csX258" fmla="*/ 2153031 w 4164329"/>
                            <a:gd name="csY258" fmla="*/ 0 h 12700"/>
                            <a:gd name="csX259" fmla="*/ 2161413 w 4164329"/>
                            <a:gd name="csY259" fmla="*/ 0 h 12700"/>
                            <a:gd name="csX260" fmla="*/ 2169795 w 4164329"/>
                            <a:gd name="csY260" fmla="*/ 0 h 12700"/>
                            <a:gd name="csX261" fmla="*/ 2178177 w 4164329"/>
                            <a:gd name="csY261" fmla="*/ 0 h 12700"/>
                            <a:gd name="csX262" fmla="*/ 2186432 w 4164329"/>
                            <a:gd name="csY262" fmla="*/ 0 h 12700"/>
                            <a:gd name="csX263" fmla="*/ 2194814 w 4164329"/>
                            <a:gd name="csY263" fmla="*/ 0 h 12700"/>
                            <a:gd name="csX264" fmla="*/ 2203196 w 4164329"/>
                            <a:gd name="csY264" fmla="*/ 0 h 12700"/>
                            <a:gd name="csX265" fmla="*/ 2211451 w 4164329"/>
                            <a:gd name="csY265" fmla="*/ 0 h 12700"/>
                            <a:gd name="csX266" fmla="*/ 2219833 w 4164329"/>
                            <a:gd name="csY266" fmla="*/ 0 h 12700"/>
                            <a:gd name="csX267" fmla="*/ 2228215 w 4164329"/>
                            <a:gd name="csY267" fmla="*/ 0 h 12700"/>
                            <a:gd name="csX268" fmla="*/ 2236597 w 4164329"/>
                            <a:gd name="csY268" fmla="*/ 0 h 12700"/>
                            <a:gd name="csX269" fmla="*/ 2244852 w 4164329"/>
                            <a:gd name="csY269" fmla="*/ 0 h 12700"/>
                            <a:gd name="csX270" fmla="*/ 2253234 w 4164329"/>
                            <a:gd name="csY270" fmla="*/ 0 h 12700"/>
                            <a:gd name="csX271" fmla="*/ 2261616 w 4164329"/>
                            <a:gd name="csY271" fmla="*/ 0 h 12700"/>
                            <a:gd name="csX272" fmla="*/ 2269871 w 4164329"/>
                            <a:gd name="csY272" fmla="*/ 0 h 12700"/>
                            <a:gd name="csX273" fmla="*/ 2278253 w 4164329"/>
                            <a:gd name="csY273" fmla="*/ 0 h 12700"/>
                            <a:gd name="csX274" fmla="*/ 2286635 w 4164329"/>
                            <a:gd name="csY274" fmla="*/ 0 h 12700"/>
                            <a:gd name="csX275" fmla="*/ 2294890 w 4164329"/>
                            <a:gd name="csY275" fmla="*/ 0 h 12700"/>
                            <a:gd name="csX276" fmla="*/ 2303272 w 4164329"/>
                            <a:gd name="csY276" fmla="*/ 0 h 12700"/>
                            <a:gd name="csX277" fmla="*/ 2311654 w 4164329"/>
                            <a:gd name="csY277" fmla="*/ 0 h 12700"/>
                            <a:gd name="csX278" fmla="*/ 2320036 w 4164329"/>
                            <a:gd name="csY278" fmla="*/ 0 h 12700"/>
                            <a:gd name="csX279" fmla="*/ 2328291 w 4164329"/>
                            <a:gd name="csY279" fmla="*/ 0 h 12700"/>
                            <a:gd name="csX280" fmla="*/ 2336673 w 4164329"/>
                            <a:gd name="csY280" fmla="*/ 0 h 12700"/>
                            <a:gd name="csX281" fmla="*/ 2345055 w 4164329"/>
                            <a:gd name="csY281" fmla="*/ 0 h 12700"/>
                            <a:gd name="csX282" fmla="*/ 2353310 w 4164329"/>
                            <a:gd name="csY282" fmla="*/ 0 h 12700"/>
                            <a:gd name="csX283" fmla="*/ 2361692 w 4164329"/>
                            <a:gd name="csY283" fmla="*/ 0 h 12700"/>
                            <a:gd name="csX284" fmla="*/ 2370074 w 4164329"/>
                            <a:gd name="csY284" fmla="*/ 0 h 12700"/>
                            <a:gd name="csX285" fmla="*/ 2378456 w 4164329"/>
                            <a:gd name="csY285" fmla="*/ 0 h 12700"/>
                            <a:gd name="csX286" fmla="*/ 2386711 w 4164329"/>
                            <a:gd name="csY286" fmla="*/ 0 h 12700"/>
                            <a:gd name="csX287" fmla="*/ 2395093 w 4164329"/>
                            <a:gd name="csY287" fmla="*/ 0 h 12700"/>
                            <a:gd name="csX288" fmla="*/ 2403475 w 4164329"/>
                            <a:gd name="csY288" fmla="*/ 0 h 12700"/>
                            <a:gd name="csX289" fmla="*/ 2411730 w 4164329"/>
                            <a:gd name="csY289" fmla="*/ 0 h 12700"/>
                            <a:gd name="csX290" fmla="*/ 2420112 w 4164329"/>
                            <a:gd name="csY290" fmla="*/ 0 h 12700"/>
                            <a:gd name="csX291" fmla="*/ 2428494 w 4164329"/>
                            <a:gd name="csY291" fmla="*/ 0 h 12700"/>
                            <a:gd name="csX292" fmla="*/ 2436876 w 4164329"/>
                            <a:gd name="csY292" fmla="*/ 0 h 12700"/>
                            <a:gd name="csX293" fmla="*/ 2445131 w 4164329"/>
                            <a:gd name="csY293" fmla="*/ 0 h 12700"/>
                            <a:gd name="csX294" fmla="*/ 2453513 w 4164329"/>
                            <a:gd name="csY294" fmla="*/ 0 h 12700"/>
                            <a:gd name="csX295" fmla="*/ 2461895 w 4164329"/>
                            <a:gd name="csY295" fmla="*/ 0 h 12700"/>
                            <a:gd name="csX296" fmla="*/ 2470150 w 4164329"/>
                            <a:gd name="csY296" fmla="*/ 0 h 12700"/>
                            <a:gd name="csX297" fmla="*/ 2478532 w 4164329"/>
                            <a:gd name="csY297" fmla="*/ 0 h 12700"/>
                            <a:gd name="csX298" fmla="*/ 2486914 w 4164329"/>
                            <a:gd name="csY298" fmla="*/ 0 h 12700"/>
                            <a:gd name="csX299" fmla="*/ 2495296 w 4164329"/>
                            <a:gd name="csY299" fmla="*/ 0 h 12700"/>
                            <a:gd name="csX300" fmla="*/ 2503551 w 4164329"/>
                            <a:gd name="csY300" fmla="*/ 0 h 12700"/>
                            <a:gd name="csX301" fmla="*/ 2511933 w 4164329"/>
                            <a:gd name="csY301" fmla="*/ 0 h 12700"/>
                            <a:gd name="csX302" fmla="*/ 2520315 w 4164329"/>
                            <a:gd name="csY302" fmla="*/ 0 h 12700"/>
                            <a:gd name="csX303" fmla="*/ 2528570 w 4164329"/>
                            <a:gd name="csY303" fmla="*/ 0 h 12700"/>
                            <a:gd name="csX304" fmla="*/ 2536952 w 4164329"/>
                            <a:gd name="csY304" fmla="*/ 0 h 12700"/>
                            <a:gd name="csX305" fmla="*/ 2545334 w 4164329"/>
                            <a:gd name="csY305" fmla="*/ 0 h 12700"/>
                            <a:gd name="csX306" fmla="*/ 2553716 w 4164329"/>
                            <a:gd name="csY306" fmla="*/ 0 h 12700"/>
                            <a:gd name="csX307" fmla="*/ 2561971 w 4164329"/>
                            <a:gd name="csY307" fmla="*/ 0 h 12700"/>
                            <a:gd name="csX308" fmla="*/ 2570353 w 4164329"/>
                            <a:gd name="csY308" fmla="*/ 0 h 12700"/>
                            <a:gd name="csX309" fmla="*/ 2578735 w 4164329"/>
                            <a:gd name="csY309" fmla="*/ 0 h 12700"/>
                            <a:gd name="csX310" fmla="*/ 2586990 w 4164329"/>
                            <a:gd name="csY310" fmla="*/ 0 h 12700"/>
                            <a:gd name="csX311" fmla="*/ 2595372 w 4164329"/>
                            <a:gd name="csY311" fmla="*/ 0 h 12700"/>
                            <a:gd name="csX312" fmla="*/ 2603754 w 4164329"/>
                            <a:gd name="csY312" fmla="*/ 0 h 12700"/>
                            <a:gd name="csX313" fmla="*/ 2612009 w 4164329"/>
                            <a:gd name="csY313" fmla="*/ 0 h 12700"/>
                            <a:gd name="csX314" fmla="*/ 2620391 w 4164329"/>
                            <a:gd name="csY314" fmla="*/ 0 h 12700"/>
                            <a:gd name="csX315" fmla="*/ 2628773 w 4164329"/>
                            <a:gd name="csY315" fmla="*/ 0 h 12700"/>
                            <a:gd name="csX316" fmla="*/ 2637155 w 4164329"/>
                            <a:gd name="csY316" fmla="*/ 0 h 12700"/>
                            <a:gd name="csX317" fmla="*/ 2645410 w 4164329"/>
                            <a:gd name="csY317" fmla="*/ 0 h 12700"/>
                            <a:gd name="csX318" fmla="*/ 2653792 w 4164329"/>
                            <a:gd name="csY318" fmla="*/ 0 h 12700"/>
                            <a:gd name="csX319" fmla="*/ 2662174 w 4164329"/>
                            <a:gd name="csY319" fmla="*/ 0 h 12700"/>
                            <a:gd name="csX320" fmla="*/ 2670429 w 4164329"/>
                            <a:gd name="csY320" fmla="*/ 0 h 12700"/>
                            <a:gd name="csX321" fmla="*/ 2678811 w 4164329"/>
                            <a:gd name="csY321" fmla="*/ 0 h 12700"/>
                            <a:gd name="csX322" fmla="*/ 2687193 w 4164329"/>
                            <a:gd name="csY322" fmla="*/ 0 h 12700"/>
                            <a:gd name="csX323" fmla="*/ 2695575 w 4164329"/>
                            <a:gd name="csY323" fmla="*/ 0 h 12700"/>
                            <a:gd name="csX324" fmla="*/ 2703830 w 4164329"/>
                            <a:gd name="csY324" fmla="*/ 0 h 12700"/>
                            <a:gd name="csX325" fmla="*/ 2712212 w 4164329"/>
                            <a:gd name="csY325" fmla="*/ 0 h 12700"/>
                            <a:gd name="csX326" fmla="*/ 2720594 w 4164329"/>
                            <a:gd name="csY326" fmla="*/ 0 h 12700"/>
                            <a:gd name="csX327" fmla="*/ 2728849 w 4164329"/>
                            <a:gd name="csY327" fmla="*/ 0 h 12700"/>
                            <a:gd name="csX328" fmla="*/ 2737231 w 4164329"/>
                            <a:gd name="csY328" fmla="*/ 0 h 12700"/>
                            <a:gd name="csX329" fmla="*/ 2745613 w 4164329"/>
                            <a:gd name="csY329" fmla="*/ 0 h 12700"/>
                            <a:gd name="csX330" fmla="*/ 2753995 w 4164329"/>
                            <a:gd name="csY330" fmla="*/ 0 h 12700"/>
                            <a:gd name="csX331" fmla="*/ 2762250 w 4164329"/>
                            <a:gd name="csY331" fmla="*/ 0 h 12700"/>
                            <a:gd name="csX332" fmla="*/ 2770632 w 4164329"/>
                            <a:gd name="csY332" fmla="*/ 0 h 12700"/>
                            <a:gd name="csX333" fmla="*/ 2779014 w 4164329"/>
                            <a:gd name="csY333" fmla="*/ 0 h 12700"/>
                            <a:gd name="csX334" fmla="*/ 2787269 w 4164329"/>
                            <a:gd name="csY334" fmla="*/ 0 h 12700"/>
                            <a:gd name="csX335" fmla="*/ 2795651 w 4164329"/>
                            <a:gd name="csY335" fmla="*/ 0 h 12700"/>
                            <a:gd name="csX336" fmla="*/ 2804033 w 4164329"/>
                            <a:gd name="csY336" fmla="*/ 0 h 12700"/>
                            <a:gd name="csX337" fmla="*/ 2812415 w 4164329"/>
                            <a:gd name="csY337" fmla="*/ 0 h 12700"/>
                            <a:gd name="csX338" fmla="*/ 2820670 w 4164329"/>
                            <a:gd name="csY338" fmla="*/ 0 h 12700"/>
                            <a:gd name="csX339" fmla="*/ 2829052 w 4164329"/>
                            <a:gd name="csY339" fmla="*/ 0 h 12700"/>
                            <a:gd name="csX340" fmla="*/ 2837434 w 4164329"/>
                            <a:gd name="csY340" fmla="*/ 0 h 12700"/>
                            <a:gd name="csX341" fmla="*/ 2845689 w 4164329"/>
                            <a:gd name="csY341" fmla="*/ 0 h 12700"/>
                            <a:gd name="csX342" fmla="*/ 2854071 w 4164329"/>
                            <a:gd name="csY342" fmla="*/ 0 h 12700"/>
                            <a:gd name="csX343" fmla="*/ 2862453 w 4164329"/>
                            <a:gd name="csY343" fmla="*/ 0 h 12700"/>
                            <a:gd name="csX344" fmla="*/ 2870835 w 4164329"/>
                            <a:gd name="csY344" fmla="*/ 0 h 12700"/>
                            <a:gd name="csX345" fmla="*/ 2879090 w 4164329"/>
                            <a:gd name="csY345" fmla="*/ 0 h 12700"/>
                            <a:gd name="csX346" fmla="*/ 2887472 w 4164329"/>
                            <a:gd name="csY346" fmla="*/ 0 h 12700"/>
                            <a:gd name="csX347" fmla="*/ 2895854 w 4164329"/>
                            <a:gd name="csY347" fmla="*/ 0 h 12700"/>
                            <a:gd name="csX348" fmla="*/ 2904109 w 4164329"/>
                            <a:gd name="csY348" fmla="*/ 0 h 12700"/>
                            <a:gd name="csX349" fmla="*/ 2912491 w 4164329"/>
                            <a:gd name="csY349" fmla="*/ 0 h 12700"/>
                            <a:gd name="csX350" fmla="*/ 2920873 w 4164329"/>
                            <a:gd name="csY350" fmla="*/ 0 h 12700"/>
                            <a:gd name="csX351" fmla="*/ 2929128 w 4164329"/>
                            <a:gd name="csY351" fmla="*/ 0 h 12700"/>
                            <a:gd name="csX352" fmla="*/ 2937510 w 4164329"/>
                            <a:gd name="csY352" fmla="*/ 0 h 12700"/>
                            <a:gd name="csX353" fmla="*/ 2945892 w 4164329"/>
                            <a:gd name="csY353" fmla="*/ 0 h 12700"/>
                            <a:gd name="csX354" fmla="*/ 2954274 w 4164329"/>
                            <a:gd name="csY354" fmla="*/ 0 h 12700"/>
                            <a:gd name="csX355" fmla="*/ 2962529 w 4164329"/>
                            <a:gd name="csY355" fmla="*/ 0 h 12700"/>
                            <a:gd name="csX356" fmla="*/ 2970911 w 4164329"/>
                            <a:gd name="csY356" fmla="*/ 0 h 12700"/>
                            <a:gd name="csX357" fmla="*/ 2979293 w 4164329"/>
                            <a:gd name="csY357" fmla="*/ 0 h 12700"/>
                            <a:gd name="csX358" fmla="*/ 2987548 w 4164329"/>
                            <a:gd name="csY358" fmla="*/ 0 h 12700"/>
                            <a:gd name="csX359" fmla="*/ 2995930 w 4164329"/>
                            <a:gd name="csY359" fmla="*/ 0 h 12700"/>
                            <a:gd name="csX360" fmla="*/ 3004312 w 4164329"/>
                            <a:gd name="csY360" fmla="*/ 0 h 12700"/>
                            <a:gd name="csX361" fmla="*/ 3012694 w 4164329"/>
                            <a:gd name="csY361" fmla="*/ 0 h 12700"/>
                            <a:gd name="csX362" fmla="*/ 3020949 w 4164329"/>
                            <a:gd name="csY362" fmla="*/ 0 h 12700"/>
                            <a:gd name="csX363" fmla="*/ 3029331 w 4164329"/>
                            <a:gd name="csY363" fmla="*/ 0 h 12700"/>
                            <a:gd name="csX364" fmla="*/ 3037713 w 4164329"/>
                            <a:gd name="csY364" fmla="*/ 0 h 12700"/>
                            <a:gd name="csX365" fmla="*/ 3045968 w 4164329"/>
                            <a:gd name="csY365" fmla="*/ 0 h 12700"/>
                            <a:gd name="csX366" fmla="*/ 3054350 w 4164329"/>
                            <a:gd name="csY366" fmla="*/ 0 h 12700"/>
                            <a:gd name="csX367" fmla="*/ 3062732 w 4164329"/>
                            <a:gd name="csY367" fmla="*/ 0 h 12700"/>
                            <a:gd name="csX368" fmla="*/ 3071114 w 4164329"/>
                            <a:gd name="csY368" fmla="*/ 0 h 12700"/>
                            <a:gd name="csX369" fmla="*/ 3079369 w 4164329"/>
                            <a:gd name="csY369" fmla="*/ 0 h 12700"/>
                            <a:gd name="csX370" fmla="*/ 3087751 w 4164329"/>
                            <a:gd name="csY370" fmla="*/ 0 h 12700"/>
                            <a:gd name="csX371" fmla="*/ 3096133 w 4164329"/>
                            <a:gd name="csY371" fmla="*/ 0 h 12700"/>
                            <a:gd name="csX372" fmla="*/ 3104388 w 4164329"/>
                            <a:gd name="csY372" fmla="*/ 0 h 12700"/>
                            <a:gd name="csX373" fmla="*/ 3112770 w 4164329"/>
                            <a:gd name="csY373" fmla="*/ 0 h 12700"/>
                            <a:gd name="csX374" fmla="*/ 3121152 w 4164329"/>
                            <a:gd name="csY374" fmla="*/ 0 h 12700"/>
                            <a:gd name="csX375" fmla="*/ 3129534 w 4164329"/>
                            <a:gd name="csY375" fmla="*/ 0 h 12700"/>
                            <a:gd name="csX376" fmla="*/ 3137789 w 4164329"/>
                            <a:gd name="csY376" fmla="*/ 0 h 12700"/>
                            <a:gd name="csX377" fmla="*/ 3146171 w 4164329"/>
                            <a:gd name="csY377" fmla="*/ 0 h 12700"/>
                            <a:gd name="csX378" fmla="*/ 3154553 w 4164329"/>
                            <a:gd name="csY378" fmla="*/ 0 h 12700"/>
                            <a:gd name="csX379" fmla="*/ 3162808 w 4164329"/>
                            <a:gd name="csY379" fmla="*/ 0 h 12700"/>
                            <a:gd name="csX380" fmla="*/ 3171190 w 4164329"/>
                            <a:gd name="csY380" fmla="*/ 0 h 12700"/>
                            <a:gd name="csX381" fmla="*/ 3179572 w 4164329"/>
                            <a:gd name="csY381" fmla="*/ 0 h 12700"/>
                            <a:gd name="csX382" fmla="*/ 3187954 w 4164329"/>
                            <a:gd name="csY382" fmla="*/ 0 h 12700"/>
                            <a:gd name="csX383" fmla="*/ 3196209 w 4164329"/>
                            <a:gd name="csY383" fmla="*/ 0 h 12700"/>
                            <a:gd name="csX384" fmla="*/ 3204591 w 4164329"/>
                            <a:gd name="csY384" fmla="*/ 0 h 12700"/>
                            <a:gd name="csX385" fmla="*/ 3212973 w 4164329"/>
                            <a:gd name="csY385" fmla="*/ 0 h 12700"/>
                            <a:gd name="csX386" fmla="*/ 3221228 w 4164329"/>
                            <a:gd name="csY386" fmla="*/ 0 h 12700"/>
                            <a:gd name="csX387" fmla="*/ 3229610 w 4164329"/>
                            <a:gd name="csY387" fmla="*/ 0 h 12700"/>
                            <a:gd name="csX388" fmla="*/ 3237992 w 4164329"/>
                            <a:gd name="csY388" fmla="*/ 0 h 12700"/>
                            <a:gd name="csX389" fmla="*/ 3246374 w 4164329"/>
                            <a:gd name="csY389" fmla="*/ 0 h 12700"/>
                            <a:gd name="csX390" fmla="*/ 3254629 w 4164329"/>
                            <a:gd name="csY390" fmla="*/ 0 h 12700"/>
                            <a:gd name="csX391" fmla="*/ 3263011 w 4164329"/>
                            <a:gd name="csY391" fmla="*/ 0 h 12700"/>
                            <a:gd name="csX392" fmla="*/ 3271393 w 4164329"/>
                            <a:gd name="csY392" fmla="*/ 0 h 12700"/>
                            <a:gd name="csX393" fmla="*/ 3279648 w 4164329"/>
                            <a:gd name="csY393" fmla="*/ 0 h 12700"/>
                            <a:gd name="csX394" fmla="*/ 3288030 w 4164329"/>
                            <a:gd name="csY394" fmla="*/ 0 h 12700"/>
                            <a:gd name="csX395" fmla="*/ 3296412 w 4164329"/>
                            <a:gd name="csY395" fmla="*/ 0 h 12700"/>
                            <a:gd name="csX396" fmla="*/ 3304667 w 4164329"/>
                            <a:gd name="csY396" fmla="*/ 0 h 12700"/>
                            <a:gd name="csX397" fmla="*/ 3313049 w 4164329"/>
                            <a:gd name="csY397" fmla="*/ 0 h 12700"/>
                            <a:gd name="csX398" fmla="*/ 3321431 w 4164329"/>
                            <a:gd name="csY398" fmla="*/ 0 h 12700"/>
                            <a:gd name="csX399" fmla="*/ 3329813 w 4164329"/>
                            <a:gd name="csY399" fmla="*/ 0 h 12700"/>
                            <a:gd name="csX400" fmla="*/ 3338068 w 4164329"/>
                            <a:gd name="csY400" fmla="*/ 0 h 12700"/>
                            <a:gd name="csX401" fmla="*/ 3346450 w 4164329"/>
                            <a:gd name="csY401" fmla="*/ 0 h 12700"/>
                            <a:gd name="csX402" fmla="*/ 3354832 w 4164329"/>
                            <a:gd name="csY402" fmla="*/ 0 h 12700"/>
                            <a:gd name="csX403" fmla="*/ 3363087 w 4164329"/>
                            <a:gd name="csY403" fmla="*/ 0 h 12700"/>
                            <a:gd name="csX404" fmla="*/ 3371469 w 4164329"/>
                            <a:gd name="csY404" fmla="*/ 0 h 12700"/>
                            <a:gd name="csX405" fmla="*/ 3379851 w 4164329"/>
                            <a:gd name="csY405" fmla="*/ 0 h 12700"/>
                            <a:gd name="csX406" fmla="*/ 3388233 w 4164329"/>
                            <a:gd name="csY406" fmla="*/ 0 h 12700"/>
                            <a:gd name="csX407" fmla="*/ 3396488 w 4164329"/>
                            <a:gd name="csY407" fmla="*/ 0 h 12700"/>
                            <a:gd name="csX408" fmla="*/ 3404870 w 4164329"/>
                            <a:gd name="csY408" fmla="*/ 0 h 12700"/>
                            <a:gd name="csX409" fmla="*/ 3413252 w 4164329"/>
                            <a:gd name="csY409" fmla="*/ 0 h 12700"/>
                            <a:gd name="csX410" fmla="*/ 3421507 w 4164329"/>
                            <a:gd name="csY410" fmla="*/ 0 h 12700"/>
                            <a:gd name="csX411" fmla="*/ 3429889 w 4164329"/>
                            <a:gd name="csY411" fmla="*/ 0 h 12700"/>
                            <a:gd name="csX412" fmla="*/ 3438271 w 4164329"/>
                            <a:gd name="csY412" fmla="*/ 0 h 12700"/>
                            <a:gd name="csX413" fmla="*/ 3446653 w 4164329"/>
                            <a:gd name="csY413" fmla="*/ 0 h 12700"/>
                            <a:gd name="csX414" fmla="*/ 3454908 w 4164329"/>
                            <a:gd name="csY414" fmla="*/ 0 h 12700"/>
                            <a:gd name="csX415" fmla="*/ 3463290 w 4164329"/>
                            <a:gd name="csY415" fmla="*/ 0 h 12700"/>
                            <a:gd name="csX416" fmla="*/ 3471672 w 4164329"/>
                            <a:gd name="csY416" fmla="*/ 0 h 12700"/>
                            <a:gd name="csX417" fmla="*/ 3479927 w 4164329"/>
                            <a:gd name="csY417" fmla="*/ 0 h 12700"/>
                            <a:gd name="csX418" fmla="*/ 3488309 w 4164329"/>
                            <a:gd name="csY418" fmla="*/ 0 h 12700"/>
                            <a:gd name="csX419" fmla="*/ 3496691 w 4164329"/>
                            <a:gd name="csY419" fmla="*/ 0 h 12700"/>
                            <a:gd name="csX420" fmla="*/ 3505073 w 4164329"/>
                            <a:gd name="csY420" fmla="*/ 0 h 12700"/>
                            <a:gd name="csX421" fmla="*/ 3513328 w 4164329"/>
                            <a:gd name="csY421" fmla="*/ 0 h 12700"/>
                            <a:gd name="csX422" fmla="*/ 3521710 w 4164329"/>
                            <a:gd name="csY422" fmla="*/ 0 h 12700"/>
                            <a:gd name="csX423" fmla="*/ 3530092 w 4164329"/>
                            <a:gd name="csY423" fmla="*/ 0 h 12700"/>
                            <a:gd name="csX424" fmla="*/ 3538347 w 4164329"/>
                            <a:gd name="csY424" fmla="*/ 0 h 12700"/>
                            <a:gd name="csX425" fmla="*/ 3546729 w 4164329"/>
                            <a:gd name="csY425" fmla="*/ 0 h 12700"/>
                            <a:gd name="csX426" fmla="*/ 3555111 w 4164329"/>
                            <a:gd name="csY426" fmla="*/ 0 h 12700"/>
                            <a:gd name="csX427" fmla="*/ 3563493 w 4164329"/>
                            <a:gd name="csY427" fmla="*/ 0 h 12700"/>
                            <a:gd name="csX428" fmla="*/ 3571748 w 4164329"/>
                            <a:gd name="csY428" fmla="*/ 0 h 12700"/>
                            <a:gd name="csX429" fmla="*/ 3580130 w 4164329"/>
                            <a:gd name="csY429" fmla="*/ 0 h 12700"/>
                            <a:gd name="csX430" fmla="*/ 3588512 w 4164329"/>
                            <a:gd name="csY430" fmla="*/ 0 h 12700"/>
                            <a:gd name="csX431" fmla="*/ 3596767 w 4164329"/>
                            <a:gd name="csY431" fmla="*/ 0 h 12700"/>
                            <a:gd name="csX432" fmla="*/ 3605149 w 4164329"/>
                            <a:gd name="csY432" fmla="*/ 0 h 12700"/>
                            <a:gd name="csX433" fmla="*/ 3613531 w 4164329"/>
                            <a:gd name="csY433" fmla="*/ 0 h 12700"/>
                            <a:gd name="csX434" fmla="*/ 3621786 w 4164329"/>
                            <a:gd name="csY434" fmla="*/ 0 h 12700"/>
                            <a:gd name="csX435" fmla="*/ 3630168 w 4164329"/>
                            <a:gd name="csY435" fmla="*/ 0 h 12700"/>
                            <a:gd name="csX436" fmla="*/ 3638550 w 4164329"/>
                            <a:gd name="csY436" fmla="*/ 0 h 12700"/>
                            <a:gd name="csX437" fmla="*/ 3646932 w 4164329"/>
                            <a:gd name="csY437" fmla="*/ 0 h 12700"/>
                            <a:gd name="csX438" fmla="*/ 3655187 w 4164329"/>
                            <a:gd name="csY438" fmla="*/ 0 h 12700"/>
                            <a:gd name="csX439" fmla="*/ 3663569 w 4164329"/>
                            <a:gd name="csY439" fmla="*/ 0 h 12700"/>
                            <a:gd name="csX440" fmla="*/ 3671951 w 4164329"/>
                            <a:gd name="csY440" fmla="*/ 0 h 12700"/>
                            <a:gd name="csX441" fmla="*/ 3680206 w 4164329"/>
                            <a:gd name="csY441" fmla="*/ 0 h 12700"/>
                            <a:gd name="csX442" fmla="*/ 3688588 w 4164329"/>
                            <a:gd name="csY442" fmla="*/ 0 h 12700"/>
                            <a:gd name="csX443" fmla="*/ 3696970 w 4164329"/>
                            <a:gd name="csY443" fmla="*/ 0 h 12700"/>
                            <a:gd name="csX444" fmla="*/ 3705352 w 4164329"/>
                            <a:gd name="csY444" fmla="*/ 0 h 12700"/>
                            <a:gd name="csX445" fmla="*/ 3713607 w 4164329"/>
                            <a:gd name="csY445" fmla="*/ 0 h 12700"/>
                            <a:gd name="csX446" fmla="*/ 3721989 w 4164329"/>
                            <a:gd name="csY446" fmla="*/ 0 h 12700"/>
                            <a:gd name="csX447" fmla="*/ 3730371 w 4164329"/>
                            <a:gd name="csY447" fmla="*/ 0 h 12700"/>
                            <a:gd name="csX448" fmla="*/ 3738626 w 4164329"/>
                            <a:gd name="csY448" fmla="*/ 0 h 12700"/>
                            <a:gd name="csX449" fmla="*/ 3747008 w 4164329"/>
                            <a:gd name="csY449" fmla="*/ 0 h 12700"/>
                            <a:gd name="csX450" fmla="*/ 3755390 w 4164329"/>
                            <a:gd name="csY450" fmla="*/ 0 h 12700"/>
                            <a:gd name="csX451" fmla="*/ 3763772 w 4164329"/>
                            <a:gd name="csY451" fmla="*/ 0 h 12700"/>
                            <a:gd name="csX452" fmla="*/ 3772027 w 4164329"/>
                            <a:gd name="csY452" fmla="*/ 0 h 12700"/>
                            <a:gd name="csX453" fmla="*/ 3780409 w 4164329"/>
                            <a:gd name="csY453" fmla="*/ 0 h 12700"/>
                            <a:gd name="csX454" fmla="*/ 3788791 w 4164329"/>
                            <a:gd name="csY454" fmla="*/ 0 h 12700"/>
                            <a:gd name="csX455" fmla="*/ 3797046 w 4164329"/>
                            <a:gd name="csY455" fmla="*/ 0 h 12700"/>
                            <a:gd name="csX456" fmla="*/ 3805428 w 4164329"/>
                            <a:gd name="csY456" fmla="*/ 0 h 12700"/>
                            <a:gd name="csX457" fmla="*/ 3813810 w 4164329"/>
                            <a:gd name="csY457" fmla="*/ 0 h 12700"/>
                            <a:gd name="csX458" fmla="*/ 3822192 w 4164329"/>
                            <a:gd name="csY458" fmla="*/ 0 h 12700"/>
                            <a:gd name="csX459" fmla="*/ 3830447 w 4164329"/>
                            <a:gd name="csY459" fmla="*/ 0 h 12700"/>
                            <a:gd name="csX460" fmla="*/ 3838829 w 4164329"/>
                            <a:gd name="csY460" fmla="*/ 0 h 12700"/>
                            <a:gd name="csX461" fmla="*/ 3847211 w 4164329"/>
                            <a:gd name="csY461" fmla="*/ 0 h 12700"/>
                            <a:gd name="csX462" fmla="*/ 3855466 w 4164329"/>
                            <a:gd name="csY462" fmla="*/ 0 h 12700"/>
                            <a:gd name="csX463" fmla="*/ 3863848 w 4164329"/>
                            <a:gd name="csY463" fmla="*/ 0 h 12700"/>
                            <a:gd name="csX464" fmla="*/ 3872230 w 4164329"/>
                            <a:gd name="csY464" fmla="*/ 0 h 12700"/>
                            <a:gd name="csX465" fmla="*/ 3880612 w 4164329"/>
                            <a:gd name="csY465" fmla="*/ 0 h 12700"/>
                            <a:gd name="csX466" fmla="*/ 3888867 w 4164329"/>
                            <a:gd name="csY466" fmla="*/ 0 h 12700"/>
                            <a:gd name="csX467" fmla="*/ 3897249 w 4164329"/>
                            <a:gd name="csY467" fmla="*/ 0 h 12700"/>
                            <a:gd name="csX468" fmla="*/ 3905631 w 4164329"/>
                            <a:gd name="csY468" fmla="*/ 0 h 12700"/>
                            <a:gd name="csX469" fmla="*/ 3913886 w 4164329"/>
                            <a:gd name="csY469" fmla="*/ 0 h 12700"/>
                            <a:gd name="csX470" fmla="*/ 3922268 w 4164329"/>
                            <a:gd name="csY470" fmla="*/ 0 h 12700"/>
                            <a:gd name="csX471" fmla="*/ 3930650 w 4164329"/>
                            <a:gd name="csY471" fmla="*/ 0 h 12700"/>
                            <a:gd name="csX472" fmla="*/ 3938905 w 4164329"/>
                            <a:gd name="csY472" fmla="*/ 0 h 12700"/>
                            <a:gd name="csX473" fmla="*/ 3947287 w 4164329"/>
                            <a:gd name="csY473" fmla="*/ 0 h 12700"/>
                            <a:gd name="csX474" fmla="*/ 3955669 w 4164329"/>
                            <a:gd name="csY474" fmla="*/ 0 h 12700"/>
                            <a:gd name="csX475" fmla="*/ 3964051 w 4164329"/>
                            <a:gd name="csY475" fmla="*/ 0 h 12700"/>
                            <a:gd name="csX476" fmla="*/ 3972306 w 4164329"/>
                            <a:gd name="csY476" fmla="*/ 0 h 12700"/>
                            <a:gd name="csX477" fmla="*/ 3980688 w 4164329"/>
                            <a:gd name="csY477" fmla="*/ 0 h 12700"/>
                            <a:gd name="csX478" fmla="*/ 3989070 w 4164329"/>
                            <a:gd name="csY478" fmla="*/ 0 h 12700"/>
                            <a:gd name="csX479" fmla="*/ 3997325 w 4164329"/>
                            <a:gd name="csY479" fmla="*/ 0 h 12700"/>
                            <a:gd name="csX480" fmla="*/ 4005707 w 4164329"/>
                            <a:gd name="csY480" fmla="*/ 0 h 12700"/>
                            <a:gd name="csX481" fmla="*/ 4014089 w 4164329"/>
                            <a:gd name="csY481" fmla="*/ 0 h 12700"/>
                            <a:gd name="csX482" fmla="*/ 4022471 w 4164329"/>
                            <a:gd name="csY482" fmla="*/ 0 h 12700"/>
                            <a:gd name="csX483" fmla="*/ 4030726 w 4164329"/>
                            <a:gd name="csY483" fmla="*/ 0 h 12700"/>
                            <a:gd name="csX484" fmla="*/ 4039108 w 4164329"/>
                            <a:gd name="csY484" fmla="*/ 0 h 12700"/>
                            <a:gd name="csX485" fmla="*/ 4047490 w 4164329"/>
                            <a:gd name="csY485" fmla="*/ 0 h 12700"/>
                            <a:gd name="csX486" fmla="*/ 4055745 w 4164329"/>
                            <a:gd name="csY486" fmla="*/ 0 h 12700"/>
                            <a:gd name="csX487" fmla="*/ 4064127 w 4164329"/>
                            <a:gd name="csY487" fmla="*/ 0 h 12700"/>
                            <a:gd name="csX488" fmla="*/ 4072509 w 4164329"/>
                            <a:gd name="csY488" fmla="*/ 0 h 12700"/>
                            <a:gd name="csX489" fmla="*/ 4080891 w 4164329"/>
                            <a:gd name="csY489" fmla="*/ 0 h 12700"/>
                            <a:gd name="csX490" fmla="*/ 4089146 w 4164329"/>
                            <a:gd name="csY490" fmla="*/ 0 h 12700"/>
                            <a:gd name="csX491" fmla="*/ 4097528 w 4164329"/>
                            <a:gd name="csY491" fmla="*/ 0 h 12700"/>
                            <a:gd name="csX492" fmla="*/ 4105910 w 4164329"/>
                            <a:gd name="csY492" fmla="*/ 0 h 12700"/>
                            <a:gd name="csX493" fmla="*/ 4114165 w 4164329"/>
                            <a:gd name="csY493" fmla="*/ 0 h 12700"/>
                            <a:gd name="csX494" fmla="*/ 4122547 w 4164329"/>
                            <a:gd name="csY494" fmla="*/ 0 h 12700"/>
                            <a:gd name="csX495" fmla="*/ 4130929 w 4164329"/>
                            <a:gd name="csY495" fmla="*/ 0 h 12700"/>
                            <a:gd name="csX496" fmla="*/ 4139311 w 4164329"/>
                            <a:gd name="csY496" fmla="*/ 0 h 12700"/>
                            <a:gd name="csX497" fmla="*/ 4147566 w 4164329"/>
                            <a:gd name="csY497" fmla="*/ 0 h 12700"/>
                            <a:gd name="csX498" fmla="*/ 4155948 w 4164329"/>
                            <a:gd name="csY498" fmla="*/ 0 h 12700"/>
                            <a:gd name="csX499" fmla="*/ 4164330 w 4164329"/>
                            <a:gd name="csY499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2700">
                              <a:moveTo>
                                <a:pt x="0" y="0"/>
                              </a:moveTo>
                              <a:lnTo>
                                <a:pt x="8382" y="0"/>
                              </a:lnTo>
                              <a:lnTo>
                                <a:pt x="16637" y="0"/>
                              </a:lnTo>
                              <a:lnTo>
                                <a:pt x="25019" y="0"/>
                              </a:lnTo>
                              <a:lnTo>
                                <a:pt x="33401" y="0"/>
                              </a:lnTo>
                              <a:lnTo>
                                <a:pt x="41783" y="0"/>
                              </a:lnTo>
                              <a:lnTo>
                                <a:pt x="50038" y="0"/>
                              </a:lnTo>
                              <a:lnTo>
                                <a:pt x="58420" y="0"/>
                              </a:lnTo>
                              <a:lnTo>
                                <a:pt x="66802" y="0"/>
                              </a:lnTo>
                              <a:lnTo>
                                <a:pt x="75057" y="0"/>
                              </a:lnTo>
                              <a:lnTo>
                                <a:pt x="83439" y="0"/>
                              </a:lnTo>
                              <a:lnTo>
                                <a:pt x="91821" y="0"/>
                              </a:lnTo>
                              <a:lnTo>
                                <a:pt x="100203" y="0"/>
                              </a:lnTo>
                              <a:lnTo>
                                <a:pt x="108458" y="0"/>
                              </a:lnTo>
                              <a:lnTo>
                                <a:pt x="116840" y="0"/>
                              </a:lnTo>
                              <a:lnTo>
                                <a:pt x="125222" y="0"/>
                              </a:lnTo>
                              <a:lnTo>
                                <a:pt x="133477" y="0"/>
                              </a:lnTo>
                              <a:lnTo>
                                <a:pt x="141859" y="0"/>
                              </a:lnTo>
                              <a:lnTo>
                                <a:pt x="150241" y="0"/>
                              </a:lnTo>
                              <a:lnTo>
                                <a:pt x="158623" y="0"/>
                              </a:lnTo>
                              <a:lnTo>
                                <a:pt x="166878" y="0"/>
                              </a:lnTo>
                              <a:lnTo>
                                <a:pt x="175260" y="0"/>
                              </a:lnTo>
                              <a:lnTo>
                                <a:pt x="183642" y="0"/>
                              </a:lnTo>
                              <a:lnTo>
                                <a:pt x="191897" y="0"/>
                              </a:lnTo>
                              <a:lnTo>
                                <a:pt x="200279" y="0"/>
                              </a:lnTo>
                              <a:lnTo>
                                <a:pt x="208661" y="0"/>
                              </a:lnTo>
                              <a:lnTo>
                                <a:pt x="217043" y="0"/>
                              </a:lnTo>
                              <a:lnTo>
                                <a:pt x="225298" y="0"/>
                              </a:lnTo>
                              <a:lnTo>
                                <a:pt x="233680" y="0"/>
                              </a:lnTo>
                              <a:lnTo>
                                <a:pt x="242062" y="0"/>
                              </a:lnTo>
                              <a:lnTo>
                                <a:pt x="250317" y="0"/>
                              </a:lnTo>
                              <a:lnTo>
                                <a:pt x="258699" y="0"/>
                              </a:lnTo>
                              <a:lnTo>
                                <a:pt x="267081" y="0"/>
                              </a:lnTo>
                              <a:lnTo>
                                <a:pt x="275463" y="0"/>
                              </a:lnTo>
                              <a:lnTo>
                                <a:pt x="283718" y="0"/>
                              </a:lnTo>
                              <a:lnTo>
                                <a:pt x="292100" y="0"/>
                              </a:lnTo>
                              <a:lnTo>
                                <a:pt x="300482" y="0"/>
                              </a:lnTo>
                              <a:lnTo>
                                <a:pt x="308737" y="0"/>
                              </a:lnTo>
                              <a:lnTo>
                                <a:pt x="317119" y="0"/>
                              </a:lnTo>
                              <a:lnTo>
                                <a:pt x="325501" y="0"/>
                              </a:lnTo>
                              <a:lnTo>
                                <a:pt x="333756" y="0"/>
                              </a:lnTo>
                              <a:lnTo>
                                <a:pt x="342138" y="0"/>
                              </a:lnTo>
                              <a:lnTo>
                                <a:pt x="350520" y="0"/>
                              </a:lnTo>
                              <a:lnTo>
                                <a:pt x="358902" y="0"/>
                              </a:lnTo>
                              <a:lnTo>
                                <a:pt x="367157" y="0"/>
                              </a:lnTo>
                              <a:lnTo>
                                <a:pt x="375539" y="0"/>
                              </a:lnTo>
                              <a:lnTo>
                                <a:pt x="383921" y="0"/>
                              </a:lnTo>
                              <a:lnTo>
                                <a:pt x="392176" y="0"/>
                              </a:lnTo>
                              <a:lnTo>
                                <a:pt x="400558" y="0"/>
                              </a:lnTo>
                              <a:lnTo>
                                <a:pt x="408940" y="0"/>
                              </a:lnTo>
                              <a:lnTo>
                                <a:pt x="417322" y="0"/>
                              </a:lnTo>
                              <a:lnTo>
                                <a:pt x="425577" y="0"/>
                              </a:lnTo>
                              <a:lnTo>
                                <a:pt x="433959" y="0"/>
                              </a:lnTo>
                              <a:lnTo>
                                <a:pt x="442341" y="0"/>
                              </a:lnTo>
                              <a:lnTo>
                                <a:pt x="450596" y="0"/>
                              </a:lnTo>
                              <a:lnTo>
                                <a:pt x="458978" y="0"/>
                              </a:lnTo>
                              <a:lnTo>
                                <a:pt x="467360" y="0"/>
                              </a:lnTo>
                              <a:lnTo>
                                <a:pt x="475742" y="0"/>
                              </a:lnTo>
                              <a:lnTo>
                                <a:pt x="483997" y="0"/>
                              </a:lnTo>
                              <a:lnTo>
                                <a:pt x="492379" y="0"/>
                              </a:lnTo>
                              <a:lnTo>
                                <a:pt x="500761" y="0"/>
                              </a:lnTo>
                              <a:lnTo>
                                <a:pt x="509016" y="0"/>
                              </a:lnTo>
                              <a:lnTo>
                                <a:pt x="517398" y="0"/>
                              </a:lnTo>
                              <a:lnTo>
                                <a:pt x="525780" y="0"/>
                              </a:lnTo>
                              <a:lnTo>
                                <a:pt x="534162" y="0"/>
                              </a:lnTo>
                              <a:lnTo>
                                <a:pt x="542417" y="0"/>
                              </a:lnTo>
                              <a:lnTo>
                                <a:pt x="550799" y="0"/>
                              </a:lnTo>
                              <a:lnTo>
                                <a:pt x="559181" y="0"/>
                              </a:lnTo>
                              <a:lnTo>
                                <a:pt x="567436" y="0"/>
                              </a:lnTo>
                              <a:lnTo>
                                <a:pt x="575818" y="0"/>
                              </a:lnTo>
                              <a:lnTo>
                                <a:pt x="584200" y="0"/>
                              </a:lnTo>
                              <a:lnTo>
                                <a:pt x="592582" y="0"/>
                              </a:lnTo>
                              <a:lnTo>
                                <a:pt x="600837" y="0"/>
                              </a:lnTo>
                              <a:lnTo>
                                <a:pt x="609219" y="0"/>
                              </a:lnTo>
                              <a:lnTo>
                                <a:pt x="617601" y="0"/>
                              </a:lnTo>
                              <a:lnTo>
                                <a:pt x="625856" y="0"/>
                              </a:lnTo>
                              <a:lnTo>
                                <a:pt x="634238" y="0"/>
                              </a:lnTo>
                              <a:lnTo>
                                <a:pt x="642620" y="0"/>
                              </a:lnTo>
                              <a:lnTo>
                                <a:pt x="651002" y="0"/>
                              </a:lnTo>
                              <a:lnTo>
                                <a:pt x="659257" y="0"/>
                              </a:lnTo>
                              <a:lnTo>
                                <a:pt x="667639" y="0"/>
                              </a:lnTo>
                              <a:lnTo>
                                <a:pt x="676021" y="0"/>
                              </a:lnTo>
                              <a:lnTo>
                                <a:pt x="684276" y="0"/>
                              </a:lnTo>
                              <a:lnTo>
                                <a:pt x="692658" y="0"/>
                              </a:lnTo>
                              <a:lnTo>
                                <a:pt x="701040" y="0"/>
                              </a:lnTo>
                              <a:lnTo>
                                <a:pt x="709295" y="0"/>
                              </a:lnTo>
                              <a:lnTo>
                                <a:pt x="717677" y="0"/>
                              </a:lnTo>
                              <a:lnTo>
                                <a:pt x="726059" y="0"/>
                              </a:lnTo>
                              <a:lnTo>
                                <a:pt x="734441" y="0"/>
                              </a:lnTo>
                              <a:lnTo>
                                <a:pt x="742696" y="0"/>
                              </a:lnTo>
                              <a:lnTo>
                                <a:pt x="751078" y="0"/>
                              </a:lnTo>
                              <a:lnTo>
                                <a:pt x="759460" y="0"/>
                              </a:lnTo>
                              <a:lnTo>
                                <a:pt x="767715" y="0"/>
                              </a:lnTo>
                              <a:lnTo>
                                <a:pt x="776097" y="0"/>
                              </a:lnTo>
                              <a:lnTo>
                                <a:pt x="784479" y="0"/>
                              </a:lnTo>
                              <a:lnTo>
                                <a:pt x="792861" y="0"/>
                              </a:lnTo>
                              <a:lnTo>
                                <a:pt x="801116" y="0"/>
                              </a:lnTo>
                              <a:lnTo>
                                <a:pt x="809498" y="0"/>
                              </a:lnTo>
                              <a:lnTo>
                                <a:pt x="817880" y="0"/>
                              </a:lnTo>
                              <a:lnTo>
                                <a:pt x="826135" y="0"/>
                              </a:lnTo>
                              <a:lnTo>
                                <a:pt x="834517" y="0"/>
                              </a:lnTo>
                              <a:lnTo>
                                <a:pt x="842899" y="0"/>
                              </a:lnTo>
                              <a:lnTo>
                                <a:pt x="851281" y="0"/>
                              </a:lnTo>
                              <a:lnTo>
                                <a:pt x="859536" y="0"/>
                              </a:lnTo>
                              <a:lnTo>
                                <a:pt x="867918" y="0"/>
                              </a:lnTo>
                              <a:lnTo>
                                <a:pt x="876300" y="0"/>
                              </a:lnTo>
                              <a:lnTo>
                                <a:pt x="884555" y="0"/>
                              </a:lnTo>
                              <a:lnTo>
                                <a:pt x="892937" y="0"/>
                              </a:lnTo>
                              <a:lnTo>
                                <a:pt x="901319" y="0"/>
                              </a:lnTo>
                              <a:lnTo>
                                <a:pt x="909701" y="0"/>
                              </a:lnTo>
                              <a:lnTo>
                                <a:pt x="917956" y="0"/>
                              </a:lnTo>
                              <a:lnTo>
                                <a:pt x="926338" y="0"/>
                              </a:lnTo>
                              <a:lnTo>
                                <a:pt x="934720" y="0"/>
                              </a:lnTo>
                              <a:lnTo>
                                <a:pt x="942975" y="0"/>
                              </a:lnTo>
                              <a:lnTo>
                                <a:pt x="951357" y="0"/>
                              </a:lnTo>
                              <a:lnTo>
                                <a:pt x="959739" y="0"/>
                              </a:lnTo>
                              <a:lnTo>
                                <a:pt x="968121" y="0"/>
                              </a:lnTo>
                              <a:lnTo>
                                <a:pt x="976376" y="0"/>
                              </a:lnTo>
                              <a:lnTo>
                                <a:pt x="984758" y="0"/>
                              </a:lnTo>
                              <a:lnTo>
                                <a:pt x="993140" y="0"/>
                              </a:lnTo>
                              <a:lnTo>
                                <a:pt x="1001395" y="0"/>
                              </a:lnTo>
                              <a:lnTo>
                                <a:pt x="1009777" y="0"/>
                              </a:lnTo>
                              <a:lnTo>
                                <a:pt x="1018159" y="0"/>
                              </a:lnTo>
                              <a:lnTo>
                                <a:pt x="1026414" y="0"/>
                              </a:lnTo>
                              <a:lnTo>
                                <a:pt x="1034796" y="0"/>
                              </a:lnTo>
                              <a:lnTo>
                                <a:pt x="1043178" y="0"/>
                              </a:lnTo>
                              <a:lnTo>
                                <a:pt x="1051560" y="0"/>
                              </a:lnTo>
                              <a:lnTo>
                                <a:pt x="1059815" y="0"/>
                              </a:lnTo>
                              <a:lnTo>
                                <a:pt x="1068197" y="0"/>
                              </a:lnTo>
                              <a:lnTo>
                                <a:pt x="1076579" y="0"/>
                              </a:lnTo>
                              <a:lnTo>
                                <a:pt x="1084834" y="0"/>
                              </a:lnTo>
                              <a:lnTo>
                                <a:pt x="1093216" y="0"/>
                              </a:lnTo>
                              <a:lnTo>
                                <a:pt x="1101598" y="0"/>
                              </a:lnTo>
                              <a:lnTo>
                                <a:pt x="1109980" y="0"/>
                              </a:lnTo>
                              <a:lnTo>
                                <a:pt x="1118235" y="0"/>
                              </a:lnTo>
                              <a:lnTo>
                                <a:pt x="1126617" y="0"/>
                              </a:lnTo>
                              <a:lnTo>
                                <a:pt x="1134999" y="0"/>
                              </a:lnTo>
                              <a:lnTo>
                                <a:pt x="1143254" y="0"/>
                              </a:lnTo>
                              <a:lnTo>
                                <a:pt x="1151636" y="0"/>
                              </a:lnTo>
                              <a:lnTo>
                                <a:pt x="1160018" y="0"/>
                              </a:lnTo>
                              <a:lnTo>
                                <a:pt x="1168400" y="0"/>
                              </a:lnTo>
                              <a:lnTo>
                                <a:pt x="1176655" y="0"/>
                              </a:lnTo>
                              <a:lnTo>
                                <a:pt x="1185037" y="0"/>
                              </a:lnTo>
                              <a:lnTo>
                                <a:pt x="1193419" y="0"/>
                              </a:lnTo>
                              <a:lnTo>
                                <a:pt x="1201674" y="0"/>
                              </a:lnTo>
                              <a:lnTo>
                                <a:pt x="1210056" y="0"/>
                              </a:lnTo>
                              <a:lnTo>
                                <a:pt x="1218438" y="0"/>
                              </a:lnTo>
                              <a:lnTo>
                                <a:pt x="1226820" y="0"/>
                              </a:lnTo>
                              <a:lnTo>
                                <a:pt x="1235075" y="0"/>
                              </a:lnTo>
                              <a:lnTo>
                                <a:pt x="1243457" y="0"/>
                              </a:lnTo>
                              <a:lnTo>
                                <a:pt x="1251839" y="0"/>
                              </a:lnTo>
                              <a:lnTo>
                                <a:pt x="1260094" y="0"/>
                              </a:lnTo>
                              <a:lnTo>
                                <a:pt x="1268476" y="0"/>
                              </a:lnTo>
                              <a:lnTo>
                                <a:pt x="1276858" y="0"/>
                              </a:lnTo>
                              <a:lnTo>
                                <a:pt x="1285240" y="0"/>
                              </a:lnTo>
                              <a:lnTo>
                                <a:pt x="1293495" y="0"/>
                              </a:lnTo>
                              <a:lnTo>
                                <a:pt x="1301877" y="0"/>
                              </a:lnTo>
                              <a:lnTo>
                                <a:pt x="1310259" y="0"/>
                              </a:lnTo>
                              <a:lnTo>
                                <a:pt x="1318514" y="0"/>
                              </a:lnTo>
                              <a:lnTo>
                                <a:pt x="1326896" y="0"/>
                              </a:lnTo>
                              <a:lnTo>
                                <a:pt x="1335278" y="0"/>
                              </a:lnTo>
                              <a:lnTo>
                                <a:pt x="1343533" y="0"/>
                              </a:lnTo>
                              <a:lnTo>
                                <a:pt x="1351915" y="0"/>
                              </a:lnTo>
                              <a:lnTo>
                                <a:pt x="1360297" y="0"/>
                              </a:lnTo>
                              <a:lnTo>
                                <a:pt x="1368679" y="0"/>
                              </a:lnTo>
                              <a:lnTo>
                                <a:pt x="1376934" y="0"/>
                              </a:lnTo>
                              <a:lnTo>
                                <a:pt x="1385316" y="0"/>
                              </a:lnTo>
                              <a:lnTo>
                                <a:pt x="1393698" y="0"/>
                              </a:lnTo>
                              <a:lnTo>
                                <a:pt x="1401953" y="0"/>
                              </a:lnTo>
                              <a:lnTo>
                                <a:pt x="1410335" y="0"/>
                              </a:lnTo>
                              <a:lnTo>
                                <a:pt x="1418717" y="0"/>
                              </a:lnTo>
                              <a:lnTo>
                                <a:pt x="1427099" y="0"/>
                              </a:lnTo>
                              <a:lnTo>
                                <a:pt x="1435354" y="0"/>
                              </a:lnTo>
                              <a:lnTo>
                                <a:pt x="1443736" y="0"/>
                              </a:lnTo>
                              <a:lnTo>
                                <a:pt x="1452118" y="0"/>
                              </a:lnTo>
                              <a:lnTo>
                                <a:pt x="1460373" y="0"/>
                              </a:lnTo>
                              <a:lnTo>
                                <a:pt x="1468755" y="0"/>
                              </a:lnTo>
                              <a:lnTo>
                                <a:pt x="1477137" y="0"/>
                              </a:lnTo>
                              <a:lnTo>
                                <a:pt x="1485519" y="0"/>
                              </a:lnTo>
                              <a:lnTo>
                                <a:pt x="1493774" y="0"/>
                              </a:lnTo>
                              <a:lnTo>
                                <a:pt x="1502156" y="0"/>
                              </a:lnTo>
                              <a:lnTo>
                                <a:pt x="1510538" y="0"/>
                              </a:lnTo>
                              <a:lnTo>
                                <a:pt x="1518793" y="0"/>
                              </a:lnTo>
                              <a:lnTo>
                                <a:pt x="1527175" y="0"/>
                              </a:lnTo>
                              <a:lnTo>
                                <a:pt x="1535557" y="0"/>
                              </a:lnTo>
                              <a:lnTo>
                                <a:pt x="1543939" y="0"/>
                              </a:lnTo>
                              <a:lnTo>
                                <a:pt x="1552194" y="0"/>
                              </a:lnTo>
                              <a:lnTo>
                                <a:pt x="1560576" y="0"/>
                              </a:lnTo>
                              <a:lnTo>
                                <a:pt x="1568958" y="0"/>
                              </a:lnTo>
                              <a:lnTo>
                                <a:pt x="1577213" y="0"/>
                              </a:lnTo>
                              <a:lnTo>
                                <a:pt x="1585595" y="0"/>
                              </a:lnTo>
                              <a:lnTo>
                                <a:pt x="1593977" y="0"/>
                              </a:lnTo>
                              <a:lnTo>
                                <a:pt x="1602359" y="0"/>
                              </a:lnTo>
                              <a:lnTo>
                                <a:pt x="1610614" y="0"/>
                              </a:lnTo>
                              <a:lnTo>
                                <a:pt x="1618996" y="0"/>
                              </a:lnTo>
                              <a:lnTo>
                                <a:pt x="1627378" y="0"/>
                              </a:lnTo>
                              <a:lnTo>
                                <a:pt x="1635633" y="0"/>
                              </a:lnTo>
                              <a:lnTo>
                                <a:pt x="1644015" y="0"/>
                              </a:lnTo>
                              <a:lnTo>
                                <a:pt x="1652397" y="0"/>
                              </a:lnTo>
                              <a:lnTo>
                                <a:pt x="1660652" y="0"/>
                              </a:lnTo>
                              <a:lnTo>
                                <a:pt x="1669034" y="0"/>
                              </a:lnTo>
                              <a:lnTo>
                                <a:pt x="1677416" y="0"/>
                              </a:lnTo>
                              <a:lnTo>
                                <a:pt x="1685798" y="0"/>
                              </a:lnTo>
                              <a:lnTo>
                                <a:pt x="1694053" y="0"/>
                              </a:lnTo>
                              <a:lnTo>
                                <a:pt x="1702435" y="0"/>
                              </a:lnTo>
                              <a:lnTo>
                                <a:pt x="1710817" y="0"/>
                              </a:lnTo>
                              <a:lnTo>
                                <a:pt x="1719072" y="0"/>
                              </a:lnTo>
                              <a:lnTo>
                                <a:pt x="1727454" y="0"/>
                              </a:lnTo>
                              <a:lnTo>
                                <a:pt x="1735836" y="0"/>
                              </a:lnTo>
                              <a:lnTo>
                                <a:pt x="1744218" y="0"/>
                              </a:lnTo>
                              <a:lnTo>
                                <a:pt x="1752473" y="0"/>
                              </a:lnTo>
                              <a:lnTo>
                                <a:pt x="1760855" y="0"/>
                              </a:lnTo>
                              <a:lnTo>
                                <a:pt x="1769237" y="0"/>
                              </a:lnTo>
                              <a:lnTo>
                                <a:pt x="1777492" y="0"/>
                              </a:lnTo>
                              <a:lnTo>
                                <a:pt x="1785874" y="0"/>
                              </a:lnTo>
                              <a:lnTo>
                                <a:pt x="1794256" y="0"/>
                              </a:lnTo>
                              <a:lnTo>
                                <a:pt x="1802638" y="0"/>
                              </a:lnTo>
                              <a:lnTo>
                                <a:pt x="1810893" y="0"/>
                              </a:lnTo>
                              <a:lnTo>
                                <a:pt x="1819275" y="0"/>
                              </a:lnTo>
                              <a:lnTo>
                                <a:pt x="1827657" y="0"/>
                              </a:lnTo>
                              <a:lnTo>
                                <a:pt x="1835912" y="0"/>
                              </a:lnTo>
                              <a:lnTo>
                                <a:pt x="1844294" y="0"/>
                              </a:lnTo>
                              <a:lnTo>
                                <a:pt x="1852676" y="0"/>
                              </a:lnTo>
                              <a:lnTo>
                                <a:pt x="1861058" y="0"/>
                              </a:lnTo>
                              <a:lnTo>
                                <a:pt x="1869313" y="0"/>
                              </a:lnTo>
                              <a:lnTo>
                                <a:pt x="1877695" y="0"/>
                              </a:lnTo>
                              <a:lnTo>
                                <a:pt x="1886077" y="0"/>
                              </a:lnTo>
                              <a:lnTo>
                                <a:pt x="1894332" y="0"/>
                              </a:lnTo>
                              <a:lnTo>
                                <a:pt x="1902714" y="0"/>
                              </a:lnTo>
                              <a:lnTo>
                                <a:pt x="1911096" y="0"/>
                              </a:lnTo>
                              <a:lnTo>
                                <a:pt x="1919478" y="0"/>
                              </a:lnTo>
                              <a:lnTo>
                                <a:pt x="1927733" y="0"/>
                              </a:lnTo>
                              <a:lnTo>
                                <a:pt x="1936115" y="0"/>
                              </a:lnTo>
                              <a:lnTo>
                                <a:pt x="1944497" y="0"/>
                              </a:lnTo>
                              <a:lnTo>
                                <a:pt x="1952752" y="0"/>
                              </a:lnTo>
                              <a:lnTo>
                                <a:pt x="1961134" y="0"/>
                              </a:lnTo>
                              <a:lnTo>
                                <a:pt x="1969516" y="0"/>
                              </a:lnTo>
                              <a:lnTo>
                                <a:pt x="1977771" y="0"/>
                              </a:lnTo>
                              <a:lnTo>
                                <a:pt x="1986153" y="0"/>
                              </a:lnTo>
                              <a:lnTo>
                                <a:pt x="1994535" y="0"/>
                              </a:lnTo>
                              <a:lnTo>
                                <a:pt x="2002917" y="0"/>
                              </a:lnTo>
                              <a:lnTo>
                                <a:pt x="2011172" y="0"/>
                              </a:lnTo>
                              <a:lnTo>
                                <a:pt x="2019554" y="0"/>
                              </a:lnTo>
                              <a:lnTo>
                                <a:pt x="2027936" y="0"/>
                              </a:lnTo>
                              <a:lnTo>
                                <a:pt x="2036191" y="0"/>
                              </a:lnTo>
                              <a:lnTo>
                                <a:pt x="2044573" y="0"/>
                              </a:lnTo>
                              <a:lnTo>
                                <a:pt x="2052955" y="0"/>
                              </a:lnTo>
                              <a:lnTo>
                                <a:pt x="2061337" y="0"/>
                              </a:lnTo>
                              <a:lnTo>
                                <a:pt x="2069592" y="0"/>
                              </a:lnTo>
                              <a:lnTo>
                                <a:pt x="2077974" y="0"/>
                              </a:lnTo>
                              <a:lnTo>
                                <a:pt x="2086356" y="0"/>
                              </a:lnTo>
                              <a:lnTo>
                                <a:pt x="2094611" y="0"/>
                              </a:lnTo>
                              <a:lnTo>
                                <a:pt x="2102993" y="0"/>
                              </a:lnTo>
                              <a:lnTo>
                                <a:pt x="2111375" y="0"/>
                              </a:lnTo>
                              <a:lnTo>
                                <a:pt x="2119757" y="0"/>
                              </a:lnTo>
                              <a:lnTo>
                                <a:pt x="2128012" y="0"/>
                              </a:lnTo>
                              <a:lnTo>
                                <a:pt x="2136394" y="0"/>
                              </a:lnTo>
                              <a:lnTo>
                                <a:pt x="2144776" y="0"/>
                              </a:lnTo>
                              <a:lnTo>
                                <a:pt x="2153031" y="0"/>
                              </a:lnTo>
                              <a:lnTo>
                                <a:pt x="2161413" y="0"/>
                              </a:lnTo>
                              <a:lnTo>
                                <a:pt x="2169795" y="0"/>
                              </a:lnTo>
                              <a:lnTo>
                                <a:pt x="2178177" y="0"/>
                              </a:lnTo>
                              <a:lnTo>
                                <a:pt x="2186432" y="0"/>
                              </a:lnTo>
                              <a:lnTo>
                                <a:pt x="2194814" y="0"/>
                              </a:lnTo>
                              <a:lnTo>
                                <a:pt x="2203196" y="0"/>
                              </a:lnTo>
                              <a:lnTo>
                                <a:pt x="2211451" y="0"/>
                              </a:lnTo>
                              <a:lnTo>
                                <a:pt x="2219833" y="0"/>
                              </a:lnTo>
                              <a:lnTo>
                                <a:pt x="2228215" y="0"/>
                              </a:lnTo>
                              <a:lnTo>
                                <a:pt x="2236597" y="0"/>
                              </a:lnTo>
                              <a:lnTo>
                                <a:pt x="2244852" y="0"/>
                              </a:lnTo>
                              <a:lnTo>
                                <a:pt x="2253234" y="0"/>
                              </a:lnTo>
                              <a:lnTo>
                                <a:pt x="2261616" y="0"/>
                              </a:lnTo>
                              <a:lnTo>
                                <a:pt x="2269871" y="0"/>
                              </a:lnTo>
                              <a:lnTo>
                                <a:pt x="2278253" y="0"/>
                              </a:lnTo>
                              <a:lnTo>
                                <a:pt x="2286635" y="0"/>
                              </a:lnTo>
                              <a:lnTo>
                                <a:pt x="2294890" y="0"/>
                              </a:lnTo>
                              <a:lnTo>
                                <a:pt x="2303272" y="0"/>
                              </a:lnTo>
                              <a:lnTo>
                                <a:pt x="2311654" y="0"/>
                              </a:lnTo>
                              <a:lnTo>
                                <a:pt x="2320036" y="0"/>
                              </a:lnTo>
                              <a:lnTo>
                                <a:pt x="2328291" y="0"/>
                              </a:lnTo>
                              <a:lnTo>
                                <a:pt x="2336673" y="0"/>
                              </a:lnTo>
                              <a:lnTo>
                                <a:pt x="2345055" y="0"/>
                              </a:lnTo>
                              <a:lnTo>
                                <a:pt x="2353310" y="0"/>
                              </a:lnTo>
                              <a:lnTo>
                                <a:pt x="2361692" y="0"/>
                              </a:lnTo>
                              <a:lnTo>
                                <a:pt x="2370074" y="0"/>
                              </a:lnTo>
                              <a:lnTo>
                                <a:pt x="2378456" y="0"/>
                              </a:lnTo>
                              <a:lnTo>
                                <a:pt x="2386711" y="0"/>
                              </a:lnTo>
                              <a:lnTo>
                                <a:pt x="2395093" y="0"/>
                              </a:lnTo>
                              <a:lnTo>
                                <a:pt x="2403475" y="0"/>
                              </a:lnTo>
                              <a:lnTo>
                                <a:pt x="2411730" y="0"/>
                              </a:lnTo>
                              <a:lnTo>
                                <a:pt x="2420112" y="0"/>
                              </a:lnTo>
                              <a:lnTo>
                                <a:pt x="2428494" y="0"/>
                              </a:lnTo>
                              <a:lnTo>
                                <a:pt x="2436876" y="0"/>
                              </a:lnTo>
                              <a:lnTo>
                                <a:pt x="2445131" y="0"/>
                              </a:lnTo>
                              <a:lnTo>
                                <a:pt x="2453513" y="0"/>
                              </a:lnTo>
                              <a:lnTo>
                                <a:pt x="2461895" y="0"/>
                              </a:lnTo>
                              <a:lnTo>
                                <a:pt x="2470150" y="0"/>
                              </a:lnTo>
                              <a:lnTo>
                                <a:pt x="2478532" y="0"/>
                              </a:lnTo>
                              <a:lnTo>
                                <a:pt x="2486914" y="0"/>
                              </a:lnTo>
                              <a:lnTo>
                                <a:pt x="2495296" y="0"/>
                              </a:lnTo>
                              <a:lnTo>
                                <a:pt x="2503551" y="0"/>
                              </a:lnTo>
                              <a:lnTo>
                                <a:pt x="2511933" y="0"/>
                              </a:lnTo>
                              <a:lnTo>
                                <a:pt x="2520315" y="0"/>
                              </a:lnTo>
                              <a:lnTo>
                                <a:pt x="2528570" y="0"/>
                              </a:lnTo>
                              <a:lnTo>
                                <a:pt x="2536952" y="0"/>
                              </a:lnTo>
                              <a:lnTo>
                                <a:pt x="2545334" y="0"/>
                              </a:lnTo>
                              <a:lnTo>
                                <a:pt x="2553716" y="0"/>
                              </a:lnTo>
                              <a:lnTo>
                                <a:pt x="2561971" y="0"/>
                              </a:lnTo>
                              <a:lnTo>
                                <a:pt x="2570353" y="0"/>
                              </a:lnTo>
                              <a:lnTo>
                                <a:pt x="2578735" y="0"/>
                              </a:lnTo>
                              <a:lnTo>
                                <a:pt x="2586990" y="0"/>
                              </a:lnTo>
                              <a:lnTo>
                                <a:pt x="2595372" y="0"/>
                              </a:lnTo>
                              <a:lnTo>
                                <a:pt x="2603754" y="0"/>
                              </a:lnTo>
                              <a:lnTo>
                                <a:pt x="2612009" y="0"/>
                              </a:lnTo>
                              <a:lnTo>
                                <a:pt x="2620391" y="0"/>
                              </a:lnTo>
                              <a:lnTo>
                                <a:pt x="2628773" y="0"/>
                              </a:lnTo>
                              <a:lnTo>
                                <a:pt x="2637155" y="0"/>
                              </a:lnTo>
                              <a:lnTo>
                                <a:pt x="2645410" y="0"/>
                              </a:lnTo>
                              <a:lnTo>
                                <a:pt x="2653792" y="0"/>
                              </a:lnTo>
                              <a:lnTo>
                                <a:pt x="2662174" y="0"/>
                              </a:lnTo>
                              <a:lnTo>
                                <a:pt x="2670429" y="0"/>
                              </a:lnTo>
                              <a:lnTo>
                                <a:pt x="2678811" y="0"/>
                              </a:lnTo>
                              <a:lnTo>
                                <a:pt x="2687193" y="0"/>
                              </a:lnTo>
                              <a:lnTo>
                                <a:pt x="2695575" y="0"/>
                              </a:lnTo>
                              <a:lnTo>
                                <a:pt x="2703830" y="0"/>
                              </a:lnTo>
                              <a:lnTo>
                                <a:pt x="2712212" y="0"/>
                              </a:lnTo>
                              <a:lnTo>
                                <a:pt x="2720594" y="0"/>
                              </a:lnTo>
                              <a:lnTo>
                                <a:pt x="2728849" y="0"/>
                              </a:lnTo>
                              <a:lnTo>
                                <a:pt x="2737231" y="0"/>
                              </a:lnTo>
                              <a:lnTo>
                                <a:pt x="2745613" y="0"/>
                              </a:lnTo>
                              <a:lnTo>
                                <a:pt x="2753995" y="0"/>
                              </a:lnTo>
                              <a:lnTo>
                                <a:pt x="2762250" y="0"/>
                              </a:lnTo>
                              <a:lnTo>
                                <a:pt x="2770632" y="0"/>
                              </a:lnTo>
                              <a:lnTo>
                                <a:pt x="2779014" y="0"/>
                              </a:lnTo>
                              <a:lnTo>
                                <a:pt x="2787269" y="0"/>
                              </a:lnTo>
                              <a:lnTo>
                                <a:pt x="2795651" y="0"/>
                              </a:lnTo>
                              <a:lnTo>
                                <a:pt x="2804033" y="0"/>
                              </a:lnTo>
                              <a:lnTo>
                                <a:pt x="2812415" y="0"/>
                              </a:lnTo>
                              <a:lnTo>
                                <a:pt x="2820670" y="0"/>
                              </a:lnTo>
                              <a:lnTo>
                                <a:pt x="2829052" y="0"/>
                              </a:lnTo>
                              <a:lnTo>
                                <a:pt x="2837434" y="0"/>
                              </a:lnTo>
                              <a:lnTo>
                                <a:pt x="2845689" y="0"/>
                              </a:lnTo>
                              <a:lnTo>
                                <a:pt x="2854071" y="0"/>
                              </a:lnTo>
                              <a:lnTo>
                                <a:pt x="2862453" y="0"/>
                              </a:lnTo>
                              <a:lnTo>
                                <a:pt x="2870835" y="0"/>
                              </a:lnTo>
                              <a:lnTo>
                                <a:pt x="2879090" y="0"/>
                              </a:lnTo>
                              <a:lnTo>
                                <a:pt x="2887472" y="0"/>
                              </a:lnTo>
                              <a:lnTo>
                                <a:pt x="2895854" y="0"/>
                              </a:lnTo>
                              <a:lnTo>
                                <a:pt x="2904109" y="0"/>
                              </a:lnTo>
                              <a:lnTo>
                                <a:pt x="2912491" y="0"/>
                              </a:lnTo>
                              <a:lnTo>
                                <a:pt x="2920873" y="0"/>
                              </a:lnTo>
                              <a:lnTo>
                                <a:pt x="2929128" y="0"/>
                              </a:lnTo>
                              <a:lnTo>
                                <a:pt x="2937510" y="0"/>
                              </a:lnTo>
                              <a:lnTo>
                                <a:pt x="2945892" y="0"/>
                              </a:lnTo>
                              <a:lnTo>
                                <a:pt x="2954274" y="0"/>
                              </a:lnTo>
                              <a:lnTo>
                                <a:pt x="2962529" y="0"/>
                              </a:lnTo>
                              <a:lnTo>
                                <a:pt x="2970911" y="0"/>
                              </a:lnTo>
                              <a:lnTo>
                                <a:pt x="2979293" y="0"/>
                              </a:lnTo>
                              <a:lnTo>
                                <a:pt x="2987548" y="0"/>
                              </a:lnTo>
                              <a:lnTo>
                                <a:pt x="2995930" y="0"/>
                              </a:lnTo>
                              <a:lnTo>
                                <a:pt x="3004312" y="0"/>
                              </a:lnTo>
                              <a:lnTo>
                                <a:pt x="3012694" y="0"/>
                              </a:lnTo>
                              <a:lnTo>
                                <a:pt x="3020949" y="0"/>
                              </a:lnTo>
                              <a:lnTo>
                                <a:pt x="3029331" y="0"/>
                              </a:lnTo>
                              <a:lnTo>
                                <a:pt x="3037713" y="0"/>
                              </a:lnTo>
                              <a:lnTo>
                                <a:pt x="3045968" y="0"/>
                              </a:lnTo>
                              <a:lnTo>
                                <a:pt x="3054350" y="0"/>
                              </a:lnTo>
                              <a:lnTo>
                                <a:pt x="3062732" y="0"/>
                              </a:lnTo>
                              <a:lnTo>
                                <a:pt x="3071114" y="0"/>
                              </a:lnTo>
                              <a:lnTo>
                                <a:pt x="3079369" y="0"/>
                              </a:lnTo>
                              <a:lnTo>
                                <a:pt x="3087751" y="0"/>
                              </a:lnTo>
                              <a:lnTo>
                                <a:pt x="3096133" y="0"/>
                              </a:lnTo>
                              <a:lnTo>
                                <a:pt x="3104388" y="0"/>
                              </a:lnTo>
                              <a:lnTo>
                                <a:pt x="3112770" y="0"/>
                              </a:lnTo>
                              <a:lnTo>
                                <a:pt x="3121152" y="0"/>
                              </a:lnTo>
                              <a:lnTo>
                                <a:pt x="3129534" y="0"/>
                              </a:lnTo>
                              <a:lnTo>
                                <a:pt x="3137789" y="0"/>
                              </a:lnTo>
                              <a:lnTo>
                                <a:pt x="3146171" y="0"/>
                              </a:lnTo>
                              <a:lnTo>
                                <a:pt x="3154553" y="0"/>
                              </a:lnTo>
                              <a:lnTo>
                                <a:pt x="3162808" y="0"/>
                              </a:lnTo>
                              <a:lnTo>
                                <a:pt x="3171190" y="0"/>
                              </a:lnTo>
                              <a:lnTo>
                                <a:pt x="3179572" y="0"/>
                              </a:lnTo>
                              <a:lnTo>
                                <a:pt x="3187954" y="0"/>
                              </a:lnTo>
                              <a:lnTo>
                                <a:pt x="3196209" y="0"/>
                              </a:lnTo>
                              <a:lnTo>
                                <a:pt x="3204591" y="0"/>
                              </a:lnTo>
                              <a:lnTo>
                                <a:pt x="3212973" y="0"/>
                              </a:lnTo>
                              <a:lnTo>
                                <a:pt x="3221228" y="0"/>
                              </a:lnTo>
                              <a:lnTo>
                                <a:pt x="3229610" y="0"/>
                              </a:lnTo>
                              <a:lnTo>
                                <a:pt x="3237992" y="0"/>
                              </a:lnTo>
                              <a:lnTo>
                                <a:pt x="3246374" y="0"/>
                              </a:lnTo>
                              <a:lnTo>
                                <a:pt x="3254629" y="0"/>
                              </a:lnTo>
                              <a:lnTo>
                                <a:pt x="3263011" y="0"/>
                              </a:lnTo>
                              <a:lnTo>
                                <a:pt x="3271393" y="0"/>
                              </a:lnTo>
                              <a:lnTo>
                                <a:pt x="3279648" y="0"/>
                              </a:lnTo>
                              <a:lnTo>
                                <a:pt x="3288030" y="0"/>
                              </a:lnTo>
                              <a:lnTo>
                                <a:pt x="3296412" y="0"/>
                              </a:lnTo>
                              <a:lnTo>
                                <a:pt x="3304667" y="0"/>
                              </a:lnTo>
                              <a:lnTo>
                                <a:pt x="3313049" y="0"/>
                              </a:lnTo>
                              <a:lnTo>
                                <a:pt x="3321431" y="0"/>
                              </a:lnTo>
                              <a:lnTo>
                                <a:pt x="3329813" y="0"/>
                              </a:lnTo>
                              <a:lnTo>
                                <a:pt x="3338068" y="0"/>
                              </a:lnTo>
                              <a:lnTo>
                                <a:pt x="3346450" y="0"/>
                              </a:lnTo>
                              <a:lnTo>
                                <a:pt x="3354832" y="0"/>
                              </a:lnTo>
                              <a:lnTo>
                                <a:pt x="3363087" y="0"/>
                              </a:lnTo>
                              <a:lnTo>
                                <a:pt x="3371469" y="0"/>
                              </a:lnTo>
                              <a:lnTo>
                                <a:pt x="3379851" y="0"/>
                              </a:lnTo>
                              <a:lnTo>
                                <a:pt x="3388233" y="0"/>
                              </a:lnTo>
                              <a:lnTo>
                                <a:pt x="3396488" y="0"/>
                              </a:lnTo>
                              <a:lnTo>
                                <a:pt x="3404870" y="0"/>
                              </a:lnTo>
                              <a:lnTo>
                                <a:pt x="3413252" y="0"/>
                              </a:lnTo>
                              <a:lnTo>
                                <a:pt x="3421507" y="0"/>
                              </a:lnTo>
                              <a:lnTo>
                                <a:pt x="3429889" y="0"/>
                              </a:lnTo>
                              <a:lnTo>
                                <a:pt x="3438271" y="0"/>
                              </a:lnTo>
                              <a:lnTo>
                                <a:pt x="3446653" y="0"/>
                              </a:lnTo>
                              <a:lnTo>
                                <a:pt x="3454908" y="0"/>
                              </a:lnTo>
                              <a:lnTo>
                                <a:pt x="3463290" y="0"/>
                              </a:lnTo>
                              <a:lnTo>
                                <a:pt x="3471672" y="0"/>
                              </a:lnTo>
                              <a:lnTo>
                                <a:pt x="3479927" y="0"/>
                              </a:lnTo>
                              <a:lnTo>
                                <a:pt x="3488309" y="0"/>
                              </a:lnTo>
                              <a:lnTo>
                                <a:pt x="3496691" y="0"/>
                              </a:lnTo>
                              <a:lnTo>
                                <a:pt x="3505073" y="0"/>
                              </a:lnTo>
                              <a:lnTo>
                                <a:pt x="3513328" y="0"/>
                              </a:lnTo>
                              <a:lnTo>
                                <a:pt x="3521710" y="0"/>
                              </a:lnTo>
                              <a:lnTo>
                                <a:pt x="3530092" y="0"/>
                              </a:lnTo>
                              <a:lnTo>
                                <a:pt x="3538347" y="0"/>
                              </a:lnTo>
                              <a:lnTo>
                                <a:pt x="3546729" y="0"/>
                              </a:lnTo>
                              <a:lnTo>
                                <a:pt x="3555111" y="0"/>
                              </a:lnTo>
                              <a:lnTo>
                                <a:pt x="3563493" y="0"/>
                              </a:lnTo>
                              <a:lnTo>
                                <a:pt x="3571748" y="0"/>
                              </a:lnTo>
                              <a:lnTo>
                                <a:pt x="3580130" y="0"/>
                              </a:lnTo>
                              <a:lnTo>
                                <a:pt x="3588512" y="0"/>
                              </a:lnTo>
                              <a:lnTo>
                                <a:pt x="3596767" y="0"/>
                              </a:lnTo>
                              <a:lnTo>
                                <a:pt x="3605149" y="0"/>
                              </a:lnTo>
                              <a:lnTo>
                                <a:pt x="3613531" y="0"/>
                              </a:lnTo>
                              <a:lnTo>
                                <a:pt x="3621786" y="0"/>
                              </a:lnTo>
                              <a:lnTo>
                                <a:pt x="3630168" y="0"/>
                              </a:lnTo>
                              <a:lnTo>
                                <a:pt x="3638550" y="0"/>
                              </a:lnTo>
                              <a:lnTo>
                                <a:pt x="3646932" y="0"/>
                              </a:lnTo>
                              <a:lnTo>
                                <a:pt x="3655187" y="0"/>
                              </a:lnTo>
                              <a:lnTo>
                                <a:pt x="3663569" y="0"/>
                              </a:lnTo>
                              <a:lnTo>
                                <a:pt x="3671951" y="0"/>
                              </a:lnTo>
                              <a:lnTo>
                                <a:pt x="3680206" y="0"/>
                              </a:lnTo>
                              <a:lnTo>
                                <a:pt x="3688588" y="0"/>
                              </a:lnTo>
                              <a:lnTo>
                                <a:pt x="3696970" y="0"/>
                              </a:lnTo>
                              <a:lnTo>
                                <a:pt x="3705352" y="0"/>
                              </a:lnTo>
                              <a:lnTo>
                                <a:pt x="3713607" y="0"/>
                              </a:lnTo>
                              <a:lnTo>
                                <a:pt x="3721989" y="0"/>
                              </a:lnTo>
                              <a:lnTo>
                                <a:pt x="3730371" y="0"/>
                              </a:lnTo>
                              <a:lnTo>
                                <a:pt x="3738626" y="0"/>
                              </a:lnTo>
                              <a:lnTo>
                                <a:pt x="3747008" y="0"/>
                              </a:lnTo>
                              <a:lnTo>
                                <a:pt x="3755390" y="0"/>
                              </a:lnTo>
                              <a:lnTo>
                                <a:pt x="3763772" y="0"/>
                              </a:lnTo>
                              <a:lnTo>
                                <a:pt x="3772027" y="0"/>
                              </a:lnTo>
                              <a:lnTo>
                                <a:pt x="3780409" y="0"/>
                              </a:lnTo>
                              <a:lnTo>
                                <a:pt x="3788791" y="0"/>
                              </a:lnTo>
                              <a:lnTo>
                                <a:pt x="3797046" y="0"/>
                              </a:lnTo>
                              <a:lnTo>
                                <a:pt x="3805428" y="0"/>
                              </a:lnTo>
                              <a:lnTo>
                                <a:pt x="3813810" y="0"/>
                              </a:lnTo>
                              <a:lnTo>
                                <a:pt x="3822192" y="0"/>
                              </a:lnTo>
                              <a:lnTo>
                                <a:pt x="3830447" y="0"/>
                              </a:lnTo>
                              <a:lnTo>
                                <a:pt x="3838829" y="0"/>
                              </a:lnTo>
                              <a:lnTo>
                                <a:pt x="3847211" y="0"/>
                              </a:lnTo>
                              <a:lnTo>
                                <a:pt x="3855466" y="0"/>
                              </a:lnTo>
                              <a:lnTo>
                                <a:pt x="3863848" y="0"/>
                              </a:lnTo>
                              <a:lnTo>
                                <a:pt x="3872230" y="0"/>
                              </a:lnTo>
                              <a:lnTo>
                                <a:pt x="3880612" y="0"/>
                              </a:lnTo>
                              <a:lnTo>
                                <a:pt x="3888867" y="0"/>
                              </a:lnTo>
                              <a:lnTo>
                                <a:pt x="3897249" y="0"/>
                              </a:lnTo>
                              <a:lnTo>
                                <a:pt x="3905631" y="0"/>
                              </a:lnTo>
                              <a:lnTo>
                                <a:pt x="3913886" y="0"/>
                              </a:lnTo>
                              <a:lnTo>
                                <a:pt x="3922268" y="0"/>
                              </a:lnTo>
                              <a:lnTo>
                                <a:pt x="3930650" y="0"/>
                              </a:lnTo>
                              <a:lnTo>
                                <a:pt x="3938905" y="0"/>
                              </a:lnTo>
                              <a:lnTo>
                                <a:pt x="3947287" y="0"/>
                              </a:lnTo>
                              <a:lnTo>
                                <a:pt x="3955669" y="0"/>
                              </a:lnTo>
                              <a:lnTo>
                                <a:pt x="3964051" y="0"/>
                              </a:lnTo>
                              <a:lnTo>
                                <a:pt x="3972306" y="0"/>
                              </a:lnTo>
                              <a:lnTo>
                                <a:pt x="3980688" y="0"/>
                              </a:lnTo>
                              <a:lnTo>
                                <a:pt x="3989070" y="0"/>
                              </a:lnTo>
                              <a:lnTo>
                                <a:pt x="3997325" y="0"/>
                              </a:lnTo>
                              <a:lnTo>
                                <a:pt x="4005707" y="0"/>
                              </a:lnTo>
                              <a:lnTo>
                                <a:pt x="4014089" y="0"/>
                              </a:lnTo>
                              <a:lnTo>
                                <a:pt x="4022471" y="0"/>
                              </a:lnTo>
                              <a:lnTo>
                                <a:pt x="4030726" y="0"/>
                              </a:lnTo>
                              <a:lnTo>
                                <a:pt x="4039108" y="0"/>
                              </a:lnTo>
                              <a:lnTo>
                                <a:pt x="4047490" y="0"/>
                              </a:lnTo>
                              <a:lnTo>
                                <a:pt x="4055745" y="0"/>
                              </a:lnTo>
                              <a:lnTo>
                                <a:pt x="4064127" y="0"/>
                              </a:lnTo>
                              <a:lnTo>
                                <a:pt x="4072509" y="0"/>
                              </a:lnTo>
                              <a:lnTo>
                                <a:pt x="4080891" y="0"/>
                              </a:lnTo>
                              <a:lnTo>
                                <a:pt x="4089146" y="0"/>
                              </a:lnTo>
                              <a:lnTo>
                                <a:pt x="4097528" y="0"/>
                              </a:lnTo>
                              <a:lnTo>
                                <a:pt x="4105910" y="0"/>
                              </a:lnTo>
                              <a:lnTo>
                                <a:pt x="4114165" y="0"/>
                              </a:lnTo>
                              <a:lnTo>
                                <a:pt x="4122547" y="0"/>
                              </a:lnTo>
                              <a:lnTo>
                                <a:pt x="4130929" y="0"/>
                              </a:lnTo>
                              <a:lnTo>
                                <a:pt x="4139311" y="0"/>
                              </a:lnTo>
                              <a:lnTo>
                                <a:pt x="4147566" y="0"/>
                              </a:lnTo>
                              <a:lnTo>
                                <a:pt x="4155948" y="0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1965B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9" name="Freeform 28">
                          <a:extLst>
                            <a:ext uri="{FF2B5EF4-FFF2-40B4-BE49-F238E27FC236}">
                              <a16:creationId xmlns:a16="http://schemas.microsoft.com/office/drawing/2014/main" id="{93FF8F3F-72FE-E941-FBA8-F2A4773E5A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479134"/>
                          <a:ext cx="4164329" cy="1538224"/>
                        </a:xfrm>
                        <a:custGeom>
                          <a:avLst/>
                          <a:gdLst>
                            <a:gd name="csX0" fmla="*/ 0 w 4164329"/>
                            <a:gd name="csY0" fmla="*/ 1538224 h 1538224"/>
                            <a:gd name="csX1" fmla="*/ 8382 w 4164329"/>
                            <a:gd name="csY1" fmla="*/ 1538224 h 1538224"/>
                            <a:gd name="csX2" fmla="*/ 16637 w 4164329"/>
                            <a:gd name="csY2" fmla="*/ 1538224 h 1538224"/>
                            <a:gd name="csX3" fmla="*/ 25019 w 4164329"/>
                            <a:gd name="csY3" fmla="*/ 1538224 h 1538224"/>
                            <a:gd name="csX4" fmla="*/ 33401 w 4164329"/>
                            <a:gd name="csY4" fmla="*/ 1538224 h 1538224"/>
                            <a:gd name="csX5" fmla="*/ 41783 w 4164329"/>
                            <a:gd name="csY5" fmla="*/ 1538224 h 1538224"/>
                            <a:gd name="csX6" fmla="*/ 50038 w 4164329"/>
                            <a:gd name="csY6" fmla="*/ 1538224 h 1538224"/>
                            <a:gd name="csX7" fmla="*/ 58420 w 4164329"/>
                            <a:gd name="csY7" fmla="*/ 1538224 h 1538224"/>
                            <a:gd name="csX8" fmla="*/ 66802 w 4164329"/>
                            <a:gd name="csY8" fmla="*/ 1538224 h 1538224"/>
                            <a:gd name="csX9" fmla="*/ 75057 w 4164329"/>
                            <a:gd name="csY9" fmla="*/ 1538224 h 1538224"/>
                            <a:gd name="csX10" fmla="*/ 83439 w 4164329"/>
                            <a:gd name="csY10" fmla="*/ 1538224 h 1538224"/>
                            <a:gd name="csX11" fmla="*/ 91821 w 4164329"/>
                            <a:gd name="csY11" fmla="*/ 1538224 h 1538224"/>
                            <a:gd name="csX12" fmla="*/ 100203 w 4164329"/>
                            <a:gd name="csY12" fmla="*/ 1538224 h 1538224"/>
                            <a:gd name="csX13" fmla="*/ 108458 w 4164329"/>
                            <a:gd name="csY13" fmla="*/ 1538224 h 1538224"/>
                            <a:gd name="csX14" fmla="*/ 116840 w 4164329"/>
                            <a:gd name="csY14" fmla="*/ 1538224 h 1538224"/>
                            <a:gd name="csX15" fmla="*/ 125222 w 4164329"/>
                            <a:gd name="csY15" fmla="*/ 1538224 h 1538224"/>
                            <a:gd name="csX16" fmla="*/ 133477 w 4164329"/>
                            <a:gd name="csY16" fmla="*/ 1538224 h 1538224"/>
                            <a:gd name="csX17" fmla="*/ 141859 w 4164329"/>
                            <a:gd name="csY17" fmla="*/ 1538224 h 1538224"/>
                            <a:gd name="csX18" fmla="*/ 150241 w 4164329"/>
                            <a:gd name="csY18" fmla="*/ 1538224 h 1538224"/>
                            <a:gd name="csX19" fmla="*/ 158623 w 4164329"/>
                            <a:gd name="csY19" fmla="*/ 1538224 h 1538224"/>
                            <a:gd name="csX20" fmla="*/ 166878 w 4164329"/>
                            <a:gd name="csY20" fmla="*/ 1538224 h 1538224"/>
                            <a:gd name="csX21" fmla="*/ 175260 w 4164329"/>
                            <a:gd name="csY21" fmla="*/ 1538224 h 1538224"/>
                            <a:gd name="csX22" fmla="*/ 183642 w 4164329"/>
                            <a:gd name="csY22" fmla="*/ 1538224 h 1538224"/>
                            <a:gd name="csX23" fmla="*/ 191897 w 4164329"/>
                            <a:gd name="csY23" fmla="*/ 1538224 h 1538224"/>
                            <a:gd name="csX24" fmla="*/ 200279 w 4164329"/>
                            <a:gd name="csY24" fmla="*/ 1538224 h 1538224"/>
                            <a:gd name="csX25" fmla="*/ 208661 w 4164329"/>
                            <a:gd name="csY25" fmla="*/ 1538224 h 1538224"/>
                            <a:gd name="csX26" fmla="*/ 217043 w 4164329"/>
                            <a:gd name="csY26" fmla="*/ 1538224 h 1538224"/>
                            <a:gd name="csX27" fmla="*/ 225298 w 4164329"/>
                            <a:gd name="csY27" fmla="*/ 1538224 h 1538224"/>
                            <a:gd name="csX28" fmla="*/ 233680 w 4164329"/>
                            <a:gd name="csY28" fmla="*/ 1538224 h 1538224"/>
                            <a:gd name="csX29" fmla="*/ 242062 w 4164329"/>
                            <a:gd name="csY29" fmla="*/ 1538224 h 1538224"/>
                            <a:gd name="csX30" fmla="*/ 250317 w 4164329"/>
                            <a:gd name="csY30" fmla="*/ 1538097 h 1538224"/>
                            <a:gd name="csX31" fmla="*/ 258699 w 4164329"/>
                            <a:gd name="csY31" fmla="*/ 1538097 h 1538224"/>
                            <a:gd name="csX32" fmla="*/ 267081 w 4164329"/>
                            <a:gd name="csY32" fmla="*/ 1538097 h 1538224"/>
                            <a:gd name="csX33" fmla="*/ 275463 w 4164329"/>
                            <a:gd name="csY33" fmla="*/ 1538097 h 1538224"/>
                            <a:gd name="csX34" fmla="*/ 283718 w 4164329"/>
                            <a:gd name="csY34" fmla="*/ 1538097 h 1538224"/>
                            <a:gd name="csX35" fmla="*/ 292100 w 4164329"/>
                            <a:gd name="csY35" fmla="*/ 1538097 h 1538224"/>
                            <a:gd name="csX36" fmla="*/ 300482 w 4164329"/>
                            <a:gd name="csY36" fmla="*/ 1538097 h 1538224"/>
                            <a:gd name="csX37" fmla="*/ 308737 w 4164329"/>
                            <a:gd name="csY37" fmla="*/ 1538097 h 1538224"/>
                            <a:gd name="csX38" fmla="*/ 317119 w 4164329"/>
                            <a:gd name="csY38" fmla="*/ 1538097 h 1538224"/>
                            <a:gd name="csX39" fmla="*/ 325501 w 4164329"/>
                            <a:gd name="csY39" fmla="*/ 1538097 h 1538224"/>
                            <a:gd name="csX40" fmla="*/ 333756 w 4164329"/>
                            <a:gd name="csY40" fmla="*/ 1537970 h 1538224"/>
                            <a:gd name="csX41" fmla="*/ 342138 w 4164329"/>
                            <a:gd name="csY41" fmla="*/ 1537970 h 1538224"/>
                            <a:gd name="csX42" fmla="*/ 350520 w 4164329"/>
                            <a:gd name="csY42" fmla="*/ 1537970 h 1538224"/>
                            <a:gd name="csX43" fmla="*/ 358902 w 4164329"/>
                            <a:gd name="csY43" fmla="*/ 1537970 h 1538224"/>
                            <a:gd name="csX44" fmla="*/ 367157 w 4164329"/>
                            <a:gd name="csY44" fmla="*/ 1537970 h 1538224"/>
                            <a:gd name="csX45" fmla="*/ 375539 w 4164329"/>
                            <a:gd name="csY45" fmla="*/ 1537970 h 1538224"/>
                            <a:gd name="csX46" fmla="*/ 383921 w 4164329"/>
                            <a:gd name="csY46" fmla="*/ 1537970 h 1538224"/>
                            <a:gd name="csX47" fmla="*/ 392176 w 4164329"/>
                            <a:gd name="csY47" fmla="*/ 1537843 h 1538224"/>
                            <a:gd name="csX48" fmla="*/ 400558 w 4164329"/>
                            <a:gd name="csY48" fmla="*/ 1537843 h 1538224"/>
                            <a:gd name="csX49" fmla="*/ 408940 w 4164329"/>
                            <a:gd name="csY49" fmla="*/ 1537843 h 1538224"/>
                            <a:gd name="csX50" fmla="*/ 417322 w 4164329"/>
                            <a:gd name="csY50" fmla="*/ 1537843 h 1538224"/>
                            <a:gd name="csX51" fmla="*/ 425577 w 4164329"/>
                            <a:gd name="csY51" fmla="*/ 1537843 h 1538224"/>
                            <a:gd name="csX52" fmla="*/ 433959 w 4164329"/>
                            <a:gd name="csY52" fmla="*/ 1537716 h 1538224"/>
                            <a:gd name="csX53" fmla="*/ 442341 w 4164329"/>
                            <a:gd name="csY53" fmla="*/ 1537716 h 1538224"/>
                            <a:gd name="csX54" fmla="*/ 450596 w 4164329"/>
                            <a:gd name="csY54" fmla="*/ 1537716 h 1538224"/>
                            <a:gd name="csX55" fmla="*/ 458978 w 4164329"/>
                            <a:gd name="csY55" fmla="*/ 1537589 h 1538224"/>
                            <a:gd name="csX56" fmla="*/ 467360 w 4164329"/>
                            <a:gd name="csY56" fmla="*/ 1537589 h 1538224"/>
                            <a:gd name="csX57" fmla="*/ 475742 w 4164329"/>
                            <a:gd name="csY57" fmla="*/ 1537589 h 1538224"/>
                            <a:gd name="csX58" fmla="*/ 483997 w 4164329"/>
                            <a:gd name="csY58" fmla="*/ 1537589 h 1538224"/>
                            <a:gd name="csX59" fmla="*/ 492379 w 4164329"/>
                            <a:gd name="csY59" fmla="*/ 1537462 h 1538224"/>
                            <a:gd name="csX60" fmla="*/ 500761 w 4164329"/>
                            <a:gd name="csY60" fmla="*/ 1537462 h 1538224"/>
                            <a:gd name="csX61" fmla="*/ 509016 w 4164329"/>
                            <a:gd name="csY61" fmla="*/ 1537335 h 1538224"/>
                            <a:gd name="csX62" fmla="*/ 517398 w 4164329"/>
                            <a:gd name="csY62" fmla="*/ 1537335 h 1538224"/>
                            <a:gd name="csX63" fmla="*/ 525780 w 4164329"/>
                            <a:gd name="csY63" fmla="*/ 1537335 h 1538224"/>
                            <a:gd name="csX64" fmla="*/ 534162 w 4164329"/>
                            <a:gd name="csY64" fmla="*/ 1537208 h 1538224"/>
                            <a:gd name="csX65" fmla="*/ 542417 w 4164329"/>
                            <a:gd name="csY65" fmla="*/ 1537208 h 1538224"/>
                            <a:gd name="csX66" fmla="*/ 550799 w 4164329"/>
                            <a:gd name="csY66" fmla="*/ 1537081 h 1538224"/>
                            <a:gd name="csX67" fmla="*/ 559181 w 4164329"/>
                            <a:gd name="csY67" fmla="*/ 1537081 h 1538224"/>
                            <a:gd name="csX68" fmla="*/ 567436 w 4164329"/>
                            <a:gd name="csY68" fmla="*/ 1536954 h 1538224"/>
                            <a:gd name="csX69" fmla="*/ 575818 w 4164329"/>
                            <a:gd name="csY69" fmla="*/ 1536827 h 1538224"/>
                            <a:gd name="csX70" fmla="*/ 584200 w 4164329"/>
                            <a:gd name="csY70" fmla="*/ 1536827 h 1538224"/>
                            <a:gd name="csX71" fmla="*/ 592582 w 4164329"/>
                            <a:gd name="csY71" fmla="*/ 1536700 h 1538224"/>
                            <a:gd name="csX72" fmla="*/ 600837 w 4164329"/>
                            <a:gd name="csY72" fmla="*/ 1536573 h 1538224"/>
                            <a:gd name="csX73" fmla="*/ 609219 w 4164329"/>
                            <a:gd name="csY73" fmla="*/ 1536573 h 1538224"/>
                            <a:gd name="csX74" fmla="*/ 617601 w 4164329"/>
                            <a:gd name="csY74" fmla="*/ 1536446 h 1538224"/>
                            <a:gd name="csX75" fmla="*/ 625856 w 4164329"/>
                            <a:gd name="csY75" fmla="*/ 1536319 h 1538224"/>
                            <a:gd name="csX76" fmla="*/ 634238 w 4164329"/>
                            <a:gd name="csY76" fmla="*/ 1536192 h 1538224"/>
                            <a:gd name="csX77" fmla="*/ 642620 w 4164329"/>
                            <a:gd name="csY77" fmla="*/ 1536192 h 1538224"/>
                            <a:gd name="csX78" fmla="*/ 651002 w 4164329"/>
                            <a:gd name="csY78" fmla="*/ 1536065 h 1538224"/>
                            <a:gd name="csX79" fmla="*/ 659257 w 4164329"/>
                            <a:gd name="csY79" fmla="*/ 1535938 h 1538224"/>
                            <a:gd name="csX80" fmla="*/ 667639 w 4164329"/>
                            <a:gd name="csY80" fmla="*/ 1535811 h 1538224"/>
                            <a:gd name="csX81" fmla="*/ 676021 w 4164329"/>
                            <a:gd name="csY81" fmla="*/ 1535684 h 1538224"/>
                            <a:gd name="csX82" fmla="*/ 684276 w 4164329"/>
                            <a:gd name="csY82" fmla="*/ 1535557 h 1538224"/>
                            <a:gd name="csX83" fmla="*/ 692658 w 4164329"/>
                            <a:gd name="csY83" fmla="*/ 1535303 h 1538224"/>
                            <a:gd name="csX84" fmla="*/ 701040 w 4164329"/>
                            <a:gd name="csY84" fmla="*/ 1535176 h 1538224"/>
                            <a:gd name="csX85" fmla="*/ 709295 w 4164329"/>
                            <a:gd name="csY85" fmla="*/ 1535049 h 1538224"/>
                            <a:gd name="csX86" fmla="*/ 717677 w 4164329"/>
                            <a:gd name="csY86" fmla="*/ 1534922 h 1538224"/>
                            <a:gd name="csX87" fmla="*/ 726059 w 4164329"/>
                            <a:gd name="csY87" fmla="*/ 1534668 h 1538224"/>
                            <a:gd name="csX88" fmla="*/ 734441 w 4164329"/>
                            <a:gd name="csY88" fmla="*/ 1534541 h 1538224"/>
                            <a:gd name="csX89" fmla="*/ 742696 w 4164329"/>
                            <a:gd name="csY89" fmla="*/ 1534287 h 1538224"/>
                            <a:gd name="csX90" fmla="*/ 751078 w 4164329"/>
                            <a:gd name="csY90" fmla="*/ 1534160 h 1538224"/>
                            <a:gd name="csX91" fmla="*/ 759460 w 4164329"/>
                            <a:gd name="csY91" fmla="*/ 1533906 h 1538224"/>
                            <a:gd name="csX92" fmla="*/ 767715 w 4164329"/>
                            <a:gd name="csY92" fmla="*/ 1533779 h 1538224"/>
                            <a:gd name="csX93" fmla="*/ 776097 w 4164329"/>
                            <a:gd name="csY93" fmla="*/ 1533525 h 1538224"/>
                            <a:gd name="csX94" fmla="*/ 784479 w 4164329"/>
                            <a:gd name="csY94" fmla="*/ 1533271 h 1538224"/>
                            <a:gd name="csX95" fmla="*/ 792861 w 4164329"/>
                            <a:gd name="csY95" fmla="*/ 1533017 h 1538224"/>
                            <a:gd name="csX96" fmla="*/ 801116 w 4164329"/>
                            <a:gd name="csY96" fmla="*/ 1532763 h 1538224"/>
                            <a:gd name="csX97" fmla="*/ 809498 w 4164329"/>
                            <a:gd name="csY97" fmla="*/ 1532509 h 1538224"/>
                            <a:gd name="csX98" fmla="*/ 817880 w 4164329"/>
                            <a:gd name="csY98" fmla="*/ 1532255 h 1538224"/>
                            <a:gd name="csX99" fmla="*/ 826135 w 4164329"/>
                            <a:gd name="csY99" fmla="*/ 1532001 h 1538224"/>
                            <a:gd name="csX100" fmla="*/ 834517 w 4164329"/>
                            <a:gd name="csY100" fmla="*/ 1531747 h 1538224"/>
                            <a:gd name="csX101" fmla="*/ 842899 w 4164329"/>
                            <a:gd name="csY101" fmla="*/ 1531366 h 1538224"/>
                            <a:gd name="csX102" fmla="*/ 851281 w 4164329"/>
                            <a:gd name="csY102" fmla="*/ 1531112 h 1538224"/>
                            <a:gd name="csX103" fmla="*/ 859536 w 4164329"/>
                            <a:gd name="csY103" fmla="*/ 1530731 h 1538224"/>
                            <a:gd name="csX104" fmla="*/ 867918 w 4164329"/>
                            <a:gd name="csY104" fmla="*/ 1530350 h 1538224"/>
                            <a:gd name="csX105" fmla="*/ 876300 w 4164329"/>
                            <a:gd name="csY105" fmla="*/ 1529969 h 1538224"/>
                            <a:gd name="csX106" fmla="*/ 884555 w 4164329"/>
                            <a:gd name="csY106" fmla="*/ 1529715 h 1538224"/>
                            <a:gd name="csX107" fmla="*/ 892937 w 4164329"/>
                            <a:gd name="csY107" fmla="*/ 1529207 h 1538224"/>
                            <a:gd name="csX108" fmla="*/ 901319 w 4164329"/>
                            <a:gd name="csY108" fmla="*/ 1528826 h 1538224"/>
                            <a:gd name="csX109" fmla="*/ 909701 w 4164329"/>
                            <a:gd name="csY109" fmla="*/ 1528445 h 1538224"/>
                            <a:gd name="csX110" fmla="*/ 917956 w 4164329"/>
                            <a:gd name="csY110" fmla="*/ 1528064 h 1538224"/>
                            <a:gd name="csX111" fmla="*/ 926338 w 4164329"/>
                            <a:gd name="csY111" fmla="*/ 1527556 h 1538224"/>
                            <a:gd name="csX112" fmla="*/ 934720 w 4164329"/>
                            <a:gd name="csY112" fmla="*/ 1527048 h 1538224"/>
                            <a:gd name="csX113" fmla="*/ 942975 w 4164329"/>
                            <a:gd name="csY113" fmla="*/ 1526667 h 1538224"/>
                            <a:gd name="csX114" fmla="*/ 951357 w 4164329"/>
                            <a:gd name="csY114" fmla="*/ 1526159 h 1538224"/>
                            <a:gd name="csX115" fmla="*/ 959739 w 4164329"/>
                            <a:gd name="csY115" fmla="*/ 1525651 h 1538224"/>
                            <a:gd name="csX116" fmla="*/ 968121 w 4164329"/>
                            <a:gd name="csY116" fmla="*/ 1525016 h 1538224"/>
                            <a:gd name="csX117" fmla="*/ 976376 w 4164329"/>
                            <a:gd name="csY117" fmla="*/ 1524508 h 1538224"/>
                            <a:gd name="csX118" fmla="*/ 984758 w 4164329"/>
                            <a:gd name="csY118" fmla="*/ 1523873 h 1538224"/>
                            <a:gd name="csX119" fmla="*/ 993140 w 4164329"/>
                            <a:gd name="csY119" fmla="*/ 1523365 h 1538224"/>
                            <a:gd name="csX120" fmla="*/ 1001395 w 4164329"/>
                            <a:gd name="csY120" fmla="*/ 1522730 h 1538224"/>
                            <a:gd name="csX121" fmla="*/ 1009777 w 4164329"/>
                            <a:gd name="csY121" fmla="*/ 1522095 h 1538224"/>
                            <a:gd name="csX122" fmla="*/ 1018159 w 4164329"/>
                            <a:gd name="csY122" fmla="*/ 1521460 h 1538224"/>
                            <a:gd name="csX123" fmla="*/ 1026414 w 4164329"/>
                            <a:gd name="csY123" fmla="*/ 1520698 h 1538224"/>
                            <a:gd name="csX124" fmla="*/ 1034796 w 4164329"/>
                            <a:gd name="csY124" fmla="*/ 1519936 h 1538224"/>
                            <a:gd name="csX125" fmla="*/ 1043178 w 4164329"/>
                            <a:gd name="csY125" fmla="*/ 1519301 h 1538224"/>
                            <a:gd name="csX126" fmla="*/ 1051560 w 4164329"/>
                            <a:gd name="csY126" fmla="*/ 1518539 h 1538224"/>
                            <a:gd name="csX127" fmla="*/ 1059815 w 4164329"/>
                            <a:gd name="csY127" fmla="*/ 1517650 h 1538224"/>
                            <a:gd name="csX128" fmla="*/ 1068197 w 4164329"/>
                            <a:gd name="csY128" fmla="*/ 1516888 h 1538224"/>
                            <a:gd name="csX129" fmla="*/ 1076579 w 4164329"/>
                            <a:gd name="csY129" fmla="*/ 1515999 h 1538224"/>
                            <a:gd name="csX130" fmla="*/ 1084834 w 4164329"/>
                            <a:gd name="csY130" fmla="*/ 1515110 h 1538224"/>
                            <a:gd name="csX131" fmla="*/ 1093216 w 4164329"/>
                            <a:gd name="csY131" fmla="*/ 1514221 h 1538224"/>
                            <a:gd name="csX132" fmla="*/ 1101598 w 4164329"/>
                            <a:gd name="csY132" fmla="*/ 1513332 h 1538224"/>
                            <a:gd name="csX133" fmla="*/ 1109980 w 4164329"/>
                            <a:gd name="csY133" fmla="*/ 1512316 h 1538224"/>
                            <a:gd name="csX134" fmla="*/ 1118235 w 4164329"/>
                            <a:gd name="csY134" fmla="*/ 1511300 h 1538224"/>
                            <a:gd name="csX135" fmla="*/ 1126617 w 4164329"/>
                            <a:gd name="csY135" fmla="*/ 1510284 h 1538224"/>
                            <a:gd name="csX136" fmla="*/ 1134999 w 4164329"/>
                            <a:gd name="csY136" fmla="*/ 1509268 h 1538224"/>
                            <a:gd name="csX137" fmla="*/ 1143254 w 4164329"/>
                            <a:gd name="csY137" fmla="*/ 1508125 h 1538224"/>
                            <a:gd name="csX138" fmla="*/ 1151636 w 4164329"/>
                            <a:gd name="csY138" fmla="*/ 1506982 h 1538224"/>
                            <a:gd name="csX139" fmla="*/ 1160018 w 4164329"/>
                            <a:gd name="csY139" fmla="*/ 1505712 h 1538224"/>
                            <a:gd name="csX140" fmla="*/ 1168400 w 4164329"/>
                            <a:gd name="csY140" fmla="*/ 1504569 h 1538224"/>
                            <a:gd name="csX141" fmla="*/ 1176655 w 4164329"/>
                            <a:gd name="csY141" fmla="*/ 1503299 h 1538224"/>
                            <a:gd name="csX142" fmla="*/ 1185037 w 4164329"/>
                            <a:gd name="csY142" fmla="*/ 1501902 h 1538224"/>
                            <a:gd name="csX143" fmla="*/ 1193419 w 4164329"/>
                            <a:gd name="csY143" fmla="*/ 1500632 h 1538224"/>
                            <a:gd name="csX144" fmla="*/ 1201674 w 4164329"/>
                            <a:gd name="csY144" fmla="*/ 1499235 h 1538224"/>
                            <a:gd name="csX145" fmla="*/ 1210056 w 4164329"/>
                            <a:gd name="csY145" fmla="*/ 1497711 h 1538224"/>
                            <a:gd name="csX146" fmla="*/ 1218438 w 4164329"/>
                            <a:gd name="csY146" fmla="*/ 1496314 h 1538224"/>
                            <a:gd name="csX147" fmla="*/ 1226820 w 4164329"/>
                            <a:gd name="csY147" fmla="*/ 1494790 h 1538224"/>
                            <a:gd name="csX148" fmla="*/ 1235075 w 4164329"/>
                            <a:gd name="csY148" fmla="*/ 1493139 h 1538224"/>
                            <a:gd name="csX149" fmla="*/ 1243457 w 4164329"/>
                            <a:gd name="csY149" fmla="*/ 1491488 h 1538224"/>
                            <a:gd name="csX150" fmla="*/ 1251839 w 4164329"/>
                            <a:gd name="csY150" fmla="*/ 1489837 h 1538224"/>
                            <a:gd name="csX151" fmla="*/ 1260094 w 4164329"/>
                            <a:gd name="csY151" fmla="*/ 1488059 h 1538224"/>
                            <a:gd name="csX152" fmla="*/ 1268476 w 4164329"/>
                            <a:gd name="csY152" fmla="*/ 1486281 h 1538224"/>
                            <a:gd name="csX153" fmla="*/ 1276858 w 4164329"/>
                            <a:gd name="csY153" fmla="*/ 1484376 h 1538224"/>
                            <a:gd name="csX154" fmla="*/ 1285240 w 4164329"/>
                            <a:gd name="csY154" fmla="*/ 1482471 h 1538224"/>
                            <a:gd name="csX155" fmla="*/ 1293495 w 4164329"/>
                            <a:gd name="csY155" fmla="*/ 1480439 h 1538224"/>
                            <a:gd name="csX156" fmla="*/ 1301877 w 4164329"/>
                            <a:gd name="csY156" fmla="*/ 1478407 h 1538224"/>
                            <a:gd name="csX157" fmla="*/ 1310259 w 4164329"/>
                            <a:gd name="csY157" fmla="*/ 1476375 h 1538224"/>
                            <a:gd name="csX158" fmla="*/ 1318514 w 4164329"/>
                            <a:gd name="csY158" fmla="*/ 1474216 h 1538224"/>
                            <a:gd name="csX159" fmla="*/ 1326896 w 4164329"/>
                            <a:gd name="csY159" fmla="*/ 1471930 h 1538224"/>
                            <a:gd name="csX160" fmla="*/ 1335278 w 4164329"/>
                            <a:gd name="csY160" fmla="*/ 1469644 h 1538224"/>
                            <a:gd name="csX161" fmla="*/ 1343533 w 4164329"/>
                            <a:gd name="csY161" fmla="*/ 1467231 h 1538224"/>
                            <a:gd name="csX162" fmla="*/ 1351915 w 4164329"/>
                            <a:gd name="csY162" fmla="*/ 1464818 h 1538224"/>
                            <a:gd name="csX163" fmla="*/ 1360297 w 4164329"/>
                            <a:gd name="csY163" fmla="*/ 1462278 h 1538224"/>
                            <a:gd name="csX164" fmla="*/ 1368679 w 4164329"/>
                            <a:gd name="csY164" fmla="*/ 1459611 h 1538224"/>
                            <a:gd name="csX165" fmla="*/ 1376934 w 4164329"/>
                            <a:gd name="csY165" fmla="*/ 1456944 h 1538224"/>
                            <a:gd name="csX166" fmla="*/ 1385316 w 4164329"/>
                            <a:gd name="csY166" fmla="*/ 1454150 h 1538224"/>
                            <a:gd name="csX167" fmla="*/ 1393698 w 4164329"/>
                            <a:gd name="csY167" fmla="*/ 1451356 h 1538224"/>
                            <a:gd name="csX168" fmla="*/ 1401953 w 4164329"/>
                            <a:gd name="csY168" fmla="*/ 1448308 h 1538224"/>
                            <a:gd name="csX169" fmla="*/ 1410335 w 4164329"/>
                            <a:gd name="csY169" fmla="*/ 1445387 h 1538224"/>
                            <a:gd name="csX170" fmla="*/ 1418717 w 4164329"/>
                            <a:gd name="csY170" fmla="*/ 1442212 h 1538224"/>
                            <a:gd name="csX171" fmla="*/ 1427099 w 4164329"/>
                            <a:gd name="csY171" fmla="*/ 1439037 h 1538224"/>
                            <a:gd name="csX172" fmla="*/ 1435354 w 4164329"/>
                            <a:gd name="csY172" fmla="*/ 1435735 h 1538224"/>
                            <a:gd name="csX173" fmla="*/ 1443736 w 4164329"/>
                            <a:gd name="csY173" fmla="*/ 1432306 h 1538224"/>
                            <a:gd name="csX174" fmla="*/ 1452118 w 4164329"/>
                            <a:gd name="csY174" fmla="*/ 1428750 h 1538224"/>
                            <a:gd name="csX175" fmla="*/ 1460373 w 4164329"/>
                            <a:gd name="csY175" fmla="*/ 1425194 h 1538224"/>
                            <a:gd name="csX176" fmla="*/ 1468755 w 4164329"/>
                            <a:gd name="csY176" fmla="*/ 1421511 h 1538224"/>
                            <a:gd name="csX177" fmla="*/ 1477137 w 4164329"/>
                            <a:gd name="csY177" fmla="*/ 1417701 h 1538224"/>
                            <a:gd name="csX178" fmla="*/ 1485519 w 4164329"/>
                            <a:gd name="csY178" fmla="*/ 1413764 h 1538224"/>
                            <a:gd name="csX179" fmla="*/ 1493774 w 4164329"/>
                            <a:gd name="csY179" fmla="*/ 1409700 h 1538224"/>
                            <a:gd name="csX180" fmla="*/ 1502156 w 4164329"/>
                            <a:gd name="csY180" fmla="*/ 1405509 h 1538224"/>
                            <a:gd name="csX181" fmla="*/ 1510538 w 4164329"/>
                            <a:gd name="csY181" fmla="*/ 1401318 h 1538224"/>
                            <a:gd name="csX182" fmla="*/ 1518793 w 4164329"/>
                            <a:gd name="csY182" fmla="*/ 1396873 h 1538224"/>
                            <a:gd name="csX183" fmla="*/ 1527175 w 4164329"/>
                            <a:gd name="csY183" fmla="*/ 1392428 h 1538224"/>
                            <a:gd name="csX184" fmla="*/ 1535557 w 4164329"/>
                            <a:gd name="csY184" fmla="*/ 1387729 h 1538224"/>
                            <a:gd name="csX185" fmla="*/ 1543939 w 4164329"/>
                            <a:gd name="csY185" fmla="*/ 1383030 h 1538224"/>
                            <a:gd name="csX186" fmla="*/ 1552194 w 4164329"/>
                            <a:gd name="csY186" fmla="*/ 1378077 h 1538224"/>
                            <a:gd name="csX187" fmla="*/ 1560576 w 4164329"/>
                            <a:gd name="csY187" fmla="*/ 1373124 h 1538224"/>
                            <a:gd name="csX188" fmla="*/ 1568958 w 4164329"/>
                            <a:gd name="csY188" fmla="*/ 1367917 h 1538224"/>
                            <a:gd name="csX189" fmla="*/ 1577213 w 4164329"/>
                            <a:gd name="csY189" fmla="*/ 1362710 h 1538224"/>
                            <a:gd name="csX190" fmla="*/ 1585595 w 4164329"/>
                            <a:gd name="csY190" fmla="*/ 1357249 h 1538224"/>
                            <a:gd name="csX191" fmla="*/ 1593977 w 4164329"/>
                            <a:gd name="csY191" fmla="*/ 1351661 h 1538224"/>
                            <a:gd name="csX192" fmla="*/ 1602359 w 4164329"/>
                            <a:gd name="csY192" fmla="*/ 1346073 h 1538224"/>
                            <a:gd name="csX193" fmla="*/ 1610614 w 4164329"/>
                            <a:gd name="csY193" fmla="*/ 1340231 h 1538224"/>
                            <a:gd name="csX194" fmla="*/ 1618996 w 4164329"/>
                            <a:gd name="csY194" fmla="*/ 1334135 h 1538224"/>
                            <a:gd name="csX195" fmla="*/ 1627378 w 4164329"/>
                            <a:gd name="csY195" fmla="*/ 1328039 h 1538224"/>
                            <a:gd name="csX196" fmla="*/ 1635633 w 4164329"/>
                            <a:gd name="csY196" fmla="*/ 1321816 h 1538224"/>
                            <a:gd name="csX197" fmla="*/ 1644015 w 4164329"/>
                            <a:gd name="csY197" fmla="*/ 1315339 h 1538224"/>
                            <a:gd name="csX198" fmla="*/ 1652397 w 4164329"/>
                            <a:gd name="csY198" fmla="*/ 1308735 h 1538224"/>
                            <a:gd name="csX199" fmla="*/ 1660652 w 4164329"/>
                            <a:gd name="csY199" fmla="*/ 1302004 h 1538224"/>
                            <a:gd name="csX200" fmla="*/ 1669034 w 4164329"/>
                            <a:gd name="csY200" fmla="*/ 1295146 h 1538224"/>
                            <a:gd name="csX201" fmla="*/ 1677416 w 4164329"/>
                            <a:gd name="csY201" fmla="*/ 1288034 h 1538224"/>
                            <a:gd name="csX202" fmla="*/ 1685798 w 4164329"/>
                            <a:gd name="csY202" fmla="*/ 1280795 h 1538224"/>
                            <a:gd name="csX203" fmla="*/ 1694053 w 4164329"/>
                            <a:gd name="csY203" fmla="*/ 1273429 h 1538224"/>
                            <a:gd name="csX204" fmla="*/ 1702435 w 4164329"/>
                            <a:gd name="csY204" fmla="*/ 1265936 h 1538224"/>
                            <a:gd name="csX205" fmla="*/ 1710817 w 4164329"/>
                            <a:gd name="csY205" fmla="*/ 1258189 h 1538224"/>
                            <a:gd name="csX206" fmla="*/ 1719072 w 4164329"/>
                            <a:gd name="csY206" fmla="*/ 1250315 h 1538224"/>
                            <a:gd name="csX207" fmla="*/ 1727454 w 4164329"/>
                            <a:gd name="csY207" fmla="*/ 1242314 h 1538224"/>
                            <a:gd name="csX208" fmla="*/ 1735836 w 4164329"/>
                            <a:gd name="csY208" fmla="*/ 1234059 h 1538224"/>
                            <a:gd name="csX209" fmla="*/ 1744218 w 4164329"/>
                            <a:gd name="csY209" fmla="*/ 1225804 h 1538224"/>
                            <a:gd name="csX210" fmla="*/ 1752473 w 4164329"/>
                            <a:gd name="csY210" fmla="*/ 1217168 h 1538224"/>
                            <a:gd name="csX211" fmla="*/ 1760855 w 4164329"/>
                            <a:gd name="csY211" fmla="*/ 1208532 h 1538224"/>
                            <a:gd name="csX212" fmla="*/ 1769237 w 4164329"/>
                            <a:gd name="csY212" fmla="*/ 1199642 h 1538224"/>
                            <a:gd name="csX213" fmla="*/ 1777492 w 4164329"/>
                            <a:gd name="csY213" fmla="*/ 1190625 h 1538224"/>
                            <a:gd name="csX214" fmla="*/ 1785874 w 4164329"/>
                            <a:gd name="csY214" fmla="*/ 1181354 h 1538224"/>
                            <a:gd name="csX215" fmla="*/ 1794256 w 4164329"/>
                            <a:gd name="csY215" fmla="*/ 1172083 h 1538224"/>
                            <a:gd name="csX216" fmla="*/ 1802638 w 4164329"/>
                            <a:gd name="csY216" fmla="*/ 1162558 h 1538224"/>
                            <a:gd name="csX217" fmla="*/ 1810893 w 4164329"/>
                            <a:gd name="csY217" fmla="*/ 1152779 h 1538224"/>
                            <a:gd name="csX218" fmla="*/ 1819275 w 4164329"/>
                            <a:gd name="csY218" fmla="*/ 1143000 h 1538224"/>
                            <a:gd name="csX219" fmla="*/ 1827657 w 4164329"/>
                            <a:gd name="csY219" fmla="*/ 1132967 h 1538224"/>
                            <a:gd name="csX220" fmla="*/ 1835912 w 4164329"/>
                            <a:gd name="csY220" fmla="*/ 1122807 h 1538224"/>
                            <a:gd name="csX221" fmla="*/ 1844294 w 4164329"/>
                            <a:gd name="csY221" fmla="*/ 1112520 h 1538224"/>
                            <a:gd name="csX222" fmla="*/ 1852676 w 4164329"/>
                            <a:gd name="csY222" fmla="*/ 1101979 h 1538224"/>
                            <a:gd name="csX223" fmla="*/ 1861058 w 4164329"/>
                            <a:gd name="csY223" fmla="*/ 1091311 h 1538224"/>
                            <a:gd name="csX224" fmla="*/ 1869313 w 4164329"/>
                            <a:gd name="csY224" fmla="*/ 1080643 h 1538224"/>
                            <a:gd name="csX225" fmla="*/ 1877695 w 4164329"/>
                            <a:gd name="csY225" fmla="*/ 1069721 h 1538224"/>
                            <a:gd name="csX226" fmla="*/ 1886077 w 4164329"/>
                            <a:gd name="csY226" fmla="*/ 1058545 h 1538224"/>
                            <a:gd name="csX227" fmla="*/ 1894332 w 4164329"/>
                            <a:gd name="csY227" fmla="*/ 1047369 h 1538224"/>
                            <a:gd name="csX228" fmla="*/ 1902714 w 4164329"/>
                            <a:gd name="csY228" fmla="*/ 1036066 h 1538224"/>
                            <a:gd name="csX229" fmla="*/ 1911096 w 4164329"/>
                            <a:gd name="csY229" fmla="*/ 1024636 h 1538224"/>
                            <a:gd name="csX230" fmla="*/ 1919478 w 4164329"/>
                            <a:gd name="csY230" fmla="*/ 1012952 h 1538224"/>
                            <a:gd name="csX231" fmla="*/ 1927733 w 4164329"/>
                            <a:gd name="csY231" fmla="*/ 1001268 h 1538224"/>
                            <a:gd name="csX232" fmla="*/ 1936115 w 4164329"/>
                            <a:gd name="csY232" fmla="*/ 989457 h 1538224"/>
                            <a:gd name="csX233" fmla="*/ 1944497 w 4164329"/>
                            <a:gd name="csY233" fmla="*/ 977519 h 1538224"/>
                            <a:gd name="csX234" fmla="*/ 1952752 w 4164329"/>
                            <a:gd name="csY234" fmla="*/ 965454 h 1538224"/>
                            <a:gd name="csX235" fmla="*/ 1961134 w 4164329"/>
                            <a:gd name="csY235" fmla="*/ 953262 h 1538224"/>
                            <a:gd name="csX236" fmla="*/ 1969516 w 4164329"/>
                            <a:gd name="csY236" fmla="*/ 940943 h 1538224"/>
                            <a:gd name="csX237" fmla="*/ 1977771 w 4164329"/>
                            <a:gd name="csY237" fmla="*/ 928624 h 1538224"/>
                            <a:gd name="csX238" fmla="*/ 1986153 w 4164329"/>
                            <a:gd name="csY238" fmla="*/ 916178 h 1538224"/>
                            <a:gd name="csX239" fmla="*/ 1994535 w 4164329"/>
                            <a:gd name="csY239" fmla="*/ 903605 h 1538224"/>
                            <a:gd name="csX240" fmla="*/ 2002917 w 4164329"/>
                            <a:gd name="csY240" fmla="*/ 891032 h 1538224"/>
                            <a:gd name="csX241" fmla="*/ 2011172 w 4164329"/>
                            <a:gd name="csY241" fmla="*/ 878459 h 1538224"/>
                            <a:gd name="csX242" fmla="*/ 2019554 w 4164329"/>
                            <a:gd name="csY242" fmla="*/ 865759 h 1538224"/>
                            <a:gd name="csX243" fmla="*/ 2027936 w 4164329"/>
                            <a:gd name="csY243" fmla="*/ 852932 h 1538224"/>
                            <a:gd name="csX244" fmla="*/ 2036191 w 4164329"/>
                            <a:gd name="csY244" fmla="*/ 840105 h 1538224"/>
                            <a:gd name="csX245" fmla="*/ 2044573 w 4164329"/>
                            <a:gd name="csY245" fmla="*/ 827278 h 1538224"/>
                            <a:gd name="csX246" fmla="*/ 2052955 w 4164329"/>
                            <a:gd name="csY246" fmla="*/ 814324 h 1538224"/>
                            <a:gd name="csX247" fmla="*/ 2061337 w 4164329"/>
                            <a:gd name="csY247" fmla="*/ 801497 h 1538224"/>
                            <a:gd name="csX248" fmla="*/ 2069592 w 4164329"/>
                            <a:gd name="csY248" fmla="*/ 788543 h 1538224"/>
                            <a:gd name="csX249" fmla="*/ 2077974 w 4164329"/>
                            <a:gd name="csY249" fmla="*/ 775589 h 1538224"/>
                            <a:gd name="csX250" fmla="*/ 2086356 w 4164329"/>
                            <a:gd name="csY250" fmla="*/ 762635 h 1538224"/>
                            <a:gd name="csX251" fmla="*/ 2094611 w 4164329"/>
                            <a:gd name="csY251" fmla="*/ 749681 h 1538224"/>
                            <a:gd name="csX252" fmla="*/ 2102993 w 4164329"/>
                            <a:gd name="csY252" fmla="*/ 736727 h 1538224"/>
                            <a:gd name="csX253" fmla="*/ 2111375 w 4164329"/>
                            <a:gd name="csY253" fmla="*/ 723900 h 1538224"/>
                            <a:gd name="csX254" fmla="*/ 2119757 w 4164329"/>
                            <a:gd name="csY254" fmla="*/ 710946 h 1538224"/>
                            <a:gd name="csX255" fmla="*/ 2128012 w 4164329"/>
                            <a:gd name="csY255" fmla="*/ 698119 h 1538224"/>
                            <a:gd name="csX256" fmla="*/ 2136394 w 4164329"/>
                            <a:gd name="csY256" fmla="*/ 685292 h 1538224"/>
                            <a:gd name="csX257" fmla="*/ 2144776 w 4164329"/>
                            <a:gd name="csY257" fmla="*/ 672592 h 1538224"/>
                            <a:gd name="csX258" fmla="*/ 2153031 w 4164329"/>
                            <a:gd name="csY258" fmla="*/ 659892 h 1538224"/>
                            <a:gd name="csX259" fmla="*/ 2161413 w 4164329"/>
                            <a:gd name="csY259" fmla="*/ 647192 h 1538224"/>
                            <a:gd name="csX260" fmla="*/ 2169795 w 4164329"/>
                            <a:gd name="csY260" fmla="*/ 634619 h 1538224"/>
                            <a:gd name="csX261" fmla="*/ 2178177 w 4164329"/>
                            <a:gd name="csY261" fmla="*/ 622046 h 1538224"/>
                            <a:gd name="csX262" fmla="*/ 2186432 w 4164329"/>
                            <a:gd name="csY262" fmla="*/ 609600 h 1538224"/>
                            <a:gd name="csX263" fmla="*/ 2194814 w 4164329"/>
                            <a:gd name="csY263" fmla="*/ 597281 h 1538224"/>
                            <a:gd name="csX264" fmla="*/ 2203196 w 4164329"/>
                            <a:gd name="csY264" fmla="*/ 584962 h 1538224"/>
                            <a:gd name="csX265" fmla="*/ 2211451 w 4164329"/>
                            <a:gd name="csY265" fmla="*/ 572897 h 1538224"/>
                            <a:gd name="csX266" fmla="*/ 2219833 w 4164329"/>
                            <a:gd name="csY266" fmla="*/ 560832 h 1538224"/>
                            <a:gd name="csX267" fmla="*/ 2228215 w 4164329"/>
                            <a:gd name="csY267" fmla="*/ 548894 h 1538224"/>
                            <a:gd name="csX268" fmla="*/ 2236597 w 4164329"/>
                            <a:gd name="csY268" fmla="*/ 536956 h 1538224"/>
                            <a:gd name="csX269" fmla="*/ 2244852 w 4164329"/>
                            <a:gd name="csY269" fmla="*/ 525272 h 1538224"/>
                            <a:gd name="csX270" fmla="*/ 2253234 w 4164329"/>
                            <a:gd name="csY270" fmla="*/ 513715 h 1538224"/>
                            <a:gd name="csX271" fmla="*/ 2261616 w 4164329"/>
                            <a:gd name="csY271" fmla="*/ 502158 h 1538224"/>
                            <a:gd name="csX272" fmla="*/ 2269871 w 4164329"/>
                            <a:gd name="csY272" fmla="*/ 490855 h 1538224"/>
                            <a:gd name="csX273" fmla="*/ 2278253 w 4164329"/>
                            <a:gd name="csY273" fmla="*/ 479679 h 1538224"/>
                            <a:gd name="csX274" fmla="*/ 2286635 w 4164329"/>
                            <a:gd name="csY274" fmla="*/ 468630 h 1538224"/>
                            <a:gd name="csX275" fmla="*/ 2294890 w 4164329"/>
                            <a:gd name="csY275" fmla="*/ 457708 h 1538224"/>
                            <a:gd name="csX276" fmla="*/ 2303272 w 4164329"/>
                            <a:gd name="csY276" fmla="*/ 446913 h 1538224"/>
                            <a:gd name="csX277" fmla="*/ 2311654 w 4164329"/>
                            <a:gd name="csY277" fmla="*/ 436245 h 1538224"/>
                            <a:gd name="csX278" fmla="*/ 2320036 w 4164329"/>
                            <a:gd name="csY278" fmla="*/ 425831 h 1538224"/>
                            <a:gd name="csX279" fmla="*/ 2328291 w 4164329"/>
                            <a:gd name="csY279" fmla="*/ 415417 h 1538224"/>
                            <a:gd name="csX280" fmla="*/ 2336673 w 4164329"/>
                            <a:gd name="csY280" fmla="*/ 405257 h 1538224"/>
                            <a:gd name="csX281" fmla="*/ 2345055 w 4164329"/>
                            <a:gd name="csY281" fmla="*/ 395224 h 1538224"/>
                            <a:gd name="csX282" fmla="*/ 2353310 w 4164329"/>
                            <a:gd name="csY282" fmla="*/ 385445 h 1538224"/>
                            <a:gd name="csX283" fmla="*/ 2361692 w 4164329"/>
                            <a:gd name="csY283" fmla="*/ 375666 h 1538224"/>
                            <a:gd name="csX284" fmla="*/ 2370074 w 4164329"/>
                            <a:gd name="csY284" fmla="*/ 366141 h 1538224"/>
                            <a:gd name="csX285" fmla="*/ 2378456 w 4164329"/>
                            <a:gd name="csY285" fmla="*/ 356870 h 1538224"/>
                            <a:gd name="csX286" fmla="*/ 2386711 w 4164329"/>
                            <a:gd name="csY286" fmla="*/ 347599 h 1538224"/>
                            <a:gd name="csX287" fmla="*/ 2395093 w 4164329"/>
                            <a:gd name="csY287" fmla="*/ 338582 h 1538224"/>
                            <a:gd name="csX288" fmla="*/ 2403475 w 4164329"/>
                            <a:gd name="csY288" fmla="*/ 329692 h 1538224"/>
                            <a:gd name="csX289" fmla="*/ 2411730 w 4164329"/>
                            <a:gd name="csY289" fmla="*/ 321056 h 1538224"/>
                            <a:gd name="csX290" fmla="*/ 2420112 w 4164329"/>
                            <a:gd name="csY290" fmla="*/ 312547 h 1538224"/>
                            <a:gd name="csX291" fmla="*/ 2428494 w 4164329"/>
                            <a:gd name="csY291" fmla="*/ 304165 h 1538224"/>
                            <a:gd name="csX292" fmla="*/ 2436876 w 4164329"/>
                            <a:gd name="csY292" fmla="*/ 295910 h 1538224"/>
                            <a:gd name="csX293" fmla="*/ 2445131 w 4164329"/>
                            <a:gd name="csY293" fmla="*/ 287909 h 1538224"/>
                            <a:gd name="csX294" fmla="*/ 2453513 w 4164329"/>
                            <a:gd name="csY294" fmla="*/ 280035 h 1538224"/>
                            <a:gd name="csX295" fmla="*/ 2461895 w 4164329"/>
                            <a:gd name="csY295" fmla="*/ 272288 h 1538224"/>
                            <a:gd name="csX296" fmla="*/ 2470150 w 4164329"/>
                            <a:gd name="csY296" fmla="*/ 264795 h 1538224"/>
                            <a:gd name="csX297" fmla="*/ 2478532 w 4164329"/>
                            <a:gd name="csY297" fmla="*/ 257429 h 1538224"/>
                            <a:gd name="csX298" fmla="*/ 2486914 w 4164329"/>
                            <a:gd name="csY298" fmla="*/ 250190 h 1538224"/>
                            <a:gd name="csX299" fmla="*/ 2495296 w 4164329"/>
                            <a:gd name="csY299" fmla="*/ 243078 h 1538224"/>
                            <a:gd name="csX300" fmla="*/ 2503551 w 4164329"/>
                            <a:gd name="csY300" fmla="*/ 236220 h 1538224"/>
                            <a:gd name="csX301" fmla="*/ 2511933 w 4164329"/>
                            <a:gd name="csY301" fmla="*/ 229489 h 1538224"/>
                            <a:gd name="csX302" fmla="*/ 2520315 w 4164329"/>
                            <a:gd name="csY302" fmla="*/ 222885 h 1538224"/>
                            <a:gd name="csX303" fmla="*/ 2528570 w 4164329"/>
                            <a:gd name="csY303" fmla="*/ 216408 h 1538224"/>
                            <a:gd name="csX304" fmla="*/ 2536952 w 4164329"/>
                            <a:gd name="csY304" fmla="*/ 210185 h 1538224"/>
                            <a:gd name="csX305" fmla="*/ 2545334 w 4164329"/>
                            <a:gd name="csY305" fmla="*/ 204089 h 1538224"/>
                            <a:gd name="csX306" fmla="*/ 2553716 w 4164329"/>
                            <a:gd name="csY306" fmla="*/ 198120 h 1538224"/>
                            <a:gd name="csX307" fmla="*/ 2561971 w 4164329"/>
                            <a:gd name="csY307" fmla="*/ 192278 h 1538224"/>
                            <a:gd name="csX308" fmla="*/ 2570353 w 4164329"/>
                            <a:gd name="csY308" fmla="*/ 186563 h 1538224"/>
                            <a:gd name="csX309" fmla="*/ 2578735 w 4164329"/>
                            <a:gd name="csY309" fmla="*/ 180975 h 1538224"/>
                            <a:gd name="csX310" fmla="*/ 2586990 w 4164329"/>
                            <a:gd name="csY310" fmla="*/ 175514 h 1538224"/>
                            <a:gd name="csX311" fmla="*/ 2595372 w 4164329"/>
                            <a:gd name="csY311" fmla="*/ 170307 h 1538224"/>
                            <a:gd name="csX312" fmla="*/ 2603754 w 4164329"/>
                            <a:gd name="csY312" fmla="*/ 165100 h 1538224"/>
                            <a:gd name="csX313" fmla="*/ 2612009 w 4164329"/>
                            <a:gd name="csY313" fmla="*/ 160147 h 1538224"/>
                            <a:gd name="csX314" fmla="*/ 2620391 w 4164329"/>
                            <a:gd name="csY314" fmla="*/ 155194 h 1538224"/>
                            <a:gd name="csX315" fmla="*/ 2628773 w 4164329"/>
                            <a:gd name="csY315" fmla="*/ 150495 h 1538224"/>
                            <a:gd name="csX316" fmla="*/ 2637155 w 4164329"/>
                            <a:gd name="csY316" fmla="*/ 145923 h 1538224"/>
                            <a:gd name="csX317" fmla="*/ 2645410 w 4164329"/>
                            <a:gd name="csY317" fmla="*/ 141351 h 1538224"/>
                            <a:gd name="csX318" fmla="*/ 2653792 w 4164329"/>
                            <a:gd name="csY318" fmla="*/ 137033 h 1538224"/>
                            <a:gd name="csX319" fmla="*/ 2662174 w 4164329"/>
                            <a:gd name="csY319" fmla="*/ 132715 h 1538224"/>
                            <a:gd name="csX320" fmla="*/ 2670429 w 4164329"/>
                            <a:gd name="csY320" fmla="*/ 128524 h 1538224"/>
                            <a:gd name="csX321" fmla="*/ 2678811 w 4164329"/>
                            <a:gd name="csY321" fmla="*/ 124587 h 1538224"/>
                            <a:gd name="csX322" fmla="*/ 2687193 w 4164329"/>
                            <a:gd name="csY322" fmla="*/ 120650 h 1538224"/>
                            <a:gd name="csX323" fmla="*/ 2695575 w 4164329"/>
                            <a:gd name="csY323" fmla="*/ 116840 h 1538224"/>
                            <a:gd name="csX324" fmla="*/ 2703830 w 4164329"/>
                            <a:gd name="csY324" fmla="*/ 113030 h 1538224"/>
                            <a:gd name="csX325" fmla="*/ 2712212 w 4164329"/>
                            <a:gd name="csY325" fmla="*/ 109474 h 1538224"/>
                            <a:gd name="csX326" fmla="*/ 2720594 w 4164329"/>
                            <a:gd name="csY326" fmla="*/ 105918 h 1538224"/>
                            <a:gd name="csX327" fmla="*/ 2728849 w 4164329"/>
                            <a:gd name="csY327" fmla="*/ 102616 h 1538224"/>
                            <a:gd name="csX328" fmla="*/ 2737231 w 4164329"/>
                            <a:gd name="csY328" fmla="*/ 99314 h 1538224"/>
                            <a:gd name="csX329" fmla="*/ 2745613 w 4164329"/>
                            <a:gd name="csY329" fmla="*/ 96012 h 1538224"/>
                            <a:gd name="csX330" fmla="*/ 2753995 w 4164329"/>
                            <a:gd name="csY330" fmla="*/ 92964 h 1538224"/>
                            <a:gd name="csX331" fmla="*/ 2762250 w 4164329"/>
                            <a:gd name="csY331" fmla="*/ 89916 h 1538224"/>
                            <a:gd name="csX332" fmla="*/ 2770632 w 4164329"/>
                            <a:gd name="csY332" fmla="*/ 86995 h 1538224"/>
                            <a:gd name="csX333" fmla="*/ 2779014 w 4164329"/>
                            <a:gd name="csY333" fmla="*/ 84074 h 1538224"/>
                            <a:gd name="csX334" fmla="*/ 2787269 w 4164329"/>
                            <a:gd name="csY334" fmla="*/ 81280 h 1538224"/>
                            <a:gd name="csX335" fmla="*/ 2795651 w 4164329"/>
                            <a:gd name="csY335" fmla="*/ 78613 h 1538224"/>
                            <a:gd name="csX336" fmla="*/ 2804033 w 4164329"/>
                            <a:gd name="csY336" fmla="*/ 76073 h 1538224"/>
                            <a:gd name="csX337" fmla="*/ 2812415 w 4164329"/>
                            <a:gd name="csY337" fmla="*/ 73533 h 1538224"/>
                            <a:gd name="csX338" fmla="*/ 2820670 w 4164329"/>
                            <a:gd name="csY338" fmla="*/ 70993 h 1538224"/>
                            <a:gd name="csX339" fmla="*/ 2829052 w 4164329"/>
                            <a:gd name="csY339" fmla="*/ 68580 h 1538224"/>
                            <a:gd name="csX340" fmla="*/ 2837434 w 4164329"/>
                            <a:gd name="csY340" fmla="*/ 66294 h 1538224"/>
                            <a:gd name="csX341" fmla="*/ 2845689 w 4164329"/>
                            <a:gd name="csY341" fmla="*/ 64135 h 1538224"/>
                            <a:gd name="csX342" fmla="*/ 2854071 w 4164329"/>
                            <a:gd name="csY342" fmla="*/ 61849 h 1538224"/>
                            <a:gd name="csX343" fmla="*/ 2862453 w 4164329"/>
                            <a:gd name="csY343" fmla="*/ 59817 h 1538224"/>
                            <a:gd name="csX344" fmla="*/ 2870835 w 4164329"/>
                            <a:gd name="csY344" fmla="*/ 57785 h 1538224"/>
                            <a:gd name="csX345" fmla="*/ 2879090 w 4164329"/>
                            <a:gd name="csY345" fmla="*/ 55753 h 1538224"/>
                            <a:gd name="csX346" fmla="*/ 2887472 w 4164329"/>
                            <a:gd name="csY346" fmla="*/ 53848 h 1538224"/>
                            <a:gd name="csX347" fmla="*/ 2895854 w 4164329"/>
                            <a:gd name="csY347" fmla="*/ 51943 h 1538224"/>
                            <a:gd name="csX348" fmla="*/ 2904109 w 4164329"/>
                            <a:gd name="csY348" fmla="*/ 50165 h 1538224"/>
                            <a:gd name="csX349" fmla="*/ 2912491 w 4164329"/>
                            <a:gd name="csY349" fmla="*/ 48387 h 1538224"/>
                            <a:gd name="csX350" fmla="*/ 2920873 w 4164329"/>
                            <a:gd name="csY350" fmla="*/ 46736 h 1538224"/>
                            <a:gd name="csX351" fmla="*/ 2929128 w 4164329"/>
                            <a:gd name="csY351" fmla="*/ 45085 h 1538224"/>
                            <a:gd name="csX352" fmla="*/ 2937510 w 4164329"/>
                            <a:gd name="csY352" fmla="*/ 43561 h 1538224"/>
                            <a:gd name="csX353" fmla="*/ 2945892 w 4164329"/>
                            <a:gd name="csY353" fmla="*/ 42037 h 1538224"/>
                            <a:gd name="csX354" fmla="*/ 2954274 w 4164329"/>
                            <a:gd name="csY354" fmla="*/ 40513 h 1538224"/>
                            <a:gd name="csX355" fmla="*/ 2962529 w 4164329"/>
                            <a:gd name="csY355" fmla="*/ 38989 h 1538224"/>
                            <a:gd name="csX356" fmla="*/ 2970911 w 4164329"/>
                            <a:gd name="csY356" fmla="*/ 37592 h 1538224"/>
                            <a:gd name="csX357" fmla="*/ 2979293 w 4164329"/>
                            <a:gd name="csY357" fmla="*/ 36322 h 1538224"/>
                            <a:gd name="csX358" fmla="*/ 2987548 w 4164329"/>
                            <a:gd name="csY358" fmla="*/ 34925 h 1538224"/>
                            <a:gd name="csX359" fmla="*/ 2995930 w 4164329"/>
                            <a:gd name="csY359" fmla="*/ 33655 h 1538224"/>
                            <a:gd name="csX360" fmla="*/ 3004312 w 4164329"/>
                            <a:gd name="csY360" fmla="*/ 32512 h 1538224"/>
                            <a:gd name="csX361" fmla="*/ 3012694 w 4164329"/>
                            <a:gd name="csY361" fmla="*/ 31242 h 1538224"/>
                            <a:gd name="csX362" fmla="*/ 3020949 w 4164329"/>
                            <a:gd name="csY362" fmla="*/ 30099 h 1538224"/>
                            <a:gd name="csX363" fmla="*/ 3029331 w 4164329"/>
                            <a:gd name="csY363" fmla="*/ 29083 h 1538224"/>
                            <a:gd name="csX364" fmla="*/ 3037713 w 4164329"/>
                            <a:gd name="csY364" fmla="*/ 27940 h 1538224"/>
                            <a:gd name="csX365" fmla="*/ 3045968 w 4164329"/>
                            <a:gd name="csY365" fmla="*/ 26924 h 1538224"/>
                            <a:gd name="csX366" fmla="*/ 3054350 w 4164329"/>
                            <a:gd name="csY366" fmla="*/ 25908 h 1538224"/>
                            <a:gd name="csX367" fmla="*/ 3062732 w 4164329"/>
                            <a:gd name="csY367" fmla="*/ 24892 h 1538224"/>
                            <a:gd name="csX368" fmla="*/ 3071114 w 4164329"/>
                            <a:gd name="csY368" fmla="*/ 24003 h 1538224"/>
                            <a:gd name="csX369" fmla="*/ 3079369 w 4164329"/>
                            <a:gd name="csY369" fmla="*/ 23114 h 1538224"/>
                            <a:gd name="csX370" fmla="*/ 3087751 w 4164329"/>
                            <a:gd name="csY370" fmla="*/ 22225 h 1538224"/>
                            <a:gd name="csX371" fmla="*/ 3096133 w 4164329"/>
                            <a:gd name="csY371" fmla="*/ 21336 h 1538224"/>
                            <a:gd name="csX372" fmla="*/ 3104388 w 4164329"/>
                            <a:gd name="csY372" fmla="*/ 20574 h 1538224"/>
                            <a:gd name="csX373" fmla="*/ 3112770 w 4164329"/>
                            <a:gd name="csY373" fmla="*/ 19812 h 1538224"/>
                            <a:gd name="csX374" fmla="*/ 3121152 w 4164329"/>
                            <a:gd name="csY374" fmla="*/ 19050 h 1538224"/>
                            <a:gd name="csX375" fmla="*/ 3129534 w 4164329"/>
                            <a:gd name="csY375" fmla="*/ 18288 h 1538224"/>
                            <a:gd name="csX376" fmla="*/ 3137789 w 4164329"/>
                            <a:gd name="csY376" fmla="*/ 17526 h 1538224"/>
                            <a:gd name="csX377" fmla="*/ 3146171 w 4164329"/>
                            <a:gd name="csY377" fmla="*/ 16891 h 1538224"/>
                            <a:gd name="csX378" fmla="*/ 3154553 w 4164329"/>
                            <a:gd name="csY378" fmla="*/ 16129 h 1538224"/>
                            <a:gd name="csX379" fmla="*/ 3162808 w 4164329"/>
                            <a:gd name="csY379" fmla="*/ 15494 h 1538224"/>
                            <a:gd name="csX380" fmla="*/ 3171190 w 4164329"/>
                            <a:gd name="csY380" fmla="*/ 14859 h 1538224"/>
                            <a:gd name="csX381" fmla="*/ 3179572 w 4164329"/>
                            <a:gd name="csY381" fmla="*/ 14351 h 1538224"/>
                            <a:gd name="csX382" fmla="*/ 3187954 w 4164329"/>
                            <a:gd name="csY382" fmla="*/ 13716 h 1538224"/>
                            <a:gd name="csX383" fmla="*/ 3196209 w 4164329"/>
                            <a:gd name="csY383" fmla="*/ 13208 h 1538224"/>
                            <a:gd name="csX384" fmla="*/ 3204591 w 4164329"/>
                            <a:gd name="csY384" fmla="*/ 12700 h 1538224"/>
                            <a:gd name="csX385" fmla="*/ 3212973 w 4164329"/>
                            <a:gd name="csY385" fmla="*/ 12065 h 1538224"/>
                            <a:gd name="csX386" fmla="*/ 3221228 w 4164329"/>
                            <a:gd name="csY386" fmla="*/ 11684 h 1538224"/>
                            <a:gd name="csX387" fmla="*/ 3229610 w 4164329"/>
                            <a:gd name="csY387" fmla="*/ 11176 h 1538224"/>
                            <a:gd name="csX388" fmla="*/ 3237992 w 4164329"/>
                            <a:gd name="csY388" fmla="*/ 10668 h 1538224"/>
                            <a:gd name="csX389" fmla="*/ 3246374 w 4164329"/>
                            <a:gd name="csY389" fmla="*/ 10287 h 1538224"/>
                            <a:gd name="csX390" fmla="*/ 3254629 w 4164329"/>
                            <a:gd name="csY390" fmla="*/ 9779 h 1538224"/>
                            <a:gd name="csX391" fmla="*/ 3263011 w 4164329"/>
                            <a:gd name="csY391" fmla="*/ 9398 h 1538224"/>
                            <a:gd name="csX392" fmla="*/ 3271393 w 4164329"/>
                            <a:gd name="csY392" fmla="*/ 9017 h 1538224"/>
                            <a:gd name="csX393" fmla="*/ 3279648 w 4164329"/>
                            <a:gd name="csY393" fmla="*/ 8636 h 1538224"/>
                            <a:gd name="csX394" fmla="*/ 3288030 w 4164329"/>
                            <a:gd name="csY394" fmla="*/ 8255 h 1538224"/>
                            <a:gd name="csX395" fmla="*/ 3296412 w 4164329"/>
                            <a:gd name="csY395" fmla="*/ 7874 h 1538224"/>
                            <a:gd name="csX396" fmla="*/ 3304667 w 4164329"/>
                            <a:gd name="csY396" fmla="*/ 7493 h 1538224"/>
                            <a:gd name="csX397" fmla="*/ 3313049 w 4164329"/>
                            <a:gd name="csY397" fmla="*/ 7239 h 1538224"/>
                            <a:gd name="csX398" fmla="*/ 3321431 w 4164329"/>
                            <a:gd name="csY398" fmla="*/ 6858 h 1538224"/>
                            <a:gd name="csX399" fmla="*/ 3329813 w 4164329"/>
                            <a:gd name="csY399" fmla="*/ 6604 h 1538224"/>
                            <a:gd name="csX400" fmla="*/ 3338068 w 4164329"/>
                            <a:gd name="csY400" fmla="*/ 6223 h 1538224"/>
                            <a:gd name="csX401" fmla="*/ 3346450 w 4164329"/>
                            <a:gd name="csY401" fmla="*/ 5969 h 1538224"/>
                            <a:gd name="csX402" fmla="*/ 3354832 w 4164329"/>
                            <a:gd name="csY402" fmla="*/ 5715 h 1538224"/>
                            <a:gd name="csX403" fmla="*/ 3363087 w 4164329"/>
                            <a:gd name="csY403" fmla="*/ 5461 h 1538224"/>
                            <a:gd name="csX404" fmla="*/ 3371469 w 4164329"/>
                            <a:gd name="csY404" fmla="*/ 5207 h 1538224"/>
                            <a:gd name="csX405" fmla="*/ 3379851 w 4164329"/>
                            <a:gd name="csY405" fmla="*/ 4953 h 1538224"/>
                            <a:gd name="csX406" fmla="*/ 3388233 w 4164329"/>
                            <a:gd name="csY406" fmla="*/ 4699 h 1538224"/>
                            <a:gd name="csX407" fmla="*/ 3396488 w 4164329"/>
                            <a:gd name="csY407" fmla="*/ 4572 h 1538224"/>
                            <a:gd name="csX408" fmla="*/ 3404870 w 4164329"/>
                            <a:gd name="csY408" fmla="*/ 4318 h 1538224"/>
                            <a:gd name="csX409" fmla="*/ 3413252 w 4164329"/>
                            <a:gd name="csY409" fmla="*/ 4064 h 1538224"/>
                            <a:gd name="csX410" fmla="*/ 3421507 w 4164329"/>
                            <a:gd name="csY410" fmla="*/ 3937 h 1538224"/>
                            <a:gd name="csX411" fmla="*/ 3429889 w 4164329"/>
                            <a:gd name="csY411" fmla="*/ 3683 h 1538224"/>
                            <a:gd name="csX412" fmla="*/ 3438271 w 4164329"/>
                            <a:gd name="csY412" fmla="*/ 3556 h 1538224"/>
                            <a:gd name="csX413" fmla="*/ 3446653 w 4164329"/>
                            <a:gd name="csY413" fmla="*/ 3302 h 1538224"/>
                            <a:gd name="csX414" fmla="*/ 3454908 w 4164329"/>
                            <a:gd name="csY414" fmla="*/ 3175 h 1538224"/>
                            <a:gd name="csX415" fmla="*/ 3463290 w 4164329"/>
                            <a:gd name="csY415" fmla="*/ 3048 h 1538224"/>
                            <a:gd name="csX416" fmla="*/ 3471672 w 4164329"/>
                            <a:gd name="csY416" fmla="*/ 2921 h 1538224"/>
                            <a:gd name="csX417" fmla="*/ 3479927 w 4164329"/>
                            <a:gd name="csY417" fmla="*/ 2794 h 1538224"/>
                            <a:gd name="csX418" fmla="*/ 3488309 w 4164329"/>
                            <a:gd name="csY418" fmla="*/ 2667 h 1538224"/>
                            <a:gd name="csX419" fmla="*/ 3496691 w 4164329"/>
                            <a:gd name="csY419" fmla="*/ 2540 h 1538224"/>
                            <a:gd name="csX420" fmla="*/ 3505073 w 4164329"/>
                            <a:gd name="csY420" fmla="*/ 2413 h 1538224"/>
                            <a:gd name="csX421" fmla="*/ 3513328 w 4164329"/>
                            <a:gd name="csY421" fmla="*/ 2286 h 1538224"/>
                            <a:gd name="csX422" fmla="*/ 3521710 w 4164329"/>
                            <a:gd name="csY422" fmla="*/ 2159 h 1538224"/>
                            <a:gd name="csX423" fmla="*/ 3530092 w 4164329"/>
                            <a:gd name="csY423" fmla="*/ 2032 h 1538224"/>
                            <a:gd name="csX424" fmla="*/ 3538347 w 4164329"/>
                            <a:gd name="csY424" fmla="*/ 1905 h 1538224"/>
                            <a:gd name="csX425" fmla="*/ 3546729 w 4164329"/>
                            <a:gd name="csY425" fmla="*/ 1778 h 1538224"/>
                            <a:gd name="csX426" fmla="*/ 3555111 w 4164329"/>
                            <a:gd name="csY426" fmla="*/ 1651 h 1538224"/>
                            <a:gd name="csX427" fmla="*/ 3563493 w 4164329"/>
                            <a:gd name="csY427" fmla="*/ 1651 h 1538224"/>
                            <a:gd name="csX428" fmla="*/ 3571748 w 4164329"/>
                            <a:gd name="csY428" fmla="*/ 1524 h 1538224"/>
                            <a:gd name="csX429" fmla="*/ 3580130 w 4164329"/>
                            <a:gd name="csY429" fmla="*/ 1397 h 1538224"/>
                            <a:gd name="csX430" fmla="*/ 3588512 w 4164329"/>
                            <a:gd name="csY430" fmla="*/ 1397 h 1538224"/>
                            <a:gd name="csX431" fmla="*/ 3596767 w 4164329"/>
                            <a:gd name="csY431" fmla="*/ 1270 h 1538224"/>
                            <a:gd name="csX432" fmla="*/ 3605149 w 4164329"/>
                            <a:gd name="csY432" fmla="*/ 1270 h 1538224"/>
                            <a:gd name="csX433" fmla="*/ 3613531 w 4164329"/>
                            <a:gd name="csY433" fmla="*/ 1143 h 1538224"/>
                            <a:gd name="csX434" fmla="*/ 3621786 w 4164329"/>
                            <a:gd name="csY434" fmla="*/ 1143 h 1538224"/>
                            <a:gd name="csX435" fmla="*/ 3630168 w 4164329"/>
                            <a:gd name="csY435" fmla="*/ 1016 h 1538224"/>
                            <a:gd name="csX436" fmla="*/ 3638550 w 4164329"/>
                            <a:gd name="csY436" fmla="*/ 1016 h 1538224"/>
                            <a:gd name="csX437" fmla="*/ 3646932 w 4164329"/>
                            <a:gd name="csY437" fmla="*/ 889 h 1538224"/>
                            <a:gd name="csX438" fmla="*/ 3655187 w 4164329"/>
                            <a:gd name="csY438" fmla="*/ 889 h 1538224"/>
                            <a:gd name="csX439" fmla="*/ 3663569 w 4164329"/>
                            <a:gd name="csY439" fmla="*/ 762 h 1538224"/>
                            <a:gd name="csX440" fmla="*/ 3671951 w 4164329"/>
                            <a:gd name="csY440" fmla="*/ 762 h 1538224"/>
                            <a:gd name="csX441" fmla="*/ 3680206 w 4164329"/>
                            <a:gd name="csY441" fmla="*/ 762 h 1538224"/>
                            <a:gd name="csX442" fmla="*/ 3688588 w 4164329"/>
                            <a:gd name="csY442" fmla="*/ 635 h 1538224"/>
                            <a:gd name="csX443" fmla="*/ 3696970 w 4164329"/>
                            <a:gd name="csY443" fmla="*/ 635 h 1538224"/>
                            <a:gd name="csX444" fmla="*/ 3705352 w 4164329"/>
                            <a:gd name="csY444" fmla="*/ 635 h 1538224"/>
                            <a:gd name="csX445" fmla="*/ 3713607 w 4164329"/>
                            <a:gd name="csY445" fmla="*/ 508 h 1538224"/>
                            <a:gd name="csX446" fmla="*/ 3721989 w 4164329"/>
                            <a:gd name="csY446" fmla="*/ 508 h 1538224"/>
                            <a:gd name="csX447" fmla="*/ 3730371 w 4164329"/>
                            <a:gd name="csY447" fmla="*/ 508 h 1538224"/>
                            <a:gd name="csX448" fmla="*/ 3738626 w 4164329"/>
                            <a:gd name="csY448" fmla="*/ 508 h 1538224"/>
                            <a:gd name="csX449" fmla="*/ 3747008 w 4164329"/>
                            <a:gd name="csY449" fmla="*/ 381 h 1538224"/>
                            <a:gd name="csX450" fmla="*/ 3755390 w 4164329"/>
                            <a:gd name="csY450" fmla="*/ 381 h 1538224"/>
                            <a:gd name="csX451" fmla="*/ 3763772 w 4164329"/>
                            <a:gd name="csY451" fmla="*/ 381 h 1538224"/>
                            <a:gd name="csX452" fmla="*/ 3772027 w 4164329"/>
                            <a:gd name="csY452" fmla="*/ 381 h 1538224"/>
                            <a:gd name="csX453" fmla="*/ 3780409 w 4164329"/>
                            <a:gd name="csY453" fmla="*/ 381 h 1538224"/>
                            <a:gd name="csX454" fmla="*/ 3788791 w 4164329"/>
                            <a:gd name="csY454" fmla="*/ 254 h 1538224"/>
                            <a:gd name="csX455" fmla="*/ 3797046 w 4164329"/>
                            <a:gd name="csY455" fmla="*/ 254 h 1538224"/>
                            <a:gd name="csX456" fmla="*/ 3805428 w 4164329"/>
                            <a:gd name="csY456" fmla="*/ 254 h 1538224"/>
                            <a:gd name="csX457" fmla="*/ 3813810 w 4164329"/>
                            <a:gd name="csY457" fmla="*/ 254 h 1538224"/>
                            <a:gd name="csX458" fmla="*/ 3822192 w 4164329"/>
                            <a:gd name="csY458" fmla="*/ 254 h 1538224"/>
                            <a:gd name="csX459" fmla="*/ 3830447 w 4164329"/>
                            <a:gd name="csY459" fmla="*/ 254 h 1538224"/>
                            <a:gd name="csX460" fmla="*/ 3838829 w 4164329"/>
                            <a:gd name="csY460" fmla="*/ 254 h 1538224"/>
                            <a:gd name="csX461" fmla="*/ 3847211 w 4164329"/>
                            <a:gd name="csY461" fmla="*/ 127 h 1538224"/>
                            <a:gd name="csX462" fmla="*/ 3855466 w 4164329"/>
                            <a:gd name="csY462" fmla="*/ 127 h 1538224"/>
                            <a:gd name="csX463" fmla="*/ 3863848 w 4164329"/>
                            <a:gd name="csY463" fmla="*/ 127 h 1538224"/>
                            <a:gd name="csX464" fmla="*/ 3872230 w 4164329"/>
                            <a:gd name="csY464" fmla="*/ 127 h 1538224"/>
                            <a:gd name="csX465" fmla="*/ 3880612 w 4164329"/>
                            <a:gd name="csY465" fmla="*/ 127 h 1538224"/>
                            <a:gd name="csX466" fmla="*/ 3888867 w 4164329"/>
                            <a:gd name="csY466" fmla="*/ 127 h 1538224"/>
                            <a:gd name="csX467" fmla="*/ 3897249 w 4164329"/>
                            <a:gd name="csY467" fmla="*/ 127 h 1538224"/>
                            <a:gd name="csX468" fmla="*/ 3905631 w 4164329"/>
                            <a:gd name="csY468" fmla="*/ 127 h 1538224"/>
                            <a:gd name="csX469" fmla="*/ 3913886 w 4164329"/>
                            <a:gd name="csY469" fmla="*/ 127 h 1538224"/>
                            <a:gd name="csX470" fmla="*/ 3922268 w 4164329"/>
                            <a:gd name="csY470" fmla="*/ 127 h 1538224"/>
                            <a:gd name="csX471" fmla="*/ 3930650 w 4164329"/>
                            <a:gd name="csY471" fmla="*/ 127 h 1538224"/>
                            <a:gd name="csX472" fmla="*/ 3938905 w 4164329"/>
                            <a:gd name="csY472" fmla="*/ 127 h 1538224"/>
                            <a:gd name="csX473" fmla="*/ 3947287 w 4164329"/>
                            <a:gd name="csY473" fmla="*/ 0 h 1538224"/>
                            <a:gd name="csX474" fmla="*/ 3955669 w 4164329"/>
                            <a:gd name="csY474" fmla="*/ 0 h 1538224"/>
                            <a:gd name="csX475" fmla="*/ 3964051 w 4164329"/>
                            <a:gd name="csY475" fmla="*/ 0 h 1538224"/>
                            <a:gd name="csX476" fmla="*/ 3972306 w 4164329"/>
                            <a:gd name="csY476" fmla="*/ 0 h 1538224"/>
                            <a:gd name="csX477" fmla="*/ 3980688 w 4164329"/>
                            <a:gd name="csY477" fmla="*/ 0 h 1538224"/>
                            <a:gd name="csX478" fmla="*/ 3989070 w 4164329"/>
                            <a:gd name="csY478" fmla="*/ 0 h 1538224"/>
                            <a:gd name="csX479" fmla="*/ 3997325 w 4164329"/>
                            <a:gd name="csY479" fmla="*/ 0 h 1538224"/>
                            <a:gd name="csX480" fmla="*/ 4005707 w 4164329"/>
                            <a:gd name="csY480" fmla="*/ 0 h 1538224"/>
                            <a:gd name="csX481" fmla="*/ 4014089 w 4164329"/>
                            <a:gd name="csY481" fmla="*/ 0 h 1538224"/>
                            <a:gd name="csX482" fmla="*/ 4022471 w 4164329"/>
                            <a:gd name="csY482" fmla="*/ 0 h 1538224"/>
                            <a:gd name="csX483" fmla="*/ 4030726 w 4164329"/>
                            <a:gd name="csY483" fmla="*/ 0 h 1538224"/>
                            <a:gd name="csX484" fmla="*/ 4039108 w 4164329"/>
                            <a:gd name="csY484" fmla="*/ 0 h 1538224"/>
                            <a:gd name="csX485" fmla="*/ 4047490 w 4164329"/>
                            <a:gd name="csY485" fmla="*/ 0 h 1538224"/>
                            <a:gd name="csX486" fmla="*/ 4055745 w 4164329"/>
                            <a:gd name="csY486" fmla="*/ 0 h 1538224"/>
                            <a:gd name="csX487" fmla="*/ 4064127 w 4164329"/>
                            <a:gd name="csY487" fmla="*/ 0 h 1538224"/>
                            <a:gd name="csX488" fmla="*/ 4072509 w 4164329"/>
                            <a:gd name="csY488" fmla="*/ 0 h 1538224"/>
                            <a:gd name="csX489" fmla="*/ 4080891 w 4164329"/>
                            <a:gd name="csY489" fmla="*/ 0 h 1538224"/>
                            <a:gd name="csX490" fmla="*/ 4089146 w 4164329"/>
                            <a:gd name="csY490" fmla="*/ 0 h 1538224"/>
                            <a:gd name="csX491" fmla="*/ 4097528 w 4164329"/>
                            <a:gd name="csY491" fmla="*/ 0 h 1538224"/>
                            <a:gd name="csX492" fmla="*/ 4105910 w 4164329"/>
                            <a:gd name="csY492" fmla="*/ 0 h 1538224"/>
                            <a:gd name="csX493" fmla="*/ 4114165 w 4164329"/>
                            <a:gd name="csY493" fmla="*/ 0 h 1538224"/>
                            <a:gd name="csX494" fmla="*/ 4122547 w 4164329"/>
                            <a:gd name="csY494" fmla="*/ 0 h 1538224"/>
                            <a:gd name="csX495" fmla="*/ 4130929 w 4164329"/>
                            <a:gd name="csY495" fmla="*/ 0 h 1538224"/>
                            <a:gd name="csX496" fmla="*/ 4139311 w 4164329"/>
                            <a:gd name="csY496" fmla="*/ 0 h 1538224"/>
                            <a:gd name="csX497" fmla="*/ 4147566 w 4164329"/>
                            <a:gd name="csY497" fmla="*/ 0 h 1538224"/>
                            <a:gd name="csX498" fmla="*/ 4155948 w 4164329"/>
                            <a:gd name="csY498" fmla="*/ 0 h 1538224"/>
                            <a:gd name="csX499" fmla="*/ 4164330 w 4164329"/>
                            <a:gd name="csY499" fmla="*/ 0 h 1538224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538224">
                              <a:moveTo>
                                <a:pt x="0" y="1538224"/>
                              </a:moveTo>
                              <a:lnTo>
                                <a:pt x="8382" y="1538224"/>
                              </a:lnTo>
                              <a:lnTo>
                                <a:pt x="16637" y="1538224"/>
                              </a:lnTo>
                              <a:lnTo>
                                <a:pt x="25019" y="1538224"/>
                              </a:lnTo>
                              <a:lnTo>
                                <a:pt x="33401" y="1538224"/>
                              </a:lnTo>
                              <a:lnTo>
                                <a:pt x="41783" y="1538224"/>
                              </a:lnTo>
                              <a:lnTo>
                                <a:pt x="50038" y="1538224"/>
                              </a:lnTo>
                              <a:lnTo>
                                <a:pt x="58420" y="1538224"/>
                              </a:lnTo>
                              <a:lnTo>
                                <a:pt x="66802" y="1538224"/>
                              </a:lnTo>
                              <a:lnTo>
                                <a:pt x="75057" y="1538224"/>
                              </a:lnTo>
                              <a:lnTo>
                                <a:pt x="83439" y="1538224"/>
                              </a:lnTo>
                              <a:lnTo>
                                <a:pt x="91821" y="1538224"/>
                              </a:lnTo>
                              <a:lnTo>
                                <a:pt x="100203" y="1538224"/>
                              </a:lnTo>
                              <a:lnTo>
                                <a:pt x="108458" y="1538224"/>
                              </a:lnTo>
                              <a:lnTo>
                                <a:pt x="116840" y="1538224"/>
                              </a:lnTo>
                              <a:lnTo>
                                <a:pt x="125222" y="1538224"/>
                              </a:lnTo>
                              <a:lnTo>
                                <a:pt x="133477" y="1538224"/>
                              </a:lnTo>
                              <a:lnTo>
                                <a:pt x="141859" y="1538224"/>
                              </a:lnTo>
                              <a:lnTo>
                                <a:pt x="150241" y="1538224"/>
                              </a:lnTo>
                              <a:lnTo>
                                <a:pt x="158623" y="1538224"/>
                              </a:lnTo>
                              <a:lnTo>
                                <a:pt x="166878" y="1538224"/>
                              </a:lnTo>
                              <a:lnTo>
                                <a:pt x="175260" y="1538224"/>
                              </a:lnTo>
                              <a:lnTo>
                                <a:pt x="183642" y="1538224"/>
                              </a:lnTo>
                              <a:lnTo>
                                <a:pt x="191897" y="1538224"/>
                              </a:lnTo>
                              <a:lnTo>
                                <a:pt x="200279" y="1538224"/>
                              </a:lnTo>
                              <a:lnTo>
                                <a:pt x="208661" y="1538224"/>
                              </a:lnTo>
                              <a:lnTo>
                                <a:pt x="217043" y="1538224"/>
                              </a:lnTo>
                              <a:lnTo>
                                <a:pt x="225298" y="1538224"/>
                              </a:lnTo>
                              <a:lnTo>
                                <a:pt x="233680" y="1538224"/>
                              </a:lnTo>
                              <a:lnTo>
                                <a:pt x="242062" y="1538224"/>
                              </a:lnTo>
                              <a:lnTo>
                                <a:pt x="250317" y="1538097"/>
                              </a:lnTo>
                              <a:lnTo>
                                <a:pt x="258699" y="1538097"/>
                              </a:lnTo>
                              <a:lnTo>
                                <a:pt x="267081" y="1538097"/>
                              </a:lnTo>
                              <a:lnTo>
                                <a:pt x="275463" y="1538097"/>
                              </a:lnTo>
                              <a:lnTo>
                                <a:pt x="283718" y="1538097"/>
                              </a:lnTo>
                              <a:lnTo>
                                <a:pt x="292100" y="1538097"/>
                              </a:lnTo>
                              <a:lnTo>
                                <a:pt x="300482" y="1538097"/>
                              </a:lnTo>
                              <a:lnTo>
                                <a:pt x="308737" y="1538097"/>
                              </a:lnTo>
                              <a:lnTo>
                                <a:pt x="317119" y="1538097"/>
                              </a:lnTo>
                              <a:lnTo>
                                <a:pt x="325501" y="1538097"/>
                              </a:lnTo>
                              <a:lnTo>
                                <a:pt x="333756" y="1537970"/>
                              </a:lnTo>
                              <a:lnTo>
                                <a:pt x="342138" y="1537970"/>
                              </a:lnTo>
                              <a:lnTo>
                                <a:pt x="350520" y="1537970"/>
                              </a:lnTo>
                              <a:lnTo>
                                <a:pt x="358902" y="1537970"/>
                              </a:lnTo>
                              <a:lnTo>
                                <a:pt x="367157" y="1537970"/>
                              </a:lnTo>
                              <a:lnTo>
                                <a:pt x="375539" y="1537970"/>
                              </a:lnTo>
                              <a:lnTo>
                                <a:pt x="383921" y="1537970"/>
                              </a:lnTo>
                              <a:lnTo>
                                <a:pt x="392176" y="1537843"/>
                              </a:lnTo>
                              <a:lnTo>
                                <a:pt x="400558" y="1537843"/>
                              </a:lnTo>
                              <a:lnTo>
                                <a:pt x="408940" y="1537843"/>
                              </a:lnTo>
                              <a:lnTo>
                                <a:pt x="417322" y="1537843"/>
                              </a:lnTo>
                              <a:lnTo>
                                <a:pt x="425577" y="1537843"/>
                              </a:lnTo>
                              <a:lnTo>
                                <a:pt x="433959" y="1537716"/>
                              </a:lnTo>
                              <a:lnTo>
                                <a:pt x="442341" y="1537716"/>
                              </a:lnTo>
                              <a:lnTo>
                                <a:pt x="450596" y="1537716"/>
                              </a:lnTo>
                              <a:lnTo>
                                <a:pt x="458978" y="1537589"/>
                              </a:lnTo>
                              <a:lnTo>
                                <a:pt x="467360" y="1537589"/>
                              </a:lnTo>
                              <a:lnTo>
                                <a:pt x="475742" y="1537589"/>
                              </a:lnTo>
                              <a:lnTo>
                                <a:pt x="483997" y="1537589"/>
                              </a:lnTo>
                              <a:lnTo>
                                <a:pt x="492379" y="1537462"/>
                              </a:lnTo>
                              <a:lnTo>
                                <a:pt x="500761" y="1537462"/>
                              </a:lnTo>
                              <a:lnTo>
                                <a:pt x="509016" y="1537335"/>
                              </a:lnTo>
                              <a:lnTo>
                                <a:pt x="517398" y="1537335"/>
                              </a:lnTo>
                              <a:lnTo>
                                <a:pt x="525780" y="1537335"/>
                              </a:lnTo>
                              <a:lnTo>
                                <a:pt x="534162" y="1537208"/>
                              </a:lnTo>
                              <a:lnTo>
                                <a:pt x="542417" y="1537208"/>
                              </a:lnTo>
                              <a:lnTo>
                                <a:pt x="550799" y="1537081"/>
                              </a:lnTo>
                              <a:lnTo>
                                <a:pt x="559181" y="1537081"/>
                              </a:lnTo>
                              <a:lnTo>
                                <a:pt x="567436" y="1536954"/>
                              </a:lnTo>
                              <a:lnTo>
                                <a:pt x="575818" y="1536827"/>
                              </a:lnTo>
                              <a:lnTo>
                                <a:pt x="584200" y="1536827"/>
                              </a:lnTo>
                              <a:lnTo>
                                <a:pt x="592582" y="1536700"/>
                              </a:lnTo>
                              <a:lnTo>
                                <a:pt x="600837" y="1536573"/>
                              </a:lnTo>
                              <a:lnTo>
                                <a:pt x="609219" y="1536573"/>
                              </a:lnTo>
                              <a:lnTo>
                                <a:pt x="617601" y="1536446"/>
                              </a:lnTo>
                              <a:lnTo>
                                <a:pt x="625856" y="1536319"/>
                              </a:lnTo>
                              <a:lnTo>
                                <a:pt x="634238" y="1536192"/>
                              </a:lnTo>
                              <a:lnTo>
                                <a:pt x="642620" y="1536192"/>
                              </a:lnTo>
                              <a:lnTo>
                                <a:pt x="651002" y="1536065"/>
                              </a:lnTo>
                              <a:lnTo>
                                <a:pt x="659257" y="1535938"/>
                              </a:lnTo>
                              <a:lnTo>
                                <a:pt x="667639" y="1535811"/>
                              </a:lnTo>
                              <a:lnTo>
                                <a:pt x="676021" y="1535684"/>
                              </a:lnTo>
                              <a:lnTo>
                                <a:pt x="684276" y="1535557"/>
                              </a:lnTo>
                              <a:lnTo>
                                <a:pt x="692658" y="1535303"/>
                              </a:lnTo>
                              <a:lnTo>
                                <a:pt x="701040" y="1535176"/>
                              </a:lnTo>
                              <a:lnTo>
                                <a:pt x="709295" y="1535049"/>
                              </a:lnTo>
                              <a:lnTo>
                                <a:pt x="717677" y="1534922"/>
                              </a:lnTo>
                              <a:lnTo>
                                <a:pt x="726059" y="1534668"/>
                              </a:lnTo>
                              <a:lnTo>
                                <a:pt x="734441" y="1534541"/>
                              </a:lnTo>
                              <a:lnTo>
                                <a:pt x="742696" y="1534287"/>
                              </a:lnTo>
                              <a:lnTo>
                                <a:pt x="751078" y="1534160"/>
                              </a:lnTo>
                              <a:lnTo>
                                <a:pt x="759460" y="1533906"/>
                              </a:lnTo>
                              <a:lnTo>
                                <a:pt x="767715" y="1533779"/>
                              </a:lnTo>
                              <a:lnTo>
                                <a:pt x="776097" y="1533525"/>
                              </a:lnTo>
                              <a:lnTo>
                                <a:pt x="784479" y="1533271"/>
                              </a:lnTo>
                              <a:lnTo>
                                <a:pt x="792861" y="1533017"/>
                              </a:lnTo>
                              <a:lnTo>
                                <a:pt x="801116" y="1532763"/>
                              </a:lnTo>
                              <a:lnTo>
                                <a:pt x="809498" y="1532509"/>
                              </a:lnTo>
                              <a:lnTo>
                                <a:pt x="817880" y="1532255"/>
                              </a:lnTo>
                              <a:lnTo>
                                <a:pt x="826135" y="1532001"/>
                              </a:lnTo>
                              <a:lnTo>
                                <a:pt x="834517" y="1531747"/>
                              </a:lnTo>
                              <a:lnTo>
                                <a:pt x="842899" y="1531366"/>
                              </a:lnTo>
                              <a:lnTo>
                                <a:pt x="851281" y="1531112"/>
                              </a:lnTo>
                              <a:lnTo>
                                <a:pt x="859536" y="1530731"/>
                              </a:lnTo>
                              <a:lnTo>
                                <a:pt x="867918" y="1530350"/>
                              </a:lnTo>
                              <a:lnTo>
                                <a:pt x="876300" y="1529969"/>
                              </a:lnTo>
                              <a:lnTo>
                                <a:pt x="884555" y="1529715"/>
                              </a:lnTo>
                              <a:lnTo>
                                <a:pt x="892937" y="1529207"/>
                              </a:lnTo>
                              <a:lnTo>
                                <a:pt x="901319" y="1528826"/>
                              </a:lnTo>
                              <a:lnTo>
                                <a:pt x="909701" y="1528445"/>
                              </a:lnTo>
                              <a:lnTo>
                                <a:pt x="917956" y="1528064"/>
                              </a:lnTo>
                              <a:lnTo>
                                <a:pt x="926338" y="1527556"/>
                              </a:lnTo>
                              <a:lnTo>
                                <a:pt x="934720" y="1527048"/>
                              </a:lnTo>
                              <a:lnTo>
                                <a:pt x="942975" y="1526667"/>
                              </a:lnTo>
                              <a:lnTo>
                                <a:pt x="951357" y="1526159"/>
                              </a:lnTo>
                              <a:lnTo>
                                <a:pt x="959739" y="1525651"/>
                              </a:lnTo>
                              <a:lnTo>
                                <a:pt x="968121" y="1525016"/>
                              </a:lnTo>
                              <a:lnTo>
                                <a:pt x="976376" y="1524508"/>
                              </a:lnTo>
                              <a:lnTo>
                                <a:pt x="984758" y="1523873"/>
                              </a:lnTo>
                              <a:lnTo>
                                <a:pt x="993140" y="1523365"/>
                              </a:lnTo>
                              <a:lnTo>
                                <a:pt x="1001395" y="1522730"/>
                              </a:lnTo>
                              <a:lnTo>
                                <a:pt x="1009777" y="1522095"/>
                              </a:lnTo>
                              <a:lnTo>
                                <a:pt x="1018159" y="1521460"/>
                              </a:lnTo>
                              <a:lnTo>
                                <a:pt x="1026414" y="1520698"/>
                              </a:lnTo>
                              <a:lnTo>
                                <a:pt x="1034796" y="1519936"/>
                              </a:lnTo>
                              <a:lnTo>
                                <a:pt x="1043178" y="1519301"/>
                              </a:lnTo>
                              <a:lnTo>
                                <a:pt x="1051560" y="1518539"/>
                              </a:lnTo>
                              <a:lnTo>
                                <a:pt x="1059815" y="1517650"/>
                              </a:lnTo>
                              <a:lnTo>
                                <a:pt x="1068197" y="1516888"/>
                              </a:lnTo>
                              <a:lnTo>
                                <a:pt x="1076579" y="1515999"/>
                              </a:lnTo>
                              <a:lnTo>
                                <a:pt x="1084834" y="1515110"/>
                              </a:lnTo>
                              <a:lnTo>
                                <a:pt x="1093216" y="1514221"/>
                              </a:lnTo>
                              <a:lnTo>
                                <a:pt x="1101598" y="1513332"/>
                              </a:lnTo>
                              <a:lnTo>
                                <a:pt x="1109980" y="1512316"/>
                              </a:lnTo>
                              <a:lnTo>
                                <a:pt x="1118235" y="1511300"/>
                              </a:lnTo>
                              <a:lnTo>
                                <a:pt x="1126617" y="1510284"/>
                              </a:lnTo>
                              <a:lnTo>
                                <a:pt x="1134999" y="1509268"/>
                              </a:lnTo>
                              <a:lnTo>
                                <a:pt x="1143254" y="1508125"/>
                              </a:lnTo>
                              <a:lnTo>
                                <a:pt x="1151636" y="1506982"/>
                              </a:lnTo>
                              <a:lnTo>
                                <a:pt x="1160018" y="1505712"/>
                              </a:lnTo>
                              <a:lnTo>
                                <a:pt x="1168400" y="1504569"/>
                              </a:lnTo>
                              <a:lnTo>
                                <a:pt x="1176655" y="1503299"/>
                              </a:lnTo>
                              <a:lnTo>
                                <a:pt x="1185037" y="1501902"/>
                              </a:lnTo>
                              <a:lnTo>
                                <a:pt x="1193419" y="1500632"/>
                              </a:lnTo>
                              <a:lnTo>
                                <a:pt x="1201674" y="1499235"/>
                              </a:lnTo>
                              <a:lnTo>
                                <a:pt x="1210056" y="1497711"/>
                              </a:lnTo>
                              <a:lnTo>
                                <a:pt x="1218438" y="1496314"/>
                              </a:lnTo>
                              <a:lnTo>
                                <a:pt x="1226820" y="1494790"/>
                              </a:lnTo>
                              <a:lnTo>
                                <a:pt x="1235075" y="1493139"/>
                              </a:lnTo>
                              <a:lnTo>
                                <a:pt x="1243457" y="1491488"/>
                              </a:lnTo>
                              <a:lnTo>
                                <a:pt x="1251839" y="1489837"/>
                              </a:lnTo>
                              <a:lnTo>
                                <a:pt x="1260094" y="1488059"/>
                              </a:lnTo>
                              <a:lnTo>
                                <a:pt x="1268476" y="1486281"/>
                              </a:lnTo>
                              <a:lnTo>
                                <a:pt x="1276858" y="1484376"/>
                              </a:lnTo>
                              <a:lnTo>
                                <a:pt x="1285240" y="1482471"/>
                              </a:lnTo>
                              <a:lnTo>
                                <a:pt x="1293495" y="1480439"/>
                              </a:lnTo>
                              <a:lnTo>
                                <a:pt x="1301877" y="1478407"/>
                              </a:lnTo>
                              <a:lnTo>
                                <a:pt x="1310259" y="1476375"/>
                              </a:lnTo>
                              <a:lnTo>
                                <a:pt x="1318514" y="1474216"/>
                              </a:lnTo>
                              <a:lnTo>
                                <a:pt x="1326896" y="1471930"/>
                              </a:lnTo>
                              <a:lnTo>
                                <a:pt x="1335278" y="1469644"/>
                              </a:lnTo>
                              <a:lnTo>
                                <a:pt x="1343533" y="1467231"/>
                              </a:lnTo>
                              <a:lnTo>
                                <a:pt x="1351915" y="1464818"/>
                              </a:lnTo>
                              <a:lnTo>
                                <a:pt x="1360297" y="1462278"/>
                              </a:lnTo>
                              <a:lnTo>
                                <a:pt x="1368679" y="1459611"/>
                              </a:lnTo>
                              <a:lnTo>
                                <a:pt x="1376934" y="1456944"/>
                              </a:lnTo>
                              <a:lnTo>
                                <a:pt x="1385316" y="1454150"/>
                              </a:lnTo>
                              <a:lnTo>
                                <a:pt x="1393698" y="1451356"/>
                              </a:lnTo>
                              <a:lnTo>
                                <a:pt x="1401953" y="1448308"/>
                              </a:lnTo>
                              <a:lnTo>
                                <a:pt x="1410335" y="1445387"/>
                              </a:lnTo>
                              <a:lnTo>
                                <a:pt x="1418717" y="1442212"/>
                              </a:lnTo>
                              <a:lnTo>
                                <a:pt x="1427099" y="1439037"/>
                              </a:lnTo>
                              <a:lnTo>
                                <a:pt x="1435354" y="1435735"/>
                              </a:lnTo>
                              <a:lnTo>
                                <a:pt x="1443736" y="1432306"/>
                              </a:lnTo>
                              <a:lnTo>
                                <a:pt x="1452118" y="1428750"/>
                              </a:lnTo>
                              <a:lnTo>
                                <a:pt x="1460373" y="1425194"/>
                              </a:lnTo>
                              <a:lnTo>
                                <a:pt x="1468755" y="1421511"/>
                              </a:lnTo>
                              <a:lnTo>
                                <a:pt x="1477137" y="1417701"/>
                              </a:lnTo>
                              <a:lnTo>
                                <a:pt x="1485519" y="1413764"/>
                              </a:lnTo>
                              <a:lnTo>
                                <a:pt x="1493774" y="1409700"/>
                              </a:lnTo>
                              <a:lnTo>
                                <a:pt x="1502156" y="1405509"/>
                              </a:lnTo>
                              <a:lnTo>
                                <a:pt x="1510538" y="1401318"/>
                              </a:lnTo>
                              <a:lnTo>
                                <a:pt x="1518793" y="1396873"/>
                              </a:lnTo>
                              <a:lnTo>
                                <a:pt x="1527175" y="1392428"/>
                              </a:lnTo>
                              <a:lnTo>
                                <a:pt x="1535557" y="1387729"/>
                              </a:lnTo>
                              <a:lnTo>
                                <a:pt x="1543939" y="1383030"/>
                              </a:lnTo>
                              <a:lnTo>
                                <a:pt x="1552194" y="1378077"/>
                              </a:lnTo>
                              <a:lnTo>
                                <a:pt x="1560576" y="1373124"/>
                              </a:lnTo>
                              <a:lnTo>
                                <a:pt x="1568958" y="1367917"/>
                              </a:lnTo>
                              <a:lnTo>
                                <a:pt x="1577213" y="1362710"/>
                              </a:lnTo>
                              <a:lnTo>
                                <a:pt x="1585595" y="1357249"/>
                              </a:lnTo>
                              <a:lnTo>
                                <a:pt x="1593977" y="1351661"/>
                              </a:lnTo>
                              <a:lnTo>
                                <a:pt x="1602359" y="1346073"/>
                              </a:lnTo>
                              <a:lnTo>
                                <a:pt x="1610614" y="1340231"/>
                              </a:lnTo>
                              <a:lnTo>
                                <a:pt x="1618996" y="1334135"/>
                              </a:lnTo>
                              <a:lnTo>
                                <a:pt x="1627378" y="1328039"/>
                              </a:lnTo>
                              <a:lnTo>
                                <a:pt x="1635633" y="1321816"/>
                              </a:lnTo>
                              <a:lnTo>
                                <a:pt x="1644015" y="1315339"/>
                              </a:lnTo>
                              <a:lnTo>
                                <a:pt x="1652397" y="1308735"/>
                              </a:lnTo>
                              <a:lnTo>
                                <a:pt x="1660652" y="1302004"/>
                              </a:lnTo>
                              <a:lnTo>
                                <a:pt x="1669034" y="1295146"/>
                              </a:lnTo>
                              <a:lnTo>
                                <a:pt x="1677416" y="1288034"/>
                              </a:lnTo>
                              <a:lnTo>
                                <a:pt x="1685798" y="1280795"/>
                              </a:lnTo>
                              <a:lnTo>
                                <a:pt x="1694053" y="1273429"/>
                              </a:lnTo>
                              <a:lnTo>
                                <a:pt x="1702435" y="1265936"/>
                              </a:lnTo>
                              <a:lnTo>
                                <a:pt x="1710817" y="1258189"/>
                              </a:lnTo>
                              <a:lnTo>
                                <a:pt x="1719072" y="1250315"/>
                              </a:lnTo>
                              <a:lnTo>
                                <a:pt x="1727454" y="1242314"/>
                              </a:lnTo>
                              <a:lnTo>
                                <a:pt x="1735836" y="1234059"/>
                              </a:lnTo>
                              <a:lnTo>
                                <a:pt x="1744218" y="1225804"/>
                              </a:lnTo>
                              <a:lnTo>
                                <a:pt x="1752473" y="1217168"/>
                              </a:lnTo>
                              <a:lnTo>
                                <a:pt x="1760855" y="1208532"/>
                              </a:lnTo>
                              <a:lnTo>
                                <a:pt x="1769237" y="1199642"/>
                              </a:lnTo>
                              <a:lnTo>
                                <a:pt x="1777492" y="1190625"/>
                              </a:lnTo>
                              <a:lnTo>
                                <a:pt x="1785874" y="1181354"/>
                              </a:lnTo>
                              <a:lnTo>
                                <a:pt x="1794256" y="1172083"/>
                              </a:lnTo>
                              <a:lnTo>
                                <a:pt x="1802638" y="1162558"/>
                              </a:lnTo>
                              <a:lnTo>
                                <a:pt x="1810893" y="1152779"/>
                              </a:lnTo>
                              <a:lnTo>
                                <a:pt x="1819275" y="1143000"/>
                              </a:lnTo>
                              <a:lnTo>
                                <a:pt x="1827657" y="1132967"/>
                              </a:lnTo>
                              <a:lnTo>
                                <a:pt x="1835912" y="1122807"/>
                              </a:lnTo>
                              <a:lnTo>
                                <a:pt x="1844294" y="1112520"/>
                              </a:lnTo>
                              <a:lnTo>
                                <a:pt x="1852676" y="1101979"/>
                              </a:lnTo>
                              <a:lnTo>
                                <a:pt x="1861058" y="1091311"/>
                              </a:lnTo>
                              <a:lnTo>
                                <a:pt x="1869313" y="1080643"/>
                              </a:lnTo>
                              <a:lnTo>
                                <a:pt x="1877695" y="1069721"/>
                              </a:lnTo>
                              <a:lnTo>
                                <a:pt x="1886077" y="1058545"/>
                              </a:lnTo>
                              <a:lnTo>
                                <a:pt x="1894332" y="1047369"/>
                              </a:lnTo>
                              <a:lnTo>
                                <a:pt x="1902714" y="1036066"/>
                              </a:lnTo>
                              <a:lnTo>
                                <a:pt x="1911096" y="1024636"/>
                              </a:lnTo>
                              <a:lnTo>
                                <a:pt x="1919478" y="1012952"/>
                              </a:lnTo>
                              <a:lnTo>
                                <a:pt x="1927733" y="1001268"/>
                              </a:lnTo>
                              <a:lnTo>
                                <a:pt x="1936115" y="989457"/>
                              </a:lnTo>
                              <a:lnTo>
                                <a:pt x="1944497" y="977519"/>
                              </a:lnTo>
                              <a:lnTo>
                                <a:pt x="1952752" y="965454"/>
                              </a:lnTo>
                              <a:lnTo>
                                <a:pt x="1961134" y="953262"/>
                              </a:lnTo>
                              <a:lnTo>
                                <a:pt x="1969516" y="940943"/>
                              </a:lnTo>
                              <a:lnTo>
                                <a:pt x="1977771" y="928624"/>
                              </a:lnTo>
                              <a:lnTo>
                                <a:pt x="1986153" y="916178"/>
                              </a:lnTo>
                              <a:lnTo>
                                <a:pt x="1994535" y="903605"/>
                              </a:lnTo>
                              <a:lnTo>
                                <a:pt x="2002917" y="891032"/>
                              </a:lnTo>
                              <a:lnTo>
                                <a:pt x="2011172" y="878459"/>
                              </a:lnTo>
                              <a:lnTo>
                                <a:pt x="2019554" y="865759"/>
                              </a:lnTo>
                              <a:lnTo>
                                <a:pt x="2027936" y="852932"/>
                              </a:lnTo>
                              <a:lnTo>
                                <a:pt x="2036191" y="840105"/>
                              </a:lnTo>
                              <a:lnTo>
                                <a:pt x="2044573" y="827278"/>
                              </a:lnTo>
                              <a:lnTo>
                                <a:pt x="2052955" y="814324"/>
                              </a:lnTo>
                              <a:lnTo>
                                <a:pt x="2061337" y="801497"/>
                              </a:lnTo>
                              <a:lnTo>
                                <a:pt x="2069592" y="788543"/>
                              </a:lnTo>
                              <a:lnTo>
                                <a:pt x="2077974" y="775589"/>
                              </a:lnTo>
                              <a:lnTo>
                                <a:pt x="2086356" y="762635"/>
                              </a:lnTo>
                              <a:lnTo>
                                <a:pt x="2094611" y="749681"/>
                              </a:lnTo>
                              <a:lnTo>
                                <a:pt x="2102993" y="736727"/>
                              </a:lnTo>
                              <a:lnTo>
                                <a:pt x="2111375" y="723900"/>
                              </a:lnTo>
                              <a:lnTo>
                                <a:pt x="2119757" y="710946"/>
                              </a:lnTo>
                              <a:lnTo>
                                <a:pt x="2128012" y="698119"/>
                              </a:lnTo>
                              <a:lnTo>
                                <a:pt x="2136394" y="685292"/>
                              </a:lnTo>
                              <a:lnTo>
                                <a:pt x="2144776" y="672592"/>
                              </a:lnTo>
                              <a:lnTo>
                                <a:pt x="2153031" y="659892"/>
                              </a:lnTo>
                              <a:lnTo>
                                <a:pt x="2161413" y="647192"/>
                              </a:lnTo>
                              <a:lnTo>
                                <a:pt x="2169795" y="634619"/>
                              </a:lnTo>
                              <a:lnTo>
                                <a:pt x="2178177" y="622046"/>
                              </a:lnTo>
                              <a:lnTo>
                                <a:pt x="2186432" y="609600"/>
                              </a:lnTo>
                              <a:lnTo>
                                <a:pt x="2194814" y="597281"/>
                              </a:lnTo>
                              <a:lnTo>
                                <a:pt x="2203196" y="584962"/>
                              </a:lnTo>
                              <a:lnTo>
                                <a:pt x="2211451" y="572897"/>
                              </a:lnTo>
                              <a:lnTo>
                                <a:pt x="2219833" y="560832"/>
                              </a:lnTo>
                              <a:lnTo>
                                <a:pt x="2228215" y="548894"/>
                              </a:lnTo>
                              <a:lnTo>
                                <a:pt x="2236597" y="536956"/>
                              </a:lnTo>
                              <a:lnTo>
                                <a:pt x="2244852" y="525272"/>
                              </a:lnTo>
                              <a:lnTo>
                                <a:pt x="2253234" y="513715"/>
                              </a:lnTo>
                              <a:lnTo>
                                <a:pt x="2261616" y="502158"/>
                              </a:lnTo>
                              <a:lnTo>
                                <a:pt x="2269871" y="490855"/>
                              </a:lnTo>
                              <a:lnTo>
                                <a:pt x="2278253" y="479679"/>
                              </a:lnTo>
                              <a:lnTo>
                                <a:pt x="2286635" y="468630"/>
                              </a:lnTo>
                              <a:lnTo>
                                <a:pt x="2294890" y="457708"/>
                              </a:lnTo>
                              <a:lnTo>
                                <a:pt x="2303272" y="446913"/>
                              </a:lnTo>
                              <a:lnTo>
                                <a:pt x="2311654" y="436245"/>
                              </a:lnTo>
                              <a:lnTo>
                                <a:pt x="2320036" y="425831"/>
                              </a:lnTo>
                              <a:lnTo>
                                <a:pt x="2328291" y="415417"/>
                              </a:lnTo>
                              <a:lnTo>
                                <a:pt x="2336673" y="405257"/>
                              </a:lnTo>
                              <a:lnTo>
                                <a:pt x="2345055" y="395224"/>
                              </a:lnTo>
                              <a:lnTo>
                                <a:pt x="2353310" y="385445"/>
                              </a:lnTo>
                              <a:lnTo>
                                <a:pt x="2361692" y="375666"/>
                              </a:lnTo>
                              <a:lnTo>
                                <a:pt x="2370074" y="366141"/>
                              </a:lnTo>
                              <a:lnTo>
                                <a:pt x="2378456" y="356870"/>
                              </a:lnTo>
                              <a:lnTo>
                                <a:pt x="2386711" y="347599"/>
                              </a:lnTo>
                              <a:lnTo>
                                <a:pt x="2395093" y="338582"/>
                              </a:lnTo>
                              <a:lnTo>
                                <a:pt x="2403475" y="329692"/>
                              </a:lnTo>
                              <a:lnTo>
                                <a:pt x="2411730" y="321056"/>
                              </a:lnTo>
                              <a:lnTo>
                                <a:pt x="2420112" y="312547"/>
                              </a:lnTo>
                              <a:lnTo>
                                <a:pt x="2428494" y="304165"/>
                              </a:lnTo>
                              <a:lnTo>
                                <a:pt x="2436876" y="295910"/>
                              </a:lnTo>
                              <a:lnTo>
                                <a:pt x="2445131" y="287909"/>
                              </a:lnTo>
                              <a:lnTo>
                                <a:pt x="2453513" y="280035"/>
                              </a:lnTo>
                              <a:lnTo>
                                <a:pt x="2461895" y="272288"/>
                              </a:lnTo>
                              <a:lnTo>
                                <a:pt x="2470150" y="264795"/>
                              </a:lnTo>
                              <a:lnTo>
                                <a:pt x="2478532" y="257429"/>
                              </a:lnTo>
                              <a:lnTo>
                                <a:pt x="2486914" y="250190"/>
                              </a:lnTo>
                              <a:lnTo>
                                <a:pt x="2495296" y="243078"/>
                              </a:lnTo>
                              <a:lnTo>
                                <a:pt x="2503551" y="236220"/>
                              </a:lnTo>
                              <a:lnTo>
                                <a:pt x="2511933" y="229489"/>
                              </a:lnTo>
                              <a:lnTo>
                                <a:pt x="2520315" y="222885"/>
                              </a:lnTo>
                              <a:lnTo>
                                <a:pt x="2528570" y="216408"/>
                              </a:lnTo>
                              <a:lnTo>
                                <a:pt x="2536952" y="210185"/>
                              </a:lnTo>
                              <a:lnTo>
                                <a:pt x="2545334" y="204089"/>
                              </a:lnTo>
                              <a:lnTo>
                                <a:pt x="2553716" y="198120"/>
                              </a:lnTo>
                              <a:lnTo>
                                <a:pt x="2561971" y="192278"/>
                              </a:lnTo>
                              <a:lnTo>
                                <a:pt x="2570353" y="186563"/>
                              </a:lnTo>
                              <a:lnTo>
                                <a:pt x="2578735" y="180975"/>
                              </a:lnTo>
                              <a:lnTo>
                                <a:pt x="2586990" y="175514"/>
                              </a:lnTo>
                              <a:lnTo>
                                <a:pt x="2595372" y="170307"/>
                              </a:lnTo>
                              <a:lnTo>
                                <a:pt x="2603754" y="165100"/>
                              </a:lnTo>
                              <a:lnTo>
                                <a:pt x="2612009" y="160147"/>
                              </a:lnTo>
                              <a:lnTo>
                                <a:pt x="2620391" y="155194"/>
                              </a:lnTo>
                              <a:lnTo>
                                <a:pt x="2628773" y="150495"/>
                              </a:lnTo>
                              <a:lnTo>
                                <a:pt x="2637155" y="145923"/>
                              </a:lnTo>
                              <a:lnTo>
                                <a:pt x="2645410" y="141351"/>
                              </a:lnTo>
                              <a:lnTo>
                                <a:pt x="2653792" y="137033"/>
                              </a:lnTo>
                              <a:lnTo>
                                <a:pt x="2662174" y="132715"/>
                              </a:lnTo>
                              <a:lnTo>
                                <a:pt x="2670429" y="128524"/>
                              </a:lnTo>
                              <a:lnTo>
                                <a:pt x="2678811" y="124587"/>
                              </a:lnTo>
                              <a:lnTo>
                                <a:pt x="2687193" y="120650"/>
                              </a:lnTo>
                              <a:lnTo>
                                <a:pt x="2695575" y="116840"/>
                              </a:lnTo>
                              <a:lnTo>
                                <a:pt x="2703830" y="113030"/>
                              </a:lnTo>
                              <a:lnTo>
                                <a:pt x="2712212" y="109474"/>
                              </a:lnTo>
                              <a:lnTo>
                                <a:pt x="2720594" y="105918"/>
                              </a:lnTo>
                              <a:lnTo>
                                <a:pt x="2728849" y="102616"/>
                              </a:lnTo>
                              <a:lnTo>
                                <a:pt x="2737231" y="99314"/>
                              </a:lnTo>
                              <a:lnTo>
                                <a:pt x="2745613" y="96012"/>
                              </a:lnTo>
                              <a:lnTo>
                                <a:pt x="2753995" y="92964"/>
                              </a:lnTo>
                              <a:lnTo>
                                <a:pt x="2762250" y="89916"/>
                              </a:lnTo>
                              <a:lnTo>
                                <a:pt x="2770632" y="86995"/>
                              </a:lnTo>
                              <a:lnTo>
                                <a:pt x="2779014" y="84074"/>
                              </a:lnTo>
                              <a:lnTo>
                                <a:pt x="2787269" y="81280"/>
                              </a:lnTo>
                              <a:lnTo>
                                <a:pt x="2795651" y="78613"/>
                              </a:lnTo>
                              <a:lnTo>
                                <a:pt x="2804033" y="76073"/>
                              </a:lnTo>
                              <a:lnTo>
                                <a:pt x="2812415" y="73533"/>
                              </a:lnTo>
                              <a:lnTo>
                                <a:pt x="2820670" y="70993"/>
                              </a:lnTo>
                              <a:lnTo>
                                <a:pt x="2829052" y="68580"/>
                              </a:lnTo>
                              <a:lnTo>
                                <a:pt x="2837434" y="66294"/>
                              </a:lnTo>
                              <a:lnTo>
                                <a:pt x="2845689" y="64135"/>
                              </a:lnTo>
                              <a:lnTo>
                                <a:pt x="2854071" y="61849"/>
                              </a:lnTo>
                              <a:lnTo>
                                <a:pt x="2862453" y="59817"/>
                              </a:lnTo>
                              <a:lnTo>
                                <a:pt x="2870835" y="57785"/>
                              </a:lnTo>
                              <a:lnTo>
                                <a:pt x="2879090" y="55753"/>
                              </a:lnTo>
                              <a:lnTo>
                                <a:pt x="2887472" y="53848"/>
                              </a:lnTo>
                              <a:lnTo>
                                <a:pt x="2895854" y="51943"/>
                              </a:lnTo>
                              <a:lnTo>
                                <a:pt x="2904109" y="50165"/>
                              </a:lnTo>
                              <a:lnTo>
                                <a:pt x="2912491" y="48387"/>
                              </a:lnTo>
                              <a:lnTo>
                                <a:pt x="2920873" y="46736"/>
                              </a:lnTo>
                              <a:lnTo>
                                <a:pt x="2929128" y="45085"/>
                              </a:lnTo>
                              <a:lnTo>
                                <a:pt x="2937510" y="43561"/>
                              </a:lnTo>
                              <a:lnTo>
                                <a:pt x="2945892" y="42037"/>
                              </a:lnTo>
                              <a:lnTo>
                                <a:pt x="2954274" y="40513"/>
                              </a:lnTo>
                              <a:lnTo>
                                <a:pt x="2962529" y="38989"/>
                              </a:lnTo>
                              <a:lnTo>
                                <a:pt x="2970911" y="37592"/>
                              </a:lnTo>
                              <a:lnTo>
                                <a:pt x="2979293" y="36322"/>
                              </a:lnTo>
                              <a:lnTo>
                                <a:pt x="2987548" y="34925"/>
                              </a:lnTo>
                              <a:lnTo>
                                <a:pt x="2995930" y="33655"/>
                              </a:lnTo>
                              <a:lnTo>
                                <a:pt x="3004312" y="32512"/>
                              </a:lnTo>
                              <a:lnTo>
                                <a:pt x="3012694" y="31242"/>
                              </a:lnTo>
                              <a:lnTo>
                                <a:pt x="3020949" y="30099"/>
                              </a:lnTo>
                              <a:lnTo>
                                <a:pt x="3029331" y="29083"/>
                              </a:lnTo>
                              <a:lnTo>
                                <a:pt x="3037713" y="27940"/>
                              </a:lnTo>
                              <a:lnTo>
                                <a:pt x="3045968" y="26924"/>
                              </a:lnTo>
                              <a:lnTo>
                                <a:pt x="3054350" y="25908"/>
                              </a:lnTo>
                              <a:lnTo>
                                <a:pt x="3062732" y="24892"/>
                              </a:lnTo>
                              <a:lnTo>
                                <a:pt x="3071114" y="24003"/>
                              </a:lnTo>
                              <a:lnTo>
                                <a:pt x="3079369" y="23114"/>
                              </a:lnTo>
                              <a:lnTo>
                                <a:pt x="3087751" y="22225"/>
                              </a:lnTo>
                              <a:lnTo>
                                <a:pt x="3096133" y="21336"/>
                              </a:lnTo>
                              <a:lnTo>
                                <a:pt x="3104388" y="20574"/>
                              </a:lnTo>
                              <a:lnTo>
                                <a:pt x="3112770" y="19812"/>
                              </a:lnTo>
                              <a:lnTo>
                                <a:pt x="3121152" y="19050"/>
                              </a:lnTo>
                              <a:lnTo>
                                <a:pt x="3129534" y="18288"/>
                              </a:lnTo>
                              <a:lnTo>
                                <a:pt x="3137789" y="17526"/>
                              </a:lnTo>
                              <a:lnTo>
                                <a:pt x="3146171" y="16891"/>
                              </a:lnTo>
                              <a:lnTo>
                                <a:pt x="3154553" y="16129"/>
                              </a:lnTo>
                              <a:lnTo>
                                <a:pt x="3162808" y="15494"/>
                              </a:lnTo>
                              <a:lnTo>
                                <a:pt x="3171190" y="14859"/>
                              </a:lnTo>
                              <a:lnTo>
                                <a:pt x="3179572" y="14351"/>
                              </a:lnTo>
                              <a:lnTo>
                                <a:pt x="3187954" y="13716"/>
                              </a:lnTo>
                              <a:lnTo>
                                <a:pt x="3196209" y="13208"/>
                              </a:lnTo>
                              <a:lnTo>
                                <a:pt x="3204591" y="12700"/>
                              </a:lnTo>
                              <a:lnTo>
                                <a:pt x="3212973" y="12065"/>
                              </a:lnTo>
                              <a:lnTo>
                                <a:pt x="3221228" y="11684"/>
                              </a:lnTo>
                              <a:lnTo>
                                <a:pt x="3229610" y="11176"/>
                              </a:lnTo>
                              <a:lnTo>
                                <a:pt x="3237992" y="10668"/>
                              </a:lnTo>
                              <a:lnTo>
                                <a:pt x="3246374" y="10287"/>
                              </a:lnTo>
                              <a:lnTo>
                                <a:pt x="3254629" y="9779"/>
                              </a:lnTo>
                              <a:lnTo>
                                <a:pt x="3263011" y="9398"/>
                              </a:lnTo>
                              <a:lnTo>
                                <a:pt x="3271393" y="9017"/>
                              </a:lnTo>
                              <a:lnTo>
                                <a:pt x="3279648" y="8636"/>
                              </a:lnTo>
                              <a:lnTo>
                                <a:pt x="3288030" y="8255"/>
                              </a:lnTo>
                              <a:lnTo>
                                <a:pt x="3296412" y="7874"/>
                              </a:lnTo>
                              <a:lnTo>
                                <a:pt x="3304667" y="7493"/>
                              </a:lnTo>
                              <a:lnTo>
                                <a:pt x="3313049" y="7239"/>
                              </a:lnTo>
                              <a:lnTo>
                                <a:pt x="3321431" y="6858"/>
                              </a:lnTo>
                              <a:lnTo>
                                <a:pt x="3329813" y="6604"/>
                              </a:lnTo>
                              <a:lnTo>
                                <a:pt x="3338068" y="6223"/>
                              </a:lnTo>
                              <a:lnTo>
                                <a:pt x="3346450" y="5969"/>
                              </a:lnTo>
                              <a:lnTo>
                                <a:pt x="3354832" y="5715"/>
                              </a:lnTo>
                              <a:lnTo>
                                <a:pt x="3363087" y="5461"/>
                              </a:lnTo>
                              <a:lnTo>
                                <a:pt x="3371469" y="5207"/>
                              </a:lnTo>
                              <a:lnTo>
                                <a:pt x="3379851" y="4953"/>
                              </a:lnTo>
                              <a:lnTo>
                                <a:pt x="3388233" y="4699"/>
                              </a:lnTo>
                              <a:lnTo>
                                <a:pt x="3396488" y="4572"/>
                              </a:lnTo>
                              <a:lnTo>
                                <a:pt x="3404870" y="4318"/>
                              </a:lnTo>
                              <a:lnTo>
                                <a:pt x="3413252" y="4064"/>
                              </a:lnTo>
                              <a:lnTo>
                                <a:pt x="3421507" y="3937"/>
                              </a:lnTo>
                              <a:lnTo>
                                <a:pt x="3429889" y="3683"/>
                              </a:lnTo>
                              <a:lnTo>
                                <a:pt x="3438271" y="3556"/>
                              </a:lnTo>
                              <a:lnTo>
                                <a:pt x="3446653" y="3302"/>
                              </a:lnTo>
                              <a:lnTo>
                                <a:pt x="3454908" y="3175"/>
                              </a:lnTo>
                              <a:lnTo>
                                <a:pt x="3463290" y="3048"/>
                              </a:lnTo>
                              <a:lnTo>
                                <a:pt x="3471672" y="2921"/>
                              </a:lnTo>
                              <a:lnTo>
                                <a:pt x="3479927" y="2794"/>
                              </a:lnTo>
                              <a:lnTo>
                                <a:pt x="3488309" y="2667"/>
                              </a:lnTo>
                              <a:lnTo>
                                <a:pt x="3496691" y="2540"/>
                              </a:lnTo>
                              <a:lnTo>
                                <a:pt x="3505073" y="2413"/>
                              </a:lnTo>
                              <a:lnTo>
                                <a:pt x="3513328" y="2286"/>
                              </a:lnTo>
                              <a:lnTo>
                                <a:pt x="3521710" y="2159"/>
                              </a:lnTo>
                              <a:lnTo>
                                <a:pt x="3530092" y="2032"/>
                              </a:lnTo>
                              <a:lnTo>
                                <a:pt x="3538347" y="1905"/>
                              </a:lnTo>
                              <a:lnTo>
                                <a:pt x="3546729" y="1778"/>
                              </a:lnTo>
                              <a:lnTo>
                                <a:pt x="3555111" y="1651"/>
                              </a:lnTo>
                              <a:lnTo>
                                <a:pt x="3563493" y="1651"/>
                              </a:lnTo>
                              <a:lnTo>
                                <a:pt x="3571748" y="1524"/>
                              </a:lnTo>
                              <a:lnTo>
                                <a:pt x="3580130" y="1397"/>
                              </a:lnTo>
                              <a:lnTo>
                                <a:pt x="3588512" y="1397"/>
                              </a:lnTo>
                              <a:lnTo>
                                <a:pt x="3596767" y="1270"/>
                              </a:lnTo>
                              <a:lnTo>
                                <a:pt x="3605149" y="1270"/>
                              </a:lnTo>
                              <a:lnTo>
                                <a:pt x="3613531" y="1143"/>
                              </a:lnTo>
                              <a:lnTo>
                                <a:pt x="3621786" y="1143"/>
                              </a:lnTo>
                              <a:lnTo>
                                <a:pt x="3630168" y="1016"/>
                              </a:lnTo>
                              <a:lnTo>
                                <a:pt x="3638550" y="1016"/>
                              </a:lnTo>
                              <a:lnTo>
                                <a:pt x="3646932" y="889"/>
                              </a:lnTo>
                              <a:lnTo>
                                <a:pt x="3655187" y="889"/>
                              </a:lnTo>
                              <a:lnTo>
                                <a:pt x="3663569" y="762"/>
                              </a:lnTo>
                              <a:lnTo>
                                <a:pt x="3671951" y="762"/>
                              </a:lnTo>
                              <a:lnTo>
                                <a:pt x="3680206" y="762"/>
                              </a:lnTo>
                              <a:lnTo>
                                <a:pt x="3688588" y="635"/>
                              </a:lnTo>
                              <a:lnTo>
                                <a:pt x="3696970" y="635"/>
                              </a:lnTo>
                              <a:lnTo>
                                <a:pt x="3705352" y="635"/>
                              </a:lnTo>
                              <a:lnTo>
                                <a:pt x="3713607" y="508"/>
                              </a:lnTo>
                              <a:lnTo>
                                <a:pt x="3721989" y="508"/>
                              </a:lnTo>
                              <a:lnTo>
                                <a:pt x="3730371" y="508"/>
                              </a:lnTo>
                              <a:lnTo>
                                <a:pt x="3738626" y="508"/>
                              </a:lnTo>
                              <a:lnTo>
                                <a:pt x="3747008" y="381"/>
                              </a:lnTo>
                              <a:lnTo>
                                <a:pt x="3755390" y="381"/>
                              </a:lnTo>
                              <a:lnTo>
                                <a:pt x="3763772" y="381"/>
                              </a:lnTo>
                              <a:lnTo>
                                <a:pt x="3772027" y="381"/>
                              </a:lnTo>
                              <a:lnTo>
                                <a:pt x="3780409" y="381"/>
                              </a:lnTo>
                              <a:lnTo>
                                <a:pt x="3788791" y="254"/>
                              </a:lnTo>
                              <a:lnTo>
                                <a:pt x="3797046" y="254"/>
                              </a:lnTo>
                              <a:lnTo>
                                <a:pt x="3805428" y="254"/>
                              </a:lnTo>
                              <a:lnTo>
                                <a:pt x="3813810" y="254"/>
                              </a:lnTo>
                              <a:lnTo>
                                <a:pt x="3822192" y="254"/>
                              </a:lnTo>
                              <a:lnTo>
                                <a:pt x="3830447" y="254"/>
                              </a:lnTo>
                              <a:lnTo>
                                <a:pt x="3838829" y="254"/>
                              </a:lnTo>
                              <a:lnTo>
                                <a:pt x="3847211" y="127"/>
                              </a:lnTo>
                              <a:lnTo>
                                <a:pt x="3855466" y="127"/>
                              </a:lnTo>
                              <a:lnTo>
                                <a:pt x="3863848" y="127"/>
                              </a:lnTo>
                              <a:lnTo>
                                <a:pt x="3872230" y="127"/>
                              </a:lnTo>
                              <a:lnTo>
                                <a:pt x="3880612" y="127"/>
                              </a:lnTo>
                              <a:lnTo>
                                <a:pt x="3888867" y="127"/>
                              </a:lnTo>
                              <a:lnTo>
                                <a:pt x="3897249" y="127"/>
                              </a:lnTo>
                              <a:lnTo>
                                <a:pt x="3905631" y="127"/>
                              </a:lnTo>
                              <a:lnTo>
                                <a:pt x="3913886" y="127"/>
                              </a:lnTo>
                              <a:lnTo>
                                <a:pt x="3922268" y="127"/>
                              </a:lnTo>
                              <a:lnTo>
                                <a:pt x="3930650" y="127"/>
                              </a:lnTo>
                              <a:lnTo>
                                <a:pt x="3938905" y="127"/>
                              </a:lnTo>
                              <a:lnTo>
                                <a:pt x="3947287" y="0"/>
                              </a:lnTo>
                              <a:lnTo>
                                <a:pt x="3955669" y="0"/>
                              </a:lnTo>
                              <a:lnTo>
                                <a:pt x="3964051" y="0"/>
                              </a:lnTo>
                              <a:lnTo>
                                <a:pt x="3972306" y="0"/>
                              </a:lnTo>
                              <a:lnTo>
                                <a:pt x="3980688" y="0"/>
                              </a:lnTo>
                              <a:lnTo>
                                <a:pt x="3989070" y="0"/>
                              </a:lnTo>
                              <a:lnTo>
                                <a:pt x="3997325" y="0"/>
                              </a:lnTo>
                              <a:lnTo>
                                <a:pt x="4005707" y="0"/>
                              </a:lnTo>
                              <a:lnTo>
                                <a:pt x="4014089" y="0"/>
                              </a:lnTo>
                              <a:lnTo>
                                <a:pt x="4022471" y="0"/>
                              </a:lnTo>
                              <a:lnTo>
                                <a:pt x="4030726" y="0"/>
                              </a:lnTo>
                              <a:lnTo>
                                <a:pt x="4039108" y="0"/>
                              </a:lnTo>
                              <a:lnTo>
                                <a:pt x="4047490" y="0"/>
                              </a:lnTo>
                              <a:lnTo>
                                <a:pt x="4055745" y="0"/>
                              </a:lnTo>
                              <a:lnTo>
                                <a:pt x="4064127" y="0"/>
                              </a:lnTo>
                              <a:lnTo>
                                <a:pt x="4072509" y="0"/>
                              </a:lnTo>
                              <a:lnTo>
                                <a:pt x="4080891" y="0"/>
                              </a:lnTo>
                              <a:lnTo>
                                <a:pt x="4089146" y="0"/>
                              </a:lnTo>
                              <a:lnTo>
                                <a:pt x="4097528" y="0"/>
                              </a:lnTo>
                              <a:lnTo>
                                <a:pt x="4105910" y="0"/>
                              </a:lnTo>
                              <a:lnTo>
                                <a:pt x="4114165" y="0"/>
                              </a:lnTo>
                              <a:lnTo>
                                <a:pt x="4122547" y="0"/>
                              </a:lnTo>
                              <a:lnTo>
                                <a:pt x="4130929" y="0"/>
                              </a:lnTo>
                              <a:lnTo>
                                <a:pt x="4139311" y="0"/>
                              </a:lnTo>
                              <a:lnTo>
                                <a:pt x="4147566" y="0"/>
                              </a:lnTo>
                              <a:lnTo>
                                <a:pt x="4155948" y="0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000000"/>
                          </a:solidFill>
                          <a:custDash>
                            <a:ds d="1536750" sp="153675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30" name="Freeform 29">
                          <a:extLst>
                            <a:ext uri="{FF2B5EF4-FFF2-40B4-BE49-F238E27FC236}">
                              <a16:creationId xmlns:a16="http://schemas.microsoft.com/office/drawing/2014/main" id="{3397C7AA-C731-AD89-65EE-1A22304C99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479262"/>
                          <a:ext cx="4164329" cy="1538097"/>
                        </a:xfrm>
                        <a:custGeom>
                          <a:avLst/>
                          <a:gdLst>
                            <a:gd name="csX0" fmla="*/ 0 w 4164329"/>
                            <a:gd name="csY0" fmla="*/ 0 h 1538097"/>
                            <a:gd name="csX1" fmla="*/ 8382 w 4164329"/>
                            <a:gd name="csY1" fmla="*/ 0 h 1538097"/>
                            <a:gd name="csX2" fmla="*/ 16637 w 4164329"/>
                            <a:gd name="csY2" fmla="*/ 0 h 1538097"/>
                            <a:gd name="csX3" fmla="*/ 25019 w 4164329"/>
                            <a:gd name="csY3" fmla="*/ 0 h 1538097"/>
                            <a:gd name="csX4" fmla="*/ 33401 w 4164329"/>
                            <a:gd name="csY4" fmla="*/ 0 h 1538097"/>
                            <a:gd name="csX5" fmla="*/ 41783 w 4164329"/>
                            <a:gd name="csY5" fmla="*/ 0 h 1538097"/>
                            <a:gd name="csX6" fmla="*/ 50038 w 4164329"/>
                            <a:gd name="csY6" fmla="*/ 0 h 1538097"/>
                            <a:gd name="csX7" fmla="*/ 58420 w 4164329"/>
                            <a:gd name="csY7" fmla="*/ 127 h 1538097"/>
                            <a:gd name="csX8" fmla="*/ 66802 w 4164329"/>
                            <a:gd name="csY8" fmla="*/ 127 h 1538097"/>
                            <a:gd name="csX9" fmla="*/ 75057 w 4164329"/>
                            <a:gd name="csY9" fmla="*/ 127 h 1538097"/>
                            <a:gd name="csX10" fmla="*/ 83439 w 4164329"/>
                            <a:gd name="csY10" fmla="*/ 127 h 1538097"/>
                            <a:gd name="csX11" fmla="*/ 91821 w 4164329"/>
                            <a:gd name="csY11" fmla="*/ 127 h 1538097"/>
                            <a:gd name="csX12" fmla="*/ 100203 w 4164329"/>
                            <a:gd name="csY12" fmla="*/ 127 h 1538097"/>
                            <a:gd name="csX13" fmla="*/ 108458 w 4164329"/>
                            <a:gd name="csY13" fmla="*/ 127 h 1538097"/>
                            <a:gd name="csX14" fmla="*/ 116840 w 4164329"/>
                            <a:gd name="csY14" fmla="*/ 127 h 1538097"/>
                            <a:gd name="csX15" fmla="*/ 125222 w 4164329"/>
                            <a:gd name="csY15" fmla="*/ 127 h 1538097"/>
                            <a:gd name="csX16" fmla="*/ 133477 w 4164329"/>
                            <a:gd name="csY16" fmla="*/ 127 h 1538097"/>
                            <a:gd name="csX17" fmla="*/ 141859 w 4164329"/>
                            <a:gd name="csY17" fmla="*/ 254 h 1538097"/>
                            <a:gd name="csX18" fmla="*/ 150241 w 4164329"/>
                            <a:gd name="csY18" fmla="*/ 254 h 1538097"/>
                            <a:gd name="csX19" fmla="*/ 158623 w 4164329"/>
                            <a:gd name="csY19" fmla="*/ 254 h 1538097"/>
                            <a:gd name="csX20" fmla="*/ 166878 w 4164329"/>
                            <a:gd name="csY20" fmla="*/ 254 h 1538097"/>
                            <a:gd name="csX21" fmla="*/ 175260 w 4164329"/>
                            <a:gd name="csY21" fmla="*/ 254 h 1538097"/>
                            <a:gd name="csX22" fmla="*/ 183642 w 4164329"/>
                            <a:gd name="csY22" fmla="*/ 254 h 1538097"/>
                            <a:gd name="csX23" fmla="*/ 191897 w 4164329"/>
                            <a:gd name="csY23" fmla="*/ 254 h 1538097"/>
                            <a:gd name="csX24" fmla="*/ 200279 w 4164329"/>
                            <a:gd name="csY24" fmla="*/ 381 h 1538097"/>
                            <a:gd name="csX25" fmla="*/ 208661 w 4164329"/>
                            <a:gd name="csY25" fmla="*/ 381 h 1538097"/>
                            <a:gd name="csX26" fmla="*/ 217043 w 4164329"/>
                            <a:gd name="csY26" fmla="*/ 381 h 1538097"/>
                            <a:gd name="csX27" fmla="*/ 225298 w 4164329"/>
                            <a:gd name="csY27" fmla="*/ 381 h 1538097"/>
                            <a:gd name="csX28" fmla="*/ 233680 w 4164329"/>
                            <a:gd name="csY28" fmla="*/ 381 h 1538097"/>
                            <a:gd name="csX29" fmla="*/ 242062 w 4164329"/>
                            <a:gd name="csY29" fmla="*/ 381 h 1538097"/>
                            <a:gd name="csX30" fmla="*/ 250317 w 4164329"/>
                            <a:gd name="csY30" fmla="*/ 508 h 1538097"/>
                            <a:gd name="csX31" fmla="*/ 258699 w 4164329"/>
                            <a:gd name="csY31" fmla="*/ 508 h 1538097"/>
                            <a:gd name="csX32" fmla="*/ 267081 w 4164329"/>
                            <a:gd name="csY32" fmla="*/ 508 h 1538097"/>
                            <a:gd name="csX33" fmla="*/ 275463 w 4164329"/>
                            <a:gd name="csY33" fmla="*/ 508 h 1538097"/>
                            <a:gd name="csX34" fmla="*/ 283718 w 4164329"/>
                            <a:gd name="csY34" fmla="*/ 508 h 1538097"/>
                            <a:gd name="csX35" fmla="*/ 292100 w 4164329"/>
                            <a:gd name="csY35" fmla="*/ 635 h 1538097"/>
                            <a:gd name="csX36" fmla="*/ 300482 w 4164329"/>
                            <a:gd name="csY36" fmla="*/ 635 h 1538097"/>
                            <a:gd name="csX37" fmla="*/ 308737 w 4164329"/>
                            <a:gd name="csY37" fmla="*/ 635 h 1538097"/>
                            <a:gd name="csX38" fmla="*/ 317119 w 4164329"/>
                            <a:gd name="csY38" fmla="*/ 635 h 1538097"/>
                            <a:gd name="csX39" fmla="*/ 325501 w 4164329"/>
                            <a:gd name="csY39" fmla="*/ 762 h 1538097"/>
                            <a:gd name="csX40" fmla="*/ 333756 w 4164329"/>
                            <a:gd name="csY40" fmla="*/ 762 h 1538097"/>
                            <a:gd name="csX41" fmla="*/ 342138 w 4164329"/>
                            <a:gd name="csY41" fmla="*/ 762 h 1538097"/>
                            <a:gd name="csX42" fmla="*/ 350520 w 4164329"/>
                            <a:gd name="csY42" fmla="*/ 889 h 1538097"/>
                            <a:gd name="csX43" fmla="*/ 358902 w 4164329"/>
                            <a:gd name="csY43" fmla="*/ 889 h 1538097"/>
                            <a:gd name="csX44" fmla="*/ 367157 w 4164329"/>
                            <a:gd name="csY44" fmla="*/ 889 h 1538097"/>
                            <a:gd name="csX45" fmla="*/ 375539 w 4164329"/>
                            <a:gd name="csY45" fmla="*/ 1016 h 1538097"/>
                            <a:gd name="csX46" fmla="*/ 383921 w 4164329"/>
                            <a:gd name="csY46" fmla="*/ 1016 h 1538097"/>
                            <a:gd name="csX47" fmla="*/ 392176 w 4164329"/>
                            <a:gd name="csY47" fmla="*/ 1016 h 1538097"/>
                            <a:gd name="csX48" fmla="*/ 400558 w 4164329"/>
                            <a:gd name="csY48" fmla="*/ 1143 h 1538097"/>
                            <a:gd name="csX49" fmla="*/ 408940 w 4164329"/>
                            <a:gd name="csY49" fmla="*/ 1143 h 1538097"/>
                            <a:gd name="csX50" fmla="*/ 417322 w 4164329"/>
                            <a:gd name="csY50" fmla="*/ 1270 h 1538097"/>
                            <a:gd name="csX51" fmla="*/ 425577 w 4164329"/>
                            <a:gd name="csY51" fmla="*/ 1270 h 1538097"/>
                            <a:gd name="csX52" fmla="*/ 433959 w 4164329"/>
                            <a:gd name="csY52" fmla="*/ 1397 h 1538097"/>
                            <a:gd name="csX53" fmla="*/ 442341 w 4164329"/>
                            <a:gd name="csY53" fmla="*/ 1397 h 1538097"/>
                            <a:gd name="csX54" fmla="*/ 450596 w 4164329"/>
                            <a:gd name="csY54" fmla="*/ 1524 h 1538097"/>
                            <a:gd name="csX55" fmla="*/ 458978 w 4164329"/>
                            <a:gd name="csY55" fmla="*/ 1524 h 1538097"/>
                            <a:gd name="csX56" fmla="*/ 467360 w 4164329"/>
                            <a:gd name="csY56" fmla="*/ 1651 h 1538097"/>
                            <a:gd name="csX57" fmla="*/ 475742 w 4164329"/>
                            <a:gd name="csY57" fmla="*/ 1651 h 1538097"/>
                            <a:gd name="csX58" fmla="*/ 483997 w 4164329"/>
                            <a:gd name="csY58" fmla="*/ 1778 h 1538097"/>
                            <a:gd name="csX59" fmla="*/ 492379 w 4164329"/>
                            <a:gd name="csY59" fmla="*/ 1778 h 1538097"/>
                            <a:gd name="csX60" fmla="*/ 500761 w 4164329"/>
                            <a:gd name="csY60" fmla="*/ 1905 h 1538097"/>
                            <a:gd name="csX61" fmla="*/ 509016 w 4164329"/>
                            <a:gd name="csY61" fmla="*/ 2032 h 1538097"/>
                            <a:gd name="csX62" fmla="*/ 517398 w 4164329"/>
                            <a:gd name="csY62" fmla="*/ 2159 h 1538097"/>
                            <a:gd name="csX63" fmla="*/ 525780 w 4164329"/>
                            <a:gd name="csY63" fmla="*/ 2159 h 1538097"/>
                            <a:gd name="csX64" fmla="*/ 534162 w 4164329"/>
                            <a:gd name="csY64" fmla="*/ 2286 h 1538097"/>
                            <a:gd name="csX65" fmla="*/ 542417 w 4164329"/>
                            <a:gd name="csY65" fmla="*/ 2413 h 1538097"/>
                            <a:gd name="csX66" fmla="*/ 550799 w 4164329"/>
                            <a:gd name="csY66" fmla="*/ 2540 h 1538097"/>
                            <a:gd name="csX67" fmla="*/ 559181 w 4164329"/>
                            <a:gd name="csY67" fmla="*/ 2540 h 1538097"/>
                            <a:gd name="csX68" fmla="*/ 567436 w 4164329"/>
                            <a:gd name="csY68" fmla="*/ 2667 h 1538097"/>
                            <a:gd name="csX69" fmla="*/ 575818 w 4164329"/>
                            <a:gd name="csY69" fmla="*/ 2794 h 1538097"/>
                            <a:gd name="csX70" fmla="*/ 584200 w 4164329"/>
                            <a:gd name="csY70" fmla="*/ 2921 h 1538097"/>
                            <a:gd name="csX71" fmla="*/ 592582 w 4164329"/>
                            <a:gd name="csY71" fmla="*/ 3048 h 1538097"/>
                            <a:gd name="csX72" fmla="*/ 600837 w 4164329"/>
                            <a:gd name="csY72" fmla="*/ 3175 h 1538097"/>
                            <a:gd name="csX73" fmla="*/ 609219 w 4164329"/>
                            <a:gd name="csY73" fmla="*/ 3302 h 1538097"/>
                            <a:gd name="csX74" fmla="*/ 617601 w 4164329"/>
                            <a:gd name="csY74" fmla="*/ 3556 h 1538097"/>
                            <a:gd name="csX75" fmla="*/ 625856 w 4164329"/>
                            <a:gd name="csY75" fmla="*/ 3683 h 1538097"/>
                            <a:gd name="csX76" fmla="*/ 634238 w 4164329"/>
                            <a:gd name="csY76" fmla="*/ 3810 h 1538097"/>
                            <a:gd name="csX77" fmla="*/ 642620 w 4164329"/>
                            <a:gd name="csY77" fmla="*/ 3937 h 1538097"/>
                            <a:gd name="csX78" fmla="*/ 651002 w 4164329"/>
                            <a:gd name="csY78" fmla="*/ 4191 h 1538097"/>
                            <a:gd name="csX79" fmla="*/ 659257 w 4164329"/>
                            <a:gd name="csY79" fmla="*/ 4318 h 1538097"/>
                            <a:gd name="csX80" fmla="*/ 667639 w 4164329"/>
                            <a:gd name="csY80" fmla="*/ 4445 h 1538097"/>
                            <a:gd name="csX81" fmla="*/ 676021 w 4164329"/>
                            <a:gd name="csY81" fmla="*/ 4699 h 1538097"/>
                            <a:gd name="csX82" fmla="*/ 684276 w 4164329"/>
                            <a:gd name="csY82" fmla="*/ 4826 h 1538097"/>
                            <a:gd name="csX83" fmla="*/ 692658 w 4164329"/>
                            <a:gd name="csY83" fmla="*/ 5080 h 1538097"/>
                            <a:gd name="csX84" fmla="*/ 701040 w 4164329"/>
                            <a:gd name="csY84" fmla="*/ 5334 h 1538097"/>
                            <a:gd name="csX85" fmla="*/ 709295 w 4164329"/>
                            <a:gd name="csY85" fmla="*/ 5588 h 1538097"/>
                            <a:gd name="csX86" fmla="*/ 717677 w 4164329"/>
                            <a:gd name="csY86" fmla="*/ 5715 h 1538097"/>
                            <a:gd name="csX87" fmla="*/ 726059 w 4164329"/>
                            <a:gd name="csY87" fmla="*/ 5969 h 1538097"/>
                            <a:gd name="csX88" fmla="*/ 734441 w 4164329"/>
                            <a:gd name="csY88" fmla="*/ 6223 h 1538097"/>
                            <a:gd name="csX89" fmla="*/ 742696 w 4164329"/>
                            <a:gd name="csY89" fmla="*/ 6477 h 1538097"/>
                            <a:gd name="csX90" fmla="*/ 751078 w 4164329"/>
                            <a:gd name="csY90" fmla="*/ 6731 h 1538097"/>
                            <a:gd name="csX91" fmla="*/ 759460 w 4164329"/>
                            <a:gd name="csY91" fmla="*/ 7112 h 1538097"/>
                            <a:gd name="csX92" fmla="*/ 767715 w 4164329"/>
                            <a:gd name="csY92" fmla="*/ 7366 h 1538097"/>
                            <a:gd name="csX93" fmla="*/ 776097 w 4164329"/>
                            <a:gd name="csY93" fmla="*/ 7620 h 1538097"/>
                            <a:gd name="csX94" fmla="*/ 784479 w 4164329"/>
                            <a:gd name="csY94" fmla="*/ 8001 h 1538097"/>
                            <a:gd name="csX95" fmla="*/ 792861 w 4164329"/>
                            <a:gd name="csY95" fmla="*/ 8382 h 1538097"/>
                            <a:gd name="csX96" fmla="*/ 801116 w 4164329"/>
                            <a:gd name="csY96" fmla="*/ 8636 h 1538097"/>
                            <a:gd name="csX97" fmla="*/ 809498 w 4164329"/>
                            <a:gd name="csY97" fmla="*/ 9017 h 1538097"/>
                            <a:gd name="csX98" fmla="*/ 817880 w 4164329"/>
                            <a:gd name="csY98" fmla="*/ 9398 h 1538097"/>
                            <a:gd name="csX99" fmla="*/ 826135 w 4164329"/>
                            <a:gd name="csY99" fmla="*/ 9779 h 1538097"/>
                            <a:gd name="csX100" fmla="*/ 834517 w 4164329"/>
                            <a:gd name="csY100" fmla="*/ 10160 h 1538097"/>
                            <a:gd name="csX101" fmla="*/ 842899 w 4164329"/>
                            <a:gd name="csY101" fmla="*/ 10668 h 1538097"/>
                            <a:gd name="csX102" fmla="*/ 851281 w 4164329"/>
                            <a:gd name="csY102" fmla="*/ 11049 h 1538097"/>
                            <a:gd name="csX103" fmla="*/ 859536 w 4164329"/>
                            <a:gd name="csY103" fmla="*/ 11557 h 1538097"/>
                            <a:gd name="csX104" fmla="*/ 867918 w 4164329"/>
                            <a:gd name="csY104" fmla="*/ 11938 h 1538097"/>
                            <a:gd name="csX105" fmla="*/ 876300 w 4164329"/>
                            <a:gd name="csY105" fmla="*/ 12446 h 1538097"/>
                            <a:gd name="csX106" fmla="*/ 884555 w 4164329"/>
                            <a:gd name="csY106" fmla="*/ 12954 h 1538097"/>
                            <a:gd name="csX107" fmla="*/ 892937 w 4164329"/>
                            <a:gd name="csY107" fmla="*/ 13589 h 1538097"/>
                            <a:gd name="csX108" fmla="*/ 901319 w 4164329"/>
                            <a:gd name="csY108" fmla="*/ 14097 h 1538097"/>
                            <a:gd name="csX109" fmla="*/ 909701 w 4164329"/>
                            <a:gd name="csY109" fmla="*/ 14605 h 1538097"/>
                            <a:gd name="csX110" fmla="*/ 917956 w 4164329"/>
                            <a:gd name="csY110" fmla="*/ 15240 h 1538097"/>
                            <a:gd name="csX111" fmla="*/ 926338 w 4164329"/>
                            <a:gd name="csY111" fmla="*/ 15875 h 1538097"/>
                            <a:gd name="csX112" fmla="*/ 934720 w 4164329"/>
                            <a:gd name="csY112" fmla="*/ 16510 h 1538097"/>
                            <a:gd name="csX113" fmla="*/ 942975 w 4164329"/>
                            <a:gd name="csY113" fmla="*/ 17272 h 1538097"/>
                            <a:gd name="csX114" fmla="*/ 951357 w 4164329"/>
                            <a:gd name="csY114" fmla="*/ 17907 h 1538097"/>
                            <a:gd name="csX115" fmla="*/ 959739 w 4164329"/>
                            <a:gd name="csY115" fmla="*/ 18669 h 1538097"/>
                            <a:gd name="csX116" fmla="*/ 968121 w 4164329"/>
                            <a:gd name="csY116" fmla="*/ 19431 h 1538097"/>
                            <a:gd name="csX117" fmla="*/ 976376 w 4164329"/>
                            <a:gd name="csY117" fmla="*/ 20193 h 1538097"/>
                            <a:gd name="csX118" fmla="*/ 984758 w 4164329"/>
                            <a:gd name="csY118" fmla="*/ 21082 h 1538097"/>
                            <a:gd name="csX119" fmla="*/ 993140 w 4164329"/>
                            <a:gd name="csY119" fmla="*/ 21844 h 1538097"/>
                            <a:gd name="csX120" fmla="*/ 1001395 w 4164329"/>
                            <a:gd name="csY120" fmla="*/ 22733 h 1538097"/>
                            <a:gd name="csX121" fmla="*/ 1009777 w 4164329"/>
                            <a:gd name="csY121" fmla="*/ 23749 h 1538097"/>
                            <a:gd name="csX122" fmla="*/ 1018159 w 4164329"/>
                            <a:gd name="csY122" fmla="*/ 24638 h 1538097"/>
                            <a:gd name="csX123" fmla="*/ 1026414 w 4164329"/>
                            <a:gd name="csY123" fmla="*/ 25654 h 1538097"/>
                            <a:gd name="csX124" fmla="*/ 1034796 w 4164329"/>
                            <a:gd name="csY124" fmla="*/ 26670 h 1538097"/>
                            <a:gd name="csX125" fmla="*/ 1043178 w 4164329"/>
                            <a:gd name="csY125" fmla="*/ 27813 h 1538097"/>
                            <a:gd name="csX126" fmla="*/ 1051560 w 4164329"/>
                            <a:gd name="csY126" fmla="*/ 28829 h 1538097"/>
                            <a:gd name="csX127" fmla="*/ 1059815 w 4164329"/>
                            <a:gd name="csY127" fmla="*/ 30099 h 1538097"/>
                            <a:gd name="csX128" fmla="*/ 1068197 w 4164329"/>
                            <a:gd name="csY128" fmla="*/ 31242 h 1538097"/>
                            <a:gd name="csX129" fmla="*/ 1076579 w 4164329"/>
                            <a:gd name="csY129" fmla="*/ 32512 h 1538097"/>
                            <a:gd name="csX130" fmla="*/ 1084834 w 4164329"/>
                            <a:gd name="csY130" fmla="*/ 33782 h 1538097"/>
                            <a:gd name="csX131" fmla="*/ 1093216 w 4164329"/>
                            <a:gd name="csY131" fmla="*/ 35179 h 1538097"/>
                            <a:gd name="csX132" fmla="*/ 1101598 w 4164329"/>
                            <a:gd name="csY132" fmla="*/ 36576 h 1538097"/>
                            <a:gd name="csX133" fmla="*/ 1109980 w 4164329"/>
                            <a:gd name="csY133" fmla="*/ 38100 h 1538097"/>
                            <a:gd name="csX134" fmla="*/ 1118235 w 4164329"/>
                            <a:gd name="csY134" fmla="*/ 39624 h 1538097"/>
                            <a:gd name="csX135" fmla="*/ 1126617 w 4164329"/>
                            <a:gd name="csY135" fmla="*/ 41148 h 1538097"/>
                            <a:gd name="csX136" fmla="*/ 1134999 w 4164329"/>
                            <a:gd name="csY136" fmla="*/ 42799 h 1538097"/>
                            <a:gd name="csX137" fmla="*/ 1143254 w 4164329"/>
                            <a:gd name="csY137" fmla="*/ 44577 h 1538097"/>
                            <a:gd name="csX138" fmla="*/ 1151636 w 4164329"/>
                            <a:gd name="csY138" fmla="*/ 46355 h 1538097"/>
                            <a:gd name="csX139" fmla="*/ 1160018 w 4164329"/>
                            <a:gd name="csY139" fmla="*/ 48133 h 1538097"/>
                            <a:gd name="csX140" fmla="*/ 1168400 w 4164329"/>
                            <a:gd name="csY140" fmla="*/ 50038 h 1538097"/>
                            <a:gd name="csX141" fmla="*/ 1176655 w 4164329"/>
                            <a:gd name="csY141" fmla="*/ 52070 h 1538097"/>
                            <a:gd name="csX142" fmla="*/ 1185037 w 4164329"/>
                            <a:gd name="csY142" fmla="*/ 54102 h 1538097"/>
                            <a:gd name="csX143" fmla="*/ 1193419 w 4164329"/>
                            <a:gd name="csY143" fmla="*/ 56261 h 1538097"/>
                            <a:gd name="csX144" fmla="*/ 1201674 w 4164329"/>
                            <a:gd name="csY144" fmla="*/ 58420 h 1538097"/>
                            <a:gd name="csX145" fmla="*/ 1210056 w 4164329"/>
                            <a:gd name="csY145" fmla="*/ 60706 h 1538097"/>
                            <a:gd name="csX146" fmla="*/ 1218438 w 4164329"/>
                            <a:gd name="csY146" fmla="*/ 63119 h 1538097"/>
                            <a:gd name="csX147" fmla="*/ 1226820 w 4164329"/>
                            <a:gd name="csY147" fmla="*/ 65659 h 1538097"/>
                            <a:gd name="csX148" fmla="*/ 1235075 w 4164329"/>
                            <a:gd name="csY148" fmla="*/ 68199 h 1538097"/>
                            <a:gd name="csX149" fmla="*/ 1243457 w 4164329"/>
                            <a:gd name="csY149" fmla="*/ 70866 h 1538097"/>
                            <a:gd name="csX150" fmla="*/ 1251839 w 4164329"/>
                            <a:gd name="csY150" fmla="*/ 73660 h 1538097"/>
                            <a:gd name="csX151" fmla="*/ 1260094 w 4164329"/>
                            <a:gd name="csY151" fmla="*/ 76454 h 1538097"/>
                            <a:gd name="csX152" fmla="*/ 1268476 w 4164329"/>
                            <a:gd name="csY152" fmla="*/ 79502 h 1538097"/>
                            <a:gd name="csX153" fmla="*/ 1276858 w 4164329"/>
                            <a:gd name="csY153" fmla="*/ 82550 h 1538097"/>
                            <a:gd name="csX154" fmla="*/ 1285240 w 4164329"/>
                            <a:gd name="csY154" fmla="*/ 85725 h 1538097"/>
                            <a:gd name="csX155" fmla="*/ 1293495 w 4164329"/>
                            <a:gd name="csY155" fmla="*/ 89027 h 1538097"/>
                            <a:gd name="csX156" fmla="*/ 1301877 w 4164329"/>
                            <a:gd name="csY156" fmla="*/ 92456 h 1538097"/>
                            <a:gd name="csX157" fmla="*/ 1310259 w 4164329"/>
                            <a:gd name="csY157" fmla="*/ 96012 h 1538097"/>
                            <a:gd name="csX158" fmla="*/ 1318514 w 4164329"/>
                            <a:gd name="csY158" fmla="*/ 99695 h 1538097"/>
                            <a:gd name="csX159" fmla="*/ 1326896 w 4164329"/>
                            <a:gd name="csY159" fmla="*/ 103505 h 1538097"/>
                            <a:gd name="csX160" fmla="*/ 1335278 w 4164329"/>
                            <a:gd name="csY160" fmla="*/ 107442 h 1538097"/>
                            <a:gd name="csX161" fmla="*/ 1343533 w 4164329"/>
                            <a:gd name="csY161" fmla="*/ 111506 h 1538097"/>
                            <a:gd name="csX162" fmla="*/ 1351915 w 4164329"/>
                            <a:gd name="csY162" fmla="*/ 115824 h 1538097"/>
                            <a:gd name="csX163" fmla="*/ 1360297 w 4164329"/>
                            <a:gd name="csY163" fmla="*/ 120142 h 1538097"/>
                            <a:gd name="csX164" fmla="*/ 1368679 w 4164329"/>
                            <a:gd name="csY164" fmla="*/ 124714 h 1538097"/>
                            <a:gd name="csX165" fmla="*/ 1376934 w 4164329"/>
                            <a:gd name="csY165" fmla="*/ 129286 h 1538097"/>
                            <a:gd name="csX166" fmla="*/ 1385316 w 4164329"/>
                            <a:gd name="csY166" fmla="*/ 134112 h 1538097"/>
                            <a:gd name="csX167" fmla="*/ 1393698 w 4164329"/>
                            <a:gd name="csY167" fmla="*/ 139192 h 1538097"/>
                            <a:gd name="csX168" fmla="*/ 1401953 w 4164329"/>
                            <a:gd name="csY168" fmla="*/ 144272 h 1538097"/>
                            <a:gd name="csX169" fmla="*/ 1410335 w 4164329"/>
                            <a:gd name="csY169" fmla="*/ 149606 h 1538097"/>
                            <a:gd name="csX170" fmla="*/ 1418717 w 4164329"/>
                            <a:gd name="csY170" fmla="*/ 155194 h 1538097"/>
                            <a:gd name="csX171" fmla="*/ 1427099 w 4164329"/>
                            <a:gd name="csY171" fmla="*/ 160909 h 1538097"/>
                            <a:gd name="csX172" fmla="*/ 1435354 w 4164329"/>
                            <a:gd name="csY172" fmla="*/ 166751 h 1538097"/>
                            <a:gd name="csX173" fmla="*/ 1443736 w 4164329"/>
                            <a:gd name="csY173" fmla="*/ 172720 h 1538097"/>
                            <a:gd name="csX174" fmla="*/ 1452118 w 4164329"/>
                            <a:gd name="csY174" fmla="*/ 179070 h 1538097"/>
                            <a:gd name="csX175" fmla="*/ 1460373 w 4164329"/>
                            <a:gd name="csY175" fmla="*/ 185420 h 1538097"/>
                            <a:gd name="csX176" fmla="*/ 1468755 w 4164329"/>
                            <a:gd name="csY176" fmla="*/ 192151 h 1538097"/>
                            <a:gd name="csX177" fmla="*/ 1477137 w 4164329"/>
                            <a:gd name="csY177" fmla="*/ 199009 h 1538097"/>
                            <a:gd name="csX178" fmla="*/ 1485519 w 4164329"/>
                            <a:gd name="csY178" fmla="*/ 205994 h 1538097"/>
                            <a:gd name="csX179" fmla="*/ 1493774 w 4164329"/>
                            <a:gd name="csY179" fmla="*/ 213233 h 1538097"/>
                            <a:gd name="csX180" fmla="*/ 1502156 w 4164329"/>
                            <a:gd name="csY180" fmla="*/ 220726 h 1538097"/>
                            <a:gd name="csX181" fmla="*/ 1510538 w 4164329"/>
                            <a:gd name="csY181" fmla="*/ 228473 h 1538097"/>
                            <a:gd name="csX182" fmla="*/ 1518793 w 4164329"/>
                            <a:gd name="csY182" fmla="*/ 236347 h 1538097"/>
                            <a:gd name="csX183" fmla="*/ 1527175 w 4164329"/>
                            <a:gd name="csY183" fmla="*/ 244475 h 1538097"/>
                            <a:gd name="csX184" fmla="*/ 1535557 w 4164329"/>
                            <a:gd name="csY184" fmla="*/ 252857 h 1538097"/>
                            <a:gd name="csX185" fmla="*/ 1543939 w 4164329"/>
                            <a:gd name="csY185" fmla="*/ 261493 h 1538097"/>
                            <a:gd name="csX186" fmla="*/ 1552194 w 4164329"/>
                            <a:gd name="csY186" fmla="*/ 270256 h 1538097"/>
                            <a:gd name="csX187" fmla="*/ 1560576 w 4164329"/>
                            <a:gd name="csY187" fmla="*/ 279273 h 1538097"/>
                            <a:gd name="csX188" fmla="*/ 1568958 w 4164329"/>
                            <a:gd name="csY188" fmla="*/ 288544 h 1538097"/>
                            <a:gd name="csX189" fmla="*/ 1577213 w 4164329"/>
                            <a:gd name="csY189" fmla="*/ 298069 h 1538097"/>
                            <a:gd name="csX190" fmla="*/ 1585595 w 4164329"/>
                            <a:gd name="csY190" fmla="*/ 307848 h 1538097"/>
                            <a:gd name="csX191" fmla="*/ 1593977 w 4164329"/>
                            <a:gd name="csY191" fmla="*/ 317881 h 1538097"/>
                            <a:gd name="csX192" fmla="*/ 1602359 w 4164329"/>
                            <a:gd name="csY192" fmla="*/ 328041 h 1538097"/>
                            <a:gd name="csX193" fmla="*/ 1610614 w 4164329"/>
                            <a:gd name="csY193" fmla="*/ 338582 h 1538097"/>
                            <a:gd name="csX194" fmla="*/ 1618996 w 4164329"/>
                            <a:gd name="csY194" fmla="*/ 349250 h 1538097"/>
                            <a:gd name="csX195" fmla="*/ 1627378 w 4164329"/>
                            <a:gd name="csY195" fmla="*/ 360172 h 1538097"/>
                            <a:gd name="csX196" fmla="*/ 1635633 w 4164329"/>
                            <a:gd name="csY196" fmla="*/ 371348 h 1538097"/>
                            <a:gd name="csX197" fmla="*/ 1644015 w 4164329"/>
                            <a:gd name="csY197" fmla="*/ 382778 h 1538097"/>
                            <a:gd name="csX198" fmla="*/ 1652397 w 4164329"/>
                            <a:gd name="csY198" fmla="*/ 394462 h 1538097"/>
                            <a:gd name="csX199" fmla="*/ 1660652 w 4164329"/>
                            <a:gd name="csY199" fmla="*/ 406273 h 1538097"/>
                            <a:gd name="csX200" fmla="*/ 1669034 w 4164329"/>
                            <a:gd name="csY200" fmla="*/ 418465 h 1538097"/>
                            <a:gd name="csX201" fmla="*/ 1677416 w 4164329"/>
                            <a:gd name="csY201" fmla="*/ 430784 h 1538097"/>
                            <a:gd name="csX202" fmla="*/ 1685798 w 4164329"/>
                            <a:gd name="csY202" fmla="*/ 443230 h 1538097"/>
                            <a:gd name="csX203" fmla="*/ 1694053 w 4164329"/>
                            <a:gd name="csY203" fmla="*/ 456057 h 1538097"/>
                            <a:gd name="csX204" fmla="*/ 1702435 w 4164329"/>
                            <a:gd name="csY204" fmla="*/ 469011 h 1538097"/>
                            <a:gd name="csX205" fmla="*/ 1710817 w 4164329"/>
                            <a:gd name="csY205" fmla="*/ 482219 h 1538097"/>
                            <a:gd name="csX206" fmla="*/ 1719072 w 4164329"/>
                            <a:gd name="csY206" fmla="*/ 495554 h 1538097"/>
                            <a:gd name="csX207" fmla="*/ 1727454 w 4164329"/>
                            <a:gd name="csY207" fmla="*/ 509143 h 1538097"/>
                            <a:gd name="csX208" fmla="*/ 1735836 w 4164329"/>
                            <a:gd name="csY208" fmla="*/ 522859 h 1538097"/>
                            <a:gd name="csX209" fmla="*/ 1744218 w 4164329"/>
                            <a:gd name="csY209" fmla="*/ 536829 h 1538097"/>
                            <a:gd name="csX210" fmla="*/ 1752473 w 4164329"/>
                            <a:gd name="csY210" fmla="*/ 550926 h 1538097"/>
                            <a:gd name="csX211" fmla="*/ 1760855 w 4164329"/>
                            <a:gd name="csY211" fmla="*/ 565150 h 1538097"/>
                            <a:gd name="csX212" fmla="*/ 1769237 w 4164329"/>
                            <a:gd name="csY212" fmla="*/ 579501 h 1538097"/>
                            <a:gd name="csX213" fmla="*/ 1777492 w 4164329"/>
                            <a:gd name="csY213" fmla="*/ 594106 h 1538097"/>
                            <a:gd name="csX214" fmla="*/ 1785874 w 4164329"/>
                            <a:gd name="csY214" fmla="*/ 608711 h 1538097"/>
                            <a:gd name="csX215" fmla="*/ 1794256 w 4164329"/>
                            <a:gd name="csY215" fmla="*/ 623570 h 1538097"/>
                            <a:gd name="csX216" fmla="*/ 1802638 w 4164329"/>
                            <a:gd name="csY216" fmla="*/ 638429 h 1538097"/>
                            <a:gd name="csX217" fmla="*/ 1810893 w 4164329"/>
                            <a:gd name="csY217" fmla="*/ 653542 h 1538097"/>
                            <a:gd name="csX218" fmla="*/ 1819275 w 4164329"/>
                            <a:gd name="csY218" fmla="*/ 668655 h 1538097"/>
                            <a:gd name="csX219" fmla="*/ 1827657 w 4164329"/>
                            <a:gd name="csY219" fmla="*/ 683768 h 1538097"/>
                            <a:gd name="csX220" fmla="*/ 1835912 w 4164329"/>
                            <a:gd name="csY220" fmla="*/ 699008 h 1538097"/>
                            <a:gd name="csX221" fmla="*/ 1844294 w 4164329"/>
                            <a:gd name="csY221" fmla="*/ 714375 h 1538097"/>
                            <a:gd name="csX222" fmla="*/ 1852676 w 4164329"/>
                            <a:gd name="csY222" fmla="*/ 729742 h 1538097"/>
                            <a:gd name="csX223" fmla="*/ 1861058 w 4164329"/>
                            <a:gd name="csY223" fmla="*/ 745109 h 1538097"/>
                            <a:gd name="csX224" fmla="*/ 1869313 w 4164329"/>
                            <a:gd name="csY224" fmla="*/ 760476 h 1538097"/>
                            <a:gd name="csX225" fmla="*/ 1877695 w 4164329"/>
                            <a:gd name="csY225" fmla="*/ 775970 h 1538097"/>
                            <a:gd name="csX226" fmla="*/ 1886077 w 4164329"/>
                            <a:gd name="csY226" fmla="*/ 791337 h 1538097"/>
                            <a:gd name="csX227" fmla="*/ 1894332 w 4164329"/>
                            <a:gd name="csY227" fmla="*/ 806704 h 1538097"/>
                            <a:gd name="csX228" fmla="*/ 1902714 w 4164329"/>
                            <a:gd name="csY228" fmla="*/ 822071 h 1538097"/>
                            <a:gd name="csX229" fmla="*/ 1911096 w 4164329"/>
                            <a:gd name="csY229" fmla="*/ 837438 h 1538097"/>
                            <a:gd name="csX230" fmla="*/ 1919478 w 4164329"/>
                            <a:gd name="csY230" fmla="*/ 852678 h 1538097"/>
                            <a:gd name="csX231" fmla="*/ 1927733 w 4164329"/>
                            <a:gd name="csY231" fmla="*/ 867918 h 1538097"/>
                            <a:gd name="csX232" fmla="*/ 1936115 w 4164329"/>
                            <a:gd name="csY232" fmla="*/ 883031 h 1538097"/>
                            <a:gd name="csX233" fmla="*/ 1944497 w 4164329"/>
                            <a:gd name="csY233" fmla="*/ 898017 h 1538097"/>
                            <a:gd name="csX234" fmla="*/ 1952752 w 4164329"/>
                            <a:gd name="csY234" fmla="*/ 913003 h 1538097"/>
                            <a:gd name="csX235" fmla="*/ 1961134 w 4164329"/>
                            <a:gd name="csY235" fmla="*/ 927735 h 1538097"/>
                            <a:gd name="csX236" fmla="*/ 1969516 w 4164329"/>
                            <a:gd name="csY236" fmla="*/ 942467 h 1538097"/>
                            <a:gd name="csX237" fmla="*/ 1977771 w 4164329"/>
                            <a:gd name="csY237" fmla="*/ 957072 h 1538097"/>
                            <a:gd name="csX238" fmla="*/ 1986153 w 4164329"/>
                            <a:gd name="csY238" fmla="*/ 971423 h 1538097"/>
                            <a:gd name="csX239" fmla="*/ 1994535 w 4164329"/>
                            <a:gd name="csY239" fmla="*/ 985774 h 1538097"/>
                            <a:gd name="csX240" fmla="*/ 2002917 w 4164329"/>
                            <a:gd name="csY240" fmla="*/ 999871 h 1538097"/>
                            <a:gd name="csX241" fmla="*/ 2011172 w 4164329"/>
                            <a:gd name="csY241" fmla="*/ 1013714 h 1538097"/>
                            <a:gd name="csX242" fmla="*/ 2019554 w 4164329"/>
                            <a:gd name="csY242" fmla="*/ 1027557 h 1538097"/>
                            <a:gd name="csX243" fmla="*/ 2027936 w 4164329"/>
                            <a:gd name="csY243" fmla="*/ 1041146 h 1538097"/>
                            <a:gd name="csX244" fmla="*/ 2036191 w 4164329"/>
                            <a:gd name="csY244" fmla="*/ 1054481 h 1538097"/>
                            <a:gd name="csX245" fmla="*/ 2044573 w 4164329"/>
                            <a:gd name="csY245" fmla="*/ 1067689 h 1538097"/>
                            <a:gd name="csX246" fmla="*/ 2052955 w 4164329"/>
                            <a:gd name="csY246" fmla="*/ 1080643 h 1538097"/>
                            <a:gd name="csX247" fmla="*/ 2061337 w 4164329"/>
                            <a:gd name="csY247" fmla="*/ 1093470 h 1538097"/>
                            <a:gd name="csX248" fmla="*/ 2069592 w 4164329"/>
                            <a:gd name="csY248" fmla="*/ 1106043 h 1538097"/>
                            <a:gd name="csX249" fmla="*/ 2077974 w 4164329"/>
                            <a:gd name="csY249" fmla="*/ 1118362 h 1538097"/>
                            <a:gd name="csX250" fmla="*/ 2086356 w 4164329"/>
                            <a:gd name="csY250" fmla="*/ 1130427 h 1538097"/>
                            <a:gd name="csX251" fmla="*/ 2094611 w 4164329"/>
                            <a:gd name="csY251" fmla="*/ 1142365 h 1538097"/>
                            <a:gd name="csX252" fmla="*/ 2102993 w 4164329"/>
                            <a:gd name="csY252" fmla="*/ 1154049 h 1538097"/>
                            <a:gd name="csX253" fmla="*/ 2111375 w 4164329"/>
                            <a:gd name="csY253" fmla="*/ 1165479 h 1538097"/>
                            <a:gd name="csX254" fmla="*/ 2119757 w 4164329"/>
                            <a:gd name="csY254" fmla="*/ 1176655 h 1538097"/>
                            <a:gd name="csX255" fmla="*/ 2128012 w 4164329"/>
                            <a:gd name="csY255" fmla="*/ 1187704 h 1538097"/>
                            <a:gd name="csX256" fmla="*/ 2136394 w 4164329"/>
                            <a:gd name="csY256" fmla="*/ 1198372 h 1538097"/>
                            <a:gd name="csX257" fmla="*/ 2144776 w 4164329"/>
                            <a:gd name="csY257" fmla="*/ 1208913 h 1538097"/>
                            <a:gd name="csX258" fmla="*/ 2153031 w 4164329"/>
                            <a:gd name="csY258" fmla="*/ 1219073 h 1538097"/>
                            <a:gd name="csX259" fmla="*/ 2161413 w 4164329"/>
                            <a:gd name="csY259" fmla="*/ 1229106 h 1538097"/>
                            <a:gd name="csX260" fmla="*/ 2169795 w 4164329"/>
                            <a:gd name="csY260" fmla="*/ 1238885 h 1538097"/>
                            <a:gd name="csX261" fmla="*/ 2178177 w 4164329"/>
                            <a:gd name="csY261" fmla="*/ 1248410 h 1538097"/>
                            <a:gd name="csX262" fmla="*/ 2186432 w 4164329"/>
                            <a:gd name="csY262" fmla="*/ 1257808 h 1538097"/>
                            <a:gd name="csX263" fmla="*/ 2194814 w 4164329"/>
                            <a:gd name="csY263" fmla="*/ 1266825 h 1538097"/>
                            <a:gd name="csX264" fmla="*/ 2203196 w 4164329"/>
                            <a:gd name="csY264" fmla="*/ 1275715 h 1538097"/>
                            <a:gd name="csX265" fmla="*/ 2211451 w 4164329"/>
                            <a:gd name="csY265" fmla="*/ 1284351 h 1538097"/>
                            <a:gd name="csX266" fmla="*/ 2219833 w 4164329"/>
                            <a:gd name="csY266" fmla="*/ 1292733 h 1538097"/>
                            <a:gd name="csX267" fmla="*/ 2228215 w 4164329"/>
                            <a:gd name="csY267" fmla="*/ 1300861 h 1538097"/>
                            <a:gd name="csX268" fmla="*/ 2236597 w 4164329"/>
                            <a:gd name="csY268" fmla="*/ 1308735 h 1538097"/>
                            <a:gd name="csX269" fmla="*/ 2244852 w 4164329"/>
                            <a:gd name="csY269" fmla="*/ 1316482 h 1538097"/>
                            <a:gd name="csX270" fmla="*/ 2253234 w 4164329"/>
                            <a:gd name="csY270" fmla="*/ 1323975 h 1538097"/>
                            <a:gd name="csX271" fmla="*/ 2261616 w 4164329"/>
                            <a:gd name="csY271" fmla="*/ 1331214 h 1538097"/>
                            <a:gd name="csX272" fmla="*/ 2269871 w 4164329"/>
                            <a:gd name="csY272" fmla="*/ 1338326 h 1538097"/>
                            <a:gd name="csX273" fmla="*/ 2278253 w 4164329"/>
                            <a:gd name="csY273" fmla="*/ 1345184 h 1538097"/>
                            <a:gd name="csX274" fmla="*/ 2286635 w 4164329"/>
                            <a:gd name="csY274" fmla="*/ 1351915 h 1538097"/>
                            <a:gd name="csX275" fmla="*/ 2294890 w 4164329"/>
                            <a:gd name="csY275" fmla="*/ 1358392 h 1538097"/>
                            <a:gd name="csX276" fmla="*/ 2303272 w 4164329"/>
                            <a:gd name="csY276" fmla="*/ 1364615 h 1538097"/>
                            <a:gd name="csX277" fmla="*/ 2311654 w 4164329"/>
                            <a:gd name="csY277" fmla="*/ 1370711 h 1538097"/>
                            <a:gd name="csX278" fmla="*/ 2320036 w 4164329"/>
                            <a:gd name="csY278" fmla="*/ 1376553 h 1538097"/>
                            <a:gd name="csX279" fmla="*/ 2328291 w 4164329"/>
                            <a:gd name="csY279" fmla="*/ 1382268 h 1538097"/>
                            <a:gd name="csX280" fmla="*/ 2336673 w 4164329"/>
                            <a:gd name="csY280" fmla="*/ 1387856 h 1538097"/>
                            <a:gd name="csX281" fmla="*/ 2345055 w 4164329"/>
                            <a:gd name="csY281" fmla="*/ 1393190 h 1538097"/>
                            <a:gd name="csX282" fmla="*/ 2353310 w 4164329"/>
                            <a:gd name="csY282" fmla="*/ 1398270 h 1538097"/>
                            <a:gd name="csX283" fmla="*/ 2361692 w 4164329"/>
                            <a:gd name="csY283" fmla="*/ 1403350 h 1538097"/>
                            <a:gd name="csX284" fmla="*/ 2370074 w 4164329"/>
                            <a:gd name="csY284" fmla="*/ 1408176 h 1538097"/>
                            <a:gd name="csX285" fmla="*/ 2378456 w 4164329"/>
                            <a:gd name="csY285" fmla="*/ 1412875 h 1538097"/>
                            <a:gd name="csX286" fmla="*/ 2386711 w 4164329"/>
                            <a:gd name="csY286" fmla="*/ 1417447 h 1538097"/>
                            <a:gd name="csX287" fmla="*/ 2395093 w 4164329"/>
                            <a:gd name="csY287" fmla="*/ 1421765 h 1538097"/>
                            <a:gd name="csX288" fmla="*/ 2403475 w 4164329"/>
                            <a:gd name="csY288" fmla="*/ 1426083 h 1538097"/>
                            <a:gd name="csX289" fmla="*/ 2411730 w 4164329"/>
                            <a:gd name="csY289" fmla="*/ 1430147 h 1538097"/>
                            <a:gd name="csX290" fmla="*/ 2420112 w 4164329"/>
                            <a:gd name="csY290" fmla="*/ 1434084 h 1538097"/>
                            <a:gd name="csX291" fmla="*/ 2428494 w 4164329"/>
                            <a:gd name="csY291" fmla="*/ 1437894 h 1538097"/>
                            <a:gd name="csX292" fmla="*/ 2436876 w 4164329"/>
                            <a:gd name="csY292" fmla="*/ 1441577 h 1538097"/>
                            <a:gd name="csX293" fmla="*/ 2445131 w 4164329"/>
                            <a:gd name="csY293" fmla="*/ 1445133 h 1538097"/>
                            <a:gd name="csX294" fmla="*/ 2453513 w 4164329"/>
                            <a:gd name="csY294" fmla="*/ 1448562 h 1538097"/>
                            <a:gd name="csX295" fmla="*/ 2461895 w 4164329"/>
                            <a:gd name="csY295" fmla="*/ 1451991 h 1538097"/>
                            <a:gd name="csX296" fmla="*/ 2470150 w 4164329"/>
                            <a:gd name="csY296" fmla="*/ 1455166 h 1538097"/>
                            <a:gd name="csX297" fmla="*/ 2478532 w 4164329"/>
                            <a:gd name="csY297" fmla="*/ 1458214 h 1538097"/>
                            <a:gd name="csX298" fmla="*/ 2486914 w 4164329"/>
                            <a:gd name="csY298" fmla="*/ 1461262 h 1538097"/>
                            <a:gd name="csX299" fmla="*/ 2495296 w 4164329"/>
                            <a:gd name="csY299" fmla="*/ 1464056 h 1538097"/>
                            <a:gd name="csX300" fmla="*/ 2503551 w 4164329"/>
                            <a:gd name="csY300" fmla="*/ 1466850 h 1538097"/>
                            <a:gd name="csX301" fmla="*/ 2511933 w 4164329"/>
                            <a:gd name="csY301" fmla="*/ 1469517 h 1538097"/>
                            <a:gd name="csX302" fmla="*/ 2520315 w 4164329"/>
                            <a:gd name="csY302" fmla="*/ 1472184 h 1538097"/>
                            <a:gd name="csX303" fmla="*/ 2528570 w 4164329"/>
                            <a:gd name="csY303" fmla="*/ 1474597 h 1538097"/>
                            <a:gd name="csX304" fmla="*/ 2536952 w 4164329"/>
                            <a:gd name="csY304" fmla="*/ 1477010 h 1538097"/>
                            <a:gd name="csX305" fmla="*/ 2545334 w 4164329"/>
                            <a:gd name="csY305" fmla="*/ 1479296 h 1538097"/>
                            <a:gd name="csX306" fmla="*/ 2553716 w 4164329"/>
                            <a:gd name="csY306" fmla="*/ 1481582 h 1538097"/>
                            <a:gd name="csX307" fmla="*/ 2561971 w 4164329"/>
                            <a:gd name="csY307" fmla="*/ 1483741 h 1538097"/>
                            <a:gd name="csX308" fmla="*/ 2570353 w 4164329"/>
                            <a:gd name="csY308" fmla="*/ 1485773 h 1538097"/>
                            <a:gd name="csX309" fmla="*/ 2578735 w 4164329"/>
                            <a:gd name="csY309" fmla="*/ 1487805 h 1538097"/>
                            <a:gd name="csX310" fmla="*/ 2586990 w 4164329"/>
                            <a:gd name="csY310" fmla="*/ 1489710 h 1538097"/>
                            <a:gd name="csX311" fmla="*/ 2595372 w 4164329"/>
                            <a:gd name="csY311" fmla="*/ 1491488 h 1538097"/>
                            <a:gd name="csX312" fmla="*/ 2603754 w 4164329"/>
                            <a:gd name="csY312" fmla="*/ 1493266 h 1538097"/>
                            <a:gd name="csX313" fmla="*/ 2612009 w 4164329"/>
                            <a:gd name="csY313" fmla="*/ 1495044 h 1538097"/>
                            <a:gd name="csX314" fmla="*/ 2620391 w 4164329"/>
                            <a:gd name="csY314" fmla="*/ 1496695 h 1538097"/>
                            <a:gd name="csX315" fmla="*/ 2628773 w 4164329"/>
                            <a:gd name="csY315" fmla="*/ 1498219 h 1538097"/>
                            <a:gd name="csX316" fmla="*/ 2637155 w 4164329"/>
                            <a:gd name="csY316" fmla="*/ 1499743 h 1538097"/>
                            <a:gd name="csX317" fmla="*/ 2645410 w 4164329"/>
                            <a:gd name="csY317" fmla="*/ 1501267 h 1538097"/>
                            <a:gd name="csX318" fmla="*/ 2653792 w 4164329"/>
                            <a:gd name="csY318" fmla="*/ 1502664 h 1538097"/>
                            <a:gd name="csX319" fmla="*/ 2662174 w 4164329"/>
                            <a:gd name="csY319" fmla="*/ 1504061 h 1538097"/>
                            <a:gd name="csX320" fmla="*/ 2670429 w 4164329"/>
                            <a:gd name="csY320" fmla="*/ 1505331 h 1538097"/>
                            <a:gd name="csX321" fmla="*/ 2678811 w 4164329"/>
                            <a:gd name="csY321" fmla="*/ 1506601 h 1538097"/>
                            <a:gd name="csX322" fmla="*/ 2687193 w 4164329"/>
                            <a:gd name="csY322" fmla="*/ 1507871 h 1538097"/>
                            <a:gd name="csX323" fmla="*/ 2695575 w 4164329"/>
                            <a:gd name="csY323" fmla="*/ 1509014 h 1538097"/>
                            <a:gd name="csX324" fmla="*/ 2703830 w 4164329"/>
                            <a:gd name="csY324" fmla="*/ 1510157 h 1538097"/>
                            <a:gd name="csX325" fmla="*/ 2712212 w 4164329"/>
                            <a:gd name="csY325" fmla="*/ 1511173 h 1538097"/>
                            <a:gd name="csX326" fmla="*/ 2720594 w 4164329"/>
                            <a:gd name="csY326" fmla="*/ 1512189 h 1538097"/>
                            <a:gd name="csX327" fmla="*/ 2728849 w 4164329"/>
                            <a:gd name="csY327" fmla="*/ 1513205 h 1538097"/>
                            <a:gd name="csX328" fmla="*/ 2737231 w 4164329"/>
                            <a:gd name="csY328" fmla="*/ 1514221 h 1538097"/>
                            <a:gd name="csX329" fmla="*/ 2745613 w 4164329"/>
                            <a:gd name="csY329" fmla="*/ 1515110 h 1538097"/>
                            <a:gd name="csX330" fmla="*/ 2753995 w 4164329"/>
                            <a:gd name="csY330" fmla="*/ 1515999 h 1538097"/>
                            <a:gd name="csX331" fmla="*/ 2762250 w 4164329"/>
                            <a:gd name="csY331" fmla="*/ 1516888 h 1538097"/>
                            <a:gd name="csX332" fmla="*/ 2770632 w 4164329"/>
                            <a:gd name="csY332" fmla="*/ 1517777 h 1538097"/>
                            <a:gd name="csX333" fmla="*/ 2779014 w 4164329"/>
                            <a:gd name="csY333" fmla="*/ 1518539 h 1538097"/>
                            <a:gd name="csX334" fmla="*/ 2787269 w 4164329"/>
                            <a:gd name="csY334" fmla="*/ 1519301 h 1538097"/>
                            <a:gd name="csX335" fmla="*/ 2795651 w 4164329"/>
                            <a:gd name="csY335" fmla="*/ 1520063 h 1538097"/>
                            <a:gd name="csX336" fmla="*/ 2804033 w 4164329"/>
                            <a:gd name="csY336" fmla="*/ 1520698 h 1538097"/>
                            <a:gd name="csX337" fmla="*/ 2812415 w 4164329"/>
                            <a:gd name="csY337" fmla="*/ 1521333 h 1538097"/>
                            <a:gd name="csX338" fmla="*/ 2820670 w 4164329"/>
                            <a:gd name="csY338" fmla="*/ 1522095 h 1538097"/>
                            <a:gd name="csX339" fmla="*/ 2829052 w 4164329"/>
                            <a:gd name="csY339" fmla="*/ 1522730 h 1538097"/>
                            <a:gd name="csX340" fmla="*/ 2837434 w 4164329"/>
                            <a:gd name="csY340" fmla="*/ 1523238 h 1538097"/>
                            <a:gd name="csX341" fmla="*/ 2845689 w 4164329"/>
                            <a:gd name="csY341" fmla="*/ 1523873 h 1538097"/>
                            <a:gd name="csX342" fmla="*/ 2854071 w 4164329"/>
                            <a:gd name="csY342" fmla="*/ 1524381 h 1538097"/>
                            <a:gd name="csX343" fmla="*/ 2862453 w 4164329"/>
                            <a:gd name="csY343" fmla="*/ 1524889 h 1538097"/>
                            <a:gd name="csX344" fmla="*/ 2870835 w 4164329"/>
                            <a:gd name="csY344" fmla="*/ 1525524 h 1538097"/>
                            <a:gd name="csX345" fmla="*/ 2879090 w 4164329"/>
                            <a:gd name="csY345" fmla="*/ 1525905 h 1538097"/>
                            <a:gd name="csX346" fmla="*/ 2887472 w 4164329"/>
                            <a:gd name="csY346" fmla="*/ 1526413 h 1538097"/>
                            <a:gd name="csX347" fmla="*/ 2895854 w 4164329"/>
                            <a:gd name="csY347" fmla="*/ 1526921 h 1538097"/>
                            <a:gd name="csX348" fmla="*/ 2904109 w 4164329"/>
                            <a:gd name="csY348" fmla="*/ 1527302 h 1538097"/>
                            <a:gd name="csX349" fmla="*/ 2912491 w 4164329"/>
                            <a:gd name="csY349" fmla="*/ 1527810 h 1538097"/>
                            <a:gd name="csX350" fmla="*/ 2920873 w 4164329"/>
                            <a:gd name="csY350" fmla="*/ 1528191 h 1538097"/>
                            <a:gd name="csX351" fmla="*/ 2929128 w 4164329"/>
                            <a:gd name="csY351" fmla="*/ 1528572 h 1538097"/>
                            <a:gd name="csX352" fmla="*/ 2937510 w 4164329"/>
                            <a:gd name="csY352" fmla="*/ 1528953 h 1538097"/>
                            <a:gd name="csX353" fmla="*/ 2945892 w 4164329"/>
                            <a:gd name="csY353" fmla="*/ 1529334 h 1538097"/>
                            <a:gd name="csX354" fmla="*/ 2954274 w 4164329"/>
                            <a:gd name="csY354" fmla="*/ 1529588 h 1538097"/>
                            <a:gd name="csX355" fmla="*/ 2962529 w 4164329"/>
                            <a:gd name="csY355" fmla="*/ 1529969 h 1538097"/>
                            <a:gd name="csX356" fmla="*/ 2970911 w 4164329"/>
                            <a:gd name="csY356" fmla="*/ 1530350 h 1538097"/>
                            <a:gd name="csX357" fmla="*/ 2979293 w 4164329"/>
                            <a:gd name="csY357" fmla="*/ 1530604 h 1538097"/>
                            <a:gd name="csX358" fmla="*/ 2987548 w 4164329"/>
                            <a:gd name="csY358" fmla="*/ 1530858 h 1538097"/>
                            <a:gd name="csX359" fmla="*/ 2995930 w 4164329"/>
                            <a:gd name="csY359" fmla="*/ 1531239 h 1538097"/>
                            <a:gd name="csX360" fmla="*/ 3004312 w 4164329"/>
                            <a:gd name="csY360" fmla="*/ 1531493 h 1538097"/>
                            <a:gd name="csX361" fmla="*/ 3012694 w 4164329"/>
                            <a:gd name="csY361" fmla="*/ 1531747 h 1538097"/>
                            <a:gd name="csX362" fmla="*/ 3020949 w 4164329"/>
                            <a:gd name="csY362" fmla="*/ 1532001 h 1538097"/>
                            <a:gd name="csX363" fmla="*/ 3029331 w 4164329"/>
                            <a:gd name="csY363" fmla="*/ 1532255 h 1538097"/>
                            <a:gd name="csX364" fmla="*/ 3037713 w 4164329"/>
                            <a:gd name="csY364" fmla="*/ 1532509 h 1538097"/>
                            <a:gd name="csX365" fmla="*/ 3045968 w 4164329"/>
                            <a:gd name="csY365" fmla="*/ 1532636 h 1538097"/>
                            <a:gd name="csX366" fmla="*/ 3054350 w 4164329"/>
                            <a:gd name="csY366" fmla="*/ 1532890 h 1538097"/>
                            <a:gd name="csX367" fmla="*/ 3062732 w 4164329"/>
                            <a:gd name="csY367" fmla="*/ 1533144 h 1538097"/>
                            <a:gd name="csX368" fmla="*/ 3071114 w 4164329"/>
                            <a:gd name="csY368" fmla="*/ 1533271 h 1538097"/>
                            <a:gd name="csX369" fmla="*/ 3079369 w 4164329"/>
                            <a:gd name="csY369" fmla="*/ 1533525 h 1538097"/>
                            <a:gd name="csX370" fmla="*/ 3087751 w 4164329"/>
                            <a:gd name="csY370" fmla="*/ 1533652 h 1538097"/>
                            <a:gd name="csX371" fmla="*/ 3096133 w 4164329"/>
                            <a:gd name="csY371" fmla="*/ 1533906 h 1538097"/>
                            <a:gd name="csX372" fmla="*/ 3104388 w 4164329"/>
                            <a:gd name="csY372" fmla="*/ 1534033 h 1538097"/>
                            <a:gd name="csX373" fmla="*/ 3112770 w 4164329"/>
                            <a:gd name="csY373" fmla="*/ 1534160 h 1538097"/>
                            <a:gd name="csX374" fmla="*/ 3121152 w 4164329"/>
                            <a:gd name="csY374" fmla="*/ 1534287 h 1538097"/>
                            <a:gd name="csX375" fmla="*/ 3129534 w 4164329"/>
                            <a:gd name="csY375" fmla="*/ 1534541 h 1538097"/>
                            <a:gd name="csX376" fmla="*/ 3137789 w 4164329"/>
                            <a:gd name="csY376" fmla="*/ 1534668 h 1538097"/>
                            <a:gd name="csX377" fmla="*/ 3146171 w 4164329"/>
                            <a:gd name="csY377" fmla="*/ 1534795 h 1538097"/>
                            <a:gd name="csX378" fmla="*/ 3154553 w 4164329"/>
                            <a:gd name="csY378" fmla="*/ 1534922 h 1538097"/>
                            <a:gd name="csX379" fmla="*/ 3162808 w 4164329"/>
                            <a:gd name="csY379" fmla="*/ 1535049 h 1538097"/>
                            <a:gd name="csX380" fmla="*/ 3171190 w 4164329"/>
                            <a:gd name="csY380" fmla="*/ 1535176 h 1538097"/>
                            <a:gd name="csX381" fmla="*/ 3179572 w 4164329"/>
                            <a:gd name="csY381" fmla="*/ 1535303 h 1538097"/>
                            <a:gd name="csX382" fmla="*/ 3187954 w 4164329"/>
                            <a:gd name="csY382" fmla="*/ 1535430 h 1538097"/>
                            <a:gd name="csX383" fmla="*/ 3196209 w 4164329"/>
                            <a:gd name="csY383" fmla="*/ 1535557 h 1538097"/>
                            <a:gd name="csX384" fmla="*/ 3204591 w 4164329"/>
                            <a:gd name="csY384" fmla="*/ 1535557 h 1538097"/>
                            <a:gd name="csX385" fmla="*/ 3212973 w 4164329"/>
                            <a:gd name="csY385" fmla="*/ 1535684 h 1538097"/>
                            <a:gd name="csX386" fmla="*/ 3221228 w 4164329"/>
                            <a:gd name="csY386" fmla="*/ 1535811 h 1538097"/>
                            <a:gd name="csX387" fmla="*/ 3229610 w 4164329"/>
                            <a:gd name="csY387" fmla="*/ 1535938 h 1538097"/>
                            <a:gd name="csX388" fmla="*/ 3237992 w 4164329"/>
                            <a:gd name="csY388" fmla="*/ 1535938 h 1538097"/>
                            <a:gd name="csX389" fmla="*/ 3246374 w 4164329"/>
                            <a:gd name="csY389" fmla="*/ 1536065 h 1538097"/>
                            <a:gd name="csX390" fmla="*/ 3254629 w 4164329"/>
                            <a:gd name="csY390" fmla="*/ 1536192 h 1538097"/>
                            <a:gd name="csX391" fmla="*/ 3263011 w 4164329"/>
                            <a:gd name="csY391" fmla="*/ 1536192 h 1538097"/>
                            <a:gd name="csX392" fmla="*/ 3271393 w 4164329"/>
                            <a:gd name="csY392" fmla="*/ 1536319 h 1538097"/>
                            <a:gd name="csX393" fmla="*/ 3279648 w 4164329"/>
                            <a:gd name="csY393" fmla="*/ 1536319 h 1538097"/>
                            <a:gd name="csX394" fmla="*/ 3288030 w 4164329"/>
                            <a:gd name="csY394" fmla="*/ 1536446 h 1538097"/>
                            <a:gd name="csX395" fmla="*/ 3296412 w 4164329"/>
                            <a:gd name="csY395" fmla="*/ 1536573 h 1538097"/>
                            <a:gd name="csX396" fmla="*/ 3304667 w 4164329"/>
                            <a:gd name="csY396" fmla="*/ 1536573 h 1538097"/>
                            <a:gd name="csX397" fmla="*/ 3313049 w 4164329"/>
                            <a:gd name="csY397" fmla="*/ 1536700 h 1538097"/>
                            <a:gd name="csX398" fmla="*/ 3321431 w 4164329"/>
                            <a:gd name="csY398" fmla="*/ 1536700 h 1538097"/>
                            <a:gd name="csX399" fmla="*/ 3329813 w 4164329"/>
                            <a:gd name="csY399" fmla="*/ 1536700 h 1538097"/>
                            <a:gd name="csX400" fmla="*/ 3338068 w 4164329"/>
                            <a:gd name="csY400" fmla="*/ 1536827 h 1538097"/>
                            <a:gd name="csX401" fmla="*/ 3346450 w 4164329"/>
                            <a:gd name="csY401" fmla="*/ 1536827 h 1538097"/>
                            <a:gd name="csX402" fmla="*/ 3354832 w 4164329"/>
                            <a:gd name="csY402" fmla="*/ 1536954 h 1538097"/>
                            <a:gd name="csX403" fmla="*/ 3363087 w 4164329"/>
                            <a:gd name="csY403" fmla="*/ 1536954 h 1538097"/>
                            <a:gd name="csX404" fmla="*/ 3371469 w 4164329"/>
                            <a:gd name="csY404" fmla="*/ 1537081 h 1538097"/>
                            <a:gd name="csX405" fmla="*/ 3379851 w 4164329"/>
                            <a:gd name="csY405" fmla="*/ 1537081 h 1538097"/>
                            <a:gd name="csX406" fmla="*/ 3388233 w 4164329"/>
                            <a:gd name="csY406" fmla="*/ 1537081 h 1538097"/>
                            <a:gd name="csX407" fmla="*/ 3396488 w 4164329"/>
                            <a:gd name="csY407" fmla="*/ 1537208 h 1538097"/>
                            <a:gd name="csX408" fmla="*/ 3404870 w 4164329"/>
                            <a:gd name="csY408" fmla="*/ 1537208 h 1538097"/>
                            <a:gd name="csX409" fmla="*/ 3413252 w 4164329"/>
                            <a:gd name="csY409" fmla="*/ 1537208 h 1538097"/>
                            <a:gd name="csX410" fmla="*/ 3421507 w 4164329"/>
                            <a:gd name="csY410" fmla="*/ 1537208 h 1538097"/>
                            <a:gd name="csX411" fmla="*/ 3429889 w 4164329"/>
                            <a:gd name="csY411" fmla="*/ 1537335 h 1538097"/>
                            <a:gd name="csX412" fmla="*/ 3438271 w 4164329"/>
                            <a:gd name="csY412" fmla="*/ 1537335 h 1538097"/>
                            <a:gd name="csX413" fmla="*/ 3446653 w 4164329"/>
                            <a:gd name="csY413" fmla="*/ 1537335 h 1538097"/>
                            <a:gd name="csX414" fmla="*/ 3454908 w 4164329"/>
                            <a:gd name="csY414" fmla="*/ 1537462 h 1538097"/>
                            <a:gd name="csX415" fmla="*/ 3463290 w 4164329"/>
                            <a:gd name="csY415" fmla="*/ 1537462 h 1538097"/>
                            <a:gd name="csX416" fmla="*/ 3471672 w 4164329"/>
                            <a:gd name="csY416" fmla="*/ 1537462 h 1538097"/>
                            <a:gd name="csX417" fmla="*/ 3479927 w 4164329"/>
                            <a:gd name="csY417" fmla="*/ 1537462 h 1538097"/>
                            <a:gd name="csX418" fmla="*/ 3488309 w 4164329"/>
                            <a:gd name="csY418" fmla="*/ 1537462 h 1538097"/>
                            <a:gd name="csX419" fmla="*/ 3496691 w 4164329"/>
                            <a:gd name="csY419" fmla="*/ 1537589 h 1538097"/>
                            <a:gd name="csX420" fmla="*/ 3505073 w 4164329"/>
                            <a:gd name="csY420" fmla="*/ 1537589 h 1538097"/>
                            <a:gd name="csX421" fmla="*/ 3513328 w 4164329"/>
                            <a:gd name="csY421" fmla="*/ 1537589 h 1538097"/>
                            <a:gd name="csX422" fmla="*/ 3521710 w 4164329"/>
                            <a:gd name="csY422" fmla="*/ 1537589 h 1538097"/>
                            <a:gd name="csX423" fmla="*/ 3530092 w 4164329"/>
                            <a:gd name="csY423" fmla="*/ 1537589 h 1538097"/>
                            <a:gd name="csX424" fmla="*/ 3538347 w 4164329"/>
                            <a:gd name="csY424" fmla="*/ 1537716 h 1538097"/>
                            <a:gd name="csX425" fmla="*/ 3546729 w 4164329"/>
                            <a:gd name="csY425" fmla="*/ 1537716 h 1538097"/>
                            <a:gd name="csX426" fmla="*/ 3555111 w 4164329"/>
                            <a:gd name="csY426" fmla="*/ 1537716 h 1538097"/>
                            <a:gd name="csX427" fmla="*/ 3563493 w 4164329"/>
                            <a:gd name="csY427" fmla="*/ 1537716 h 1538097"/>
                            <a:gd name="csX428" fmla="*/ 3571748 w 4164329"/>
                            <a:gd name="csY428" fmla="*/ 1537716 h 1538097"/>
                            <a:gd name="csX429" fmla="*/ 3580130 w 4164329"/>
                            <a:gd name="csY429" fmla="*/ 1537716 h 1538097"/>
                            <a:gd name="csX430" fmla="*/ 3588512 w 4164329"/>
                            <a:gd name="csY430" fmla="*/ 1537716 h 1538097"/>
                            <a:gd name="csX431" fmla="*/ 3596767 w 4164329"/>
                            <a:gd name="csY431" fmla="*/ 1537843 h 1538097"/>
                            <a:gd name="csX432" fmla="*/ 3605149 w 4164329"/>
                            <a:gd name="csY432" fmla="*/ 1537843 h 1538097"/>
                            <a:gd name="csX433" fmla="*/ 3613531 w 4164329"/>
                            <a:gd name="csY433" fmla="*/ 1537843 h 1538097"/>
                            <a:gd name="csX434" fmla="*/ 3621786 w 4164329"/>
                            <a:gd name="csY434" fmla="*/ 1537843 h 1538097"/>
                            <a:gd name="csX435" fmla="*/ 3630168 w 4164329"/>
                            <a:gd name="csY435" fmla="*/ 1537843 h 1538097"/>
                            <a:gd name="csX436" fmla="*/ 3638550 w 4164329"/>
                            <a:gd name="csY436" fmla="*/ 1537843 h 1538097"/>
                            <a:gd name="csX437" fmla="*/ 3646932 w 4164329"/>
                            <a:gd name="csY437" fmla="*/ 1537843 h 1538097"/>
                            <a:gd name="csX438" fmla="*/ 3655187 w 4164329"/>
                            <a:gd name="csY438" fmla="*/ 1537843 h 1538097"/>
                            <a:gd name="csX439" fmla="*/ 3663569 w 4164329"/>
                            <a:gd name="csY439" fmla="*/ 1537843 h 1538097"/>
                            <a:gd name="csX440" fmla="*/ 3671951 w 4164329"/>
                            <a:gd name="csY440" fmla="*/ 1537843 h 1538097"/>
                            <a:gd name="csX441" fmla="*/ 3680206 w 4164329"/>
                            <a:gd name="csY441" fmla="*/ 1537970 h 1538097"/>
                            <a:gd name="csX442" fmla="*/ 3688588 w 4164329"/>
                            <a:gd name="csY442" fmla="*/ 1537970 h 1538097"/>
                            <a:gd name="csX443" fmla="*/ 3696970 w 4164329"/>
                            <a:gd name="csY443" fmla="*/ 1537970 h 1538097"/>
                            <a:gd name="csX444" fmla="*/ 3705352 w 4164329"/>
                            <a:gd name="csY444" fmla="*/ 1537970 h 1538097"/>
                            <a:gd name="csX445" fmla="*/ 3713607 w 4164329"/>
                            <a:gd name="csY445" fmla="*/ 1537970 h 1538097"/>
                            <a:gd name="csX446" fmla="*/ 3721989 w 4164329"/>
                            <a:gd name="csY446" fmla="*/ 1537970 h 1538097"/>
                            <a:gd name="csX447" fmla="*/ 3730371 w 4164329"/>
                            <a:gd name="csY447" fmla="*/ 1537970 h 1538097"/>
                            <a:gd name="csX448" fmla="*/ 3738626 w 4164329"/>
                            <a:gd name="csY448" fmla="*/ 1537970 h 1538097"/>
                            <a:gd name="csX449" fmla="*/ 3747008 w 4164329"/>
                            <a:gd name="csY449" fmla="*/ 1537970 h 1538097"/>
                            <a:gd name="csX450" fmla="*/ 3755390 w 4164329"/>
                            <a:gd name="csY450" fmla="*/ 1537970 h 1538097"/>
                            <a:gd name="csX451" fmla="*/ 3763772 w 4164329"/>
                            <a:gd name="csY451" fmla="*/ 1537970 h 1538097"/>
                            <a:gd name="csX452" fmla="*/ 3772027 w 4164329"/>
                            <a:gd name="csY452" fmla="*/ 1537970 h 1538097"/>
                            <a:gd name="csX453" fmla="*/ 3780409 w 4164329"/>
                            <a:gd name="csY453" fmla="*/ 1537970 h 1538097"/>
                            <a:gd name="csX454" fmla="*/ 3788791 w 4164329"/>
                            <a:gd name="csY454" fmla="*/ 1537970 h 1538097"/>
                            <a:gd name="csX455" fmla="*/ 3797046 w 4164329"/>
                            <a:gd name="csY455" fmla="*/ 1537970 h 1538097"/>
                            <a:gd name="csX456" fmla="*/ 3805428 w 4164329"/>
                            <a:gd name="csY456" fmla="*/ 1537970 h 1538097"/>
                            <a:gd name="csX457" fmla="*/ 3813810 w 4164329"/>
                            <a:gd name="csY457" fmla="*/ 1538097 h 1538097"/>
                            <a:gd name="csX458" fmla="*/ 3822192 w 4164329"/>
                            <a:gd name="csY458" fmla="*/ 1538097 h 1538097"/>
                            <a:gd name="csX459" fmla="*/ 3830447 w 4164329"/>
                            <a:gd name="csY459" fmla="*/ 1538097 h 1538097"/>
                            <a:gd name="csX460" fmla="*/ 3838829 w 4164329"/>
                            <a:gd name="csY460" fmla="*/ 1538097 h 1538097"/>
                            <a:gd name="csX461" fmla="*/ 3847211 w 4164329"/>
                            <a:gd name="csY461" fmla="*/ 1538097 h 1538097"/>
                            <a:gd name="csX462" fmla="*/ 3855466 w 4164329"/>
                            <a:gd name="csY462" fmla="*/ 1538097 h 1538097"/>
                            <a:gd name="csX463" fmla="*/ 3863848 w 4164329"/>
                            <a:gd name="csY463" fmla="*/ 1538097 h 1538097"/>
                            <a:gd name="csX464" fmla="*/ 3872230 w 4164329"/>
                            <a:gd name="csY464" fmla="*/ 1538097 h 1538097"/>
                            <a:gd name="csX465" fmla="*/ 3880612 w 4164329"/>
                            <a:gd name="csY465" fmla="*/ 1538097 h 1538097"/>
                            <a:gd name="csX466" fmla="*/ 3888867 w 4164329"/>
                            <a:gd name="csY466" fmla="*/ 1538097 h 1538097"/>
                            <a:gd name="csX467" fmla="*/ 3897249 w 4164329"/>
                            <a:gd name="csY467" fmla="*/ 1538097 h 1538097"/>
                            <a:gd name="csX468" fmla="*/ 3905631 w 4164329"/>
                            <a:gd name="csY468" fmla="*/ 1538097 h 1538097"/>
                            <a:gd name="csX469" fmla="*/ 3913886 w 4164329"/>
                            <a:gd name="csY469" fmla="*/ 1538097 h 1538097"/>
                            <a:gd name="csX470" fmla="*/ 3922268 w 4164329"/>
                            <a:gd name="csY470" fmla="*/ 1538097 h 1538097"/>
                            <a:gd name="csX471" fmla="*/ 3930650 w 4164329"/>
                            <a:gd name="csY471" fmla="*/ 1538097 h 1538097"/>
                            <a:gd name="csX472" fmla="*/ 3938905 w 4164329"/>
                            <a:gd name="csY472" fmla="*/ 1538097 h 1538097"/>
                            <a:gd name="csX473" fmla="*/ 3947287 w 4164329"/>
                            <a:gd name="csY473" fmla="*/ 1538097 h 1538097"/>
                            <a:gd name="csX474" fmla="*/ 3955669 w 4164329"/>
                            <a:gd name="csY474" fmla="*/ 1538097 h 1538097"/>
                            <a:gd name="csX475" fmla="*/ 3964051 w 4164329"/>
                            <a:gd name="csY475" fmla="*/ 1538097 h 1538097"/>
                            <a:gd name="csX476" fmla="*/ 3972306 w 4164329"/>
                            <a:gd name="csY476" fmla="*/ 1538097 h 1538097"/>
                            <a:gd name="csX477" fmla="*/ 3980688 w 4164329"/>
                            <a:gd name="csY477" fmla="*/ 1538097 h 1538097"/>
                            <a:gd name="csX478" fmla="*/ 3989070 w 4164329"/>
                            <a:gd name="csY478" fmla="*/ 1538097 h 1538097"/>
                            <a:gd name="csX479" fmla="*/ 3997325 w 4164329"/>
                            <a:gd name="csY479" fmla="*/ 1538097 h 1538097"/>
                            <a:gd name="csX480" fmla="*/ 4005707 w 4164329"/>
                            <a:gd name="csY480" fmla="*/ 1538097 h 1538097"/>
                            <a:gd name="csX481" fmla="*/ 4014089 w 4164329"/>
                            <a:gd name="csY481" fmla="*/ 1538097 h 1538097"/>
                            <a:gd name="csX482" fmla="*/ 4022471 w 4164329"/>
                            <a:gd name="csY482" fmla="*/ 1538097 h 1538097"/>
                            <a:gd name="csX483" fmla="*/ 4030726 w 4164329"/>
                            <a:gd name="csY483" fmla="*/ 1538097 h 1538097"/>
                            <a:gd name="csX484" fmla="*/ 4039108 w 4164329"/>
                            <a:gd name="csY484" fmla="*/ 1538097 h 1538097"/>
                            <a:gd name="csX485" fmla="*/ 4047490 w 4164329"/>
                            <a:gd name="csY485" fmla="*/ 1538097 h 1538097"/>
                            <a:gd name="csX486" fmla="*/ 4055745 w 4164329"/>
                            <a:gd name="csY486" fmla="*/ 1538097 h 1538097"/>
                            <a:gd name="csX487" fmla="*/ 4064127 w 4164329"/>
                            <a:gd name="csY487" fmla="*/ 1538097 h 1538097"/>
                            <a:gd name="csX488" fmla="*/ 4072509 w 4164329"/>
                            <a:gd name="csY488" fmla="*/ 1538097 h 1538097"/>
                            <a:gd name="csX489" fmla="*/ 4080891 w 4164329"/>
                            <a:gd name="csY489" fmla="*/ 1538097 h 1538097"/>
                            <a:gd name="csX490" fmla="*/ 4089146 w 4164329"/>
                            <a:gd name="csY490" fmla="*/ 1538097 h 1538097"/>
                            <a:gd name="csX491" fmla="*/ 4097528 w 4164329"/>
                            <a:gd name="csY491" fmla="*/ 1538097 h 1538097"/>
                            <a:gd name="csX492" fmla="*/ 4105910 w 4164329"/>
                            <a:gd name="csY492" fmla="*/ 1538097 h 1538097"/>
                            <a:gd name="csX493" fmla="*/ 4114165 w 4164329"/>
                            <a:gd name="csY493" fmla="*/ 1538097 h 1538097"/>
                            <a:gd name="csX494" fmla="*/ 4122547 w 4164329"/>
                            <a:gd name="csY494" fmla="*/ 1538097 h 1538097"/>
                            <a:gd name="csX495" fmla="*/ 4130929 w 4164329"/>
                            <a:gd name="csY495" fmla="*/ 1538097 h 1538097"/>
                            <a:gd name="csX496" fmla="*/ 4139311 w 4164329"/>
                            <a:gd name="csY496" fmla="*/ 1538097 h 1538097"/>
                            <a:gd name="csX497" fmla="*/ 4147566 w 4164329"/>
                            <a:gd name="csY497" fmla="*/ 1538097 h 1538097"/>
                            <a:gd name="csX498" fmla="*/ 4155948 w 4164329"/>
                            <a:gd name="csY498" fmla="*/ 1538097 h 1538097"/>
                            <a:gd name="csX499" fmla="*/ 4164330 w 4164329"/>
                            <a:gd name="csY499" fmla="*/ 1538097 h 1538097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538097">
                              <a:moveTo>
                                <a:pt x="0" y="0"/>
                              </a:moveTo>
                              <a:lnTo>
                                <a:pt x="8382" y="0"/>
                              </a:lnTo>
                              <a:lnTo>
                                <a:pt x="16637" y="0"/>
                              </a:lnTo>
                              <a:lnTo>
                                <a:pt x="25019" y="0"/>
                              </a:lnTo>
                              <a:lnTo>
                                <a:pt x="33401" y="0"/>
                              </a:lnTo>
                              <a:lnTo>
                                <a:pt x="41783" y="0"/>
                              </a:lnTo>
                              <a:lnTo>
                                <a:pt x="50038" y="0"/>
                              </a:lnTo>
                              <a:lnTo>
                                <a:pt x="58420" y="127"/>
                              </a:lnTo>
                              <a:lnTo>
                                <a:pt x="66802" y="127"/>
                              </a:lnTo>
                              <a:lnTo>
                                <a:pt x="75057" y="127"/>
                              </a:lnTo>
                              <a:lnTo>
                                <a:pt x="83439" y="127"/>
                              </a:lnTo>
                              <a:lnTo>
                                <a:pt x="91821" y="127"/>
                              </a:lnTo>
                              <a:lnTo>
                                <a:pt x="100203" y="127"/>
                              </a:lnTo>
                              <a:lnTo>
                                <a:pt x="108458" y="127"/>
                              </a:lnTo>
                              <a:lnTo>
                                <a:pt x="116840" y="127"/>
                              </a:lnTo>
                              <a:lnTo>
                                <a:pt x="125222" y="127"/>
                              </a:lnTo>
                              <a:lnTo>
                                <a:pt x="133477" y="127"/>
                              </a:lnTo>
                              <a:lnTo>
                                <a:pt x="141859" y="254"/>
                              </a:lnTo>
                              <a:lnTo>
                                <a:pt x="150241" y="254"/>
                              </a:lnTo>
                              <a:lnTo>
                                <a:pt x="158623" y="254"/>
                              </a:lnTo>
                              <a:lnTo>
                                <a:pt x="166878" y="254"/>
                              </a:lnTo>
                              <a:lnTo>
                                <a:pt x="175260" y="254"/>
                              </a:lnTo>
                              <a:lnTo>
                                <a:pt x="183642" y="254"/>
                              </a:lnTo>
                              <a:lnTo>
                                <a:pt x="191897" y="254"/>
                              </a:lnTo>
                              <a:lnTo>
                                <a:pt x="200279" y="381"/>
                              </a:lnTo>
                              <a:lnTo>
                                <a:pt x="208661" y="381"/>
                              </a:lnTo>
                              <a:lnTo>
                                <a:pt x="217043" y="381"/>
                              </a:lnTo>
                              <a:lnTo>
                                <a:pt x="225298" y="381"/>
                              </a:lnTo>
                              <a:lnTo>
                                <a:pt x="233680" y="381"/>
                              </a:lnTo>
                              <a:lnTo>
                                <a:pt x="242062" y="381"/>
                              </a:lnTo>
                              <a:lnTo>
                                <a:pt x="250317" y="508"/>
                              </a:lnTo>
                              <a:lnTo>
                                <a:pt x="258699" y="508"/>
                              </a:lnTo>
                              <a:lnTo>
                                <a:pt x="267081" y="508"/>
                              </a:lnTo>
                              <a:lnTo>
                                <a:pt x="275463" y="508"/>
                              </a:lnTo>
                              <a:lnTo>
                                <a:pt x="283718" y="508"/>
                              </a:lnTo>
                              <a:lnTo>
                                <a:pt x="292100" y="635"/>
                              </a:lnTo>
                              <a:lnTo>
                                <a:pt x="300482" y="635"/>
                              </a:lnTo>
                              <a:lnTo>
                                <a:pt x="308737" y="635"/>
                              </a:lnTo>
                              <a:lnTo>
                                <a:pt x="317119" y="635"/>
                              </a:lnTo>
                              <a:lnTo>
                                <a:pt x="325501" y="762"/>
                              </a:lnTo>
                              <a:lnTo>
                                <a:pt x="333756" y="762"/>
                              </a:lnTo>
                              <a:lnTo>
                                <a:pt x="342138" y="762"/>
                              </a:lnTo>
                              <a:lnTo>
                                <a:pt x="350520" y="889"/>
                              </a:lnTo>
                              <a:lnTo>
                                <a:pt x="358902" y="889"/>
                              </a:lnTo>
                              <a:lnTo>
                                <a:pt x="367157" y="889"/>
                              </a:lnTo>
                              <a:lnTo>
                                <a:pt x="375539" y="1016"/>
                              </a:lnTo>
                              <a:lnTo>
                                <a:pt x="383921" y="1016"/>
                              </a:lnTo>
                              <a:lnTo>
                                <a:pt x="392176" y="1016"/>
                              </a:lnTo>
                              <a:lnTo>
                                <a:pt x="400558" y="1143"/>
                              </a:lnTo>
                              <a:lnTo>
                                <a:pt x="408940" y="1143"/>
                              </a:lnTo>
                              <a:lnTo>
                                <a:pt x="417322" y="1270"/>
                              </a:lnTo>
                              <a:lnTo>
                                <a:pt x="425577" y="1270"/>
                              </a:lnTo>
                              <a:lnTo>
                                <a:pt x="433959" y="1397"/>
                              </a:lnTo>
                              <a:lnTo>
                                <a:pt x="442341" y="1397"/>
                              </a:lnTo>
                              <a:lnTo>
                                <a:pt x="450596" y="1524"/>
                              </a:lnTo>
                              <a:lnTo>
                                <a:pt x="458978" y="1524"/>
                              </a:lnTo>
                              <a:lnTo>
                                <a:pt x="467360" y="1651"/>
                              </a:lnTo>
                              <a:lnTo>
                                <a:pt x="475742" y="1651"/>
                              </a:lnTo>
                              <a:lnTo>
                                <a:pt x="483997" y="1778"/>
                              </a:lnTo>
                              <a:lnTo>
                                <a:pt x="492379" y="1778"/>
                              </a:lnTo>
                              <a:lnTo>
                                <a:pt x="500761" y="1905"/>
                              </a:lnTo>
                              <a:lnTo>
                                <a:pt x="509016" y="2032"/>
                              </a:lnTo>
                              <a:lnTo>
                                <a:pt x="517398" y="2159"/>
                              </a:lnTo>
                              <a:lnTo>
                                <a:pt x="525780" y="2159"/>
                              </a:lnTo>
                              <a:lnTo>
                                <a:pt x="534162" y="2286"/>
                              </a:lnTo>
                              <a:lnTo>
                                <a:pt x="542417" y="2413"/>
                              </a:lnTo>
                              <a:lnTo>
                                <a:pt x="550799" y="2540"/>
                              </a:lnTo>
                              <a:lnTo>
                                <a:pt x="559181" y="2540"/>
                              </a:lnTo>
                              <a:lnTo>
                                <a:pt x="567436" y="2667"/>
                              </a:lnTo>
                              <a:lnTo>
                                <a:pt x="575818" y="2794"/>
                              </a:lnTo>
                              <a:lnTo>
                                <a:pt x="584200" y="2921"/>
                              </a:lnTo>
                              <a:lnTo>
                                <a:pt x="592582" y="3048"/>
                              </a:lnTo>
                              <a:lnTo>
                                <a:pt x="600837" y="3175"/>
                              </a:lnTo>
                              <a:lnTo>
                                <a:pt x="609219" y="3302"/>
                              </a:lnTo>
                              <a:lnTo>
                                <a:pt x="617601" y="3556"/>
                              </a:lnTo>
                              <a:lnTo>
                                <a:pt x="625856" y="3683"/>
                              </a:lnTo>
                              <a:lnTo>
                                <a:pt x="634238" y="3810"/>
                              </a:lnTo>
                              <a:lnTo>
                                <a:pt x="642620" y="3937"/>
                              </a:lnTo>
                              <a:lnTo>
                                <a:pt x="651002" y="4191"/>
                              </a:lnTo>
                              <a:lnTo>
                                <a:pt x="659257" y="4318"/>
                              </a:lnTo>
                              <a:lnTo>
                                <a:pt x="667639" y="4445"/>
                              </a:lnTo>
                              <a:lnTo>
                                <a:pt x="676021" y="4699"/>
                              </a:lnTo>
                              <a:lnTo>
                                <a:pt x="684276" y="4826"/>
                              </a:lnTo>
                              <a:lnTo>
                                <a:pt x="692658" y="5080"/>
                              </a:lnTo>
                              <a:lnTo>
                                <a:pt x="701040" y="5334"/>
                              </a:lnTo>
                              <a:lnTo>
                                <a:pt x="709295" y="5588"/>
                              </a:lnTo>
                              <a:lnTo>
                                <a:pt x="717677" y="5715"/>
                              </a:lnTo>
                              <a:lnTo>
                                <a:pt x="726059" y="5969"/>
                              </a:lnTo>
                              <a:lnTo>
                                <a:pt x="734441" y="6223"/>
                              </a:lnTo>
                              <a:lnTo>
                                <a:pt x="742696" y="6477"/>
                              </a:lnTo>
                              <a:lnTo>
                                <a:pt x="751078" y="6731"/>
                              </a:lnTo>
                              <a:lnTo>
                                <a:pt x="759460" y="7112"/>
                              </a:lnTo>
                              <a:lnTo>
                                <a:pt x="767715" y="7366"/>
                              </a:lnTo>
                              <a:lnTo>
                                <a:pt x="776097" y="7620"/>
                              </a:lnTo>
                              <a:lnTo>
                                <a:pt x="784479" y="8001"/>
                              </a:lnTo>
                              <a:lnTo>
                                <a:pt x="792861" y="8382"/>
                              </a:lnTo>
                              <a:lnTo>
                                <a:pt x="801116" y="8636"/>
                              </a:lnTo>
                              <a:lnTo>
                                <a:pt x="809498" y="9017"/>
                              </a:lnTo>
                              <a:lnTo>
                                <a:pt x="817880" y="9398"/>
                              </a:lnTo>
                              <a:lnTo>
                                <a:pt x="826135" y="9779"/>
                              </a:lnTo>
                              <a:lnTo>
                                <a:pt x="834517" y="10160"/>
                              </a:lnTo>
                              <a:lnTo>
                                <a:pt x="842899" y="10668"/>
                              </a:lnTo>
                              <a:lnTo>
                                <a:pt x="851281" y="11049"/>
                              </a:lnTo>
                              <a:lnTo>
                                <a:pt x="859536" y="11557"/>
                              </a:lnTo>
                              <a:lnTo>
                                <a:pt x="867918" y="11938"/>
                              </a:lnTo>
                              <a:lnTo>
                                <a:pt x="876300" y="12446"/>
                              </a:lnTo>
                              <a:lnTo>
                                <a:pt x="884555" y="12954"/>
                              </a:lnTo>
                              <a:lnTo>
                                <a:pt x="892937" y="13589"/>
                              </a:lnTo>
                              <a:lnTo>
                                <a:pt x="901319" y="14097"/>
                              </a:lnTo>
                              <a:lnTo>
                                <a:pt x="909701" y="14605"/>
                              </a:lnTo>
                              <a:lnTo>
                                <a:pt x="917956" y="15240"/>
                              </a:lnTo>
                              <a:lnTo>
                                <a:pt x="926338" y="15875"/>
                              </a:lnTo>
                              <a:lnTo>
                                <a:pt x="934720" y="16510"/>
                              </a:lnTo>
                              <a:lnTo>
                                <a:pt x="942975" y="17272"/>
                              </a:lnTo>
                              <a:lnTo>
                                <a:pt x="951357" y="17907"/>
                              </a:lnTo>
                              <a:lnTo>
                                <a:pt x="959739" y="18669"/>
                              </a:lnTo>
                              <a:lnTo>
                                <a:pt x="968121" y="19431"/>
                              </a:lnTo>
                              <a:lnTo>
                                <a:pt x="976376" y="20193"/>
                              </a:lnTo>
                              <a:lnTo>
                                <a:pt x="984758" y="21082"/>
                              </a:lnTo>
                              <a:lnTo>
                                <a:pt x="993140" y="21844"/>
                              </a:lnTo>
                              <a:lnTo>
                                <a:pt x="1001395" y="22733"/>
                              </a:lnTo>
                              <a:lnTo>
                                <a:pt x="1009777" y="23749"/>
                              </a:lnTo>
                              <a:lnTo>
                                <a:pt x="1018159" y="24638"/>
                              </a:lnTo>
                              <a:lnTo>
                                <a:pt x="1026414" y="25654"/>
                              </a:lnTo>
                              <a:lnTo>
                                <a:pt x="1034796" y="26670"/>
                              </a:lnTo>
                              <a:lnTo>
                                <a:pt x="1043178" y="27813"/>
                              </a:lnTo>
                              <a:lnTo>
                                <a:pt x="1051560" y="28829"/>
                              </a:lnTo>
                              <a:lnTo>
                                <a:pt x="1059815" y="30099"/>
                              </a:lnTo>
                              <a:lnTo>
                                <a:pt x="1068197" y="31242"/>
                              </a:lnTo>
                              <a:lnTo>
                                <a:pt x="1076579" y="32512"/>
                              </a:lnTo>
                              <a:lnTo>
                                <a:pt x="1084834" y="33782"/>
                              </a:lnTo>
                              <a:lnTo>
                                <a:pt x="1093216" y="35179"/>
                              </a:lnTo>
                              <a:lnTo>
                                <a:pt x="1101598" y="36576"/>
                              </a:lnTo>
                              <a:lnTo>
                                <a:pt x="1109980" y="38100"/>
                              </a:lnTo>
                              <a:lnTo>
                                <a:pt x="1118235" y="39624"/>
                              </a:lnTo>
                              <a:lnTo>
                                <a:pt x="1126617" y="41148"/>
                              </a:lnTo>
                              <a:lnTo>
                                <a:pt x="1134999" y="42799"/>
                              </a:lnTo>
                              <a:lnTo>
                                <a:pt x="1143254" y="44577"/>
                              </a:lnTo>
                              <a:lnTo>
                                <a:pt x="1151636" y="46355"/>
                              </a:lnTo>
                              <a:lnTo>
                                <a:pt x="1160018" y="48133"/>
                              </a:lnTo>
                              <a:lnTo>
                                <a:pt x="1168400" y="50038"/>
                              </a:lnTo>
                              <a:lnTo>
                                <a:pt x="1176655" y="52070"/>
                              </a:lnTo>
                              <a:lnTo>
                                <a:pt x="1185037" y="54102"/>
                              </a:lnTo>
                              <a:lnTo>
                                <a:pt x="1193419" y="56261"/>
                              </a:lnTo>
                              <a:lnTo>
                                <a:pt x="1201674" y="58420"/>
                              </a:lnTo>
                              <a:lnTo>
                                <a:pt x="1210056" y="60706"/>
                              </a:lnTo>
                              <a:lnTo>
                                <a:pt x="1218438" y="63119"/>
                              </a:lnTo>
                              <a:lnTo>
                                <a:pt x="1226820" y="65659"/>
                              </a:lnTo>
                              <a:lnTo>
                                <a:pt x="1235075" y="68199"/>
                              </a:lnTo>
                              <a:lnTo>
                                <a:pt x="1243457" y="70866"/>
                              </a:lnTo>
                              <a:lnTo>
                                <a:pt x="1251839" y="73660"/>
                              </a:lnTo>
                              <a:lnTo>
                                <a:pt x="1260094" y="76454"/>
                              </a:lnTo>
                              <a:lnTo>
                                <a:pt x="1268476" y="79502"/>
                              </a:lnTo>
                              <a:lnTo>
                                <a:pt x="1276858" y="82550"/>
                              </a:lnTo>
                              <a:lnTo>
                                <a:pt x="1285240" y="85725"/>
                              </a:lnTo>
                              <a:lnTo>
                                <a:pt x="1293495" y="89027"/>
                              </a:lnTo>
                              <a:lnTo>
                                <a:pt x="1301877" y="92456"/>
                              </a:lnTo>
                              <a:lnTo>
                                <a:pt x="1310259" y="96012"/>
                              </a:lnTo>
                              <a:lnTo>
                                <a:pt x="1318514" y="99695"/>
                              </a:lnTo>
                              <a:lnTo>
                                <a:pt x="1326896" y="103505"/>
                              </a:lnTo>
                              <a:lnTo>
                                <a:pt x="1335278" y="107442"/>
                              </a:lnTo>
                              <a:lnTo>
                                <a:pt x="1343533" y="111506"/>
                              </a:lnTo>
                              <a:lnTo>
                                <a:pt x="1351915" y="115824"/>
                              </a:lnTo>
                              <a:lnTo>
                                <a:pt x="1360297" y="120142"/>
                              </a:lnTo>
                              <a:lnTo>
                                <a:pt x="1368679" y="124714"/>
                              </a:lnTo>
                              <a:lnTo>
                                <a:pt x="1376934" y="129286"/>
                              </a:lnTo>
                              <a:lnTo>
                                <a:pt x="1385316" y="134112"/>
                              </a:lnTo>
                              <a:lnTo>
                                <a:pt x="1393698" y="139192"/>
                              </a:lnTo>
                              <a:lnTo>
                                <a:pt x="1401953" y="144272"/>
                              </a:lnTo>
                              <a:lnTo>
                                <a:pt x="1410335" y="149606"/>
                              </a:lnTo>
                              <a:lnTo>
                                <a:pt x="1418717" y="155194"/>
                              </a:lnTo>
                              <a:lnTo>
                                <a:pt x="1427099" y="160909"/>
                              </a:lnTo>
                              <a:lnTo>
                                <a:pt x="1435354" y="166751"/>
                              </a:lnTo>
                              <a:lnTo>
                                <a:pt x="1443736" y="172720"/>
                              </a:lnTo>
                              <a:lnTo>
                                <a:pt x="1452118" y="179070"/>
                              </a:lnTo>
                              <a:lnTo>
                                <a:pt x="1460373" y="185420"/>
                              </a:lnTo>
                              <a:lnTo>
                                <a:pt x="1468755" y="192151"/>
                              </a:lnTo>
                              <a:lnTo>
                                <a:pt x="1477137" y="199009"/>
                              </a:lnTo>
                              <a:lnTo>
                                <a:pt x="1485519" y="205994"/>
                              </a:lnTo>
                              <a:lnTo>
                                <a:pt x="1493774" y="213233"/>
                              </a:lnTo>
                              <a:lnTo>
                                <a:pt x="1502156" y="220726"/>
                              </a:lnTo>
                              <a:lnTo>
                                <a:pt x="1510538" y="228473"/>
                              </a:lnTo>
                              <a:lnTo>
                                <a:pt x="1518793" y="236347"/>
                              </a:lnTo>
                              <a:lnTo>
                                <a:pt x="1527175" y="244475"/>
                              </a:lnTo>
                              <a:lnTo>
                                <a:pt x="1535557" y="252857"/>
                              </a:lnTo>
                              <a:lnTo>
                                <a:pt x="1543939" y="261493"/>
                              </a:lnTo>
                              <a:lnTo>
                                <a:pt x="1552194" y="270256"/>
                              </a:lnTo>
                              <a:lnTo>
                                <a:pt x="1560576" y="279273"/>
                              </a:lnTo>
                              <a:lnTo>
                                <a:pt x="1568958" y="288544"/>
                              </a:lnTo>
                              <a:lnTo>
                                <a:pt x="1577213" y="298069"/>
                              </a:lnTo>
                              <a:lnTo>
                                <a:pt x="1585595" y="307848"/>
                              </a:lnTo>
                              <a:lnTo>
                                <a:pt x="1593977" y="317881"/>
                              </a:lnTo>
                              <a:lnTo>
                                <a:pt x="1602359" y="328041"/>
                              </a:lnTo>
                              <a:lnTo>
                                <a:pt x="1610614" y="338582"/>
                              </a:lnTo>
                              <a:lnTo>
                                <a:pt x="1618996" y="349250"/>
                              </a:lnTo>
                              <a:lnTo>
                                <a:pt x="1627378" y="360172"/>
                              </a:lnTo>
                              <a:lnTo>
                                <a:pt x="1635633" y="371348"/>
                              </a:lnTo>
                              <a:lnTo>
                                <a:pt x="1644015" y="382778"/>
                              </a:lnTo>
                              <a:lnTo>
                                <a:pt x="1652397" y="394462"/>
                              </a:lnTo>
                              <a:lnTo>
                                <a:pt x="1660652" y="406273"/>
                              </a:lnTo>
                              <a:lnTo>
                                <a:pt x="1669034" y="418465"/>
                              </a:lnTo>
                              <a:lnTo>
                                <a:pt x="1677416" y="430784"/>
                              </a:lnTo>
                              <a:lnTo>
                                <a:pt x="1685798" y="443230"/>
                              </a:lnTo>
                              <a:lnTo>
                                <a:pt x="1694053" y="456057"/>
                              </a:lnTo>
                              <a:lnTo>
                                <a:pt x="1702435" y="469011"/>
                              </a:lnTo>
                              <a:lnTo>
                                <a:pt x="1710817" y="482219"/>
                              </a:lnTo>
                              <a:lnTo>
                                <a:pt x="1719072" y="495554"/>
                              </a:lnTo>
                              <a:lnTo>
                                <a:pt x="1727454" y="509143"/>
                              </a:lnTo>
                              <a:lnTo>
                                <a:pt x="1735836" y="522859"/>
                              </a:lnTo>
                              <a:lnTo>
                                <a:pt x="1744218" y="536829"/>
                              </a:lnTo>
                              <a:lnTo>
                                <a:pt x="1752473" y="550926"/>
                              </a:lnTo>
                              <a:lnTo>
                                <a:pt x="1760855" y="565150"/>
                              </a:lnTo>
                              <a:lnTo>
                                <a:pt x="1769237" y="579501"/>
                              </a:lnTo>
                              <a:lnTo>
                                <a:pt x="1777492" y="594106"/>
                              </a:lnTo>
                              <a:lnTo>
                                <a:pt x="1785874" y="608711"/>
                              </a:lnTo>
                              <a:lnTo>
                                <a:pt x="1794256" y="623570"/>
                              </a:lnTo>
                              <a:lnTo>
                                <a:pt x="1802638" y="638429"/>
                              </a:lnTo>
                              <a:lnTo>
                                <a:pt x="1810893" y="653542"/>
                              </a:lnTo>
                              <a:lnTo>
                                <a:pt x="1819275" y="668655"/>
                              </a:lnTo>
                              <a:lnTo>
                                <a:pt x="1827657" y="683768"/>
                              </a:lnTo>
                              <a:lnTo>
                                <a:pt x="1835912" y="699008"/>
                              </a:lnTo>
                              <a:lnTo>
                                <a:pt x="1844294" y="714375"/>
                              </a:lnTo>
                              <a:lnTo>
                                <a:pt x="1852676" y="729742"/>
                              </a:lnTo>
                              <a:lnTo>
                                <a:pt x="1861058" y="745109"/>
                              </a:lnTo>
                              <a:lnTo>
                                <a:pt x="1869313" y="760476"/>
                              </a:lnTo>
                              <a:lnTo>
                                <a:pt x="1877695" y="775970"/>
                              </a:lnTo>
                              <a:lnTo>
                                <a:pt x="1886077" y="791337"/>
                              </a:lnTo>
                              <a:lnTo>
                                <a:pt x="1894332" y="806704"/>
                              </a:lnTo>
                              <a:lnTo>
                                <a:pt x="1902714" y="822071"/>
                              </a:lnTo>
                              <a:lnTo>
                                <a:pt x="1911096" y="837438"/>
                              </a:lnTo>
                              <a:lnTo>
                                <a:pt x="1919478" y="852678"/>
                              </a:lnTo>
                              <a:lnTo>
                                <a:pt x="1927733" y="867918"/>
                              </a:lnTo>
                              <a:lnTo>
                                <a:pt x="1936115" y="883031"/>
                              </a:lnTo>
                              <a:lnTo>
                                <a:pt x="1944497" y="898017"/>
                              </a:lnTo>
                              <a:lnTo>
                                <a:pt x="1952752" y="913003"/>
                              </a:lnTo>
                              <a:lnTo>
                                <a:pt x="1961134" y="927735"/>
                              </a:lnTo>
                              <a:lnTo>
                                <a:pt x="1969516" y="942467"/>
                              </a:lnTo>
                              <a:lnTo>
                                <a:pt x="1977771" y="957072"/>
                              </a:lnTo>
                              <a:lnTo>
                                <a:pt x="1986153" y="971423"/>
                              </a:lnTo>
                              <a:lnTo>
                                <a:pt x="1994535" y="985774"/>
                              </a:lnTo>
                              <a:lnTo>
                                <a:pt x="2002917" y="999871"/>
                              </a:lnTo>
                              <a:lnTo>
                                <a:pt x="2011172" y="1013714"/>
                              </a:lnTo>
                              <a:lnTo>
                                <a:pt x="2019554" y="1027557"/>
                              </a:lnTo>
                              <a:lnTo>
                                <a:pt x="2027936" y="1041146"/>
                              </a:lnTo>
                              <a:lnTo>
                                <a:pt x="2036191" y="1054481"/>
                              </a:lnTo>
                              <a:lnTo>
                                <a:pt x="2044573" y="1067689"/>
                              </a:lnTo>
                              <a:lnTo>
                                <a:pt x="2052955" y="1080643"/>
                              </a:lnTo>
                              <a:lnTo>
                                <a:pt x="2061337" y="1093470"/>
                              </a:lnTo>
                              <a:lnTo>
                                <a:pt x="2069592" y="1106043"/>
                              </a:lnTo>
                              <a:lnTo>
                                <a:pt x="2077974" y="1118362"/>
                              </a:lnTo>
                              <a:lnTo>
                                <a:pt x="2086356" y="1130427"/>
                              </a:lnTo>
                              <a:lnTo>
                                <a:pt x="2094611" y="1142365"/>
                              </a:lnTo>
                              <a:lnTo>
                                <a:pt x="2102993" y="1154049"/>
                              </a:lnTo>
                              <a:lnTo>
                                <a:pt x="2111375" y="1165479"/>
                              </a:lnTo>
                              <a:lnTo>
                                <a:pt x="2119757" y="1176655"/>
                              </a:lnTo>
                              <a:lnTo>
                                <a:pt x="2128012" y="1187704"/>
                              </a:lnTo>
                              <a:lnTo>
                                <a:pt x="2136394" y="1198372"/>
                              </a:lnTo>
                              <a:lnTo>
                                <a:pt x="2144776" y="1208913"/>
                              </a:lnTo>
                              <a:lnTo>
                                <a:pt x="2153031" y="1219073"/>
                              </a:lnTo>
                              <a:lnTo>
                                <a:pt x="2161413" y="1229106"/>
                              </a:lnTo>
                              <a:lnTo>
                                <a:pt x="2169795" y="1238885"/>
                              </a:lnTo>
                              <a:lnTo>
                                <a:pt x="2178177" y="1248410"/>
                              </a:lnTo>
                              <a:lnTo>
                                <a:pt x="2186432" y="1257808"/>
                              </a:lnTo>
                              <a:lnTo>
                                <a:pt x="2194814" y="1266825"/>
                              </a:lnTo>
                              <a:lnTo>
                                <a:pt x="2203196" y="1275715"/>
                              </a:lnTo>
                              <a:lnTo>
                                <a:pt x="2211451" y="1284351"/>
                              </a:lnTo>
                              <a:lnTo>
                                <a:pt x="2219833" y="1292733"/>
                              </a:lnTo>
                              <a:lnTo>
                                <a:pt x="2228215" y="1300861"/>
                              </a:lnTo>
                              <a:lnTo>
                                <a:pt x="2236597" y="1308735"/>
                              </a:lnTo>
                              <a:lnTo>
                                <a:pt x="2244852" y="1316482"/>
                              </a:lnTo>
                              <a:lnTo>
                                <a:pt x="2253234" y="1323975"/>
                              </a:lnTo>
                              <a:lnTo>
                                <a:pt x="2261616" y="1331214"/>
                              </a:lnTo>
                              <a:lnTo>
                                <a:pt x="2269871" y="1338326"/>
                              </a:lnTo>
                              <a:lnTo>
                                <a:pt x="2278253" y="1345184"/>
                              </a:lnTo>
                              <a:lnTo>
                                <a:pt x="2286635" y="1351915"/>
                              </a:lnTo>
                              <a:lnTo>
                                <a:pt x="2294890" y="1358392"/>
                              </a:lnTo>
                              <a:lnTo>
                                <a:pt x="2303272" y="1364615"/>
                              </a:lnTo>
                              <a:lnTo>
                                <a:pt x="2311654" y="1370711"/>
                              </a:lnTo>
                              <a:lnTo>
                                <a:pt x="2320036" y="1376553"/>
                              </a:lnTo>
                              <a:lnTo>
                                <a:pt x="2328291" y="1382268"/>
                              </a:lnTo>
                              <a:lnTo>
                                <a:pt x="2336673" y="1387856"/>
                              </a:lnTo>
                              <a:lnTo>
                                <a:pt x="2345055" y="1393190"/>
                              </a:lnTo>
                              <a:lnTo>
                                <a:pt x="2353310" y="1398270"/>
                              </a:lnTo>
                              <a:lnTo>
                                <a:pt x="2361692" y="1403350"/>
                              </a:lnTo>
                              <a:lnTo>
                                <a:pt x="2370074" y="1408176"/>
                              </a:lnTo>
                              <a:lnTo>
                                <a:pt x="2378456" y="1412875"/>
                              </a:lnTo>
                              <a:lnTo>
                                <a:pt x="2386711" y="1417447"/>
                              </a:lnTo>
                              <a:lnTo>
                                <a:pt x="2395093" y="1421765"/>
                              </a:lnTo>
                              <a:lnTo>
                                <a:pt x="2403475" y="1426083"/>
                              </a:lnTo>
                              <a:lnTo>
                                <a:pt x="2411730" y="1430147"/>
                              </a:lnTo>
                              <a:lnTo>
                                <a:pt x="2420112" y="1434084"/>
                              </a:lnTo>
                              <a:lnTo>
                                <a:pt x="2428494" y="1437894"/>
                              </a:lnTo>
                              <a:lnTo>
                                <a:pt x="2436876" y="1441577"/>
                              </a:lnTo>
                              <a:lnTo>
                                <a:pt x="2445131" y="1445133"/>
                              </a:lnTo>
                              <a:lnTo>
                                <a:pt x="2453513" y="1448562"/>
                              </a:lnTo>
                              <a:lnTo>
                                <a:pt x="2461895" y="1451991"/>
                              </a:lnTo>
                              <a:lnTo>
                                <a:pt x="2470150" y="1455166"/>
                              </a:lnTo>
                              <a:lnTo>
                                <a:pt x="2478532" y="1458214"/>
                              </a:lnTo>
                              <a:lnTo>
                                <a:pt x="2486914" y="1461262"/>
                              </a:lnTo>
                              <a:lnTo>
                                <a:pt x="2495296" y="1464056"/>
                              </a:lnTo>
                              <a:lnTo>
                                <a:pt x="2503551" y="1466850"/>
                              </a:lnTo>
                              <a:lnTo>
                                <a:pt x="2511933" y="1469517"/>
                              </a:lnTo>
                              <a:lnTo>
                                <a:pt x="2520315" y="1472184"/>
                              </a:lnTo>
                              <a:lnTo>
                                <a:pt x="2528570" y="1474597"/>
                              </a:lnTo>
                              <a:lnTo>
                                <a:pt x="2536952" y="1477010"/>
                              </a:lnTo>
                              <a:lnTo>
                                <a:pt x="2545334" y="1479296"/>
                              </a:lnTo>
                              <a:lnTo>
                                <a:pt x="2553716" y="1481582"/>
                              </a:lnTo>
                              <a:lnTo>
                                <a:pt x="2561971" y="1483741"/>
                              </a:lnTo>
                              <a:lnTo>
                                <a:pt x="2570353" y="1485773"/>
                              </a:lnTo>
                              <a:lnTo>
                                <a:pt x="2578735" y="1487805"/>
                              </a:lnTo>
                              <a:lnTo>
                                <a:pt x="2586990" y="1489710"/>
                              </a:lnTo>
                              <a:lnTo>
                                <a:pt x="2595372" y="1491488"/>
                              </a:lnTo>
                              <a:lnTo>
                                <a:pt x="2603754" y="1493266"/>
                              </a:lnTo>
                              <a:lnTo>
                                <a:pt x="2612009" y="1495044"/>
                              </a:lnTo>
                              <a:lnTo>
                                <a:pt x="2620391" y="1496695"/>
                              </a:lnTo>
                              <a:lnTo>
                                <a:pt x="2628773" y="1498219"/>
                              </a:lnTo>
                              <a:lnTo>
                                <a:pt x="2637155" y="1499743"/>
                              </a:lnTo>
                              <a:lnTo>
                                <a:pt x="2645410" y="1501267"/>
                              </a:lnTo>
                              <a:lnTo>
                                <a:pt x="2653792" y="1502664"/>
                              </a:lnTo>
                              <a:lnTo>
                                <a:pt x="2662174" y="1504061"/>
                              </a:lnTo>
                              <a:lnTo>
                                <a:pt x="2670429" y="1505331"/>
                              </a:lnTo>
                              <a:lnTo>
                                <a:pt x="2678811" y="1506601"/>
                              </a:lnTo>
                              <a:lnTo>
                                <a:pt x="2687193" y="1507871"/>
                              </a:lnTo>
                              <a:lnTo>
                                <a:pt x="2695575" y="1509014"/>
                              </a:lnTo>
                              <a:lnTo>
                                <a:pt x="2703830" y="1510157"/>
                              </a:lnTo>
                              <a:lnTo>
                                <a:pt x="2712212" y="1511173"/>
                              </a:lnTo>
                              <a:lnTo>
                                <a:pt x="2720594" y="1512189"/>
                              </a:lnTo>
                              <a:lnTo>
                                <a:pt x="2728849" y="1513205"/>
                              </a:lnTo>
                              <a:lnTo>
                                <a:pt x="2737231" y="1514221"/>
                              </a:lnTo>
                              <a:lnTo>
                                <a:pt x="2745613" y="1515110"/>
                              </a:lnTo>
                              <a:lnTo>
                                <a:pt x="2753995" y="1515999"/>
                              </a:lnTo>
                              <a:lnTo>
                                <a:pt x="2762250" y="1516888"/>
                              </a:lnTo>
                              <a:lnTo>
                                <a:pt x="2770632" y="1517777"/>
                              </a:lnTo>
                              <a:lnTo>
                                <a:pt x="2779014" y="1518539"/>
                              </a:lnTo>
                              <a:lnTo>
                                <a:pt x="2787269" y="1519301"/>
                              </a:lnTo>
                              <a:lnTo>
                                <a:pt x="2795651" y="1520063"/>
                              </a:lnTo>
                              <a:lnTo>
                                <a:pt x="2804033" y="1520698"/>
                              </a:lnTo>
                              <a:lnTo>
                                <a:pt x="2812415" y="1521333"/>
                              </a:lnTo>
                              <a:lnTo>
                                <a:pt x="2820670" y="1522095"/>
                              </a:lnTo>
                              <a:lnTo>
                                <a:pt x="2829052" y="1522730"/>
                              </a:lnTo>
                              <a:lnTo>
                                <a:pt x="2837434" y="1523238"/>
                              </a:lnTo>
                              <a:lnTo>
                                <a:pt x="2845689" y="1523873"/>
                              </a:lnTo>
                              <a:lnTo>
                                <a:pt x="2854071" y="1524381"/>
                              </a:lnTo>
                              <a:lnTo>
                                <a:pt x="2862453" y="1524889"/>
                              </a:lnTo>
                              <a:lnTo>
                                <a:pt x="2870835" y="1525524"/>
                              </a:lnTo>
                              <a:lnTo>
                                <a:pt x="2879090" y="1525905"/>
                              </a:lnTo>
                              <a:lnTo>
                                <a:pt x="2887472" y="1526413"/>
                              </a:lnTo>
                              <a:lnTo>
                                <a:pt x="2895854" y="1526921"/>
                              </a:lnTo>
                              <a:lnTo>
                                <a:pt x="2904109" y="1527302"/>
                              </a:lnTo>
                              <a:lnTo>
                                <a:pt x="2912491" y="1527810"/>
                              </a:lnTo>
                              <a:lnTo>
                                <a:pt x="2920873" y="1528191"/>
                              </a:lnTo>
                              <a:lnTo>
                                <a:pt x="2929128" y="1528572"/>
                              </a:lnTo>
                              <a:lnTo>
                                <a:pt x="2937510" y="1528953"/>
                              </a:lnTo>
                              <a:lnTo>
                                <a:pt x="2945892" y="1529334"/>
                              </a:lnTo>
                              <a:lnTo>
                                <a:pt x="2954274" y="1529588"/>
                              </a:lnTo>
                              <a:lnTo>
                                <a:pt x="2962529" y="1529969"/>
                              </a:lnTo>
                              <a:lnTo>
                                <a:pt x="2970911" y="1530350"/>
                              </a:lnTo>
                              <a:lnTo>
                                <a:pt x="2979293" y="1530604"/>
                              </a:lnTo>
                              <a:lnTo>
                                <a:pt x="2987548" y="1530858"/>
                              </a:lnTo>
                              <a:lnTo>
                                <a:pt x="2995930" y="1531239"/>
                              </a:lnTo>
                              <a:lnTo>
                                <a:pt x="3004312" y="1531493"/>
                              </a:lnTo>
                              <a:lnTo>
                                <a:pt x="3012694" y="1531747"/>
                              </a:lnTo>
                              <a:lnTo>
                                <a:pt x="3020949" y="1532001"/>
                              </a:lnTo>
                              <a:lnTo>
                                <a:pt x="3029331" y="1532255"/>
                              </a:lnTo>
                              <a:lnTo>
                                <a:pt x="3037713" y="1532509"/>
                              </a:lnTo>
                              <a:lnTo>
                                <a:pt x="3045968" y="1532636"/>
                              </a:lnTo>
                              <a:lnTo>
                                <a:pt x="3054350" y="1532890"/>
                              </a:lnTo>
                              <a:lnTo>
                                <a:pt x="3062732" y="1533144"/>
                              </a:lnTo>
                              <a:lnTo>
                                <a:pt x="3071114" y="1533271"/>
                              </a:lnTo>
                              <a:lnTo>
                                <a:pt x="3079369" y="1533525"/>
                              </a:lnTo>
                              <a:lnTo>
                                <a:pt x="3087751" y="1533652"/>
                              </a:lnTo>
                              <a:lnTo>
                                <a:pt x="3096133" y="1533906"/>
                              </a:lnTo>
                              <a:lnTo>
                                <a:pt x="3104388" y="1534033"/>
                              </a:lnTo>
                              <a:lnTo>
                                <a:pt x="3112770" y="1534160"/>
                              </a:lnTo>
                              <a:lnTo>
                                <a:pt x="3121152" y="1534287"/>
                              </a:lnTo>
                              <a:lnTo>
                                <a:pt x="3129534" y="1534541"/>
                              </a:lnTo>
                              <a:lnTo>
                                <a:pt x="3137789" y="1534668"/>
                              </a:lnTo>
                              <a:lnTo>
                                <a:pt x="3146171" y="1534795"/>
                              </a:lnTo>
                              <a:lnTo>
                                <a:pt x="3154553" y="1534922"/>
                              </a:lnTo>
                              <a:lnTo>
                                <a:pt x="3162808" y="1535049"/>
                              </a:lnTo>
                              <a:lnTo>
                                <a:pt x="3171190" y="1535176"/>
                              </a:lnTo>
                              <a:lnTo>
                                <a:pt x="3179572" y="1535303"/>
                              </a:lnTo>
                              <a:lnTo>
                                <a:pt x="3187954" y="1535430"/>
                              </a:lnTo>
                              <a:lnTo>
                                <a:pt x="3196209" y="1535557"/>
                              </a:lnTo>
                              <a:lnTo>
                                <a:pt x="3204591" y="1535557"/>
                              </a:lnTo>
                              <a:lnTo>
                                <a:pt x="3212973" y="1535684"/>
                              </a:lnTo>
                              <a:lnTo>
                                <a:pt x="3221228" y="1535811"/>
                              </a:lnTo>
                              <a:lnTo>
                                <a:pt x="3229610" y="1535938"/>
                              </a:lnTo>
                              <a:lnTo>
                                <a:pt x="3237992" y="1535938"/>
                              </a:lnTo>
                              <a:lnTo>
                                <a:pt x="3246374" y="1536065"/>
                              </a:lnTo>
                              <a:lnTo>
                                <a:pt x="3254629" y="1536192"/>
                              </a:lnTo>
                              <a:lnTo>
                                <a:pt x="3263011" y="1536192"/>
                              </a:lnTo>
                              <a:lnTo>
                                <a:pt x="3271393" y="1536319"/>
                              </a:lnTo>
                              <a:lnTo>
                                <a:pt x="3279648" y="1536319"/>
                              </a:lnTo>
                              <a:lnTo>
                                <a:pt x="3288030" y="1536446"/>
                              </a:lnTo>
                              <a:lnTo>
                                <a:pt x="3296412" y="1536573"/>
                              </a:lnTo>
                              <a:lnTo>
                                <a:pt x="3304667" y="1536573"/>
                              </a:lnTo>
                              <a:lnTo>
                                <a:pt x="3313049" y="1536700"/>
                              </a:lnTo>
                              <a:lnTo>
                                <a:pt x="3321431" y="1536700"/>
                              </a:lnTo>
                              <a:lnTo>
                                <a:pt x="3329813" y="1536700"/>
                              </a:lnTo>
                              <a:lnTo>
                                <a:pt x="3338068" y="1536827"/>
                              </a:lnTo>
                              <a:lnTo>
                                <a:pt x="3346450" y="1536827"/>
                              </a:lnTo>
                              <a:lnTo>
                                <a:pt x="3354832" y="1536954"/>
                              </a:lnTo>
                              <a:lnTo>
                                <a:pt x="3363087" y="1536954"/>
                              </a:lnTo>
                              <a:lnTo>
                                <a:pt x="3371469" y="1537081"/>
                              </a:lnTo>
                              <a:lnTo>
                                <a:pt x="3379851" y="1537081"/>
                              </a:lnTo>
                              <a:lnTo>
                                <a:pt x="3388233" y="1537081"/>
                              </a:lnTo>
                              <a:lnTo>
                                <a:pt x="3396488" y="1537208"/>
                              </a:lnTo>
                              <a:lnTo>
                                <a:pt x="3404870" y="1537208"/>
                              </a:lnTo>
                              <a:lnTo>
                                <a:pt x="3413252" y="1537208"/>
                              </a:lnTo>
                              <a:lnTo>
                                <a:pt x="3421507" y="1537208"/>
                              </a:lnTo>
                              <a:lnTo>
                                <a:pt x="3429889" y="1537335"/>
                              </a:lnTo>
                              <a:lnTo>
                                <a:pt x="3438271" y="1537335"/>
                              </a:lnTo>
                              <a:lnTo>
                                <a:pt x="3446653" y="1537335"/>
                              </a:lnTo>
                              <a:lnTo>
                                <a:pt x="3454908" y="1537462"/>
                              </a:lnTo>
                              <a:lnTo>
                                <a:pt x="3463290" y="1537462"/>
                              </a:lnTo>
                              <a:lnTo>
                                <a:pt x="3471672" y="1537462"/>
                              </a:lnTo>
                              <a:lnTo>
                                <a:pt x="3479927" y="1537462"/>
                              </a:lnTo>
                              <a:lnTo>
                                <a:pt x="3488309" y="1537462"/>
                              </a:lnTo>
                              <a:lnTo>
                                <a:pt x="3496691" y="1537589"/>
                              </a:lnTo>
                              <a:lnTo>
                                <a:pt x="3505073" y="1537589"/>
                              </a:lnTo>
                              <a:lnTo>
                                <a:pt x="3513328" y="1537589"/>
                              </a:lnTo>
                              <a:lnTo>
                                <a:pt x="3521710" y="1537589"/>
                              </a:lnTo>
                              <a:lnTo>
                                <a:pt x="3530092" y="1537589"/>
                              </a:lnTo>
                              <a:lnTo>
                                <a:pt x="3538347" y="1537716"/>
                              </a:lnTo>
                              <a:lnTo>
                                <a:pt x="3546729" y="1537716"/>
                              </a:lnTo>
                              <a:lnTo>
                                <a:pt x="3555111" y="1537716"/>
                              </a:lnTo>
                              <a:lnTo>
                                <a:pt x="3563493" y="1537716"/>
                              </a:lnTo>
                              <a:lnTo>
                                <a:pt x="3571748" y="1537716"/>
                              </a:lnTo>
                              <a:lnTo>
                                <a:pt x="3580130" y="1537716"/>
                              </a:lnTo>
                              <a:lnTo>
                                <a:pt x="3588512" y="1537716"/>
                              </a:lnTo>
                              <a:lnTo>
                                <a:pt x="3596767" y="1537843"/>
                              </a:lnTo>
                              <a:lnTo>
                                <a:pt x="3605149" y="1537843"/>
                              </a:lnTo>
                              <a:lnTo>
                                <a:pt x="3613531" y="1537843"/>
                              </a:lnTo>
                              <a:lnTo>
                                <a:pt x="3621786" y="1537843"/>
                              </a:lnTo>
                              <a:lnTo>
                                <a:pt x="3630168" y="1537843"/>
                              </a:lnTo>
                              <a:lnTo>
                                <a:pt x="3638550" y="1537843"/>
                              </a:lnTo>
                              <a:lnTo>
                                <a:pt x="3646932" y="1537843"/>
                              </a:lnTo>
                              <a:lnTo>
                                <a:pt x="3655187" y="1537843"/>
                              </a:lnTo>
                              <a:lnTo>
                                <a:pt x="3663569" y="1537843"/>
                              </a:lnTo>
                              <a:lnTo>
                                <a:pt x="3671951" y="1537843"/>
                              </a:lnTo>
                              <a:lnTo>
                                <a:pt x="3680206" y="1537970"/>
                              </a:lnTo>
                              <a:lnTo>
                                <a:pt x="3688588" y="1537970"/>
                              </a:lnTo>
                              <a:lnTo>
                                <a:pt x="3696970" y="1537970"/>
                              </a:lnTo>
                              <a:lnTo>
                                <a:pt x="3705352" y="1537970"/>
                              </a:lnTo>
                              <a:lnTo>
                                <a:pt x="3713607" y="1537970"/>
                              </a:lnTo>
                              <a:lnTo>
                                <a:pt x="3721989" y="1537970"/>
                              </a:lnTo>
                              <a:lnTo>
                                <a:pt x="3730371" y="1537970"/>
                              </a:lnTo>
                              <a:lnTo>
                                <a:pt x="3738626" y="1537970"/>
                              </a:lnTo>
                              <a:lnTo>
                                <a:pt x="3747008" y="1537970"/>
                              </a:lnTo>
                              <a:lnTo>
                                <a:pt x="3755390" y="1537970"/>
                              </a:lnTo>
                              <a:lnTo>
                                <a:pt x="3763772" y="1537970"/>
                              </a:lnTo>
                              <a:lnTo>
                                <a:pt x="3772027" y="1537970"/>
                              </a:lnTo>
                              <a:lnTo>
                                <a:pt x="3780409" y="1537970"/>
                              </a:lnTo>
                              <a:lnTo>
                                <a:pt x="3788791" y="1537970"/>
                              </a:lnTo>
                              <a:lnTo>
                                <a:pt x="3797046" y="1537970"/>
                              </a:lnTo>
                              <a:lnTo>
                                <a:pt x="3805428" y="1537970"/>
                              </a:lnTo>
                              <a:lnTo>
                                <a:pt x="3813810" y="1538097"/>
                              </a:lnTo>
                              <a:lnTo>
                                <a:pt x="3822192" y="1538097"/>
                              </a:lnTo>
                              <a:lnTo>
                                <a:pt x="3830447" y="1538097"/>
                              </a:lnTo>
                              <a:lnTo>
                                <a:pt x="3838829" y="1538097"/>
                              </a:lnTo>
                              <a:lnTo>
                                <a:pt x="3847211" y="1538097"/>
                              </a:lnTo>
                              <a:lnTo>
                                <a:pt x="3855466" y="1538097"/>
                              </a:lnTo>
                              <a:lnTo>
                                <a:pt x="3863848" y="1538097"/>
                              </a:lnTo>
                              <a:lnTo>
                                <a:pt x="3872230" y="1538097"/>
                              </a:lnTo>
                              <a:lnTo>
                                <a:pt x="3880612" y="1538097"/>
                              </a:lnTo>
                              <a:lnTo>
                                <a:pt x="3888867" y="1538097"/>
                              </a:lnTo>
                              <a:lnTo>
                                <a:pt x="3897249" y="1538097"/>
                              </a:lnTo>
                              <a:lnTo>
                                <a:pt x="3905631" y="1538097"/>
                              </a:lnTo>
                              <a:lnTo>
                                <a:pt x="3913886" y="1538097"/>
                              </a:lnTo>
                              <a:lnTo>
                                <a:pt x="3922268" y="1538097"/>
                              </a:lnTo>
                              <a:lnTo>
                                <a:pt x="3930650" y="1538097"/>
                              </a:lnTo>
                              <a:lnTo>
                                <a:pt x="3938905" y="1538097"/>
                              </a:lnTo>
                              <a:lnTo>
                                <a:pt x="3947287" y="1538097"/>
                              </a:lnTo>
                              <a:lnTo>
                                <a:pt x="3955669" y="1538097"/>
                              </a:lnTo>
                              <a:lnTo>
                                <a:pt x="3964051" y="1538097"/>
                              </a:lnTo>
                              <a:lnTo>
                                <a:pt x="3972306" y="1538097"/>
                              </a:lnTo>
                              <a:lnTo>
                                <a:pt x="3980688" y="1538097"/>
                              </a:lnTo>
                              <a:lnTo>
                                <a:pt x="3989070" y="1538097"/>
                              </a:lnTo>
                              <a:lnTo>
                                <a:pt x="3997325" y="1538097"/>
                              </a:lnTo>
                              <a:lnTo>
                                <a:pt x="4005707" y="1538097"/>
                              </a:lnTo>
                              <a:lnTo>
                                <a:pt x="4014089" y="1538097"/>
                              </a:lnTo>
                              <a:lnTo>
                                <a:pt x="4022471" y="1538097"/>
                              </a:lnTo>
                              <a:lnTo>
                                <a:pt x="4030726" y="1538097"/>
                              </a:lnTo>
                              <a:lnTo>
                                <a:pt x="4039108" y="1538097"/>
                              </a:lnTo>
                              <a:lnTo>
                                <a:pt x="4047490" y="1538097"/>
                              </a:lnTo>
                              <a:lnTo>
                                <a:pt x="4055745" y="1538097"/>
                              </a:lnTo>
                              <a:lnTo>
                                <a:pt x="4064127" y="1538097"/>
                              </a:lnTo>
                              <a:lnTo>
                                <a:pt x="4072509" y="1538097"/>
                              </a:lnTo>
                              <a:lnTo>
                                <a:pt x="4080891" y="1538097"/>
                              </a:lnTo>
                              <a:lnTo>
                                <a:pt x="4089146" y="1538097"/>
                              </a:lnTo>
                              <a:lnTo>
                                <a:pt x="4097528" y="1538097"/>
                              </a:lnTo>
                              <a:lnTo>
                                <a:pt x="4105910" y="1538097"/>
                              </a:lnTo>
                              <a:lnTo>
                                <a:pt x="4114165" y="1538097"/>
                              </a:lnTo>
                              <a:lnTo>
                                <a:pt x="4122547" y="1538097"/>
                              </a:lnTo>
                              <a:lnTo>
                                <a:pt x="4130929" y="1538097"/>
                              </a:lnTo>
                              <a:lnTo>
                                <a:pt x="4139311" y="1538097"/>
                              </a:lnTo>
                              <a:lnTo>
                                <a:pt x="4147566" y="1538097"/>
                              </a:lnTo>
                              <a:lnTo>
                                <a:pt x="4155948" y="1538097"/>
                              </a:lnTo>
                              <a:lnTo>
                                <a:pt x="4164330" y="1538097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CAE0AB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31" name="Freeform 30">
                          <a:extLst>
                            <a:ext uri="{FF2B5EF4-FFF2-40B4-BE49-F238E27FC236}">
                              <a16:creationId xmlns:a16="http://schemas.microsoft.com/office/drawing/2014/main" id="{8529FC2A-A1B4-EF8E-C109-CF49F1400C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479262"/>
                          <a:ext cx="4164329" cy="1538097"/>
                        </a:xfrm>
                        <a:custGeom>
                          <a:avLst/>
                          <a:gdLst>
                            <a:gd name="csX0" fmla="*/ 0 w 4164329"/>
                            <a:gd name="csY0" fmla="*/ 0 h 1538097"/>
                            <a:gd name="csX1" fmla="*/ 8382 w 4164329"/>
                            <a:gd name="csY1" fmla="*/ 0 h 1538097"/>
                            <a:gd name="csX2" fmla="*/ 16637 w 4164329"/>
                            <a:gd name="csY2" fmla="*/ 0 h 1538097"/>
                            <a:gd name="csX3" fmla="*/ 25019 w 4164329"/>
                            <a:gd name="csY3" fmla="*/ 0 h 1538097"/>
                            <a:gd name="csX4" fmla="*/ 33401 w 4164329"/>
                            <a:gd name="csY4" fmla="*/ 0 h 1538097"/>
                            <a:gd name="csX5" fmla="*/ 41783 w 4164329"/>
                            <a:gd name="csY5" fmla="*/ 0 h 1538097"/>
                            <a:gd name="csX6" fmla="*/ 50038 w 4164329"/>
                            <a:gd name="csY6" fmla="*/ 0 h 1538097"/>
                            <a:gd name="csX7" fmla="*/ 58420 w 4164329"/>
                            <a:gd name="csY7" fmla="*/ 127 h 1538097"/>
                            <a:gd name="csX8" fmla="*/ 66802 w 4164329"/>
                            <a:gd name="csY8" fmla="*/ 127 h 1538097"/>
                            <a:gd name="csX9" fmla="*/ 75057 w 4164329"/>
                            <a:gd name="csY9" fmla="*/ 127 h 1538097"/>
                            <a:gd name="csX10" fmla="*/ 83439 w 4164329"/>
                            <a:gd name="csY10" fmla="*/ 127 h 1538097"/>
                            <a:gd name="csX11" fmla="*/ 91821 w 4164329"/>
                            <a:gd name="csY11" fmla="*/ 127 h 1538097"/>
                            <a:gd name="csX12" fmla="*/ 100203 w 4164329"/>
                            <a:gd name="csY12" fmla="*/ 127 h 1538097"/>
                            <a:gd name="csX13" fmla="*/ 108458 w 4164329"/>
                            <a:gd name="csY13" fmla="*/ 127 h 1538097"/>
                            <a:gd name="csX14" fmla="*/ 116840 w 4164329"/>
                            <a:gd name="csY14" fmla="*/ 127 h 1538097"/>
                            <a:gd name="csX15" fmla="*/ 125222 w 4164329"/>
                            <a:gd name="csY15" fmla="*/ 127 h 1538097"/>
                            <a:gd name="csX16" fmla="*/ 133477 w 4164329"/>
                            <a:gd name="csY16" fmla="*/ 127 h 1538097"/>
                            <a:gd name="csX17" fmla="*/ 141859 w 4164329"/>
                            <a:gd name="csY17" fmla="*/ 254 h 1538097"/>
                            <a:gd name="csX18" fmla="*/ 150241 w 4164329"/>
                            <a:gd name="csY18" fmla="*/ 254 h 1538097"/>
                            <a:gd name="csX19" fmla="*/ 158623 w 4164329"/>
                            <a:gd name="csY19" fmla="*/ 254 h 1538097"/>
                            <a:gd name="csX20" fmla="*/ 166878 w 4164329"/>
                            <a:gd name="csY20" fmla="*/ 254 h 1538097"/>
                            <a:gd name="csX21" fmla="*/ 175260 w 4164329"/>
                            <a:gd name="csY21" fmla="*/ 254 h 1538097"/>
                            <a:gd name="csX22" fmla="*/ 183642 w 4164329"/>
                            <a:gd name="csY22" fmla="*/ 254 h 1538097"/>
                            <a:gd name="csX23" fmla="*/ 191897 w 4164329"/>
                            <a:gd name="csY23" fmla="*/ 254 h 1538097"/>
                            <a:gd name="csX24" fmla="*/ 200279 w 4164329"/>
                            <a:gd name="csY24" fmla="*/ 381 h 1538097"/>
                            <a:gd name="csX25" fmla="*/ 208661 w 4164329"/>
                            <a:gd name="csY25" fmla="*/ 381 h 1538097"/>
                            <a:gd name="csX26" fmla="*/ 217043 w 4164329"/>
                            <a:gd name="csY26" fmla="*/ 381 h 1538097"/>
                            <a:gd name="csX27" fmla="*/ 225298 w 4164329"/>
                            <a:gd name="csY27" fmla="*/ 381 h 1538097"/>
                            <a:gd name="csX28" fmla="*/ 233680 w 4164329"/>
                            <a:gd name="csY28" fmla="*/ 381 h 1538097"/>
                            <a:gd name="csX29" fmla="*/ 242062 w 4164329"/>
                            <a:gd name="csY29" fmla="*/ 381 h 1538097"/>
                            <a:gd name="csX30" fmla="*/ 250317 w 4164329"/>
                            <a:gd name="csY30" fmla="*/ 508 h 1538097"/>
                            <a:gd name="csX31" fmla="*/ 258699 w 4164329"/>
                            <a:gd name="csY31" fmla="*/ 508 h 1538097"/>
                            <a:gd name="csX32" fmla="*/ 267081 w 4164329"/>
                            <a:gd name="csY32" fmla="*/ 508 h 1538097"/>
                            <a:gd name="csX33" fmla="*/ 275463 w 4164329"/>
                            <a:gd name="csY33" fmla="*/ 508 h 1538097"/>
                            <a:gd name="csX34" fmla="*/ 283718 w 4164329"/>
                            <a:gd name="csY34" fmla="*/ 508 h 1538097"/>
                            <a:gd name="csX35" fmla="*/ 292100 w 4164329"/>
                            <a:gd name="csY35" fmla="*/ 635 h 1538097"/>
                            <a:gd name="csX36" fmla="*/ 300482 w 4164329"/>
                            <a:gd name="csY36" fmla="*/ 635 h 1538097"/>
                            <a:gd name="csX37" fmla="*/ 308737 w 4164329"/>
                            <a:gd name="csY37" fmla="*/ 635 h 1538097"/>
                            <a:gd name="csX38" fmla="*/ 317119 w 4164329"/>
                            <a:gd name="csY38" fmla="*/ 635 h 1538097"/>
                            <a:gd name="csX39" fmla="*/ 325501 w 4164329"/>
                            <a:gd name="csY39" fmla="*/ 762 h 1538097"/>
                            <a:gd name="csX40" fmla="*/ 333756 w 4164329"/>
                            <a:gd name="csY40" fmla="*/ 762 h 1538097"/>
                            <a:gd name="csX41" fmla="*/ 342138 w 4164329"/>
                            <a:gd name="csY41" fmla="*/ 762 h 1538097"/>
                            <a:gd name="csX42" fmla="*/ 350520 w 4164329"/>
                            <a:gd name="csY42" fmla="*/ 889 h 1538097"/>
                            <a:gd name="csX43" fmla="*/ 358902 w 4164329"/>
                            <a:gd name="csY43" fmla="*/ 889 h 1538097"/>
                            <a:gd name="csX44" fmla="*/ 367157 w 4164329"/>
                            <a:gd name="csY44" fmla="*/ 889 h 1538097"/>
                            <a:gd name="csX45" fmla="*/ 375539 w 4164329"/>
                            <a:gd name="csY45" fmla="*/ 1016 h 1538097"/>
                            <a:gd name="csX46" fmla="*/ 383921 w 4164329"/>
                            <a:gd name="csY46" fmla="*/ 1016 h 1538097"/>
                            <a:gd name="csX47" fmla="*/ 392176 w 4164329"/>
                            <a:gd name="csY47" fmla="*/ 1016 h 1538097"/>
                            <a:gd name="csX48" fmla="*/ 400558 w 4164329"/>
                            <a:gd name="csY48" fmla="*/ 1143 h 1538097"/>
                            <a:gd name="csX49" fmla="*/ 408940 w 4164329"/>
                            <a:gd name="csY49" fmla="*/ 1143 h 1538097"/>
                            <a:gd name="csX50" fmla="*/ 417322 w 4164329"/>
                            <a:gd name="csY50" fmla="*/ 1270 h 1538097"/>
                            <a:gd name="csX51" fmla="*/ 425577 w 4164329"/>
                            <a:gd name="csY51" fmla="*/ 1270 h 1538097"/>
                            <a:gd name="csX52" fmla="*/ 433959 w 4164329"/>
                            <a:gd name="csY52" fmla="*/ 1397 h 1538097"/>
                            <a:gd name="csX53" fmla="*/ 442341 w 4164329"/>
                            <a:gd name="csY53" fmla="*/ 1397 h 1538097"/>
                            <a:gd name="csX54" fmla="*/ 450596 w 4164329"/>
                            <a:gd name="csY54" fmla="*/ 1524 h 1538097"/>
                            <a:gd name="csX55" fmla="*/ 458978 w 4164329"/>
                            <a:gd name="csY55" fmla="*/ 1524 h 1538097"/>
                            <a:gd name="csX56" fmla="*/ 467360 w 4164329"/>
                            <a:gd name="csY56" fmla="*/ 1651 h 1538097"/>
                            <a:gd name="csX57" fmla="*/ 475742 w 4164329"/>
                            <a:gd name="csY57" fmla="*/ 1651 h 1538097"/>
                            <a:gd name="csX58" fmla="*/ 483997 w 4164329"/>
                            <a:gd name="csY58" fmla="*/ 1778 h 1538097"/>
                            <a:gd name="csX59" fmla="*/ 492379 w 4164329"/>
                            <a:gd name="csY59" fmla="*/ 1778 h 1538097"/>
                            <a:gd name="csX60" fmla="*/ 500761 w 4164329"/>
                            <a:gd name="csY60" fmla="*/ 1905 h 1538097"/>
                            <a:gd name="csX61" fmla="*/ 509016 w 4164329"/>
                            <a:gd name="csY61" fmla="*/ 2032 h 1538097"/>
                            <a:gd name="csX62" fmla="*/ 517398 w 4164329"/>
                            <a:gd name="csY62" fmla="*/ 2159 h 1538097"/>
                            <a:gd name="csX63" fmla="*/ 525780 w 4164329"/>
                            <a:gd name="csY63" fmla="*/ 2159 h 1538097"/>
                            <a:gd name="csX64" fmla="*/ 534162 w 4164329"/>
                            <a:gd name="csY64" fmla="*/ 2286 h 1538097"/>
                            <a:gd name="csX65" fmla="*/ 542417 w 4164329"/>
                            <a:gd name="csY65" fmla="*/ 2413 h 1538097"/>
                            <a:gd name="csX66" fmla="*/ 550799 w 4164329"/>
                            <a:gd name="csY66" fmla="*/ 2540 h 1538097"/>
                            <a:gd name="csX67" fmla="*/ 559181 w 4164329"/>
                            <a:gd name="csY67" fmla="*/ 2540 h 1538097"/>
                            <a:gd name="csX68" fmla="*/ 567436 w 4164329"/>
                            <a:gd name="csY68" fmla="*/ 2667 h 1538097"/>
                            <a:gd name="csX69" fmla="*/ 575818 w 4164329"/>
                            <a:gd name="csY69" fmla="*/ 2794 h 1538097"/>
                            <a:gd name="csX70" fmla="*/ 584200 w 4164329"/>
                            <a:gd name="csY70" fmla="*/ 2921 h 1538097"/>
                            <a:gd name="csX71" fmla="*/ 592582 w 4164329"/>
                            <a:gd name="csY71" fmla="*/ 3048 h 1538097"/>
                            <a:gd name="csX72" fmla="*/ 600837 w 4164329"/>
                            <a:gd name="csY72" fmla="*/ 3175 h 1538097"/>
                            <a:gd name="csX73" fmla="*/ 609219 w 4164329"/>
                            <a:gd name="csY73" fmla="*/ 3302 h 1538097"/>
                            <a:gd name="csX74" fmla="*/ 617601 w 4164329"/>
                            <a:gd name="csY74" fmla="*/ 3556 h 1538097"/>
                            <a:gd name="csX75" fmla="*/ 625856 w 4164329"/>
                            <a:gd name="csY75" fmla="*/ 3683 h 1538097"/>
                            <a:gd name="csX76" fmla="*/ 634238 w 4164329"/>
                            <a:gd name="csY76" fmla="*/ 3810 h 1538097"/>
                            <a:gd name="csX77" fmla="*/ 642620 w 4164329"/>
                            <a:gd name="csY77" fmla="*/ 3937 h 1538097"/>
                            <a:gd name="csX78" fmla="*/ 651002 w 4164329"/>
                            <a:gd name="csY78" fmla="*/ 4191 h 1538097"/>
                            <a:gd name="csX79" fmla="*/ 659257 w 4164329"/>
                            <a:gd name="csY79" fmla="*/ 4318 h 1538097"/>
                            <a:gd name="csX80" fmla="*/ 667639 w 4164329"/>
                            <a:gd name="csY80" fmla="*/ 4445 h 1538097"/>
                            <a:gd name="csX81" fmla="*/ 676021 w 4164329"/>
                            <a:gd name="csY81" fmla="*/ 4699 h 1538097"/>
                            <a:gd name="csX82" fmla="*/ 684276 w 4164329"/>
                            <a:gd name="csY82" fmla="*/ 4826 h 1538097"/>
                            <a:gd name="csX83" fmla="*/ 692658 w 4164329"/>
                            <a:gd name="csY83" fmla="*/ 5080 h 1538097"/>
                            <a:gd name="csX84" fmla="*/ 701040 w 4164329"/>
                            <a:gd name="csY84" fmla="*/ 5334 h 1538097"/>
                            <a:gd name="csX85" fmla="*/ 709295 w 4164329"/>
                            <a:gd name="csY85" fmla="*/ 5588 h 1538097"/>
                            <a:gd name="csX86" fmla="*/ 717677 w 4164329"/>
                            <a:gd name="csY86" fmla="*/ 5715 h 1538097"/>
                            <a:gd name="csX87" fmla="*/ 726059 w 4164329"/>
                            <a:gd name="csY87" fmla="*/ 5969 h 1538097"/>
                            <a:gd name="csX88" fmla="*/ 734441 w 4164329"/>
                            <a:gd name="csY88" fmla="*/ 6223 h 1538097"/>
                            <a:gd name="csX89" fmla="*/ 742696 w 4164329"/>
                            <a:gd name="csY89" fmla="*/ 6477 h 1538097"/>
                            <a:gd name="csX90" fmla="*/ 751078 w 4164329"/>
                            <a:gd name="csY90" fmla="*/ 6731 h 1538097"/>
                            <a:gd name="csX91" fmla="*/ 759460 w 4164329"/>
                            <a:gd name="csY91" fmla="*/ 7112 h 1538097"/>
                            <a:gd name="csX92" fmla="*/ 767715 w 4164329"/>
                            <a:gd name="csY92" fmla="*/ 7366 h 1538097"/>
                            <a:gd name="csX93" fmla="*/ 776097 w 4164329"/>
                            <a:gd name="csY93" fmla="*/ 7620 h 1538097"/>
                            <a:gd name="csX94" fmla="*/ 784479 w 4164329"/>
                            <a:gd name="csY94" fmla="*/ 8001 h 1538097"/>
                            <a:gd name="csX95" fmla="*/ 792861 w 4164329"/>
                            <a:gd name="csY95" fmla="*/ 8382 h 1538097"/>
                            <a:gd name="csX96" fmla="*/ 801116 w 4164329"/>
                            <a:gd name="csY96" fmla="*/ 8636 h 1538097"/>
                            <a:gd name="csX97" fmla="*/ 809498 w 4164329"/>
                            <a:gd name="csY97" fmla="*/ 9017 h 1538097"/>
                            <a:gd name="csX98" fmla="*/ 817880 w 4164329"/>
                            <a:gd name="csY98" fmla="*/ 9398 h 1538097"/>
                            <a:gd name="csX99" fmla="*/ 826135 w 4164329"/>
                            <a:gd name="csY99" fmla="*/ 9779 h 1538097"/>
                            <a:gd name="csX100" fmla="*/ 834517 w 4164329"/>
                            <a:gd name="csY100" fmla="*/ 10160 h 1538097"/>
                            <a:gd name="csX101" fmla="*/ 842899 w 4164329"/>
                            <a:gd name="csY101" fmla="*/ 10668 h 1538097"/>
                            <a:gd name="csX102" fmla="*/ 851281 w 4164329"/>
                            <a:gd name="csY102" fmla="*/ 11049 h 1538097"/>
                            <a:gd name="csX103" fmla="*/ 859536 w 4164329"/>
                            <a:gd name="csY103" fmla="*/ 11557 h 1538097"/>
                            <a:gd name="csX104" fmla="*/ 867918 w 4164329"/>
                            <a:gd name="csY104" fmla="*/ 11938 h 1538097"/>
                            <a:gd name="csX105" fmla="*/ 876300 w 4164329"/>
                            <a:gd name="csY105" fmla="*/ 12446 h 1538097"/>
                            <a:gd name="csX106" fmla="*/ 884555 w 4164329"/>
                            <a:gd name="csY106" fmla="*/ 12954 h 1538097"/>
                            <a:gd name="csX107" fmla="*/ 892937 w 4164329"/>
                            <a:gd name="csY107" fmla="*/ 13589 h 1538097"/>
                            <a:gd name="csX108" fmla="*/ 901319 w 4164329"/>
                            <a:gd name="csY108" fmla="*/ 14097 h 1538097"/>
                            <a:gd name="csX109" fmla="*/ 909701 w 4164329"/>
                            <a:gd name="csY109" fmla="*/ 14605 h 1538097"/>
                            <a:gd name="csX110" fmla="*/ 917956 w 4164329"/>
                            <a:gd name="csY110" fmla="*/ 15240 h 1538097"/>
                            <a:gd name="csX111" fmla="*/ 926338 w 4164329"/>
                            <a:gd name="csY111" fmla="*/ 15875 h 1538097"/>
                            <a:gd name="csX112" fmla="*/ 934720 w 4164329"/>
                            <a:gd name="csY112" fmla="*/ 16510 h 1538097"/>
                            <a:gd name="csX113" fmla="*/ 942975 w 4164329"/>
                            <a:gd name="csY113" fmla="*/ 17272 h 1538097"/>
                            <a:gd name="csX114" fmla="*/ 951357 w 4164329"/>
                            <a:gd name="csY114" fmla="*/ 17907 h 1538097"/>
                            <a:gd name="csX115" fmla="*/ 959739 w 4164329"/>
                            <a:gd name="csY115" fmla="*/ 18669 h 1538097"/>
                            <a:gd name="csX116" fmla="*/ 968121 w 4164329"/>
                            <a:gd name="csY116" fmla="*/ 19431 h 1538097"/>
                            <a:gd name="csX117" fmla="*/ 976376 w 4164329"/>
                            <a:gd name="csY117" fmla="*/ 20193 h 1538097"/>
                            <a:gd name="csX118" fmla="*/ 984758 w 4164329"/>
                            <a:gd name="csY118" fmla="*/ 21082 h 1538097"/>
                            <a:gd name="csX119" fmla="*/ 993140 w 4164329"/>
                            <a:gd name="csY119" fmla="*/ 21844 h 1538097"/>
                            <a:gd name="csX120" fmla="*/ 1001395 w 4164329"/>
                            <a:gd name="csY120" fmla="*/ 22733 h 1538097"/>
                            <a:gd name="csX121" fmla="*/ 1009777 w 4164329"/>
                            <a:gd name="csY121" fmla="*/ 23749 h 1538097"/>
                            <a:gd name="csX122" fmla="*/ 1018159 w 4164329"/>
                            <a:gd name="csY122" fmla="*/ 24638 h 1538097"/>
                            <a:gd name="csX123" fmla="*/ 1026414 w 4164329"/>
                            <a:gd name="csY123" fmla="*/ 25654 h 1538097"/>
                            <a:gd name="csX124" fmla="*/ 1034796 w 4164329"/>
                            <a:gd name="csY124" fmla="*/ 26670 h 1538097"/>
                            <a:gd name="csX125" fmla="*/ 1043178 w 4164329"/>
                            <a:gd name="csY125" fmla="*/ 27813 h 1538097"/>
                            <a:gd name="csX126" fmla="*/ 1051560 w 4164329"/>
                            <a:gd name="csY126" fmla="*/ 28829 h 1538097"/>
                            <a:gd name="csX127" fmla="*/ 1059815 w 4164329"/>
                            <a:gd name="csY127" fmla="*/ 30099 h 1538097"/>
                            <a:gd name="csX128" fmla="*/ 1068197 w 4164329"/>
                            <a:gd name="csY128" fmla="*/ 31242 h 1538097"/>
                            <a:gd name="csX129" fmla="*/ 1076579 w 4164329"/>
                            <a:gd name="csY129" fmla="*/ 32512 h 1538097"/>
                            <a:gd name="csX130" fmla="*/ 1084834 w 4164329"/>
                            <a:gd name="csY130" fmla="*/ 33782 h 1538097"/>
                            <a:gd name="csX131" fmla="*/ 1093216 w 4164329"/>
                            <a:gd name="csY131" fmla="*/ 35179 h 1538097"/>
                            <a:gd name="csX132" fmla="*/ 1101598 w 4164329"/>
                            <a:gd name="csY132" fmla="*/ 36576 h 1538097"/>
                            <a:gd name="csX133" fmla="*/ 1109980 w 4164329"/>
                            <a:gd name="csY133" fmla="*/ 38100 h 1538097"/>
                            <a:gd name="csX134" fmla="*/ 1118235 w 4164329"/>
                            <a:gd name="csY134" fmla="*/ 39624 h 1538097"/>
                            <a:gd name="csX135" fmla="*/ 1126617 w 4164329"/>
                            <a:gd name="csY135" fmla="*/ 41148 h 1538097"/>
                            <a:gd name="csX136" fmla="*/ 1134999 w 4164329"/>
                            <a:gd name="csY136" fmla="*/ 42799 h 1538097"/>
                            <a:gd name="csX137" fmla="*/ 1143254 w 4164329"/>
                            <a:gd name="csY137" fmla="*/ 44577 h 1538097"/>
                            <a:gd name="csX138" fmla="*/ 1151636 w 4164329"/>
                            <a:gd name="csY138" fmla="*/ 46355 h 1538097"/>
                            <a:gd name="csX139" fmla="*/ 1160018 w 4164329"/>
                            <a:gd name="csY139" fmla="*/ 48133 h 1538097"/>
                            <a:gd name="csX140" fmla="*/ 1168400 w 4164329"/>
                            <a:gd name="csY140" fmla="*/ 50038 h 1538097"/>
                            <a:gd name="csX141" fmla="*/ 1176655 w 4164329"/>
                            <a:gd name="csY141" fmla="*/ 52070 h 1538097"/>
                            <a:gd name="csX142" fmla="*/ 1185037 w 4164329"/>
                            <a:gd name="csY142" fmla="*/ 54102 h 1538097"/>
                            <a:gd name="csX143" fmla="*/ 1193419 w 4164329"/>
                            <a:gd name="csY143" fmla="*/ 56261 h 1538097"/>
                            <a:gd name="csX144" fmla="*/ 1201674 w 4164329"/>
                            <a:gd name="csY144" fmla="*/ 58420 h 1538097"/>
                            <a:gd name="csX145" fmla="*/ 1210056 w 4164329"/>
                            <a:gd name="csY145" fmla="*/ 60706 h 1538097"/>
                            <a:gd name="csX146" fmla="*/ 1218438 w 4164329"/>
                            <a:gd name="csY146" fmla="*/ 63119 h 1538097"/>
                            <a:gd name="csX147" fmla="*/ 1226820 w 4164329"/>
                            <a:gd name="csY147" fmla="*/ 65659 h 1538097"/>
                            <a:gd name="csX148" fmla="*/ 1235075 w 4164329"/>
                            <a:gd name="csY148" fmla="*/ 68199 h 1538097"/>
                            <a:gd name="csX149" fmla="*/ 1243457 w 4164329"/>
                            <a:gd name="csY149" fmla="*/ 70866 h 1538097"/>
                            <a:gd name="csX150" fmla="*/ 1251839 w 4164329"/>
                            <a:gd name="csY150" fmla="*/ 73660 h 1538097"/>
                            <a:gd name="csX151" fmla="*/ 1260094 w 4164329"/>
                            <a:gd name="csY151" fmla="*/ 76454 h 1538097"/>
                            <a:gd name="csX152" fmla="*/ 1268476 w 4164329"/>
                            <a:gd name="csY152" fmla="*/ 79502 h 1538097"/>
                            <a:gd name="csX153" fmla="*/ 1276858 w 4164329"/>
                            <a:gd name="csY153" fmla="*/ 82550 h 1538097"/>
                            <a:gd name="csX154" fmla="*/ 1285240 w 4164329"/>
                            <a:gd name="csY154" fmla="*/ 85725 h 1538097"/>
                            <a:gd name="csX155" fmla="*/ 1293495 w 4164329"/>
                            <a:gd name="csY155" fmla="*/ 89027 h 1538097"/>
                            <a:gd name="csX156" fmla="*/ 1301877 w 4164329"/>
                            <a:gd name="csY156" fmla="*/ 92456 h 1538097"/>
                            <a:gd name="csX157" fmla="*/ 1310259 w 4164329"/>
                            <a:gd name="csY157" fmla="*/ 96012 h 1538097"/>
                            <a:gd name="csX158" fmla="*/ 1318514 w 4164329"/>
                            <a:gd name="csY158" fmla="*/ 99695 h 1538097"/>
                            <a:gd name="csX159" fmla="*/ 1326896 w 4164329"/>
                            <a:gd name="csY159" fmla="*/ 103505 h 1538097"/>
                            <a:gd name="csX160" fmla="*/ 1335278 w 4164329"/>
                            <a:gd name="csY160" fmla="*/ 107442 h 1538097"/>
                            <a:gd name="csX161" fmla="*/ 1343533 w 4164329"/>
                            <a:gd name="csY161" fmla="*/ 111506 h 1538097"/>
                            <a:gd name="csX162" fmla="*/ 1351915 w 4164329"/>
                            <a:gd name="csY162" fmla="*/ 115824 h 1538097"/>
                            <a:gd name="csX163" fmla="*/ 1360297 w 4164329"/>
                            <a:gd name="csY163" fmla="*/ 120142 h 1538097"/>
                            <a:gd name="csX164" fmla="*/ 1368679 w 4164329"/>
                            <a:gd name="csY164" fmla="*/ 124714 h 1538097"/>
                            <a:gd name="csX165" fmla="*/ 1376934 w 4164329"/>
                            <a:gd name="csY165" fmla="*/ 129286 h 1538097"/>
                            <a:gd name="csX166" fmla="*/ 1385316 w 4164329"/>
                            <a:gd name="csY166" fmla="*/ 134112 h 1538097"/>
                            <a:gd name="csX167" fmla="*/ 1393698 w 4164329"/>
                            <a:gd name="csY167" fmla="*/ 139192 h 1538097"/>
                            <a:gd name="csX168" fmla="*/ 1401953 w 4164329"/>
                            <a:gd name="csY168" fmla="*/ 144272 h 1538097"/>
                            <a:gd name="csX169" fmla="*/ 1410335 w 4164329"/>
                            <a:gd name="csY169" fmla="*/ 149606 h 1538097"/>
                            <a:gd name="csX170" fmla="*/ 1418717 w 4164329"/>
                            <a:gd name="csY170" fmla="*/ 155194 h 1538097"/>
                            <a:gd name="csX171" fmla="*/ 1427099 w 4164329"/>
                            <a:gd name="csY171" fmla="*/ 160909 h 1538097"/>
                            <a:gd name="csX172" fmla="*/ 1435354 w 4164329"/>
                            <a:gd name="csY172" fmla="*/ 166751 h 1538097"/>
                            <a:gd name="csX173" fmla="*/ 1443736 w 4164329"/>
                            <a:gd name="csY173" fmla="*/ 172720 h 1538097"/>
                            <a:gd name="csX174" fmla="*/ 1452118 w 4164329"/>
                            <a:gd name="csY174" fmla="*/ 179070 h 1538097"/>
                            <a:gd name="csX175" fmla="*/ 1460373 w 4164329"/>
                            <a:gd name="csY175" fmla="*/ 185420 h 1538097"/>
                            <a:gd name="csX176" fmla="*/ 1468755 w 4164329"/>
                            <a:gd name="csY176" fmla="*/ 192151 h 1538097"/>
                            <a:gd name="csX177" fmla="*/ 1477137 w 4164329"/>
                            <a:gd name="csY177" fmla="*/ 199009 h 1538097"/>
                            <a:gd name="csX178" fmla="*/ 1485519 w 4164329"/>
                            <a:gd name="csY178" fmla="*/ 205994 h 1538097"/>
                            <a:gd name="csX179" fmla="*/ 1493774 w 4164329"/>
                            <a:gd name="csY179" fmla="*/ 213233 h 1538097"/>
                            <a:gd name="csX180" fmla="*/ 1502156 w 4164329"/>
                            <a:gd name="csY180" fmla="*/ 220726 h 1538097"/>
                            <a:gd name="csX181" fmla="*/ 1510538 w 4164329"/>
                            <a:gd name="csY181" fmla="*/ 228473 h 1538097"/>
                            <a:gd name="csX182" fmla="*/ 1518793 w 4164329"/>
                            <a:gd name="csY182" fmla="*/ 236347 h 1538097"/>
                            <a:gd name="csX183" fmla="*/ 1527175 w 4164329"/>
                            <a:gd name="csY183" fmla="*/ 244475 h 1538097"/>
                            <a:gd name="csX184" fmla="*/ 1535557 w 4164329"/>
                            <a:gd name="csY184" fmla="*/ 252857 h 1538097"/>
                            <a:gd name="csX185" fmla="*/ 1543939 w 4164329"/>
                            <a:gd name="csY185" fmla="*/ 261493 h 1538097"/>
                            <a:gd name="csX186" fmla="*/ 1552194 w 4164329"/>
                            <a:gd name="csY186" fmla="*/ 270256 h 1538097"/>
                            <a:gd name="csX187" fmla="*/ 1560576 w 4164329"/>
                            <a:gd name="csY187" fmla="*/ 279273 h 1538097"/>
                            <a:gd name="csX188" fmla="*/ 1568958 w 4164329"/>
                            <a:gd name="csY188" fmla="*/ 288544 h 1538097"/>
                            <a:gd name="csX189" fmla="*/ 1577213 w 4164329"/>
                            <a:gd name="csY189" fmla="*/ 298069 h 1538097"/>
                            <a:gd name="csX190" fmla="*/ 1585595 w 4164329"/>
                            <a:gd name="csY190" fmla="*/ 307848 h 1538097"/>
                            <a:gd name="csX191" fmla="*/ 1593977 w 4164329"/>
                            <a:gd name="csY191" fmla="*/ 317881 h 1538097"/>
                            <a:gd name="csX192" fmla="*/ 1602359 w 4164329"/>
                            <a:gd name="csY192" fmla="*/ 328041 h 1538097"/>
                            <a:gd name="csX193" fmla="*/ 1610614 w 4164329"/>
                            <a:gd name="csY193" fmla="*/ 338582 h 1538097"/>
                            <a:gd name="csX194" fmla="*/ 1618996 w 4164329"/>
                            <a:gd name="csY194" fmla="*/ 349250 h 1538097"/>
                            <a:gd name="csX195" fmla="*/ 1627378 w 4164329"/>
                            <a:gd name="csY195" fmla="*/ 360172 h 1538097"/>
                            <a:gd name="csX196" fmla="*/ 1635633 w 4164329"/>
                            <a:gd name="csY196" fmla="*/ 371348 h 1538097"/>
                            <a:gd name="csX197" fmla="*/ 1644015 w 4164329"/>
                            <a:gd name="csY197" fmla="*/ 382778 h 1538097"/>
                            <a:gd name="csX198" fmla="*/ 1652397 w 4164329"/>
                            <a:gd name="csY198" fmla="*/ 394462 h 1538097"/>
                            <a:gd name="csX199" fmla="*/ 1660652 w 4164329"/>
                            <a:gd name="csY199" fmla="*/ 406273 h 1538097"/>
                            <a:gd name="csX200" fmla="*/ 1669034 w 4164329"/>
                            <a:gd name="csY200" fmla="*/ 418465 h 1538097"/>
                            <a:gd name="csX201" fmla="*/ 1677416 w 4164329"/>
                            <a:gd name="csY201" fmla="*/ 430784 h 1538097"/>
                            <a:gd name="csX202" fmla="*/ 1685798 w 4164329"/>
                            <a:gd name="csY202" fmla="*/ 443230 h 1538097"/>
                            <a:gd name="csX203" fmla="*/ 1694053 w 4164329"/>
                            <a:gd name="csY203" fmla="*/ 456057 h 1538097"/>
                            <a:gd name="csX204" fmla="*/ 1702435 w 4164329"/>
                            <a:gd name="csY204" fmla="*/ 469011 h 1538097"/>
                            <a:gd name="csX205" fmla="*/ 1710817 w 4164329"/>
                            <a:gd name="csY205" fmla="*/ 482219 h 1538097"/>
                            <a:gd name="csX206" fmla="*/ 1719072 w 4164329"/>
                            <a:gd name="csY206" fmla="*/ 495554 h 1538097"/>
                            <a:gd name="csX207" fmla="*/ 1727454 w 4164329"/>
                            <a:gd name="csY207" fmla="*/ 509143 h 1538097"/>
                            <a:gd name="csX208" fmla="*/ 1735836 w 4164329"/>
                            <a:gd name="csY208" fmla="*/ 522859 h 1538097"/>
                            <a:gd name="csX209" fmla="*/ 1744218 w 4164329"/>
                            <a:gd name="csY209" fmla="*/ 536829 h 1538097"/>
                            <a:gd name="csX210" fmla="*/ 1752473 w 4164329"/>
                            <a:gd name="csY210" fmla="*/ 550926 h 1538097"/>
                            <a:gd name="csX211" fmla="*/ 1760855 w 4164329"/>
                            <a:gd name="csY211" fmla="*/ 565150 h 1538097"/>
                            <a:gd name="csX212" fmla="*/ 1769237 w 4164329"/>
                            <a:gd name="csY212" fmla="*/ 579501 h 1538097"/>
                            <a:gd name="csX213" fmla="*/ 1777492 w 4164329"/>
                            <a:gd name="csY213" fmla="*/ 594106 h 1538097"/>
                            <a:gd name="csX214" fmla="*/ 1785874 w 4164329"/>
                            <a:gd name="csY214" fmla="*/ 608711 h 1538097"/>
                            <a:gd name="csX215" fmla="*/ 1794256 w 4164329"/>
                            <a:gd name="csY215" fmla="*/ 623570 h 1538097"/>
                            <a:gd name="csX216" fmla="*/ 1802638 w 4164329"/>
                            <a:gd name="csY216" fmla="*/ 638429 h 1538097"/>
                            <a:gd name="csX217" fmla="*/ 1810893 w 4164329"/>
                            <a:gd name="csY217" fmla="*/ 653542 h 1538097"/>
                            <a:gd name="csX218" fmla="*/ 1819275 w 4164329"/>
                            <a:gd name="csY218" fmla="*/ 668655 h 1538097"/>
                            <a:gd name="csX219" fmla="*/ 1827657 w 4164329"/>
                            <a:gd name="csY219" fmla="*/ 683768 h 1538097"/>
                            <a:gd name="csX220" fmla="*/ 1835912 w 4164329"/>
                            <a:gd name="csY220" fmla="*/ 699008 h 1538097"/>
                            <a:gd name="csX221" fmla="*/ 1844294 w 4164329"/>
                            <a:gd name="csY221" fmla="*/ 714375 h 1538097"/>
                            <a:gd name="csX222" fmla="*/ 1852676 w 4164329"/>
                            <a:gd name="csY222" fmla="*/ 729742 h 1538097"/>
                            <a:gd name="csX223" fmla="*/ 1861058 w 4164329"/>
                            <a:gd name="csY223" fmla="*/ 745109 h 1538097"/>
                            <a:gd name="csX224" fmla="*/ 1869313 w 4164329"/>
                            <a:gd name="csY224" fmla="*/ 760476 h 1538097"/>
                            <a:gd name="csX225" fmla="*/ 1877695 w 4164329"/>
                            <a:gd name="csY225" fmla="*/ 775970 h 1538097"/>
                            <a:gd name="csX226" fmla="*/ 1886077 w 4164329"/>
                            <a:gd name="csY226" fmla="*/ 791337 h 1538097"/>
                            <a:gd name="csX227" fmla="*/ 1894332 w 4164329"/>
                            <a:gd name="csY227" fmla="*/ 806704 h 1538097"/>
                            <a:gd name="csX228" fmla="*/ 1902714 w 4164329"/>
                            <a:gd name="csY228" fmla="*/ 822071 h 1538097"/>
                            <a:gd name="csX229" fmla="*/ 1911096 w 4164329"/>
                            <a:gd name="csY229" fmla="*/ 837438 h 1538097"/>
                            <a:gd name="csX230" fmla="*/ 1919478 w 4164329"/>
                            <a:gd name="csY230" fmla="*/ 852678 h 1538097"/>
                            <a:gd name="csX231" fmla="*/ 1927733 w 4164329"/>
                            <a:gd name="csY231" fmla="*/ 867918 h 1538097"/>
                            <a:gd name="csX232" fmla="*/ 1936115 w 4164329"/>
                            <a:gd name="csY232" fmla="*/ 883031 h 1538097"/>
                            <a:gd name="csX233" fmla="*/ 1944497 w 4164329"/>
                            <a:gd name="csY233" fmla="*/ 898017 h 1538097"/>
                            <a:gd name="csX234" fmla="*/ 1952752 w 4164329"/>
                            <a:gd name="csY234" fmla="*/ 913003 h 1538097"/>
                            <a:gd name="csX235" fmla="*/ 1961134 w 4164329"/>
                            <a:gd name="csY235" fmla="*/ 927735 h 1538097"/>
                            <a:gd name="csX236" fmla="*/ 1969516 w 4164329"/>
                            <a:gd name="csY236" fmla="*/ 942467 h 1538097"/>
                            <a:gd name="csX237" fmla="*/ 1977771 w 4164329"/>
                            <a:gd name="csY237" fmla="*/ 957072 h 1538097"/>
                            <a:gd name="csX238" fmla="*/ 1986153 w 4164329"/>
                            <a:gd name="csY238" fmla="*/ 971423 h 1538097"/>
                            <a:gd name="csX239" fmla="*/ 1994535 w 4164329"/>
                            <a:gd name="csY239" fmla="*/ 985774 h 1538097"/>
                            <a:gd name="csX240" fmla="*/ 2002917 w 4164329"/>
                            <a:gd name="csY240" fmla="*/ 999871 h 1538097"/>
                            <a:gd name="csX241" fmla="*/ 2011172 w 4164329"/>
                            <a:gd name="csY241" fmla="*/ 1013714 h 1538097"/>
                            <a:gd name="csX242" fmla="*/ 2019554 w 4164329"/>
                            <a:gd name="csY242" fmla="*/ 1027557 h 1538097"/>
                            <a:gd name="csX243" fmla="*/ 2027936 w 4164329"/>
                            <a:gd name="csY243" fmla="*/ 1041146 h 1538097"/>
                            <a:gd name="csX244" fmla="*/ 2036191 w 4164329"/>
                            <a:gd name="csY244" fmla="*/ 1054481 h 1538097"/>
                            <a:gd name="csX245" fmla="*/ 2044573 w 4164329"/>
                            <a:gd name="csY245" fmla="*/ 1067689 h 1538097"/>
                            <a:gd name="csX246" fmla="*/ 2052955 w 4164329"/>
                            <a:gd name="csY246" fmla="*/ 1080643 h 1538097"/>
                            <a:gd name="csX247" fmla="*/ 2061337 w 4164329"/>
                            <a:gd name="csY247" fmla="*/ 1093470 h 1538097"/>
                            <a:gd name="csX248" fmla="*/ 2069592 w 4164329"/>
                            <a:gd name="csY248" fmla="*/ 1106043 h 1538097"/>
                            <a:gd name="csX249" fmla="*/ 2077974 w 4164329"/>
                            <a:gd name="csY249" fmla="*/ 1118362 h 1538097"/>
                            <a:gd name="csX250" fmla="*/ 2086356 w 4164329"/>
                            <a:gd name="csY250" fmla="*/ 1130427 h 1538097"/>
                            <a:gd name="csX251" fmla="*/ 2094611 w 4164329"/>
                            <a:gd name="csY251" fmla="*/ 1142365 h 1538097"/>
                            <a:gd name="csX252" fmla="*/ 2102993 w 4164329"/>
                            <a:gd name="csY252" fmla="*/ 1154049 h 1538097"/>
                            <a:gd name="csX253" fmla="*/ 2111375 w 4164329"/>
                            <a:gd name="csY253" fmla="*/ 1165479 h 1538097"/>
                            <a:gd name="csX254" fmla="*/ 2119757 w 4164329"/>
                            <a:gd name="csY254" fmla="*/ 1176655 h 1538097"/>
                            <a:gd name="csX255" fmla="*/ 2128012 w 4164329"/>
                            <a:gd name="csY255" fmla="*/ 1187704 h 1538097"/>
                            <a:gd name="csX256" fmla="*/ 2136394 w 4164329"/>
                            <a:gd name="csY256" fmla="*/ 1198372 h 1538097"/>
                            <a:gd name="csX257" fmla="*/ 2144776 w 4164329"/>
                            <a:gd name="csY257" fmla="*/ 1208913 h 1538097"/>
                            <a:gd name="csX258" fmla="*/ 2153031 w 4164329"/>
                            <a:gd name="csY258" fmla="*/ 1219073 h 1538097"/>
                            <a:gd name="csX259" fmla="*/ 2161413 w 4164329"/>
                            <a:gd name="csY259" fmla="*/ 1229106 h 1538097"/>
                            <a:gd name="csX260" fmla="*/ 2169795 w 4164329"/>
                            <a:gd name="csY260" fmla="*/ 1238885 h 1538097"/>
                            <a:gd name="csX261" fmla="*/ 2178177 w 4164329"/>
                            <a:gd name="csY261" fmla="*/ 1248410 h 1538097"/>
                            <a:gd name="csX262" fmla="*/ 2186432 w 4164329"/>
                            <a:gd name="csY262" fmla="*/ 1257808 h 1538097"/>
                            <a:gd name="csX263" fmla="*/ 2194814 w 4164329"/>
                            <a:gd name="csY263" fmla="*/ 1266825 h 1538097"/>
                            <a:gd name="csX264" fmla="*/ 2203196 w 4164329"/>
                            <a:gd name="csY264" fmla="*/ 1275715 h 1538097"/>
                            <a:gd name="csX265" fmla="*/ 2211451 w 4164329"/>
                            <a:gd name="csY265" fmla="*/ 1284351 h 1538097"/>
                            <a:gd name="csX266" fmla="*/ 2219833 w 4164329"/>
                            <a:gd name="csY266" fmla="*/ 1292733 h 1538097"/>
                            <a:gd name="csX267" fmla="*/ 2228215 w 4164329"/>
                            <a:gd name="csY267" fmla="*/ 1300861 h 1538097"/>
                            <a:gd name="csX268" fmla="*/ 2236597 w 4164329"/>
                            <a:gd name="csY268" fmla="*/ 1308735 h 1538097"/>
                            <a:gd name="csX269" fmla="*/ 2244852 w 4164329"/>
                            <a:gd name="csY269" fmla="*/ 1316482 h 1538097"/>
                            <a:gd name="csX270" fmla="*/ 2253234 w 4164329"/>
                            <a:gd name="csY270" fmla="*/ 1323975 h 1538097"/>
                            <a:gd name="csX271" fmla="*/ 2261616 w 4164329"/>
                            <a:gd name="csY271" fmla="*/ 1331214 h 1538097"/>
                            <a:gd name="csX272" fmla="*/ 2269871 w 4164329"/>
                            <a:gd name="csY272" fmla="*/ 1338326 h 1538097"/>
                            <a:gd name="csX273" fmla="*/ 2278253 w 4164329"/>
                            <a:gd name="csY273" fmla="*/ 1345184 h 1538097"/>
                            <a:gd name="csX274" fmla="*/ 2286635 w 4164329"/>
                            <a:gd name="csY274" fmla="*/ 1351915 h 1538097"/>
                            <a:gd name="csX275" fmla="*/ 2294890 w 4164329"/>
                            <a:gd name="csY275" fmla="*/ 1358392 h 1538097"/>
                            <a:gd name="csX276" fmla="*/ 2303272 w 4164329"/>
                            <a:gd name="csY276" fmla="*/ 1364615 h 1538097"/>
                            <a:gd name="csX277" fmla="*/ 2311654 w 4164329"/>
                            <a:gd name="csY277" fmla="*/ 1370711 h 1538097"/>
                            <a:gd name="csX278" fmla="*/ 2320036 w 4164329"/>
                            <a:gd name="csY278" fmla="*/ 1376553 h 1538097"/>
                            <a:gd name="csX279" fmla="*/ 2328291 w 4164329"/>
                            <a:gd name="csY279" fmla="*/ 1382268 h 1538097"/>
                            <a:gd name="csX280" fmla="*/ 2336673 w 4164329"/>
                            <a:gd name="csY280" fmla="*/ 1387856 h 1538097"/>
                            <a:gd name="csX281" fmla="*/ 2345055 w 4164329"/>
                            <a:gd name="csY281" fmla="*/ 1393190 h 1538097"/>
                            <a:gd name="csX282" fmla="*/ 2353310 w 4164329"/>
                            <a:gd name="csY282" fmla="*/ 1398270 h 1538097"/>
                            <a:gd name="csX283" fmla="*/ 2361692 w 4164329"/>
                            <a:gd name="csY283" fmla="*/ 1403350 h 1538097"/>
                            <a:gd name="csX284" fmla="*/ 2370074 w 4164329"/>
                            <a:gd name="csY284" fmla="*/ 1408176 h 1538097"/>
                            <a:gd name="csX285" fmla="*/ 2378456 w 4164329"/>
                            <a:gd name="csY285" fmla="*/ 1412875 h 1538097"/>
                            <a:gd name="csX286" fmla="*/ 2386711 w 4164329"/>
                            <a:gd name="csY286" fmla="*/ 1417447 h 1538097"/>
                            <a:gd name="csX287" fmla="*/ 2395093 w 4164329"/>
                            <a:gd name="csY287" fmla="*/ 1421765 h 1538097"/>
                            <a:gd name="csX288" fmla="*/ 2403475 w 4164329"/>
                            <a:gd name="csY288" fmla="*/ 1426083 h 1538097"/>
                            <a:gd name="csX289" fmla="*/ 2411730 w 4164329"/>
                            <a:gd name="csY289" fmla="*/ 1430147 h 1538097"/>
                            <a:gd name="csX290" fmla="*/ 2420112 w 4164329"/>
                            <a:gd name="csY290" fmla="*/ 1434084 h 1538097"/>
                            <a:gd name="csX291" fmla="*/ 2428494 w 4164329"/>
                            <a:gd name="csY291" fmla="*/ 1437894 h 1538097"/>
                            <a:gd name="csX292" fmla="*/ 2436876 w 4164329"/>
                            <a:gd name="csY292" fmla="*/ 1441577 h 1538097"/>
                            <a:gd name="csX293" fmla="*/ 2445131 w 4164329"/>
                            <a:gd name="csY293" fmla="*/ 1445133 h 1538097"/>
                            <a:gd name="csX294" fmla="*/ 2453513 w 4164329"/>
                            <a:gd name="csY294" fmla="*/ 1448562 h 1538097"/>
                            <a:gd name="csX295" fmla="*/ 2461895 w 4164329"/>
                            <a:gd name="csY295" fmla="*/ 1451991 h 1538097"/>
                            <a:gd name="csX296" fmla="*/ 2470150 w 4164329"/>
                            <a:gd name="csY296" fmla="*/ 1455166 h 1538097"/>
                            <a:gd name="csX297" fmla="*/ 2478532 w 4164329"/>
                            <a:gd name="csY297" fmla="*/ 1458214 h 1538097"/>
                            <a:gd name="csX298" fmla="*/ 2486914 w 4164329"/>
                            <a:gd name="csY298" fmla="*/ 1461262 h 1538097"/>
                            <a:gd name="csX299" fmla="*/ 2495296 w 4164329"/>
                            <a:gd name="csY299" fmla="*/ 1464056 h 1538097"/>
                            <a:gd name="csX300" fmla="*/ 2503551 w 4164329"/>
                            <a:gd name="csY300" fmla="*/ 1466850 h 1538097"/>
                            <a:gd name="csX301" fmla="*/ 2511933 w 4164329"/>
                            <a:gd name="csY301" fmla="*/ 1469517 h 1538097"/>
                            <a:gd name="csX302" fmla="*/ 2520315 w 4164329"/>
                            <a:gd name="csY302" fmla="*/ 1472184 h 1538097"/>
                            <a:gd name="csX303" fmla="*/ 2528570 w 4164329"/>
                            <a:gd name="csY303" fmla="*/ 1474597 h 1538097"/>
                            <a:gd name="csX304" fmla="*/ 2536952 w 4164329"/>
                            <a:gd name="csY304" fmla="*/ 1477010 h 1538097"/>
                            <a:gd name="csX305" fmla="*/ 2545334 w 4164329"/>
                            <a:gd name="csY305" fmla="*/ 1479296 h 1538097"/>
                            <a:gd name="csX306" fmla="*/ 2553716 w 4164329"/>
                            <a:gd name="csY306" fmla="*/ 1481582 h 1538097"/>
                            <a:gd name="csX307" fmla="*/ 2561971 w 4164329"/>
                            <a:gd name="csY307" fmla="*/ 1483741 h 1538097"/>
                            <a:gd name="csX308" fmla="*/ 2570353 w 4164329"/>
                            <a:gd name="csY308" fmla="*/ 1485773 h 1538097"/>
                            <a:gd name="csX309" fmla="*/ 2578735 w 4164329"/>
                            <a:gd name="csY309" fmla="*/ 1487805 h 1538097"/>
                            <a:gd name="csX310" fmla="*/ 2586990 w 4164329"/>
                            <a:gd name="csY310" fmla="*/ 1489710 h 1538097"/>
                            <a:gd name="csX311" fmla="*/ 2595372 w 4164329"/>
                            <a:gd name="csY311" fmla="*/ 1491488 h 1538097"/>
                            <a:gd name="csX312" fmla="*/ 2603754 w 4164329"/>
                            <a:gd name="csY312" fmla="*/ 1493266 h 1538097"/>
                            <a:gd name="csX313" fmla="*/ 2612009 w 4164329"/>
                            <a:gd name="csY313" fmla="*/ 1495044 h 1538097"/>
                            <a:gd name="csX314" fmla="*/ 2620391 w 4164329"/>
                            <a:gd name="csY314" fmla="*/ 1496695 h 1538097"/>
                            <a:gd name="csX315" fmla="*/ 2628773 w 4164329"/>
                            <a:gd name="csY315" fmla="*/ 1498219 h 1538097"/>
                            <a:gd name="csX316" fmla="*/ 2637155 w 4164329"/>
                            <a:gd name="csY316" fmla="*/ 1499743 h 1538097"/>
                            <a:gd name="csX317" fmla="*/ 2645410 w 4164329"/>
                            <a:gd name="csY317" fmla="*/ 1501267 h 1538097"/>
                            <a:gd name="csX318" fmla="*/ 2653792 w 4164329"/>
                            <a:gd name="csY318" fmla="*/ 1502664 h 1538097"/>
                            <a:gd name="csX319" fmla="*/ 2662174 w 4164329"/>
                            <a:gd name="csY319" fmla="*/ 1504061 h 1538097"/>
                            <a:gd name="csX320" fmla="*/ 2670429 w 4164329"/>
                            <a:gd name="csY320" fmla="*/ 1505331 h 1538097"/>
                            <a:gd name="csX321" fmla="*/ 2678811 w 4164329"/>
                            <a:gd name="csY321" fmla="*/ 1506601 h 1538097"/>
                            <a:gd name="csX322" fmla="*/ 2687193 w 4164329"/>
                            <a:gd name="csY322" fmla="*/ 1507871 h 1538097"/>
                            <a:gd name="csX323" fmla="*/ 2695575 w 4164329"/>
                            <a:gd name="csY323" fmla="*/ 1509014 h 1538097"/>
                            <a:gd name="csX324" fmla="*/ 2703830 w 4164329"/>
                            <a:gd name="csY324" fmla="*/ 1510157 h 1538097"/>
                            <a:gd name="csX325" fmla="*/ 2712212 w 4164329"/>
                            <a:gd name="csY325" fmla="*/ 1511173 h 1538097"/>
                            <a:gd name="csX326" fmla="*/ 2720594 w 4164329"/>
                            <a:gd name="csY326" fmla="*/ 1512189 h 1538097"/>
                            <a:gd name="csX327" fmla="*/ 2728849 w 4164329"/>
                            <a:gd name="csY327" fmla="*/ 1513205 h 1538097"/>
                            <a:gd name="csX328" fmla="*/ 2737231 w 4164329"/>
                            <a:gd name="csY328" fmla="*/ 1514221 h 1538097"/>
                            <a:gd name="csX329" fmla="*/ 2745613 w 4164329"/>
                            <a:gd name="csY329" fmla="*/ 1515110 h 1538097"/>
                            <a:gd name="csX330" fmla="*/ 2753995 w 4164329"/>
                            <a:gd name="csY330" fmla="*/ 1515999 h 1538097"/>
                            <a:gd name="csX331" fmla="*/ 2762250 w 4164329"/>
                            <a:gd name="csY331" fmla="*/ 1516888 h 1538097"/>
                            <a:gd name="csX332" fmla="*/ 2770632 w 4164329"/>
                            <a:gd name="csY332" fmla="*/ 1517777 h 1538097"/>
                            <a:gd name="csX333" fmla="*/ 2779014 w 4164329"/>
                            <a:gd name="csY333" fmla="*/ 1518539 h 1538097"/>
                            <a:gd name="csX334" fmla="*/ 2787269 w 4164329"/>
                            <a:gd name="csY334" fmla="*/ 1519301 h 1538097"/>
                            <a:gd name="csX335" fmla="*/ 2795651 w 4164329"/>
                            <a:gd name="csY335" fmla="*/ 1520063 h 1538097"/>
                            <a:gd name="csX336" fmla="*/ 2804033 w 4164329"/>
                            <a:gd name="csY336" fmla="*/ 1520698 h 1538097"/>
                            <a:gd name="csX337" fmla="*/ 2812415 w 4164329"/>
                            <a:gd name="csY337" fmla="*/ 1521333 h 1538097"/>
                            <a:gd name="csX338" fmla="*/ 2820670 w 4164329"/>
                            <a:gd name="csY338" fmla="*/ 1522095 h 1538097"/>
                            <a:gd name="csX339" fmla="*/ 2829052 w 4164329"/>
                            <a:gd name="csY339" fmla="*/ 1522730 h 1538097"/>
                            <a:gd name="csX340" fmla="*/ 2837434 w 4164329"/>
                            <a:gd name="csY340" fmla="*/ 1523238 h 1538097"/>
                            <a:gd name="csX341" fmla="*/ 2845689 w 4164329"/>
                            <a:gd name="csY341" fmla="*/ 1523873 h 1538097"/>
                            <a:gd name="csX342" fmla="*/ 2854071 w 4164329"/>
                            <a:gd name="csY342" fmla="*/ 1524381 h 1538097"/>
                            <a:gd name="csX343" fmla="*/ 2862453 w 4164329"/>
                            <a:gd name="csY343" fmla="*/ 1524889 h 1538097"/>
                            <a:gd name="csX344" fmla="*/ 2870835 w 4164329"/>
                            <a:gd name="csY344" fmla="*/ 1525524 h 1538097"/>
                            <a:gd name="csX345" fmla="*/ 2879090 w 4164329"/>
                            <a:gd name="csY345" fmla="*/ 1525905 h 1538097"/>
                            <a:gd name="csX346" fmla="*/ 2887472 w 4164329"/>
                            <a:gd name="csY346" fmla="*/ 1526413 h 1538097"/>
                            <a:gd name="csX347" fmla="*/ 2895854 w 4164329"/>
                            <a:gd name="csY347" fmla="*/ 1526921 h 1538097"/>
                            <a:gd name="csX348" fmla="*/ 2904109 w 4164329"/>
                            <a:gd name="csY348" fmla="*/ 1527302 h 1538097"/>
                            <a:gd name="csX349" fmla="*/ 2912491 w 4164329"/>
                            <a:gd name="csY349" fmla="*/ 1527810 h 1538097"/>
                            <a:gd name="csX350" fmla="*/ 2920873 w 4164329"/>
                            <a:gd name="csY350" fmla="*/ 1528191 h 1538097"/>
                            <a:gd name="csX351" fmla="*/ 2929128 w 4164329"/>
                            <a:gd name="csY351" fmla="*/ 1528572 h 1538097"/>
                            <a:gd name="csX352" fmla="*/ 2937510 w 4164329"/>
                            <a:gd name="csY352" fmla="*/ 1528953 h 1538097"/>
                            <a:gd name="csX353" fmla="*/ 2945892 w 4164329"/>
                            <a:gd name="csY353" fmla="*/ 1529334 h 1538097"/>
                            <a:gd name="csX354" fmla="*/ 2954274 w 4164329"/>
                            <a:gd name="csY354" fmla="*/ 1529588 h 1538097"/>
                            <a:gd name="csX355" fmla="*/ 2962529 w 4164329"/>
                            <a:gd name="csY355" fmla="*/ 1529969 h 1538097"/>
                            <a:gd name="csX356" fmla="*/ 2970911 w 4164329"/>
                            <a:gd name="csY356" fmla="*/ 1530350 h 1538097"/>
                            <a:gd name="csX357" fmla="*/ 2979293 w 4164329"/>
                            <a:gd name="csY357" fmla="*/ 1530604 h 1538097"/>
                            <a:gd name="csX358" fmla="*/ 2987548 w 4164329"/>
                            <a:gd name="csY358" fmla="*/ 1530858 h 1538097"/>
                            <a:gd name="csX359" fmla="*/ 2995930 w 4164329"/>
                            <a:gd name="csY359" fmla="*/ 1531239 h 1538097"/>
                            <a:gd name="csX360" fmla="*/ 3004312 w 4164329"/>
                            <a:gd name="csY360" fmla="*/ 1531493 h 1538097"/>
                            <a:gd name="csX361" fmla="*/ 3012694 w 4164329"/>
                            <a:gd name="csY361" fmla="*/ 1531747 h 1538097"/>
                            <a:gd name="csX362" fmla="*/ 3020949 w 4164329"/>
                            <a:gd name="csY362" fmla="*/ 1532001 h 1538097"/>
                            <a:gd name="csX363" fmla="*/ 3029331 w 4164329"/>
                            <a:gd name="csY363" fmla="*/ 1532255 h 1538097"/>
                            <a:gd name="csX364" fmla="*/ 3037713 w 4164329"/>
                            <a:gd name="csY364" fmla="*/ 1532509 h 1538097"/>
                            <a:gd name="csX365" fmla="*/ 3045968 w 4164329"/>
                            <a:gd name="csY365" fmla="*/ 1532636 h 1538097"/>
                            <a:gd name="csX366" fmla="*/ 3054350 w 4164329"/>
                            <a:gd name="csY366" fmla="*/ 1532890 h 1538097"/>
                            <a:gd name="csX367" fmla="*/ 3062732 w 4164329"/>
                            <a:gd name="csY367" fmla="*/ 1533144 h 1538097"/>
                            <a:gd name="csX368" fmla="*/ 3071114 w 4164329"/>
                            <a:gd name="csY368" fmla="*/ 1533271 h 1538097"/>
                            <a:gd name="csX369" fmla="*/ 3079369 w 4164329"/>
                            <a:gd name="csY369" fmla="*/ 1533525 h 1538097"/>
                            <a:gd name="csX370" fmla="*/ 3087751 w 4164329"/>
                            <a:gd name="csY370" fmla="*/ 1533652 h 1538097"/>
                            <a:gd name="csX371" fmla="*/ 3096133 w 4164329"/>
                            <a:gd name="csY371" fmla="*/ 1533906 h 1538097"/>
                            <a:gd name="csX372" fmla="*/ 3104388 w 4164329"/>
                            <a:gd name="csY372" fmla="*/ 1534033 h 1538097"/>
                            <a:gd name="csX373" fmla="*/ 3112770 w 4164329"/>
                            <a:gd name="csY373" fmla="*/ 1534160 h 1538097"/>
                            <a:gd name="csX374" fmla="*/ 3121152 w 4164329"/>
                            <a:gd name="csY374" fmla="*/ 1534287 h 1538097"/>
                            <a:gd name="csX375" fmla="*/ 3129534 w 4164329"/>
                            <a:gd name="csY375" fmla="*/ 1534541 h 1538097"/>
                            <a:gd name="csX376" fmla="*/ 3137789 w 4164329"/>
                            <a:gd name="csY376" fmla="*/ 1534668 h 1538097"/>
                            <a:gd name="csX377" fmla="*/ 3146171 w 4164329"/>
                            <a:gd name="csY377" fmla="*/ 1534795 h 1538097"/>
                            <a:gd name="csX378" fmla="*/ 3154553 w 4164329"/>
                            <a:gd name="csY378" fmla="*/ 1534922 h 1538097"/>
                            <a:gd name="csX379" fmla="*/ 3162808 w 4164329"/>
                            <a:gd name="csY379" fmla="*/ 1535049 h 1538097"/>
                            <a:gd name="csX380" fmla="*/ 3171190 w 4164329"/>
                            <a:gd name="csY380" fmla="*/ 1535176 h 1538097"/>
                            <a:gd name="csX381" fmla="*/ 3179572 w 4164329"/>
                            <a:gd name="csY381" fmla="*/ 1535303 h 1538097"/>
                            <a:gd name="csX382" fmla="*/ 3187954 w 4164329"/>
                            <a:gd name="csY382" fmla="*/ 1535430 h 1538097"/>
                            <a:gd name="csX383" fmla="*/ 3196209 w 4164329"/>
                            <a:gd name="csY383" fmla="*/ 1535557 h 1538097"/>
                            <a:gd name="csX384" fmla="*/ 3204591 w 4164329"/>
                            <a:gd name="csY384" fmla="*/ 1535557 h 1538097"/>
                            <a:gd name="csX385" fmla="*/ 3212973 w 4164329"/>
                            <a:gd name="csY385" fmla="*/ 1535684 h 1538097"/>
                            <a:gd name="csX386" fmla="*/ 3221228 w 4164329"/>
                            <a:gd name="csY386" fmla="*/ 1535811 h 1538097"/>
                            <a:gd name="csX387" fmla="*/ 3229610 w 4164329"/>
                            <a:gd name="csY387" fmla="*/ 1535938 h 1538097"/>
                            <a:gd name="csX388" fmla="*/ 3237992 w 4164329"/>
                            <a:gd name="csY388" fmla="*/ 1535938 h 1538097"/>
                            <a:gd name="csX389" fmla="*/ 3246374 w 4164329"/>
                            <a:gd name="csY389" fmla="*/ 1536065 h 1538097"/>
                            <a:gd name="csX390" fmla="*/ 3254629 w 4164329"/>
                            <a:gd name="csY390" fmla="*/ 1536192 h 1538097"/>
                            <a:gd name="csX391" fmla="*/ 3263011 w 4164329"/>
                            <a:gd name="csY391" fmla="*/ 1536192 h 1538097"/>
                            <a:gd name="csX392" fmla="*/ 3271393 w 4164329"/>
                            <a:gd name="csY392" fmla="*/ 1536319 h 1538097"/>
                            <a:gd name="csX393" fmla="*/ 3279648 w 4164329"/>
                            <a:gd name="csY393" fmla="*/ 1536319 h 1538097"/>
                            <a:gd name="csX394" fmla="*/ 3288030 w 4164329"/>
                            <a:gd name="csY394" fmla="*/ 1536446 h 1538097"/>
                            <a:gd name="csX395" fmla="*/ 3296412 w 4164329"/>
                            <a:gd name="csY395" fmla="*/ 1536573 h 1538097"/>
                            <a:gd name="csX396" fmla="*/ 3304667 w 4164329"/>
                            <a:gd name="csY396" fmla="*/ 1536573 h 1538097"/>
                            <a:gd name="csX397" fmla="*/ 3313049 w 4164329"/>
                            <a:gd name="csY397" fmla="*/ 1536700 h 1538097"/>
                            <a:gd name="csX398" fmla="*/ 3321431 w 4164329"/>
                            <a:gd name="csY398" fmla="*/ 1536700 h 1538097"/>
                            <a:gd name="csX399" fmla="*/ 3329813 w 4164329"/>
                            <a:gd name="csY399" fmla="*/ 1536700 h 1538097"/>
                            <a:gd name="csX400" fmla="*/ 3338068 w 4164329"/>
                            <a:gd name="csY400" fmla="*/ 1536827 h 1538097"/>
                            <a:gd name="csX401" fmla="*/ 3346450 w 4164329"/>
                            <a:gd name="csY401" fmla="*/ 1536827 h 1538097"/>
                            <a:gd name="csX402" fmla="*/ 3354832 w 4164329"/>
                            <a:gd name="csY402" fmla="*/ 1536954 h 1538097"/>
                            <a:gd name="csX403" fmla="*/ 3363087 w 4164329"/>
                            <a:gd name="csY403" fmla="*/ 1536954 h 1538097"/>
                            <a:gd name="csX404" fmla="*/ 3371469 w 4164329"/>
                            <a:gd name="csY404" fmla="*/ 1537081 h 1538097"/>
                            <a:gd name="csX405" fmla="*/ 3379851 w 4164329"/>
                            <a:gd name="csY405" fmla="*/ 1537081 h 1538097"/>
                            <a:gd name="csX406" fmla="*/ 3388233 w 4164329"/>
                            <a:gd name="csY406" fmla="*/ 1537081 h 1538097"/>
                            <a:gd name="csX407" fmla="*/ 3396488 w 4164329"/>
                            <a:gd name="csY407" fmla="*/ 1537208 h 1538097"/>
                            <a:gd name="csX408" fmla="*/ 3404870 w 4164329"/>
                            <a:gd name="csY408" fmla="*/ 1537208 h 1538097"/>
                            <a:gd name="csX409" fmla="*/ 3413252 w 4164329"/>
                            <a:gd name="csY409" fmla="*/ 1537208 h 1538097"/>
                            <a:gd name="csX410" fmla="*/ 3421507 w 4164329"/>
                            <a:gd name="csY410" fmla="*/ 1537208 h 1538097"/>
                            <a:gd name="csX411" fmla="*/ 3429889 w 4164329"/>
                            <a:gd name="csY411" fmla="*/ 1537335 h 1538097"/>
                            <a:gd name="csX412" fmla="*/ 3438271 w 4164329"/>
                            <a:gd name="csY412" fmla="*/ 1537335 h 1538097"/>
                            <a:gd name="csX413" fmla="*/ 3446653 w 4164329"/>
                            <a:gd name="csY413" fmla="*/ 1537335 h 1538097"/>
                            <a:gd name="csX414" fmla="*/ 3454908 w 4164329"/>
                            <a:gd name="csY414" fmla="*/ 1537462 h 1538097"/>
                            <a:gd name="csX415" fmla="*/ 3463290 w 4164329"/>
                            <a:gd name="csY415" fmla="*/ 1537462 h 1538097"/>
                            <a:gd name="csX416" fmla="*/ 3471672 w 4164329"/>
                            <a:gd name="csY416" fmla="*/ 1537462 h 1538097"/>
                            <a:gd name="csX417" fmla="*/ 3479927 w 4164329"/>
                            <a:gd name="csY417" fmla="*/ 1537462 h 1538097"/>
                            <a:gd name="csX418" fmla="*/ 3488309 w 4164329"/>
                            <a:gd name="csY418" fmla="*/ 1537462 h 1538097"/>
                            <a:gd name="csX419" fmla="*/ 3496691 w 4164329"/>
                            <a:gd name="csY419" fmla="*/ 1537589 h 1538097"/>
                            <a:gd name="csX420" fmla="*/ 3505073 w 4164329"/>
                            <a:gd name="csY420" fmla="*/ 1537589 h 1538097"/>
                            <a:gd name="csX421" fmla="*/ 3513328 w 4164329"/>
                            <a:gd name="csY421" fmla="*/ 1537589 h 1538097"/>
                            <a:gd name="csX422" fmla="*/ 3521710 w 4164329"/>
                            <a:gd name="csY422" fmla="*/ 1537589 h 1538097"/>
                            <a:gd name="csX423" fmla="*/ 3530092 w 4164329"/>
                            <a:gd name="csY423" fmla="*/ 1537589 h 1538097"/>
                            <a:gd name="csX424" fmla="*/ 3538347 w 4164329"/>
                            <a:gd name="csY424" fmla="*/ 1537716 h 1538097"/>
                            <a:gd name="csX425" fmla="*/ 3546729 w 4164329"/>
                            <a:gd name="csY425" fmla="*/ 1537716 h 1538097"/>
                            <a:gd name="csX426" fmla="*/ 3555111 w 4164329"/>
                            <a:gd name="csY426" fmla="*/ 1537716 h 1538097"/>
                            <a:gd name="csX427" fmla="*/ 3563493 w 4164329"/>
                            <a:gd name="csY427" fmla="*/ 1537716 h 1538097"/>
                            <a:gd name="csX428" fmla="*/ 3571748 w 4164329"/>
                            <a:gd name="csY428" fmla="*/ 1537716 h 1538097"/>
                            <a:gd name="csX429" fmla="*/ 3580130 w 4164329"/>
                            <a:gd name="csY429" fmla="*/ 1537716 h 1538097"/>
                            <a:gd name="csX430" fmla="*/ 3588512 w 4164329"/>
                            <a:gd name="csY430" fmla="*/ 1537716 h 1538097"/>
                            <a:gd name="csX431" fmla="*/ 3596767 w 4164329"/>
                            <a:gd name="csY431" fmla="*/ 1537843 h 1538097"/>
                            <a:gd name="csX432" fmla="*/ 3605149 w 4164329"/>
                            <a:gd name="csY432" fmla="*/ 1537843 h 1538097"/>
                            <a:gd name="csX433" fmla="*/ 3613531 w 4164329"/>
                            <a:gd name="csY433" fmla="*/ 1537843 h 1538097"/>
                            <a:gd name="csX434" fmla="*/ 3621786 w 4164329"/>
                            <a:gd name="csY434" fmla="*/ 1537843 h 1538097"/>
                            <a:gd name="csX435" fmla="*/ 3630168 w 4164329"/>
                            <a:gd name="csY435" fmla="*/ 1537843 h 1538097"/>
                            <a:gd name="csX436" fmla="*/ 3638550 w 4164329"/>
                            <a:gd name="csY436" fmla="*/ 1537843 h 1538097"/>
                            <a:gd name="csX437" fmla="*/ 3646932 w 4164329"/>
                            <a:gd name="csY437" fmla="*/ 1537843 h 1538097"/>
                            <a:gd name="csX438" fmla="*/ 3655187 w 4164329"/>
                            <a:gd name="csY438" fmla="*/ 1537843 h 1538097"/>
                            <a:gd name="csX439" fmla="*/ 3663569 w 4164329"/>
                            <a:gd name="csY439" fmla="*/ 1537843 h 1538097"/>
                            <a:gd name="csX440" fmla="*/ 3671951 w 4164329"/>
                            <a:gd name="csY440" fmla="*/ 1537843 h 1538097"/>
                            <a:gd name="csX441" fmla="*/ 3680206 w 4164329"/>
                            <a:gd name="csY441" fmla="*/ 1537970 h 1538097"/>
                            <a:gd name="csX442" fmla="*/ 3688588 w 4164329"/>
                            <a:gd name="csY442" fmla="*/ 1537970 h 1538097"/>
                            <a:gd name="csX443" fmla="*/ 3696970 w 4164329"/>
                            <a:gd name="csY443" fmla="*/ 1537970 h 1538097"/>
                            <a:gd name="csX444" fmla="*/ 3705352 w 4164329"/>
                            <a:gd name="csY444" fmla="*/ 1537970 h 1538097"/>
                            <a:gd name="csX445" fmla="*/ 3713607 w 4164329"/>
                            <a:gd name="csY445" fmla="*/ 1537970 h 1538097"/>
                            <a:gd name="csX446" fmla="*/ 3721989 w 4164329"/>
                            <a:gd name="csY446" fmla="*/ 1537970 h 1538097"/>
                            <a:gd name="csX447" fmla="*/ 3730371 w 4164329"/>
                            <a:gd name="csY447" fmla="*/ 1537970 h 1538097"/>
                            <a:gd name="csX448" fmla="*/ 3738626 w 4164329"/>
                            <a:gd name="csY448" fmla="*/ 1537970 h 1538097"/>
                            <a:gd name="csX449" fmla="*/ 3747008 w 4164329"/>
                            <a:gd name="csY449" fmla="*/ 1537970 h 1538097"/>
                            <a:gd name="csX450" fmla="*/ 3755390 w 4164329"/>
                            <a:gd name="csY450" fmla="*/ 1537970 h 1538097"/>
                            <a:gd name="csX451" fmla="*/ 3763772 w 4164329"/>
                            <a:gd name="csY451" fmla="*/ 1537970 h 1538097"/>
                            <a:gd name="csX452" fmla="*/ 3772027 w 4164329"/>
                            <a:gd name="csY452" fmla="*/ 1537970 h 1538097"/>
                            <a:gd name="csX453" fmla="*/ 3780409 w 4164329"/>
                            <a:gd name="csY453" fmla="*/ 1537970 h 1538097"/>
                            <a:gd name="csX454" fmla="*/ 3788791 w 4164329"/>
                            <a:gd name="csY454" fmla="*/ 1537970 h 1538097"/>
                            <a:gd name="csX455" fmla="*/ 3797046 w 4164329"/>
                            <a:gd name="csY455" fmla="*/ 1537970 h 1538097"/>
                            <a:gd name="csX456" fmla="*/ 3805428 w 4164329"/>
                            <a:gd name="csY456" fmla="*/ 1537970 h 1538097"/>
                            <a:gd name="csX457" fmla="*/ 3813810 w 4164329"/>
                            <a:gd name="csY457" fmla="*/ 1538097 h 1538097"/>
                            <a:gd name="csX458" fmla="*/ 3822192 w 4164329"/>
                            <a:gd name="csY458" fmla="*/ 1538097 h 1538097"/>
                            <a:gd name="csX459" fmla="*/ 3830447 w 4164329"/>
                            <a:gd name="csY459" fmla="*/ 1538097 h 1538097"/>
                            <a:gd name="csX460" fmla="*/ 3838829 w 4164329"/>
                            <a:gd name="csY460" fmla="*/ 1538097 h 1538097"/>
                            <a:gd name="csX461" fmla="*/ 3847211 w 4164329"/>
                            <a:gd name="csY461" fmla="*/ 1538097 h 1538097"/>
                            <a:gd name="csX462" fmla="*/ 3855466 w 4164329"/>
                            <a:gd name="csY462" fmla="*/ 1538097 h 1538097"/>
                            <a:gd name="csX463" fmla="*/ 3863848 w 4164329"/>
                            <a:gd name="csY463" fmla="*/ 1538097 h 1538097"/>
                            <a:gd name="csX464" fmla="*/ 3872230 w 4164329"/>
                            <a:gd name="csY464" fmla="*/ 1538097 h 1538097"/>
                            <a:gd name="csX465" fmla="*/ 3880612 w 4164329"/>
                            <a:gd name="csY465" fmla="*/ 1538097 h 1538097"/>
                            <a:gd name="csX466" fmla="*/ 3888867 w 4164329"/>
                            <a:gd name="csY466" fmla="*/ 1538097 h 1538097"/>
                            <a:gd name="csX467" fmla="*/ 3897249 w 4164329"/>
                            <a:gd name="csY467" fmla="*/ 1538097 h 1538097"/>
                            <a:gd name="csX468" fmla="*/ 3905631 w 4164329"/>
                            <a:gd name="csY468" fmla="*/ 1538097 h 1538097"/>
                            <a:gd name="csX469" fmla="*/ 3913886 w 4164329"/>
                            <a:gd name="csY469" fmla="*/ 1538097 h 1538097"/>
                            <a:gd name="csX470" fmla="*/ 3922268 w 4164329"/>
                            <a:gd name="csY470" fmla="*/ 1538097 h 1538097"/>
                            <a:gd name="csX471" fmla="*/ 3930650 w 4164329"/>
                            <a:gd name="csY471" fmla="*/ 1538097 h 1538097"/>
                            <a:gd name="csX472" fmla="*/ 3938905 w 4164329"/>
                            <a:gd name="csY472" fmla="*/ 1538097 h 1538097"/>
                            <a:gd name="csX473" fmla="*/ 3947287 w 4164329"/>
                            <a:gd name="csY473" fmla="*/ 1538097 h 1538097"/>
                            <a:gd name="csX474" fmla="*/ 3955669 w 4164329"/>
                            <a:gd name="csY474" fmla="*/ 1538097 h 1538097"/>
                            <a:gd name="csX475" fmla="*/ 3964051 w 4164329"/>
                            <a:gd name="csY475" fmla="*/ 1538097 h 1538097"/>
                            <a:gd name="csX476" fmla="*/ 3972306 w 4164329"/>
                            <a:gd name="csY476" fmla="*/ 1538097 h 1538097"/>
                            <a:gd name="csX477" fmla="*/ 3980688 w 4164329"/>
                            <a:gd name="csY477" fmla="*/ 1538097 h 1538097"/>
                            <a:gd name="csX478" fmla="*/ 3989070 w 4164329"/>
                            <a:gd name="csY478" fmla="*/ 1538097 h 1538097"/>
                            <a:gd name="csX479" fmla="*/ 3997325 w 4164329"/>
                            <a:gd name="csY479" fmla="*/ 1538097 h 1538097"/>
                            <a:gd name="csX480" fmla="*/ 4005707 w 4164329"/>
                            <a:gd name="csY480" fmla="*/ 1538097 h 1538097"/>
                            <a:gd name="csX481" fmla="*/ 4014089 w 4164329"/>
                            <a:gd name="csY481" fmla="*/ 1538097 h 1538097"/>
                            <a:gd name="csX482" fmla="*/ 4022471 w 4164329"/>
                            <a:gd name="csY482" fmla="*/ 1538097 h 1538097"/>
                            <a:gd name="csX483" fmla="*/ 4030726 w 4164329"/>
                            <a:gd name="csY483" fmla="*/ 1538097 h 1538097"/>
                            <a:gd name="csX484" fmla="*/ 4039108 w 4164329"/>
                            <a:gd name="csY484" fmla="*/ 1538097 h 1538097"/>
                            <a:gd name="csX485" fmla="*/ 4047490 w 4164329"/>
                            <a:gd name="csY485" fmla="*/ 1538097 h 1538097"/>
                            <a:gd name="csX486" fmla="*/ 4055745 w 4164329"/>
                            <a:gd name="csY486" fmla="*/ 1538097 h 1538097"/>
                            <a:gd name="csX487" fmla="*/ 4064127 w 4164329"/>
                            <a:gd name="csY487" fmla="*/ 1538097 h 1538097"/>
                            <a:gd name="csX488" fmla="*/ 4072509 w 4164329"/>
                            <a:gd name="csY488" fmla="*/ 1538097 h 1538097"/>
                            <a:gd name="csX489" fmla="*/ 4080891 w 4164329"/>
                            <a:gd name="csY489" fmla="*/ 1538097 h 1538097"/>
                            <a:gd name="csX490" fmla="*/ 4089146 w 4164329"/>
                            <a:gd name="csY490" fmla="*/ 1538097 h 1538097"/>
                            <a:gd name="csX491" fmla="*/ 4097528 w 4164329"/>
                            <a:gd name="csY491" fmla="*/ 1538097 h 1538097"/>
                            <a:gd name="csX492" fmla="*/ 4105910 w 4164329"/>
                            <a:gd name="csY492" fmla="*/ 1538097 h 1538097"/>
                            <a:gd name="csX493" fmla="*/ 4114165 w 4164329"/>
                            <a:gd name="csY493" fmla="*/ 1538097 h 1538097"/>
                            <a:gd name="csX494" fmla="*/ 4122547 w 4164329"/>
                            <a:gd name="csY494" fmla="*/ 1538097 h 1538097"/>
                            <a:gd name="csX495" fmla="*/ 4130929 w 4164329"/>
                            <a:gd name="csY495" fmla="*/ 1538097 h 1538097"/>
                            <a:gd name="csX496" fmla="*/ 4139311 w 4164329"/>
                            <a:gd name="csY496" fmla="*/ 1538097 h 1538097"/>
                            <a:gd name="csX497" fmla="*/ 4147566 w 4164329"/>
                            <a:gd name="csY497" fmla="*/ 1538097 h 1538097"/>
                            <a:gd name="csX498" fmla="*/ 4155948 w 4164329"/>
                            <a:gd name="csY498" fmla="*/ 1538097 h 1538097"/>
                            <a:gd name="csX499" fmla="*/ 4164330 w 4164329"/>
                            <a:gd name="csY499" fmla="*/ 1538097 h 1538097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538097">
                              <a:moveTo>
                                <a:pt x="0" y="0"/>
                              </a:moveTo>
                              <a:lnTo>
                                <a:pt x="8382" y="0"/>
                              </a:lnTo>
                              <a:lnTo>
                                <a:pt x="16637" y="0"/>
                              </a:lnTo>
                              <a:lnTo>
                                <a:pt x="25019" y="0"/>
                              </a:lnTo>
                              <a:lnTo>
                                <a:pt x="33401" y="0"/>
                              </a:lnTo>
                              <a:lnTo>
                                <a:pt x="41783" y="0"/>
                              </a:lnTo>
                              <a:lnTo>
                                <a:pt x="50038" y="0"/>
                              </a:lnTo>
                              <a:lnTo>
                                <a:pt x="58420" y="127"/>
                              </a:lnTo>
                              <a:lnTo>
                                <a:pt x="66802" y="127"/>
                              </a:lnTo>
                              <a:lnTo>
                                <a:pt x="75057" y="127"/>
                              </a:lnTo>
                              <a:lnTo>
                                <a:pt x="83439" y="127"/>
                              </a:lnTo>
                              <a:lnTo>
                                <a:pt x="91821" y="127"/>
                              </a:lnTo>
                              <a:lnTo>
                                <a:pt x="100203" y="127"/>
                              </a:lnTo>
                              <a:lnTo>
                                <a:pt x="108458" y="127"/>
                              </a:lnTo>
                              <a:lnTo>
                                <a:pt x="116840" y="127"/>
                              </a:lnTo>
                              <a:lnTo>
                                <a:pt x="125222" y="127"/>
                              </a:lnTo>
                              <a:lnTo>
                                <a:pt x="133477" y="127"/>
                              </a:lnTo>
                              <a:lnTo>
                                <a:pt x="141859" y="254"/>
                              </a:lnTo>
                              <a:lnTo>
                                <a:pt x="150241" y="254"/>
                              </a:lnTo>
                              <a:lnTo>
                                <a:pt x="158623" y="254"/>
                              </a:lnTo>
                              <a:lnTo>
                                <a:pt x="166878" y="254"/>
                              </a:lnTo>
                              <a:lnTo>
                                <a:pt x="175260" y="254"/>
                              </a:lnTo>
                              <a:lnTo>
                                <a:pt x="183642" y="254"/>
                              </a:lnTo>
                              <a:lnTo>
                                <a:pt x="191897" y="254"/>
                              </a:lnTo>
                              <a:lnTo>
                                <a:pt x="200279" y="381"/>
                              </a:lnTo>
                              <a:lnTo>
                                <a:pt x="208661" y="381"/>
                              </a:lnTo>
                              <a:lnTo>
                                <a:pt x="217043" y="381"/>
                              </a:lnTo>
                              <a:lnTo>
                                <a:pt x="225298" y="381"/>
                              </a:lnTo>
                              <a:lnTo>
                                <a:pt x="233680" y="381"/>
                              </a:lnTo>
                              <a:lnTo>
                                <a:pt x="242062" y="381"/>
                              </a:lnTo>
                              <a:lnTo>
                                <a:pt x="250317" y="508"/>
                              </a:lnTo>
                              <a:lnTo>
                                <a:pt x="258699" y="508"/>
                              </a:lnTo>
                              <a:lnTo>
                                <a:pt x="267081" y="508"/>
                              </a:lnTo>
                              <a:lnTo>
                                <a:pt x="275463" y="508"/>
                              </a:lnTo>
                              <a:lnTo>
                                <a:pt x="283718" y="508"/>
                              </a:lnTo>
                              <a:lnTo>
                                <a:pt x="292100" y="635"/>
                              </a:lnTo>
                              <a:lnTo>
                                <a:pt x="300482" y="635"/>
                              </a:lnTo>
                              <a:lnTo>
                                <a:pt x="308737" y="635"/>
                              </a:lnTo>
                              <a:lnTo>
                                <a:pt x="317119" y="635"/>
                              </a:lnTo>
                              <a:lnTo>
                                <a:pt x="325501" y="762"/>
                              </a:lnTo>
                              <a:lnTo>
                                <a:pt x="333756" y="762"/>
                              </a:lnTo>
                              <a:lnTo>
                                <a:pt x="342138" y="762"/>
                              </a:lnTo>
                              <a:lnTo>
                                <a:pt x="350520" y="889"/>
                              </a:lnTo>
                              <a:lnTo>
                                <a:pt x="358902" y="889"/>
                              </a:lnTo>
                              <a:lnTo>
                                <a:pt x="367157" y="889"/>
                              </a:lnTo>
                              <a:lnTo>
                                <a:pt x="375539" y="1016"/>
                              </a:lnTo>
                              <a:lnTo>
                                <a:pt x="383921" y="1016"/>
                              </a:lnTo>
                              <a:lnTo>
                                <a:pt x="392176" y="1016"/>
                              </a:lnTo>
                              <a:lnTo>
                                <a:pt x="400558" y="1143"/>
                              </a:lnTo>
                              <a:lnTo>
                                <a:pt x="408940" y="1143"/>
                              </a:lnTo>
                              <a:lnTo>
                                <a:pt x="417322" y="1270"/>
                              </a:lnTo>
                              <a:lnTo>
                                <a:pt x="425577" y="1270"/>
                              </a:lnTo>
                              <a:lnTo>
                                <a:pt x="433959" y="1397"/>
                              </a:lnTo>
                              <a:lnTo>
                                <a:pt x="442341" y="1397"/>
                              </a:lnTo>
                              <a:lnTo>
                                <a:pt x="450596" y="1524"/>
                              </a:lnTo>
                              <a:lnTo>
                                <a:pt x="458978" y="1524"/>
                              </a:lnTo>
                              <a:lnTo>
                                <a:pt x="467360" y="1651"/>
                              </a:lnTo>
                              <a:lnTo>
                                <a:pt x="475742" y="1651"/>
                              </a:lnTo>
                              <a:lnTo>
                                <a:pt x="483997" y="1778"/>
                              </a:lnTo>
                              <a:lnTo>
                                <a:pt x="492379" y="1778"/>
                              </a:lnTo>
                              <a:lnTo>
                                <a:pt x="500761" y="1905"/>
                              </a:lnTo>
                              <a:lnTo>
                                <a:pt x="509016" y="2032"/>
                              </a:lnTo>
                              <a:lnTo>
                                <a:pt x="517398" y="2159"/>
                              </a:lnTo>
                              <a:lnTo>
                                <a:pt x="525780" y="2159"/>
                              </a:lnTo>
                              <a:lnTo>
                                <a:pt x="534162" y="2286"/>
                              </a:lnTo>
                              <a:lnTo>
                                <a:pt x="542417" y="2413"/>
                              </a:lnTo>
                              <a:lnTo>
                                <a:pt x="550799" y="2540"/>
                              </a:lnTo>
                              <a:lnTo>
                                <a:pt x="559181" y="2540"/>
                              </a:lnTo>
                              <a:lnTo>
                                <a:pt x="567436" y="2667"/>
                              </a:lnTo>
                              <a:lnTo>
                                <a:pt x="575818" y="2794"/>
                              </a:lnTo>
                              <a:lnTo>
                                <a:pt x="584200" y="2921"/>
                              </a:lnTo>
                              <a:lnTo>
                                <a:pt x="592582" y="3048"/>
                              </a:lnTo>
                              <a:lnTo>
                                <a:pt x="600837" y="3175"/>
                              </a:lnTo>
                              <a:lnTo>
                                <a:pt x="609219" y="3302"/>
                              </a:lnTo>
                              <a:lnTo>
                                <a:pt x="617601" y="3556"/>
                              </a:lnTo>
                              <a:lnTo>
                                <a:pt x="625856" y="3683"/>
                              </a:lnTo>
                              <a:lnTo>
                                <a:pt x="634238" y="3810"/>
                              </a:lnTo>
                              <a:lnTo>
                                <a:pt x="642620" y="3937"/>
                              </a:lnTo>
                              <a:lnTo>
                                <a:pt x="651002" y="4191"/>
                              </a:lnTo>
                              <a:lnTo>
                                <a:pt x="659257" y="4318"/>
                              </a:lnTo>
                              <a:lnTo>
                                <a:pt x="667639" y="4445"/>
                              </a:lnTo>
                              <a:lnTo>
                                <a:pt x="676021" y="4699"/>
                              </a:lnTo>
                              <a:lnTo>
                                <a:pt x="684276" y="4826"/>
                              </a:lnTo>
                              <a:lnTo>
                                <a:pt x="692658" y="5080"/>
                              </a:lnTo>
                              <a:lnTo>
                                <a:pt x="701040" y="5334"/>
                              </a:lnTo>
                              <a:lnTo>
                                <a:pt x="709295" y="5588"/>
                              </a:lnTo>
                              <a:lnTo>
                                <a:pt x="717677" y="5715"/>
                              </a:lnTo>
                              <a:lnTo>
                                <a:pt x="726059" y="5969"/>
                              </a:lnTo>
                              <a:lnTo>
                                <a:pt x="734441" y="6223"/>
                              </a:lnTo>
                              <a:lnTo>
                                <a:pt x="742696" y="6477"/>
                              </a:lnTo>
                              <a:lnTo>
                                <a:pt x="751078" y="6731"/>
                              </a:lnTo>
                              <a:lnTo>
                                <a:pt x="759460" y="7112"/>
                              </a:lnTo>
                              <a:lnTo>
                                <a:pt x="767715" y="7366"/>
                              </a:lnTo>
                              <a:lnTo>
                                <a:pt x="776097" y="7620"/>
                              </a:lnTo>
                              <a:lnTo>
                                <a:pt x="784479" y="8001"/>
                              </a:lnTo>
                              <a:lnTo>
                                <a:pt x="792861" y="8382"/>
                              </a:lnTo>
                              <a:lnTo>
                                <a:pt x="801116" y="8636"/>
                              </a:lnTo>
                              <a:lnTo>
                                <a:pt x="809498" y="9017"/>
                              </a:lnTo>
                              <a:lnTo>
                                <a:pt x="817880" y="9398"/>
                              </a:lnTo>
                              <a:lnTo>
                                <a:pt x="826135" y="9779"/>
                              </a:lnTo>
                              <a:lnTo>
                                <a:pt x="834517" y="10160"/>
                              </a:lnTo>
                              <a:lnTo>
                                <a:pt x="842899" y="10668"/>
                              </a:lnTo>
                              <a:lnTo>
                                <a:pt x="851281" y="11049"/>
                              </a:lnTo>
                              <a:lnTo>
                                <a:pt x="859536" y="11557"/>
                              </a:lnTo>
                              <a:lnTo>
                                <a:pt x="867918" y="11938"/>
                              </a:lnTo>
                              <a:lnTo>
                                <a:pt x="876300" y="12446"/>
                              </a:lnTo>
                              <a:lnTo>
                                <a:pt x="884555" y="12954"/>
                              </a:lnTo>
                              <a:lnTo>
                                <a:pt x="892937" y="13589"/>
                              </a:lnTo>
                              <a:lnTo>
                                <a:pt x="901319" y="14097"/>
                              </a:lnTo>
                              <a:lnTo>
                                <a:pt x="909701" y="14605"/>
                              </a:lnTo>
                              <a:lnTo>
                                <a:pt x="917956" y="15240"/>
                              </a:lnTo>
                              <a:lnTo>
                                <a:pt x="926338" y="15875"/>
                              </a:lnTo>
                              <a:lnTo>
                                <a:pt x="934720" y="16510"/>
                              </a:lnTo>
                              <a:lnTo>
                                <a:pt x="942975" y="17272"/>
                              </a:lnTo>
                              <a:lnTo>
                                <a:pt x="951357" y="17907"/>
                              </a:lnTo>
                              <a:lnTo>
                                <a:pt x="959739" y="18669"/>
                              </a:lnTo>
                              <a:lnTo>
                                <a:pt x="968121" y="19431"/>
                              </a:lnTo>
                              <a:lnTo>
                                <a:pt x="976376" y="20193"/>
                              </a:lnTo>
                              <a:lnTo>
                                <a:pt x="984758" y="21082"/>
                              </a:lnTo>
                              <a:lnTo>
                                <a:pt x="993140" y="21844"/>
                              </a:lnTo>
                              <a:lnTo>
                                <a:pt x="1001395" y="22733"/>
                              </a:lnTo>
                              <a:lnTo>
                                <a:pt x="1009777" y="23749"/>
                              </a:lnTo>
                              <a:lnTo>
                                <a:pt x="1018159" y="24638"/>
                              </a:lnTo>
                              <a:lnTo>
                                <a:pt x="1026414" y="25654"/>
                              </a:lnTo>
                              <a:lnTo>
                                <a:pt x="1034796" y="26670"/>
                              </a:lnTo>
                              <a:lnTo>
                                <a:pt x="1043178" y="27813"/>
                              </a:lnTo>
                              <a:lnTo>
                                <a:pt x="1051560" y="28829"/>
                              </a:lnTo>
                              <a:lnTo>
                                <a:pt x="1059815" y="30099"/>
                              </a:lnTo>
                              <a:lnTo>
                                <a:pt x="1068197" y="31242"/>
                              </a:lnTo>
                              <a:lnTo>
                                <a:pt x="1076579" y="32512"/>
                              </a:lnTo>
                              <a:lnTo>
                                <a:pt x="1084834" y="33782"/>
                              </a:lnTo>
                              <a:lnTo>
                                <a:pt x="1093216" y="35179"/>
                              </a:lnTo>
                              <a:lnTo>
                                <a:pt x="1101598" y="36576"/>
                              </a:lnTo>
                              <a:lnTo>
                                <a:pt x="1109980" y="38100"/>
                              </a:lnTo>
                              <a:lnTo>
                                <a:pt x="1118235" y="39624"/>
                              </a:lnTo>
                              <a:lnTo>
                                <a:pt x="1126617" y="41148"/>
                              </a:lnTo>
                              <a:lnTo>
                                <a:pt x="1134999" y="42799"/>
                              </a:lnTo>
                              <a:lnTo>
                                <a:pt x="1143254" y="44577"/>
                              </a:lnTo>
                              <a:lnTo>
                                <a:pt x="1151636" y="46355"/>
                              </a:lnTo>
                              <a:lnTo>
                                <a:pt x="1160018" y="48133"/>
                              </a:lnTo>
                              <a:lnTo>
                                <a:pt x="1168400" y="50038"/>
                              </a:lnTo>
                              <a:lnTo>
                                <a:pt x="1176655" y="52070"/>
                              </a:lnTo>
                              <a:lnTo>
                                <a:pt x="1185037" y="54102"/>
                              </a:lnTo>
                              <a:lnTo>
                                <a:pt x="1193419" y="56261"/>
                              </a:lnTo>
                              <a:lnTo>
                                <a:pt x="1201674" y="58420"/>
                              </a:lnTo>
                              <a:lnTo>
                                <a:pt x="1210056" y="60706"/>
                              </a:lnTo>
                              <a:lnTo>
                                <a:pt x="1218438" y="63119"/>
                              </a:lnTo>
                              <a:lnTo>
                                <a:pt x="1226820" y="65659"/>
                              </a:lnTo>
                              <a:lnTo>
                                <a:pt x="1235075" y="68199"/>
                              </a:lnTo>
                              <a:lnTo>
                                <a:pt x="1243457" y="70866"/>
                              </a:lnTo>
                              <a:lnTo>
                                <a:pt x="1251839" y="73660"/>
                              </a:lnTo>
                              <a:lnTo>
                                <a:pt x="1260094" y="76454"/>
                              </a:lnTo>
                              <a:lnTo>
                                <a:pt x="1268476" y="79502"/>
                              </a:lnTo>
                              <a:lnTo>
                                <a:pt x="1276858" y="82550"/>
                              </a:lnTo>
                              <a:lnTo>
                                <a:pt x="1285240" y="85725"/>
                              </a:lnTo>
                              <a:lnTo>
                                <a:pt x="1293495" y="89027"/>
                              </a:lnTo>
                              <a:lnTo>
                                <a:pt x="1301877" y="92456"/>
                              </a:lnTo>
                              <a:lnTo>
                                <a:pt x="1310259" y="96012"/>
                              </a:lnTo>
                              <a:lnTo>
                                <a:pt x="1318514" y="99695"/>
                              </a:lnTo>
                              <a:lnTo>
                                <a:pt x="1326896" y="103505"/>
                              </a:lnTo>
                              <a:lnTo>
                                <a:pt x="1335278" y="107442"/>
                              </a:lnTo>
                              <a:lnTo>
                                <a:pt x="1343533" y="111506"/>
                              </a:lnTo>
                              <a:lnTo>
                                <a:pt x="1351915" y="115824"/>
                              </a:lnTo>
                              <a:lnTo>
                                <a:pt x="1360297" y="120142"/>
                              </a:lnTo>
                              <a:lnTo>
                                <a:pt x="1368679" y="124714"/>
                              </a:lnTo>
                              <a:lnTo>
                                <a:pt x="1376934" y="129286"/>
                              </a:lnTo>
                              <a:lnTo>
                                <a:pt x="1385316" y="134112"/>
                              </a:lnTo>
                              <a:lnTo>
                                <a:pt x="1393698" y="139192"/>
                              </a:lnTo>
                              <a:lnTo>
                                <a:pt x="1401953" y="144272"/>
                              </a:lnTo>
                              <a:lnTo>
                                <a:pt x="1410335" y="149606"/>
                              </a:lnTo>
                              <a:lnTo>
                                <a:pt x="1418717" y="155194"/>
                              </a:lnTo>
                              <a:lnTo>
                                <a:pt x="1427099" y="160909"/>
                              </a:lnTo>
                              <a:lnTo>
                                <a:pt x="1435354" y="166751"/>
                              </a:lnTo>
                              <a:lnTo>
                                <a:pt x="1443736" y="172720"/>
                              </a:lnTo>
                              <a:lnTo>
                                <a:pt x="1452118" y="179070"/>
                              </a:lnTo>
                              <a:lnTo>
                                <a:pt x="1460373" y="185420"/>
                              </a:lnTo>
                              <a:lnTo>
                                <a:pt x="1468755" y="192151"/>
                              </a:lnTo>
                              <a:lnTo>
                                <a:pt x="1477137" y="199009"/>
                              </a:lnTo>
                              <a:lnTo>
                                <a:pt x="1485519" y="205994"/>
                              </a:lnTo>
                              <a:lnTo>
                                <a:pt x="1493774" y="213233"/>
                              </a:lnTo>
                              <a:lnTo>
                                <a:pt x="1502156" y="220726"/>
                              </a:lnTo>
                              <a:lnTo>
                                <a:pt x="1510538" y="228473"/>
                              </a:lnTo>
                              <a:lnTo>
                                <a:pt x="1518793" y="236347"/>
                              </a:lnTo>
                              <a:lnTo>
                                <a:pt x="1527175" y="244475"/>
                              </a:lnTo>
                              <a:lnTo>
                                <a:pt x="1535557" y="252857"/>
                              </a:lnTo>
                              <a:lnTo>
                                <a:pt x="1543939" y="261493"/>
                              </a:lnTo>
                              <a:lnTo>
                                <a:pt x="1552194" y="270256"/>
                              </a:lnTo>
                              <a:lnTo>
                                <a:pt x="1560576" y="279273"/>
                              </a:lnTo>
                              <a:lnTo>
                                <a:pt x="1568958" y="288544"/>
                              </a:lnTo>
                              <a:lnTo>
                                <a:pt x="1577213" y="298069"/>
                              </a:lnTo>
                              <a:lnTo>
                                <a:pt x="1585595" y="307848"/>
                              </a:lnTo>
                              <a:lnTo>
                                <a:pt x="1593977" y="317881"/>
                              </a:lnTo>
                              <a:lnTo>
                                <a:pt x="1602359" y="328041"/>
                              </a:lnTo>
                              <a:lnTo>
                                <a:pt x="1610614" y="338582"/>
                              </a:lnTo>
                              <a:lnTo>
                                <a:pt x="1618996" y="349250"/>
                              </a:lnTo>
                              <a:lnTo>
                                <a:pt x="1627378" y="360172"/>
                              </a:lnTo>
                              <a:lnTo>
                                <a:pt x="1635633" y="371348"/>
                              </a:lnTo>
                              <a:lnTo>
                                <a:pt x="1644015" y="382778"/>
                              </a:lnTo>
                              <a:lnTo>
                                <a:pt x="1652397" y="394462"/>
                              </a:lnTo>
                              <a:lnTo>
                                <a:pt x="1660652" y="406273"/>
                              </a:lnTo>
                              <a:lnTo>
                                <a:pt x="1669034" y="418465"/>
                              </a:lnTo>
                              <a:lnTo>
                                <a:pt x="1677416" y="430784"/>
                              </a:lnTo>
                              <a:lnTo>
                                <a:pt x="1685798" y="443230"/>
                              </a:lnTo>
                              <a:lnTo>
                                <a:pt x="1694053" y="456057"/>
                              </a:lnTo>
                              <a:lnTo>
                                <a:pt x="1702435" y="469011"/>
                              </a:lnTo>
                              <a:lnTo>
                                <a:pt x="1710817" y="482219"/>
                              </a:lnTo>
                              <a:lnTo>
                                <a:pt x="1719072" y="495554"/>
                              </a:lnTo>
                              <a:lnTo>
                                <a:pt x="1727454" y="509143"/>
                              </a:lnTo>
                              <a:lnTo>
                                <a:pt x="1735836" y="522859"/>
                              </a:lnTo>
                              <a:lnTo>
                                <a:pt x="1744218" y="536829"/>
                              </a:lnTo>
                              <a:lnTo>
                                <a:pt x="1752473" y="550926"/>
                              </a:lnTo>
                              <a:lnTo>
                                <a:pt x="1760855" y="565150"/>
                              </a:lnTo>
                              <a:lnTo>
                                <a:pt x="1769237" y="579501"/>
                              </a:lnTo>
                              <a:lnTo>
                                <a:pt x="1777492" y="594106"/>
                              </a:lnTo>
                              <a:lnTo>
                                <a:pt x="1785874" y="608711"/>
                              </a:lnTo>
                              <a:lnTo>
                                <a:pt x="1794256" y="623570"/>
                              </a:lnTo>
                              <a:lnTo>
                                <a:pt x="1802638" y="638429"/>
                              </a:lnTo>
                              <a:lnTo>
                                <a:pt x="1810893" y="653542"/>
                              </a:lnTo>
                              <a:lnTo>
                                <a:pt x="1819275" y="668655"/>
                              </a:lnTo>
                              <a:lnTo>
                                <a:pt x="1827657" y="683768"/>
                              </a:lnTo>
                              <a:lnTo>
                                <a:pt x="1835912" y="699008"/>
                              </a:lnTo>
                              <a:lnTo>
                                <a:pt x="1844294" y="714375"/>
                              </a:lnTo>
                              <a:lnTo>
                                <a:pt x="1852676" y="729742"/>
                              </a:lnTo>
                              <a:lnTo>
                                <a:pt x="1861058" y="745109"/>
                              </a:lnTo>
                              <a:lnTo>
                                <a:pt x="1869313" y="760476"/>
                              </a:lnTo>
                              <a:lnTo>
                                <a:pt x="1877695" y="775970"/>
                              </a:lnTo>
                              <a:lnTo>
                                <a:pt x="1886077" y="791337"/>
                              </a:lnTo>
                              <a:lnTo>
                                <a:pt x="1894332" y="806704"/>
                              </a:lnTo>
                              <a:lnTo>
                                <a:pt x="1902714" y="822071"/>
                              </a:lnTo>
                              <a:lnTo>
                                <a:pt x="1911096" y="837438"/>
                              </a:lnTo>
                              <a:lnTo>
                                <a:pt x="1919478" y="852678"/>
                              </a:lnTo>
                              <a:lnTo>
                                <a:pt x="1927733" y="867918"/>
                              </a:lnTo>
                              <a:lnTo>
                                <a:pt x="1936115" y="883031"/>
                              </a:lnTo>
                              <a:lnTo>
                                <a:pt x="1944497" y="898017"/>
                              </a:lnTo>
                              <a:lnTo>
                                <a:pt x="1952752" y="913003"/>
                              </a:lnTo>
                              <a:lnTo>
                                <a:pt x="1961134" y="927735"/>
                              </a:lnTo>
                              <a:lnTo>
                                <a:pt x="1969516" y="942467"/>
                              </a:lnTo>
                              <a:lnTo>
                                <a:pt x="1977771" y="957072"/>
                              </a:lnTo>
                              <a:lnTo>
                                <a:pt x="1986153" y="971423"/>
                              </a:lnTo>
                              <a:lnTo>
                                <a:pt x="1994535" y="985774"/>
                              </a:lnTo>
                              <a:lnTo>
                                <a:pt x="2002917" y="999871"/>
                              </a:lnTo>
                              <a:lnTo>
                                <a:pt x="2011172" y="1013714"/>
                              </a:lnTo>
                              <a:lnTo>
                                <a:pt x="2019554" y="1027557"/>
                              </a:lnTo>
                              <a:lnTo>
                                <a:pt x="2027936" y="1041146"/>
                              </a:lnTo>
                              <a:lnTo>
                                <a:pt x="2036191" y="1054481"/>
                              </a:lnTo>
                              <a:lnTo>
                                <a:pt x="2044573" y="1067689"/>
                              </a:lnTo>
                              <a:lnTo>
                                <a:pt x="2052955" y="1080643"/>
                              </a:lnTo>
                              <a:lnTo>
                                <a:pt x="2061337" y="1093470"/>
                              </a:lnTo>
                              <a:lnTo>
                                <a:pt x="2069592" y="1106043"/>
                              </a:lnTo>
                              <a:lnTo>
                                <a:pt x="2077974" y="1118362"/>
                              </a:lnTo>
                              <a:lnTo>
                                <a:pt x="2086356" y="1130427"/>
                              </a:lnTo>
                              <a:lnTo>
                                <a:pt x="2094611" y="1142365"/>
                              </a:lnTo>
                              <a:lnTo>
                                <a:pt x="2102993" y="1154049"/>
                              </a:lnTo>
                              <a:lnTo>
                                <a:pt x="2111375" y="1165479"/>
                              </a:lnTo>
                              <a:lnTo>
                                <a:pt x="2119757" y="1176655"/>
                              </a:lnTo>
                              <a:lnTo>
                                <a:pt x="2128012" y="1187704"/>
                              </a:lnTo>
                              <a:lnTo>
                                <a:pt x="2136394" y="1198372"/>
                              </a:lnTo>
                              <a:lnTo>
                                <a:pt x="2144776" y="1208913"/>
                              </a:lnTo>
                              <a:lnTo>
                                <a:pt x="2153031" y="1219073"/>
                              </a:lnTo>
                              <a:lnTo>
                                <a:pt x="2161413" y="1229106"/>
                              </a:lnTo>
                              <a:lnTo>
                                <a:pt x="2169795" y="1238885"/>
                              </a:lnTo>
                              <a:lnTo>
                                <a:pt x="2178177" y="1248410"/>
                              </a:lnTo>
                              <a:lnTo>
                                <a:pt x="2186432" y="1257808"/>
                              </a:lnTo>
                              <a:lnTo>
                                <a:pt x="2194814" y="1266825"/>
                              </a:lnTo>
                              <a:lnTo>
                                <a:pt x="2203196" y="1275715"/>
                              </a:lnTo>
                              <a:lnTo>
                                <a:pt x="2211451" y="1284351"/>
                              </a:lnTo>
                              <a:lnTo>
                                <a:pt x="2219833" y="1292733"/>
                              </a:lnTo>
                              <a:lnTo>
                                <a:pt x="2228215" y="1300861"/>
                              </a:lnTo>
                              <a:lnTo>
                                <a:pt x="2236597" y="1308735"/>
                              </a:lnTo>
                              <a:lnTo>
                                <a:pt x="2244852" y="1316482"/>
                              </a:lnTo>
                              <a:lnTo>
                                <a:pt x="2253234" y="1323975"/>
                              </a:lnTo>
                              <a:lnTo>
                                <a:pt x="2261616" y="1331214"/>
                              </a:lnTo>
                              <a:lnTo>
                                <a:pt x="2269871" y="1338326"/>
                              </a:lnTo>
                              <a:lnTo>
                                <a:pt x="2278253" y="1345184"/>
                              </a:lnTo>
                              <a:lnTo>
                                <a:pt x="2286635" y="1351915"/>
                              </a:lnTo>
                              <a:lnTo>
                                <a:pt x="2294890" y="1358392"/>
                              </a:lnTo>
                              <a:lnTo>
                                <a:pt x="2303272" y="1364615"/>
                              </a:lnTo>
                              <a:lnTo>
                                <a:pt x="2311654" y="1370711"/>
                              </a:lnTo>
                              <a:lnTo>
                                <a:pt x="2320036" y="1376553"/>
                              </a:lnTo>
                              <a:lnTo>
                                <a:pt x="2328291" y="1382268"/>
                              </a:lnTo>
                              <a:lnTo>
                                <a:pt x="2336673" y="1387856"/>
                              </a:lnTo>
                              <a:lnTo>
                                <a:pt x="2345055" y="1393190"/>
                              </a:lnTo>
                              <a:lnTo>
                                <a:pt x="2353310" y="1398270"/>
                              </a:lnTo>
                              <a:lnTo>
                                <a:pt x="2361692" y="1403350"/>
                              </a:lnTo>
                              <a:lnTo>
                                <a:pt x="2370074" y="1408176"/>
                              </a:lnTo>
                              <a:lnTo>
                                <a:pt x="2378456" y="1412875"/>
                              </a:lnTo>
                              <a:lnTo>
                                <a:pt x="2386711" y="1417447"/>
                              </a:lnTo>
                              <a:lnTo>
                                <a:pt x="2395093" y="1421765"/>
                              </a:lnTo>
                              <a:lnTo>
                                <a:pt x="2403475" y="1426083"/>
                              </a:lnTo>
                              <a:lnTo>
                                <a:pt x="2411730" y="1430147"/>
                              </a:lnTo>
                              <a:lnTo>
                                <a:pt x="2420112" y="1434084"/>
                              </a:lnTo>
                              <a:lnTo>
                                <a:pt x="2428494" y="1437894"/>
                              </a:lnTo>
                              <a:lnTo>
                                <a:pt x="2436876" y="1441577"/>
                              </a:lnTo>
                              <a:lnTo>
                                <a:pt x="2445131" y="1445133"/>
                              </a:lnTo>
                              <a:lnTo>
                                <a:pt x="2453513" y="1448562"/>
                              </a:lnTo>
                              <a:lnTo>
                                <a:pt x="2461895" y="1451991"/>
                              </a:lnTo>
                              <a:lnTo>
                                <a:pt x="2470150" y="1455166"/>
                              </a:lnTo>
                              <a:lnTo>
                                <a:pt x="2478532" y="1458214"/>
                              </a:lnTo>
                              <a:lnTo>
                                <a:pt x="2486914" y="1461262"/>
                              </a:lnTo>
                              <a:lnTo>
                                <a:pt x="2495296" y="1464056"/>
                              </a:lnTo>
                              <a:lnTo>
                                <a:pt x="2503551" y="1466850"/>
                              </a:lnTo>
                              <a:lnTo>
                                <a:pt x="2511933" y="1469517"/>
                              </a:lnTo>
                              <a:lnTo>
                                <a:pt x="2520315" y="1472184"/>
                              </a:lnTo>
                              <a:lnTo>
                                <a:pt x="2528570" y="1474597"/>
                              </a:lnTo>
                              <a:lnTo>
                                <a:pt x="2536952" y="1477010"/>
                              </a:lnTo>
                              <a:lnTo>
                                <a:pt x="2545334" y="1479296"/>
                              </a:lnTo>
                              <a:lnTo>
                                <a:pt x="2553716" y="1481582"/>
                              </a:lnTo>
                              <a:lnTo>
                                <a:pt x="2561971" y="1483741"/>
                              </a:lnTo>
                              <a:lnTo>
                                <a:pt x="2570353" y="1485773"/>
                              </a:lnTo>
                              <a:lnTo>
                                <a:pt x="2578735" y="1487805"/>
                              </a:lnTo>
                              <a:lnTo>
                                <a:pt x="2586990" y="1489710"/>
                              </a:lnTo>
                              <a:lnTo>
                                <a:pt x="2595372" y="1491488"/>
                              </a:lnTo>
                              <a:lnTo>
                                <a:pt x="2603754" y="1493266"/>
                              </a:lnTo>
                              <a:lnTo>
                                <a:pt x="2612009" y="1495044"/>
                              </a:lnTo>
                              <a:lnTo>
                                <a:pt x="2620391" y="1496695"/>
                              </a:lnTo>
                              <a:lnTo>
                                <a:pt x="2628773" y="1498219"/>
                              </a:lnTo>
                              <a:lnTo>
                                <a:pt x="2637155" y="1499743"/>
                              </a:lnTo>
                              <a:lnTo>
                                <a:pt x="2645410" y="1501267"/>
                              </a:lnTo>
                              <a:lnTo>
                                <a:pt x="2653792" y="1502664"/>
                              </a:lnTo>
                              <a:lnTo>
                                <a:pt x="2662174" y="1504061"/>
                              </a:lnTo>
                              <a:lnTo>
                                <a:pt x="2670429" y="1505331"/>
                              </a:lnTo>
                              <a:lnTo>
                                <a:pt x="2678811" y="1506601"/>
                              </a:lnTo>
                              <a:lnTo>
                                <a:pt x="2687193" y="1507871"/>
                              </a:lnTo>
                              <a:lnTo>
                                <a:pt x="2695575" y="1509014"/>
                              </a:lnTo>
                              <a:lnTo>
                                <a:pt x="2703830" y="1510157"/>
                              </a:lnTo>
                              <a:lnTo>
                                <a:pt x="2712212" y="1511173"/>
                              </a:lnTo>
                              <a:lnTo>
                                <a:pt x="2720594" y="1512189"/>
                              </a:lnTo>
                              <a:lnTo>
                                <a:pt x="2728849" y="1513205"/>
                              </a:lnTo>
                              <a:lnTo>
                                <a:pt x="2737231" y="1514221"/>
                              </a:lnTo>
                              <a:lnTo>
                                <a:pt x="2745613" y="1515110"/>
                              </a:lnTo>
                              <a:lnTo>
                                <a:pt x="2753995" y="1515999"/>
                              </a:lnTo>
                              <a:lnTo>
                                <a:pt x="2762250" y="1516888"/>
                              </a:lnTo>
                              <a:lnTo>
                                <a:pt x="2770632" y="1517777"/>
                              </a:lnTo>
                              <a:lnTo>
                                <a:pt x="2779014" y="1518539"/>
                              </a:lnTo>
                              <a:lnTo>
                                <a:pt x="2787269" y="1519301"/>
                              </a:lnTo>
                              <a:lnTo>
                                <a:pt x="2795651" y="1520063"/>
                              </a:lnTo>
                              <a:lnTo>
                                <a:pt x="2804033" y="1520698"/>
                              </a:lnTo>
                              <a:lnTo>
                                <a:pt x="2812415" y="1521333"/>
                              </a:lnTo>
                              <a:lnTo>
                                <a:pt x="2820670" y="1522095"/>
                              </a:lnTo>
                              <a:lnTo>
                                <a:pt x="2829052" y="1522730"/>
                              </a:lnTo>
                              <a:lnTo>
                                <a:pt x="2837434" y="1523238"/>
                              </a:lnTo>
                              <a:lnTo>
                                <a:pt x="2845689" y="1523873"/>
                              </a:lnTo>
                              <a:lnTo>
                                <a:pt x="2854071" y="1524381"/>
                              </a:lnTo>
                              <a:lnTo>
                                <a:pt x="2862453" y="1524889"/>
                              </a:lnTo>
                              <a:lnTo>
                                <a:pt x="2870835" y="1525524"/>
                              </a:lnTo>
                              <a:lnTo>
                                <a:pt x="2879090" y="1525905"/>
                              </a:lnTo>
                              <a:lnTo>
                                <a:pt x="2887472" y="1526413"/>
                              </a:lnTo>
                              <a:lnTo>
                                <a:pt x="2895854" y="1526921"/>
                              </a:lnTo>
                              <a:lnTo>
                                <a:pt x="2904109" y="1527302"/>
                              </a:lnTo>
                              <a:lnTo>
                                <a:pt x="2912491" y="1527810"/>
                              </a:lnTo>
                              <a:lnTo>
                                <a:pt x="2920873" y="1528191"/>
                              </a:lnTo>
                              <a:lnTo>
                                <a:pt x="2929128" y="1528572"/>
                              </a:lnTo>
                              <a:lnTo>
                                <a:pt x="2937510" y="1528953"/>
                              </a:lnTo>
                              <a:lnTo>
                                <a:pt x="2945892" y="1529334"/>
                              </a:lnTo>
                              <a:lnTo>
                                <a:pt x="2954274" y="1529588"/>
                              </a:lnTo>
                              <a:lnTo>
                                <a:pt x="2962529" y="1529969"/>
                              </a:lnTo>
                              <a:lnTo>
                                <a:pt x="2970911" y="1530350"/>
                              </a:lnTo>
                              <a:lnTo>
                                <a:pt x="2979293" y="1530604"/>
                              </a:lnTo>
                              <a:lnTo>
                                <a:pt x="2987548" y="1530858"/>
                              </a:lnTo>
                              <a:lnTo>
                                <a:pt x="2995930" y="1531239"/>
                              </a:lnTo>
                              <a:lnTo>
                                <a:pt x="3004312" y="1531493"/>
                              </a:lnTo>
                              <a:lnTo>
                                <a:pt x="3012694" y="1531747"/>
                              </a:lnTo>
                              <a:lnTo>
                                <a:pt x="3020949" y="1532001"/>
                              </a:lnTo>
                              <a:lnTo>
                                <a:pt x="3029331" y="1532255"/>
                              </a:lnTo>
                              <a:lnTo>
                                <a:pt x="3037713" y="1532509"/>
                              </a:lnTo>
                              <a:lnTo>
                                <a:pt x="3045968" y="1532636"/>
                              </a:lnTo>
                              <a:lnTo>
                                <a:pt x="3054350" y="1532890"/>
                              </a:lnTo>
                              <a:lnTo>
                                <a:pt x="3062732" y="1533144"/>
                              </a:lnTo>
                              <a:lnTo>
                                <a:pt x="3071114" y="1533271"/>
                              </a:lnTo>
                              <a:lnTo>
                                <a:pt x="3079369" y="1533525"/>
                              </a:lnTo>
                              <a:lnTo>
                                <a:pt x="3087751" y="1533652"/>
                              </a:lnTo>
                              <a:lnTo>
                                <a:pt x="3096133" y="1533906"/>
                              </a:lnTo>
                              <a:lnTo>
                                <a:pt x="3104388" y="1534033"/>
                              </a:lnTo>
                              <a:lnTo>
                                <a:pt x="3112770" y="1534160"/>
                              </a:lnTo>
                              <a:lnTo>
                                <a:pt x="3121152" y="1534287"/>
                              </a:lnTo>
                              <a:lnTo>
                                <a:pt x="3129534" y="1534541"/>
                              </a:lnTo>
                              <a:lnTo>
                                <a:pt x="3137789" y="1534668"/>
                              </a:lnTo>
                              <a:lnTo>
                                <a:pt x="3146171" y="1534795"/>
                              </a:lnTo>
                              <a:lnTo>
                                <a:pt x="3154553" y="1534922"/>
                              </a:lnTo>
                              <a:lnTo>
                                <a:pt x="3162808" y="1535049"/>
                              </a:lnTo>
                              <a:lnTo>
                                <a:pt x="3171190" y="1535176"/>
                              </a:lnTo>
                              <a:lnTo>
                                <a:pt x="3179572" y="1535303"/>
                              </a:lnTo>
                              <a:lnTo>
                                <a:pt x="3187954" y="1535430"/>
                              </a:lnTo>
                              <a:lnTo>
                                <a:pt x="3196209" y="1535557"/>
                              </a:lnTo>
                              <a:lnTo>
                                <a:pt x="3204591" y="1535557"/>
                              </a:lnTo>
                              <a:lnTo>
                                <a:pt x="3212973" y="1535684"/>
                              </a:lnTo>
                              <a:lnTo>
                                <a:pt x="3221228" y="1535811"/>
                              </a:lnTo>
                              <a:lnTo>
                                <a:pt x="3229610" y="1535938"/>
                              </a:lnTo>
                              <a:lnTo>
                                <a:pt x="3237992" y="1535938"/>
                              </a:lnTo>
                              <a:lnTo>
                                <a:pt x="3246374" y="1536065"/>
                              </a:lnTo>
                              <a:lnTo>
                                <a:pt x="3254629" y="1536192"/>
                              </a:lnTo>
                              <a:lnTo>
                                <a:pt x="3263011" y="1536192"/>
                              </a:lnTo>
                              <a:lnTo>
                                <a:pt x="3271393" y="1536319"/>
                              </a:lnTo>
                              <a:lnTo>
                                <a:pt x="3279648" y="1536319"/>
                              </a:lnTo>
                              <a:lnTo>
                                <a:pt x="3288030" y="1536446"/>
                              </a:lnTo>
                              <a:lnTo>
                                <a:pt x="3296412" y="1536573"/>
                              </a:lnTo>
                              <a:lnTo>
                                <a:pt x="3304667" y="1536573"/>
                              </a:lnTo>
                              <a:lnTo>
                                <a:pt x="3313049" y="1536700"/>
                              </a:lnTo>
                              <a:lnTo>
                                <a:pt x="3321431" y="1536700"/>
                              </a:lnTo>
                              <a:lnTo>
                                <a:pt x="3329813" y="1536700"/>
                              </a:lnTo>
                              <a:lnTo>
                                <a:pt x="3338068" y="1536827"/>
                              </a:lnTo>
                              <a:lnTo>
                                <a:pt x="3346450" y="1536827"/>
                              </a:lnTo>
                              <a:lnTo>
                                <a:pt x="3354832" y="1536954"/>
                              </a:lnTo>
                              <a:lnTo>
                                <a:pt x="3363087" y="1536954"/>
                              </a:lnTo>
                              <a:lnTo>
                                <a:pt x="3371469" y="1537081"/>
                              </a:lnTo>
                              <a:lnTo>
                                <a:pt x="3379851" y="1537081"/>
                              </a:lnTo>
                              <a:lnTo>
                                <a:pt x="3388233" y="1537081"/>
                              </a:lnTo>
                              <a:lnTo>
                                <a:pt x="3396488" y="1537208"/>
                              </a:lnTo>
                              <a:lnTo>
                                <a:pt x="3404870" y="1537208"/>
                              </a:lnTo>
                              <a:lnTo>
                                <a:pt x="3413252" y="1537208"/>
                              </a:lnTo>
                              <a:lnTo>
                                <a:pt x="3421507" y="1537208"/>
                              </a:lnTo>
                              <a:lnTo>
                                <a:pt x="3429889" y="1537335"/>
                              </a:lnTo>
                              <a:lnTo>
                                <a:pt x="3438271" y="1537335"/>
                              </a:lnTo>
                              <a:lnTo>
                                <a:pt x="3446653" y="1537335"/>
                              </a:lnTo>
                              <a:lnTo>
                                <a:pt x="3454908" y="1537462"/>
                              </a:lnTo>
                              <a:lnTo>
                                <a:pt x="3463290" y="1537462"/>
                              </a:lnTo>
                              <a:lnTo>
                                <a:pt x="3471672" y="1537462"/>
                              </a:lnTo>
                              <a:lnTo>
                                <a:pt x="3479927" y="1537462"/>
                              </a:lnTo>
                              <a:lnTo>
                                <a:pt x="3488309" y="1537462"/>
                              </a:lnTo>
                              <a:lnTo>
                                <a:pt x="3496691" y="1537589"/>
                              </a:lnTo>
                              <a:lnTo>
                                <a:pt x="3505073" y="1537589"/>
                              </a:lnTo>
                              <a:lnTo>
                                <a:pt x="3513328" y="1537589"/>
                              </a:lnTo>
                              <a:lnTo>
                                <a:pt x="3521710" y="1537589"/>
                              </a:lnTo>
                              <a:lnTo>
                                <a:pt x="3530092" y="1537589"/>
                              </a:lnTo>
                              <a:lnTo>
                                <a:pt x="3538347" y="1537716"/>
                              </a:lnTo>
                              <a:lnTo>
                                <a:pt x="3546729" y="1537716"/>
                              </a:lnTo>
                              <a:lnTo>
                                <a:pt x="3555111" y="1537716"/>
                              </a:lnTo>
                              <a:lnTo>
                                <a:pt x="3563493" y="1537716"/>
                              </a:lnTo>
                              <a:lnTo>
                                <a:pt x="3571748" y="1537716"/>
                              </a:lnTo>
                              <a:lnTo>
                                <a:pt x="3580130" y="1537716"/>
                              </a:lnTo>
                              <a:lnTo>
                                <a:pt x="3588512" y="1537716"/>
                              </a:lnTo>
                              <a:lnTo>
                                <a:pt x="3596767" y="1537843"/>
                              </a:lnTo>
                              <a:lnTo>
                                <a:pt x="3605149" y="1537843"/>
                              </a:lnTo>
                              <a:lnTo>
                                <a:pt x="3613531" y="1537843"/>
                              </a:lnTo>
                              <a:lnTo>
                                <a:pt x="3621786" y="1537843"/>
                              </a:lnTo>
                              <a:lnTo>
                                <a:pt x="3630168" y="1537843"/>
                              </a:lnTo>
                              <a:lnTo>
                                <a:pt x="3638550" y="1537843"/>
                              </a:lnTo>
                              <a:lnTo>
                                <a:pt x="3646932" y="1537843"/>
                              </a:lnTo>
                              <a:lnTo>
                                <a:pt x="3655187" y="1537843"/>
                              </a:lnTo>
                              <a:lnTo>
                                <a:pt x="3663569" y="1537843"/>
                              </a:lnTo>
                              <a:lnTo>
                                <a:pt x="3671951" y="1537843"/>
                              </a:lnTo>
                              <a:lnTo>
                                <a:pt x="3680206" y="1537970"/>
                              </a:lnTo>
                              <a:lnTo>
                                <a:pt x="3688588" y="1537970"/>
                              </a:lnTo>
                              <a:lnTo>
                                <a:pt x="3696970" y="1537970"/>
                              </a:lnTo>
                              <a:lnTo>
                                <a:pt x="3705352" y="1537970"/>
                              </a:lnTo>
                              <a:lnTo>
                                <a:pt x="3713607" y="1537970"/>
                              </a:lnTo>
                              <a:lnTo>
                                <a:pt x="3721989" y="1537970"/>
                              </a:lnTo>
                              <a:lnTo>
                                <a:pt x="3730371" y="1537970"/>
                              </a:lnTo>
                              <a:lnTo>
                                <a:pt x="3738626" y="1537970"/>
                              </a:lnTo>
                              <a:lnTo>
                                <a:pt x="3747008" y="1537970"/>
                              </a:lnTo>
                              <a:lnTo>
                                <a:pt x="3755390" y="1537970"/>
                              </a:lnTo>
                              <a:lnTo>
                                <a:pt x="3763772" y="1537970"/>
                              </a:lnTo>
                              <a:lnTo>
                                <a:pt x="3772027" y="1537970"/>
                              </a:lnTo>
                              <a:lnTo>
                                <a:pt x="3780409" y="1537970"/>
                              </a:lnTo>
                              <a:lnTo>
                                <a:pt x="3788791" y="1537970"/>
                              </a:lnTo>
                              <a:lnTo>
                                <a:pt x="3797046" y="1537970"/>
                              </a:lnTo>
                              <a:lnTo>
                                <a:pt x="3805428" y="1537970"/>
                              </a:lnTo>
                              <a:lnTo>
                                <a:pt x="3813810" y="1538097"/>
                              </a:lnTo>
                              <a:lnTo>
                                <a:pt x="3822192" y="1538097"/>
                              </a:lnTo>
                              <a:lnTo>
                                <a:pt x="3830447" y="1538097"/>
                              </a:lnTo>
                              <a:lnTo>
                                <a:pt x="3838829" y="1538097"/>
                              </a:lnTo>
                              <a:lnTo>
                                <a:pt x="3847211" y="1538097"/>
                              </a:lnTo>
                              <a:lnTo>
                                <a:pt x="3855466" y="1538097"/>
                              </a:lnTo>
                              <a:lnTo>
                                <a:pt x="3863848" y="1538097"/>
                              </a:lnTo>
                              <a:lnTo>
                                <a:pt x="3872230" y="1538097"/>
                              </a:lnTo>
                              <a:lnTo>
                                <a:pt x="3880612" y="1538097"/>
                              </a:lnTo>
                              <a:lnTo>
                                <a:pt x="3888867" y="1538097"/>
                              </a:lnTo>
                              <a:lnTo>
                                <a:pt x="3897249" y="1538097"/>
                              </a:lnTo>
                              <a:lnTo>
                                <a:pt x="3905631" y="1538097"/>
                              </a:lnTo>
                              <a:lnTo>
                                <a:pt x="3913886" y="1538097"/>
                              </a:lnTo>
                              <a:lnTo>
                                <a:pt x="3922268" y="1538097"/>
                              </a:lnTo>
                              <a:lnTo>
                                <a:pt x="3930650" y="1538097"/>
                              </a:lnTo>
                              <a:lnTo>
                                <a:pt x="3938905" y="1538097"/>
                              </a:lnTo>
                              <a:lnTo>
                                <a:pt x="3947287" y="1538097"/>
                              </a:lnTo>
                              <a:lnTo>
                                <a:pt x="3955669" y="1538097"/>
                              </a:lnTo>
                              <a:lnTo>
                                <a:pt x="3964051" y="1538097"/>
                              </a:lnTo>
                              <a:lnTo>
                                <a:pt x="3972306" y="1538097"/>
                              </a:lnTo>
                              <a:lnTo>
                                <a:pt x="3980688" y="1538097"/>
                              </a:lnTo>
                              <a:lnTo>
                                <a:pt x="3989070" y="1538097"/>
                              </a:lnTo>
                              <a:lnTo>
                                <a:pt x="3997325" y="1538097"/>
                              </a:lnTo>
                              <a:lnTo>
                                <a:pt x="4005707" y="1538097"/>
                              </a:lnTo>
                              <a:lnTo>
                                <a:pt x="4014089" y="1538097"/>
                              </a:lnTo>
                              <a:lnTo>
                                <a:pt x="4022471" y="1538097"/>
                              </a:lnTo>
                              <a:lnTo>
                                <a:pt x="4030726" y="1538097"/>
                              </a:lnTo>
                              <a:lnTo>
                                <a:pt x="4039108" y="1538097"/>
                              </a:lnTo>
                              <a:lnTo>
                                <a:pt x="4047490" y="1538097"/>
                              </a:lnTo>
                              <a:lnTo>
                                <a:pt x="4055745" y="1538097"/>
                              </a:lnTo>
                              <a:lnTo>
                                <a:pt x="4064127" y="1538097"/>
                              </a:lnTo>
                              <a:lnTo>
                                <a:pt x="4072509" y="1538097"/>
                              </a:lnTo>
                              <a:lnTo>
                                <a:pt x="4080891" y="1538097"/>
                              </a:lnTo>
                              <a:lnTo>
                                <a:pt x="4089146" y="1538097"/>
                              </a:lnTo>
                              <a:lnTo>
                                <a:pt x="4097528" y="1538097"/>
                              </a:lnTo>
                              <a:lnTo>
                                <a:pt x="4105910" y="1538097"/>
                              </a:lnTo>
                              <a:lnTo>
                                <a:pt x="4114165" y="1538097"/>
                              </a:lnTo>
                              <a:lnTo>
                                <a:pt x="4122547" y="1538097"/>
                              </a:lnTo>
                              <a:lnTo>
                                <a:pt x="4130929" y="1538097"/>
                              </a:lnTo>
                              <a:lnTo>
                                <a:pt x="4139311" y="1538097"/>
                              </a:lnTo>
                              <a:lnTo>
                                <a:pt x="4147566" y="1538097"/>
                              </a:lnTo>
                              <a:lnTo>
                                <a:pt x="4155948" y="1538097"/>
                              </a:lnTo>
                              <a:lnTo>
                                <a:pt x="4164330" y="1538097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7BAFDE"/>
                          </a:solidFill>
                          <a:prstDash val="sysDot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32" name="Freeform 31">
                          <a:extLst>
                            <a:ext uri="{FF2B5EF4-FFF2-40B4-BE49-F238E27FC236}">
                              <a16:creationId xmlns:a16="http://schemas.microsoft.com/office/drawing/2014/main" id="{9325B62E-F8D9-F159-8400-798557937A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43563" y="1481929"/>
                          <a:ext cx="4164329" cy="1535556"/>
                        </a:xfrm>
                        <a:custGeom>
                          <a:avLst/>
                          <a:gdLst>
                            <a:gd name="csX0" fmla="*/ 0 w 4164329"/>
                            <a:gd name="csY0" fmla="*/ 1535557 h 1535556"/>
                            <a:gd name="csX1" fmla="*/ 8382 w 4164329"/>
                            <a:gd name="csY1" fmla="*/ 1535557 h 1535556"/>
                            <a:gd name="csX2" fmla="*/ 16637 w 4164329"/>
                            <a:gd name="csY2" fmla="*/ 1535557 h 1535556"/>
                            <a:gd name="csX3" fmla="*/ 25019 w 4164329"/>
                            <a:gd name="csY3" fmla="*/ 1535557 h 1535556"/>
                            <a:gd name="csX4" fmla="*/ 33401 w 4164329"/>
                            <a:gd name="csY4" fmla="*/ 1535430 h 1535556"/>
                            <a:gd name="csX5" fmla="*/ 41783 w 4164329"/>
                            <a:gd name="csY5" fmla="*/ 1535430 h 1535556"/>
                            <a:gd name="csX6" fmla="*/ 50038 w 4164329"/>
                            <a:gd name="csY6" fmla="*/ 1535430 h 1535556"/>
                            <a:gd name="csX7" fmla="*/ 58420 w 4164329"/>
                            <a:gd name="csY7" fmla="*/ 1535430 h 1535556"/>
                            <a:gd name="csX8" fmla="*/ 66802 w 4164329"/>
                            <a:gd name="csY8" fmla="*/ 1535430 h 1535556"/>
                            <a:gd name="csX9" fmla="*/ 75057 w 4164329"/>
                            <a:gd name="csY9" fmla="*/ 1535430 h 1535556"/>
                            <a:gd name="csX10" fmla="*/ 83439 w 4164329"/>
                            <a:gd name="csY10" fmla="*/ 1535430 h 1535556"/>
                            <a:gd name="csX11" fmla="*/ 91821 w 4164329"/>
                            <a:gd name="csY11" fmla="*/ 1535430 h 1535556"/>
                            <a:gd name="csX12" fmla="*/ 100203 w 4164329"/>
                            <a:gd name="csY12" fmla="*/ 1535430 h 1535556"/>
                            <a:gd name="csX13" fmla="*/ 108458 w 4164329"/>
                            <a:gd name="csY13" fmla="*/ 1535430 h 1535556"/>
                            <a:gd name="csX14" fmla="*/ 116840 w 4164329"/>
                            <a:gd name="csY14" fmla="*/ 1535430 h 1535556"/>
                            <a:gd name="csX15" fmla="*/ 125222 w 4164329"/>
                            <a:gd name="csY15" fmla="*/ 1535430 h 1535556"/>
                            <a:gd name="csX16" fmla="*/ 133477 w 4164329"/>
                            <a:gd name="csY16" fmla="*/ 1535430 h 1535556"/>
                            <a:gd name="csX17" fmla="*/ 141859 w 4164329"/>
                            <a:gd name="csY17" fmla="*/ 1535430 h 1535556"/>
                            <a:gd name="csX18" fmla="*/ 150241 w 4164329"/>
                            <a:gd name="csY18" fmla="*/ 1535430 h 1535556"/>
                            <a:gd name="csX19" fmla="*/ 158623 w 4164329"/>
                            <a:gd name="csY19" fmla="*/ 1535430 h 1535556"/>
                            <a:gd name="csX20" fmla="*/ 166878 w 4164329"/>
                            <a:gd name="csY20" fmla="*/ 1535430 h 1535556"/>
                            <a:gd name="csX21" fmla="*/ 175260 w 4164329"/>
                            <a:gd name="csY21" fmla="*/ 1535430 h 1535556"/>
                            <a:gd name="csX22" fmla="*/ 183642 w 4164329"/>
                            <a:gd name="csY22" fmla="*/ 1535430 h 1535556"/>
                            <a:gd name="csX23" fmla="*/ 191897 w 4164329"/>
                            <a:gd name="csY23" fmla="*/ 1535430 h 1535556"/>
                            <a:gd name="csX24" fmla="*/ 200279 w 4164329"/>
                            <a:gd name="csY24" fmla="*/ 1535430 h 1535556"/>
                            <a:gd name="csX25" fmla="*/ 208661 w 4164329"/>
                            <a:gd name="csY25" fmla="*/ 1535430 h 1535556"/>
                            <a:gd name="csX26" fmla="*/ 217043 w 4164329"/>
                            <a:gd name="csY26" fmla="*/ 1535430 h 1535556"/>
                            <a:gd name="csX27" fmla="*/ 225298 w 4164329"/>
                            <a:gd name="csY27" fmla="*/ 1535430 h 1535556"/>
                            <a:gd name="csX28" fmla="*/ 233680 w 4164329"/>
                            <a:gd name="csY28" fmla="*/ 1535430 h 1535556"/>
                            <a:gd name="csX29" fmla="*/ 242062 w 4164329"/>
                            <a:gd name="csY29" fmla="*/ 1535430 h 1535556"/>
                            <a:gd name="csX30" fmla="*/ 250317 w 4164329"/>
                            <a:gd name="csY30" fmla="*/ 1535430 h 1535556"/>
                            <a:gd name="csX31" fmla="*/ 258699 w 4164329"/>
                            <a:gd name="csY31" fmla="*/ 1535430 h 1535556"/>
                            <a:gd name="csX32" fmla="*/ 267081 w 4164329"/>
                            <a:gd name="csY32" fmla="*/ 1535430 h 1535556"/>
                            <a:gd name="csX33" fmla="*/ 275463 w 4164329"/>
                            <a:gd name="csY33" fmla="*/ 1535430 h 1535556"/>
                            <a:gd name="csX34" fmla="*/ 283718 w 4164329"/>
                            <a:gd name="csY34" fmla="*/ 1535430 h 1535556"/>
                            <a:gd name="csX35" fmla="*/ 292100 w 4164329"/>
                            <a:gd name="csY35" fmla="*/ 1535430 h 1535556"/>
                            <a:gd name="csX36" fmla="*/ 300482 w 4164329"/>
                            <a:gd name="csY36" fmla="*/ 1535430 h 1535556"/>
                            <a:gd name="csX37" fmla="*/ 308737 w 4164329"/>
                            <a:gd name="csY37" fmla="*/ 1535430 h 1535556"/>
                            <a:gd name="csX38" fmla="*/ 317119 w 4164329"/>
                            <a:gd name="csY38" fmla="*/ 1535430 h 1535556"/>
                            <a:gd name="csX39" fmla="*/ 325501 w 4164329"/>
                            <a:gd name="csY39" fmla="*/ 1535430 h 1535556"/>
                            <a:gd name="csX40" fmla="*/ 333756 w 4164329"/>
                            <a:gd name="csY40" fmla="*/ 1535430 h 1535556"/>
                            <a:gd name="csX41" fmla="*/ 342138 w 4164329"/>
                            <a:gd name="csY41" fmla="*/ 1535430 h 1535556"/>
                            <a:gd name="csX42" fmla="*/ 350520 w 4164329"/>
                            <a:gd name="csY42" fmla="*/ 1535430 h 1535556"/>
                            <a:gd name="csX43" fmla="*/ 358902 w 4164329"/>
                            <a:gd name="csY43" fmla="*/ 1535430 h 1535556"/>
                            <a:gd name="csX44" fmla="*/ 367157 w 4164329"/>
                            <a:gd name="csY44" fmla="*/ 1535430 h 1535556"/>
                            <a:gd name="csX45" fmla="*/ 375539 w 4164329"/>
                            <a:gd name="csY45" fmla="*/ 1535430 h 1535556"/>
                            <a:gd name="csX46" fmla="*/ 383921 w 4164329"/>
                            <a:gd name="csY46" fmla="*/ 1535430 h 1535556"/>
                            <a:gd name="csX47" fmla="*/ 392176 w 4164329"/>
                            <a:gd name="csY47" fmla="*/ 1535430 h 1535556"/>
                            <a:gd name="csX48" fmla="*/ 400558 w 4164329"/>
                            <a:gd name="csY48" fmla="*/ 1535430 h 1535556"/>
                            <a:gd name="csX49" fmla="*/ 408940 w 4164329"/>
                            <a:gd name="csY49" fmla="*/ 1535430 h 1535556"/>
                            <a:gd name="csX50" fmla="*/ 417322 w 4164329"/>
                            <a:gd name="csY50" fmla="*/ 1535430 h 1535556"/>
                            <a:gd name="csX51" fmla="*/ 425577 w 4164329"/>
                            <a:gd name="csY51" fmla="*/ 1535430 h 1535556"/>
                            <a:gd name="csX52" fmla="*/ 433959 w 4164329"/>
                            <a:gd name="csY52" fmla="*/ 1535430 h 1535556"/>
                            <a:gd name="csX53" fmla="*/ 442341 w 4164329"/>
                            <a:gd name="csY53" fmla="*/ 1535430 h 1535556"/>
                            <a:gd name="csX54" fmla="*/ 450596 w 4164329"/>
                            <a:gd name="csY54" fmla="*/ 1535430 h 1535556"/>
                            <a:gd name="csX55" fmla="*/ 458978 w 4164329"/>
                            <a:gd name="csY55" fmla="*/ 1535430 h 1535556"/>
                            <a:gd name="csX56" fmla="*/ 467360 w 4164329"/>
                            <a:gd name="csY56" fmla="*/ 1535430 h 1535556"/>
                            <a:gd name="csX57" fmla="*/ 475742 w 4164329"/>
                            <a:gd name="csY57" fmla="*/ 1535430 h 1535556"/>
                            <a:gd name="csX58" fmla="*/ 483997 w 4164329"/>
                            <a:gd name="csY58" fmla="*/ 1535430 h 1535556"/>
                            <a:gd name="csX59" fmla="*/ 492379 w 4164329"/>
                            <a:gd name="csY59" fmla="*/ 1535430 h 1535556"/>
                            <a:gd name="csX60" fmla="*/ 500761 w 4164329"/>
                            <a:gd name="csY60" fmla="*/ 1535430 h 1535556"/>
                            <a:gd name="csX61" fmla="*/ 509016 w 4164329"/>
                            <a:gd name="csY61" fmla="*/ 1535430 h 1535556"/>
                            <a:gd name="csX62" fmla="*/ 517398 w 4164329"/>
                            <a:gd name="csY62" fmla="*/ 1535430 h 1535556"/>
                            <a:gd name="csX63" fmla="*/ 525780 w 4164329"/>
                            <a:gd name="csY63" fmla="*/ 1535430 h 1535556"/>
                            <a:gd name="csX64" fmla="*/ 534162 w 4164329"/>
                            <a:gd name="csY64" fmla="*/ 1535430 h 1535556"/>
                            <a:gd name="csX65" fmla="*/ 542417 w 4164329"/>
                            <a:gd name="csY65" fmla="*/ 1535430 h 1535556"/>
                            <a:gd name="csX66" fmla="*/ 550799 w 4164329"/>
                            <a:gd name="csY66" fmla="*/ 1535430 h 1535556"/>
                            <a:gd name="csX67" fmla="*/ 559181 w 4164329"/>
                            <a:gd name="csY67" fmla="*/ 1535303 h 1535556"/>
                            <a:gd name="csX68" fmla="*/ 567436 w 4164329"/>
                            <a:gd name="csY68" fmla="*/ 1535303 h 1535556"/>
                            <a:gd name="csX69" fmla="*/ 575818 w 4164329"/>
                            <a:gd name="csY69" fmla="*/ 1535303 h 1535556"/>
                            <a:gd name="csX70" fmla="*/ 584200 w 4164329"/>
                            <a:gd name="csY70" fmla="*/ 1535303 h 1535556"/>
                            <a:gd name="csX71" fmla="*/ 592582 w 4164329"/>
                            <a:gd name="csY71" fmla="*/ 1535303 h 1535556"/>
                            <a:gd name="csX72" fmla="*/ 600837 w 4164329"/>
                            <a:gd name="csY72" fmla="*/ 1535303 h 1535556"/>
                            <a:gd name="csX73" fmla="*/ 609219 w 4164329"/>
                            <a:gd name="csY73" fmla="*/ 1535303 h 1535556"/>
                            <a:gd name="csX74" fmla="*/ 617601 w 4164329"/>
                            <a:gd name="csY74" fmla="*/ 1535303 h 1535556"/>
                            <a:gd name="csX75" fmla="*/ 625856 w 4164329"/>
                            <a:gd name="csY75" fmla="*/ 1535303 h 1535556"/>
                            <a:gd name="csX76" fmla="*/ 634238 w 4164329"/>
                            <a:gd name="csY76" fmla="*/ 1535303 h 1535556"/>
                            <a:gd name="csX77" fmla="*/ 642620 w 4164329"/>
                            <a:gd name="csY77" fmla="*/ 1535303 h 1535556"/>
                            <a:gd name="csX78" fmla="*/ 651002 w 4164329"/>
                            <a:gd name="csY78" fmla="*/ 1535303 h 1535556"/>
                            <a:gd name="csX79" fmla="*/ 659257 w 4164329"/>
                            <a:gd name="csY79" fmla="*/ 1535303 h 1535556"/>
                            <a:gd name="csX80" fmla="*/ 667639 w 4164329"/>
                            <a:gd name="csY80" fmla="*/ 1535303 h 1535556"/>
                            <a:gd name="csX81" fmla="*/ 676021 w 4164329"/>
                            <a:gd name="csY81" fmla="*/ 1535303 h 1535556"/>
                            <a:gd name="csX82" fmla="*/ 684276 w 4164329"/>
                            <a:gd name="csY82" fmla="*/ 1535303 h 1535556"/>
                            <a:gd name="csX83" fmla="*/ 692658 w 4164329"/>
                            <a:gd name="csY83" fmla="*/ 1535303 h 1535556"/>
                            <a:gd name="csX84" fmla="*/ 701040 w 4164329"/>
                            <a:gd name="csY84" fmla="*/ 1535303 h 1535556"/>
                            <a:gd name="csX85" fmla="*/ 709295 w 4164329"/>
                            <a:gd name="csY85" fmla="*/ 1535176 h 1535556"/>
                            <a:gd name="csX86" fmla="*/ 717677 w 4164329"/>
                            <a:gd name="csY86" fmla="*/ 1535176 h 1535556"/>
                            <a:gd name="csX87" fmla="*/ 726059 w 4164329"/>
                            <a:gd name="csY87" fmla="*/ 1535176 h 1535556"/>
                            <a:gd name="csX88" fmla="*/ 734441 w 4164329"/>
                            <a:gd name="csY88" fmla="*/ 1535176 h 1535556"/>
                            <a:gd name="csX89" fmla="*/ 742696 w 4164329"/>
                            <a:gd name="csY89" fmla="*/ 1535176 h 1535556"/>
                            <a:gd name="csX90" fmla="*/ 751078 w 4164329"/>
                            <a:gd name="csY90" fmla="*/ 1535176 h 1535556"/>
                            <a:gd name="csX91" fmla="*/ 759460 w 4164329"/>
                            <a:gd name="csY91" fmla="*/ 1535176 h 1535556"/>
                            <a:gd name="csX92" fmla="*/ 767715 w 4164329"/>
                            <a:gd name="csY92" fmla="*/ 1535176 h 1535556"/>
                            <a:gd name="csX93" fmla="*/ 776097 w 4164329"/>
                            <a:gd name="csY93" fmla="*/ 1535176 h 1535556"/>
                            <a:gd name="csX94" fmla="*/ 784479 w 4164329"/>
                            <a:gd name="csY94" fmla="*/ 1535176 h 1535556"/>
                            <a:gd name="csX95" fmla="*/ 792861 w 4164329"/>
                            <a:gd name="csY95" fmla="*/ 1535176 h 1535556"/>
                            <a:gd name="csX96" fmla="*/ 801116 w 4164329"/>
                            <a:gd name="csY96" fmla="*/ 1535049 h 1535556"/>
                            <a:gd name="csX97" fmla="*/ 809498 w 4164329"/>
                            <a:gd name="csY97" fmla="*/ 1535049 h 1535556"/>
                            <a:gd name="csX98" fmla="*/ 817880 w 4164329"/>
                            <a:gd name="csY98" fmla="*/ 1535049 h 1535556"/>
                            <a:gd name="csX99" fmla="*/ 826135 w 4164329"/>
                            <a:gd name="csY99" fmla="*/ 1535049 h 1535556"/>
                            <a:gd name="csX100" fmla="*/ 834517 w 4164329"/>
                            <a:gd name="csY100" fmla="*/ 1535049 h 1535556"/>
                            <a:gd name="csX101" fmla="*/ 842899 w 4164329"/>
                            <a:gd name="csY101" fmla="*/ 1535049 h 1535556"/>
                            <a:gd name="csX102" fmla="*/ 851281 w 4164329"/>
                            <a:gd name="csY102" fmla="*/ 1535049 h 1535556"/>
                            <a:gd name="csX103" fmla="*/ 859536 w 4164329"/>
                            <a:gd name="csY103" fmla="*/ 1534922 h 1535556"/>
                            <a:gd name="csX104" fmla="*/ 867918 w 4164329"/>
                            <a:gd name="csY104" fmla="*/ 1534922 h 1535556"/>
                            <a:gd name="csX105" fmla="*/ 876300 w 4164329"/>
                            <a:gd name="csY105" fmla="*/ 1534922 h 1535556"/>
                            <a:gd name="csX106" fmla="*/ 884555 w 4164329"/>
                            <a:gd name="csY106" fmla="*/ 1534922 h 1535556"/>
                            <a:gd name="csX107" fmla="*/ 892937 w 4164329"/>
                            <a:gd name="csY107" fmla="*/ 1534922 h 1535556"/>
                            <a:gd name="csX108" fmla="*/ 901319 w 4164329"/>
                            <a:gd name="csY108" fmla="*/ 1534922 h 1535556"/>
                            <a:gd name="csX109" fmla="*/ 909701 w 4164329"/>
                            <a:gd name="csY109" fmla="*/ 1534795 h 1535556"/>
                            <a:gd name="csX110" fmla="*/ 917956 w 4164329"/>
                            <a:gd name="csY110" fmla="*/ 1534795 h 1535556"/>
                            <a:gd name="csX111" fmla="*/ 926338 w 4164329"/>
                            <a:gd name="csY111" fmla="*/ 1534795 h 1535556"/>
                            <a:gd name="csX112" fmla="*/ 934720 w 4164329"/>
                            <a:gd name="csY112" fmla="*/ 1534795 h 1535556"/>
                            <a:gd name="csX113" fmla="*/ 942975 w 4164329"/>
                            <a:gd name="csY113" fmla="*/ 1534795 h 1535556"/>
                            <a:gd name="csX114" fmla="*/ 951357 w 4164329"/>
                            <a:gd name="csY114" fmla="*/ 1534668 h 1535556"/>
                            <a:gd name="csX115" fmla="*/ 959739 w 4164329"/>
                            <a:gd name="csY115" fmla="*/ 1534668 h 1535556"/>
                            <a:gd name="csX116" fmla="*/ 968121 w 4164329"/>
                            <a:gd name="csY116" fmla="*/ 1534668 h 1535556"/>
                            <a:gd name="csX117" fmla="*/ 976376 w 4164329"/>
                            <a:gd name="csY117" fmla="*/ 1534668 h 1535556"/>
                            <a:gd name="csX118" fmla="*/ 984758 w 4164329"/>
                            <a:gd name="csY118" fmla="*/ 1534668 h 1535556"/>
                            <a:gd name="csX119" fmla="*/ 993140 w 4164329"/>
                            <a:gd name="csY119" fmla="*/ 1534541 h 1535556"/>
                            <a:gd name="csX120" fmla="*/ 1001395 w 4164329"/>
                            <a:gd name="csY120" fmla="*/ 1534541 h 1535556"/>
                            <a:gd name="csX121" fmla="*/ 1009777 w 4164329"/>
                            <a:gd name="csY121" fmla="*/ 1534541 h 1535556"/>
                            <a:gd name="csX122" fmla="*/ 1018159 w 4164329"/>
                            <a:gd name="csY122" fmla="*/ 1534414 h 1535556"/>
                            <a:gd name="csX123" fmla="*/ 1026414 w 4164329"/>
                            <a:gd name="csY123" fmla="*/ 1534414 h 1535556"/>
                            <a:gd name="csX124" fmla="*/ 1034796 w 4164329"/>
                            <a:gd name="csY124" fmla="*/ 1534414 h 1535556"/>
                            <a:gd name="csX125" fmla="*/ 1043178 w 4164329"/>
                            <a:gd name="csY125" fmla="*/ 1534287 h 1535556"/>
                            <a:gd name="csX126" fmla="*/ 1051560 w 4164329"/>
                            <a:gd name="csY126" fmla="*/ 1534287 h 1535556"/>
                            <a:gd name="csX127" fmla="*/ 1059815 w 4164329"/>
                            <a:gd name="csY127" fmla="*/ 1534287 h 1535556"/>
                            <a:gd name="csX128" fmla="*/ 1068197 w 4164329"/>
                            <a:gd name="csY128" fmla="*/ 1534160 h 1535556"/>
                            <a:gd name="csX129" fmla="*/ 1076579 w 4164329"/>
                            <a:gd name="csY129" fmla="*/ 1534160 h 1535556"/>
                            <a:gd name="csX130" fmla="*/ 1084834 w 4164329"/>
                            <a:gd name="csY130" fmla="*/ 1534160 h 1535556"/>
                            <a:gd name="csX131" fmla="*/ 1093216 w 4164329"/>
                            <a:gd name="csY131" fmla="*/ 1534033 h 1535556"/>
                            <a:gd name="csX132" fmla="*/ 1101598 w 4164329"/>
                            <a:gd name="csY132" fmla="*/ 1534033 h 1535556"/>
                            <a:gd name="csX133" fmla="*/ 1109980 w 4164329"/>
                            <a:gd name="csY133" fmla="*/ 1533906 h 1535556"/>
                            <a:gd name="csX134" fmla="*/ 1118235 w 4164329"/>
                            <a:gd name="csY134" fmla="*/ 1533906 h 1535556"/>
                            <a:gd name="csX135" fmla="*/ 1126617 w 4164329"/>
                            <a:gd name="csY135" fmla="*/ 1533906 h 1535556"/>
                            <a:gd name="csX136" fmla="*/ 1134999 w 4164329"/>
                            <a:gd name="csY136" fmla="*/ 1533779 h 1535556"/>
                            <a:gd name="csX137" fmla="*/ 1143254 w 4164329"/>
                            <a:gd name="csY137" fmla="*/ 1533779 h 1535556"/>
                            <a:gd name="csX138" fmla="*/ 1151636 w 4164329"/>
                            <a:gd name="csY138" fmla="*/ 1533652 h 1535556"/>
                            <a:gd name="csX139" fmla="*/ 1160018 w 4164329"/>
                            <a:gd name="csY139" fmla="*/ 1533652 h 1535556"/>
                            <a:gd name="csX140" fmla="*/ 1168400 w 4164329"/>
                            <a:gd name="csY140" fmla="*/ 1533525 h 1535556"/>
                            <a:gd name="csX141" fmla="*/ 1176655 w 4164329"/>
                            <a:gd name="csY141" fmla="*/ 1533398 h 1535556"/>
                            <a:gd name="csX142" fmla="*/ 1185037 w 4164329"/>
                            <a:gd name="csY142" fmla="*/ 1533398 h 1535556"/>
                            <a:gd name="csX143" fmla="*/ 1193419 w 4164329"/>
                            <a:gd name="csY143" fmla="*/ 1533271 h 1535556"/>
                            <a:gd name="csX144" fmla="*/ 1201674 w 4164329"/>
                            <a:gd name="csY144" fmla="*/ 1533271 h 1535556"/>
                            <a:gd name="csX145" fmla="*/ 1210056 w 4164329"/>
                            <a:gd name="csY145" fmla="*/ 1533144 h 1535556"/>
                            <a:gd name="csX146" fmla="*/ 1218438 w 4164329"/>
                            <a:gd name="csY146" fmla="*/ 1533017 h 1535556"/>
                            <a:gd name="csX147" fmla="*/ 1226820 w 4164329"/>
                            <a:gd name="csY147" fmla="*/ 1532890 h 1535556"/>
                            <a:gd name="csX148" fmla="*/ 1235075 w 4164329"/>
                            <a:gd name="csY148" fmla="*/ 1532890 h 1535556"/>
                            <a:gd name="csX149" fmla="*/ 1243457 w 4164329"/>
                            <a:gd name="csY149" fmla="*/ 1532763 h 1535556"/>
                            <a:gd name="csX150" fmla="*/ 1251839 w 4164329"/>
                            <a:gd name="csY150" fmla="*/ 1532636 h 1535556"/>
                            <a:gd name="csX151" fmla="*/ 1260094 w 4164329"/>
                            <a:gd name="csY151" fmla="*/ 1532509 h 1535556"/>
                            <a:gd name="csX152" fmla="*/ 1268476 w 4164329"/>
                            <a:gd name="csY152" fmla="*/ 1532382 h 1535556"/>
                            <a:gd name="csX153" fmla="*/ 1276858 w 4164329"/>
                            <a:gd name="csY153" fmla="*/ 1532382 h 1535556"/>
                            <a:gd name="csX154" fmla="*/ 1285240 w 4164329"/>
                            <a:gd name="csY154" fmla="*/ 1532255 h 1535556"/>
                            <a:gd name="csX155" fmla="*/ 1293495 w 4164329"/>
                            <a:gd name="csY155" fmla="*/ 1532128 h 1535556"/>
                            <a:gd name="csX156" fmla="*/ 1301877 w 4164329"/>
                            <a:gd name="csY156" fmla="*/ 1532001 h 1535556"/>
                            <a:gd name="csX157" fmla="*/ 1310259 w 4164329"/>
                            <a:gd name="csY157" fmla="*/ 1531874 h 1535556"/>
                            <a:gd name="csX158" fmla="*/ 1318514 w 4164329"/>
                            <a:gd name="csY158" fmla="*/ 1531747 h 1535556"/>
                            <a:gd name="csX159" fmla="*/ 1326896 w 4164329"/>
                            <a:gd name="csY159" fmla="*/ 1531620 h 1535556"/>
                            <a:gd name="csX160" fmla="*/ 1335278 w 4164329"/>
                            <a:gd name="csY160" fmla="*/ 1531366 h 1535556"/>
                            <a:gd name="csX161" fmla="*/ 1343533 w 4164329"/>
                            <a:gd name="csY161" fmla="*/ 1531239 h 1535556"/>
                            <a:gd name="csX162" fmla="*/ 1351915 w 4164329"/>
                            <a:gd name="csY162" fmla="*/ 1531112 h 1535556"/>
                            <a:gd name="csX163" fmla="*/ 1360297 w 4164329"/>
                            <a:gd name="csY163" fmla="*/ 1530985 h 1535556"/>
                            <a:gd name="csX164" fmla="*/ 1368679 w 4164329"/>
                            <a:gd name="csY164" fmla="*/ 1530731 h 1535556"/>
                            <a:gd name="csX165" fmla="*/ 1376934 w 4164329"/>
                            <a:gd name="csY165" fmla="*/ 1530604 h 1535556"/>
                            <a:gd name="csX166" fmla="*/ 1385316 w 4164329"/>
                            <a:gd name="csY166" fmla="*/ 1530477 h 1535556"/>
                            <a:gd name="csX167" fmla="*/ 1393698 w 4164329"/>
                            <a:gd name="csY167" fmla="*/ 1530223 h 1535556"/>
                            <a:gd name="csX168" fmla="*/ 1401953 w 4164329"/>
                            <a:gd name="csY168" fmla="*/ 1530096 h 1535556"/>
                            <a:gd name="csX169" fmla="*/ 1410335 w 4164329"/>
                            <a:gd name="csY169" fmla="*/ 1529842 h 1535556"/>
                            <a:gd name="csX170" fmla="*/ 1418717 w 4164329"/>
                            <a:gd name="csY170" fmla="*/ 1529715 h 1535556"/>
                            <a:gd name="csX171" fmla="*/ 1427099 w 4164329"/>
                            <a:gd name="csY171" fmla="*/ 1529461 h 1535556"/>
                            <a:gd name="csX172" fmla="*/ 1435354 w 4164329"/>
                            <a:gd name="csY172" fmla="*/ 1529207 h 1535556"/>
                            <a:gd name="csX173" fmla="*/ 1443736 w 4164329"/>
                            <a:gd name="csY173" fmla="*/ 1528953 h 1535556"/>
                            <a:gd name="csX174" fmla="*/ 1452118 w 4164329"/>
                            <a:gd name="csY174" fmla="*/ 1528699 h 1535556"/>
                            <a:gd name="csX175" fmla="*/ 1460373 w 4164329"/>
                            <a:gd name="csY175" fmla="*/ 1528445 h 1535556"/>
                            <a:gd name="csX176" fmla="*/ 1468755 w 4164329"/>
                            <a:gd name="csY176" fmla="*/ 1528191 h 1535556"/>
                            <a:gd name="csX177" fmla="*/ 1477137 w 4164329"/>
                            <a:gd name="csY177" fmla="*/ 1527937 h 1535556"/>
                            <a:gd name="csX178" fmla="*/ 1485519 w 4164329"/>
                            <a:gd name="csY178" fmla="*/ 1527683 h 1535556"/>
                            <a:gd name="csX179" fmla="*/ 1493774 w 4164329"/>
                            <a:gd name="csY179" fmla="*/ 1527429 h 1535556"/>
                            <a:gd name="csX180" fmla="*/ 1502156 w 4164329"/>
                            <a:gd name="csY180" fmla="*/ 1527175 h 1535556"/>
                            <a:gd name="csX181" fmla="*/ 1510538 w 4164329"/>
                            <a:gd name="csY181" fmla="*/ 1526794 h 1535556"/>
                            <a:gd name="csX182" fmla="*/ 1518793 w 4164329"/>
                            <a:gd name="csY182" fmla="*/ 1526540 h 1535556"/>
                            <a:gd name="csX183" fmla="*/ 1527175 w 4164329"/>
                            <a:gd name="csY183" fmla="*/ 1526159 h 1535556"/>
                            <a:gd name="csX184" fmla="*/ 1535557 w 4164329"/>
                            <a:gd name="csY184" fmla="*/ 1525778 h 1535556"/>
                            <a:gd name="csX185" fmla="*/ 1543939 w 4164329"/>
                            <a:gd name="csY185" fmla="*/ 1525524 h 1535556"/>
                            <a:gd name="csX186" fmla="*/ 1552194 w 4164329"/>
                            <a:gd name="csY186" fmla="*/ 1525143 h 1535556"/>
                            <a:gd name="csX187" fmla="*/ 1560576 w 4164329"/>
                            <a:gd name="csY187" fmla="*/ 1524762 h 1535556"/>
                            <a:gd name="csX188" fmla="*/ 1568958 w 4164329"/>
                            <a:gd name="csY188" fmla="*/ 1524381 h 1535556"/>
                            <a:gd name="csX189" fmla="*/ 1577213 w 4164329"/>
                            <a:gd name="csY189" fmla="*/ 1523873 h 1535556"/>
                            <a:gd name="csX190" fmla="*/ 1585595 w 4164329"/>
                            <a:gd name="csY190" fmla="*/ 1523492 h 1535556"/>
                            <a:gd name="csX191" fmla="*/ 1593977 w 4164329"/>
                            <a:gd name="csY191" fmla="*/ 1523111 h 1535556"/>
                            <a:gd name="csX192" fmla="*/ 1602359 w 4164329"/>
                            <a:gd name="csY192" fmla="*/ 1522603 h 1535556"/>
                            <a:gd name="csX193" fmla="*/ 1610614 w 4164329"/>
                            <a:gd name="csY193" fmla="*/ 1522095 h 1535556"/>
                            <a:gd name="csX194" fmla="*/ 1618996 w 4164329"/>
                            <a:gd name="csY194" fmla="*/ 1521714 h 1535556"/>
                            <a:gd name="csX195" fmla="*/ 1627378 w 4164329"/>
                            <a:gd name="csY195" fmla="*/ 1521206 h 1535556"/>
                            <a:gd name="csX196" fmla="*/ 1635633 w 4164329"/>
                            <a:gd name="csY196" fmla="*/ 1520698 h 1535556"/>
                            <a:gd name="csX197" fmla="*/ 1644015 w 4164329"/>
                            <a:gd name="csY197" fmla="*/ 1520063 h 1535556"/>
                            <a:gd name="csX198" fmla="*/ 1652397 w 4164329"/>
                            <a:gd name="csY198" fmla="*/ 1519555 h 1535556"/>
                            <a:gd name="csX199" fmla="*/ 1660652 w 4164329"/>
                            <a:gd name="csY199" fmla="*/ 1518920 h 1535556"/>
                            <a:gd name="csX200" fmla="*/ 1669034 w 4164329"/>
                            <a:gd name="csY200" fmla="*/ 1518412 h 1535556"/>
                            <a:gd name="csX201" fmla="*/ 1677416 w 4164329"/>
                            <a:gd name="csY201" fmla="*/ 1517777 h 1535556"/>
                            <a:gd name="csX202" fmla="*/ 1685798 w 4164329"/>
                            <a:gd name="csY202" fmla="*/ 1517142 h 1535556"/>
                            <a:gd name="csX203" fmla="*/ 1694053 w 4164329"/>
                            <a:gd name="csY203" fmla="*/ 1516380 h 1535556"/>
                            <a:gd name="csX204" fmla="*/ 1702435 w 4164329"/>
                            <a:gd name="csY204" fmla="*/ 1515745 h 1535556"/>
                            <a:gd name="csX205" fmla="*/ 1710817 w 4164329"/>
                            <a:gd name="csY205" fmla="*/ 1514983 h 1535556"/>
                            <a:gd name="csX206" fmla="*/ 1719072 w 4164329"/>
                            <a:gd name="csY206" fmla="*/ 1514221 h 1535556"/>
                            <a:gd name="csX207" fmla="*/ 1727454 w 4164329"/>
                            <a:gd name="csY207" fmla="*/ 1513459 h 1535556"/>
                            <a:gd name="csX208" fmla="*/ 1735836 w 4164329"/>
                            <a:gd name="csY208" fmla="*/ 1512697 h 1535556"/>
                            <a:gd name="csX209" fmla="*/ 1744218 w 4164329"/>
                            <a:gd name="csY209" fmla="*/ 1511935 h 1535556"/>
                            <a:gd name="csX210" fmla="*/ 1752473 w 4164329"/>
                            <a:gd name="csY210" fmla="*/ 1511046 h 1535556"/>
                            <a:gd name="csX211" fmla="*/ 1760855 w 4164329"/>
                            <a:gd name="csY211" fmla="*/ 1510157 h 1535556"/>
                            <a:gd name="csX212" fmla="*/ 1769237 w 4164329"/>
                            <a:gd name="csY212" fmla="*/ 1509268 h 1535556"/>
                            <a:gd name="csX213" fmla="*/ 1777492 w 4164329"/>
                            <a:gd name="csY213" fmla="*/ 1508252 h 1535556"/>
                            <a:gd name="csX214" fmla="*/ 1785874 w 4164329"/>
                            <a:gd name="csY214" fmla="*/ 1507363 h 1535556"/>
                            <a:gd name="csX215" fmla="*/ 1794256 w 4164329"/>
                            <a:gd name="csY215" fmla="*/ 1506347 h 1535556"/>
                            <a:gd name="csX216" fmla="*/ 1802638 w 4164329"/>
                            <a:gd name="csY216" fmla="*/ 1505204 h 1535556"/>
                            <a:gd name="csX217" fmla="*/ 1810893 w 4164329"/>
                            <a:gd name="csY217" fmla="*/ 1504188 h 1535556"/>
                            <a:gd name="csX218" fmla="*/ 1819275 w 4164329"/>
                            <a:gd name="csY218" fmla="*/ 1503045 h 1535556"/>
                            <a:gd name="csX219" fmla="*/ 1827657 w 4164329"/>
                            <a:gd name="csY219" fmla="*/ 1501902 h 1535556"/>
                            <a:gd name="csX220" fmla="*/ 1835912 w 4164329"/>
                            <a:gd name="csY220" fmla="*/ 1500632 h 1535556"/>
                            <a:gd name="csX221" fmla="*/ 1844294 w 4164329"/>
                            <a:gd name="csY221" fmla="*/ 1499362 h 1535556"/>
                            <a:gd name="csX222" fmla="*/ 1852676 w 4164329"/>
                            <a:gd name="csY222" fmla="*/ 1498092 h 1535556"/>
                            <a:gd name="csX223" fmla="*/ 1861058 w 4164329"/>
                            <a:gd name="csY223" fmla="*/ 1496822 h 1535556"/>
                            <a:gd name="csX224" fmla="*/ 1869313 w 4164329"/>
                            <a:gd name="csY224" fmla="*/ 1495425 h 1535556"/>
                            <a:gd name="csX225" fmla="*/ 1877695 w 4164329"/>
                            <a:gd name="csY225" fmla="*/ 1493901 h 1535556"/>
                            <a:gd name="csX226" fmla="*/ 1886077 w 4164329"/>
                            <a:gd name="csY226" fmla="*/ 1492504 h 1535556"/>
                            <a:gd name="csX227" fmla="*/ 1894332 w 4164329"/>
                            <a:gd name="csY227" fmla="*/ 1490980 h 1535556"/>
                            <a:gd name="csX228" fmla="*/ 1902714 w 4164329"/>
                            <a:gd name="csY228" fmla="*/ 1489329 h 1535556"/>
                            <a:gd name="csX229" fmla="*/ 1911096 w 4164329"/>
                            <a:gd name="csY229" fmla="*/ 1487678 h 1535556"/>
                            <a:gd name="csX230" fmla="*/ 1919478 w 4164329"/>
                            <a:gd name="csY230" fmla="*/ 1486027 h 1535556"/>
                            <a:gd name="csX231" fmla="*/ 1927733 w 4164329"/>
                            <a:gd name="csY231" fmla="*/ 1484249 h 1535556"/>
                            <a:gd name="csX232" fmla="*/ 1936115 w 4164329"/>
                            <a:gd name="csY232" fmla="*/ 1482471 h 1535556"/>
                            <a:gd name="csX233" fmla="*/ 1944497 w 4164329"/>
                            <a:gd name="csY233" fmla="*/ 1480566 h 1535556"/>
                            <a:gd name="csX234" fmla="*/ 1952752 w 4164329"/>
                            <a:gd name="csY234" fmla="*/ 1478534 h 1535556"/>
                            <a:gd name="csX235" fmla="*/ 1961134 w 4164329"/>
                            <a:gd name="csY235" fmla="*/ 1476629 h 1535556"/>
                            <a:gd name="csX236" fmla="*/ 1969516 w 4164329"/>
                            <a:gd name="csY236" fmla="*/ 1474470 h 1535556"/>
                            <a:gd name="csX237" fmla="*/ 1977771 w 4164329"/>
                            <a:gd name="csY237" fmla="*/ 1472311 h 1535556"/>
                            <a:gd name="csX238" fmla="*/ 1986153 w 4164329"/>
                            <a:gd name="csY238" fmla="*/ 1470152 h 1535556"/>
                            <a:gd name="csX239" fmla="*/ 1994535 w 4164329"/>
                            <a:gd name="csY239" fmla="*/ 1467866 h 1535556"/>
                            <a:gd name="csX240" fmla="*/ 2002917 w 4164329"/>
                            <a:gd name="csY240" fmla="*/ 1465453 h 1535556"/>
                            <a:gd name="csX241" fmla="*/ 2011172 w 4164329"/>
                            <a:gd name="csY241" fmla="*/ 1463040 h 1535556"/>
                            <a:gd name="csX242" fmla="*/ 2019554 w 4164329"/>
                            <a:gd name="csY242" fmla="*/ 1460500 h 1535556"/>
                            <a:gd name="csX243" fmla="*/ 2027936 w 4164329"/>
                            <a:gd name="csY243" fmla="*/ 1457833 h 1535556"/>
                            <a:gd name="csX244" fmla="*/ 2036191 w 4164329"/>
                            <a:gd name="csY244" fmla="*/ 1455166 h 1535556"/>
                            <a:gd name="csX245" fmla="*/ 2044573 w 4164329"/>
                            <a:gd name="csY245" fmla="*/ 1452372 h 1535556"/>
                            <a:gd name="csX246" fmla="*/ 2052955 w 4164329"/>
                            <a:gd name="csY246" fmla="*/ 1449451 h 1535556"/>
                            <a:gd name="csX247" fmla="*/ 2061337 w 4164329"/>
                            <a:gd name="csY247" fmla="*/ 1446530 h 1535556"/>
                            <a:gd name="csX248" fmla="*/ 2069592 w 4164329"/>
                            <a:gd name="csY248" fmla="*/ 1443482 h 1535556"/>
                            <a:gd name="csX249" fmla="*/ 2077974 w 4164329"/>
                            <a:gd name="csY249" fmla="*/ 1440307 h 1535556"/>
                            <a:gd name="csX250" fmla="*/ 2086356 w 4164329"/>
                            <a:gd name="csY250" fmla="*/ 1437005 h 1535556"/>
                            <a:gd name="csX251" fmla="*/ 2094611 w 4164329"/>
                            <a:gd name="csY251" fmla="*/ 1433576 h 1535556"/>
                            <a:gd name="csX252" fmla="*/ 2102993 w 4164329"/>
                            <a:gd name="csY252" fmla="*/ 1430147 h 1535556"/>
                            <a:gd name="csX253" fmla="*/ 2111375 w 4164329"/>
                            <a:gd name="csY253" fmla="*/ 1426464 h 1535556"/>
                            <a:gd name="csX254" fmla="*/ 2119757 w 4164329"/>
                            <a:gd name="csY254" fmla="*/ 1422781 h 1535556"/>
                            <a:gd name="csX255" fmla="*/ 2128012 w 4164329"/>
                            <a:gd name="csY255" fmla="*/ 1418971 h 1535556"/>
                            <a:gd name="csX256" fmla="*/ 2136394 w 4164329"/>
                            <a:gd name="csY256" fmla="*/ 1415034 h 1535556"/>
                            <a:gd name="csX257" fmla="*/ 2144776 w 4164329"/>
                            <a:gd name="csY257" fmla="*/ 1410970 h 1535556"/>
                            <a:gd name="csX258" fmla="*/ 2153031 w 4164329"/>
                            <a:gd name="csY258" fmla="*/ 1406779 h 1535556"/>
                            <a:gd name="csX259" fmla="*/ 2161413 w 4164329"/>
                            <a:gd name="csY259" fmla="*/ 1402461 h 1535556"/>
                            <a:gd name="csX260" fmla="*/ 2169795 w 4164329"/>
                            <a:gd name="csY260" fmla="*/ 1398016 h 1535556"/>
                            <a:gd name="csX261" fmla="*/ 2178177 w 4164329"/>
                            <a:gd name="csY261" fmla="*/ 1393444 h 1535556"/>
                            <a:gd name="csX262" fmla="*/ 2186432 w 4164329"/>
                            <a:gd name="csY262" fmla="*/ 1388745 h 1535556"/>
                            <a:gd name="csX263" fmla="*/ 2194814 w 4164329"/>
                            <a:gd name="csY263" fmla="*/ 1383792 h 1535556"/>
                            <a:gd name="csX264" fmla="*/ 2203196 w 4164329"/>
                            <a:gd name="csY264" fmla="*/ 1378839 h 1535556"/>
                            <a:gd name="csX265" fmla="*/ 2211451 w 4164329"/>
                            <a:gd name="csY265" fmla="*/ 1373632 h 1535556"/>
                            <a:gd name="csX266" fmla="*/ 2219833 w 4164329"/>
                            <a:gd name="csY266" fmla="*/ 1368425 h 1535556"/>
                            <a:gd name="csX267" fmla="*/ 2228215 w 4164329"/>
                            <a:gd name="csY267" fmla="*/ 1362964 h 1535556"/>
                            <a:gd name="csX268" fmla="*/ 2236597 w 4164329"/>
                            <a:gd name="csY268" fmla="*/ 1357376 h 1535556"/>
                            <a:gd name="csX269" fmla="*/ 2244852 w 4164329"/>
                            <a:gd name="csY269" fmla="*/ 1351534 h 1535556"/>
                            <a:gd name="csX270" fmla="*/ 2253234 w 4164329"/>
                            <a:gd name="csY270" fmla="*/ 1345692 h 1535556"/>
                            <a:gd name="csX271" fmla="*/ 2261616 w 4164329"/>
                            <a:gd name="csY271" fmla="*/ 1339596 h 1535556"/>
                            <a:gd name="csX272" fmla="*/ 2269871 w 4164329"/>
                            <a:gd name="csY272" fmla="*/ 1333373 h 1535556"/>
                            <a:gd name="csX273" fmla="*/ 2278253 w 4164329"/>
                            <a:gd name="csY273" fmla="*/ 1326896 h 1535556"/>
                            <a:gd name="csX274" fmla="*/ 2286635 w 4164329"/>
                            <a:gd name="csY274" fmla="*/ 1320292 h 1535556"/>
                            <a:gd name="csX275" fmla="*/ 2294890 w 4164329"/>
                            <a:gd name="csY275" fmla="*/ 1313561 h 1535556"/>
                            <a:gd name="csX276" fmla="*/ 2303272 w 4164329"/>
                            <a:gd name="csY276" fmla="*/ 1306576 h 1535556"/>
                            <a:gd name="csX277" fmla="*/ 2311654 w 4164329"/>
                            <a:gd name="csY277" fmla="*/ 1299464 h 1535556"/>
                            <a:gd name="csX278" fmla="*/ 2320036 w 4164329"/>
                            <a:gd name="csY278" fmla="*/ 1292225 h 1535556"/>
                            <a:gd name="csX279" fmla="*/ 2328291 w 4164329"/>
                            <a:gd name="csY279" fmla="*/ 1284732 h 1535556"/>
                            <a:gd name="csX280" fmla="*/ 2336673 w 4164329"/>
                            <a:gd name="csY280" fmla="*/ 1277112 h 1535556"/>
                            <a:gd name="csX281" fmla="*/ 2345055 w 4164329"/>
                            <a:gd name="csY281" fmla="*/ 1269238 h 1535556"/>
                            <a:gd name="csX282" fmla="*/ 2353310 w 4164329"/>
                            <a:gd name="csY282" fmla="*/ 1261110 h 1535556"/>
                            <a:gd name="csX283" fmla="*/ 2361692 w 4164329"/>
                            <a:gd name="csY283" fmla="*/ 1252982 h 1535556"/>
                            <a:gd name="csX284" fmla="*/ 2370074 w 4164329"/>
                            <a:gd name="csY284" fmla="*/ 1244473 h 1535556"/>
                            <a:gd name="csX285" fmla="*/ 2378456 w 4164329"/>
                            <a:gd name="csY285" fmla="*/ 1235964 h 1535556"/>
                            <a:gd name="csX286" fmla="*/ 2386711 w 4164329"/>
                            <a:gd name="csY286" fmla="*/ 1227074 h 1535556"/>
                            <a:gd name="csX287" fmla="*/ 2395093 w 4164329"/>
                            <a:gd name="csY287" fmla="*/ 1218184 h 1535556"/>
                            <a:gd name="csX288" fmla="*/ 2403475 w 4164329"/>
                            <a:gd name="csY288" fmla="*/ 1208913 h 1535556"/>
                            <a:gd name="csX289" fmla="*/ 2411730 w 4164329"/>
                            <a:gd name="csY289" fmla="*/ 1199515 h 1535556"/>
                            <a:gd name="csX290" fmla="*/ 2420112 w 4164329"/>
                            <a:gd name="csY290" fmla="*/ 1189990 h 1535556"/>
                            <a:gd name="csX291" fmla="*/ 2428494 w 4164329"/>
                            <a:gd name="csY291" fmla="*/ 1180211 h 1535556"/>
                            <a:gd name="csX292" fmla="*/ 2436876 w 4164329"/>
                            <a:gd name="csY292" fmla="*/ 1170305 h 1535556"/>
                            <a:gd name="csX293" fmla="*/ 2445131 w 4164329"/>
                            <a:gd name="csY293" fmla="*/ 1160145 h 1535556"/>
                            <a:gd name="csX294" fmla="*/ 2453513 w 4164329"/>
                            <a:gd name="csY294" fmla="*/ 1149858 h 1535556"/>
                            <a:gd name="csX295" fmla="*/ 2461895 w 4164329"/>
                            <a:gd name="csY295" fmla="*/ 1139317 h 1535556"/>
                            <a:gd name="csX296" fmla="*/ 2470150 w 4164329"/>
                            <a:gd name="csY296" fmla="*/ 1128649 h 1535556"/>
                            <a:gd name="csX297" fmla="*/ 2478532 w 4164329"/>
                            <a:gd name="csY297" fmla="*/ 1117727 h 1535556"/>
                            <a:gd name="csX298" fmla="*/ 2486914 w 4164329"/>
                            <a:gd name="csY298" fmla="*/ 1106678 h 1535556"/>
                            <a:gd name="csX299" fmla="*/ 2495296 w 4164329"/>
                            <a:gd name="csY299" fmla="*/ 1095375 h 1535556"/>
                            <a:gd name="csX300" fmla="*/ 2503551 w 4164329"/>
                            <a:gd name="csY300" fmla="*/ 1083945 h 1535556"/>
                            <a:gd name="csX301" fmla="*/ 2511933 w 4164329"/>
                            <a:gd name="csY301" fmla="*/ 1072388 h 1535556"/>
                            <a:gd name="csX302" fmla="*/ 2520315 w 4164329"/>
                            <a:gd name="csY302" fmla="*/ 1060577 h 1535556"/>
                            <a:gd name="csX303" fmla="*/ 2528570 w 4164329"/>
                            <a:gd name="csY303" fmla="*/ 1048639 h 1535556"/>
                            <a:gd name="csX304" fmla="*/ 2536952 w 4164329"/>
                            <a:gd name="csY304" fmla="*/ 1036574 h 1535556"/>
                            <a:gd name="csX305" fmla="*/ 2545334 w 4164329"/>
                            <a:gd name="csY305" fmla="*/ 1024382 h 1535556"/>
                            <a:gd name="csX306" fmla="*/ 2553716 w 4164329"/>
                            <a:gd name="csY306" fmla="*/ 1011936 h 1535556"/>
                            <a:gd name="csX307" fmla="*/ 2561971 w 4164329"/>
                            <a:gd name="csY307" fmla="*/ 999490 h 1535556"/>
                            <a:gd name="csX308" fmla="*/ 2570353 w 4164329"/>
                            <a:gd name="csY308" fmla="*/ 986790 h 1535556"/>
                            <a:gd name="csX309" fmla="*/ 2578735 w 4164329"/>
                            <a:gd name="csY309" fmla="*/ 973963 h 1535556"/>
                            <a:gd name="csX310" fmla="*/ 2586990 w 4164329"/>
                            <a:gd name="csY310" fmla="*/ 961136 h 1535556"/>
                            <a:gd name="csX311" fmla="*/ 2595372 w 4164329"/>
                            <a:gd name="csY311" fmla="*/ 948055 h 1535556"/>
                            <a:gd name="csX312" fmla="*/ 2603754 w 4164329"/>
                            <a:gd name="csY312" fmla="*/ 934847 h 1535556"/>
                            <a:gd name="csX313" fmla="*/ 2612009 w 4164329"/>
                            <a:gd name="csY313" fmla="*/ 921639 h 1535556"/>
                            <a:gd name="csX314" fmla="*/ 2620391 w 4164329"/>
                            <a:gd name="csY314" fmla="*/ 908304 h 1535556"/>
                            <a:gd name="csX315" fmla="*/ 2628773 w 4164329"/>
                            <a:gd name="csY315" fmla="*/ 894842 h 1535556"/>
                            <a:gd name="csX316" fmla="*/ 2637155 w 4164329"/>
                            <a:gd name="csY316" fmla="*/ 881253 h 1535556"/>
                            <a:gd name="csX317" fmla="*/ 2645410 w 4164329"/>
                            <a:gd name="csY317" fmla="*/ 867664 h 1535556"/>
                            <a:gd name="csX318" fmla="*/ 2653792 w 4164329"/>
                            <a:gd name="csY318" fmla="*/ 854075 h 1535556"/>
                            <a:gd name="csX319" fmla="*/ 2662174 w 4164329"/>
                            <a:gd name="csY319" fmla="*/ 840359 h 1535556"/>
                            <a:gd name="csX320" fmla="*/ 2670429 w 4164329"/>
                            <a:gd name="csY320" fmla="*/ 826516 h 1535556"/>
                            <a:gd name="csX321" fmla="*/ 2678811 w 4164329"/>
                            <a:gd name="csY321" fmla="*/ 812800 h 1535556"/>
                            <a:gd name="csX322" fmla="*/ 2687193 w 4164329"/>
                            <a:gd name="csY322" fmla="*/ 798957 h 1535556"/>
                            <a:gd name="csX323" fmla="*/ 2695575 w 4164329"/>
                            <a:gd name="csY323" fmla="*/ 785114 h 1535556"/>
                            <a:gd name="csX324" fmla="*/ 2703830 w 4164329"/>
                            <a:gd name="csY324" fmla="*/ 771144 h 1535556"/>
                            <a:gd name="csX325" fmla="*/ 2712212 w 4164329"/>
                            <a:gd name="csY325" fmla="*/ 757301 h 1535556"/>
                            <a:gd name="csX326" fmla="*/ 2720594 w 4164329"/>
                            <a:gd name="csY326" fmla="*/ 743458 h 1535556"/>
                            <a:gd name="csX327" fmla="*/ 2728849 w 4164329"/>
                            <a:gd name="csY327" fmla="*/ 729615 h 1535556"/>
                            <a:gd name="csX328" fmla="*/ 2737231 w 4164329"/>
                            <a:gd name="csY328" fmla="*/ 715772 h 1535556"/>
                            <a:gd name="csX329" fmla="*/ 2745613 w 4164329"/>
                            <a:gd name="csY329" fmla="*/ 701929 h 1535556"/>
                            <a:gd name="csX330" fmla="*/ 2753995 w 4164329"/>
                            <a:gd name="csY330" fmla="*/ 688213 h 1535556"/>
                            <a:gd name="csX331" fmla="*/ 2762250 w 4164329"/>
                            <a:gd name="csY331" fmla="*/ 674497 h 1535556"/>
                            <a:gd name="csX332" fmla="*/ 2770632 w 4164329"/>
                            <a:gd name="csY332" fmla="*/ 660908 h 1535556"/>
                            <a:gd name="csX333" fmla="*/ 2779014 w 4164329"/>
                            <a:gd name="csY333" fmla="*/ 647319 h 1535556"/>
                            <a:gd name="csX334" fmla="*/ 2787269 w 4164329"/>
                            <a:gd name="csY334" fmla="*/ 633730 h 1535556"/>
                            <a:gd name="csX335" fmla="*/ 2795651 w 4164329"/>
                            <a:gd name="csY335" fmla="*/ 620395 h 1535556"/>
                            <a:gd name="csX336" fmla="*/ 2804033 w 4164329"/>
                            <a:gd name="csY336" fmla="*/ 607060 h 1535556"/>
                            <a:gd name="csX337" fmla="*/ 2812415 w 4164329"/>
                            <a:gd name="csY337" fmla="*/ 593852 h 1535556"/>
                            <a:gd name="csX338" fmla="*/ 2820670 w 4164329"/>
                            <a:gd name="csY338" fmla="*/ 580644 h 1535556"/>
                            <a:gd name="csX339" fmla="*/ 2829052 w 4164329"/>
                            <a:gd name="csY339" fmla="*/ 567690 h 1535556"/>
                            <a:gd name="csX340" fmla="*/ 2837434 w 4164329"/>
                            <a:gd name="csY340" fmla="*/ 554863 h 1535556"/>
                            <a:gd name="csX341" fmla="*/ 2845689 w 4164329"/>
                            <a:gd name="csY341" fmla="*/ 542036 h 1535556"/>
                            <a:gd name="csX342" fmla="*/ 2854071 w 4164329"/>
                            <a:gd name="csY342" fmla="*/ 529463 h 1535556"/>
                            <a:gd name="csX343" fmla="*/ 2862453 w 4164329"/>
                            <a:gd name="csY343" fmla="*/ 516890 h 1535556"/>
                            <a:gd name="csX344" fmla="*/ 2870835 w 4164329"/>
                            <a:gd name="csY344" fmla="*/ 504571 h 1535556"/>
                            <a:gd name="csX345" fmla="*/ 2879090 w 4164329"/>
                            <a:gd name="csY345" fmla="*/ 492379 h 1535556"/>
                            <a:gd name="csX346" fmla="*/ 2887472 w 4164329"/>
                            <a:gd name="csY346" fmla="*/ 480314 h 1535556"/>
                            <a:gd name="csX347" fmla="*/ 2895854 w 4164329"/>
                            <a:gd name="csY347" fmla="*/ 468503 h 1535556"/>
                            <a:gd name="csX348" fmla="*/ 2904109 w 4164329"/>
                            <a:gd name="csY348" fmla="*/ 456819 h 1535556"/>
                            <a:gd name="csX349" fmla="*/ 2912491 w 4164329"/>
                            <a:gd name="csY349" fmla="*/ 445262 h 1535556"/>
                            <a:gd name="csX350" fmla="*/ 2920873 w 4164329"/>
                            <a:gd name="csY350" fmla="*/ 433832 h 1535556"/>
                            <a:gd name="csX351" fmla="*/ 2929128 w 4164329"/>
                            <a:gd name="csY351" fmla="*/ 422656 h 1535556"/>
                            <a:gd name="csX352" fmla="*/ 2937510 w 4164329"/>
                            <a:gd name="csY352" fmla="*/ 411607 h 1535556"/>
                            <a:gd name="csX353" fmla="*/ 2945892 w 4164329"/>
                            <a:gd name="csY353" fmla="*/ 400812 h 1535556"/>
                            <a:gd name="csX354" fmla="*/ 2954274 w 4164329"/>
                            <a:gd name="csY354" fmla="*/ 390144 h 1535556"/>
                            <a:gd name="csX355" fmla="*/ 2962529 w 4164329"/>
                            <a:gd name="csY355" fmla="*/ 379730 h 1535556"/>
                            <a:gd name="csX356" fmla="*/ 2970911 w 4164329"/>
                            <a:gd name="csY356" fmla="*/ 369443 h 1535556"/>
                            <a:gd name="csX357" fmla="*/ 2979293 w 4164329"/>
                            <a:gd name="csY357" fmla="*/ 359410 h 1535556"/>
                            <a:gd name="csX358" fmla="*/ 2987548 w 4164329"/>
                            <a:gd name="csY358" fmla="*/ 349504 h 1535556"/>
                            <a:gd name="csX359" fmla="*/ 2995930 w 4164329"/>
                            <a:gd name="csY359" fmla="*/ 339725 h 1535556"/>
                            <a:gd name="csX360" fmla="*/ 3004312 w 4164329"/>
                            <a:gd name="csY360" fmla="*/ 330200 h 1535556"/>
                            <a:gd name="csX361" fmla="*/ 3012694 w 4164329"/>
                            <a:gd name="csY361" fmla="*/ 320929 h 1535556"/>
                            <a:gd name="csX362" fmla="*/ 3020949 w 4164329"/>
                            <a:gd name="csY362" fmla="*/ 311785 h 1535556"/>
                            <a:gd name="csX363" fmla="*/ 3029331 w 4164329"/>
                            <a:gd name="csY363" fmla="*/ 302895 h 1535556"/>
                            <a:gd name="csX364" fmla="*/ 3037713 w 4164329"/>
                            <a:gd name="csY364" fmla="*/ 294132 h 1535556"/>
                            <a:gd name="csX365" fmla="*/ 3045968 w 4164329"/>
                            <a:gd name="csY365" fmla="*/ 285623 h 1535556"/>
                            <a:gd name="csX366" fmla="*/ 3054350 w 4164329"/>
                            <a:gd name="csY366" fmla="*/ 277241 h 1535556"/>
                            <a:gd name="csX367" fmla="*/ 3062732 w 4164329"/>
                            <a:gd name="csY367" fmla="*/ 269113 h 1535556"/>
                            <a:gd name="csX368" fmla="*/ 3071114 w 4164329"/>
                            <a:gd name="csY368" fmla="*/ 261112 h 1535556"/>
                            <a:gd name="csX369" fmla="*/ 3079369 w 4164329"/>
                            <a:gd name="csY369" fmla="*/ 253238 h 1535556"/>
                            <a:gd name="csX370" fmla="*/ 3087751 w 4164329"/>
                            <a:gd name="csY370" fmla="*/ 245745 h 1535556"/>
                            <a:gd name="csX371" fmla="*/ 3096133 w 4164329"/>
                            <a:gd name="csY371" fmla="*/ 238252 h 1535556"/>
                            <a:gd name="csX372" fmla="*/ 3104388 w 4164329"/>
                            <a:gd name="csY372" fmla="*/ 231013 h 1535556"/>
                            <a:gd name="csX373" fmla="*/ 3112770 w 4164329"/>
                            <a:gd name="csY373" fmla="*/ 223901 h 1535556"/>
                            <a:gd name="csX374" fmla="*/ 3121152 w 4164329"/>
                            <a:gd name="csY374" fmla="*/ 217043 h 1535556"/>
                            <a:gd name="csX375" fmla="*/ 3129534 w 4164329"/>
                            <a:gd name="csY375" fmla="*/ 210312 h 1535556"/>
                            <a:gd name="csX376" fmla="*/ 3137789 w 4164329"/>
                            <a:gd name="csY376" fmla="*/ 203835 h 1535556"/>
                            <a:gd name="csX377" fmla="*/ 3146171 w 4164329"/>
                            <a:gd name="csY377" fmla="*/ 197485 h 1535556"/>
                            <a:gd name="csX378" fmla="*/ 3154553 w 4164329"/>
                            <a:gd name="csY378" fmla="*/ 191262 h 1535556"/>
                            <a:gd name="csX379" fmla="*/ 3162808 w 4164329"/>
                            <a:gd name="csY379" fmla="*/ 185166 h 1535556"/>
                            <a:gd name="csX380" fmla="*/ 3171190 w 4164329"/>
                            <a:gd name="csY380" fmla="*/ 179324 h 1535556"/>
                            <a:gd name="csX381" fmla="*/ 3179572 w 4164329"/>
                            <a:gd name="csY381" fmla="*/ 173609 h 1535556"/>
                            <a:gd name="csX382" fmla="*/ 3187954 w 4164329"/>
                            <a:gd name="csY382" fmla="*/ 168021 h 1535556"/>
                            <a:gd name="csX383" fmla="*/ 3196209 w 4164329"/>
                            <a:gd name="csY383" fmla="*/ 162687 h 1535556"/>
                            <a:gd name="csX384" fmla="*/ 3204591 w 4164329"/>
                            <a:gd name="csY384" fmla="*/ 157353 h 1535556"/>
                            <a:gd name="csX385" fmla="*/ 3212973 w 4164329"/>
                            <a:gd name="csY385" fmla="*/ 152273 h 1535556"/>
                            <a:gd name="csX386" fmla="*/ 3221228 w 4164329"/>
                            <a:gd name="csY386" fmla="*/ 147320 h 1535556"/>
                            <a:gd name="csX387" fmla="*/ 3229610 w 4164329"/>
                            <a:gd name="csY387" fmla="*/ 142494 h 1535556"/>
                            <a:gd name="csX388" fmla="*/ 3237992 w 4164329"/>
                            <a:gd name="csY388" fmla="*/ 137795 h 1535556"/>
                            <a:gd name="csX389" fmla="*/ 3246374 w 4164329"/>
                            <a:gd name="csY389" fmla="*/ 133350 h 1535556"/>
                            <a:gd name="csX390" fmla="*/ 3254629 w 4164329"/>
                            <a:gd name="csY390" fmla="*/ 128905 h 1535556"/>
                            <a:gd name="csX391" fmla="*/ 3263011 w 4164329"/>
                            <a:gd name="csY391" fmla="*/ 124587 h 1535556"/>
                            <a:gd name="csX392" fmla="*/ 3271393 w 4164329"/>
                            <a:gd name="csY392" fmla="*/ 120396 h 1535556"/>
                            <a:gd name="csX393" fmla="*/ 3279648 w 4164329"/>
                            <a:gd name="csY393" fmla="*/ 116459 h 1535556"/>
                            <a:gd name="csX394" fmla="*/ 3288030 w 4164329"/>
                            <a:gd name="csY394" fmla="*/ 112522 h 1535556"/>
                            <a:gd name="csX395" fmla="*/ 3296412 w 4164329"/>
                            <a:gd name="csY395" fmla="*/ 108712 h 1535556"/>
                            <a:gd name="csX396" fmla="*/ 3304667 w 4164329"/>
                            <a:gd name="csY396" fmla="*/ 105029 h 1535556"/>
                            <a:gd name="csX397" fmla="*/ 3313049 w 4164329"/>
                            <a:gd name="csY397" fmla="*/ 101473 h 1535556"/>
                            <a:gd name="csX398" fmla="*/ 3321431 w 4164329"/>
                            <a:gd name="csY398" fmla="*/ 98044 h 1535556"/>
                            <a:gd name="csX399" fmla="*/ 3329813 w 4164329"/>
                            <a:gd name="csY399" fmla="*/ 94742 h 1535556"/>
                            <a:gd name="csX400" fmla="*/ 3338068 w 4164329"/>
                            <a:gd name="csY400" fmla="*/ 91440 h 1535556"/>
                            <a:gd name="csX401" fmla="*/ 3346450 w 4164329"/>
                            <a:gd name="csY401" fmla="*/ 88265 h 1535556"/>
                            <a:gd name="csX402" fmla="*/ 3354832 w 4164329"/>
                            <a:gd name="csY402" fmla="*/ 85217 h 1535556"/>
                            <a:gd name="csX403" fmla="*/ 3363087 w 4164329"/>
                            <a:gd name="csY403" fmla="*/ 82296 h 1535556"/>
                            <a:gd name="csX404" fmla="*/ 3371469 w 4164329"/>
                            <a:gd name="csY404" fmla="*/ 79502 h 1535556"/>
                            <a:gd name="csX405" fmla="*/ 3379851 w 4164329"/>
                            <a:gd name="csY405" fmla="*/ 76708 h 1535556"/>
                            <a:gd name="csX406" fmla="*/ 3388233 w 4164329"/>
                            <a:gd name="csY406" fmla="*/ 74041 h 1535556"/>
                            <a:gd name="csX407" fmla="*/ 3396488 w 4164329"/>
                            <a:gd name="csY407" fmla="*/ 71374 h 1535556"/>
                            <a:gd name="csX408" fmla="*/ 3404870 w 4164329"/>
                            <a:gd name="csY408" fmla="*/ 68961 h 1535556"/>
                            <a:gd name="csX409" fmla="*/ 3413252 w 4164329"/>
                            <a:gd name="csY409" fmla="*/ 66421 h 1535556"/>
                            <a:gd name="csX410" fmla="*/ 3421507 w 4164329"/>
                            <a:gd name="csY410" fmla="*/ 64135 h 1535556"/>
                            <a:gd name="csX411" fmla="*/ 3429889 w 4164329"/>
                            <a:gd name="csY411" fmla="*/ 61849 h 1535556"/>
                            <a:gd name="csX412" fmla="*/ 3438271 w 4164329"/>
                            <a:gd name="csY412" fmla="*/ 59690 h 1535556"/>
                            <a:gd name="csX413" fmla="*/ 3446653 w 4164329"/>
                            <a:gd name="csY413" fmla="*/ 57531 h 1535556"/>
                            <a:gd name="csX414" fmla="*/ 3454908 w 4164329"/>
                            <a:gd name="csY414" fmla="*/ 55499 h 1535556"/>
                            <a:gd name="csX415" fmla="*/ 3463290 w 4164329"/>
                            <a:gd name="csY415" fmla="*/ 53467 h 1535556"/>
                            <a:gd name="csX416" fmla="*/ 3471672 w 4164329"/>
                            <a:gd name="csY416" fmla="*/ 51562 h 1535556"/>
                            <a:gd name="csX417" fmla="*/ 3479927 w 4164329"/>
                            <a:gd name="csY417" fmla="*/ 49657 h 1535556"/>
                            <a:gd name="csX418" fmla="*/ 3488309 w 4164329"/>
                            <a:gd name="csY418" fmla="*/ 47879 h 1535556"/>
                            <a:gd name="csX419" fmla="*/ 3496691 w 4164329"/>
                            <a:gd name="csY419" fmla="*/ 46101 h 1535556"/>
                            <a:gd name="csX420" fmla="*/ 3505073 w 4164329"/>
                            <a:gd name="csY420" fmla="*/ 44450 h 1535556"/>
                            <a:gd name="csX421" fmla="*/ 3513328 w 4164329"/>
                            <a:gd name="csY421" fmla="*/ 42799 h 1535556"/>
                            <a:gd name="csX422" fmla="*/ 3521710 w 4164329"/>
                            <a:gd name="csY422" fmla="*/ 41275 h 1535556"/>
                            <a:gd name="csX423" fmla="*/ 3530092 w 4164329"/>
                            <a:gd name="csY423" fmla="*/ 39751 h 1535556"/>
                            <a:gd name="csX424" fmla="*/ 3538347 w 4164329"/>
                            <a:gd name="csY424" fmla="*/ 38227 h 1535556"/>
                            <a:gd name="csX425" fmla="*/ 3546729 w 4164329"/>
                            <a:gd name="csY425" fmla="*/ 36830 h 1535556"/>
                            <a:gd name="csX426" fmla="*/ 3555111 w 4164329"/>
                            <a:gd name="csY426" fmla="*/ 35433 h 1535556"/>
                            <a:gd name="csX427" fmla="*/ 3563493 w 4164329"/>
                            <a:gd name="csY427" fmla="*/ 34163 h 1535556"/>
                            <a:gd name="csX428" fmla="*/ 3571748 w 4164329"/>
                            <a:gd name="csY428" fmla="*/ 32893 h 1535556"/>
                            <a:gd name="csX429" fmla="*/ 3580130 w 4164329"/>
                            <a:gd name="csY429" fmla="*/ 31623 h 1535556"/>
                            <a:gd name="csX430" fmla="*/ 3588512 w 4164329"/>
                            <a:gd name="csY430" fmla="*/ 30480 h 1535556"/>
                            <a:gd name="csX431" fmla="*/ 3596767 w 4164329"/>
                            <a:gd name="csY431" fmla="*/ 29337 h 1535556"/>
                            <a:gd name="csX432" fmla="*/ 3605149 w 4164329"/>
                            <a:gd name="csY432" fmla="*/ 28194 h 1535556"/>
                            <a:gd name="csX433" fmla="*/ 3613531 w 4164329"/>
                            <a:gd name="csY433" fmla="*/ 27051 h 1535556"/>
                            <a:gd name="csX434" fmla="*/ 3621786 w 4164329"/>
                            <a:gd name="csY434" fmla="*/ 26035 h 1535556"/>
                            <a:gd name="csX435" fmla="*/ 3630168 w 4164329"/>
                            <a:gd name="csY435" fmla="*/ 25019 h 1535556"/>
                            <a:gd name="csX436" fmla="*/ 3638550 w 4164329"/>
                            <a:gd name="csY436" fmla="*/ 24130 h 1535556"/>
                            <a:gd name="csX437" fmla="*/ 3646932 w 4164329"/>
                            <a:gd name="csY437" fmla="*/ 23114 h 1535556"/>
                            <a:gd name="csX438" fmla="*/ 3655187 w 4164329"/>
                            <a:gd name="csY438" fmla="*/ 22225 h 1535556"/>
                            <a:gd name="csX439" fmla="*/ 3663569 w 4164329"/>
                            <a:gd name="csY439" fmla="*/ 21336 h 1535556"/>
                            <a:gd name="csX440" fmla="*/ 3671951 w 4164329"/>
                            <a:gd name="csY440" fmla="*/ 20574 h 1535556"/>
                            <a:gd name="csX441" fmla="*/ 3680206 w 4164329"/>
                            <a:gd name="csY441" fmla="*/ 19685 h 1535556"/>
                            <a:gd name="csX442" fmla="*/ 3688588 w 4164329"/>
                            <a:gd name="csY442" fmla="*/ 18923 h 1535556"/>
                            <a:gd name="csX443" fmla="*/ 3696970 w 4164329"/>
                            <a:gd name="csY443" fmla="*/ 18161 h 1535556"/>
                            <a:gd name="csX444" fmla="*/ 3705352 w 4164329"/>
                            <a:gd name="csY444" fmla="*/ 17399 h 1535556"/>
                            <a:gd name="csX445" fmla="*/ 3713607 w 4164329"/>
                            <a:gd name="csY445" fmla="*/ 16764 h 1535556"/>
                            <a:gd name="csX446" fmla="*/ 3721989 w 4164329"/>
                            <a:gd name="csY446" fmla="*/ 16002 h 1535556"/>
                            <a:gd name="csX447" fmla="*/ 3730371 w 4164329"/>
                            <a:gd name="csY447" fmla="*/ 15367 h 1535556"/>
                            <a:gd name="csX448" fmla="*/ 3738626 w 4164329"/>
                            <a:gd name="csY448" fmla="*/ 14732 h 1535556"/>
                            <a:gd name="csX449" fmla="*/ 3747008 w 4164329"/>
                            <a:gd name="csY449" fmla="*/ 14097 h 1535556"/>
                            <a:gd name="csX450" fmla="*/ 3755390 w 4164329"/>
                            <a:gd name="csY450" fmla="*/ 13462 h 1535556"/>
                            <a:gd name="csX451" fmla="*/ 3763772 w 4164329"/>
                            <a:gd name="csY451" fmla="*/ 12954 h 1535556"/>
                            <a:gd name="csX452" fmla="*/ 3772027 w 4164329"/>
                            <a:gd name="csY452" fmla="*/ 12446 h 1535556"/>
                            <a:gd name="csX453" fmla="*/ 3780409 w 4164329"/>
                            <a:gd name="csY453" fmla="*/ 11811 h 1535556"/>
                            <a:gd name="csX454" fmla="*/ 3788791 w 4164329"/>
                            <a:gd name="csY454" fmla="*/ 11303 h 1535556"/>
                            <a:gd name="csX455" fmla="*/ 3797046 w 4164329"/>
                            <a:gd name="csY455" fmla="*/ 10795 h 1535556"/>
                            <a:gd name="csX456" fmla="*/ 3805428 w 4164329"/>
                            <a:gd name="csY456" fmla="*/ 10414 h 1535556"/>
                            <a:gd name="csX457" fmla="*/ 3813810 w 4164329"/>
                            <a:gd name="csY457" fmla="*/ 9906 h 1535556"/>
                            <a:gd name="csX458" fmla="*/ 3822192 w 4164329"/>
                            <a:gd name="csY458" fmla="*/ 9398 h 1535556"/>
                            <a:gd name="csX459" fmla="*/ 3830447 w 4164329"/>
                            <a:gd name="csY459" fmla="*/ 9017 h 1535556"/>
                            <a:gd name="csX460" fmla="*/ 3838829 w 4164329"/>
                            <a:gd name="csY460" fmla="*/ 8636 h 1535556"/>
                            <a:gd name="csX461" fmla="*/ 3847211 w 4164329"/>
                            <a:gd name="csY461" fmla="*/ 8255 h 1535556"/>
                            <a:gd name="csX462" fmla="*/ 3855466 w 4164329"/>
                            <a:gd name="csY462" fmla="*/ 7874 h 1535556"/>
                            <a:gd name="csX463" fmla="*/ 3863848 w 4164329"/>
                            <a:gd name="csY463" fmla="*/ 7493 h 1535556"/>
                            <a:gd name="csX464" fmla="*/ 3872230 w 4164329"/>
                            <a:gd name="csY464" fmla="*/ 7112 h 1535556"/>
                            <a:gd name="csX465" fmla="*/ 3880612 w 4164329"/>
                            <a:gd name="csY465" fmla="*/ 6731 h 1535556"/>
                            <a:gd name="csX466" fmla="*/ 3888867 w 4164329"/>
                            <a:gd name="csY466" fmla="*/ 6350 h 1535556"/>
                            <a:gd name="csX467" fmla="*/ 3897249 w 4164329"/>
                            <a:gd name="csY467" fmla="*/ 6096 h 1535556"/>
                            <a:gd name="csX468" fmla="*/ 3905631 w 4164329"/>
                            <a:gd name="csY468" fmla="*/ 5715 h 1535556"/>
                            <a:gd name="csX469" fmla="*/ 3913886 w 4164329"/>
                            <a:gd name="csY469" fmla="*/ 5461 h 1535556"/>
                            <a:gd name="csX470" fmla="*/ 3922268 w 4164329"/>
                            <a:gd name="csY470" fmla="*/ 5207 h 1535556"/>
                            <a:gd name="csX471" fmla="*/ 3930650 w 4164329"/>
                            <a:gd name="csY471" fmla="*/ 4826 h 1535556"/>
                            <a:gd name="csX472" fmla="*/ 3938905 w 4164329"/>
                            <a:gd name="csY472" fmla="*/ 4572 h 1535556"/>
                            <a:gd name="csX473" fmla="*/ 3947287 w 4164329"/>
                            <a:gd name="csY473" fmla="*/ 4318 h 1535556"/>
                            <a:gd name="csX474" fmla="*/ 3955669 w 4164329"/>
                            <a:gd name="csY474" fmla="*/ 4064 h 1535556"/>
                            <a:gd name="csX475" fmla="*/ 3964051 w 4164329"/>
                            <a:gd name="csY475" fmla="*/ 3810 h 1535556"/>
                            <a:gd name="csX476" fmla="*/ 3972306 w 4164329"/>
                            <a:gd name="csY476" fmla="*/ 3556 h 1535556"/>
                            <a:gd name="csX477" fmla="*/ 3980688 w 4164329"/>
                            <a:gd name="csY477" fmla="*/ 3429 h 1535556"/>
                            <a:gd name="csX478" fmla="*/ 3989070 w 4164329"/>
                            <a:gd name="csY478" fmla="*/ 3175 h 1535556"/>
                            <a:gd name="csX479" fmla="*/ 3997325 w 4164329"/>
                            <a:gd name="csY479" fmla="*/ 2921 h 1535556"/>
                            <a:gd name="csX480" fmla="*/ 4005707 w 4164329"/>
                            <a:gd name="csY480" fmla="*/ 2794 h 1535556"/>
                            <a:gd name="csX481" fmla="*/ 4014089 w 4164329"/>
                            <a:gd name="csY481" fmla="*/ 2540 h 1535556"/>
                            <a:gd name="csX482" fmla="*/ 4022471 w 4164329"/>
                            <a:gd name="csY482" fmla="*/ 2413 h 1535556"/>
                            <a:gd name="csX483" fmla="*/ 4030726 w 4164329"/>
                            <a:gd name="csY483" fmla="*/ 2159 h 1535556"/>
                            <a:gd name="csX484" fmla="*/ 4039108 w 4164329"/>
                            <a:gd name="csY484" fmla="*/ 2032 h 1535556"/>
                            <a:gd name="csX485" fmla="*/ 4047490 w 4164329"/>
                            <a:gd name="csY485" fmla="*/ 1778 h 1535556"/>
                            <a:gd name="csX486" fmla="*/ 4055745 w 4164329"/>
                            <a:gd name="csY486" fmla="*/ 1651 h 1535556"/>
                            <a:gd name="csX487" fmla="*/ 4064127 w 4164329"/>
                            <a:gd name="csY487" fmla="*/ 1524 h 1535556"/>
                            <a:gd name="csX488" fmla="*/ 4072509 w 4164329"/>
                            <a:gd name="csY488" fmla="*/ 1397 h 1535556"/>
                            <a:gd name="csX489" fmla="*/ 4080891 w 4164329"/>
                            <a:gd name="csY489" fmla="*/ 1143 h 1535556"/>
                            <a:gd name="csX490" fmla="*/ 4089146 w 4164329"/>
                            <a:gd name="csY490" fmla="*/ 1016 h 1535556"/>
                            <a:gd name="csX491" fmla="*/ 4097528 w 4164329"/>
                            <a:gd name="csY491" fmla="*/ 889 h 1535556"/>
                            <a:gd name="csX492" fmla="*/ 4105910 w 4164329"/>
                            <a:gd name="csY492" fmla="*/ 762 h 1535556"/>
                            <a:gd name="csX493" fmla="*/ 4114165 w 4164329"/>
                            <a:gd name="csY493" fmla="*/ 635 h 1535556"/>
                            <a:gd name="csX494" fmla="*/ 4122547 w 4164329"/>
                            <a:gd name="csY494" fmla="*/ 508 h 1535556"/>
                            <a:gd name="csX495" fmla="*/ 4130929 w 4164329"/>
                            <a:gd name="csY495" fmla="*/ 381 h 1535556"/>
                            <a:gd name="csX496" fmla="*/ 4139311 w 4164329"/>
                            <a:gd name="csY496" fmla="*/ 254 h 1535556"/>
                            <a:gd name="csX497" fmla="*/ 4147566 w 4164329"/>
                            <a:gd name="csY497" fmla="*/ 127 h 1535556"/>
                            <a:gd name="csX498" fmla="*/ 4155948 w 4164329"/>
                            <a:gd name="csY498" fmla="*/ 127 h 1535556"/>
                            <a:gd name="csX499" fmla="*/ 4164330 w 4164329"/>
                            <a:gd name="csY499" fmla="*/ 0 h 1535556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  <a:cxn ang="0">
                              <a:pos x="csX4" y="csY4"/>
                            </a:cxn>
                            <a:cxn ang="0">
                              <a:pos x="csX5" y="csY5"/>
                            </a:cxn>
                            <a:cxn ang="0">
                              <a:pos x="csX6" y="csY6"/>
                            </a:cxn>
                            <a:cxn ang="0">
                              <a:pos x="csX7" y="csY7"/>
                            </a:cxn>
                            <a:cxn ang="0">
                              <a:pos x="csX8" y="csY8"/>
                            </a:cxn>
                            <a:cxn ang="0">
                              <a:pos x="csX9" y="csY9"/>
                            </a:cxn>
                            <a:cxn ang="0">
                              <a:pos x="csX10" y="csY10"/>
                            </a:cxn>
                            <a:cxn ang="0">
                              <a:pos x="csX11" y="csY11"/>
                            </a:cxn>
                            <a:cxn ang="0">
                              <a:pos x="csX12" y="csY12"/>
                            </a:cxn>
                            <a:cxn ang="0">
                              <a:pos x="csX13" y="csY13"/>
                            </a:cxn>
                            <a:cxn ang="0">
                              <a:pos x="csX14" y="csY14"/>
                            </a:cxn>
                            <a:cxn ang="0">
                              <a:pos x="csX15" y="csY15"/>
                            </a:cxn>
                            <a:cxn ang="0">
                              <a:pos x="csX16" y="csY16"/>
                            </a:cxn>
                            <a:cxn ang="0">
                              <a:pos x="csX17" y="csY17"/>
                            </a:cxn>
                            <a:cxn ang="0">
                              <a:pos x="csX18" y="csY18"/>
                            </a:cxn>
                            <a:cxn ang="0">
                              <a:pos x="csX19" y="csY19"/>
                            </a:cxn>
                            <a:cxn ang="0">
                              <a:pos x="csX20" y="csY20"/>
                            </a:cxn>
                            <a:cxn ang="0">
                              <a:pos x="csX21" y="csY21"/>
                            </a:cxn>
                            <a:cxn ang="0">
                              <a:pos x="csX22" y="csY22"/>
                            </a:cxn>
                            <a:cxn ang="0">
                              <a:pos x="csX23" y="csY23"/>
                            </a:cxn>
                            <a:cxn ang="0">
                              <a:pos x="csX24" y="csY24"/>
                            </a:cxn>
                            <a:cxn ang="0">
                              <a:pos x="csX25" y="csY25"/>
                            </a:cxn>
                            <a:cxn ang="0">
                              <a:pos x="csX26" y="csY26"/>
                            </a:cxn>
                            <a:cxn ang="0">
                              <a:pos x="csX27" y="csY27"/>
                            </a:cxn>
                            <a:cxn ang="0">
                              <a:pos x="csX28" y="csY28"/>
                            </a:cxn>
                            <a:cxn ang="0">
                              <a:pos x="csX29" y="csY29"/>
                            </a:cxn>
                            <a:cxn ang="0">
                              <a:pos x="csX30" y="csY30"/>
                            </a:cxn>
                            <a:cxn ang="0">
                              <a:pos x="csX31" y="csY31"/>
                            </a:cxn>
                            <a:cxn ang="0">
                              <a:pos x="csX32" y="csY32"/>
                            </a:cxn>
                            <a:cxn ang="0">
                              <a:pos x="csX33" y="csY33"/>
                            </a:cxn>
                            <a:cxn ang="0">
                              <a:pos x="csX34" y="csY34"/>
                            </a:cxn>
                            <a:cxn ang="0">
                              <a:pos x="csX35" y="csY35"/>
                            </a:cxn>
                            <a:cxn ang="0">
                              <a:pos x="csX36" y="csY36"/>
                            </a:cxn>
                            <a:cxn ang="0">
                              <a:pos x="csX37" y="csY37"/>
                            </a:cxn>
                            <a:cxn ang="0">
                              <a:pos x="csX38" y="csY38"/>
                            </a:cxn>
                            <a:cxn ang="0">
                              <a:pos x="csX39" y="csY39"/>
                            </a:cxn>
                            <a:cxn ang="0">
                              <a:pos x="csX40" y="csY40"/>
                            </a:cxn>
                            <a:cxn ang="0">
                              <a:pos x="csX41" y="csY41"/>
                            </a:cxn>
                            <a:cxn ang="0">
                              <a:pos x="csX42" y="csY42"/>
                            </a:cxn>
                            <a:cxn ang="0">
                              <a:pos x="csX43" y="csY43"/>
                            </a:cxn>
                            <a:cxn ang="0">
                              <a:pos x="csX44" y="csY44"/>
                            </a:cxn>
                            <a:cxn ang="0">
                              <a:pos x="csX45" y="csY45"/>
                            </a:cxn>
                            <a:cxn ang="0">
                              <a:pos x="csX46" y="csY46"/>
                            </a:cxn>
                            <a:cxn ang="0">
                              <a:pos x="csX47" y="csY47"/>
                            </a:cxn>
                            <a:cxn ang="0">
                              <a:pos x="csX48" y="csY48"/>
                            </a:cxn>
                            <a:cxn ang="0">
                              <a:pos x="csX49" y="csY49"/>
                            </a:cxn>
                            <a:cxn ang="0">
                              <a:pos x="csX50" y="csY50"/>
                            </a:cxn>
                            <a:cxn ang="0">
                              <a:pos x="csX51" y="csY51"/>
                            </a:cxn>
                            <a:cxn ang="0">
                              <a:pos x="csX52" y="csY52"/>
                            </a:cxn>
                            <a:cxn ang="0">
                              <a:pos x="csX53" y="csY53"/>
                            </a:cxn>
                            <a:cxn ang="0">
                              <a:pos x="csX54" y="csY54"/>
                            </a:cxn>
                            <a:cxn ang="0">
                              <a:pos x="csX55" y="csY55"/>
                            </a:cxn>
                            <a:cxn ang="0">
                              <a:pos x="csX56" y="csY56"/>
                            </a:cxn>
                            <a:cxn ang="0">
                              <a:pos x="csX57" y="csY57"/>
                            </a:cxn>
                            <a:cxn ang="0">
                              <a:pos x="csX58" y="csY58"/>
                            </a:cxn>
                            <a:cxn ang="0">
                              <a:pos x="csX59" y="csY59"/>
                            </a:cxn>
                            <a:cxn ang="0">
                              <a:pos x="csX60" y="csY60"/>
                            </a:cxn>
                            <a:cxn ang="0">
                              <a:pos x="csX61" y="csY61"/>
                            </a:cxn>
                            <a:cxn ang="0">
                              <a:pos x="csX62" y="csY62"/>
                            </a:cxn>
                            <a:cxn ang="0">
                              <a:pos x="csX63" y="csY63"/>
                            </a:cxn>
                            <a:cxn ang="0">
                              <a:pos x="csX64" y="csY64"/>
                            </a:cxn>
                            <a:cxn ang="0">
                              <a:pos x="csX65" y="csY65"/>
                            </a:cxn>
                            <a:cxn ang="0">
                              <a:pos x="csX66" y="csY66"/>
                            </a:cxn>
                            <a:cxn ang="0">
                              <a:pos x="csX67" y="csY67"/>
                            </a:cxn>
                            <a:cxn ang="0">
                              <a:pos x="csX68" y="csY68"/>
                            </a:cxn>
                            <a:cxn ang="0">
                              <a:pos x="csX69" y="csY69"/>
                            </a:cxn>
                            <a:cxn ang="0">
                              <a:pos x="csX70" y="csY70"/>
                            </a:cxn>
                            <a:cxn ang="0">
                              <a:pos x="csX71" y="csY71"/>
                            </a:cxn>
                            <a:cxn ang="0">
                              <a:pos x="csX72" y="csY72"/>
                            </a:cxn>
                            <a:cxn ang="0">
                              <a:pos x="csX73" y="csY73"/>
                            </a:cxn>
                            <a:cxn ang="0">
                              <a:pos x="csX74" y="csY74"/>
                            </a:cxn>
                            <a:cxn ang="0">
                              <a:pos x="csX75" y="csY75"/>
                            </a:cxn>
                            <a:cxn ang="0">
                              <a:pos x="csX76" y="csY76"/>
                            </a:cxn>
                            <a:cxn ang="0">
                              <a:pos x="csX77" y="csY77"/>
                            </a:cxn>
                            <a:cxn ang="0">
                              <a:pos x="csX78" y="csY78"/>
                            </a:cxn>
                            <a:cxn ang="0">
                              <a:pos x="csX79" y="csY79"/>
                            </a:cxn>
                            <a:cxn ang="0">
                              <a:pos x="csX80" y="csY80"/>
                            </a:cxn>
                            <a:cxn ang="0">
                              <a:pos x="csX81" y="csY81"/>
                            </a:cxn>
                            <a:cxn ang="0">
                              <a:pos x="csX82" y="csY82"/>
                            </a:cxn>
                            <a:cxn ang="0">
                              <a:pos x="csX83" y="csY83"/>
                            </a:cxn>
                            <a:cxn ang="0">
                              <a:pos x="csX84" y="csY84"/>
                            </a:cxn>
                            <a:cxn ang="0">
                              <a:pos x="csX85" y="csY85"/>
                            </a:cxn>
                            <a:cxn ang="0">
                              <a:pos x="csX86" y="csY86"/>
                            </a:cxn>
                            <a:cxn ang="0">
                              <a:pos x="csX87" y="csY87"/>
                            </a:cxn>
                            <a:cxn ang="0">
                              <a:pos x="csX88" y="csY88"/>
                            </a:cxn>
                            <a:cxn ang="0">
                              <a:pos x="csX89" y="csY89"/>
                            </a:cxn>
                            <a:cxn ang="0">
                              <a:pos x="csX90" y="csY90"/>
                            </a:cxn>
                            <a:cxn ang="0">
                              <a:pos x="csX91" y="csY91"/>
                            </a:cxn>
                            <a:cxn ang="0">
                              <a:pos x="csX92" y="csY92"/>
                            </a:cxn>
                            <a:cxn ang="0">
                              <a:pos x="csX93" y="csY93"/>
                            </a:cxn>
                            <a:cxn ang="0">
                              <a:pos x="csX94" y="csY94"/>
                            </a:cxn>
                            <a:cxn ang="0">
                              <a:pos x="csX95" y="csY95"/>
                            </a:cxn>
                            <a:cxn ang="0">
                              <a:pos x="csX96" y="csY96"/>
                            </a:cxn>
                            <a:cxn ang="0">
                              <a:pos x="csX97" y="csY97"/>
                            </a:cxn>
                            <a:cxn ang="0">
                              <a:pos x="csX98" y="csY98"/>
                            </a:cxn>
                            <a:cxn ang="0">
                              <a:pos x="csX99" y="csY99"/>
                            </a:cxn>
                            <a:cxn ang="0">
                              <a:pos x="csX100" y="csY100"/>
                            </a:cxn>
                            <a:cxn ang="0">
                              <a:pos x="csX101" y="csY101"/>
                            </a:cxn>
                            <a:cxn ang="0">
                              <a:pos x="csX102" y="csY102"/>
                            </a:cxn>
                            <a:cxn ang="0">
                              <a:pos x="csX103" y="csY103"/>
                            </a:cxn>
                            <a:cxn ang="0">
                              <a:pos x="csX104" y="csY104"/>
                            </a:cxn>
                            <a:cxn ang="0">
                              <a:pos x="csX105" y="csY105"/>
                            </a:cxn>
                            <a:cxn ang="0">
                              <a:pos x="csX106" y="csY106"/>
                            </a:cxn>
                            <a:cxn ang="0">
                              <a:pos x="csX107" y="csY107"/>
                            </a:cxn>
                            <a:cxn ang="0">
                              <a:pos x="csX108" y="csY108"/>
                            </a:cxn>
                            <a:cxn ang="0">
                              <a:pos x="csX109" y="csY109"/>
                            </a:cxn>
                            <a:cxn ang="0">
                              <a:pos x="csX110" y="csY110"/>
                            </a:cxn>
                            <a:cxn ang="0">
                              <a:pos x="csX111" y="csY111"/>
                            </a:cxn>
                            <a:cxn ang="0">
                              <a:pos x="csX112" y="csY112"/>
                            </a:cxn>
                            <a:cxn ang="0">
                              <a:pos x="csX113" y="csY113"/>
                            </a:cxn>
                            <a:cxn ang="0">
                              <a:pos x="csX114" y="csY114"/>
                            </a:cxn>
                            <a:cxn ang="0">
                              <a:pos x="csX115" y="csY115"/>
                            </a:cxn>
                            <a:cxn ang="0">
                              <a:pos x="csX116" y="csY116"/>
                            </a:cxn>
                            <a:cxn ang="0">
                              <a:pos x="csX117" y="csY117"/>
                            </a:cxn>
                            <a:cxn ang="0">
                              <a:pos x="csX118" y="csY118"/>
                            </a:cxn>
                            <a:cxn ang="0">
                              <a:pos x="csX119" y="csY119"/>
                            </a:cxn>
                            <a:cxn ang="0">
                              <a:pos x="csX120" y="csY120"/>
                            </a:cxn>
                            <a:cxn ang="0">
                              <a:pos x="csX121" y="csY121"/>
                            </a:cxn>
                            <a:cxn ang="0">
                              <a:pos x="csX122" y="csY122"/>
                            </a:cxn>
                            <a:cxn ang="0">
                              <a:pos x="csX123" y="csY123"/>
                            </a:cxn>
                            <a:cxn ang="0">
                              <a:pos x="csX124" y="csY124"/>
                            </a:cxn>
                            <a:cxn ang="0">
                              <a:pos x="csX125" y="csY125"/>
                            </a:cxn>
                            <a:cxn ang="0">
                              <a:pos x="csX126" y="csY126"/>
                            </a:cxn>
                            <a:cxn ang="0">
                              <a:pos x="csX127" y="csY127"/>
                            </a:cxn>
                            <a:cxn ang="0">
                              <a:pos x="csX128" y="csY128"/>
                            </a:cxn>
                            <a:cxn ang="0">
                              <a:pos x="csX129" y="csY129"/>
                            </a:cxn>
                            <a:cxn ang="0">
                              <a:pos x="csX130" y="csY130"/>
                            </a:cxn>
                            <a:cxn ang="0">
                              <a:pos x="csX131" y="csY131"/>
                            </a:cxn>
                            <a:cxn ang="0">
                              <a:pos x="csX132" y="csY132"/>
                            </a:cxn>
                            <a:cxn ang="0">
                              <a:pos x="csX133" y="csY133"/>
                            </a:cxn>
                            <a:cxn ang="0">
                              <a:pos x="csX134" y="csY134"/>
                            </a:cxn>
                            <a:cxn ang="0">
                              <a:pos x="csX135" y="csY135"/>
                            </a:cxn>
                            <a:cxn ang="0">
                              <a:pos x="csX136" y="csY136"/>
                            </a:cxn>
                            <a:cxn ang="0">
                              <a:pos x="csX137" y="csY137"/>
                            </a:cxn>
                            <a:cxn ang="0">
                              <a:pos x="csX138" y="csY138"/>
                            </a:cxn>
                            <a:cxn ang="0">
                              <a:pos x="csX139" y="csY139"/>
                            </a:cxn>
                            <a:cxn ang="0">
                              <a:pos x="csX140" y="csY140"/>
                            </a:cxn>
                            <a:cxn ang="0">
                              <a:pos x="csX141" y="csY141"/>
                            </a:cxn>
                            <a:cxn ang="0">
                              <a:pos x="csX142" y="csY142"/>
                            </a:cxn>
                            <a:cxn ang="0">
                              <a:pos x="csX143" y="csY143"/>
                            </a:cxn>
                            <a:cxn ang="0">
                              <a:pos x="csX144" y="csY144"/>
                            </a:cxn>
                            <a:cxn ang="0">
                              <a:pos x="csX145" y="csY145"/>
                            </a:cxn>
                            <a:cxn ang="0">
                              <a:pos x="csX146" y="csY146"/>
                            </a:cxn>
                            <a:cxn ang="0">
                              <a:pos x="csX147" y="csY147"/>
                            </a:cxn>
                            <a:cxn ang="0">
                              <a:pos x="csX148" y="csY148"/>
                            </a:cxn>
                            <a:cxn ang="0">
                              <a:pos x="csX149" y="csY149"/>
                            </a:cxn>
                            <a:cxn ang="0">
                              <a:pos x="csX150" y="csY150"/>
                            </a:cxn>
                            <a:cxn ang="0">
                              <a:pos x="csX151" y="csY151"/>
                            </a:cxn>
                            <a:cxn ang="0">
                              <a:pos x="csX152" y="csY152"/>
                            </a:cxn>
                            <a:cxn ang="0">
                              <a:pos x="csX153" y="csY153"/>
                            </a:cxn>
                            <a:cxn ang="0">
                              <a:pos x="csX154" y="csY154"/>
                            </a:cxn>
                            <a:cxn ang="0">
                              <a:pos x="csX155" y="csY155"/>
                            </a:cxn>
                            <a:cxn ang="0">
                              <a:pos x="csX156" y="csY156"/>
                            </a:cxn>
                            <a:cxn ang="0">
                              <a:pos x="csX157" y="csY157"/>
                            </a:cxn>
                            <a:cxn ang="0">
                              <a:pos x="csX158" y="csY158"/>
                            </a:cxn>
                            <a:cxn ang="0">
                              <a:pos x="csX159" y="csY159"/>
                            </a:cxn>
                            <a:cxn ang="0">
                              <a:pos x="csX160" y="csY160"/>
                            </a:cxn>
                            <a:cxn ang="0">
                              <a:pos x="csX161" y="csY161"/>
                            </a:cxn>
                            <a:cxn ang="0">
                              <a:pos x="csX162" y="csY162"/>
                            </a:cxn>
                            <a:cxn ang="0">
                              <a:pos x="csX163" y="csY163"/>
                            </a:cxn>
                            <a:cxn ang="0">
                              <a:pos x="csX164" y="csY164"/>
                            </a:cxn>
                            <a:cxn ang="0">
                              <a:pos x="csX165" y="csY165"/>
                            </a:cxn>
                            <a:cxn ang="0">
                              <a:pos x="csX166" y="csY166"/>
                            </a:cxn>
                            <a:cxn ang="0">
                              <a:pos x="csX167" y="csY167"/>
                            </a:cxn>
                            <a:cxn ang="0">
                              <a:pos x="csX168" y="csY168"/>
                            </a:cxn>
                            <a:cxn ang="0">
                              <a:pos x="csX169" y="csY169"/>
                            </a:cxn>
                            <a:cxn ang="0">
                              <a:pos x="csX170" y="csY170"/>
                            </a:cxn>
                            <a:cxn ang="0">
                              <a:pos x="csX171" y="csY171"/>
                            </a:cxn>
                            <a:cxn ang="0">
                              <a:pos x="csX172" y="csY172"/>
                            </a:cxn>
                            <a:cxn ang="0">
                              <a:pos x="csX173" y="csY173"/>
                            </a:cxn>
                            <a:cxn ang="0">
                              <a:pos x="csX174" y="csY174"/>
                            </a:cxn>
                            <a:cxn ang="0">
                              <a:pos x="csX175" y="csY175"/>
                            </a:cxn>
                            <a:cxn ang="0">
                              <a:pos x="csX176" y="csY176"/>
                            </a:cxn>
                            <a:cxn ang="0">
                              <a:pos x="csX177" y="csY177"/>
                            </a:cxn>
                            <a:cxn ang="0">
                              <a:pos x="csX178" y="csY178"/>
                            </a:cxn>
                            <a:cxn ang="0">
                              <a:pos x="csX179" y="csY179"/>
                            </a:cxn>
                            <a:cxn ang="0">
                              <a:pos x="csX180" y="csY180"/>
                            </a:cxn>
                            <a:cxn ang="0">
                              <a:pos x="csX181" y="csY181"/>
                            </a:cxn>
                            <a:cxn ang="0">
                              <a:pos x="csX182" y="csY182"/>
                            </a:cxn>
                            <a:cxn ang="0">
                              <a:pos x="csX183" y="csY183"/>
                            </a:cxn>
                            <a:cxn ang="0">
                              <a:pos x="csX184" y="csY184"/>
                            </a:cxn>
                            <a:cxn ang="0">
                              <a:pos x="csX185" y="csY185"/>
                            </a:cxn>
                            <a:cxn ang="0">
                              <a:pos x="csX186" y="csY186"/>
                            </a:cxn>
                            <a:cxn ang="0">
                              <a:pos x="csX187" y="csY187"/>
                            </a:cxn>
                            <a:cxn ang="0">
                              <a:pos x="csX188" y="csY188"/>
                            </a:cxn>
                            <a:cxn ang="0">
                              <a:pos x="csX189" y="csY189"/>
                            </a:cxn>
                            <a:cxn ang="0">
                              <a:pos x="csX190" y="csY190"/>
                            </a:cxn>
                            <a:cxn ang="0">
                              <a:pos x="csX191" y="csY191"/>
                            </a:cxn>
                            <a:cxn ang="0">
                              <a:pos x="csX192" y="csY192"/>
                            </a:cxn>
                            <a:cxn ang="0">
                              <a:pos x="csX193" y="csY193"/>
                            </a:cxn>
                            <a:cxn ang="0">
                              <a:pos x="csX194" y="csY194"/>
                            </a:cxn>
                            <a:cxn ang="0">
                              <a:pos x="csX195" y="csY195"/>
                            </a:cxn>
                            <a:cxn ang="0">
                              <a:pos x="csX196" y="csY196"/>
                            </a:cxn>
                            <a:cxn ang="0">
                              <a:pos x="csX197" y="csY197"/>
                            </a:cxn>
                            <a:cxn ang="0">
                              <a:pos x="csX198" y="csY198"/>
                            </a:cxn>
                            <a:cxn ang="0">
                              <a:pos x="csX199" y="csY199"/>
                            </a:cxn>
                            <a:cxn ang="0">
                              <a:pos x="csX200" y="csY200"/>
                            </a:cxn>
                            <a:cxn ang="0">
                              <a:pos x="csX201" y="csY201"/>
                            </a:cxn>
                            <a:cxn ang="0">
                              <a:pos x="csX202" y="csY202"/>
                            </a:cxn>
                            <a:cxn ang="0">
                              <a:pos x="csX203" y="csY203"/>
                            </a:cxn>
                            <a:cxn ang="0">
                              <a:pos x="csX204" y="csY204"/>
                            </a:cxn>
                            <a:cxn ang="0">
                              <a:pos x="csX205" y="csY205"/>
                            </a:cxn>
                            <a:cxn ang="0">
                              <a:pos x="csX206" y="csY206"/>
                            </a:cxn>
                            <a:cxn ang="0">
                              <a:pos x="csX207" y="csY207"/>
                            </a:cxn>
                            <a:cxn ang="0">
                              <a:pos x="csX208" y="csY208"/>
                            </a:cxn>
                            <a:cxn ang="0">
                              <a:pos x="csX209" y="csY209"/>
                            </a:cxn>
                            <a:cxn ang="0">
                              <a:pos x="csX210" y="csY210"/>
                            </a:cxn>
                            <a:cxn ang="0">
                              <a:pos x="csX211" y="csY211"/>
                            </a:cxn>
                            <a:cxn ang="0">
                              <a:pos x="csX212" y="csY212"/>
                            </a:cxn>
                            <a:cxn ang="0">
                              <a:pos x="csX213" y="csY213"/>
                            </a:cxn>
                            <a:cxn ang="0">
                              <a:pos x="csX214" y="csY214"/>
                            </a:cxn>
                            <a:cxn ang="0">
                              <a:pos x="csX215" y="csY215"/>
                            </a:cxn>
                            <a:cxn ang="0">
                              <a:pos x="csX216" y="csY216"/>
                            </a:cxn>
                            <a:cxn ang="0">
                              <a:pos x="csX217" y="csY217"/>
                            </a:cxn>
                            <a:cxn ang="0">
                              <a:pos x="csX218" y="csY218"/>
                            </a:cxn>
                            <a:cxn ang="0">
                              <a:pos x="csX219" y="csY219"/>
                            </a:cxn>
                            <a:cxn ang="0">
                              <a:pos x="csX220" y="csY220"/>
                            </a:cxn>
                            <a:cxn ang="0">
                              <a:pos x="csX221" y="csY221"/>
                            </a:cxn>
                            <a:cxn ang="0">
                              <a:pos x="csX222" y="csY222"/>
                            </a:cxn>
                            <a:cxn ang="0">
                              <a:pos x="csX223" y="csY223"/>
                            </a:cxn>
                            <a:cxn ang="0">
                              <a:pos x="csX224" y="csY224"/>
                            </a:cxn>
                            <a:cxn ang="0">
                              <a:pos x="csX225" y="csY225"/>
                            </a:cxn>
                            <a:cxn ang="0">
                              <a:pos x="csX226" y="csY226"/>
                            </a:cxn>
                            <a:cxn ang="0">
                              <a:pos x="csX227" y="csY227"/>
                            </a:cxn>
                            <a:cxn ang="0">
                              <a:pos x="csX228" y="csY228"/>
                            </a:cxn>
                            <a:cxn ang="0">
                              <a:pos x="csX229" y="csY229"/>
                            </a:cxn>
                            <a:cxn ang="0">
                              <a:pos x="csX230" y="csY230"/>
                            </a:cxn>
                            <a:cxn ang="0">
                              <a:pos x="csX231" y="csY231"/>
                            </a:cxn>
                            <a:cxn ang="0">
                              <a:pos x="csX232" y="csY232"/>
                            </a:cxn>
                            <a:cxn ang="0">
                              <a:pos x="csX233" y="csY233"/>
                            </a:cxn>
                            <a:cxn ang="0">
                              <a:pos x="csX234" y="csY234"/>
                            </a:cxn>
                            <a:cxn ang="0">
                              <a:pos x="csX235" y="csY235"/>
                            </a:cxn>
                            <a:cxn ang="0">
                              <a:pos x="csX236" y="csY236"/>
                            </a:cxn>
                            <a:cxn ang="0">
                              <a:pos x="csX237" y="csY237"/>
                            </a:cxn>
                            <a:cxn ang="0">
                              <a:pos x="csX238" y="csY238"/>
                            </a:cxn>
                            <a:cxn ang="0">
                              <a:pos x="csX239" y="csY239"/>
                            </a:cxn>
                            <a:cxn ang="0">
                              <a:pos x="csX240" y="csY240"/>
                            </a:cxn>
                            <a:cxn ang="0">
                              <a:pos x="csX241" y="csY241"/>
                            </a:cxn>
                            <a:cxn ang="0">
                              <a:pos x="csX242" y="csY242"/>
                            </a:cxn>
                            <a:cxn ang="0">
                              <a:pos x="csX243" y="csY243"/>
                            </a:cxn>
                            <a:cxn ang="0">
                              <a:pos x="csX244" y="csY244"/>
                            </a:cxn>
                            <a:cxn ang="0">
                              <a:pos x="csX245" y="csY245"/>
                            </a:cxn>
                            <a:cxn ang="0">
                              <a:pos x="csX246" y="csY246"/>
                            </a:cxn>
                            <a:cxn ang="0">
                              <a:pos x="csX247" y="csY247"/>
                            </a:cxn>
                            <a:cxn ang="0">
                              <a:pos x="csX248" y="csY248"/>
                            </a:cxn>
                            <a:cxn ang="0">
                              <a:pos x="csX249" y="csY249"/>
                            </a:cxn>
                            <a:cxn ang="0">
                              <a:pos x="csX250" y="csY250"/>
                            </a:cxn>
                            <a:cxn ang="0">
                              <a:pos x="csX251" y="csY251"/>
                            </a:cxn>
                            <a:cxn ang="0">
                              <a:pos x="csX252" y="csY252"/>
                            </a:cxn>
                            <a:cxn ang="0">
                              <a:pos x="csX253" y="csY253"/>
                            </a:cxn>
                            <a:cxn ang="0">
                              <a:pos x="csX254" y="csY254"/>
                            </a:cxn>
                            <a:cxn ang="0">
                              <a:pos x="csX255" y="csY255"/>
                            </a:cxn>
                            <a:cxn ang="0">
                              <a:pos x="csX256" y="csY256"/>
                            </a:cxn>
                            <a:cxn ang="0">
                              <a:pos x="csX257" y="csY257"/>
                            </a:cxn>
                            <a:cxn ang="0">
                              <a:pos x="csX258" y="csY258"/>
                            </a:cxn>
                            <a:cxn ang="0">
                              <a:pos x="csX259" y="csY259"/>
                            </a:cxn>
                            <a:cxn ang="0">
                              <a:pos x="csX260" y="csY260"/>
                            </a:cxn>
                            <a:cxn ang="0">
                              <a:pos x="csX261" y="csY261"/>
                            </a:cxn>
                            <a:cxn ang="0">
                              <a:pos x="csX262" y="csY262"/>
                            </a:cxn>
                            <a:cxn ang="0">
                              <a:pos x="csX263" y="csY263"/>
                            </a:cxn>
                            <a:cxn ang="0">
                              <a:pos x="csX264" y="csY264"/>
                            </a:cxn>
                            <a:cxn ang="0">
                              <a:pos x="csX265" y="csY265"/>
                            </a:cxn>
                            <a:cxn ang="0">
                              <a:pos x="csX266" y="csY266"/>
                            </a:cxn>
                            <a:cxn ang="0">
                              <a:pos x="csX267" y="csY267"/>
                            </a:cxn>
                            <a:cxn ang="0">
                              <a:pos x="csX268" y="csY268"/>
                            </a:cxn>
                            <a:cxn ang="0">
                              <a:pos x="csX269" y="csY269"/>
                            </a:cxn>
                            <a:cxn ang="0">
                              <a:pos x="csX270" y="csY270"/>
                            </a:cxn>
                            <a:cxn ang="0">
                              <a:pos x="csX271" y="csY271"/>
                            </a:cxn>
                            <a:cxn ang="0">
                              <a:pos x="csX272" y="csY272"/>
                            </a:cxn>
                            <a:cxn ang="0">
                              <a:pos x="csX273" y="csY273"/>
                            </a:cxn>
                            <a:cxn ang="0">
                              <a:pos x="csX274" y="csY274"/>
                            </a:cxn>
                            <a:cxn ang="0">
                              <a:pos x="csX275" y="csY275"/>
                            </a:cxn>
                            <a:cxn ang="0">
                              <a:pos x="csX276" y="csY276"/>
                            </a:cxn>
                            <a:cxn ang="0">
                              <a:pos x="csX277" y="csY277"/>
                            </a:cxn>
                            <a:cxn ang="0">
                              <a:pos x="csX278" y="csY278"/>
                            </a:cxn>
                            <a:cxn ang="0">
                              <a:pos x="csX279" y="csY279"/>
                            </a:cxn>
                            <a:cxn ang="0">
                              <a:pos x="csX280" y="csY280"/>
                            </a:cxn>
                            <a:cxn ang="0">
                              <a:pos x="csX281" y="csY281"/>
                            </a:cxn>
                            <a:cxn ang="0">
                              <a:pos x="csX282" y="csY282"/>
                            </a:cxn>
                            <a:cxn ang="0">
                              <a:pos x="csX283" y="csY283"/>
                            </a:cxn>
                            <a:cxn ang="0">
                              <a:pos x="csX284" y="csY284"/>
                            </a:cxn>
                            <a:cxn ang="0">
                              <a:pos x="csX285" y="csY285"/>
                            </a:cxn>
                            <a:cxn ang="0">
                              <a:pos x="csX286" y="csY286"/>
                            </a:cxn>
                            <a:cxn ang="0">
                              <a:pos x="csX287" y="csY287"/>
                            </a:cxn>
                            <a:cxn ang="0">
                              <a:pos x="csX288" y="csY288"/>
                            </a:cxn>
                            <a:cxn ang="0">
                              <a:pos x="csX289" y="csY289"/>
                            </a:cxn>
                            <a:cxn ang="0">
                              <a:pos x="csX290" y="csY290"/>
                            </a:cxn>
                            <a:cxn ang="0">
                              <a:pos x="csX291" y="csY291"/>
                            </a:cxn>
                            <a:cxn ang="0">
                              <a:pos x="csX292" y="csY292"/>
                            </a:cxn>
                            <a:cxn ang="0">
                              <a:pos x="csX293" y="csY293"/>
                            </a:cxn>
                            <a:cxn ang="0">
                              <a:pos x="csX294" y="csY294"/>
                            </a:cxn>
                            <a:cxn ang="0">
                              <a:pos x="csX295" y="csY295"/>
                            </a:cxn>
                            <a:cxn ang="0">
                              <a:pos x="csX296" y="csY296"/>
                            </a:cxn>
                            <a:cxn ang="0">
                              <a:pos x="csX297" y="csY297"/>
                            </a:cxn>
                            <a:cxn ang="0">
                              <a:pos x="csX298" y="csY298"/>
                            </a:cxn>
                            <a:cxn ang="0">
                              <a:pos x="csX299" y="csY299"/>
                            </a:cxn>
                            <a:cxn ang="0">
                              <a:pos x="csX300" y="csY300"/>
                            </a:cxn>
                            <a:cxn ang="0">
                              <a:pos x="csX301" y="csY301"/>
                            </a:cxn>
                            <a:cxn ang="0">
                              <a:pos x="csX302" y="csY302"/>
                            </a:cxn>
                            <a:cxn ang="0">
                              <a:pos x="csX303" y="csY303"/>
                            </a:cxn>
                            <a:cxn ang="0">
                              <a:pos x="csX304" y="csY304"/>
                            </a:cxn>
                            <a:cxn ang="0">
                              <a:pos x="csX305" y="csY305"/>
                            </a:cxn>
                            <a:cxn ang="0">
                              <a:pos x="csX306" y="csY306"/>
                            </a:cxn>
                            <a:cxn ang="0">
                              <a:pos x="csX307" y="csY307"/>
                            </a:cxn>
                            <a:cxn ang="0">
                              <a:pos x="csX308" y="csY308"/>
                            </a:cxn>
                            <a:cxn ang="0">
                              <a:pos x="csX309" y="csY309"/>
                            </a:cxn>
                            <a:cxn ang="0">
                              <a:pos x="csX310" y="csY310"/>
                            </a:cxn>
                            <a:cxn ang="0">
                              <a:pos x="csX311" y="csY311"/>
                            </a:cxn>
                            <a:cxn ang="0">
                              <a:pos x="csX312" y="csY312"/>
                            </a:cxn>
                            <a:cxn ang="0">
                              <a:pos x="csX313" y="csY313"/>
                            </a:cxn>
                            <a:cxn ang="0">
                              <a:pos x="csX314" y="csY314"/>
                            </a:cxn>
                            <a:cxn ang="0">
                              <a:pos x="csX315" y="csY315"/>
                            </a:cxn>
                            <a:cxn ang="0">
                              <a:pos x="csX316" y="csY316"/>
                            </a:cxn>
                            <a:cxn ang="0">
                              <a:pos x="csX317" y="csY317"/>
                            </a:cxn>
                            <a:cxn ang="0">
                              <a:pos x="csX318" y="csY318"/>
                            </a:cxn>
                            <a:cxn ang="0">
                              <a:pos x="csX319" y="csY319"/>
                            </a:cxn>
                            <a:cxn ang="0">
                              <a:pos x="csX320" y="csY320"/>
                            </a:cxn>
                            <a:cxn ang="0">
                              <a:pos x="csX321" y="csY321"/>
                            </a:cxn>
                            <a:cxn ang="0">
                              <a:pos x="csX322" y="csY322"/>
                            </a:cxn>
                            <a:cxn ang="0">
                              <a:pos x="csX323" y="csY323"/>
                            </a:cxn>
                            <a:cxn ang="0">
                              <a:pos x="csX324" y="csY324"/>
                            </a:cxn>
                            <a:cxn ang="0">
                              <a:pos x="csX325" y="csY325"/>
                            </a:cxn>
                            <a:cxn ang="0">
                              <a:pos x="csX326" y="csY326"/>
                            </a:cxn>
                            <a:cxn ang="0">
                              <a:pos x="csX327" y="csY327"/>
                            </a:cxn>
                            <a:cxn ang="0">
                              <a:pos x="csX328" y="csY328"/>
                            </a:cxn>
                            <a:cxn ang="0">
                              <a:pos x="csX329" y="csY329"/>
                            </a:cxn>
                            <a:cxn ang="0">
                              <a:pos x="csX330" y="csY330"/>
                            </a:cxn>
                            <a:cxn ang="0">
                              <a:pos x="csX331" y="csY331"/>
                            </a:cxn>
                            <a:cxn ang="0">
                              <a:pos x="csX332" y="csY332"/>
                            </a:cxn>
                            <a:cxn ang="0">
                              <a:pos x="csX333" y="csY333"/>
                            </a:cxn>
                            <a:cxn ang="0">
                              <a:pos x="csX334" y="csY334"/>
                            </a:cxn>
                            <a:cxn ang="0">
                              <a:pos x="csX335" y="csY335"/>
                            </a:cxn>
                            <a:cxn ang="0">
                              <a:pos x="csX336" y="csY336"/>
                            </a:cxn>
                            <a:cxn ang="0">
                              <a:pos x="csX337" y="csY337"/>
                            </a:cxn>
                            <a:cxn ang="0">
                              <a:pos x="csX338" y="csY338"/>
                            </a:cxn>
                            <a:cxn ang="0">
                              <a:pos x="csX339" y="csY339"/>
                            </a:cxn>
                            <a:cxn ang="0">
                              <a:pos x="csX340" y="csY340"/>
                            </a:cxn>
                            <a:cxn ang="0">
                              <a:pos x="csX341" y="csY341"/>
                            </a:cxn>
                            <a:cxn ang="0">
                              <a:pos x="csX342" y="csY342"/>
                            </a:cxn>
                            <a:cxn ang="0">
                              <a:pos x="csX343" y="csY343"/>
                            </a:cxn>
                            <a:cxn ang="0">
                              <a:pos x="csX344" y="csY344"/>
                            </a:cxn>
                            <a:cxn ang="0">
                              <a:pos x="csX345" y="csY345"/>
                            </a:cxn>
                            <a:cxn ang="0">
                              <a:pos x="csX346" y="csY346"/>
                            </a:cxn>
                            <a:cxn ang="0">
                              <a:pos x="csX347" y="csY347"/>
                            </a:cxn>
                            <a:cxn ang="0">
                              <a:pos x="csX348" y="csY348"/>
                            </a:cxn>
                            <a:cxn ang="0">
                              <a:pos x="csX349" y="csY349"/>
                            </a:cxn>
                            <a:cxn ang="0">
                              <a:pos x="csX350" y="csY350"/>
                            </a:cxn>
                            <a:cxn ang="0">
                              <a:pos x="csX351" y="csY351"/>
                            </a:cxn>
                            <a:cxn ang="0">
                              <a:pos x="csX352" y="csY352"/>
                            </a:cxn>
                            <a:cxn ang="0">
                              <a:pos x="csX353" y="csY353"/>
                            </a:cxn>
                            <a:cxn ang="0">
                              <a:pos x="csX354" y="csY354"/>
                            </a:cxn>
                            <a:cxn ang="0">
                              <a:pos x="csX355" y="csY355"/>
                            </a:cxn>
                            <a:cxn ang="0">
                              <a:pos x="csX356" y="csY356"/>
                            </a:cxn>
                            <a:cxn ang="0">
                              <a:pos x="csX357" y="csY357"/>
                            </a:cxn>
                            <a:cxn ang="0">
                              <a:pos x="csX358" y="csY358"/>
                            </a:cxn>
                            <a:cxn ang="0">
                              <a:pos x="csX359" y="csY359"/>
                            </a:cxn>
                            <a:cxn ang="0">
                              <a:pos x="csX360" y="csY360"/>
                            </a:cxn>
                            <a:cxn ang="0">
                              <a:pos x="csX361" y="csY361"/>
                            </a:cxn>
                            <a:cxn ang="0">
                              <a:pos x="csX362" y="csY362"/>
                            </a:cxn>
                            <a:cxn ang="0">
                              <a:pos x="csX363" y="csY363"/>
                            </a:cxn>
                            <a:cxn ang="0">
                              <a:pos x="csX364" y="csY364"/>
                            </a:cxn>
                            <a:cxn ang="0">
                              <a:pos x="csX365" y="csY365"/>
                            </a:cxn>
                            <a:cxn ang="0">
                              <a:pos x="csX366" y="csY366"/>
                            </a:cxn>
                            <a:cxn ang="0">
                              <a:pos x="csX367" y="csY367"/>
                            </a:cxn>
                            <a:cxn ang="0">
                              <a:pos x="csX368" y="csY368"/>
                            </a:cxn>
                            <a:cxn ang="0">
                              <a:pos x="csX369" y="csY369"/>
                            </a:cxn>
                            <a:cxn ang="0">
                              <a:pos x="csX370" y="csY370"/>
                            </a:cxn>
                            <a:cxn ang="0">
                              <a:pos x="csX371" y="csY371"/>
                            </a:cxn>
                            <a:cxn ang="0">
                              <a:pos x="csX372" y="csY372"/>
                            </a:cxn>
                            <a:cxn ang="0">
                              <a:pos x="csX373" y="csY373"/>
                            </a:cxn>
                            <a:cxn ang="0">
                              <a:pos x="csX374" y="csY374"/>
                            </a:cxn>
                            <a:cxn ang="0">
                              <a:pos x="csX375" y="csY375"/>
                            </a:cxn>
                            <a:cxn ang="0">
                              <a:pos x="csX376" y="csY376"/>
                            </a:cxn>
                            <a:cxn ang="0">
                              <a:pos x="csX377" y="csY377"/>
                            </a:cxn>
                            <a:cxn ang="0">
                              <a:pos x="csX378" y="csY378"/>
                            </a:cxn>
                            <a:cxn ang="0">
                              <a:pos x="csX379" y="csY379"/>
                            </a:cxn>
                            <a:cxn ang="0">
                              <a:pos x="csX380" y="csY380"/>
                            </a:cxn>
                            <a:cxn ang="0">
                              <a:pos x="csX381" y="csY381"/>
                            </a:cxn>
                            <a:cxn ang="0">
                              <a:pos x="csX382" y="csY382"/>
                            </a:cxn>
                            <a:cxn ang="0">
                              <a:pos x="csX383" y="csY383"/>
                            </a:cxn>
                            <a:cxn ang="0">
                              <a:pos x="csX384" y="csY384"/>
                            </a:cxn>
                            <a:cxn ang="0">
                              <a:pos x="csX385" y="csY385"/>
                            </a:cxn>
                            <a:cxn ang="0">
                              <a:pos x="csX386" y="csY386"/>
                            </a:cxn>
                            <a:cxn ang="0">
                              <a:pos x="csX387" y="csY387"/>
                            </a:cxn>
                            <a:cxn ang="0">
                              <a:pos x="csX388" y="csY388"/>
                            </a:cxn>
                            <a:cxn ang="0">
                              <a:pos x="csX389" y="csY389"/>
                            </a:cxn>
                            <a:cxn ang="0">
                              <a:pos x="csX390" y="csY390"/>
                            </a:cxn>
                            <a:cxn ang="0">
                              <a:pos x="csX391" y="csY391"/>
                            </a:cxn>
                            <a:cxn ang="0">
                              <a:pos x="csX392" y="csY392"/>
                            </a:cxn>
                            <a:cxn ang="0">
                              <a:pos x="csX393" y="csY393"/>
                            </a:cxn>
                            <a:cxn ang="0">
                              <a:pos x="csX394" y="csY394"/>
                            </a:cxn>
                            <a:cxn ang="0">
                              <a:pos x="csX395" y="csY395"/>
                            </a:cxn>
                            <a:cxn ang="0">
                              <a:pos x="csX396" y="csY396"/>
                            </a:cxn>
                            <a:cxn ang="0">
                              <a:pos x="csX397" y="csY397"/>
                            </a:cxn>
                            <a:cxn ang="0">
                              <a:pos x="csX398" y="csY398"/>
                            </a:cxn>
                            <a:cxn ang="0">
                              <a:pos x="csX399" y="csY399"/>
                            </a:cxn>
                            <a:cxn ang="0">
                              <a:pos x="csX400" y="csY400"/>
                            </a:cxn>
                            <a:cxn ang="0">
                              <a:pos x="csX401" y="csY401"/>
                            </a:cxn>
                            <a:cxn ang="0">
                              <a:pos x="csX402" y="csY402"/>
                            </a:cxn>
                            <a:cxn ang="0">
                              <a:pos x="csX403" y="csY403"/>
                            </a:cxn>
                            <a:cxn ang="0">
                              <a:pos x="csX404" y="csY404"/>
                            </a:cxn>
                            <a:cxn ang="0">
                              <a:pos x="csX405" y="csY405"/>
                            </a:cxn>
                            <a:cxn ang="0">
                              <a:pos x="csX406" y="csY406"/>
                            </a:cxn>
                            <a:cxn ang="0">
                              <a:pos x="csX407" y="csY407"/>
                            </a:cxn>
                            <a:cxn ang="0">
                              <a:pos x="csX408" y="csY408"/>
                            </a:cxn>
                            <a:cxn ang="0">
                              <a:pos x="csX409" y="csY409"/>
                            </a:cxn>
                            <a:cxn ang="0">
                              <a:pos x="csX410" y="csY410"/>
                            </a:cxn>
                            <a:cxn ang="0">
                              <a:pos x="csX411" y="csY411"/>
                            </a:cxn>
                            <a:cxn ang="0">
                              <a:pos x="csX412" y="csY412"/>
                            </a:cxn>
                            <a:cxn ang="0">
                              <a:pos x="csX413" y="csY413"/>
                            </a:cxn>
                            <a:cxn ang="0">
                              <a:pos x="csX414" y="csY414"/>
                            </a:cxn>
                            <a:cxn ang="0">
                              <a:pos x="csX415" y="csY415"/>
                            </a:cxn>
                            <a:cxn ang="0">
                              <a:pos x="csX416" y="csY416"/>
                            </a:cxn>
                            <a:cxn ang="0">
                              <a:pos x="csX417" y="csY417"/>
                            </a:cxn>
                            <a:cxn ang="0">
                              <a:pos x="csX418" y="csY418"/>
                            </a:cxn>
                            <a:cxn ang="0">
                              <a:pos x="csX419" y="csY419"/>
                            </a:cxn>
                            <a:cxn ang="0">
                              <a:pos x="csX420" y="csY420"/>
                            </a:cxn>
                            <a:cxn ang="0">
                              <a:pos x="csX421" y="csY421"/>
                            </a:cxn>
                            <a:cxn ang="0">
                              <a:pos x="csX422" y="csY422"/>
                            </a:cxn>
                            <a:cxn ang="0">
                              <a:pos x="csX423" y="csY423"/>
                            </a:cxn>
                            <a:cxn ang="0">
                              <a:pos x="csX424" y="csY424"/>
                            </a:cxn>
                            <a:cxn ang="0">
                              <a:pos x="csX425" y="csY425"/>
                            </a:cxn>
                            <a:cxn ang="0">
                              <a:pos x="csX426" y="csY426"/>
                            </a:cxn>
                            <a:cxn ang="0">
                              <a:pos x="csX427" y="csY427"/>
                            </a:cxn>
                            <a:cxn ang="0">
                              <a:pos x="csX428" y="csY428"/>
                            </a:cxn>
                            <a:cxn ang="0">
                              <a:pos x="csX429" y="csY429"/>
                            </a:cxn>
                            <a:cxn ang="0">
                              <a:pos x="csX430" y="csY430"/>
                            </a:cxn>
                            <a:cxn ang="0">
                              <a:pos x="csX431" y="csY431"/>
                            </a:cxn>
                            <a:cxn ang="0">
                              <a:pos x="csX432" y="csY432"/>
                            </a:cxn>
                            <a:cxn ang="0">
                              <a:pos x="csX433" y="csY433"/>
                            </a:cxn>
                            <a:cxn ang="0">
                              <a:pos x="csX434" y="csY434"/>
                            </a:cxn>
                            <a:cxn ang="0">
                              <a:pos x="csX435" y="csY435"/>
                            </a:cxn>
                            <a:cxn ang="0">
                              <a:pos x="csX436" y="csY436"/>
                            </a:cxn>
                            <a:cxn ang="0">
                              <a:pos x="csX437" y="csY437"/>
                            </a:cxn>
                            <a:cxn ang="0">
                              <a:pos x="csX438" y="csY438"/>
                            </a:cxn>
                            <a:cxn ang="0">
                              <a:pos x="csX439" y="csY439"/>
                            </a:cxn>
                            <a:cxn ang="0">
                              <a:pos x="csX440" y="csY440"/>
                            </a:cxn>
                            <a:cxn ang="0">
                              <a:pos x="csX441" y="csY441"/>
                            </a:cxn>
                            <a:cxn ang="0">
                              <a:pos x="csX442" y="csY442"/>
                            </a:cxn>
                            <a:cxn ang="0">
                              <a:pos x="csX443" y="csY443"/>
                            </a:cxn>
                            <a:cxn ang="0">
                              <a:pos x="csX444" y="csY444"/>
                            </a:cxn>
                            <a:cxn ang="0">
                              <a:pos x="csX445" y="csY445"/>
                            </a:cxn>
                            <a:cxn ang="0">
                              <a:pos x="csX446" y="csY446"/>
                            </a:cxn>
                            <a:cxn ang="0">
                              <a:pos x="csX447" y="csY447"/>
                            </a:cxn>
                            <a:cxn ang="0">
                              <a:pos x="csX448" y="csY448"/>
                            </a:cxn>
                            <a:cxn ang="0">
                              <a:pos x="csX449" y="csY449"/>
                            </a:cxn>
                            <a:cxn ang="0">
                              <a:pos x="csX450" y="csY450"/>
                            </a:cxn>
                            <a:cxn ang="0">
                              <a:pos x="csX451" y="csY451"/>
                            </a:cxn>
                            <a:cxn ang="0">
                              <a:pos x="csX452" y="csY452"/>
                            </a:cxn>
                            <a:cxn ang="0">
                              <a:pos x="csX453" y="csY453"/>
                            </a:cxn>
                            <a:cxn ang="0">
                              <a:pos x="csX454" y="csY454"/>
                            </a:cxn>
                            <a:cxn ang="0">
                              <a:pos x="csX455" y="csY455"/>
                            </a:cxn>
                            <a:cxn ang="0">
                              <a:pos x="csX456" y="csY456"/>
                            </a:cxn>
                            <a:cxn ang="0">
                              <a:pos x="csX457" y="csY457"/>
                            </a:cxn>
                            <a:cxn ang="0">
                              <a:pos x="csX458" y="csY458"/>
                            </a:cxn>
                            <a:cxn ang="0">
                              <a:pos x="csX459" y="csY459"/>
                            </a:cxn>
                            <a:cxn ang="0">
                              <a:pos x="csX460" y="csY460"/>
                            </a:cxn>
                            <a:cxn ang="0">
                              <a:pos x="csX461" y="csY461"/>
                            </a:cxn>
                            <a:cxn ang="0">
                              <a:pos x="csX462" y="csY462"/>
                            </a:cxn>
                            <a:cxn ang="0">
                              <a:pos x="csX463" y="csY463"/>
                            </a:cxn>
                            <a:cxn ang="0">
                              <a:pos x="csX464" y="csY464"/>
                            </a:cxn>
                            <a:cxn ang="0">
                              <a:pos x="csX465" y="csY465"/>
                            </a:cxn>
                            <a:cxn ang="0">
                              <a:pos x="csX466" y="csY466"/>
                            </a:cxn>
                            <a:cxn ang="0">
                              <a:pos x="csX467" y="csY467"/>
                            </a:cxn>
                            <a:cxn ang="0">
                              <a:pos x="csX468" y="csY468"/>
                            </a:cxn>
                            <a:cxn ang="0">
                              <a:pos x="csX469" y="csY469"/>
                            </a:cxn>
                            <a:cxn ang="0">
                              <a:pos x="csX470" y="csY470"/>
                            </a:cxn>
                            <a:cxn ang="0">
                              <a:pos x="csX471" y="csY471"/>
                            </a:cxn>
                            <a:cxn ang="0">
                              <a:pos x="csX472" y="csY472"/>
                            </a:cxn>
                            <a:cxn ang="0">
                              <a:pos x="csX473" y="csY473"/>
                            </a:cxn>
                            <a:cxn ang="0">
                              <a:pos x="csX474" y="csY474"/>
                            </a:cxn>
                            <a:cxn ang="0">
                              <a:pos x="csX475" y="csY475"/>
                            </a:cxn>
                            <a:cxn ang="0">
                              <a:pos x="csX476" y="csY476"/>
                            </a:cxn>
                            <a:cxn ang="0">
                              <a:pos x="csX477" y="csY477"/>
                            </a:cxn>
                            <a:cxn ang="0">
                              <a:pos x="csX478" y="csY478"/>
                            </a:cxn>
                            <a:cxn ang="0">
                              <a:pos x="csX479" y="csY479"/>
                            </a:cxn>
                            <a:cxn ang="0">
                              <a:pos x="csX480" y="csY480"/>
                            </a:cxn>
                            <a:cxn ang="0">
                              <a:pos x="csX481" y="csY481"/>
                            </a:cxn>
                            <a:cxn ang="0">
                              <a:pos x="csX482" y="csY482"/>
                            </a:cxn>
                            <a:cxn ang="0">
                              <a:pos x="csX483" y="csY483"/>
                            </a:cxn>
                            <a:cxn ang="0">
                              <a:pos x="csX484" y="csY484"/>
                            </a:cxn>
                            <a:cxn ang="0">
                              <a:pos x="csX485" y="csY485"/>
                            </a:cxn>
                            <a:cxn ang="0">
                              <a:pos x="csX486" y="csY486"/>
                            </a:cxn>
                            <a:cxn ang="0">
                              <a:pos x="csX487" y="csY487"/>
                            </a:cxn>
                            <a:cxn ang="0">
                              <a:pos x="csX488" y="csY488"/>
                            </a:cxn>
                            <a:cxn ang="0">
                              <a:pos x="csX489" y="csY489"/>
                            </a:cxn>
                            <a:cxn ang="0">
                              <a:pos x="csX490" y="csY490"/>
                            </a:cxn>
                            <a:cxn ang="0">
                              <a:pos x="csX491" y="csY491"/>
                            </a:cxn>
                            <a:cxn ang="0">
                              <a:pos x="csX492" y="csY492"/>
                            </a:cxn>
                            <a:cxn ang="0">
                              <a:pos x="csX493" y="csY493"/>
                            </a:cxn>
                            <a:cxn ang="0">
                              <a:pos x="csX494" y="csY494"/>
                            </a:cxn>
                            <a:cxn ang="0">
                              <a:pos x="csX495" y="csY495"/>
                            </a:cxn>
                            <a:cxn ang="0">
                              <a:pos x="csX496" y="csY496"/>
                            </a:cxn>
                            <a:cxn ang="0">
                              <a:pos x="csX497" y="csY497"/>
                            </a:cxn>
                            <a:cxn ang="0">
                              <a:pos x="csX498" y="csY498"/>
                            </a:cxn>
                            <a:cxn ang="0">
                              <a:pos x="csX499" y="csY499"/>
                            </a:cxn>
                          </a:cxnLst>
                          <a:rect l="l" t="t" r="r" b="b"/>
                          <a:pathLst>
                            <a:path w="4164329" h="1535556">
                              <a:moveTo>
                                <a:pt x="0" y="1535557"/>
                              </a:moveTo>
                              <a:lnTo>
                                <a:pt x="8382" y="1535557"/>
                              </a:lnTo>
                              <a:lnTo>
                                <a:pt x="16637" y="1535557"/>
                              </a:lnTo>
                              <a:lnTo>
                                <a:pt x="25019" y="1535557"/>
                              </a:lnTo>
                              <a:lnTo>
                                <a:pt x="33401" y="1535430"/>
                              </a:lnTo>
                              <a:lnTo>
                                <a:pt x="41783" y="1535430"/>
                              </a:lnTo>
                              <a:lnTo>
                                <a:pt x="50038" y="1535430"/>
                              </a:lnTo>
                              <a:lnTo>
                                <a:pt x="58420" y="1535430"/>
                              </a:lnTo>
                              <a:lnTo>
                                <a:pt x="66802" y="1535430"/>
                              </a:lnTo>
                              <a:lnTo>
                                <a:pt x="75057" y="1535430"/>
                              </a:lnTo>
                              <a:lnTo>
                                <a:pt x="83439" y="1535430"/>
                              </a:lnTo>
                              <a:lnTo>
                                <a:pt x="91821" y="1535430"/>
                              </a:lnTo>
                              <a:lnTo>
                                <a:pt x="100203" y="1535430"/>
                              </a:lnTo>
                              <a:lnTo>
                                <a:pt x="108458" y="1535430"/>
                              </a:lnTo>
                              <a:lnTo>
                                <a:pt x="116840" y="1535430"/>
                              </a:lnTo>
                              <a:lnTo>
                                <a:pt x="125222" y="1535430"/>
                              </a:lnTo>
                              <a:lnTo>
                                <a:pt x="133477" y="1535430"/>
                              </a:lnTo>
                              <a:lnTo>
                                <a:pt x="141859" y="1535430"/>
                              </a:lnTo>
                              <a:lnTo>
                                <a:pt x="150241" y="1535430"/>
                              </a:lnTo>
                              <a:lnTo>
                                <a:pt x="158623" y="1535430"/>
                              </a:lnTo>
                              <a:lnTo>
                                <a:pt x="166878" y="1535430"/>
                              </a:lnTo>
                              <a:lnTo>
                                <a:pt x="175260" y="1535430"/>
                              </a:lnTo>
                              <a:lnTo>
                                <a:pt x="183642" y="1535430"/>
                              </a:lnTo>
                              <a:lnTo>
                                <a:pt x="191897" y="1535430"/>
                              </a:lnTo>
                              <a:lnTo>
                                <a:pt x="200279" y="1535430"/>
                              </a:lnTo>
                              <a:lnTo>
                                <a:pt x="208661" y="1535430"/>
                              </a:lnTo>
                              <a:lnTo>
                                <a:pt x="217043" y="1535430"/>
                              </a:lnTo>
                              <a:lnTo>
                                <a:pt x="225298" y="1535430"/>
                              </a:lnTo>
                              <a:lnTo>
                                <a:pt x="233680" y="1535430"/>
                              </a:lnTo>
                              <a:lnTo>
                                <a:pt x="242062" y="1535430"/>
                              </a:lnTo>
                              <a:lnTo>
                                <a:pt x="250317" y="1535430"/>
                              </a:lnTo>
                              <a:lnTo>
                                <a:pt x="258699" y="1535430"/>
                              </a:lnTo>
                              <a:lnTo>
                                <a:pt x="267081" y="1535430"/>
                              </a:lnTo>
                              <a:lnTo>
                                <a:pt x="275463" y="1535430"/>
                              </a:lnTo>
                              <a:lnTo>
                                <a:pt x="283718" y="1535430"/>
                              </a:lnTo>
                              <a:lnTo>
                                <a:pt x="292100" y="1535430"/>
                              </a:lnTo>
                              <a:lnTo>
                                <a:pt x="300482" y="1535430"/>
                              </a:lnTo>
                              <a:lnTo>
                                <a:pt x="308737" y="1535430"/>
                              </a:lnTo>
                              <a:lnTo>
                                <a:pt x="317119" y="1535430"/>
                              </a:lnTo>
                              <a:lnTo>
                                <a:pt x="325501" y="1535430"/>
                              </a:lnTo>
                              <a:lnTo>
                                <a:pt x="333756" y="1535430"/>
                              </a:lnTo>
                              <a:lnTo>
                                <a:pt x="342138" y="1535430"/>
                              </a:lnTo>
                              <a:lnTo>
                                <a:pt x="350520" y="1535430"/>
                              </a:lnTo>
                              <a:lnTo>
                                <a:pt x="358902" y="1535430"/>
                              </a:lnTo>
                              <a:lnTo>
                                <a:pt x="367157" y="1535430"/>
                              </a:lnTo>
                              <a:lnTo>
                                <a:pt x="375539" y="1535430"/>
                              </a:lnTo>
                              <a:lnTo>
                                <a:pt x="383921" y="1535430"/>
                              </a:lnTo>
                              <a:lnTo>
                                <a:pt x="392176" y="1535430"/>
                              </a:lnTo>
                              <a:lnTo>
                                <a:pt x="400558" y="1535430"/>
                              </a:lnTo>
                              <a:lnTo>
                                <a:pt x="408940" y="1535430"/>
                              </a:lnTo>
                              <a:lnTo>
                                <a:pt x="417322" y="1535430"/>
                              </a:lnTo>
                              <a:lnTo>
                                <a:pt x="425577" y="1535430"/>
                              </a:lnTo>
                              <a:lnTo>
                                <a:pt x="433959" y="1535430"/>
                              </a:lnTo>
                              <a:lnTo>
                                <a:pt x="442341" y="1535430"/>
                              </a:lnTo>
                              <a:lnTo>
                                <a:pt x="450596" y="1535430"/>
                              </a:lnTo>
                              <a:lnTo>
                                <a:pt x="458978" y="1535430"/>
                              </a:lnTo>
                              <a:lnTo>
                                <a:pt x="467360" y="1535430"/>
                              </a:lnTo>
                              <a:lnTo>
                                <a:pt x="475742" y="1535430"/>
                              </a:lnTo>
                              <a:lnTo>
                                <a:pt x="483997" y="1535430"/>
                              </a:lnTo>
                              <a:lnTo>
                                <a:pt x="492379" y="1535430"/>
                              </a:lnTo>
                              <a:lnTo>
                                <a:pt x="500761" y="1535430"/>
                              </a:lnTo>
                              <a:lnTo>
                                <a:pt x="509016" y="1535430"/>
                              </a:lnTo>
                              <a:lnTo>
                                <a:pt x="517398" y="1535430"/>
                              </a:lnTo>
                              <a:lnTo>
                                <a:pt x="525780" y="1535430"/>
                              </a:lnTo>
                              <a:lnTo>
                                <a:pt x="534162" y="1535430"/>
                              </a:lnTo>
                              <a:lnTo>
                                <a:pt x="542417" y="1535430"/>
                              </a:lnTo>
                              <a:lnTo>
                                <a:pt x="550799" y="1535430"/>
                              </a:lnTo>
                              <a:lnTo>
                                <a:pt x="559181" y="1535303"/>
                              </a:lnTo>
                              <a:lnTo>
                                <a:pt x="567436" y="1535303"/>
                              </a:lnTo>
                              <a:lnTo>
                                <a:pt x="575818" y="1535303"/>
                              </a:lnTo>
                              <a:lnTo>
                                <a:pt x="584200" y="1535303"/>
                              </a:lnTo>
                              <a:lnTo>
                                <a:pt x="592582" y="1535303"/>
                              </a:lnTo>
                              <a:lnTo>
                                <a:pt x="600837" y="1535303"/>
                              </a:lnTo>
                              <a:lnTo>
                                <a:pt x="609219" y="1535303"/>
                              </a:lnTo>
                              <a:lnTo>
                                <a:pt x="617601" y="1535303"/>
                              </a:lnTo>
                              <a:lnTo>
                                <a:pt x="625856" y="1535303"/>
                              </a:lnTo>
                              <a:lnTo>
                                <a:pt x="634238" y="1535303"/>
                              </a:lnTo>
                              <a:lnTo>
                                <a:pt x="642620" y="1535303"/>
                              </a:lnTo>
                              <a:lnTo>
                                <a:pt x="651002" y="1535303"/>
                              </a:lnTo>
                              <a:lnTo>
                                <a:pt x="659257" y="1535303"/>
                              </a:lnTo>
                              <a:lnTo>
                                <a:pt x="667639" y="1535303"/>
                              </a:lnTo>
                              <a:lnTo>
                                <a:pt x="676021" y="1535303"/>
                              </a:lnTo>
                              <a:lnTo>
                                <a:pt x="684276" y="1535303"/>
                              </a:lnTo>
                              <a:lnTo>
                                <a:pt x="692658" y="1535303"/>
                              </a:lnTo>
                              <a:lnTo>
                                <a:pt x="701040" y="1535303"/>
                              </a:lnTo>
                              <a:lnTo>
                                <a:pt x="709295" y="1535176"/>
                              </a:lnTo>
                              <a:lnTo>
                                <a:pt x="717677" y="1535176"/>
                              </a:lnTo>
                              <a:lnTo>
                                <a:pt x="726059" y="1535176"/>
                              </a:lnTo>
                              <a:lnTo>
                                <a:pt x="734441" y="1535176"/>
                              </a:lnTo>
                              <a:lnTo>
                                <a:pt x="742696" y="1535176"/>
                              </a:lnTo>
                              <a:lnTo>
                                <a:pt x="751078" y="1535176"/>
                              </a:lnTo>
                              <a:lnTo>
                                <a:pt x="759460" y="1535176"/>
                              </a:lnTo>
                              <a:lnTo>
                                <a:pt x="767715" y="1535176"/>
                              </a:lnTo>
                              <a:lnTo>
                                <a:pt x="776097" y="1535176"/>
                              </a:lnTo>
                              <a:lnTo>
                                <a:pt x="784479" y="1535176"/>
                              </a:lnTo>
                              <a:lnTo>
                                <a:pt x="792861" y="1535176"/>
                              </a:lnTo>
                              <a:lnTo>
                                <a:pt x="801116" y="1535049"/>
                              </a:lnTo>
                              <a:lnTo>
                                <a:pt x="809498" y="1535049"/>
                              </a:lnTo>
                              <a:lnTo>
                                <a:pt x="817880" y="1535049"/>
                              </a:lnTo>
                              <a:lnTo>
                                <a:pt x="826135" y="1535049"/>
                              </a:lnTo>
                              <a:lnTo>
                                <a:pt x="834517" y="1535049"/>
                              </a:lnTo>
                              <a:lnTo>
                                <a:pt x="842899" y="1535049"/>
                              </a:lnTo>
                              <a:lnTo>
                                <a:pt x="851281" y="1535049"/>
                              </a:lnTo>
                              <a:lnTo>
                                <a:pt x="859536" y="1534922"/>
                              </a:lnTo>
                              <a:lnTo>
                                <a:pt x="867918" y="1534922"/>
                              </a:lnTo>
                              <a:lnTo>
                                <a:pt x="876300" y="1534922"/>
                              </a:lnTo>
                              <a:lnTo>
                                <a:pt x="884555" y="1534922"/>
                              </a:lnTo>
                              <a:lnTo>
                                <a:pt x="892937" y="1534922"/>
                              </a:lnTo>
                              <a:lnTo>
                                <a:pt x="901319" y="1534922"/>
                              </a:lnTo>
                              <a:lnTo>
                                <a:pt x="909701" y="1534795"/>
                              </a:lnTo>
                              <a:lnTo>
                                <a:pt x="917956" y="1534795"/>
                              </a:lnTo>
                              <a:lnTo>
                                <a:pt x="926338" y="1534795"/>
                              </a:lnTo>
                              <a:lnTo>
                                <a:pt x="934720" y="1534795"/>
                              </a:lnTo>
                              <a:lnTo>
                                <a:pt x="942975" y="1534795"/>
                              </a:lnTo>
                              <a:lnTo>
                                <a:pt x="951357" y="1534668"/>
                              </a:lnTo>
                              <a:lnTo>
                                <a:pt x="959739" y="1534668"/>
                              </a:lnTo>
                              <a:lnTo>
                                <a:pt x="968121" y="1534668"/>
                              </a:lnTo>
                              <a:lnTo>
                                <a:pt x="976376" y="1534668"/>
                              </a:lnTo>
                              <a:lnTo>
                                <a:pt x="984758" y="1534668"/>
                              </a:lnTo>
                              <a:lnTo>
                                <a:pt x="993140" y="1534541"/>
                              </a:lnTo>
                              <a:lnTo>
                                <a:pt x="1001395" y="1534541"/>
                              </a:lnTo>
                              <a:lnTo>
                                <a:pt x="1009777" y="1534541"/>
                              </a:lnTo>
                              <a:lnTo>
                                <a:pt x="1018159" y="1534414"/>
                              </a:lnTo>
                              <a:lnTo>
                                <a:pt x="1026414" y="1534414"/>
                              </a:lnTo>
                              <a:lnTo>
                                <a:pt x="1034796" y="1534414"/>
                              </a:lnTo>
                              <a:lnTo>
                                <a:pt x="1043178" y="1534287"/>
                              </a:lnTo>
                              <a:lnTo>
                                <a:pt x="1051560" y="1534287"/>
                              </a:lnTo>
                              <a:lnTo>
                                <a:pt x="1059815" y="1534287"/>
                              </a:lnTo>
                              <a:lnTo>
                                <a:pt x="1068197" y="1534160"/>
                              </a:lnTo>
                              <a:lnTo>
                                <a:pt x="1076579" y="1534160"/>
                              </a:lnTo>
                              <a:lnTo>
                                <a:pt x="1084834" y="1534160"/>
                              </a:lnTo>
                              <a:lnTo>
                                <a:pt x="1093216" y="1534033"/>
                              </a:lnTo>
                              <a:lnTo>
                                <a:pt x="1101598" y="1534033"/>
                              </a:lnTo>
                              <a:lnTo>
                                <a:pt x="1109980" y="1533906"/>
                              </a:lnTo>
                              <a:lnTo>
                                <a:pt x="1118235" y="1533906"/>
                              </a:lnTo>
                              <a:lnTo>
                                <a:pt x="1126617" y="1533906"/>
                              </a:lnTo>
                              <a:lnTo>
                                <a:pt x="1134999" y="1533779"/>
                              </a:lnTo>
                              <a:lnTo>
                                <a:pt x="1143254" y="1533779"/>
                              </a:lnTo>
                              <a:lnTo>
                                <a:pt x="1151636" y="1533652"/>
                              </a:lnTo>
                              <a:lnTo>
                                <a:pt x="1160018" y="1533652"/>
                              </a:lnTo>
                              <a:lnTo>
                                <a:pt x="1168400" y="1533525"/>
                              </a:lnTo>
                              <a:lnTo>
                                <a:pt x="1176655" y="1533398"/>
                              </a:lnTo>
                              <a:lnTo>
                                <a:pt x="1185037" y="1533398"/>
                              </a:lnTo>
                              <a:lnTo>
                                <a:pt x="1193419" y="1533271"/>
                              </a:lnTo>
                              <a:lnTo>
                                <a:pt x="1201674" y="1533271"/>
                              </a:lnTo>
                              <a:lnTo>
                                <a:pt x="1210056" y="1533144"/>
                              </a:lnTo>
                              <a:lnTo>
                                <a:pt x="1218438" y="1533017"/>
                              </a:lnTo>
                              <a:lnTo>
                                <a:pt x="1226820" y="1532890"/>
                              </a:lnTo>
                              <a:lnTo>
                                <a:pt x="1235075" y="1532890"/>
                              </a:lnTo>
                              <a:lnTo>
                                <a:pt x="1243457" y="1532763"/>
                              </a:lnTo>
                              <a:lnTo>
                                <a:pt x="1251839" y="1532636"/>
                              </a:lnTo>
                              <a:lnTo>
                                <a:pt x="1260094" y="1532509"/>
                              </a:lnTo>
                              <a:lnTo>
                                <a:pt x="1268476" y="1532382"/>
                              </a:lnTo>
                              <a:lnTo>
                                <a:pt x="1276858" y="1532382"/>
                              </a:lnTo>
                              <a:lnTo>
                                <a:pt x="1285240" y="1532255"/>
                              </a:lnTo>
                              <a:lnTo>
                                <a:pt x="1293495" y="1532128"/>
                              </a:lnTo>
                              <a:lnTo>
                                <a:pt x="1301877" y="1532001"/>
                              </a:lnTo>
                              <a:lnTo>
                                <a:pt x="1310259" y="1531874"/>
                              </a:lnTo>
                              <a:lnTo>
                                <a:pt x="1318514" y="1531747"/>
                              </a:lnTo>
                              <a:lnTo>
                                <a:pt x="1326896" y="1531620"/>
                              </a:lnTo>
                              <a:lnTo>
                                <a:pt x="1335278" y="1531366"/>
                              </a:lnTo>
                              <a:lnTo>
                                <a:pt x="1343533" y="1531239"/>
                              </a:lnTo>
                              <a:lnTo>
                                <a:pt x="1351915" y="1531112"/>
                              </a:lnTo>
                              <a:lnTo>
                                <a:pt x="1360297" y="1530985"/>
                              </a:lnTo>
                              <a:lnTo>
                                <a:pt x="1368679" y="1530731"/>
                              </a:lnTo>
                              <a:lnTo>
                                <a:pt x="1376934" y="1530604"/>
                              </a:lnTo>
                              <a:lnTo>
                                <a:pt x="1385316" y="1530477"/>
                              </a:lnTo>
                              <a:lnTo>
                                <a:pt x="1393698" y="1530223"/>
                              </a:lnTo>
                              <a:lnTo>
                                <a:pt x="1401953" y="1530096"/>
                              </a:lnTo>
                              <a:lnTo>
                                <a:pt x="1410335" y="1529842"/>
                              </a:lnTo>
                              <a:lnTo>
                                <a:pt x="1418717" y="1529715"/>
                              </a:lnTo>
                              <a:lnTo>
                                <a:pt x="1427099" y="1529461"/>
                              </a:lnTo>
                              <a:lnTo>
                                <a:pt x="1435354" y="1529207"/>
                              </a:lnTo>
                              <a:lnTo>
                                <a:pt x="1443736" y="1528953"/>
                              </a:lnTo>
                              <a:lnTo>
                                <a:pt x="1452118" y="1528699"/>
                              </a:lnTo>
                              <a:lnTo>
                                <a:pt x="1460373" y="1528445"/>
                              </a:lnTo>
                              <a:lnTo>
                                <a:pt x="1468755" y="1528191"/>
                              </a:lnTo>
                              <a:lnTo>
                                <a:pt x="1477137" y="1527937"/>
                              </a:lnTo>
                              <a:lnTo>
                                <a:pt x="1485519" y="1527683"/>
                              </a:lnTo>
                              <a:lnTo>
                                <a:pt x="1493774" y="1527429"/>
                              </a:lnTo>
                              <a:lnTo>
                                <a:pt x="1502156" y="1527175"/>
                              </a:lnTo>
                              <a:lnTo>
                                <a:pt x="1510538" y="1526794"/>
                              </a:lnTo>
                              <a:lnTo>
                                <a:pt x="1518793" y="1526540"/>
                              </a:lnTo>
                              <a:lnTo>
                                <a:pt x="1527175" y="1526159"/>
                              </a:lnTo>
                              <a:lnTo>
                                <a:pt x="1535557" y="1525778"/>
                              </a:lnTo>
                              <a:lnTo>
                                <a:pt x="1543939" y="1525524"/>
                              </a:lnTo>
                              <a:lnTo>
                                <a:pt x="1552194" y="1525143"/>
                              </a:lnTo>
                              <a:lnTo>
                                <a:pt x="1560576" y="1524762"/>
                              </a:lnTo>
                              <a:lnTo>
                                <a:pt x="1568958" y="1524381"/>
                              </a:lnTo>
                              <a:lnTo>
                                <a:pt x="1577213" y="1523873"/>
                              </a:lnTo>
                              <a:lnTo>
                                <a:pt x="1585595" y="1523492"/>
                              </a:lnTo>
                              <a:lnTo>
                                <a:pt x="1593977" y="1523111"/>
                              </a:lnTo>
                              <a:lnTo>
                                <a:pt x="1602359" y="1522603"/>
                              </a:lnTo>
                              <a:lnTo>
                                <a:pt x="1610614" y="1522095"/>
                              </a:lnTo>
                              <a:lnTo>
                                <a:pt x="1618996" y="1521714"/>
                              </a:lnTo>
                              <a:lnTo>
                                <a:pt x="1627378" y="1521206"/>
                              </a:lnTo>
                              <a:lnTo>
                                <a:pt x="1635633" y="1520698"/>
                              </a:lnTo>
                              <a:lnTo>
                                <a:pt x="1644015" y="1520063"/>
                              </a:lnTo>
                              <a:lnTo>
                                <a:pt x="1652397" y="1519555"/>
                              </a:lnTo>
                              <a:lnTo>
                                <a:pt x="1660652" y="1518920"/>
                              </a:lnTo>
                              <a:lnTo>
                                <a:pt x="1669034" y="1518412"/>
                              </a:lnTo>
                              <a:lnTo>
                                <a:pt x="1677416" y="1517777"/>
                              </a:lnTo>
                              <a:lnTo>
                                <a:pt x="1685798" y="1517142"/>
                              </a:lnTo>
                              <a:lnTo>
                                <a:pt x="1694053" y="1516380"/>
                              </a:lnTo>
                              <a:lnTo>
                                <a:pt x="1702435" y="1515745"/>
                              </a:lnTo>
                              <a:lnTo>
                                <a:pt x="1710817" y="1514983"/>
                              </a:lnTo>
                              <a:lnTo>
                                <a:pt x="1719072" y="1514221"/>
                              </a:lnTo>
                              <a:lnTo>
                                <a:pt x="1727454" y="1513459"/>
                              </a:lnTo>
                              <a:lnTo>
                                <a:pt x="1735836" y="1512697"/>
                              </a:lnTo>
                              <a:lnTo>
                                <a:pt x="1744218" y="1511935"/>
                              </a:lnTo>
                              <a:lnTo>
                                <a:pt x="1752473" y="1511046"/>
                              </a:lnTo>
                              <a:lnTo>
                                <a:pt x="1760855" y="1510157"/>
                              </a:lnTo>
                              <a:lnTo>
                                <a:pt x="1769237" y="1509268"/>
                              </a:lnTo>
                              <a:lnTo>
                                <a:pt x="1777492" y="1508252"/>
                              </a:lnTo>
                              <a:lnTo>
                                <a:pt x="1785874" y="1507363"/>
                              </a:lnTo>
                              <a:lnTo>
                                <a:pt x="1794256" y="1506347"/>
                              </a:lnTo>
                              <a:lnTo>
                                <a:pt x="1802638" y="1505204"/>
                              </a:lnTo>
                              <a:lnTo>
                                <a:pt x="1810893" y="1504188"/>
                              </a:lnTo>
                              <a:lnTo>
                                <a:pt x="1819275" y="1503045"/>
                              </a:lnTo>
                              <a:lnTo>
                                <a:pt x="1827657" y="1501902"/>
                              </a:lnTo>
                              <a:lnTo>
                                <a:pt x="1835912" y="1500632"/>
                              </a:lnTo>
                              <a:lnTo>
                                <a:pt x="1844294" y="1499362"/>
                              </a:lnTo>
                              <a:lnTo>
                                <a:pt x="1852676" y="1498092"/>
                              </a:lnTo>
                              <a:lnTo>
                                <a:pt x="1861058" y="1496822"/>
                              </a:lnTo>
                              <a:lnTo>
                                <a:pt x="1869313" y="1495425"/>
                              </a:lnTo>
                              <a:lnTo>
                                <a:pt x="1877695" y="1493901"/>
                              </a:lnTo>
                              <a:lnTo>
                                <a:pt x="1886077" y="1492504"/>
                              </a:lnTo>
                              <a:lnTo>
                                <a:pt x="1894332" y="1490980"/>
                              </a:lnTo>
                              <a:lnTo>
                                <a:pt x="1902714" y="1489329"/>
                              </a:lnTo>
                              <a:lnTo>
                                <a:pt x="1911096" y="1487678"/>
                              </a:lnTo>
                              <a:lnTo>
                                <a:pt x="1919478" y="1486027"/>
                              </a:lnTo>
                              <a:lnTo>
                                <a:pt x="1927733" y="1484249"/>
                              </a:lnTo>
                              <a:lnTo>
                                <a:pt x="1936115" y="1482471"/>
                              </a:lnTo>
                              <a:lnTo>
                                <a:pt x="1944497" y="1480566"/>
                              </a:lnTo>
                              <a:lnTo>
                                <a:pt x="1952752" y="1478534"/>
                              </a:lnTo>
                              <a:lnTo>
                                <a:pt x="1961134" y="1476629"/>
                              </a:lnTo>
                              <a:lnTo>
                                <a:pt x="1969516" y="1474470"/>
                              </a:lnTo>
                              <a:lnTo>
                                <a:pt x="1977771" y="1472311"/>
                              </a:lnTo>
                              <a:lnTo>
                                <a:pt x="1986153" y="1470152"/>
                              </a:lnTo>
                              <a:lnTo>
                                <a:pt x="1994535" y="1467866"/>
                              </a:lnTo>
                              <a:lnTo>
                                <a:pt x="2002917" y="1465453"/>
                              </a:lnTo>
                              <a:lnTo>
                                <a:pt x="2011172" y="1463040"/>
                              </a:lnTo>
                              <a:lnTo>
                                <a:pt x="2019554" y="1460500"/>
                              </a:lnTo>
                              <a:lnTo>
                                <a:pt x="2027936" y="1457833"/>
                              </a:lnTo>
                              <a:lnTo>
                                <a:pt x="2036191" y="1455166"/>
                              </a:lnTo>
                              <a:lnTo>
                                <a:pt x="2044573" y="1452372"/>
                              </a:lnTo>
                              <a:lnTo>
                                <a:pt x="2052955" y="1449451"/>
                              </a:lnTo>
                              <a:lnTo>
                                <a:pt x="2061337" y="1446530"/>
                              </a:lnTo>
                              <a:lnTo>
                                <a:pt x="2069592" y="1443482"/>
                              </a:lnTo>
                              <a:lnTo>
                                <a:pt x="2077974" y="1440307"/>
                              </a:lnTo>
                              <a:lnTo>
                                <a:pt x="2086356" y="1437005"/>
                              </a:lnTo>
                              <a:lnTo>
                                <a:pt x="2094611" y="1433576"/>
                              </a:lnTo>
                              <a:lnTo>
                                <a:pt x="2102993" y="1430147"/>
                              </a:lnTo>
                              <a:lnTo>
                                <a:pt x="2111375" y="1426464"/>
                              </a:lnTo>
                              <a:lnTo>
                                <a:pt x="2119757" y="1422781"/>
                              </a:lnTo>
                              <a:lnTo>
                                <a:pt x="2128012" y="1418971"/>
                              </a:lnTo>
                              <a:lnTo>
                                <a:pt x="2136394" y="1415034"/>
                              </a:lnTo>
                              <a:lnTo>
                                <a:pt x="2144776" y="1410970"/>
                              </a:lnTo>
                              <a:lnTo>
                                <a:pt x="2153031" y="1406779"/>
                              </a:lnTo>
                              <a:lnTo>
                                <a:pt x="2161413" y="1402461"/>
                              </a:lnTo>
                              <a:lnTo>
                                <a:pt x="2169795" y="1398016"/>
                              </a:lnTo>
                              <a:lnTo>
                                <a:pt x="2178177" y="1393444"/>
                              </a:lnTo>
                              <a:lnTo>
                                <a:pt x="2186432" y="1388745"/>
                              </a:lnTo>
                              <a:lnTo>
                                <a:pt x="2194814" y="1383792"/>
                              </a:lnTo>
                              <a:lnTo>
                                <a:pt x="2203196" y="1378839"/>
                              </a:lnTo>
                              <a:lnTo>
                                <a:pt x="2211451" y="1373632"/>
                              </a:lnTo>
                              <a:lnTo>
                                <a:pt x="2219833" y="1368425"/>
                              </a:lnTo>
                              <a:lnTo>
                                <a:pt x="2228215" y="1362964"/>
                              </a:lnTo>
                              <a:lnTo>
                                <a:pt x="2236597" y="1357376"/>
                              </a:lnTo>
                              <a:lnTo>
                                <a:pt x="2244852" y="1351534"/>
                              </a:lnTo>
                              <a:lnTo>
                                <a:pt x="2253234" y="1345692"/>
                              </a:lnTo>
                              <a:lnTo>
                                <a:pt x="2261616" y="1339596"/>
                              </a:lnTo>
                              <a:lnTo>
                                <a:pt x="2269871" y="1333373"/>
                              </a:lnTo>
                              <a:lnTo>
                                <a:pt x="2278253" y="1326896"/>
                              </a:lnTo>
                              <a:lnTo>
                                <a:pt x="2286635" y="1320292"/>
                              </a:lnTo>
                              <a:lnTo>
                                <a:pt x="2294890" y="1313561"/>
                              </a:lnTo>
                              <a:lnTo>
                                <a:pt x="2303272" y="1306576"/>
                              </a:lnTo>
                              <a:lnTo>
                                <a:pt x="2311654" y="1299464"/>
                              </a:lnTo>
                              <a:lnTo>
                                <a:pt x="2320036" y="1292225"/>
                              </a:lnTo>
                              <a:lnTo>
                                <a:pt x="2328291" y="1284732"/>
                              </a:lnTo>
                              <a:lnTo>
                                <a:pt x="2336673" y="1277112"/>
                              </a:lnTo>
                              <a:lnTo>
                                <a:pt x="2345055" y="1269238"/>
                              </a:lnTo>
                              <a:lnTo>
                                <a:pt x="2353310" y="1261110"/>
                              </a:lnTo>
                              <a:lnTo>
                                <a:pt x="2361692" y="1252982"/>
                              </a:lnTo>
                              <a:lnTo>
                                <a:pt x="2370074" y="1244473"/>
                              </a:lnTo>
                              <a:lnTo>
                                <a:pt x="2378456" y="1235964"/>
                              </a:lnTo>
                              <a:lnTo>
                                <a:pt x="2386711" y="1227074"/>
                              </a:lnTo>
                              <a:lnTo>
                                <a:pt x="2395093" y="1218184"/>
                              </a:lnTo>
                              <a:lnTo>
                                <a:pt x="2403475" y="1208913"/>
                              </a:lnTo>
                              <a:lnTo>
                                <a:pt x="2411730" y="1199515"/>
                              </a:lnTo>
                              <a:lnTo>
                                <a:pt x="2420112" y="1189990"/>
                              </a:lnTo>
                              <a:lnTo>
                                <a:pt x="2428494" y="1180211"/>
                              </a:lnTo>
                              <a:lnTo>
                                <a:pt x="2436876" y="1170305"/>
                              </a:lnTo>
                              <a:lnTo>
                                <a:pt x="2445131" y="1160145"/>
                              </a:lnTo>
                              <a:lnTo>
                                <a:pt x="2453513" y="1149858"/>
                              </a:lnTo>
                              <a:lnTo>
                                <a:pt x="2461895" y="1139317"/>
                              </a:lnTo>
                              <a:lnTo>
                                <a:pt x="2470150" y="1128649"/>
                              </a:lnTo>
                              <a:lnTo>
                                <a:pt x="2478532" y="1117727"/>
                              </a:lnTo>
                              <a:lnTo>
                                <a:pt x="2486914" y="1106678"/>
                              </a:lnTo>
                              <a:lnTo>
                                <a:pt x="2495296" y="1095375"/>
                              </a:lnTo>
                              <a:lnTo>
                                <a:pt x="2503551" y="1083945"/>
                              </a:lnTo>
                              <a:lnTo>
                                <a:pt x="2511933" y="1072388"/>
                              </a:lnTo>
                              <a:lnTo>
                                <a:pt x="2520315" y="1060577"/>
                              </a:lnTo>
                              <a:lnTo>
                                <a:pt x="2528570" y="1048639"/>
                              </a:lnTo>
                              <a:lnTo>
                                <a:pt x="2536952" y="1036574"/>
                              </a:lnTo>
                              <a:lnTo>
                                <a:pt x="2545334" y="1024382"/>
                              </a:lnTo>
                              <a:lnTo>
                                <a:pt x="2553716" y="1011936"/>
                              </a:lnTo>
                              <a:lnTo>
                                <a:pt x="2561971" y="999490"/>
                              </a:lnTo>
                              <a:lnTo>
                                <a:pt x="2570353" y="986790"/>
                              </a:lnTo>
                              <a:lnTo>
                                <a:pt x="2578735" y="973963"/>
                              </a:lnTo>
                              <a:lnTo>
                                <a:pt x="2586990" y="961136"/>
                              </a:lnTo>
                              <a:lnTo>
                                <a:pt x="2595372" y="948055"/>
                              </a:lnTo>
                              <a:lnTo>
                                <a:pt x="2603754" y="934847"/>
                              </a:lnTo>
                              <a:lnTo>
                                <a:pt x="2612009" y="921639"/>
                              </a:lnTo>
                              <a:lnTo>
                                <a:pt x="2620391" y="908304"/>
                              </a:lnTo>
                              <a:lnTo>
                                <a:pt x="2628773" y="894842"/>
                              </a:lnTo>
                              <a:lnTo>
                                <a:pt x="2637155" y="881253"/>
                              </a:lnTo>
                              <a:lnTo>
                                <a:pt x="2645410" y="867664"/>
                              </a:lnTo>
                              <a:lnTo>
                                <a:pt x="2653792" y="854075"/>
                              </a:lnTo>
                              <a:lnTo>
                                <a:pt x="2662174" y="840359"/>
                              </a:lnTo>
                              <a:lnTo>
                                <a:pt x="2670429" y="826516"/>
                              </a:lnTo>
                              <a:lnTo>
                                <a:pt x="2678811" y="812800"/>
                              </a:lnTo>
                              <a:lnTo>
                                <a:pt x="2687193" y="798957"/>
                              </a:lnTo>
                              <a:lnTo>
                                <a:pt x="2695575" y="785114"/>
                              </a:lnTo>
                              <a:lnTo>
                                <a:pt x="2703830" y="771144"/>
                              </a:lnTo>
                              <a:lnTo>
                                <a:pt x="2712212" y="757301"/>
                              </a:lnTo>
                              <a:lnTo>
                                <a:pt x="2720594" y="743458"/>
                              </a:lnTo>
                              <a:lnTo>
                                <a:pt x="2728849" y="729615"/>
                              </a:lnTo>
                              <a:lnTo>
                                <a:pt x="2737231" y="715772"/>
                              </a:lnTo>
                              <a:lnTo>
                                <a:pt x="2745613" y="701929"/>
                              </a:lnTo>
                              <a:lnTo>
                                <a:pt x="2753995" y="688213"/>
                              </a:lnTo>
                              <a:lnTo>
                                <a:pt x="2762250" y="674497"/>
                              </a:lnTo>
                              <a:lnTo>
                                <a:pt x="2770632" y="660908"/>
                              </a:lnTo>
                              <a:lnTo>
                                <a:pt x="2779014" y="647319"/>
                              </a:lnTo>
                              <a:lnTo>
                                <a:pt x="2787269" y="633730"/>
                              </a:lnTo>
                              <a:lnTo>
                                <a:pt x="2795651" y="620395"/>
                              </a:lnTo>
                              <a:lnTo>
                                <a:pt x="2804033" y="607060"/>
                              </a:lnTo>
                              <a:lnTo>
                                <a:pt x="2812415" y="593852"/>
                              </a:lnTo>
                              <a:lnTo>
                                <a:pt x="2820670" y="580644"/>
                              </a:lnTo>
                              <a:lnTo>
                                <a:pt x="2829052" y="567690"/>
                              </a:lnTo>
                              <a:lnTo>
                                <a:pt x="2837434" y="554863"/>
                              </a:lnTo>
                              <a:lnTo>
                                <a:pt x="2845689" y="542036"/>
                              </a:lnTo>
                              <a:lnTo>
                                <a:pt x="2854071" y="529463"/>
                              </a:lnTo>
                              <a:lnTo>
                                <a:pt x="2862453" y="516890"/>
                              </a:lnTo>
                              <a:lnTo>
                                <a:pt x="2870835" y="504571"/>
                              </a:lnTo>
                              <a:lnTo>
                                <a:pt x="2879090" y="492379"/>
                              </a:lnTo>
                              <a:lnTo>
                                <a:pt x="2887472" y="480314"/>
                              </a:lnTo>
                              <a:lnTo>
                                <a:pt x="2895854" y="468503"/>
                              </a:lnTo>
                              <a:lnTo>
                                <a:pt x="2904109" y="456819"/>
                              </a:lnTo>
                              <a:lnTo>
                                <a:pt x="2912491" y="445262"/>
                              </a:lnTo>
                              <a:lnTo>
                                <a:pt x="2920873" y="433832"/>
                              </a:lnTo>
                              <a:lnTo>
                                <a:pt x="2929128" y="422656"/>
                              </a:lnTo>
                              <a:lnTo>
                                <a:pt x="2937510" y="411607"/>
                              </a:lnTo>
                              <a:lnTo>
                                <a:pt x="2945892" y="400812"/>
                              </a:lnTo>
                              <a:lnTo>
                                <a:pt x="2954274" y="390144"/>
                              </a:lnTo>
                              <a:lnTo>
                                <a:pt x="2962529" y="379730"/>
                              </a:lnTo>
                              <a:lnTo>
                                <a:pt x="2970911" y="369443"/>
                              </a:lnTo>
                              <a:lnTo>
                                <a:pt x="2979293" y="359410"/>
                              </a:lnTo>
                              <a:lnTo>
                                <a:pt x="2987548" y="349504"/>
                              </a:lnTo>
                              <a:lnTo>
                                <a:pt x="2995930" y="339725"/>
                              </a:lnTo>
                              <a:lnTo>
                                <a:pt x="3004312" y="330200"/>
                              </a:lnTo>
                              <a:lnTo>
                                <a:pt x="3012694" y="320929"/>
                              </a:lnTo>
                              <a:lnTo>
                                <a:pt x="3020949" y="311785"/>
                              </a:lnTo>
                              <a:lnTo>
                                <a:pt x="3029331" y="302895"/>
                              </a:lnTo>
                              <a:lnTo>
                                <a:pt x="3037713" y="294132"/>
                              </a:lnTo>
                              <a:lnTo>
                                <a:pt x="3045968" y="285623"/>
                              </a:lnTo>
                              <a:lnTo>
                                <a:pt x="3054350" y="277241"/>
                              </a:lnTo>
                              <a:lnTo>
                                <a:pt x="3062732" y="269113"/>
                              </a:lnTo>
                              <a:lnTo>
                                <a:pt x="3071114" y="261112"/>
                              </a:lnTo>
                              <a:lnTo>
                                <a:pt x="3079369" y="253238"/>
                              </a:lnTo>
                              <a:lnTo>
                                <a:pt x="3087751" y="245745"/>
                              </a:lnTo>
                              <a:lnTo>
                                <a:pt x="3096133" y="238252"/>
                              </a:lnTo>
                              <a:lnTo>
                                <a:pt x="3104388" y="231013"/>
                              </a:lnTo>
                              <a:lnTo>
                                <a:pt x="3112770" y="223901"/>
                              </a:lnTo>
                              <a:lnTo>
                                <a:pt x="3121152" y="217043"/>
                              </a:lnTo>
                              <a:lnTo>
                                <a:pt x="3129534" y="210312"/>
                              </a:lnTo>
                              <a:lnTo>
                                <a:pt x="3137789" y="203835"/>
                              </a:lnTo>
                              <a:lnTo>
                                <a:pt x="3146171" y="197485"/>
                              </a:lnTo>
                              <a:lnTo>
                                <a:pt x="3154553" y="191262"/>
                              </a:lnTo>
                              <a:lnTo>
                                <a:pt x="3162808" y="185166"/>
                              </a:lnTo>
                              <a:lnTo>
                                <a:pt x="3171190" y="179324"/>
                              </a:lnTo>
                              <a:lnTo>
                                <a:pt x="3179572" y="173609"/>
                              </a:lnTo>
                              <a:lnTo>
                                <a:pt x="3187954" y="168021"/>
                              </a:lnTo>
                              <a:lnTo>
                                <a:pt x="3196209" y="162687"/>
                              </a:lnTo>
                              <a:lnTo>
                                <a:pt x="3204591" y="157353"/>
                              </a:lnTo>
                              <a:lnTo>
                                <a:pt x="3212973" y="152273"/>
                              </a:lnTo>
                              <a:lnTo>
                                <a:pt x="3221228" y="147320"/>
                              </a:lnTo>
                              <a:lnTo>
                                <a:pt x="3229610" y="142494"/>
                              </a:lnTo>
                              <a:lnTo>
                                <a:pt x="3237992" y="137795"/>
                              </a:lnTo>
                              <a:lnTo>
                                <a:pt x="3246374" y="133350"/>
                              </a:lnTo>
                              <a:lnTo>
                                <a:pt x="3254629" y="128905"/>
                              </a:lnTo>
                              <a:lnTo>
                                <a:pt x="3263011" y="124587"/>
                              </a:lnTo>
                              <a:lnTo>
                                <a:pt x="3271393" y="120396"/>
                              </a:lnTo>
                              <a:lnTo>
                                <a:pt x="3279648" y="116459"/>
                              </a:lnTo>
                              <a:lnTo>
                                <a:pt x="3288030" y="112522"/>
                              </a:lnTo>
                              <a:lnTo>
                                <a:pt x="3296412" y="108712"/>
                              </a:lnTo>
                              <a:lnTo>
                                <a:pt x="3304667" y="105029"/>
                              </a:lnTo>
                              <a:lnTo>
                                <a:pt x="3313049" y="101473"/>
                              </a:lnTo>
                              <a:lnTo>
                                <a:pt x="3321431" y="98044"/>
                              </a:lnTo>
                              <a:lnTo>
                                <a:pt x="3329813" y="94742"/>
                              </a:lnTo>
                              <a:lnTo>
                                <a:pt x="3338068" y="91440"/>
                              </a:lnTo>
                              <a:lnTo>
                                <a:pt x="3346450" y="88265"/>
                              </a:lnTo>
                              <a:lnTo>
                                <a:pt x="3354832" y="85217"/>
                              </a:lnTo>
                              <a:lnTo>
                                <a:pt x="3363087" y="82296"/>
                              </a:lnTo>
                              <a:lnTo>
                                <a:pt x="3371469" y="79502"/>
                              </a:lnTo>
                              <a:lnTo>
                                <a:pt x="3379851" y="76708"/>
                              </a:lnTo>
                              <a:lnTo>
                                <a:pt x="3388233" y="74041"/>
                              </a:lnTo>
                              <a:lnTo>
                                <a:pt x="3396488" y="71374"/>
                              </a:lnTo>
                              <a:lnTo>
                                <a:pt x="3404870" y="68961"/>
                              </a:lnTo>
                              <a:lnTo>
                                <a:pt x="3413252" y="66421"/>
                              </a:lnTo>
                              <a:lnTo>
                                <a:pt x="3421507" y="64135"/>
                              </a:lnTo>
                              <a:lnTo>
                                <a:pt x="3429889" y="61849"/>
                              </a:lnTo>
                              <a:lnTo>
                                <a:pt x="3438271" y="59690"/>
                              </a:lnTo>
                              <a:lnTo>
                                <a:pt x="3446653" y="57531"/>
                              </a:lnTo>
                              <a:lnTo>
                                <a:pt x="3454908" y="55499"/>
                              </a:lnTo>
                              <a:lnTo>
                                <a:pt x="3463290" y="53467"/>
                              </a:lnTo>
                              <a:lnTo>
                                <a:pt x="3471672" y="51562"/>
                              </a:lnTo>
                              <a:lnTo>
                                <a:pt x="3479927" y="49657"/>
                              </a:lnTo>
                              <a:lnTo>
                                <a:pt x="3488309" y="47879"/>
                              </a:lnTo>
                              <a:lnTo>
                                <a:pt x="3496691" y="46101"/>
                              </a:lnTo>
                              <a:lnTo>
                                <a:pt x="3505073" y="44450"/>
                              </a:lnTo>
                              <a:lnTo>
                                <a:pt x="3513328" y="42799"/>
                              </a:lnTo>
                              <a:lnTo>
                                <a:pt x="3521710" y="41275"/>
                              </a:lnTo>
                              <a:lnTo>
                                <a:pt x="3530092" y="39751"/>
                              </a:lnTo>
                              <a:lnTo>
                                <a:pt x="3538347" y="38227"/>
                              </a:lnTo>
                              <a:lnTo>
                                <a:pt x="3546729" y="36830"/>
                              </a:lnTo>
                              <a:lnTo>
                                <a:pt x="3555111" y="35433"/>
                              </a:lnTo>
                              <a:lnTo>
                                <a:pt x="3563493" y="34163"/>
                              </a:lnTo>
                              <a:lnTo>
                                <a:pt x="3571748" y="32893"/>
                              </a:lnTo>
                              <a:lnTo>
                                <a:pt x="3580130" y="31623"/>
                              </a:lnTo>
                              <a:lnTo>
                                <a:pt x="3588512" y="30480"/>
                              </a:lnTo>
                              <a:lnTo>
                                <a:pt x="3596767" y="29337"/>
                              </a:lnTo>
                              <a:lnTo>
                                <a:pt x="3605149" y="28194"/>
                              </a:lnTo>
                              <a:lnTo>
                                <a:pt x="3613531" y="27051"/>
                              </a:lnTo>
                              <a:lnTo>
                                <a:pt x="3621786" y="26035"/>
                              </a:lnTo>
                              <a:lnTo>
                                <a:pt x="3630168" y="25019"/>
                              </a:lnTo>
                              <a:lnTo>
                                <a:pt x="3638550" y="24130"/>
                              </a:lnTo>
                              <a:lnTo>
                                <a:pt x="3646932" y="23114"/>
                              </a:lnTo>
                              <a:lnTo>
                                <a:pt x="3655187" y="22225"/>
                              </a:lnTo>
                              <a:lnTo>
                                <a:pt x="3663569" y="21336"/>
                              </a:lnTo>
                              <a:lnTo>
                                <a:pt x="3671951" y="20574"/>
                              </a:lnTo>
                              <a:lnTo>
                                <a:pt x="3680206" y="19685"/>
                              </a:lnTo>
                              <a:lnTo>
                                <a:pt x="3688588" y="18923"/>
                              </a:lnTo>
                              <a:lnTo>
                                <a:pt x="3696970" y="18161"/>
                              </a:lnTo>
                              <a:lnTo>
                                <a:pt x="3705352" y="17399"/>
                              </a:lnTo>
                              <a:lnTo>
                                <a:pt x="3713607" y="16764"/>
                              </a:lnTo>
                              <a:lnTo>
                                <a:pt x="3721989" y="16002"/>
                              </a:lnTo>
                              <a:lnTo>
                                <a:pt x="3730371" y="15367"/>
                              </a:lnTo>
                              <a:lnTo>
                                <a:pt x="3738626" y="14732"/>
                              </a:lnTo>
                              <a:lnTo>
                                <a:pt x="3747008" y="14097"/>
                              </a:lnTo>
                              <a:lnTo>
                                <a:pt x="3755390" y="13462"/>
                              </a:lnTo>
                              <a:lnTo>
                                <a:pt x="3763772" y="12954"/>
                              </a:lnTo>
                              <a:lnTo>
                                <a:pt x="3772027" y="12446"/>
                              </a:lnTo>
                              <a:lnTo>
                                <a:pt x="3780409" y="11811"/>
                              </a:lnTo>
                              <a:lnTo>
                                <a:pt x="3788791" y="11303"/>
                              </a:lnTo>
                              <a:lnTo>
                                <a:pt x="3797046" y="10795"/>
                              </a:lnTo>
                              <a:lnTo>
                                <a:pt x="3805428" y="10414"/>
                              </a:lnTo>
                              <a:lnTo>
                                <a:pt x="3813810" y="9906"/>
                              </a:lnTo>
                              <a:lnTo>
                                <a:pt x="3822192" y="9398"/>
                              </a:lnTo>
                              <a:lnTo>
                                <a:pt x="3830447" y="9017"/>
                              </a:lnTo>
                              <a:lnTo>
                                <a:pt x="3838829" y="8636"/>
                              </a:lnTo>
                              <a:lnTo>
                                <a:pt x="3847211" y="8255"/>
                              </a:lnTo>
                              <a:lnTo>
                                <a:pt x="3855466" y="7874"/>
                              </a:lnTo>
                              <a:lnTo>
                                <a:pt x="3863848" y="7493"/>
                              </a:lnTo>
                              <a:lnTo>
                                <a:pt x="3872230" y="7112"/>
                              </a:lnTo>
                              <a:lnTo>
                                <a:pt x="3880612" y="6731"/>
                              </a:lnTo>
                              <a:lnTo>
                                <a:pt x="3888867" y="6350"/>
                              </a:lnTo>
                              <a:lnTo>
                                <a:pt x="3897249" y="6096"/>
                              </a:lnTo>
                              <a:lnTo>
                                <a:pt x="3905631" y="5715"/>
                              </a:lnTo>
                              <a:lnTo>
                                <a:pt x="3913886" y="5461"/>
                              </a:lnTo>
                              <a:lnTo>
                                <a:pt x="3922268" y="5207"/>
                              </a:lnTo>
                              <a:lnTo>
                                <a:pt x="3930650" y="4826"/>
                              </a:lnTo>
                              <a:lnTo>
                                <a:pt x="3938905" y="4572"/>
                              </a:lnTo>
                              <a:lnTo>
                                <a:pt x="3947287" y="4318"/>
                              </a:lnTo>
                              <a:lnTo>
                                <a:pt x="3955669" y="4064"/>
                              </a:lnTo>
                              <a:lnTo>
                                <a:pt x="3964051" y="3810"/>
                              </a:lnTo>
                              <a:lnTo>
                                <a:pt x="3972306" y="3556"/>
                              </a:lnTo>
                              <a:lnTo>
                                <a:pt x="3980688" y="3429"/>
                              </a:lnTo>
                              <a:lnTo>
                                <a:pt x="3989070" y="3175"/>
                              </a:lnTo>
                              <a:lnTo>
                                <a:pt x="3997325" y="2921"/>
                              </a:lnTo>
                              <a:lnTo>
                                <a:pt x="4005707" y="2794"/>
                              </a:lnTo>
                              <a:lnTo>
                                <a:pt x="4014089" y="2540"/>
                              </a:lnTo>
                              <a:lnTo>
                                <a:pt x="4022471" y="2413"/>
                              </a:lnTo>
                              <a:lnTo>
                                <a:pt x="4030726" y="2159"/>
                              </a:lnTo>
                              <a:lnTo>
                                <a:pt x="4039108" y="2032"/>
                              </a:lnTo>
                              <a:lnTo>
                                <a:pt x="4047490" y="1778"/>
                              </a:lnTo>
                              <a:lnTo>
                                <a:pt x="4055745" y="1651"/>
                              </a:lnTo>
                              <a:lnTo>
                                <a:pt x="4064127" y="1524"/>
                              </a:lnTo>
                              <a:lnTo>
                                <a:pt x="4072509" y="1397"/>
                              </a:lnTo>
                              <a:lnTo>
                                <a:pt x="4080891" y="1143"/>
                              </a:lnTo>
                              <a:lnTo>
                                <a:pt x="4089146" y="1016"/>
                              </a:lnTo>
                              <a:lnTo>
                                <a:pt x="4097528" y="889"/>
                              </a:lnTo>
                              <a:lnTo>
                                <a:pt x="4105910" y="762"/>
                              </a:lnTo>
                              <a:lnTo>
                                <a:pt x="4114165" y="635"/>
                              </a:lnTo>
                              <a:lnTo>
                                <a:pt x="4122547" y="508"/>
                              </a:lnTo>
                              <a:lnTo>
                                <a:pt x="4130929" y="381"/>
                              </a:lnTo>
                              <a:lnTo>
                                <a:pt x="4139311" y="254"/>
                              </a:lnTo>
                              <a:lnTo>
                                <a:pt x="4147566" y="127"/>
                              </a:lnTo>
                              <a:lnTo>
                                <a:pt x="4155948" y="127"/>
                              </a:lnTo>
                              <a:lnTo>
                                <a:pt x="4164330" y="0"/>
                              </a:lnTo>
                            </a:path>
                          </a:pathLst>
                        </a:custGeom>
                        <a:noFill/>
                        <a:ln w="48717" cap="flat">
                          <a:solidFill>
                            <a:srgbClr val="E8601C"/>
                          </a:solidFill>
                          <a:prstDash val="sysDot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</p:grpSp>
                  <p:grpSp>
                    <p:nvGrpSpPr>
                      <p:cNvPr id="6" name="Graphic 67">
                        <a:extLst>
                          <a:ext uri="{FF2B5EF4-FFF2-40B4-BE49-F238E27FC236}">
                            <a16:creationId xmlns:a16="http://schemas.microsoft.com/office/drawing/2014/main" id="{54E6C0B0-184C-A5D4-C35B-4883498CB5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53745" y="1372246"/>
                        <a:ext cx="5390545" cy="1853393"/>
                        <a:chOff x="853745" y="1372246"/>
                        <a:chExt cx="5390545" cy="1853393"/>
                      </a:xfrm>
                    </p:grpSpPr>
                    <p:sp>
                      <p:nvSpPr>
                        <p:cNvPr id="7" name="Freeform 6">
                          <a:extLst>
                            <a:ext uri="{FF2B5EF4-FFF2-40B4-BE49-F238E27FC236}">
                              <a16:creationId xmlns:a16="http://schemas.microsoft.com/office/drawing/2014/main" id="{DA99516E-00CF-1538-EB9A-CAAE5A3447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235410" y="1402173"/>
                          <a:ext cx="12700" cy="1692148"/>
                        </a:xfrm>
                        <a:custGeom>
                          <a:avLst/>
                          <a:gdLst>
                            <a:gd name="csX0" fmla="*/ 0 w 12700"/>
                            <a:gd name="csY0" fmla="*/ 1692148 h 1692148"/>
                            <a:gd name="csX1" fmla="*/ 0 w 12700"/>
                            <a:gd name="csY1" fmla="*/ 0 h 1692148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2700" h="1692148">
                              <a:moveTo>
                                <a:pt x="0" y="1692148"/>
                              </a:moveTo>
                              <a:lnTo>
                                <a:pt x="0" y="0"/>
                              </a:lnTo>
                            </a:path>
                          </a:pathLst>
                        </a:custGeom>
                        <a:noFill/>
                        <a:ln w="13575" cap="sq">
                          <a:solidFill>
                            <a:srgbClr val="00000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8" name="TextBox 7">
                          <a:extLst>
                            <a:ext uri="{FF2B5EF4-FFF2-40B4-BE49-F238E27FC236}">
                              <a16:creationId xmlns:a16="http://schemas.microsoft.com/office/drawing/2014/main" id="{3F2B52A0-1D7F-182C-1B9F-DA928ACDAEC2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886904" y="2910597"/>
                          <a:ext cx="391454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Min</a:t>
                          </a:r>
                        </a:p>
                      </p:txBody>
                    </p:sp>
                    <p:sp>
                      <p:nvSpPr>
                        <p:cNvPr id="9" name="TextBox 8">
                          <a:extLst>
                            <a:ext uri="{FF2B5EF4-FFF2-40B4-BE49-F238E27FC236}">
                              <a16:creationId xmlns:a16="http://schemas.microsoft.com/office/drawing/2014/main" id="{D93DCB0A-12BE-0AC7-0A9D-A6776A5DE167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853745" y="1372246"/>
                          <a:ext cx="426720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Max</a:t>
                          </a:r>
                        </a:p>
                      </p:txBody>
                    </p:sp>
                    <p:sp>
                      <p:nvSpPr>
                        <p:cNvPr id="10" name="Freeform 9">
                          <a:extLst>
                            <a:ext uri="{FF2B5EF4-FFF2-40B4-BE49-F238E27FC236}">
                              <a16:creationId xmlns:a16="http://schemas.microsoft.com/office/drawing/2014/main" id="{D7781C1A-0029-82F2-B641-CFBC1FECEC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200611" y="3017485"/>
                          <a:ext cx="34798" cy="12700"/>
                        </a:xfrm>
                        <a:custGeom>
                          <a:avLst/>
                          <a:gdLst>
                            <a:gd name="csX0" fmla="*/ 0 w 34798"/>
                            <a:gd name="csY0" fmla="*/ 0 h 12700"/>
                            <a:gd name="csX1" fmla="*/ 34798 w 34798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34798" h="12700">
                              <a:moveTo>
                                <a:pt x="0" y="0"/>
                              </a:moveTo>
                              <a:lnTo>
                                <a:pt x="34798" y="0"/>
                              </a:lnTo>
                            </a:path>
                          </a:pathLst>
                        </a:custGeom>
                        <a:noFill/>
                        <a:ln w="13575" cap="flat">
                          <a:solidFill>
                            <a:srgbClr val="00000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11" name="Freeform 10">
                          <a:extLst>
                            <a:ext uri="{FF2B5EF4-FFF2-40B4-BE49-F238E27FC236}">
                              <a16:creationId xmlns:a16="http://schemas.microsoft.com/office/drawing/2014/main" id="{78305C2F-1564-B312-1BA0-67D2033ECF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200611" y="1479134"/>
                          <a:ext cx="34798" cy="12700"/>
                        </a:xfrm>
                        <a:custGeom>
                          <a:avLst/>
                          <a:gdLst>
                            <a:gd name="csX0" fmla="*/ 0 w 34798"/>
                            <a:gd name="csY0" fmla="*/ 0 h 12700"/>
                            <a:gd name="csX1" fmla="*/ 34798 w 34798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34798" h="12700">
                              <a:moveTo>
                                <a:pt x="0" y="0"/>
                              </a:moveTo>
                              <a:lnTo>
                                <a:pt x="34798" y="0"/>
                              </a:lnTo>
                            </a:path>
                          </a:pathLst>
                        </a:custGeom>
                        <a:noFill/>
                        <a:ln w="13575" cap="flat">
                          <a:solidFill>
                            <a:srgbClr val="00000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12" name="Freeform 11">
                          <a:extLst>
                            <a:ext uri="{FF2B5EF4-FFF2-40B4-BE49-F238E27FC236}">
                              <a16:creationId xmlns:a16="http://schemas.microsoft.com/office/drawing/2014/main" id="{A0CCD206-A08F-8E8B-B135-B27621214F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235410" y="3094321"/>
                          <a:ext cx="4580636" cy="12700"/>
                        </a:xfrm>
                        <a:custGeom>
                          <a:avLst/>
                          <a:gdLst>
                            <a:gd name="csX0" fmla="*/ 0 w 4580636"/>
                            <a:gd name="csY0" fmla="*/ 0 h 12700"/>
                            <a:gd name="csX1" fmla="*/ 4580636 w 4580636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4580636" h="12700">
                              <a:moveTo>
                                <a:pt x="0" y="0"/>
                              </a:moveTo>
                              <a:lnTo>
                                <a:pt x="4580636" y="0"/>
                              </a:lnTo>
                            </a:path>
                          </a:pathLst>
                        </a:custGeom>
                        <a:noFill/>
                        <a:ln w="13575" cap="sq">
                          <a:solidFill>
                            <a:srgbClr val="00000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1" name="Freeform 20">
                          <a:extLst>
                            <a:ext uri="{FF2B5EF4-FFF2-40B4-BE49-F238E27FC236}">
                              <a16:creationId xmlns:a16="http://schemas.microsoft.com/office/drawing/2014/main" id="{E5992281-AB58-9721-7926-90325C6ADD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4834" y="3006183"/>
                          <a:ext cx="219456" cy="219456"/>
                        </a:xfrm>
                        <a:custGeom>
                          <a:avLst/>
                          <a:gdLst>
                            <a:gd name="csX0" fmla="*/ 0 w 219456"/>
                            <a:gd name="csY0" fmla="*/ 0 h 219456"/>
                            <a:gd name="csX1" fmla="*/ 219456 w 219456"/>
                            <a:gd name="csY1" fmla="*/ 0 h 219456"/>
                            <a:gd name="csX2" fmla="*/ 219456 w 219456"/>
                            <a:gd name="csY2" fmla="*/ 219456 h 219456"/>
                            <a:gd name="csX3" fmla="*/ 0 w 219456"/>
                            <a:gd name="csY3" fmla="*/ 219456 h 219456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219456" h="219456">
                              <a:moveTo>
                                <a:pt x="0" y="0"/>
                              </a:moveTo>
                              <a:lnTo>
                                <a:pt x="219456" y="0"/>
                              </a:lnTo>
                              <a:lnTo>
                                <a:pt x="219456" y="219456"/>
                              </a:lnTo>
                              <a:lnTo>
                                <a:pt x="0" y="2194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13575" cap="rnd">
                          <a:noFill/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</p:grpSp>
                </p:grpSp>
                <p:grpSp>
                  <p:nvGrpSpPr>
                    <p:cNvPr id="105" name="Group 104">
                      <a:extLst>
                        <a:ext uri="{FF2B5EF4-FFF2-40B4-BE49-F238E27FC236}">
                          <a16:creationId xmlns:a16="http://schemas.microsoft.com/office/drawing/2014/main" id="{03997915-CC6F-AB34-D5FD-0115249D6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7454" y="6584554"/>
                      <a:ext cx="931234" cy="708829"/>
                      <a:chOff x="644402" y="2700563"/>
                      <a:chExt cx="1119034" cy="851775"/>
                    </a:xfrm>
                  </p:grpSpPr>
                  <p:pic>
                    <p:nvPicPr>
                      <p:cNvPr id="122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372FE39F-F4E4-99E4-4E62-5D7AE16C54F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1064891" y="3196935"/>
                        <a:ext cx="680196" cy="35540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pic>
                    <p:nvPicPr>
                      <p:cNvPr id="123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7D0224CF-5701-9752-858D-9562B34FC22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644402" y="2951191"/>
                        <a:ext cx="741320" cy="38734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sp>
                    <p:nvSpPr>
                      <p:cNvPr id="124" name="TextBox 123">
                        <a:extLst>
                          <a:ext uri="{FF2B5EF4-FFF2-40B4-BE49-F238E27FC236}">
                            <a16:creationId xmlns:a16="http://schemas.microsoft.com/office/drawing/2014/main" id="{8B742BCD-E482-F67C-CBB5-C0F03A4CA651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1250706" y="2876418"/>
                        <a:ext cx="512730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r>
                          <a:rPr lang="en-US">
                            <a:latin typeface="Google Sans"/>
                          </a:rPr>
                          <a:t>♂</a:t>
                        </a:r>
                        <a:endParaRPr lang="en-US"/>
                      </a:p>
                    </p:txBody>
                  </p:sp>
                  <p:sp>
                    <p:nvSpPr>
                      <p:cNvPr id="125" name="TextBox 124">
                        <a:extLst>
                          <a:ext uri="{FF2B5EF4-FFF2-40B4-BE49-F238E27FC236}">
                            <a16:creationId xmlns:a16="http://schemas.microsoft.com/office/drawing/2014/main" id="{AD478EB5-86C2-E9C3-0A1A-DC86BE0482AB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752736" y="2700563"/>
                        <a:ext cx="512730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r>
                          <a:rPr lang="en-US">
                            <a:latin typeface="Google Sans"/>
                          </a:rPr>
                          <a:t>♂</a:t>
                        </a:r>
                        <a:endParaRPr lang="en-US"/>
                      </a:p>
                    </p:txBody>
                  </p:sp>
                </p:grpSp>
                <p:grpSp>
                  <p:nvGrpSpPr>
                    <p:cNvPr id="106" name="Group 105">
                      <a:extLst>
                        <a:ext uri="{FF2B5EF4-FFF2-40B4-BE49-F238E27FC236}">
                          <a16:creationId xmlns:a16="http://schemas.microsoft.com/office/drawing/2014/main" id="{F82F3E83-AF6C-1970-FC1B-59AA958A8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0090" y="6552348"/>
                      <a:ext cx="1065501" cy="741035"/>
                      <a:chOff x="2983240" y="3023252"/>
                      <a:chExt cx="1280377" cy="890475"/>
                    </a:xfrm>
                  </p:grpSpPr>
                  <p:pic>
                    <p:nvPicPr>
                      <p:cNvPr id="118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27DBA107-E5A8-BD07-02DC-E6873094A22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3403729" y="3560174"/>
                        <a:ext cx="676656" cy="35355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pic>
                    <p:nvPicPr>
                      <p:cNvPr id="119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100F97BB-B5B3-912D-5A85-A432C5B22D8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2983240" y="3294296"/>
                        <a:ext cx="840979" cy="4394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sp>
                    <p:nvSpPr>
                      <p:cNvPr id="120" name="TextBox 119">
                        <a:extLst>
                          <a:ext uri="{FF2B5EF4-FFF2-40B4-BE49-F238E27FC236}">
                            <a16:creationId xmlns:a16="http://schemas.microsoft.com/office/drawing/2014/main" id="{3DAD5FA7-025E-33A7-2BFB-9D8B304F8122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3750887" y="3272222"/>
                        <a:ext cx="512730" cy="369333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pPr algn="ctr"/>
                        <a:r>
                          <a:rPr lang="en-US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IP</a:t>
                        </a:r>
                      </a:p>
                    </p:txBody>
                  </p:sp>
                  <p:sp>
                    <p:nvSpPr>
                      <p:cNvPr id="121" name="TextBox 120">
                        <a:extLst>
                          <a:ext uri="{FF2B5EF4-FFF2-40B4-BE49-F238E27FC236}">
                            <a16:creationId xmlns:a16="http://schemas.microsoft.com/office/drawing/2014/main" id="{6A3A4153-6FA5-4FA2-0038-6467A73D68EF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3151640" y="3023252"/>
                        <a:ext cx="512730" cy="369331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pPr algn="ctr"/>
                        <a:r>
                          <a:rPr lang="en-US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I</a:t>
                        </a:r>
                      </a:p>
                    </p:txBody>
                  </p:sp>
                </p:grpSp>
                <p:grpSp>
                  <p:nvGrpSpPr>
                    <p:cNvPr id="107" name="Group 106">
                      <a:extLst>
                        <a:ext uri="{FF2B5EF4-FFF2-40B4-BE49-F238E27FC236}">
                          <a16:creationId xmlns:a16="http://schemas.microsoft.com/office/drawing/2014/main" id="{1FE682EE-3372-0278-3CBE-3F4E70EBF5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91159" y="6596498"/>
                      <a:ext cx="1194195" cy="760331"/>
                      <a:chOff x="5686366" y="-953554"/>
                      <a:chExt cx="1435026" cy="913663"/>
                    </a:xfrm>
                  </p:grpSpPr>
                  <p:pic>
                    <p:nvPicPr>
                      <p:cNvPr id="114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4CCFAC12-6C70-3978-709C-B7BE183BF4D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6444736" y="-393444"/>
                        <a:ext cx="676656" cy="35355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pic>
                    <p:nvPicPr>
                      <p:cNvPr id="115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AD304EDC-1E44-15BF-718B-AD7E1D0C146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5686366" y="-706665"/>
                        <a:ext cx="1050028" cy="54864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sp>
                    <p:nvSpPr>
                      <p:cNvPr id="116" name="TextBox 115">
                        <a:extLst>
                          <a:ext uri="{FF2B5EF4-FFF2-40B4-BE49-F238E27FC236}">
                            <a16:creationId xmlns:a16="http://schemas.microsoft.com/office/drawing/2014/main" id="{5656B0A1-5BB3-2EFE-E859-162F840ADCBB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6608661" y="-710632"/>
                        <a:ext cx="512731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r>
                          <a:rPr lang="en-US">
                            <a:latin typeface="Google Sans"/>
                          </a:rPr>
                          <a:t>♂</a:t>
                        </a:r>
                        <a:endParaRPr lang="en-US"/>
                      </a:p>
                    </p:txBody>
                  </p:sp>
                  <p:sp>
                    <p:nvSpPr>
                      <p:cNvPr id="117" name="TextBox 116">
                        <a:extLst>
                          <a:ext uri="{FF2B5EF4-FFF2-40B4-BE49-F238E27FC236}">
                            <a16:creationId xmlns:a16="http://schemas.microsoft.com/office/drawing/2014/main" id="{0A0FE0E9-9D79-061F-3A74-3A87E352EBA9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5978875" y="-953554"/>
                        <a:ext cx="512731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r>
                          <a:rPr lang="en-US"/>
                          <a:t>♀</a:t>
                        </a:r>
                      </a:p>
                    </p:txBody>
                  </p:sp>
                </p:grpSp>
                <p:grpSp>
                  <p:nvGrpSpPr>
                    <p:cNvPr id="108" name="Group 107">
                      <a:extLst>
                        <a:ext uri="{FF2B5EF4-FFF2-40B4-BE49-F238E27FC236}">
                          <a16:creationId xmlns:a16="http://schemas.microsoft.com/office/drawing/2014/main" id="{6F98BD36-2B45-4AA4-D594-69FE11E7B8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36925" y="6577592"/>
                      <a:ext cx="1233704" cy="766295"/>
                      <a:chOff x="3848150" y="221266"/>
                      <a:chExt cx="1482503" cy="920830"/>
                    </a:xfrm>
                  </p:grpSpPr>
                  <p:pic>
                    <p:nvPicPr>
                      <p:cNvPr id="110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E3680B06-0E5F-80EF-1ECB-6E0CBF39158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4268639" y="788543"/>
                        <a:ext cx="676656" cy="35355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pic>
                    <p:nvPicPr>
                      <p:cNvPr id="111" name="Picture 2" descr="Clownfish - Free vector clipart images on creazilla.com">
                        <a:extLst>
                          <a:ext uri="{FF2B5EF4-FFF2-40B4-BE49-F238E27FC236}">
                            <a16:creationId xmlns:a16="http://schemas.microsoft.com/office/drawing/2014/main" id="{EF35A0B6-856B-76F7-B374-9559843BA9C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H="1">
                        <a:off x="3848150" y="522665"/>
                        <a:ext cx="840979" cy="4394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  <p:sp>
                    <p:nvSpPr>
                      <p:cNvPr id="112" name="TextBox 111">
                        <a:extLst>
                          <a:ext uri="{FF2B5EF4-FFF2-40B4-BE49-F238E27FC236}">
                            <a16:creationId xmlns:a16="http://schemas.microsoft.com/office/drawing/2014/main" id="{0539D184-D55C-5FEB-798A-7E55DA21D653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4565918" y="464166"/>
                        <a:ext cx="764735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pPr algn="ctr"/>
                        <a:r>
                          <a:rPr lang="en-US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LIP</a:t>
                        </a:r>
                      </a:p>
                    </p:txBody>
                  </p:sp>
                  <p:sp>
                    <p:nvSpPr>
                      <p:cNvPr id="113" name="TextBox 112">
                        <a:extLst>
                          <a:ext uri="{FF2B5EF4-FFF2-40B4-BE49-F238E27FC236}">
                            <a16:creationId xmlns:a16="http://schemas.microsoft.com/office/drawing/2014/main" id="{04C67ECA-DC18-EEC6-A1B2-73E8450A4D1B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3895134" y="221266"/>
                        <a:ext cx="605303" cy="36933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>
                        <a:spAutoFit/>
                      </a:bodyPr>
                      <a:lstStyle/>
                      <a:p>
                        <a:pPr algn="ctr"/>
                        <a:r>
                          <a:rPr lang="en-US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LI</a:t>
                        </a:r>
                      </a:p>
                    </p:txBody>
                  </p:sp>
                </p:grpSp>
                <p:grpSp>
                  <p:nvGrpSpPr>
                    <p:cNvPr id="150" name="Group 149">
                      <a:extLst>
                        <a:ext uri="{FF2B5EF4-FFF2-40B4-BE49-F238E27FC236}">
                          <a16:creationId xmlns:a16="http://schemas.microsoft.com/office/drawing/2014/main" id="{FB660CD3-60BB-A0DF-F637-BEB88F475C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06444" y="7356723"/>
                      <a:ext cx="1996386" cy="261610"/>
                      <a:chOff x="2207895" y="2836599"/>
                      <a:chExt cx="1996386" cy="261610"/>
                    </a:xfrm>
                  </p:grpSpPr>
                  <p:cxnSp>
                    <p:nvCxnSpPr>
                      <p:cNvPr id="109" name="Straight Arrow Connector 108">
                        <a:extLst>
                          <a:ext uri="{FF2B5EF4-FFF2-40B4-BE49-F238E27FC236}">
                            <a16:creationId xmlns:a16="http://schemas.microsoft.com/office/drawing/2014/main" id="{A09A25B7-2082-20C8-E6AA-2B7AA28F930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>
                        <a:off x="2207895" y="3082097"/>
                        <a:ext cx="1996386" cy="0"/>
                      </a:xfrm>
                      <a:prstGeom prst="straightConnector1">
                        <a:avLst/>
                      </a:prstGeom>
                      <a:ln w="53975">
                        <a:solidFill>
                          <a:schemeClr val="tx1"/>
                        </a:solidFill>
                        <a:tailEnd type="triangle"/>
                      </a:ln>
                    </p:spPr>
                    <p:style>
                      <a:lnRef idx="2">
                        <a:schemeClr val="accent1"/>
                      </a:lnRef>
                      <a:fillRef idx="0">
                        <a:schemeClr val="accent1"/>
                      </a:fillRef>
                      <a:effectRef idx="1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149" name="TextBox 148">
                        <a:extLst>
                          <a:ext uri="{FF2B5EF4-FFF2-40B4-BE49-F238E27FC236}">
                            <a16:creationId xmlns:a16="http://schemas.microsoft.com/office/drawing/2014/main" id="{A50C586A-D3CB-A896-7D01-4886E78383F9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2331618" y="2836599"/>
                        <a:ext cx="1836007" cy="261610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US" sz="1100">
                            <a:latin typeface="Arial" panose="020B0604020202020204" pitchFamily="34" charset="0"/>
                            <a:cs typeface="Arial" panose="020B0604020202020204" pitchFamily="34" charset="0"/>
                          </a:rPr>
                          <a:t>Sex Change Progression</a:t>
                        </a:r>
                      </a:p>
                    </p:txBody>
                  </p:sp>
                </p:grpSp>
              </p:grpSp>
              <p:grpSp>
                <p:nvGrpSpPr>
                  <p:cNvPr id="1391" name="Group 1390">
                    <a:extLst>
                      <a:ext uri="{FF2B5EF4-FFF2-40B4-BE49-F238E27FC236}">
                        <a16:creationId xmlns:a16="http://schemas.microsoft.com/office/drawing/2014/main" id="{CBD1CE13-9646-D28B-159A-B3DE6B913504}"/>
                      </a:ext>
                    </a:extLst>
                  </p:cNvPr>
                  <p:cNvGrpSpPr/>
                  <p:nvPr/>
                </p:nvGrpSpPr>
                <p:grpSpPr>
                  <a:xfrm>
                    <a:off x="5174781" y="4885930"/>
                    <a:ext cx="1333159" cy="1891511"/>
                    <a:chOff x="5174781" y="4647400"/>
                    <a:chExt cx="1333159" cy="1891511"/>
                  </a:xfrm>
                </p:grpSpPr>
                <p:grpSp>
                  <p:nvGrpSpPr>
                    <p:cNvPr id="229" name="Group 228">
                      <a:extLst>
                        <a:ext uri="{FF2B5EF4-FFF2-40B4-BE49-F238E27FC236}">
                          <a16:creationId xmlns:a16="http://schemas.microsoft.com/office/drawing/2014/main" id="{6A99049F-2D46-BD60-B246-A237C68FE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021" y="5450963"/>
                      <a:ext cx="1295919" cy="1087948"/>
                      <a:chOff x="5637862" y="1370957"/>
                      <a:chExt cx="1295919" cy="1087948"/>
                    </a:xfrm>
                  </p:grpSpPr>
                  <p:grpSp>
                    <p:nvGrpSpPr>
                      <p:cNvPr id="34" name="Group 33">
                        <a:extLst>
                          <a:ext uri="{FF2B5EF4-FFF2-40B4-BE49-F238E27FC236}">
                            <a16:creationId xmlns:a16="http://schemas.microsoft.com/office/drawing/2014/main" id="{37840011-37F0-E5C2-29E9-1B0D25B4D3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7862" y="2130947"/>
                        <a:ext cx="723646" cy="246221"/>
                        <a:chOff x="6017636" y="3101963"/>
                        <a:chExt cx="723646" cy="246221"/>
                      </a:xfrm>
                    </p:grpSpPr>
                    <p:sp>
                      <p:nvSpPr>
                        <p:cNvPr id="62" name="Freeform 61">
                          <a:extLst>
                            <a:ext uri="{FF2B5EF4-FFF2-40B4-BE49-F238E27FC236}">
                              <a16:creationId xmlns:a16="http://schemas.microsoft.com/office/drawing/2014/main" id="{9946C4EF-04EC-5E27-DB22-08CAF56BFC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7636" y="3229958"/>
                          <a:ext cx="175513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5289C7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63" name="TextBox 62">
                          <a:extLst>
                            <a:ext uri="{FF2B5EF4-FFF2-40B4-BE49-F238E27FC236}">
                              <a16:creationId xmlns:a16="http://schemas.microsoft.com/office/drawing/2014/main" id="{BF8F6153-31C0-BE80-AD3F-A549B07909A4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202352" y="3101963"/>
                          <a:ext cx="538930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i="1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tacr3a</a:t>
                          </a:r>
                        </a:p>
                      </p:txBody>
                    </p:sp>
                  </p:grpSp>
                  <p:sp>
                    <p:nvSpPr>
                      <p:cNvPr id="61" name="TextBox 60">
                        <a:extLst>
                          <a:ext uri="{FF2B5EF4-FFF2-40B4-BE49-F238E27FC236}">
                            <a16:creationId xmlns:a16="http://schemas.microsoft.com/office/drawing/2014/main" id="{22C48F5E-00AE-B07D-4B3B-8BB60CC9C5CD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5822578" y="1979102"/>
                        <a:ext cx="538930" cy="246221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none" rtlCol="0">
                        <a:spAutoFit/>
                      </a:bodyPr>
                      <a:lstStyle/>
                      <a:p>
                        <a:pPr algn="ctr"/>
                        <a:r>
                          <a:rPr lang="en-US" sz="1000" i="1">
                            <a:ln/>
                            <a:solidFill>
                              <a:srgbClr val="000000"/>
                            </a:solidFill>
                            <a:latin typeface="Arial"/>
                            <a:cs typeface="Arial"/>
                            <a:sym typeface="Arial"/>
                            <a:rtl val="0"/>
                          </a:rPr>
                          <a:t>n</a:t>
                        </a:r>
                        <a:r>
                          <a:rPr lang="en-US" sz="1000" i="1" spc="0" baseline="0">
                            <a:ln/>
                            <a:solidFill>
                              <a:srgbClr val="000000"/>
                            </a:solidFill>
                            <a:latin typeface="Arial"/>
                            <a:cs typeface="Arial"/>
                            <a:sym typeface="Arial"/>
                            <a:rtl val="0"/>
                          </a:rPr>
                          <a:t>py7r </a:t>
                        </a:r>
                      </a:p>
                    </p:txBody>
                  </p:sp>
                  <p:grpSp>
                    <p:nvGrpSpPr>
                      <p:cNvPr id="37" name="Group 36">
                        <a:extLst>
                          <a:ext uri="{FF2B5EF4-FFF2-40B4-BE49-F238E27FC236}">
                            <a16:creationId xmlns:a16="http://schemas.microsoft.com/office/drawing/2014/main" id="{2973756C-03B6-5C37-E740-BF017EB818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7862" y="1828719"/>
                        <a:ext cx="694792" cy="246221"/>
                        <a:chOff x="6017636" y="2495969"/>
                        <a:chExt cx="694792" cy="246221"/>
                      </a:xfrm>
                    </p:grpSpPr>
                    <p:sp>
                      <p:nvSpPr>
                        <p:cNvPr id="56" name="Freeform 55">
                          <a:extLst>
                            <a:ext uri="{FF2B5EF4-FFF2-40B4-BE49-F238E27FC236}">
                              <a16:creationId xmlns:a16="http://schemas.microsoft.com/office/drawing/2014/main" id="{AB9D9F50-D9FD-C915-2BE5-2F52A6A2E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7636" y="2617702"/>
                          <a:ext cx="175513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1965B0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57" name="TextBox 56">
                          <a:extLst>
                            <a:ext uri="{FF2B5EF4-FFF2-40B4-BE49-F238E27FC236}">
                              <a16:creationId xmlns:a16="http://schemas.microsoft.com/office/drawing/2014/main" id="{E88F06B9-DA9A-6757-4A27-614C44700D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202352" y="2495969"/>
                          <a:ext cx="510076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i="1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gnrh1</a:t>
                          </a:r>
                        </a:p>
                      </p:txBody>
                    </p:sp>
                  </p:grpSp>
                  <p:grpSp>
                    <p:nvGrpSpPr>
                      <p:cNvPr id="43" name="Group 42">
                        <a:extLst>
                          <a:ext uri="{FF2B5EF4-FFF2-40B4-BE49-F238E27FC236}">
                            <a16:creationId xmlns:a16="http://schemas.microsoft.com/office/drawing/2014/main" id="{59760028-628F-60C8-17D6-0514D588F6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7862" y="1370957"/>
                        <a:ext cx="673952" cy="246221"/>
                        <a:chOff x="6017636" y="1253374"/>
                        <a:chExt cx="673952" cy="246221"/>
                      </a:xfrm>
                    </p:grpSpPr>
                    <p:sp>
                      <p:nvSpPr>
                        <p:cNvPr id="44" name="Freeform 43">
                          <a:extLst>
                            <a:ext uri="{FF2B5EF4-FFF2-40B4-BE49-F238E27FC236}">
                              <a16:creationId xmlns:a16="http://schemas.microsoft.com/office/drawing/2014/main" id="{12710116-ABDA-0781-244B-366E7EB5AE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7636" y="1370134"/>
                          <a:ext cx="175513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CAE0AB"/>
                          </a:solidFill>
                          <a:prstDash val="solid"/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45" name="TextBox 44">
                          <a:extLst>
                            <a:ext uri="{FF2B5EF4-FFF2-40B4-BE49-F238E27FC236}">
                              <a16:creationId xmlns:a16="http://schemas.microsoft.com/office/drawing/2014/main" id="{0495728F-88B6-ADB0-D8B3-3D22F2657F4E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202352" y="1253374"/>
                          <a:ext cx="489236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11KT</a:t>
                          </a:r>
                        </a:p>
                      </p:txBody>
                    </p:sp>
                  </p:grpSp>
                  <p:grpSp>
                    <p:nvGrpSpPr>
                      <p:cNvPr id="227" name="Group 226">
                        <a:extLst>
                          <a:ext uri="{FF2B5EF4-FFF2-40B4-BE49-F238E27FC236}">
                            <a16:creationId xmlns:a16="http://schemas.microsoft.com/office/drawing/2014/main" id="{716BF79F-4F3F-C72D-A504-02F7971CC6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7862" y="1515130"/>
                        <a:ext cx="1295919" cy="246221"/>
                        <a:chOff x="5641037" y="1163333"/>
                        <a:chExt cx="1295919" cy="246221"/>
                      </a:xfrm>
                    </p:grpSpPr>
                    <p:sp>
                      <p:nvSpPr>
                        <p:cNvPr id="219" name="Freeform 218">
                          <a:extLst>
                            <a:ext uri="{FF2B5EF4-FFF2-40B4-BE49-F238E27FC236}">
                              <a16:creationId xmlns:a16="http://schemas.microsoft.com/office/drawing/2014/main" id="{29E9C6F7-21BF-39FD-8782-C3D05845F2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037" y="1289354"/>
                          <a:ext cx="82296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000000"/>
                          </a:solidFill>
                          <a:custDash>
                            <a:ds d="1536750" sp="153675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grpSp>
                      <p:nvGrpSpPr>
                        <p:cNvPr id="222" name="Group 221">
                          <a:extLst>
                            <a:ext uri="{FF2B5EF4-FFF2-40B4-BE49-F238E27FC236}">
                              <a16:creationId xmlns:a16="http://schemas.microsoft.com/office/drawing/2014/main" id="{E125FD1F-BF1A-990C-31E4-64EF15355A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721557" y="1163333"/>
                          <a:ext cx="1215399" cy="246221"/>
                          <a:chOff x="5721557" y="1163333"/>
                          <a:chExt cx="1215399" cy="246221"/>
                        </a:xfrm>
                      </p:grpSpPr>
                      <p:sp>
                        <p:nvSpPr>
                          <p:cNvPr id="220" name="TextBox 219">
                            <a:extLst>
                              <a:ext uri="{FF2B5EF4-FFF2-40B4-BE49-F238E27FC236}">
                                <a16:creationId xmlns:a16="http://schemas.microsoft.com/office/drawing/2014/main" id="{F823C835-F8E6-E407-2DC8-8454990B007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5825753" y="1163333"/>
                            <a:ext cx="1111203" cy="246221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algn="ctr"/>
                            <a:r>
                              <a:rPr lang="en-US" sz="1000" spc="0" baseline="0">
                                <a:ln/>
                                <a:solidFill>
                                  <a:srgbClr val="000000"/>
                                </a:solidFill>
                                <a:latin typeface="Arial"/>
                                <a:cs typeface="Arial"/>
                                <a:sym typeface="Arial"/>
                                <a:rtl val="0"/>
                              </a:rPr>
                              <a:t>E2, P4 and </a:t>
                            </a:r>
                            <a:r>
                              <a:rPr lang="en-US" sz="1000" i="1" spc="0" baseline="0" err="1">
                                <a:ln/>
                                <a:solidFill>
                                  <a:srgbClr val="000000"/>
                                </a:solidFill>
                                <a:latin typeface="Arial"/>
                                <a:cs typeface="Arial"/>
                                <a:sym typeface="Arial"/>
                                <a:rtl val="0"/>
                              </a:rPr>
                              <a:t>cckb</a:t>
                            </a:r>
                            <a:endParaRPr lang="en-US" sz="1000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endParaRPr>
                          </a:p>
                        </p:txBody>
                      </p:sp>
                      <p:sp>
                        <p:nvSpPr>
                          <p:cNvPr id="221" name="Freeform 220">
                            <a:extLst>
                              <a:ext uri="{FF2B5EF4-FFF2-40B4-BE49-F238E27FC236}">
                                <a16:creationId xmlns:a16="http://schemas.microsoft.com/office/drawing/2014/main" id="{0D378BF2-3AF6-D8DE-3EC0-8D12C6FC4E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721557" y="1289354"/>
                            <a:ext cx="82296" cy="12700"/>
                          </a:xfrm>
                          <a:custGeom>
                            <a:avLst/>
                            <a:gdLst>
                              <a:gd name="csX0" fmla="*/ 0 w 175513"/>
                              <a:gd name="csY0" fmla="*/ 0 h 12700"/>
                              <a:gd name="csX1" fmla="*/ 175514 w 175513"/>
                              <a:gd name="csY1" fmla="*/ 0 h 12700"/>
                            </a:gdLst>
                            <a:ahLst/>
                            <a:cxnLst>
                              <a:cxn ang="0">
                                <a:pos x="csX0" y="csY0"/>
                              </a:cxn>
                              <a:cxn ang="0">
                                <a:pos x="csX1" y="csY1"/>
                              </a:cxn>
                            </a:cxnLst>
                            <a:rect l="l" t="t" r="r" b="b"/>
                            <a:pathLst>
                              <a:path w="175513" h="12700">
                                <a:moveTo>
                                  <a:pt x="0" y="0"/>
                                </a:moveTo>
                                <a:lnTo>
                                  <a:pt x="175514" y="0"/>
                                </a:lnTo>
                              </a:path>
                            </a:pathLst>
                          </a:custGeom>
                          <a:ln w="48717" cap="flat">
                            <a:solidFill>
                              <a:srgbClr val="EE8026"/>
                            </a:solidFill>
                            <a:prstDash val="solid"/>
                            <a:round/>
                          </a:ln>
                        </p:spPr>
                        <p:txBody>
                          <a:bodyPr/>
                          <a:lstStyle/>
                          <a:p>
                            <a:pPr algn="ctr"/>
                            <a:endParaRPr lang="en-US" sz="2400"/>
                          </a:p>
                        </p:txBody>
                      </p:sp>
                    </p:grpSp>
                  </p:grpSp>
                  <p:grpSp>
                    <p:nvGrpSpPr>
                      <p:cNvPr id="226" name="Group 225">
                        <a:extLst>
                          <a:ext uri="{FF2B5EF4-FFF2-40B4-BE49-F238E27FC236}">
                            <a16:creationId xmlns:a16="http://schemas.microsoft.com/office/drawing/2014/main" id="{81EC1A07-50B8-8797-1BBD-FD8BABD9D5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7862" y="1669895"/>
                        <a:ext cx="920815" cy="789010"/>
                        <a:chOff x="5637862" y="1505875"/>
                        <a:chExt cx="920815" cy="789010"/>
                      </a:xfrm>
                    </p:grpSpPr>
                    <p:sp>
                      <p:nvSpPr>
                        <p:cNvPr id="223" name="Freeform 222">
                          <a:extLst>
                            <a:ext uri="{FF2B5EF4-FFF2-40B4-BE49-F238E27FC236}">
                              <a16:creationId xmlns:a16="http://schemas.microsoft.com/office/drawing/2014/main" id="{5027D59F-668F-3515-D3E4-3D4D5E982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7862" y="2249166"/>
                          <a:ext cx="169164" cy="45719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F7F056"/>
                          </a:solidFill>
                          <a:custDash>
                            <a:ds d="1536750" sp="153675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225" name="TextBox 224">
                          <a:extLst>
                            <a:ext uri="{FF2B5EF4-FFF2-40B4-BE49-F238E27FC236}">
                              <a16:creationId xmlns:a16="http://schemas.microsoft.com/office/drawing/2014/main" id="{F065DEF9-C8FC-8A09-88B0-30DF39C85B64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5822578" y="1505875"/>
                          <a:ext cx="736099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i="1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c</a:t>
                          </a:r>
                          <a:r>
                            <a:rPr lang="en-US" sz="1000" i="1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yp19a1b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231" name="Group 230">
                      <a:extLst>
                        <a:ext uri="{FF2B5EF4-FFF2-40B4-BE49-F238E27FC236}">
                          <a16:creationId xmlns:a16="http://schemas.microsoft.com/office/drawing/2014/main" id="{524E003E-777B-E60F-9BA3-85481CBB99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7763" y="5082145"/>
                      <a:ext cx="612842" cy="423055"/>
                      <a:chOff x="5653604" y="665959"/>
                      <a:chExt cx="612842" cy="423055"/>
                    </a:xfrm>
                  </p:grpSpPr>
                  <p:grpSp>
                    <p:nvGrpSpPr>
                      <p:cNvPr id="36" name="Group 35">
                        <a:extLst>
                          <a:ext uri="{FF2B5EF4-FFF2-40B4-BE49-F238E27FC236}">
                            <a16:creationId xmlns:a16="http://schemas.microsoft.com/office/drawing/2014/main" id="{FFCD2684-20DE-D8EB-D79D-000B64D198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67031" y="665959"/>
                        <a:ext cx="516604" cy="246221"/>
                        <a:chOff x="6046805" y="2789566"/>
                        <a:chExt cx="516604" cy="246221"/>
                      </a:xfrm>
                    </p:grpSpPr>
                    <p:sp>
                      <p:nvSpPr>
                        <p:cNvPr id="58" name="Freeform 57">
                          <a:extLst>
                            <a:ext uri="{FF2B5EF4-FFF2-40B4-BE49-F238E27FC236}">
                              <a16:creationId xmlns:a16="http://schemas.microsoft.com/office/drawing/2014/main" id="{BA1F6F04-9074-EDA2-B5BF-BDA0A3E9BB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46805" y="2906326"/>
                          <a:ext cx="91440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7BAFDE"/>
                          </a:solidFill>
                          <a:custDash>
                            <a:ds d="384000" sp="115200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59" name="TextBox 58">
                          <a:extLst>
                            <a:ext uri="{FF2B5EF4-FFF2-40B4-BE49-F238E27FC236}">
                              <a16:creationId xmlns:a16="http://schemas.microsoft.com/office/drawing/2014/main" id="{D29642BB-6F1F-380A-5F0B-DECEB78D759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207221" y="2789566"/>
                          <a:ext cx="356188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b="1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LH</a:t>
                          </a:r>
                          <a:endParaRPr lang="en-US" sz="1000" b="1" spc="0" baseline="0">
                            <a:ln/>
                            <a:solidFill>
                              <a:srgbClr val="000000"/>
                            </a:solidFill>
                            <a:latin typeface="Arial"/>
                            <a:cs typeface="Arial"/>
                            <a:sym typeface="Arial"/>
                            <a:rtl val="0"/>
                          </a:endParaRPr>
                        </a:p>
                      </p:txBody>
                    </p:sp>
                  </p:grpSp>
                  <p:grpSp>
                    <p:nvGrpSpPr>
                      <p:cNvPr id="38" name="Group 37">
                        <a:extLst>
                          <a:ext uri="{FF2B5EF4-FFF2-40B4-BE49-F238E27FC236}">
                            <a16:creationId xmlns:a16="http://schemas.microsoft.com/office/drawing/2014/main" id="{405CB507-9550-C43F-ACF8-EE07E04741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67031" y="842793"/>
                        <a:ext cx="599415" cy="246221"/>
                        <a:chOff x="6046805" y="2350654"/>
                        <a:chExt cx="599415" cy="246221"/>
                      </a:xfrm>
                    </p:grpSpPr>
                    <p:sp>
                      <p:nvSpPr>
                        <p:cNvPr id="54" name="Freeform 53">
                          <a:extLst>
                            <a:ext uri="{FF2B5EF4-FFF2-40B4-BE49-F238E27FC236}">
                              <a16:creationId xmlns:a16="http://schemas.microsoft.com/office/drawing/2014/main" id="{08DEC6F8-C609-E257-4ADE-EC4B00716C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46805" y="2467414"/>
                          <a:ext cx="91440" cy="12700"/>
                        </a:xfrm>
                        <a:custGeom>
                          <a:avLst/>
                          <a:gdLst>
                            <a:gd name="csX0" fmla="*/ 0 w 175513"/>
                            <a:gd name="csY0" fmla="*/ 0 h 12700"/>
                            <a:gd name="csX1" fmla="*/ 175514 w 175513"/>
                            <a:gd name="csY1" fmla="*/ 0 h 12700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</a:cxnLst>
                          <a:rect l="l" t="t" r="r" b="b"/>
                          <a:pathLst>
                            <a:path w="175513" h="12700">
                              <a:moveTo>
                                <a:pt x="0" y="0"/>
                              </a:moveTo>
                              <a:lnTo>
                                <a:pt x="175514" y="0"/>
                              </a:lnTo>
                            </a:path>
                          </a:pathLst>
                        </a:custGeom>
                        <a:ln w="48717" cap="flat">
                          <a:solidFill>
                            <a:srgbClr val="E8601C"/>
                          </a:solidFill>
                          <a:custDash>
                            <a:ds d="384000" sp="1152000"/>
                          </a:custDash>
                          <a:round/>
                        </a:ln>
                      </p:spPr>
                      <p:txBody>
                        <a:bodyPr/>
                        <a:lstStyle/>
                        <a:p>
                          <a:pPr algn="ctr"/>
                          <a:endParaRPr lang="en-US" sz="2400"/>
                        </a:p>
                      </p:txBody>
                    </p:sp>
                    <p:sp>
                      <p:nvSpPr>
                        <p:cNvPr id="55" name="TextBox 54">
                          <a:extLst>
                            <a:ext uri="{FF2B5EF4-FFF2-40B4-BE49-F238E27FC236}">
                              <a16:creationId xmlns:a16="http://schemas.microsoft.com/office/drawing/2014/main" id="{A34410AE-CAB1-4607-DE61-215585E34A3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205073" y="2350654"/>
                          <a:ext cx="441147" cy="246221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algn="ctr"/>
                          <a:r>
                            <a:rPr lang="en-US" sz="1000" b="1" spc="0" baseline="0">
                              <a:ln/>
                              <a:solidFill>
                                <a:srgbClr val="000000"/>
                              </a:solidFill>
                              <a:latin typeface="Arial"/>
                              <a:cs typeface="Arial"/>
                              <a:sym typeface="Arial"/>
                              <a:rtl val="0"/>
                            </a:rPr>
                            <a:t>FSH</a:t>
                          </a:r>
                        </a:p>
                      </p:txBody>
                    </p:sp>
                  </p:grpSp>
                  <p:sp>
                    <p:nvSpPr>
                      <p:cNvPr id="230" name="Rectangle 229">
                        <a:extLst>
                          <a:ext uri="{FF2B5EF4-FFF2-40B4-BE49-F238E27FC236}">
                            <a16:creationId xmlns:a16="http://schemas.microsoft.com/office/drawing/2014/main" id="{427986B8-378A-8354-B0AE-6CBAAE7D3A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3604" y="719417"/>
                        <a:ext cx="530031" cy="339364"/>
                      </a:xfrm>
                      <a:prstGeom prst="rect">
                        <a:avLst/>
                      </a:prstGeom>
                      <a:noFill/>
                      <a:ln>
                        <a:prstDash val="sysDot"/>
                      </a:ln>
                    </p:spPr>
                    <p:style>
                      <a:lnRef idx="2">
                        <a:schemeClr val="accent1">
                          <a:shade val="15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3" name="TextBox 232">
                      <a:extLst>
                        <a:ext uri="{FF2B5EF4-FFF2-40B4-BE49-F238E27FC236}">
                          <a16:creationId xmlns:a16="http://schemas.microsoft.com/office/drawing/2014/main" id="{B36F1FC0-6BDB-8B57-C862-F3094453584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174781" y="4929492"/>
                      <a:ext cx="809837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i="1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Hypothesized</a:t>
                      </a:r>
                      <a:endParaRPr lang="en-US" sz="1050" i="1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endParaRPr>
                    </a:p>
                  </p:txBody>
                </p:sp>
                <p:sp>
                  <p:nvSpPr>
                    <p:cNvPr id="1390" name="TextBox 1389">
                      <a:extLst>
                        <a:ext uri="{FF2B5EF4-FFF2-40B4-BE49-F238E27FC236}">
                          <a16:creationId xmlns:a16="http://schemas.microsoft.com/office/drawing/2014/main" id="{815FBB2F-1B64-6324-E633-2FF112A69FD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352153" y="4647400"/>
                      <a:ext cx="814647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5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Parameter</a:t>
                      </a:r>
                    </a:p>
                  </p:txBody>
                </p: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C1B7C9AC-F9F4-07F1-9C8C-D32A16D6CE3D}"/>
                    </a:ext>
                  </a:extLst>
                </p:cNvPr>
                <p:cNvSpPr txBox="1"/>
                <p:nvPr/>
              </p:nvSpPr>
              <p:spPr>
                <a:xfrm>
                  <a:off x="5396737" y="6614307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i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drd3</a:t>
                  </a:r>
                  <a:endParaRPr lang="en-US" sz="10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91D3D6C3-24B6-4130-2F25-127C8D97A090}"/>
                  </a:ext>
                </a:extLst>
              </p:cNvPr>
              <p:cNvSpPr/>
              <p:nvPr/>
            </p:nvSpPr>
            <p:spPr>
              <a:xfrm>
                <a:off x="5218326" y="6344991"/>
                <a:ext cx="175513" cy="12700"/>
              </a:xfrm>
              <a:custGeom>
                <a:avLst/>
                <a:gdLst>
                  <a:gd name="csX0" fmla="*/ 0 w 175513"/>
                  <a:gd name="csY0" fmla="*/ 0 h 12700"/>
                  <a:gd name="csX1" fmla="*/ 175514 w 17551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5513" h="12700">
                    <a:moveTo>
                      <a:pt x="0" y="0"/>
                    </a:moveTo>
                    <a:lnTo>
                      <a:pt x="175514" y="0"/>
                    </a:lnTo>
                  </a:path>
                </a:pathLst>
              </a:custGeom>
              <a:ln w="48717" cap="flat">
                <a:solidFill>
                  <a:srgbClr val="00B05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</p:grp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F8DE9504-E6C5-B2DA-5A67-BB64465D76A9}"/>
                </a:ext>
              </a:extLst>
            </p:cNvPr>
            <p:cNvSpPr/>
            <p:nvPr/>
          </p:nvSpPr>
          <p:spPr>
            <a:xfrm>
              <a:off x="5217502" y="6036501"/>
              <a:ext cx="175513" cy="12700"/>
            </a:xfrm>
            <a:custGeom>
              <a:avLst/>
              <a:gdLst>
                <a:gd name="csX0" fmla="*/ 0 w 175513"/>
                <a:gd name="csY0" fmla="*/ 0 h 12700"/>
                <a:gd name="csX1" fmla="*/ 175514 w 175513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5513" h="12700">
                  <a:moveTo>
                    <a:pt x="0" y="0"/>
                  </a:moveTo>
                  <a:lnTo>
                    <a:pt x="175514" y="0"/>
                  </a:lnTo>
                </a:path>
              </a:pathLst>
            </a:custGeom>
            <a:ln w="48717" cap="flat">
              <a:solidFill>
                <a:srgbClr val="882D72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76846490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" name="Graphic 14">
            <a:extLst>
              <a:ext uri="{FF2B5EF4-FFF2-40B4-BE49-F238E27FC236}">
                <a16:creationId xmlns:a16="http://schemas.microsoft.com/office/drawing/2014/main" id="{9134A183-525E-4E55-A84F-3A040A94E6AB}"/>
              </a:ext>
            </a:extLst>
          </p:cNvPr>
          <p:cNvGrpSpPr/>
          <p:nvPr/>
        </p:nvGrpSpPr>
        <p:grpSpPr>
          <a:xfrm>
            <a:off x="33779" y="134007"/>
            <a:ext cx="2745068" cy="1833326"/>
            <a:chOff x="33779" y="134007"/>
            <a:chExt cx="2745068" cy="1833326"/>
          </a:xfrm>
        </p:grpSpPr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69AA6392-E524-3F2C-E415-A83BA3BFD512}"/>
                </a:ext>
              </a:extLst>
            </p:cNvPr>
            <p:cNvSpPr/>
            <p:nvPr/>
          </p:nvSpPr>
          <p:spPr>
            <a:xfrm>
              <a:off x="35648" y="138534"/>
              <a:ext cx="2743199" cy="1828799"/>
            </a:xfrm>
            <a:custGeom>
              <a:avLst/>
              <a:gdLst>
                <a:gd name="csX0" fmla="*/ 0 w 2743199"/>
                <a:gd name="csY0" fmla="*/ 0 h 1828799"/>
                <a:gd name="csX1" fmla="*/ 2743199 w 2743199"/>
                <a:gd name="csY1" fmla="*/ 0 h 1828799"/>
                <a:gd name="csX2" fmla="*/ 2743199 w 2743199"/>
                <a:gd name="csY2" fmla="*/ 1828799 h 1828799"/>
                <a:gd name="csX3" fmla="*/ 0 w 2743199"/>
                <a:gd name="csY3" fmla="*/ 1828799 h 1828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43199" h="1828799">
                  <a:moveTo>
                    <a:pt x="0" y="0"/>
                  </a:moveTo>
                  <a:lnTo>
                    <a:pt x="2743199" y="0"/>
                  </a:lnTo>
                  <a:lnTo>
                    <a:pt x="2743199" y="1828799"/>
                  </a:lnTo>
                  <a:lnTo>
                    <a:pt x="0" y="1828799"/>
                  </a:lnTo>
                  <a:close/>
                </a:path>
              </a:pathLst>
            </a:custGeom>
            <a:solidFill>
              <a:srgbClr val="FFFFFF"/>
            </a:solidFill>
            <a:ln w="12656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FF9AAD7A-F0E3-4068-DFBD-20C7F2ADEDFA}"/>
                </a:ext>
              </a:extLst>
            </p:cNvPr>
            <p:cNvSpPr/>
            <p:nvPr/>
          </p:nvSpPr>
          <p:spPr>
            <a:xfrm>
              <a:off x="35648" y="138534"/>
              <a:ext cx="2743199" cy="1828799"/>
            </a:xfrm>
            <a:custGeom>
              <a:avLst/>
              <a:gdLst>
                <a:gd name="csX0" fmla="*/ 0 w 2743199"/>
                <a:gd name="csY0" fmla="*/ 0 h 1828799"/>
                <a:gd name="csX1" fmla="*/ 2743199 w 2743199"/>
                <a:gd name="csY1" fmla="*/ 0 h 1828799"/>
                <a:gd name="csX2" fmla="*/ 2743199 w 2743199"/>
                <a:gd name="csY2" fmla="*/ 1828799 h 1828799"/>
                <a:gd name="csX3" fmla="*/ 0 w 2743199"/>
                <a:gd name="csY3" fmla="*/ 1828799 h 1828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43199" h="1828799">
                  <a:moveTo>
                    <a:pt x="0" y="0"/>
                  </a:moveTo>
                  <a:lnTo>
                    <a:pt x="2743199" y="0"/>
                  </a:lnTo>
                  <a:lnTo>
                    <a:pt x="2743199" y="1828799"/>
                  </a:lnTo>
                  <a:lnTo>
                    <a:pt x="0" y="1828799"/>
                  </a:lnTo>
                  <a:close/>
                </a:path>
              </a:pathLst>
            </a:custGeom>
            <a:solidFill>
              <a:srgbClr val="FFFFFF"/>
            </a:solidFill>
            <a:ln w="13542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grpSp>
          <p:nvGrpSpPr>
            <p:cNvPr id="262" name="Graphic 14">
              <a:extLst>
                <a:ext uri="{FF2B5EF4-FFF2-40B4-BE49-F238E27FC236}">
                  <a16:creationId xmlns:a16="http://schemas.microsoft.com/office/drawing/2014/main" id="{867D8DC8-C85B-DD30-A7CA-15342FAE41ED}"/>
                </a:ext>
              </a:extLst>
            </p:cNvPr>
            <p:cNvGrpSpPr/>
            <p:nvPr/>
          </p:nvGrpSpPr>
          <p:grpSpPr>
            <a:xfrm>
              <a:off x="442349" y="164809"/>
              <a:ext cx="2306599" cy="1402473"/>
              <a:chOff x="442349" y="164809"/>
              <a:chExt cx="2306599" cy="1402473"/>
            </a:xfrm>
          </p:grpSpPr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61F0EF87-B0BE-37FF-DDB7-4C3ABAE1C6F1}"/>
                  </a:ext>
                </a:extLst>
              </p:cNvPr>
              <p:cNvSpPr/>
              <p:nvPr/>
            </p:nvSpPr>
            <p:spPr>
              <a:xfrm>
                <a:off x="456398" y="208129"/>
                <a:ext cx="2252852" cy="1359153"/>
              </a:xfrm>
              <a:custGeom>
                <a:avLst/>
                <a:gdLst>
                  <a:gd name="csX0" fmla="*/ 0 w 2252852"/>
                  <a:gd name="csY0" fmla="*/ 0 h 1359153"/>
                  <a:gd name="csX1" fmla="*/ 2252852 w 2252852"/>
                  <a:gd name="csY1" fmla="*/ 0 h 1359153"/>
                  <a:gd name="csX2" fmla="*/ 2252852 w 2252852"/>
                  <a:gd name="csY2" fmla="*/ 1359153 h 1359153"/>
                  <a:gd name="csX3" fmla="*/ 0 w 2252852"/>
                  <a:gd name="csY3" fmla="*/ 1359153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852" h="1359153">
                    <a:moveTo>
                      <a:pt x="0" y="0"/>
                    </a:moveTo>
                    <a:lnTo>
                      <a:pt x="2252852" y="0"/>
                    </a:lnTo>
                    <a:lnTo>
                      <a:pt x="2252852" y="1359153"/>
                    </a:lnTo>
                    <a:lnTo>
                      <a:pt x="0" y="1359153"/>
                    </a:lnTo>
                    <a:close/>
                  </a:path>
                </a:pathLst>
              </a:custGeom>
              <a:solidFill>
                <a:srgbClr val="FFFFFF"/>
              </a:solidFill>
              <a:ln w="2695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99B0DDB9-A7A8-B47B-27A9-8CA7698743D2}"/>
                  </a:ext>
                </a:extLst>
              </p:cNvPr>
              <p:cNvSpPr/>
              <p:nvPr/>
            </p:nvSpPr>
            <p:spPr>
              <a:xfrm>
                <a:off x="497546" y="780137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292ED27A-785F-E572-E717-7B70C5D66339}"/>
                  </a:ext>
                </a:extLst>
              </p:cNvPr>
              <p:cNvSpPr/>
              <p:nvPr/>
            </p:nvSpPr>
            <p:spPr>
              <a:xfrm>
                <a:off x="772374" y="1353923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E1F4501B-A91C-9235-1A90-19F9BF6A405D}"/>
                  </a:ext>
                </a:extLst>
              </p:cNvPr>
              <p:cNvSpPr/>
              <p:nvPr/>
            </p:nvSpPr>
            <p:spPr>
              <a:xfrm>
                <a:off x="1047075" y="1131800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0509AECB-9A06-805E-E1C2-7C97715408C6}"/>
                  </a:ext>
                </a:extLst>
              </p:cNvPr>
              <p:cNvSpPr/>
              <p:nvPr/>
            </p:nvSpPr>
            <p:spPr>
              <a:xfrm>
                <a:off x="1321776" y="1412978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E238A6AE-EDE7-95B2-EF0C-02130B3BC2CA}"/>
                  </a:ext>
                </a:extLst>
              </p:cNvPr>
              <p:cNvSpPr/>
              <p:nvPr/>
            </p:nvSpPr>
            <p:spPr>
              <a:xfrm>
                <a:off x="1596604" y="1073507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27C094E2-7EFC-077F-87F0-EA3C67F04669}"/>
                  </a:ext>
                </a:extLst>
              </p:cNvPr>
              <p:cNvSpPr/>
              <p:nvPr/>
            </p:nvSpPr>
            <p:spPr>
              <a:xfrm>
                <a:off x="1871305" y="1373227"/>
                <a:ext cx="247268" cy="12699"/>
              </a:xfrm>
              <a:custGeom>
                <a:avLst/>
                <a:gdLst>
                  <a:gd name="csX0" fmla="*/ 0 w 247268"/>
                  <a:gd name="csY0" fmla="*/ 0 h 12699"/>
                  <a:gd name="csX1" fmla="*/ 247269 w 24726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47268" h="12699">
                    <a:moveTo>
                      <a:pt x="0" y="0"/>
                    </a:moveTo>
                    <a:lnTo>
                      <a:pt x="247269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F0C685F9-2039-D796-9910-17155666EDB7}"/>
                  </a:ext>
                </a:extLst>
              </p:cNvPr>
              <p:cNvSpPr/>
              <p:nvPr/>
            </p:nvSpPr>
            <p:spPr>
              <a:xfrm>
                <a:off x="566253" y="680188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13F781E6-F554-09B6-1FB8-3855AB85F586}"/>
                  </a:ext>
                </a:extLst>
              </p:cNvPr>
              <p:cNvSpPr/>
              <p:nvPr/>
            </p:nvSpPr>
            <p:spPr>
              <a:xfrm>
                <a:off x="621244" y="680188"/>
                <a:ext cx="12699" cy="200024"/>
              </a:xfrm>
              <a:custGeom>
                <a:avLst/>
                <a:gdLst>
                  <a:gd name="csX0" fmla="*/ 0 w 12699"/>
                  <a:gd name="csY0" fmla="*/ 0 h 200024"/>
                  <a:gd name="csX1" fmla="*/ 0 w 12699"/>
                  <a:gd name="csY1" fmla="*/ 200025 h 200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00024">
                    <a:moveTo>
                      <a:pt x="0" y="0"/>
                    </a:moveTo>
                    <a:lnTo>
                      <a:pt x="0" y="200025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833635DE-C158-C1DA-2CBC-75E0CAEEC303}"/>
                  </a:ext>
                </a:extLst>
              </p:cNvPr>
              <p:cNvSpPr/>
              <p:nvPr/>
            </p:nvSpPr>
            <p:spPr>
              <a:xfrm>
                <a:off x="566253" y="880213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35778245-762C-5A2A-227F-E67BA01A8DC6}"/>
                  </a:ext>
                </a:extLst>
              </p:cNvPr>
              <p:cNvSpPr/>
              <p:nvPr/>
            </p:nvSpPr>
            <p:spPr>
              <a:xfrm>
                <a:off x="840954" y="1314299"/>
                <a:ext cx="109981" cy="12699"/>
              </a:xfrm>
              <a:custGeom>
                <a:avLst/>
                <a:gdLst>
                  <a:gd name="csX0" fmla="*/ 0 w 109981"/>
                  <a:gd name="csY0" fmla="*/ 0 h 12699"/>
                  <a:gd name="csX1" fmla="*/ 109982 w 109981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981" h="12699">
                    <a:moveTo>
                      <a:pt x="0" y="0"/>
                    </a:moveTo>
                    <a:lnTo>
                      <a:pt x="109982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4" name="Freeform 273">
                <a:extLst>
                  <a:ext uri="{FF2B5EF4-FFF2-40B4-BE49-F238E27FC236}">
                    <a16:creationId xmlns:a16="http://schemas.microsoft.com/office/drawing/2014/main" id="{83900F59-0B3B-72BF-0CAB-0E920C2BF922}"/>
                  </a:ext>
                </a:extLst>
              </p:cNvPr>
              <p:cNvSpPr/>
              <p:nvPr/>
            </p:nvSpPr>
            <p:spPr>
              <a:xfrm>
                <a:off x="895945" y="1314299"/>
                <a:ext cx="12699" cy="79247"/>
              </a:xfrm>
              <a:custGeom>
                <a:avLst/>
                <a:gdLst>
                  <a:gd name="csX0" fmla="*/ 0 w 12699"/>
                  <a:gd name="csY0" fmla="*/ 0 h 79247"/>
                  <a:gd name="csX1" fmla="*/ 0 w 12699"/>
                  <a:gd name="csY1" fmla="*/ 79248 h 7924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79247">
                    <a:moveTo>
                      <a:pt x="0" y="0"/>
                    </a:moveTo>
                    <a:lnTo>
                      <a:pt x="0" y="79248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1C14748-4FB8-8965-87BD-DBB0063260A6}"/>
                  </a:ext>
                </a:extLst>
              </p:cNvPr>
              <p:cNvSpPr/>
              <p:nvPr/>
            </p:nvSpPr>
            <p:spPr>
              <a:xfrm>
                <a:off x="840954" y="1393547"/>
                <a:ext cx="109981" cy="12699"/>
              </a:xfrm>
              <a:custGeom>
                <a:avLst/>
                <a:gdLst>
                  <a:gd name="csX0" fmla="*/ 0 w 109981"/>
                  <a:gd name="csY0" fmla="*/ 0 h 12699"/>
                  <a:gd name="csX1" fmla="*/ 109982 w 109981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981" h="12699">
                    <a:moveTo>
                      <a:pt x="0" y="0"/>
                    </a:moveTo>
                    <a:lnTo>
                      <a:pt x="109982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F7E9D7C-655E-BCD1-5D9B-D77F6FFF36DE}"/>
                  </a:ext>
                </a:extLst>
              </p:cNvPr>
              <p:cNvSpPr/>
              <p:nvPr/>
            </p:nvSpPr>
            <p:spPr>
              <a:xfrm>
                <a:off x="1115782" y="1083794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6F2BEE1F-3CB1-C737-782A-AE8D7090D840}"/>
                  </a:ext>
                </a:extLst>
              </p:cNvPr>
              <p:cNvSpPr/>
              <p:nvPr/>
            </p:nvSpPr>
            <p:spPr>
              <a:xfrm>
                <a:off x="1170646" y="1083794"/>
                <a:ext cx="12699" cy="96011"/>
              </a:xfrm>
              <a:custGeom>
                <a:avLst/>
                <a:gdLst>
                  <a:gd name="csX0" fmla="*/ 0 w 12699"/>
                  <a:gd name="csY0" fmla="*/ 0 h 96011"/>
                  <a:gd name="csX1" fmla="*/ 0 w 12699"/>
                  <a:gd name="csY1" fmla="*/ 96012 h 960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96011">
                    <a:moveTo>
                      <a:pt x="0" y="0"/>
                    </a:moveTo>
                    <a:lnTo>
                      <a:pt x="0" y="96012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752F9E4E-8D57-1DFC-0F08-81D86524B042}"/>
                  </a:ext>
                </a:extLst>
              </p:cNvPr>
              <p:cNvSpPr/>
              <p:nvPr/>
            </p:nvSpPr>
            <p:spPr>
              <a:xfrm>
                <a:off x="1115782" y="1179806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BF139656-8115-F747-A338-E8B54B8E1FB4}"/>
                  </a:ext>
                </a:extLst>
              </p:cNvPr>
              <p:cNvSpPr/>
              <p:nvPr/>
            </p:nvSpPr>
            <p:spPr>
              <a:xfrm>
                <a:off x="1390483" y="1393420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2A2D51D2-538B-BFBE-D8B6-F1FEF9383C66}"/>
                  </a:ext>
                </a:extLst>
              </p:cNvPr>
              <p:cNvSpPr/>
              <p:nvPr/>
            </p:nvSpPr>
            <p:spPr>
              <a:xfrm>
                <a:off x="1445474" y="1393420"/>
                <a:ext cx="12699" cy="39116"/>
              </a:xfrm>
              <a:custGeom>
                <a:avLst/>
                <a:gdLst>
                  <a:gd name="csX0" fmla="*/ 0 w 12699"/>
                  <a:gd name="csY0" fmla="*/ 0 h 39116"/>
                  <a:gd name="csX1" fmla="*/ 0 w 12699"/>
                  <a:gd name="csY1" fmla="*/ 39116 h 3911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9116">
                    <a:moveTo>
                      <a:pt x="0" y="0"/>
                    </a:moveTo>
                    <a:lnTo>
                      <a:pt x="0" y="39116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981CCCD7-6E90-F7FF-35A3-4C92C62C38A7}"/>
                  </a:ext>
                </a:extLst>
              </p:cNvPr>
              <p:cNvSpPr/>
              <p:nvPr/>
            </p:nvSpPr>
            <p:spPr>
              <a:xfrm>
                <a:off x="1390483" y="1432536"/>
                <a:ext cx="109854" cy="12699"/>
              </a:xfrm>
              <a:custGeom>
                <a:avLst/>
                <a:gdLst>
                  <a:gd name="csX0" fmla="*/ 0 w 109854"/>
                  <a:gd name="csY0" fmla="*/ 0 h 12699"/>
                  <a:gd name="csX1" fmla="*/ 109855 w 109854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4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295C4B20-A527-DD8A-CBF4-64C21A6886CC}"/>
                  </a:ext>
                </a:extLst>
              </p:cNvPr>
              <p:cNvSpPr/>
              <p:nvPr/>
            </p:nvSpPr>
            <p:spPr>
              <a:xfrm>
                <a:off x="1665184" y="967462"/>
                <a:ext cx="109982" cy="12699"/>
              </a:xfrm>
              <a:custGeom>
                <a:avLst/>
                <a:gdLst>
                  <a:gd name="csX0" fmla="*/ 0 w 109982"/>
                  <a:gd name="csY0" fmla="*/ 0 h 12699"/>
                  <a:gd name="csX1" fmla="*/ 109982 w 10998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982" h="12699">
                    <a:moveTo>
                      <a:pt x="0" y="0"/>
                    </a:moveTo>
                    <a:lnTo>
                      <a:pt x="109982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8934717F-D560-68A8-8B50-13DA6B096F41}"/>
                  </a:ext>
                </a:extLst>
              </p:cNvPr>
              <p:cNvSpPr/>
              <p:nvPr/>
            </p:nvSpPr>
            <p:spPr>
              <a:xfrm>
                <a:off x="1720175" y="967462"/>
                <a:ext cx="12699" cy="211962"/>
              </a:xfrm>
              <a:custGeom>
                <a:avLst/>
                <a:gdLst>
                  <a:gd name="csX0" fmla="*/ 0 w 12699"/>
                  <a:gd name="csY0" fmla="*/ 0 h 211962"/>
                  <a:gd name="csX1" fmla="*/ 0 w 12699"/>
                  <a:gd name="csY1" fmla="*/ 211963 h 2119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11962">
                    <a:moveTo>
                      <a:pt x="0" y="0"/>
                    </a:moveTo>
                    <a:lnTo>
                      <a:pt x="0" y="211963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130068B5-5760-9A09-A544-C612A95B5D56}"/>
                  </a:ext>
                </a:extLst>
              </p:cNvPr>
              <p:cNvSpPr/>
              <p:nvPr/>
            </p:nvSpPr>
            <p:spPr>
              <a:xfrm>
                <a:off x="1665184" y="1179425"/>
                <a:ext cx="109982" cy="12699"/>
              </a:xfrm>
              <a:custGeom>
                <a:avLst/>
                <a:gdLst>
                  <a:gd name="csX0" fmla="*/ 0 w 109982"/>
                  <a:gd name="csY0" fmla="*/ 0 h 12699"/>
                  <a:gd name="csX1" fmla="*/ 109982 w 10998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982" h="12699">
                    <a:moveTo>
                      <a:pt x="0" y="0"/>
                    </a:moveTo>
                    <a:lnTo>
                      <a:pt x="109982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5DE7806-E773-CC73-3DC0-ED9253485649}"/>
                  </a:ext>
                </a:extLst>
              </p:cNvPr>
              <p:cNvSpPr/>
              <p:nvPr/>
            </p:nvSpPr>
            <p:spPr>
              <a:xfrm>
                <a:off x="1940012" y="1304012"/>
                <a:ext cx="109855" cy="12699"/>
              </a:xfrm>
              <a:custGeom>
                <a:avLst/>
                <a:gdLst>
                  <a:gd name="csX0" fmla="*/ 0 w 109855"/>
                  <a:gd name="csY0" fmla="*/ 0 h 12699"/>
                  <a:gd name="csX1" fmla="*/ 109855 w 109855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5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2304263A-FE99-3AB6-CF80-8000E7692A12}"/>
                  </a:ext>
                </a:extLst>
              </p:cNvPr>
              <p:cNvSpPr/>
              <p:nvPr/>
            </p:nvSpPr>
            <p:spPr>
              <a:xfrm>
                <a:off x="1994876" y="1304012"/>
                <a:ext cx="12699" cy="138429"/>
              </a:xfrm>
              <a:custGeom>
                <a:avLst/>
                <a:gdLst>
                  <a:gd name="csX0" fmla="*/ 0 w 12699"/>
                  <a:gd name="csY0" fmla="*/ 0 h 138429"/>
                  <a:gd name="csX1" fmla="*/ 0 w 12699"/>
                  <a:gd name="csY1" fmla="*/ 138430 h 1384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8429">
                    <a:moveTo>
                      <a:pt x="0" y="0"/>
                    </a:moveTo>
                    <a:lnTo>
                      <a:pt x="0" y="13843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83B6AD80-7511-D216-2020-E3F7191E61DD}"/>
                  </a:ext>
                </a:extLst>
              </p:cNvPr>
              <p:cNvSpPr/>
              <p:nvPr/>
            </p:nvSpPr>
            <p:spPr>
              <a:xfrm>
                <a:off x="1940012" y="1442442"/>
                <a:ext cx="109855" cy="12699"/>
              </a:xfrm>
              <a:custGeom>
                <a:avLst/>
                <a:gdLst>
                  <a:gd name="csX0" fmla="*/ 0 w 109855"/>
                  <a:gd name="csY0" fmla="*/ 0 h 12699"/>
                  <a:gd name="csX1" fmla="*/ 109855 w 109855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9855" h="12699">
                    <a:moveTo>
                      <a:pt x="0" y="0"/>
                    </a:moveTo>
                    <a:lnTo>
                      <a:pt x="109855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86922F69-DEA0-67E2-FF67-CB43BFE6E48F}"/>
                  </a:ext>
                </a:extLst>
              </p:cNvPr>
              <p:cNvSpPr/>
              <p:nvPr/>
            </p:nvSpPr>
            <p:spPr>
              <a:xfrm>
                <a:off x="1033359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6213EF0D-A81A-372C-7D12-AD544D2C8925}"/>
                  </a:ext>
                </a:extLst>
              </p:cNvPr>
              <p:cNvSpPr/>
              <p:nvPr/>
            </p:nvSpPr>
            <p:spPr>
              <a:xfrm>
                <a:off x="1582761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DAB5FDA6-2CA3-0288-A0D8-C48FB4FF67F8}"/>
                  </a:ext>
                </a:extLst>
              </p:cNvPr>
              <p:cNvSpPr/>
              <p:nvPr/>
            </p:nvSpPr>
            <p:spPr>
              <a:xfrm>
                <a:off x="2132290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2DAAB91-7C57-A7E5-D54E-1DF6C2AECB30}"/>
                  </a:ext>
                </a:extLst>
              </p:cNvPr>
              <p:cNvSpPr/>
              <p:nvPr/>
            </p:nvSpPr>
            <p:spPr>
              <a:xfrm>
                <a:off x="758531" y="780137"/>
                <a:ext cx="12699" cy="573785"/>
              </a:xfrm>
              <a:custGeom>
                <a:avLst/>
                <a:gdLst>
                  <a:gd name="csX0" fmla="*/ 0 w 12699"/>
                  <a:gd name="csY0" fmla="*/ 0 h 573785"/>
                  <a:gd name="csX1" fmla="*/ 0 w 12699"/>
                  <a:gd name="csY1" fmla="*/ 573786 h 573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573785">
                    <a:moveTo>
                      <a:pt x="0" y="0"/>
                    </a:moveTo>
                    <a:lnTo>
                      <a:pt x="0" y="573786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603BA227-0CBF-8AAC-8CCC-9D6E95A7F5D1}"/>
                  </a:ext>
                </a:extLst>
              </p:cNvPr>
              <p:cNvSpPr/>
              <p:nvPr/>
            </p:nvSpPr>
            <p:spPr>
              <a:xfrm>
                <a:off x="722590" y="780137"/>
                <a:ext cx="72008" cy="62356"/>
              </a:xfrm>
              <a:custGeom>
                <a:avLst/>
                <a:gdLst>
                  <a:gd name="csX0" fmla="*/ 72009 w 72008"/>
                  <a:gd name="csY0" fmla="*/ 62357 h 62356"/>
                  <a:gd name="csX1" fmla="*/ 35941 w 72008"/>
                  <a:gd name="csY1" fmla="*/ 0 h 62356"/>
                  <a:gd name="csX2" fmla="*/ 0 w 72008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72009" y="62357"/>
                    </a:moveTo>
                    <a:lnTo>
                      <a:pt x="35941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6ABE13E-5753-F720-E0AA-1D753C045B46}"/>
                  </a:ext>
                </a:extLst>
              </p:cNvPr>
              <p:cNvSpPr/>
              <p:nvPr/>
            </p:nvSpPr>
            <p:spPr>
              <a:xfrm>
                <a:off x="722590" y="1291566"/>
                <a:ext cx="72008" cy="62356"/>
              </a:xfrm>
              <a:custGeom>
                <a:avLst/>
                <a:gdLst>
                  <a:gd name="csX0" fmla="*/ 0 w 72008"/>
                  <a:gd name="csY0" fmla="*/ 0 h 62356"/>
                  <a:gd name="csX1" fmla="*/ 35941 w 72008"/>
                  <a:gd name="csY1" fmla="*/ 62357 h 62356"/>
                  <a:gd name="csX2" fmla="*/ 72009 w 72008"/>
                  <a:gd name="csY2" fmla="*/ 0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0" y="0"/>
                    </a:moveTo>
                    <a:lnTo>
                      <a:pt x="35941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4" name="TextBox 293">
                <a:extLst>
                  <a:ext uri="{FF2B5EF4-FFF2-40B4-BE49-F238E27FC236}">
                    <a16:creationId xmlns:a16="http://schemas.microsoft.com/office/drawing/2014/main" id="{86EDD457-FC0D-1473-DFDC-82F3DD59BDF5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FE874E70-EE00-C4BF-B598-9BEFB64FEE1F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8B56DBE7-512C-91DB-728B-7BCFAD577201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297" name="TextBox 296">
                <a:extLst>
                  <a:ext uri="{FF2B5EF4-FFF2-40B4-BE49-F238E27FC236}">
                    <a16:creationId xmlns:a16="http://schemas.microsoft.com/office/drawing/2014/main" id="{D09FA803-243B-AF04-5E47-BAD123F63829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42670279-D940-D3E3-BA50-C89C3215C6B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299" name="TextBox 298">
                <a:extLst>
                  <a:ext uri="{FF2B5EF4-FFF2-40B4-BE49-F238E27FC236}">
                    <a16:creationId xmlns:a16="http://schemas.microsoft.com/office/drawing/2014/main" id="{8CA93FB6-FCA5-5167-ADBA-2CACBFB74BFC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0" name="TextBox 299">
                <a:extLst>
                  <a:ext uri="{FF2B5EF4-FFF2-40B4-BE49-F238E27FC236}">
                    <a16:creationId xmlns:a16="http://schemas.microsoft.com/office/drawing/2014/main" id="{3D8913A1-72F4-E077-EEA9-882CE2C40F3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AF9C5236-B755-C132-6FC6-5C2FC425F9F6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8AD1D6BB-4A0E-6E07-C631-A2165E79A21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E22A4174-8E45-4743-D5A9-6C0C3A4A8319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4" name="TextBox 303">
                <a:extLst>
                  <a:ext uri="{FF2B5EF4-FFF2-40B4-BE49-F238E27FC236}">
                    <a16:creationId xmlns:a16="http://schemas.microsoft.com/office/drawing/2014/main" id="{701B242C-8E5B-2AB2-FFDB-9E80B8BEE3B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5" name="TextBox 304">
                <a:extLst>
                  <a:ext uri="{FF2B5EF4-FFF2-40B4-BE49-F238E27FC236}">
                    <a16:creationId xmlns:a16="http://schemas.microsoft.com/office/drawing/2014/main" id="{F74C1B9B-893B-1BF2-3399-CC3C470C52B4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6" name="TextBox 305">
                <a:extLst>
                  <a:ext uri="{FF2B5EF4-FFF2-40B4-BE49-F238E27FC236}">
                    <a16:creationId xmlns:a16="http://schemas.microsoft.com/office/drawing/2014/main" id="{10F3125D-E7C7-28AD-F4C5-7CBC628FC39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7" name="TextBox 306">
                <a:extLst>
                  <a:ext uri="{FF2B5EF4-FFF2-40B4-BE49-F238E27FC236}">
                    <a16:creationId xmlns:a16="http://schemas.microsoft.com/office/drawing/2014/main" id="{F78D9E5C-576F-D47A-626F-8CADF002658A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C4E2FEB9-ADB3-3B9E-7668-1E0D40731E6B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09" name="TextBox 308">
                <a:extLst>
                  <a:ext uri="{FF2B5EF4-FFF2-40B4-BE49-F238E27FC236}">
                    <a16:creationId xmlns:a16="http://schemas.microsoft.com/office/drawing/2014/main" id="{640B3F5A-171F-4F20-D695-89E445BE77FF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0" name="TextBox 309">
                <a:extLst>
                  <a:ext uri="{FF2B5EF4-FFF2-40B4-BE49-F238E27FC236}">
                    <a16:creationId xmlns:a16="http://schemas.microsoft.com/office/drawing/2014/main" id="{EDB026E1-D057-B77F-F363-D535577965FA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79F3B874-EB62-CFC1-0754-ACEACA52E2CC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059C0C31-1A87-F287-4F98-328F77CAC168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1BF6243B-4E58-E945-9B90-577042973EB2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EB40C02F-02CE-7087-B7EA-B0BB940BD407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57F8FD2C-449A-D95A-EC9D-DDF9813D5691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674C05CF-20D5-F359-4FD5-6F308E9E0525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7" name="TextBox 316">
                <a:extLst>
                  <a:ext uri="{FF2B5EF4-FFF2-40B4-BE49-F238E27FC236}">
                    <a16:creationId xmlns:a16="http://schemas.microsoft.com/office/drawing/2014/main" id="{0D5B6A66-D38B-B684-50D5-E3E6A14E90F5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8" name="TextBox 317">
                <a:extLst>
                  <a:ext uri="{FF2B5EF4-FFF2-40B4-BE49-F238E27FC236}">
                    <a16:creationId xmlns:a16="http://schemas.microsoft.com/office/drawing/2014/main" id="{FC4CD6D1-311F-2C5A-1C9F-2B677BD30CA4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93978A2A-20C9-9788-E1BB-5D166030285D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037D2DFF-CE8B-F62E-600B-B52FEF6F6F9D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1" name="TextBox 320">
                <a:extLst>
                  <a:ext uri="{FF2B5EF4-FFF2-40B4-BE49-F238E27FC236}">
                    <a16:creationId xmlns:a16="http://schemas.microsoft.com/office/drawing/2014/main" id="{E9D8C869-2D07-B4C7-35CE-3D9E264C1999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2" name="TextBox 321">
                <a:extLst>
                  <a:ext uri="{FF2B5EF4-FFF2-40B4-BE49-F238E27FC236}">
                    <a16:creationId xmlns:a16="http://schemas.microsoft.com/office/drawing/2014/main" id="{78BD8003-D676-66FC-F8BF-26EE59C03F15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1E686806-6A16-F6DC-2F4C-CFF2895EC6DF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399D6F9A-70C9-01FE-1381-3474E1613B9E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E16557A8-1AFD-8054-DA92-ABFB08B4BC72}"/>
                  </a:ext>
                </a:extLst>
              </p:cNvPr>
              <p:cNvSpPr txBox="1"/>
              <p:nvPr/>
            </p:nvSpPr>
            <p:spPr>
              <a:xfrm>
                <a:off x="693806" y="971952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3.12x</a:t>
                </a: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2BA1690E-151B-577E-4B9C-14E443352446}"/>
                  </a:ext>
                </a:extLst>
              </p:cNvPr>
              <p:cNvSpPr/>
              <p:nvPr/>
            </p:nvSpPr>
            <p:spPr>
              <a:xfrm>
                <a:off x="1308060" y="1131800"/>
                <a:ext cx="12699" cy="281177"/>
              </a:xfrm>
              <a:custGeom>
                <a:avLst/>
                <a:gdLst>
                  <a:gd name="csX0" fmla="*/ 0 w 12699"/>
                  <a:gd name="csY0" fmla="*/ 0 h 281177"/>
                  <a:gd name="csX1" fmla="*/ 0 w 12699"/>
                  <a:gd name="csY1" fmla="*/ 281178 h 2811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81177">
                    <a:moveTo>
                      <a:pt x="0" y="0"/>
                    </a:moveTo>
                    <a:lnTo>
                      <a:pt x="0" y="281178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75CACDD-0E85-5534-0DA8-0C7C12A83790}"/>
                  </a:ext>
                </a:extLst>
              </p:cNvPr>
              <p:cNvSpPr/>
              <p:nvPr/>
            </p:nvSpPr>
            <p:spPr>
              <a:xfrm>
                <a:off x="1272119" y="1131800"/>
                <a:ext cx="72008" cy="62357"/>
              </a:xfrm>
              <a:custGeom>
                <a:avLst/>
                <a:gdLst>
                  <a:gd name="csX0" fmla="*/ 72009 w 72008"/>
                  <a:gd name="csY0" fmla="*/ 62357 h 62357"/>
                  <a:gd name="csX1" fmla="*/ 35941 w 72008"/>
                  <a:gd name="csY1" fmla="*/ 0 h 62357"/>
                  <a:gd name="csX2" fmla="*/ 0 w 72008"/>
                  <a:gd name="csY2" fmla="*/ 62357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72009" y="62357"/>
                    </a:moveTo>
                    <a:lnTo>
                      <a:pt x="35941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28" name="Freeform 327">
                <a:extLst>
                  <a:ext uri="{FF2B5EF4-FFF2-40B4-BE49-F238E27FC236}">
                    <a16:creationId xmlns:a16="http://schemas.microsoft.com/office/drawing/2014/main" id="{B5B3DE0C-0893-1473-A800-B116E378A283}"/>
                  </a:ext>
                </a:extLst>
              </p:cNvPr>
              <p:cNvSpPr/>
              <p:nvPr/>
            </p:nvSpPr>
            <p:spPr>
              <a:xfrm>
                <a:off x="1272119" y="1350621"/>
                <a:ext cx="72008" cy="62356"/>
              </a:xfrm>
              <a:custGeom>
                <a:avLst/>
                <a:gdLst>
                  <a:gd name="csX0" fmla="*/ 0 w 72008"/>
                  <a:gd name="csY0" fmla="*/ 0 h 62356"/>
                  <a:gd name="csX1" fmla="*/ 35941 w 72008"/>
                  <a:gd name="csY1" fmla="*/ 62357 h 62356"/>
                  <a:gd name="csX2" fmla="*/ 72009 w 72008"/>
                  <a:gd name="csY2" fmla="*/ 0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0" y="0"/>
                    </a:moveTo>
                    <a:lnTo>
                      <a:pt x="35941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29" name="TextBox 328">
                <a:extLst>
                  <a:ext uri="{FF2B5EF4-FFF2-40B4-BE49-F238E27FC236}">
                    <a16:creationId xmlns:a16="http://schemas.microsoft.com/office/drawing/2014/main" id="{450FC739-BC4C-C404-19E0-756808C2DDEF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8B961CEB-42A8-746A-8CD3-3877ED7BF9AC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A2A22487-DBA6-BAB5-4145-9E091D766A8F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2" name="TextBox 331">
                <a:extLst>
                  <a:ext uri="{FF2B5EF4-FFF2-40B4-BE49-F238E27FC236}">
                    <a16:creationId xmlns:a16="http://schemas.microsoft.com/office/drawing/2014/main" id="{673E0E7E-204B-A4EB-A883-B40A340A96F1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3" name="TextBox 332">
                <a:extLst>
                  <a:ext uri="{FF2B5EF4-FFF2-40B4-BE49-F238E27FC236}">
                    <a16:creationId xmlns:a16="http://schemas.microsoft.com/office/drawing/2014/main" id="{FEF14E3F-BD8D-260D-EB04-423BD27008CE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C892F4A9-D3B2-9D6C-C6E4-FF4752F8ACF3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0D6A5167-FC6B-447C-A46C-1E1B66D8951E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F006E94A-ECA0-F145-9A3C-48B2C3A063F1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7" name="TextBox 336">
                <a:extLst>
                  <a:ext uri="{FF2B5EF4-FFF2-40B4-BE49-F238E27FC236}">
                    <a16:creationId xmlns:a16="http://schemas.microsoft.com/office/drawing/2014/main" id="{249232CA-2BD4-0487-E23E-73796AF7AA53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8" name="TextBox 337">
                <a:extLst>
                  <a:ext uri="{FF2B5EF4-FFF2-40B4-BE49-F238E27FC236}">
                    <a16:creationId xmlns:a16="http://schemas.microsoft.com/office/drawing/2014/main" id="{754B7213-6CD3-85D6-01C2-8BCEF8CA0BB4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39" name="TextBox 338">
                <a:extLst>
                  <a:ext uri="{FF2B5EF4-FFF2-40B4-BE49-F238E27FC236}">
                    <a16:creationId xmlns:a16="http://schemas.microsoft.com/office/drawing/2014/main" id="{8AAB0B26-AA76-EB0B-7763-3242D8BB2B48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0" name="TextBox 339">
                <a:extLst>
                  <a:ext uri="{FF2B5EF4-FFF2-40B4-BE49-F238E27FC236}">
                    <a16:creationId xmlns:a16="http://schemas.microsoft.com/office/drawing/2014/main" id="{41949A4A-CAD1-31DF-D005-5778BA0A42E9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DF7AA08A-3909-CD1B-F65A-036016BACC5C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7BD6F409-4228-38C6-1782-EF3C509CD77C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3" name="TextBox 342">
                <a:extLst>
                  <a:ext uri="{FF2B5EF4-FFF2-40B4-BE49-F238E27FC236}">
                    <a16:creationId xmlns:a16="http://schemas.microsoft.com/office/drawing/2014/main" id="{DD7E5121-325D-DAA4-09DD-4FA0AC5759A3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1F62899-1F39-8B77-7481-1F8822CD2F15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5" name="TextBox 344">
                <a:extLst>
                  <a:ext uri="{FF2B5EF4-FFF2-40B4-BE49-F238E27FC236}">
                    <a16:creationId xmlns:a16="http://schemas.microsoft.com/office/drawing/2014/main" id="{62257ABB-8FAB-D0FF-3AC3-310A69D99D86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6" name="TextBox 345">
                <a:extLst>
                  <a:ext uri="{FF2B5EF4-FFF2-40B4-BE49-F238E27FC236}">
                    <a16:creationId xmlns:a16="http://schemas.microsoft.com/office/drawing/2014/main" id="{EDB0783F-0C5E-0C92-1CEB-097F815EB57E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1D133164-D9D1-A360-306B-FEB3AD5A60FD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9EB57AD4-F6A6-EC33-44AE-A524E9887674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49" name="TextBox 348">
                <a:extLst>
                  <a:ext uri="{FF2B5EF4-FFF2-40B4-BE49-F238E27FC236}">
                    <a16:creationId xmlns:a16="http://schemas.microsoft.com/office/drawing/2014/main" id="{7291D672-FF57-041B-EED0-9A0DC66A54B9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23B062E7-41D3-4051-6BA2-99515696855F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B619A50C-3F57-71B3-F45B-505CB805CE95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2" name="TextBox 351">
                <a:extLst>
                  <a:ext uri="{FF2B5EF4-FFF2-40B4-BE49-F238E27FC236}">
                    <a16:creationId xmlns:a16="http://schemas.microsoft.com/office/drawing/2014/main" id="{C7FE2A23-9384-08DC-8875-1DCBD0F2973A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E81BE82F-BCDF-6ADA-FB09-8FED92D66754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4" name="TextBox 353">
                <a:extLst>
                  <a:ext uri="{FF2B5EF4-FFF2-40B4-BE49-F238E27FC236}">
                    <a16:creationId xmlns:a16="http://schemas.microsoft.com/office/drawing/2014/main" id="{0C7DBE7F-DFC4-77F0-BDD0-CB58D5A2AFC0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5" name="TextBox 354">
                <a:extLst>
                  <a:ext uri="{FF2B5EF4-FFF2-40B4-BE49-F238E27FC236}">
                    <a16:creationId xmlns:a16="http://schemas.microsoft.com/office/drawing/2014/main" id="{E1A8238B-3191-D88E-61D3-C0F2DD600914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6B8A61AA-A672-E9B5-D598-A8887A32BA23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9A4C9C82-8F62-4350-5FBD-E980BA91EA28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1FBADE2F-FFAD-5BD6-4D3C-36A7203EFD0D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59" name="TextBox 358">
                <a:extLst>
                  <a:ext uri="{FF2B5EF4-FFF2-40B4-BE49-F238E27FC236}">
                    <a16:creationId xmlns:a16="http://schemas.microsoft.com/office/drawing/2014/main" id="{6B469705-4FEB-B5CE-A86D-777239A1CF62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197954B6-894B-B350-CB38-8232579F0667}"/>
                  </a:ext>
                </a:extLst>
              </p:cNvPr>
              <p:cNvSpPr/>
              <p:nvPr/>
            </p:nvSpPr>
            <p:spPr>
              <a:xfrm>
                <a:off x="1857589" y="1073507"/>
                <a:ext cx="12699" cy="299719"/>
              </a:xfrm>
              <a:custGeom>
                <a:avLst/>
                <a:gdLst>
                  <a:gd name="csX0" fmla="*/ 0 w 12699"/>
                  <a:gd name="csY0" fmla="*/ 0 h 299719"/>
                  <a:gd name="csX1" fmla="*/ 0 w 12699"/>
                  <a:gd name="csY1" fmla="*/ 299720 h 2997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99719">
                    <a:moveTo>
                      <a:pt x="0" y="0"/>
                    </a:moveTo>
                    <a:lnTo>
                      <a:pt x="0" y="29972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87E0BCFF-8396-3FBE-8372-BCA40C67806A}"/>
                  </a:ext>
                </a:extLst>
              </p:cNvPr>
              <p:cNvSpPr/>
              <p:nvPr/>
            </p:nvSpPr>
            <p:spPr>
              <a:xfrm>
                <a:off x="1821521" y="1073507"/>
                <a:ext cx="72008" cy="62356"/>
              </a:xfrm>
              <a:custGeom>
                <a:avLst/>
                <a:gdLst>
                  <a:gd name="csX0" fmla="*/ 72009 w 72008"/>
                  <a:gd name="csY0" fmla="*/ 62357 h 62356"/>
                  <a:gd name="csX1" fmla="*/ 36068 w 72008"/>
                  <a:gd name="csY1" fmla="*/ 0 h 62356"/>
                  <a:gd name="csX2" fmla="*/ 0 w 72008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72009" y="62357"/>
                    </a:moveTo>
                    <a:lnTo>
                      <a:pt x="36068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DD9E1EE5-A40E-44BC-CD47-301A72A97B4C}"/>
                  </a:ext>
                </a:extLst>
              </p:cNvPr>
              <p:cNvSpPr/>
              <p:nvPr/>
            </p:nvSpPr>
            <p:spPr>
              <a:xfrm>
                <a:off x="1821521" y="1310870"/>
                <a:ext cx="72008" cy="62357"/>
              </a:xfrm>
              <a:custGeom>
                <a:avLst/>
                <a:gdLst>
                  <a:gd name="csX0" fmla="*/ 0 w 72008"/>
                  <a:gd name="csY0" fmla="*/ 0 h 62357"/>
                  <a:gd name="csX1" fmla="*/ 36068 w 72008"/>
                  <a:gd name="csY1" fmla="*/ 62357 h 62357"/>
                  <a:gd name="csX2" fmla="*/ 72009 w 72008"/>
                  <a:gd name="csY2" fmla="*/ 0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0" y="0"/>
                    </a:moveTo>
                    <a:lnTo>
                      <a:pt x="36068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DD57FF99-9326-F316-2755-5FB0CBCAF74D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65" name="TextBox 364">
                <a:extLst>
                  <a:ext uri="{FF2B5EF4-FFF2-40B4-BE49-F238E27FC236}">
                    <a16:creationId xmlns:a16="http://schemas.microsoft.com/office/drawing/2014/main" id="{27B46656-ABB5-8FA4-BF64-3F73B7BA37D7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50970AAD-6010-AA2D-3677-AB8A762E64A4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376B980F-BA16-C182-DC9F-3AECD9FCBBE2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68" name="TextBox 367">
                <a:extLst>
                  <a:ext uri="{FF2B5EF4-FFF2-40B4-BE49-F238E27FC236}">
                    <a16:creationId xmlns:a16="http://schemas.microsoft.com/office/drawing/2014/main" id="{0E8EB8F9-ED89-25E9-F230-5E76A49B6E5E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18CFCD35-A2BE-7303-4718-1AEF019114BA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5089BDB7-59AB-C25B-AD4D-7AA2BA53FDFE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02E3DA73-7214-23A5-5D4C-68F82E1C7209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98E73F87-3D3B-A7D5-3DAD-B2DD9C43DF69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62ED4B65-D62E-D870-B5B6-F6B010C33E19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10ED672B-99AB-16AC-21CF-74AE89AB50A8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5" name="TextBox 374">
                <a:extLst>
                  <a:ext uri="{FF2B5EF4-FFF2-40B4-BE49-F238E27FC236}">
                    <a16:creationId xmlns:a16="http://schemas.microsoft.com/office/drawing/2014/main" id="{C26800EC-6879-735B-1297-F4C4A334B180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17C43C98-FD81-262E-4FC0-18A52A6AA078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7" name="TextBox 376">
                <a:extLst>
                  <a:ext uri="{FF2B5EF4-FFF2-40B4-BE49-F238E27FC236}">
                    <a16:creationId xmlns:a16="http://schemas.microsoft.com/office/drawing/2014/main" id="{1CDF4779-0F0E-2CD9-0D7F-5A6F8DF04BEB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92CFE6AE-4527-C8F8-7E49-374E4654B63D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07E823A5-6AAF-FE42-46F7-3135A6EAF10A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2F8FBEE1-9459-C0AC-9E48-740BA596F5D6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E17F829B-E922-4064-9693-D704E58CD4FB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7ED22F59-9A26-A19A-FAEF-993E6146FF42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A71DD7E-8C20-72A3-A413-912C42C5F4D2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CF9CB0B9-C5F0-A8C9-E1DD-4452439ED0F9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7070DF32-2FF8-9AF5-3A92-4CA206595CE2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89B467C5-DABC-64D7-265A-88D97380CB1C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7" name="TextBox 386">
                <a:extLst>
                  <a:ext uri="{FF2B5EF4-FFF2-40B4-BE49-F238E27FC236}">
                    <a16:creationId xmlns:a16="http://schemas.microsoft.com/office/drawing/2014/main" id="{1C8C85A3-8E5B-A7B7-8E38-2826A87A55F4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09B5A137-B2B9-BE9A-A1CE-A7BB28EDE618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DB29CCC0-3CC7-F9F6-870A-3F5BDA6AFF2D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E492767E-2B7F-461C-8BAB-769D3D25FC95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DE8E9641-D55B-86B1-9D02-FE4E4F5C1C7B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88FCE12E-BB11-D4EC-D003-9B0A5BBCCA66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3" name="TextBox 392">
                <a:extLst>
                  <a:ext uri="{FF2B5EF4-FFF2-40B4-BE49-F238E27FC236}">
                    <a16:creationId xmlns:a16="http://schemas.microsoft.com/office/drawing/2014/main" id="{B1C5E039-7057-F9DA-9B0E-734D3B998EAB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85B69BF4-A3A2-DBAD-9E86-06D27FA7E5FC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  <p:sp>
            <p:nvSpPr>
              <p:cNvPr id="396" name="Freeform 395">
                <a:extLst>
                  <a:ext uri="{FF2B5EF4-FFF2-40B4-BE49-F238E27FC236}">
                    <a16:creationId xmlns:a16="http://schemas.microsoft.com/office/drawing/2014/main" id="{39F22F5A-D5AD-26A3-2497-3CF3A85EF9E9}"/>
                  </a:ext>
                </a:extLst>
              </p:cNvPr>
              <p:cNvSpPr/>
              <p:nvPr/>
            </p:nvSpPr>
            <p:spPr>
              <a:xfrm>
                <a:off x="2406991" y="1040106"/>
                <a:ext cx="12699" cy="352932"/>
              </a:xfrm>
              <a:custGeom>
                <a:avLst/>
                <a:gdLst>
                  <a:gd name="csX0" fmla="*/ 0 w 12699"/>
                  <a:gd name="csY0" fmla="*/ 0 h 352932"/>
                  <a:gd name="csX1" fmla="*/ 0 w 12699"/>
                  <a:gd name="csY1" fmla="*/ 352933 h 352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52932">
                    <a:moveTo>
                      <a:pt x="0" y="0"/>
                    </a:moveTo>
                    <a:lnTo>
                      <a:pt x="0" y="352933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95634E6D-7D17-896E-841D-B4FAC3F8B043}"/>
                  </a:ext>
                </a:extLst>
              </p:cNvPr>
              <p:cNvSpPr/>
              <p:nvPr/>
            </p:nvSpPr>
            <p:spPr>
              <a:xfrm>
                <a:off x="2371050" y="1040106"/>
                <a:ext cx="72008" cy="62357"/>
              </a:xfrm>
              <a:custGeom>
                <a:avLst/>
                <a:gdLst>
                  <a:gd name="csX0" fmla="*/ 72009 w 72008"/>
                  <a:gd name="csY0" fmla="*/ 62357 h 62357"/>
                  <a:gd name="csX1" fmla="*/ 35941 w 72008"/>
                  <a:gd name="csY1" fmla="*/ 0 h 62357"/>
                  <a:gd name="csX2" fmla="*/ 0 w 72008"/>
                  <a:gd name="csY2" fmla="*/ 62357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72009" y="62357"/>
                    </a:moveTo>
                    <a:lnTo>
                      <a:pt x="35941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98" name="Freeform 397">
                <a:extLst>
                  <a:ext uri="{FF2B5EF4-FFF2-40B4-BE49-F238E27FC236}">
                    <a16:creationId xmlns:a16="http://schemas.microsoft.com/office/drawing/2014/main" id="{AE7A39FF-FAAB-450D-C21F-2247BDF6CCCC}"/>
                  </a:ext>
                </a:extLst>
              </p:cNvPr>
              <p:cNvSpPr/>
              <p:nvPr/>
            </p:nvSpPr>
            <p:spPr>
              <a:xfrm>
                <a:off x="2371050" y="1330682"/>
                <a:ext cx="72008" cy="62356"/>
              </a:xfrm>
              <a:custGeom>
                <a:avLst/>
                <a:gdLst>
                  <a:gd name="csX0" fmla="*/ 0 w 72008"/>
                  <a:gd name="csY0" fmla="*/ 0 h 62356"/>
                  <a:gd name="csX1" fmla="*/ 35941 w 72008"/>
                  <a:gd name="csY1" fmla="*/ 62357 h 62356"/>
                  <a:gd name="csX2" fmla="*/ 72009 w 72008"/>
                  <a:gd name="csY2" fmla="*/ 0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0" y="0"/>
                    </a:moveTo>
                    <a:lnTo>
                      <a:pt x="35941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8E65384-6F98-56A9-85CF-A2A1C62A10DD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B2D27655-C766-5AB1-C9C6-0A4CEDACA03E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794ED413-D81D-86F5-DA32-31C660FD895E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3A290217-27BD-56E0-D4F4-447111425A18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D9E1BC8D-6B67-2153-4611-E8BDA90201F3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B8D264DE-F970-4FEF-D905-F804B7AF1BF7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C318FCED-EE1E-7618-3B6E-CA568F9447FD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FDCE64AF-A2C8-A9AC-0605-E4DD2D27E3A9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7" name="TextBox 406">
                <a:extLst>
                  <a:ext uri="{FF2B5EF4-FFF2-40B4-BE49-F238E27FC236}">
                    <a16:creationId xmlns:a16="http://schemas.microsoft.com/office/drawing/2014/main" id="{7F958DF7-BF1B-B371-A2DB-C8F03D571035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D8736EB7-AAC1-EF93-878C-C06491ED09F2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C2860573-4560-A900-3BCB-658EAFBE6347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645F5D5E-2154-DB41-05BA-D79FE9CB9398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42BDAA44-FA0C-CF26-6170-7FEF7FE89B19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2" name="TextBox 411">
                <a:extLst>
                  <a:ext uri="{FF2B5EF4-FFF2-40B4-BE49-F238E27FC236}">
                    <a16:creationId xmlns:a16="http://schemas.microsoft.com/office/drawing/2014/main" id="{D8C124E5-FF90-90E2-22D0-496532B6EA2F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A5FC9E92-28CD-EA20-BD96-3E527F2D32F5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A338DFEB-1D54-9C88-D43B-8075CFCEF7C8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7CD83DD3-7FC5-8D07-C460-77EA158F3C13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499CEDED-CD84-F45D-8020-C73D5E704E3F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7" name="TextBox 416">
                <a:extLst>
                  <a:ext uri="{FF2B5EF4-FFF2-40B4-BE49-F238E27FC236}">
                    <a16:creationId xmlns:a16="http://schemas.microsoft.com/office/drawing/2014/main" id="{EAB30E1D-667F-6C6F-822A-E6E47C4241D3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990887A0-3942-6020-C5B9-F12DF6A90F85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19" name="TextBox 418">
                <a:extLst>
                  <a:ext uri="{FF2B5EF4-FFF2-40B4-BE49-F238E27FC236}">
                    <a16:creationId xmlns:a16="http://schemas.microsoft.com/office/drawing/2014/main" id="{D55F9471-B399-36DC-3A93-DC230375EF31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0" name="TextBox 419">
                <a:extLst>
                  <a:ext uri="{FF2B5EF4-FFF2-40B4-BE49-F238E27FC236}">
                    <a16:creationId xmlns:a16="http://schemas.microsoft.com/office/drawing/2014/main" id="{1089A941-815B-01B3-DC25-33768C92F079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1" name="TextBox 420">
                <a:extLst>
                  <a:ext uri="{FF2B5EF4-FFF2-40B4-BE49-F238E27FC236}">
                    <a16:creationId xmlns:a16="http://schemas.microsoft.com/office/drawing/2014/main" id="{4109BE7B-2CC5-F286-2E43-FED330DCC541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2" name="TextBox 421">
                <a:extLst>
                  <a:ext uri="{FF2B5EF4-FFF2-40B4-BE49-F238E27FC236}">
                    <a16:creationId xmlns:a16="http://schemas.microsoft.com/office/drawing/2014/main" id="{3AF89D37-3AE4-FA59-3111-D353170B4671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FF2A5884-3462-5ACA-E4AD-0EBB6DDB102A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4" name="TextBox 423">
                <a:extLst>
                  <a:ext uri="{FF2B5EF4-FFF2-40B4-BE49-F238E27FC236}">
                    <a16:creationId xmlns:a16="http://schemas.microsoft.com/office/drawing/2014/main" id="{D199B2A3-B0B1-F8E6-B587-CCBC6D25C85F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5" name="TextBox 424">
                <a:extLst>
                  <a:ext uri="{FF2B5EF4-FFF2-40B4-BE49-F238E27FC236}">
                    <a16:creationId xmlns:a16="http://schemas.microsoft.com/office/drawing/2014/main" id="{4AD38AA6-DA54-066C-24AD-D90BAAA77940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6" name="TextBox 425">
                <a:extLst>
                  <a:ext uri="{FF2B5EF4-FFF2-40B4-BE49-F238E27FC236}">
                    <a16:creationId xmlns:a16="http://schemas.microsoft.com/office/drawing/2014/main" id="{4E8FE54E-0713-820F-DD00-0A13D0FE0994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24E76B09-11C7-E871-64F0-8A114CA0C31C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BEE9BE7E-8917-11D0-BFEF-F715FF2C7EBC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6097A9E0-11D5-C520-0CD3-B824E93C5F21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3EB02198-41D7-F14A-9D37-7954B7F57B8A}"/>
                  </a:ext>
                </a:extLst>
              </p:cNvPr>
              <p:cNvSpPr txBox="1"/>
              <p:nvPr/>
            </p:nvSpPr>
            <p:spPr>
              <a:xfrm>
                <a:off x="2342265" y="112143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2.52x</a:t>
                </a: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81F268E-2672-BD74-C089-88C75FBD47B0}"/>
                  </a:ext>
                </a:extLst>
              </p:cNvPr>
              <p:cNvSpPr/>
              <p:nvPr/>
            </p:nvSpPr>
            <p:spPr>
              <a:xfrm>
                <a:off x="1680043" y="1147802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4828B1D2-7CE9-AEFC-5874-270B64C31627}"/>
                  </a:ext>
                </a:extLst>
              </p:cNvPr>
              <p:cNvSpPr/>
              <p:nvPr/>
            </p:nvSpPr>
            <p:spPr>
              <a:xfrm>
                <a:off x="1974429" y="1393293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BF72837-26EA-8231-413F-E6F928068FD7}"/>
                  </a:ext>
                </a:extLst>
              </p:cNvPr>
              <p:cNvSpPr/>
              <p:nvPr/>
            </p:nvSpPr>
            <p:spPr>
              <a:xfrm>
                <a:off x="1128355" y="1184124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2A883898-0A07-7054-24C6-F033E8F811DF}"/>
                  </a:ext>
                </a:extLst>
              </p:cNvPr>
              <p:cNvSpPr/>
              <p:nvPr/>
            </p:nvSpPr>
            <p:spPr>
              <a:xfrm>
                <a:off x="1403564" y="1363829"/>
                <a:ext cx="85090" cy="73786"/>
              </a:xfrm>
              <a:custGeom>
                <a:avLst/>
                <a:gdLst>
                  <a:gd name="csX0" fmla="*/ 42545 w 85090"/>
                  <a:gd name="csY0" fmla="*/ 0 h 73786"/>
                  <a:gd name="csX1" fmla="*/ 85090 w 85090"/>
                  <a:gd name="csY1" fmla="*/ 73787 h 73786"/>
                  <a:gd name="csX2" fmla="*/ 0 w 85090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5" name="Freeform 434">
                <a:extLst>
                  <a:ext uri="{FF2B5EF4-FFF2-40B4-BE49-F238E27FC236}">
                    <a16:creationId xmlns:a16="http://schemas.microsoft.com/office/drawing/2014/main" id="{51B5A4B0-70BB-A0E0-A70D-72B77C4C306C}"/>
                  </a:ext>
                </a:extLst>
              </p:cNvPr>
              <p:cNvSpPr/>
              <p:nvPr/>
            </p:nvSpPr>
            <p:spPr>
              <a:xfrm>
                <a:off x="1120354" y="113218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6" name="Freeform 435">
                <a:extLst>
                  <a:ext uri="{FF2B5EF4-FFF2-40B4-BE49-F238E27FC236}">
                    <a16:creationId xmlns:a16="http://schemas.microsoft.com/office/drawing/2014/main" id="{E3D02DF8-2A13-3A3B-7327-D6C5D7E6F4A6}"/>
                  </a:ext>
                </a:extLst>
              </p:cNvPr>
              <p:cNvSpPr/>
              <p:nvPr/>
            </p:nvSpPr>
            <p:spPr>
              <a:xfrm>
                <a:off x="1404453" y="1398500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7" name="Freeform 436">
                <a:extLst>
                  <a:ext uri="{FF2B5EF4-FFF2-40B4-BE49-F238E27FC236}">
                    <a16:creationId xmlns:a16="http://schemas.microsoft.com/office/drawing/2014/main" id="{609622AD-CA14-46E8-8190-B80E64E8294D}"/>
                  </a:ext>
                </a:extLst>
              </p:cNvPr>
              <p:cNvSpPr/>
              <p:nvPr/>
            </p:nvSpPr>
            <p:spPr>
              <a:xfrm>
                <a:off x="596860" y="675489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8" name="Freeform 437">
                <a:extLst>
                  <a:ext uri="{FF2B5EF4-FFF2-40B4-BE49-F238E27FC236}">
                    <a16:creationId xmlns:a16="http://schemas.microsoft.com/office/drawing/2014/main" id="{4402B982-C731-60AF-F916-966EC5E2A713}"/>
                  </a:ext>
                </a:extLst>
              </p:cNvPr>
              <p:cNvSpPr/>
              <p:nvPr/>
            </p:nvSpPr>
            <p:spPr>
              <a:xfrm>
                <a:off x="853527" y="1360400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9" name="Freeform 438">
                <a:extLst>
                  <a:ext uri="{FF2B5EF4-FFF2-40B4-BE49-F238E27FC236}">
                    <a16:creationId xmlns:a16="http://schemas.microsoft.com/office/drawing/2014/main" id="{29238895-9EB0-3F04-55FB-C12A9FC5CEF3}"/>
                  </a:ext>
                </a:extLst>
              </p:cNvPr>
              <p:cNvSpPr/>
              <p:nvPr/>
            </p:nvSpPr>
            <p:spPr>
              <a:xfrm>
                <a:off x="567650" y="722225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20C9B492-A5B6-DE88-9F98-D4CE2499A105}"/>
                  </a:ext>
                </a:extLst>
              </p:cNvPr>
              <p:cNvSpPr/>
              <p:nvPr/>
            </p:nvSpPr>
            <p:spPr>
              <a:xfrm>
                <a:off x="872450" y="1166598"/>
                <a:ext cx="85089" cy="73787"/>
              </a:xfrm>
              <a:custGeom>
                <a:avLst/>
                <a:gdLst>
                  <a:gd name="csX0" fmla="*/ 42545 w 85089"/>
                  <a:gd name="csY0" fmla="*/ 0 h 73787"/>
                  <a:gd name="csX1" fmla="*/ 85090 w 85089"/>
                  <a:gd name="csY1" fmla="*/ 73787 h 73787"/>
                  <a:gd name="csX2" fmla="*/ 0 w 85089"/>
                  <a:gd name="csY2" fmla="*/ 73787 h 737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7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C984B8B5-3AD1-8BAC-9E08-5515C46D2E5E}"/>
                  </a:ext>
                </a:extLst>
              </p:cNvPr>
              <p:cNvSpPr/>
              <p:nvPr/>
            </p:nvSpPr>
            <p:spPr>
              <a:xfrm>
                <a:off x="595844" y="839827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5FA5E2AD-24F2-59EE-1EB2-58B5C0B705E3}"/>
                  </a:ext>
                </a:extLst>
              </p:cNvPr>
              <p:cNvSpPr/>
              <p:nvPr/>
            </p:nvSpPr>
            <p:spPr>
              <a:xfrm>
                <a:off x="870164" y="1338810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514EEF4C-786E-CBE5-5005-9FE9682C5219}"/>
                  </a:ext>
                </a:extLst>
              </p:cNvPr>
              <p:cNvSpPr/>
              <p:nvPr/>
            </p:nvSpPr>
            <p:spPr>
              <a:xfrm>
                <a:off x="598130" y="361418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4" name="Freeform 443">
                <a:extLst>
                  <a:ext uri="{FF2B5EF4-FFF2-40B4-BE49-F238E27FC236}">
                    <a16:creationId xmlns:a16="http://schemas.microsoft.com/office/drawing/2014/main" id="{65C3D1E2-C63E-2BE8-6A99-33224FEC5A33}"/>
                  </a:ext>
                </a:extLst>
              </p:cNvPr>
              <p:cNvSpPr/>
              <p:nvPr/>
            </p:nvSpPr>
            <p:spPr>
              <a:xfrm>
                <a:off x="853781" y="1219430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72E983CE-562C-37AC-0A60-451B506D7130}"/>
                  </a:ext>
                </a:extLst>
              </p:cNvPr>
              <p:cNvSpPr/>
              <p:nvPr/>
            </p:nvSpPr>
            <p:spPr>
              <a:xfrm>
                <a:off x="596479" y="776708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B4F0E750-92A4-23AE-AC20-DA71820E08E7}"/>
                  </a:ext>
                </a:extLst>
              </p:cNvPr>
              <p:cNvSpPr/>
              <p:nvPr/>
            </p:nvSpPr>
            <p:spPr>
              <a:xfrm>
                <a:off x="866862" y="1310235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6B1717A9-171A-CE8B-00A9-40D407FDA9E4}"/>
                  </a:ext>
                </a:extLst>
              </p:cNvPr>
              <p:cNvSpPr/>
              <p:nvPr/>
            </p:nvSpPr>
            <p:spPr>
              <a:xfrm>
                <a:off x="1136483" y="1009372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A2D55573-76F6-566C-89A3-7EB698464C93}"/>
                  </a:ext>
                </a:extLst>
              </p:cNvPr>
              <p:cNvSpPr/>
              <p:nvPr/>
            </p:nvSpPr>
            <p:spPr>
              <a:xfrm>
                <a:off x="1393277" y="1294614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E39685C8-DDF1-C22B-AFDF-58B5E9951632}"/>
                  </a:ext>
                </a:extLst>
              </p:cNvPr>
              <p:cNvSpPr/>
              <p:nvPr/>
            </p:nvSpPr>
            <p:spPr>
              <a:xfrm>
                <a:off x="578064" y="1115798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50295940-4CCF-187B-3684-C60F5C7E5698}"/>
                  </a:ext>
                </a:extLst>
              </p:cNvPr>
              <p:cNvSpPr/>
              <p:nvPr/>
            </p:nvSpPr>
            <p:spPr>
              <a:xfrm>
                <a:off x="858607" y="1433044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240D5C65-8B43-192B-F574-3BDF2063E353}"/>
                  </a:ext>
                </a:extLst>
              </p:cNvPr>
              <p:cNvSpPr/>
              <p:nvPr/>
            </p:nvSpPr>
            <p:spPr>
              <a:xfrm>
                <a:off x="1707983" y="935839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9EF740A9-0871-710B-ECBA-1928C900DC8B}"/>
                  </a:ext>
                </a:extLst>
              </p:cNvPr>
              <p:cNvSpPr/>
              <p:nvPr/>
            </p:nvSpPr>
            <p:spPr>
              <a:xfrm>
                <a:off x="1945219" y="1254863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90BA32FC-D5A2-22A3-03B2-70DEF09D30A1}"/>
                  </a:ext>
                </a:extLst>
              </p:cNvPr>
              <p:cNvSpPr/>
              <p:nvPr/>
            </p:nvSpPr>
            <p:spPr>
              <a:xfrm>
                <a:off x="1120354" y="1094970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DFAF701E-3DB2-62B9-4A5A-263489DCB142}"/>
                  </a:ext>
                </a:extLst>
              </p:cNvPr>
              <p:cNvSpPr/>
              <p:nvPr/>
            </p:nvSpPr>
            <p:spPr>
              <a:xfrm>
                <a:off x="1394547" y="1346557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5" name="Freeform 454">
                <a:extLst>
                  <a:ext uri="{FF2B5EF4-FFF2-40B4-BE49-F238E27FC236}">
                    <a16:creationId xmlns:a16="http://schemas.microsoft.com/office/drawing/2014/main" id="{303ED240-918E-4305-4D4A-93C1C7E3D51F}"/>
                  </a:ext>
                </a:extLst>
              </p:cNvPr>
              <p:cNvSpPr/>
              <p:nvPr/>
            </p:nvSpPr>
            <p:spPr>
              <a:xfrm>
                <a:off x="1125434" y="1217017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8EFE8525-4981-F740-03C7-C65396E311A5}"/>
                  </a:ext>
                </a:extLst>
              </p:cNvPr>
              <p:cNvSpPr/>
              <p:nvPr/>
            </p:nvSpPr>
            <p:spPr>
              <a:xfrm>
                <a:off x="1408898" y="1456412"/>
                <a:ext cx="85216" cy="73659"/>
              </a:xfrm>
              <a:custGeom>
                <a:avLst/>
                <a:gdLst>
                  <a:gd name="csX0" fmla="*/ 42545 w 85216"/>
                  <a:gd name="csY0" fmla="*/ 0 h 73659"/>
                  <a:gd name="csX1" fmla="*/ 85217 w 85216"/>
                  <a:gd name="csY1" fmla="*/ 73660 h 73659"/>
                  <a:gd name="csX2" fmla="*/ 0 w 85216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216" h="73659">
                    <a:moveTo>
                      <a:pt x="42545" y="0"/>
                    </a:moveTo>
                    <a:lnTo>
                      <a:pt x="85217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8CB3F68B-6CF6-D243-C0C9-19E7965738DA}"/>
                  </a:ext>
                </a:extLst>
              </p:cNvPr>
              <p:cNvSpPr/>
              <p:nvPr/>
            </p:nvSpPr>
            <p:spPr>
              <a:xfrm>
                <a:off x="2247479" y="1008483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C2FD9E94-1D08-543F-43CA-1C141B56D03B}"/>
                  </a:ext>
                </a:extLst>
              </p:cNvPr>
              <p:cNvSpPr/>
              <p:nvPr/>
            </p:nvSpPr>
            <p:spPr>
              <a:xfrm>
                <a:off x="2480397" y="1343890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ECD8F5CB-16E5-A694-3FD7-D0182397F526}"/>
                  </a:ext>
                </a:extLst>
              </p:cNvPr>
              <p:cNvSpPr/>
              <p:nvPr/>
            </p:nvSpPr>
            <p:spPr>
              <a:xfrm>
                <a:off x="1126831" y="1201396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EA6668C-D6C6-9EEA-6274-E48AD0EE4DF0}"/>
                  </a:ext>
                </a:extLst>
              </p:cNvPr>
              <p:cNvSpPr/>
              <p:nvPr/>
            </p:nvSpPr>
            <p:spPr>
              <a:xfrm>
                <a:off x="1405215" y="1358622"/>
                <a:ext cx="85090" cy="73786"/>
              </a:xfrm>
              <a:custGeom>
                <a:avLst/>
                <a:gdLst>
                  <a:gd name="csX0" fmla="*/ 42545 w 85090"/>
                  <a:gd name="csY0" fmla="*/ 0 h 73786"/>
                  <a:gd name="csX1" fmla="*/ 85090 w 85090"/>
                  <a:gd name="csY1" fmla="*/ 73787 h 73786"/>
                  <a:gd name="csX2" fmla="*/ 0 w 85090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D3286DF-B5D8-67C2-C74C-A679C5AF7A32}"/>
                  </a:ext>
                </a:extLst>
              </p:cNvPr>
              <p:cNvSpPr/>
              <p:nvPr/>
            </p:nvSpPr>
            <p:spPr>
              <a:xfrm>
                <a:off x="1151977" y="862306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DF4DB73B-76A4-5BC2-CD05-787527454112}"/>
                  </a:ext>
                </a:extLst>
              </p:cNvPr>
              <p:cNvSpPr/>
              <p:nvPr/>
            </p:nvSpPr>
            <p:spPr>
              <a:xfrm>
                <a:off x="1410168" y="1328396"/>
                <a:ext cx="85216" cy="73659"/>
              </a:xfrm>
              <a:custGeom>
                <a:avLst/>
                <a:gdLst>
                  <a:gd name="csX0" fmla="*/ 42672 w 85216"/>
                  <a:gd name="csY0" fmla="*/ 0 h 73659"/>
                  <a:gd name="csX1" fmla="*/ 85217 w 85216"/>
                  <a:gd name="csY1" fmla="*/ 73660 h 73659"/>
                  <a:gd name="csX2" fmla="*/ 0 w 85216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216" h="73659">
                    <a:moveTo>
                      <a:pt x="42672" y="0"/>
                    </a:moveTo>
                    <a:lnTo>
                      <a:pt x="85217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63" name="TextBox 462">
                <a:extLst>
                  <a:ext uri="{FF2B5EF4-FFF2-40B4-BE49-F238E27FC236}">
                    <a16:creationId xmlns:a16="http://schemas.microsoft.com/office/drawing/2014/main" id="{A3A75D38-3C54-7B97-A0D0-B48903A773EB}"/>
                  </a:ext>
                </a:extLst>
              </p:cNvPr>
              <p:cNvSpPr txBox="1"/>
              <p:nvPr/>
            </p:nvSpPr>
            <p:spPr>
              <a:xfrm>
                <a:off x="1266578" y="164809"/>
                <a:ext cx="35779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   </a:t>
                </a:r>
              </a:p>
            </p:txBody>
          </p:sp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91F071FD-1972-498F-4845-F118C0DEC89C}"/>
                  </a:ext>
                </a:extLst>
              </p:cNvPr>
              <p:cNvSpPr txBox="1"/>
              <p:nvPr/>
            </p:nvSpPr>
            <p:spPr>
              <a:xfrm>
                <a:off x="2339862" y="164809"/>
                <a:ext cx="40908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abc </a:t>
                </a:r>
              </a:p>
            </p:txBody>
          </p:sp>
          <p:sp>
            <p:nvSpPr>
              <p:cNvPr id="465" name="TextBox 464">
                <a:extLst>
                  <a:ext uri="{FF2B5EF4-FFF2-40B4-BE49-F238E27FC236}">
                    <a16:creationId xmlns:a16="http://schemas.microsoft.com/office/drawing/2014/main" id="{592458B7-41F9-239F-B0BC-40121C5D7424}"/>
                  </a:ext>
                </a:extLst>
              </p:cNvPr>
              <p:cNvSpPr txBox="1"/>
              <p:nvPr/>
            </p:nvSpPr>
            <p:spPr>
              <a:xfrm>
                <a:off x="1801553" y="164809"/>
                <a:ext cx="3866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 </a:t>
                </a: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D78A3F36-5A6A-DECA-BA3F-6B9157B5A392}"/>
                  </a:ext>
                </a:extLst>
              </p:cNvPr>
              <p:cNvSpPr txBox="1"/>
              <p:nvPr/>
            </p:nvSpPr>
            <p:spPr>
              <a:xfrm>
                <a:off x="702622" y="164809"/>
                <a:ext cx="3866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 </a:t>
                </a:r>
              </a:p>
            </p:txBody>
          </p:sp>
          <p:sp>
            <p:nvSpPr>
              <p:cNvPr id="467" name="TextBox 466">
                <a:extLst>
                  <a:ext uri="{FF2B5EF4-FFF2-40B4-BE49-F238E27FC236}">
                    <a16:creationId xmlns:a16="http://schemas.microsoft.com/office/drawing/2014/main" id="{E45BA34D-8049-3548-3C62-0A898A585B45}"/>
                  </a:ext>
                </a:extLst>
              </p:cNvPr>
              <p:cNvSpPr txBox="1"/>
              <p:nvPr/>
            </p:nvSpPr>
            <p:spPr>
              <a:xfrm>
                <a:off x="994956" y="164809"/>
                <a:ext cx="35137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 </a:t>
                </a:r>
              </a:p>
            </p:txBody>
          </p:sp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D93EBD95-8AD2-439F-CA0F-09086EDD7A4C}"/>
                  </a:ext>
                </a:extLst>
              </p:cNvPr>
              <p:cNvSpPr txBox="1"/>
              <p:nvPr/>
            </p:nvSpPr>
            <p:spPr>
              <a:xfrm>
                <a:off x="1544485" y="164809"/>
                <a:ext cx="35137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 </a:t>
                </a:r>
              </a:p>
            </p:txBody>
          </p:sp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79C4C1E7-BA9A-B8CB-70F5-74BF1029F17B}"/>
                  </a:ext>
                </a:extLst>
              </p:cNvPr>
              <p:cNvSpPr txBox="1"/>
              <p:nvPr/>
            </p:nvSpPr>
            <p:spPr>
              <a:xfrm>
                <a:off x="2065161" y="164809"/>
                <a:ext cx="40908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bcd</a:t>
                </a:r>
              </a:p>
            </p:txBody>
          </p:sp>
          <p:sp>
            <p:nvSpPr>
              <p:cNvPr id="470" name="TextBox 469">
                <a:extLst>
                  <a:ext uri="{FF2B5EF4-FFF2-40B4-BE49-F238E27FC236}">
                    <a16:creationId xmlns:a16="http://schemas.microsoft.com/office/drawing/2014/main" id="{CC352567-D51A-E252-1062-42FC7C70004F}"/>
                  </a:ext>
                </a:extLst>
              </p:cNvPr>
              <p:cNvSpPr txBox="1"/>
              <p:nvPr/>
            </p:nvSpPr>
            <p:spPr>
              <a:xfrm>
                <a:off x="442349" y="164809"/>
                <a:ext cx="35779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 d</a:t>
                </a: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0220EEAC-0F7A-AC0C-F743-C3BF55429C6F}"/>
                  </a:ext>
                </a:extLst>
              </p:cNvPr>
              <p:cNvSpPr/>
              <p:nvPr/>
            </p:nvSpPr>
            <p:spPr>
              <a:xfrm>
                <a:off x="456398" y="208129"/>
                <a:ext cx="2252852" cy="1359153"/>
              </a:xfrm>
              <a:custGeom>
                <a:avLst/>
                <a:gdLst>
                  <a:gd name="csX0" fmla="*/ 0 w 2252852"/>
                  <a:gd name="csY0" fmla="*/ 0 h 1359153"/>
                  <a:gd name="csX1" fmla="*/ 2252852 w 2252852"/>
                  <a:gd name="csY1" fmla="*/ 0 h 1359153"/>
                  <a:gd name="csX2" fmla="*/ 2252852 w 2252852"/>
                  <a:gd name="csY2" fmla="*/ 1359153 h 1359153"/>
                  <a:gd name="csX3" fmla="*/ 0 w 2252852"/>
                  <a:gd name="csY3" fmla="*/ 1359153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852" h="1359153">
                    <a:moveTo>
                      <a:pt x="0" y="0"/>
                    </a:moveTo>
                    <a:lnTo>
                      <a:pt x="2252852" y="0"/>
                    </a:lnTo>
                    <a:lnTo>
                      <a:pt x="2252852" y="1359153"/>
                    </a:lnTo>
                    <a:lnTo>
                      <a:pt x="0" y="1359153"/>
                    </a:lnTo>
                    <a:close/>
                  </a:path>
                </a:pathLst>
              </a:custGeom>
              <a:noFill/>
              <a:ln w="13542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56BAD4B1-19A4-A3F3-EFE5-21286472BF6C}"/>
                  </a:ext>
                </a:extLst>
              </p:cNvPr>
              <p:cNvSpPr txBox="1"/>
              <p:nvPr/>
            </p:nvSpPr>
            <p:spPr>
              <a:xfrm>
                <a:off x="1243335" y="1177310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2.33x</a:t>
                </a:r>
              </a:p>
            </p:txBody>
          </p:sp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5D45FA16-D951-5FC1-7594-62B9F3B99DEA}"/>
                  </a:ext>
                </a:extLst>
              </p:cNvPr>
              <p:cNvSpPr txBox="1"/>
              <p:nvPr/>
            </p:nvSpPr>
            <p:spPr>
              <a:xfrm>
                <a:off x="1792737" y="1128161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2.19x</a:t>
                </a:r>
              </a:p>
            </p:txBody>
          </p:sp>
        </p:grpSp>
        <p:grpSp>
          <p:nvGrpSpPr>
            <p:cNvPr id="472" name="Graphic 14">
              <a:extLst>
                <a:ext uri="{FF2B5EF4-FFF2-40B4-BE49-F238E27FC236}">
                  <a16:creationId xmlns:a16="http://schemas.microsoft.com/office/drawing/2014/main" id="{C1E1D2F9-F29C-836A-D6CF-1579254A7121}"/>
                </a:ext>
              </a:extLst>
            </p:cNvPr>
            <p:cNvGrpSpPr/>
            <p:nvPr/>
          </p:nvGrpSpPr>
          <p:grpSpPr>
            <a:xfrm>
              <a:off x="33779" y="134007"/>
              <a:ext cx="2692727" cy="1808300"/>
              <a:chOff x="33779" y="134007"/>
              <a:chExt cx="2692727" cy="1808300"/>
            </a:xfrm>
          </p:grpSpPr>
          <p:sp>
            <p:nvSpPr>
              <p:cNvPr id="473" name="TextBox 472">
                <a:extLst>
                  <a:ext uri="{FF2B5EF4-FFF2-40B4-BE49-F238E27FC236}">
                    <a16:creationId xmlns:a16="http://schemas.microsoft.com/office/drawing/2014/main" id="{4079580D-96A9-EE10-AD6F-474BA0100B8C}"/>
                  </a:ext>
                </a:extLst>
              </p:cNvPr>
              <p:cNvSpPr txBox="1"/>
              <p:nvPr/>
            </p:nvSpPr>
            <p:spPr>
              <a:xfrm>
                <a:off x="238316" y="1171978"/>
                <a:ext cx="24878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474" name="TextBox 473">
                <a:extLst>
                  <a:ext uri="{FF2B5EF4-FFF2-40B4-BE49-F238E27FC236}">
                    <a16:creationId xmlns:a16="http://schemas.microsoft.com/office/drawing/2014/main" id="{659D4EB1-23AA-2DBE-1FE8-AE60DFB610FA}"/>
                  </a:ext>
                </a:extLst>
              </p:cNvPr>
              <p:cNvSpPr txBox="1"/>
              <p:nvPr/>
            </p:nvSpPr>
            <p:spPr>
              <a:xfrm>
                <a:off x="238316" y="826030"/>
                <a:ext cx="24878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C917AB0A-FFCD-1722-3561-F6E719AA78B6}"/>
                  </a:ext>
                </a:extLst>
              </p:cNvPr>
              <p:cNvSpPr txBox="1"/>
              <p:nvPr/>
            </p:nvSpPr>
            <p:spPr>
              <a:xfrm>
                <a:off x="175178" y="479955"/>
                <a:ext cx="31290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476" name="TextBox 475">
                <a:extLst>
                  <a:ext uri="{FF2B5EF4-FFF2-40B4-BE49-F238E27FC236}">
                    <a16:creationId xmlns:a16="http://schemas.microsoft.com/office/drawing/2014/main" id="{F0EB1202-C9E4-9269-A33D-35C9A102274D}"/>
                  </a:ext>
                </a:extLst>
              </p:cNvPr>
              <p:cNvSpPr txBox="1"/>
              <p:nvPr/>
            </p:nvSpPr>
            <p:spPr>
              <a:xfrm>
                <a:off x="175178" y="134007"/>
                <a:ext cx="31290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16</a:t>
                </a: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0053ABA5-92B0-275E-D102-4D3AFCDDCA57}"/>
                  </a:ext>
                </a:extLst>
              </p:cNvPr>
              <p:cNvSpPr/>
              <p:nvPr/>
            </p:nvSpPr>
            <p:spPr>
              <a:xfrm>
                <a:off x="421600" y="1278866"/>
                <a:ext cx="34798" cy="12699"/>
              </a:xfrm>
              <a:custGeom>
                <a:avLst/>
                <a:gdLst>
                  <a:gd name="csX0" fmla="*/ 0 w 34798"/>
                  <a:gd name="csY0" fmla="*/ 0 h 12699"/>
                  <a:gd name="csX1" fmla="*/ 34798 w 3479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4FC80E9B-3C4D-52E2-B1E8-6469E8FC3931}"/>
                  </a:ext>
                </a:extLst>
              </p:cNvPr>
              <p:cNvSpPr/>
              <p:nvPr/>
            </p:nvSpPr>
            <p:spPr>
              <a:xfrm>
                <a:off x="421600" y="932918"/>
                <a:ext cx="34798" cy="12699"/>
              </a:xfrm>
              <a:custGeom>
                <a:avLst/>
                <a:gdLst>
                  <a:gd name="csX0" fmla="*/ 0 w 34798"/>
                  <a:gd name="csY0" fmla="*/ 0 h 12699"/>
                  <a:gd name="csX1" fmla="*/ 34798 w 3479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BBD6986F-919B-A277-5FDA-85EB3E730A2B}"/>
                  </a:ext>
                </a:extLst>
              </p:cNvPr>
              <p:cNvSpPr/>
              <p:nvPr/>
            </p:nvSpPr>
            <p:spPr>
              <a:xfrm>
                <a:off x="421600" y="586843"/>
                <a:ext cx="34798" cy="12699"/>
              </a:xfrm>
              <a:custGeom>
                <a:avLst/>
                <a:gdLst>
                  <a:gd name="csX0" fmla="*/ 0 w 34798"/>
                  <a:gd name="csY0" fmla="*/ 0 h 12699"/>
                  <a:gd name="csX1" fmla="*/ 34798 w 3479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5D86B8D0-BB05-C633-5FAE-A4400B27C72A}"/>
                  </a:ext>
                </a:extLst>
              </p:cNvPr>
              <p:cNvSpPr/>
              <p:nvPr/>
            </p:nvSpPr>
            <p:spPr>
              <a:xfrm>
                <a:off x="421600" y="240895"/>
                <a:ext cx="34798" cy="12699"/>
              </a:xfrm>
              <a:custGeom>
                <a:avLst/>
                <a:gdLst>
                  <a:gd name="csX0" fmla="*/ 0 w 34798"/>
                  <a:gd name="csY0" fmla="*/ 0 h 12699"/>
                  <a:gd name="csX1" fmla="*/ 34798 w 34798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1" name="Freeform 480">
                <a:extLst>
                  <a:ext uri="{FF2B5EF4-FFF2-40B4-BE49-F238E27FC236}">
                    <a16:creationId xmlns:a16="http://schemas.microsoft.com/office/drawing/2014/main" id="{27438BFF-1974-22F2-9DAD-811EFB0A7E39}"/>
                  </a:ext>
                </a:extLst>
              </p:cNvPr>
              <p:cNvSpPr/>
              <p:nvPr/>
            </p:nvSpPr>
            <p:spPr>
              <a:xfrm>
                <a:off x="621244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B2426ED-2936-75B9-1250-76F235EF4EC8}"/>
                  </a:ext>
                </a:extLst>
              </p:cNvPr>
              <p:cNvSpPr/>
              <p:nvPr/>
            </p:nvSpPr>
            <p:spPr>
              <a:xfrm>
                <a:off x="895945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2B2A3183-AA0A-623F-BA5A-53D86D4E2A32}"/>
                  </a:ext>
                </a:extLst>
              </p:cNvPr>
              <p:cNvSpPr/>
              <p:nvPr/>
            </p:nvSpPr>
            <p:spPr>
              <a:xfrm>
                <a:off x="1170646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AA6EE822-0CA5-3DEB-FA92-7D8B701ECF26}"/>
                  </a:ext>
                </a:extLst>
              </p:cNvPr>
              <p:cNvSpPr/>
              <p:nvPr/>
            </p:nvSpPr>
            <p:spPr>
              <a:xfrm>
                <a:off x="1445474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BAEB9915-CC76-F16F-3427-B81EAC78D48A}"/>
                  </a:ext>
                </a:extLst>
              </p:cNvPr>
              <p:cNvSpPr/>
              <p:nvPr/>
            </p:nvSpPr>
            <p:spPr>
              <a:xfrm>
                <a:off x="1720175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66D282EE-96CD-65B1-9F0E-F8FBE30C3779}"/>
                  </a:ext>
                </a:extLst>
              </p:cNvPr>
              <p:cNvSpPr/>
              <p:nvPr/>
            </p:nvSpPr>
            <p:spPr>
              <a:xfrm>
                <a:off x="1994876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DFB5930B-3CC2-8CB5-1217-D1F5760D9381}"/>
                  </a:ext>
                </a:extLst>
              </p:cNvPr>
              <p:cNvSpPr/>
              <p:nvPr/>
            </p:nvSpPr>
            <p:spPr>
              <a:xfrm>
                <a:off x="2269704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91E4DADF-C530-30EF-BA3E-BF1C3837F7C4}"/>
                  </a:ext>
                </a:extLst>
              </p:cNvPr>
              <p:cNvSpPr/>
              <p:nvPr/>
            </p:nvSpPr>
            <p:spPr>
              <a:xfrm>
                <a:off x="2544405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D25AA14C-07AE-22BC-0471-2A001DAB3259}"/>
                  </a:ext>
                </a:extLst>
              </p:cNvPr>
              <p:cNvSpPr txBox="1"/>
              <p:nvPr/>
            </p:nvSpPr>
            <p:spPr>
              <a:xfrm>
                <a:off x="493645" y="1563137"/>
                <a:ext cx="25519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5F85F86A-F1A5-B17F-9DEB-0399AA76DA6E}"/>
                  </a:ext>
                </a:extLst>
              </p:cNvPr>
              <p:cNvSpPr txBox="1"/>
              <p:nvPr/>
            </p:nvSpPr>
            <p:spPr>
              <a:xfrm>
                <a:off x="755522" y="1563137"/>
                <a:ext cx="28084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491" name="TextBox 490">
                <a:extLst>
                  <a:ext uri="{FF2B5EF4-FFF2-40B4-BE49-F238E27FC236}">
                    <a16:creationId xmlns:a16="http://schemas.microsoft.com/office/drawing/2014/main" id="{F0B9B52C-5FBC-6968-2805-640715CC5251}"/>
                  </a:ext>
                </a:extLst>
              </p:cNvPr>
              <p:cNvSpPr txBox="1"/>
              <p:nvPr/>
            </p:nvSpPr>
            <p:spPr>
              <a:xfrm>
                <a:off x="1062283" y="1563137"/>
                <a:ext cx="2167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492" name="TextBox 491">
                <a:extLst>
                  <a:ext uri="{FF2B5EF4-FFF2-40B4-BE49-F238E27FC236}">
                    <a16:creationId xmlns:a16="http://schemas.microsoft.com/office/drawing/2014/main" id="{1078861D-D79C-ABAA-B292-4789739CAF6C}"/>
                  </a:ext>
                </a:extLst>
              </p:cNvPr>
              <p:cNvSpPr txBox="1"/>
              <p:nvPr/>
            </p:nvSpPr>
            <p:spPr>
              <a:xfrm>
                <a:off x="1298638" y="1563137"/>
                <a:ext cx="293671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IP</a:t>
                </a:r>
              </a:p>
            </p:txBody>
          </p:sp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79F7C6C9-ECA6-456D-37DD-05573FEFC2B9}"/>
                  </a:ext>
                </a:extLst>
              </p:cNvPr>
              <p:cNvSpPr txBox="1"/>
              <p:nvPr/>
            </p:nvSpPr>
            <p:spPr>
              <a:xfrm>
                <a:off x="1579751" y="1563137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9F7B63FF-5FC4-FD6C-566D-05F839E560F1}"/>
                  </a:ext>
                </a:extLst>
              </p:cNvPr>
              <p:cNvSpPr txBox="1"/>
              <p:nvPr/>
            </p:nvSpPr>
            <p:spPr>
              <a:xfrm>
                <a:off x="1815981" y="1563137"/>
                <a:ext cx="35779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LIP</a:t>
                </a:r>
              </a:p>
            </p:txBody>
          </p:sp>
          <p:sp>
            <p:nvSpPr>
              <p:cNvPr id="495" name="TextBox 494">
                <a:extLst>
                  <a:ext uri="{FF2B5EF4-FFF2-40B4-BE49-F238E27FC236}">
                    <a16:creationId xmlns:a16="http://schemas.microsoft.com/office/drawing/2014/main" id="{0BEE58D8-400F-4BD2-BF96-6309AFB302C2}"/>
                  </a:ext>
                </a:extLst>
              </p:cNvPr>
              <p:cNvSpPr txBox="1"/>
              <p:nvPr/>
            </p:nvSpPr>
            <p:spPr>
              <a:xfrm>
                <a:off x="2100426" y="1563137"/>
                <a:ext cx="338555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496" name="TextBox 495">
                <a:extLst>
                  <a:ext uri="{FF2B5EF4-FFF2-40B4-BE49-F238E27FC236}">
                    <a16:creationId xmlns:a16="http://schemas.microsoft.com/office/drawing/2014/main" id="{8E6E850E-999C-1C90-BEF1-B6EE3B232D6B}"/>
                  </a:ext>
                </a:extLst>
              </p:cNvPr>
              <p:cNvSpPr txBox="1"/>
              <p:nvPr/>
            </p:nvSpPr>
            <p:spPr>
              <a:xfrm>
                <a:off x="2362303" y="1563137"/>
                <a:ext cx="364203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NM</a:t>
                </a:r>
              </a:p>
            </p:txBody>
          </p:sp>
          <p:sp>
            <p:nvSpPr>
              <p:cNvPr id="497" name="TextBox 496">
                <a:extLst>
                  <a:ext uri="{FF2B5EF4-FFF2-40B4-BE49-F238E27FC236}">
                    <a16:creationId xmlns:a16="http://schemas.microsoft.com/office/drawing/2014/main" id="{2E9BEA84-3854-64A4-7124-CE3932755409}"/>
                  </a:ext>
                </a:extLst>
              </p:cNvPr>
              <p:cNvSpPr txBox="1"/>
              <p:nvPr/>
            </p:nvSpPr>
            <p:spPr>
              <a:xfrm>
                <a:off x="1310090" y="1696086"/>
                <a:ext cx="54534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AF9B7CBB-606F-3890-5673-AA29EA434BE1}"/>
                  </a:ext>
                </a:extLst>
              </p:cNvPr>
              <p:cNvSpPr txBox="1"/>
              <p:nvPr/>
            </p:nvSpPr>
            <p:spPr>
              <a:xfrm rot="16200000">
                <a:off x="-184710" y="764597"/>
                <a:ext cx="6832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Mass (g)</a:t>
                </a:r>
              </a:p>
            </p:txBody>
          </p:sp>
        </p:grpSp>
      </p:grpSp>
      <p:grpSp>
        <p:nvGrpSpPr>
          <p:cNvPr id="21" name="Graphic 15">
            <a:extLst>
              <a:ext uri="{FF2B5EF4-FFF2-40B4-BE49-F238E27FC236}">
                <a16:creationId xmlns:a16="http://schemas.microsoft.com/office/drawing/2014/main" id="{347238A0-2806-9014-C620-AA655AB2BD8D}"/>
              </a:ext>
            </a:extLst>
          </p:cNvPr>
          <p:cNvGrpSpPr/>
          <p:nvPr/>
        </p:nvGrpSpPr>
        <p:grpSpPr>
          <a:xfrm>
            <a:off x="3007012" y="138534"/>
            <a:ext cx="2745070" cy="1828799"/>
            <a:chOff x="3007012" y="138534"/>
            <a:chExt cx="2745070" cy="18287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707A60A-6004-44B1-F640-307805723849}"/>
                </a:ext>
              </a:extLst>
            </p:cNvPr>
            <p:cNvSpPr/>
            <p:nvPr/>
          </p:nvSpPr>
          <p:spPr>
            <a:xfrm>
              <a:off x="3008883" y="138534"/>
              <a:ext cx="2743199" cy="1828799"/>
            </a:xfrm>
            <a:custGeom>
              <a:avLst/>
              <a:gdLst>
                <a:gd name="csX0" fmla="*/ 0 w 2743199"/>
                <a:gd name="csY0" fmla="*/ 0 h 1828799"/>
                <a:gd name="csX1" fmla="*/ 2743199 w 2743199"/>
                <a:gd name="csY1" fmla="*/ 0 h 1828799"/>
                <a:gd name="csX2" fmla="*/ 2743199 w 2743199"/>
                <a:gd name="csY2" fmla="*/ 1828799 h 1828799"/>
                <a:gd name="csX3" fmla="*/ 0 w 2743199"/>
                <a:gd name="csY3" fmla="*/ 1828799 h 1828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43199" h="1828799">
                  <a:moveTo>
                    <a:pt x="0" y="0"/>
                  </a:moveTo>
                  <a:lnTo>
                    <a:pt x="2743199" y="0"/>
                  </a:lnTo>
                  <a:lnTo>
                    <a:pt x="2743199" y="1828799"/>
                  </a:lnTo>
                  <a:lnTo>
                    <a:pt x="0" y="1828799"/>
                  </a:lnTo>
                  <a:close/>
                </a:path>
              </a:pathLst>
            </a:custGeom>
            <a:solidFill>
              <a:srgbClr val="FFFFFF"/>
            </a:solidFill>
            <a:ln w="12656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ADFD77FD-8170-38B5-6F1E-7F8645CA09C3}"/>
                </a:ext>
              </a:extLst>
            </p:cNvPr>
            <p:cNvSpPr/>
            <p:nvPr/>
          </p:nvSpPr>
          <p:spPr>
            <a:xfrm>
              <a:off x="3008883" y="138534"/>
              <a:ext cx="2743199" cy="1828799"/>
            </a:xfrm>
            <a:custGeom>
              <a:avLst/>
              <a:gdLst>
                <a:gd name="csX0" fmla="*/ 0 w 2743199"/>
                <a:gd name="csY0" fmla="*/ 0 h 1828799"/>
                <a:gd name="csX1" fmla="*/ 2743199 w 2743199"/>
                <a:gd name="csY1" fmla="*/ 0 h 1828799"/>
                <a:gd name="csX2" fmla="*/ 2743199 w 2743199"/>
                <a:gd name="csY2" fmla="*/ 1828799 h 1828799"/>
                <a:gd name="csX3" fmla="*/ 0 w 2743199"/>
                <a:gd name="csY3" fmla="*/ 1828799 h 1828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43199" h="1828799">
                  <a:moveTo>
                    <a:pt x="0" y="0"/>
                  </a:moveTo>
                  <a:lnTo>
                    <a:pt x="2743199" y="0"/>
                  </a:lnTo>
                  <a:lnTo>
                    <a:pt x="2743199" y="1828799"/>
                  </a:lnTo>
                  <a:lnTo>
                    <a:pt x="0" y="1828799"/>
                  </a:lnTo>
                  <a:close/>
                </a:path>
              </a:pathLst>
            </a:custGeom>
            <a:solidFill>
              <a:srgbClr val="FFFFFF"/>
            </a:solidFill>
            <a:ln w="13542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400"/>
            </a:p>
          </p:txBody>
        </p:sp>
        <p:grpSp>
          <p:nvGrpSpPr>
            <p:cNvPr id="24" name="Graphic 15">
              <a:extLst>
                <a:ext uri="{FF2B5EF4-FFF2-40B4-BE49-F238E27FC236}">
                  <a16:creationId xmlns:a16="http://schemas.microsoft.com/office/drawing/2014/main" id="{B5F5C79F-0A9A-27CA-5906-25CCFC53536F}"/>
                </a:ext>
              </a:extLst>
            </p:cNvPr>
            <p:cNvGrpSpPr/>
            <p:nvPr/>
          </p:nvGrpSpPr>
          <p:grpSpPr>
            <a:xfrm>
              <a:off x="3357926" y="164809"/>
              <a:ext cx="2359685" cy="1402473"/>
              <a:chOff x="3357926" y="164809"/>
              <a:chExt cx="2359685" cy="1402473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9E2C9DF-653F-E5B0-61BD-F773CA052493}"/>
                  </a:ext>
                </a:extLst>
              </p:cNvPr>
              <p:cNvSpPr/>
              <p:nvPr/>
            </p:nvSpPr>
            <p:spPr>
              <a:xfrm>
                <a:off x="3367530" y="208129"/>
                <a:ext cx="2314955" cy="1359153"/>
              </a:xfrm>
              <a:custGeom>
                <a:avLst/>
                <a:gdLst>
                  <a:gd name="csX0" fmla="*/ 0 w 2314955"/>
                  <a:gd name="csY0" fmla="*/ 0 h 1359153"/>
                  <a:gd name="csX1" fmla="*/ 2314955 w 2314955"/>
                  <a:gd name="csY1" fmla="*/ 0 h 1359153"/>
                  <a:gd name="csX2" fmla="*/ 2314955 w 2314955"/>
                  <a:gd name="csY2" fmla="*/ 1359153 h 1359153"/>
                  <a:gd name="csX3" fmla="*/ 0 w 2314955"/>
                  <a:gd name="csY3" fmla="*/ 1359153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314955" h="1359153">
                    <a:moveTo>
                      <a:pt x="0" y="0"/>
                    </a:moveTo>
                    <a:lnTo>
                      <a:pt x="2314955" y="0"/>
                    </a:lnTo>
                    <a:lnTo>
                      <a:pt x="2314955" y="1359153"/>
                    </a:lnTo>
                    <a:lnTo>
                      <a:pt x="0" y="1359153"/>
                    </a:lnTo>
                    <a:close/>
                  </a:path>
                </a:pathLst>
              </a:custGeom>
              <a:solidFill>
                <a:srgbClr val="FFFFFF"/>
              </a:solidFill>
              <a:ln w="2695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1E84C0A9-EEEE-73DE-97E0-676EB6A018D7}"/>
                  </a:ext>
                </a:extLst>
              </p:cNvPr>
              <p:cNvSpPr/>
              <p:nvPr/>
            </p:nvSpPr>
            <p:spPr>
              <a:xfrm>
                <a:off x="3409821" y="689713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B27F4D2F-4969-5638-8C27-8D674200299E}"/>
                  </a:ext>
                </a:extLst>
              </p:cNvPr>
              <p:cNvSpPr/>
              <p:nvPr/>
            </p:nvSpPr>
            <p:spPr>
              <a:xfrm>
                <a:off x="3692142" y="1204571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82C0B324-F494-C51C-51FB-B71620E91271}"/>
                  </a:ext>
                </a:extLst>
              </p:cNvPr>
              <p:cNvSpPr/>
              <p:nvPr/>
            </p:nvSpPr>
            <p:spPr>
              <a:xfrm>
                <a:off x="3974463" y="930632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27A7BF01-A73A-7E92-66C0-15B4B7561DD4}"/>
                  </a:ext>
                </a:extLst>
              </p:cNvPr>
              <p:cNvSpPr/>
              <p:nvPr/>
            </p:nvSpPr>
            <p:spPr>
              <a:xfrm>
                <a:off x="4256784" y="1272516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AE1C2B73-6EBD-F452-674D-17C4780442F9}"/>
                  </a:ext>
                </a:extLst>
              </p:cNvPr>
              <p:cNvSpPr/>
              <p:nvPr/>
            </p:nvSpPr>
            <p:spPr>
              <a:xfrm>
                <a:off x="4539105" y="885547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F8766D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D5DB9FE9-3496-BFA3-81E6-C26983D16AE0}"/>
                  </a:ext>
                </a:extLst>
              </p:cNvPr>
              <p:cNvSpPr/>
              <p:nvPr/>
            </p:nvSpPr>
            <p:spPr>
              <a:xfrm>
                <a:off x="4821426" y="1211810"/>
                <a:ext cx="254126" cy="12699"/>
              </a:xfrm>
              <a:custGeom>
                <a:avLst/>
                <a:gdLst>
                  <a:gd name="csX0" fmla="*/ 0 w 254126"/>
                  <a:gd name="csY0" fmla="*/ 0 h 12699"/>
                  <a:gd name="csX1" fmla="*/ 254127 w 254126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254126" h="12699">
                    <a:moveTo>
                      <a:pt x="0" y="0"/>
                    </a:moveTo>
                    <a:lnTo>
                      <a:pt x="254127" y="0"/>
                    </a:lnTo>
                  </a:path>
                </a:pathLst>
              </a:custGeom>
              <a:ln w="33791" cap="flat">
                <a:solidFill>
                  <a:srgbClr val="00BFC4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81323190-C290-FA6A-4A06-E259074D7957}"/>
                  </a:ext>
                </a:extLst>
              </p:cNvPr>
              <p:cNvSpPr/>
              <p:nvPr/>
            </p:nvSpPr>
            <p:spPr>
              <a:xfrm>
                <a:off x="3480433" y="625578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2297CC87-06B3-E773-30B2-FCE310256144}"/>
                  </a:ext>
                </a:extLst>
              </p:cNvPr>
              <p:cNvSpPr/>
              <p:nvPr/>
            </p:nvSpPr>
            <p:spPr>
              <a:xfrm>
                <a:off x="3536821" y="625578"/>
                <a:ext cx="12699" cy="128396"/>
              </a:xfrm>
              <a:custGeom>
                <a:avLst/>
                <a:gdLst>
                  <a:gd name="csX0" fmla="*/ 0 w 12699"/>
                  <a:gd name="csY0" fmla="*/ 0 h 128396"/>
                  <a:gd name="csX1" fmla="*/ 0 w 12699"/>
                  <a:gd name="csY1" fmla="*/ 128397 h 1283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28396">
                    <a:moveTo>
                      <a:pt x="0" y="0"/>
                    </a:moveTo>
                    <a:lnTo>
                      <a:pt x="0" y="12839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E9120FA3-CD38-CF62-270D-87DDFB324630}"/>
                  </a:ext>
                </a:extLst>
              </p:cNvPr>
              <p:cNvSpPr/>
              <p:nvPr/>
            </p:nvSpPr>
            <p:spPr>
              <a:xfrm>
                <a:off x="3480433" y="753975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4CB7A3DC-1BBA-236D-8E9E-CD9BF3095E3E}"/>
                  </a:ext>
                </a:extLst>
              </p:cNvPr>
              <p:cNvSpPr/>
              <p:nvPr/>
            </p:nvSpPr>
            <p:spPr>
              <a:xfrm>
                <a:off x="3762754" y="1140182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10E911A6-C2FA-448C-A754-49FC4619032A}"/>
                  </a:ext>
                </a:extLst>
              </p:cNvPr>
              <p:cNvSpPr/>
              <p:nvPr/>
            </p:nvSpPr>
            <p:spPr>
              <a:xfrm>
                <a:off x="3819142" y="1140182"/>
                <a:ext cx="12699" cy="128777"/>
              </a:xfrm>
              <a:custGeom>
                <a:avLst/>
                <a:gdLst>
                  <a:gd name="csX0" fmla="*/ 0 w 12699"/>
                  <a:gd name="csY0" fmla="*/ 0 h 128777"/>
                  <a:gd name="csX1" fmla="*/ 0 w 12699"/>
                  <a:gd name="csY1" fmla="*/ 128778 h 1287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28777">
                    <a:moveTo>
                      <a:pt x="0" y="0"/>
                    </a:moveTo>
                    <a:lnTo>
                      <a:pt x="0" y="128778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E0F634F9-6DFD-52DB-F7B1-046265EE1CFC}"/>
                  </a:ext>
                </a:extLst>
              </p:cNvPr>
              <p:cNvSpPr/>
              <p:nvPr/>
            </p:nvSpPr>
            <p:spPr>
              <a:xfrm>
                <a:off x="3762754" y="1268960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73D8F575-C9E7-BC23-943D-A52A8A8DE402}"/>
                  </a:ext>
                </a:extLst>
              </p:cNvPr>
              <p:cNvSpPr/>
              <p:nvPr/>
            </p:nvSpPr>
            <p:spPr>
              <a:xfrm>
                <a:off x="4045075" y="876530"/>
                <a:ext cx="112903" cy="12699"/>
              </a:xfrm>
              <a:custGeom>
                <a:avLst/>
                <a:gdLst>
                  <a:gd name="csX0" fmla="*/ 0 w 112903"/>
                  <a:gd name="csY0" fmla="*/ 0 h 12699"/>
                  <a:gd name="csX1" fmla="*/ 112903 w 112903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3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4064FD99-F74D-D1B2-83A6-8FE343328FD0}"/>
                  </a:ext>
                </a:extLst>
              </p:cNvPr>
              <p:cNvSpPr/>
              <p:nvPr/>
            </p:nvSpPr>
            <p:spPr>
              <a:xfrm>
                <a:off x="4101463" y="876530"/>
                <a:ext cx="12699" cy="108203"/>
              </a:xfrm>
              <a:custGeom>
                <a:avLst/>
                <a:gdLst>
                  <a:gd name="csX0" fmla="*/ 0 w 12699"/>
                  <a:gd name="csY0" fmla="*/ 0 h 108203"/>
                  <a:gd name="csX1" fmla="*/ 0 w 12699"/>
                  <a:gd name="csY1" fmla="*/ 108204 h 1082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08203">
                    <a:moveTo>
                      <a:pt x="0" y="0"/>
                    </a:moveTo>
                    <a:lnTo>
                      <a:pt x="0" y="108204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E873C61A-D143-49D4-5728-CFBDBE53139C}"/>
                  </a:ext>
                </a:extLst>
              </p:cNvPr>
              <p:cNvSpPr/>
              <p:nvPr/>
            </p:nvSpPr>
            <p:spPr>
              <a:xfrm>
                <a:off x="4045075" y="984734"/>
                <a:ext cx="112903" cy="12699"/>
              </a:xfrm>
              <a:custGeom>
                <a:avLst/>
                <a:gdLst>
                  <a:gd name="csX0" fmla="*/ 0 w 112903"/>
                  <a:gd name="csY0" fmla="*/ 0 h 12699"/>
                  <a:gd name="csX1" fmla="*/ 112903 w 112903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3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FE3A14C5-AB87-B71D-8D33-AB677C32CCD1}"/>
                  </a:ext>
                </a:extLst>
              </p:cNvPr>
              <p:cNvSpPr/>
              <p:nvPr/>
            </p:nvSpPr>
            <p:spPr>
              <a:xfrm>
                <a:off x="4327396" y="1226542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46953779-8F75-1742-DF05-2F0B66E851FC}"/>
                  </a:ext>
                </a:extLst>
              </p:cNvPr>
              <p:cNvSpPr/>
              <p:nvPr/>
            </p:nvSpPr>
            <p:spPr>
              <a:xfrm>
                <a:off x="4383784" y="1226542"/>
                <a:ext cx="12699" cy="91820"/>
              </a:xfrm>
              <a:custGeom>
                <a:avLst/>
                <a:gdLst>
                  <a:gd name="csX0" fmla="*/ 0 w 12699"/>
                  <a:gd name="csY0" fmla="*/ 0 h 91820"/>
                  <a:gd name="csX1" fmla="*/ 0 w 12699"/>
                  <a:gd name="csY1" fmla="*/ 91821 h 9182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91820">
                    <a:moveTo>
                      <a:pt x="0" y="0"/>
                    </a:moveTo>
                    <a:lnTo>
                      <a:pt x="0" y="91821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D6956CF2-6586-5053-E239-C3DA72E6F0C2}"/>
                  </a:ext>
                </a:extLst>
              </p:cNvPr>
              <p:cNvSpPr/>
              <p:nvPr/>
            </p:nvSpPr>
            <p:spPr>
              <a:xfrm>
                <a:off x="4327396" y="1318363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8CB24A1B-82B4-BEE6-3CE8-9618DEFFB592}"/>
                  </a:ext>
                </a:extLst>
              </p:cNvPr>
              <p:cNvSpPr/>
              <p:nvPr/>
            </p:nvSpPr>
            <p:spPr>
              <a:xfrm>
                <a:off x="4609717" y="744196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A5BD5341-D36C-E63E-7F46-C59624944A86}"/>
                  </a:ext>
                </a:extLst>
              </p:cNvPr>
              <p:cNvSpPr/>
              <p:nvPr/>
            </p:nvSpPr>
            <p:spPr>
              <a:xfrm>
                <a:off x="4666105" y="744196"/>
                <a:ext cx="12699" cy="282701"/>
              </a:xfrm>
              <a:custGeom>
                <a:avLst/>
                <a:gdLst>
                  <a:gd name="csX0" fmla="*/ 0 w 12699"/>
                  <a:gd name="csY0" fmla="*/ 0 h 282701"/>
                  <a:gd name="csX1" fmla="*/ 0 w 12699"/>
                  <a:gd name="csY1" fmla="*/ 282702 h 2827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282701">
                    <a:moveTo>
                      <a:pt x="0" y="0"/>
                    </a:moveTo>
                    <a:lnTo>
                      <a:pt x="0" y="282702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78147DA9-0608-DFE2-4B96-2367440EBA91}"/>
                  </a:ext>
                </a:extLst>
              </p:cNvPr>
              <p:cNvSpPr/>
              <p:nvPr/>
            </p:nvSpPr>
            <p:spPr>
              <a:xfrm>
                <a:off x="4609717" y="1026898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C4B78DA0-4A9A-620F-BC15-74AA2942B3E0}"/>
                  </a:ext>
                </a:extLst>
              </p:cNvPr>
              <p:cNvSpPr/>
              <p:nvPr/>
            </p:nvSpPr>
            <p:spPr>
              <a:xfrm>
                <a:off x="4892038" y="1114020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D2B5CEA0-AECC-AC35-BA51-32B051E199D3}"/>
                  </a:ext>
                </a:extLst>
              </p:cNvPr>
              <p:cNvSpPr/>
              <p:nvPr/>
            </p:nvSpPr>
            <p:spPr>
              <a:xfrm>
                <a:off x="4948426" y="1114020"/>
                <a:ext cx="12699" cy="195706"/>
              </a:xfrm>
              <a:custGeom>
                <a:avLst/>
                <a:gdLst>
                  <a:gd name="csX0" fmla="*/ 0 w 12699"/>
                  <a:gd name="csY0" fmla="*/ 0 h 195706"/>
                  <a:gd name="csX1" fmla="*/ 0 w 12699"/>
                  <a:gd name="csY1" fmla="*/ 195707 h 1957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95706">
                    <a:moveTo>
                      <a:pt x="0" y="0"/>
                    </a:moveTo>
                    <a:lnTo>
                      <a:pt x="0" y="19570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1BC098D4-D99D-D24B-D0CC-E4DD3EFDEC52}"/>
                  </a:ext>
                </a:extLst>
              </p:cNvPr>
              <p:cNvSpPr/>
              <p:nvPr/>
            </p:nvSpPr>
            <p:spPr>
              <a:xfrm>
                <a:off x="4892038" y="1309727"/>
                <a:ext cx="112902" cy="12699"/>
              </a:xfrm>
              <a:custGeom>
                <a:avLst/>
                <a:gdLst>
                  <a:gd name="csX0" fmla="*/ 0 w 112902"/>
                  <a:gd name="csY0" fmla="*/ 0 h 12699"/>
                  <a:gd name="csX1" fmla="*/ 112903 w 112902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902" h="12699">
                    <a:moveTo>
                      <a:pt x="0" y="0"/>
                    </a:moveTo>
                    <a:lnTo>
                      <a:pt x="112903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13EFADA7-FF52-C85F-7E45-008ACD01F517}"/>
                  </a:ext>
                </a:extLst>
              </p:cNvPr>
              <p:cNvSpPr/>
              <p:nvPr/>
            </p:nvSpPr>
            <p:spPr>
              <a:xfrm>
                <a:off x="3960366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1" name="Freeform 50">
                <a:extLst>
                  <a:ext uri="{FF2B5EF4-FFF2-40B4-BE49-F238E27FC236}">
                    <a16:creationId xmlns:a16="http://schemas.microsoft.com/office/drawing/2014/main" id="{59E4F0CC-9584-D50B-1035-61F3BA1F3A02}"/>
                  </a:ext>
                </a:extLst>
              </p:cNvPr>
              <p:cNvSpPr/>
              <p:nvPr/>
            </p:nvSpPr>
            <p:spPr>
              <a:xfrm>
                <a:off x="4525008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67A814E9-9C20-EACF-D5A3-F742B0CC58AF}"/>
                  </a:ext>
                </a:extLst>
              </p:cNvPr>
              <p:cNvSpPr/>
              <p:nvPr/>
            </p:nvSpPr>
            <p:spPr>
              <a:xfrm>
                <a:off x="5089650" y="208129"/>
                <a:ext cx="12699" cy="1359153"/>
              </a:xfrm>
              <a:custGeom>
                <a:avLst/>
                <a:gdLst>
                  <a:gd name="csX0" fmla="*/ 0 w 12699"/>
                  <a:gd name="csY0" fmla="*/ 1359153 h 1359153"/>
                  <a:gd name="csX1" fmla="*/ 0 w 12699"/>
                  <a:gd name="csY1" fmla="*/ 0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1359153">
                    <a:moveTo>
                      <a:pt x="0" y="1359153"/>
                    </a:moveTo>
                    <a:lnTo>
                      <a:pt x="0" y="0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02CFB78B-5130-6CE0-0333-2A730D1D6C7B}"/>
                  </a:ext>
                </a:extLst>
              </p:cNvPr>
              <p:cNvSpPr/>
              <p:nvPr/>
            </p:nvSpPr>
            <p:spPr>
              <a:xfrm>
                <a:off x="3678045" y="689713"/>
                <a:ext cx="12699" cy="514857"/>
              </a:xfrm>
              <a:custGeom>
                <a:avLst/>
                <a:gdLst>
                  <a:gd name="csX0" fmla="*/ 0 w 12699"/>
                  <a:gd name="csY0" fmla="*/ 0 h 514857"/>
                  <a:gd name="csX1" fmla="*/ 0 w 12699"/>
                  <a:gd name="csY1" fmla="*/ 514858 h 5148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514857">
                    <a:moveTo>
                      <a:pt x="0" y="0"/>
                    </a:moveTo>
                    <a:lnTo>
                      <a:pt x="0" y="514858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5A6E3CB4-F2AC-6C7D-ABFC-30B064DB1204}"/>
                  </a:ext>
                </a:extLst>
              </p:cNvPr>
              <p:cNvSpPr/>
              <p:nvPr/>
            </p:nvSpPr>
            <p:spPr>
              <a:xfrm>
                <a:off x="3641977" y="689713"/>
                <a:ext cx="72008" cy="62356"/>
              </a:xfrm>
              <a:custGeom>
                <a:avLst/>
                <a:gdLst>
                  <a:gd name="csX0" fmla="*/ 72009 w 72008"/>
                  <a:gd name="csY0" fmla="*/ 62357 h 62356"/>
                  <a:gd name="csX1" fmla="*/ 36068 w 72008"/>
                  <a:gd name="csY1" fmla="*/ 0 h 62356"/>
                  <a:gd name="csX2" fmla="*/ 0 w 72008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72009" y="62357"/>
                    </a:moveTo>
                    <a:lnTo>
                      <a:pt x="36068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96C0F775-75E7-67E5-949D-A2C14036D3A2}"/>
                  </a:ext>
                </a:extLst>
              </p:cNvPr>
              <p:cNvSpPr/>
              <p:nvPr/>
            </p:nvSpPr>
            <p:spPr>
              <a:xfrm>
                <a:off x="3641977" y="1142214"/>
                <a:ext cx="72008" cy="62357"/>
              </a:xfrm>
              <a:custGeom>
                <a:avLst/>
                <a:gdLst>
                  <a:gd name="csX0" fmla="*/ 0 w 72008"/>
                  <a:gd name="csY0" fmla="*/ 0 h 62357"/>
                  <a:gd name="csX1" fmla="*/ 36068 w 72008"/>
                  <a:gd name="csY1" fmla="*/ 62357 h 62357"/>
                  <a:gd name="csX2" fmla="*/ 72009 w 72008"/>
                  <a:gd name="csY2" fmla="*/ 0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0" y="0"/>
                    </a:moveTo>
                    <a:lnTo>
                      <a:pt x="36068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DB349E24-A024-BB3F-B7C8-FFB7B0330DAB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01391EE-FD1B-AEA3-C98B-337481E0C9D2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A8E0C0F-8C90-E979-8F22-66F103A2CBDC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655D0184-2296-CDE1-70B1-53E4CDC2A850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335736C-6E26-8C17-3E62-E4BB9540BA14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B4F12D-F1F2-27CE-2509-CE34B493C967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18A6B31F-2059-0675-9D19-5DA6248CFD90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002156E3-D0C8-14ED-ABF5-D840501D3D32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DEF8DE4-BD50-11AD-5A61-A2AE2ABCC311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854D364-4DEE-D3F4-8228-1AC76A284C89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6AD16A84-83D2-A24D-81FB-C3B0B0B70DEA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2EAC2EA-72D7-7C78-4D52-618C9566CBB7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05D6A8A1-B129-6D35-3CD8-F272AC07FED8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B90B84B3-77F4-E372-17DE-1E9813A0C3B8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8237865-5397-1D73-2BDB-C245C25D3F13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EAFBCC03-50C2-AB56-BD23-996F46747DB4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86E83AF-57EA-6BF8-3A21-3A4028F366E3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EBC5ED91-E105-B199-019F-DE4BE378BCF3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A24CCCBF-FB4B-93DC-D21B-F4DFDA814E9E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1F647BAC-DC13-F1BC-58E0-E7BD715887A0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C93DB804-8717-B0C6-5ECC-514DA84FFBD3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DFDD361-386B-959A-C4F7-37298C07D4DC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E13C75BB-22ED-D94E-3518-B0BCEB7D3D29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8DB09C07-EC85-62DD-368E-4818EBEA69D5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0C0CF43-9A03-6EA9-0F9D-79F7EAAF4775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9481DF16-805E-6BAE-F716-8813AE4AE69F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43A9BE4-CA9E-1730-3FA6-9FB5EDD038EE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0A7FA34F-2410-B3B1-AD0D-F6E8E12A65C8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E220A7C5-FB87-30AC-5231-08B7AB9E8C21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C28862CF-57C4-E4A6-D7C9-0810CA05F95F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921C61F-6E1E-ED70-78CC-9916053D7678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41587D8E-0A2D-D047-4F47-2AA5CFD9BF58}"/>
                  </a:ext>
                </a:extLst>
              </p:cNvPr>
              <p:cNvSpPr/>
              <p:nvPr/>
            </p:nvSpPr>
            <p:spPr>
              <a:xfrm>
                <a:off x="4242687" y="930632"/>
                <a:ext cx="12699" cy="341883"/>
              </a:xfrm>
              <a:custGeom>
                <a:avLst/>
                <a:gdLst>
                  <a:gd name="csX0" fmla="*/ 0 w 12699"/>
                  <a:gd name="csY0" fmla="*/ 0 h 341883"/>
                  <a:gd name="csX1" fmla="*/ 0 w 12699"/>
                  <a:gd name="csY1" fmla="*/ 341884 h 3418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1883">
                    <a:moveTo>
                      <a:pt x="0" y="0"/>
                    </a:moveTo>
                    <a:lnTo>
                      <a:pt x="0" y="341884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092D1237-817C-5533-A4A1-07A41C498DA9}"/>
                  </a:ext>
                </a:extLst>
              </p:cNvPr>
              <p:cNvSpPr/>
              <p:nvPr/>
            </p:nvSpPr>
            <p:spPr>
              <a:xfrm>
                <a:off x="4206619" y="930632"/>
                <a:ext cx="72009" cy="62356"/>
              </a:xfrm>
              <a:custGeom>
                <a:avLst/>
                <a:gdLst>
                  <a:gd name="csX0" fmla="*/ 72009 w 72009"/>
                  <a:gd name="csY0" fmla="*/ 62357 h 62356"/>
                  <a:gd name="csX1" fmla="*/ 36068 w 72009"/>
                  <a:gd name="csY1" fmla="*/ 0 h 62356"/>
                  <a:gd name="csX2" fmla="*/ 0 w 72009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9" h="62356">
                    <a:moveTo>
                      <a:pt x="72009" y="62357"/>
                    </a:moveTo>
                    <a:lnTo>
                      <a:pt x="36068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32DFE284-DAEF-515A-B100-750AA35F6C0A}"/>
                  </a:ext>
                </a:extLst>
              </p:cNvPr>
              <p:cNvSpPr/>
              <p:nvPr/>
            </p:nvSpPr>
            <p:spPr>
              <a:xfrm>
                <a:off x="4206619" y="1210159"/>
                <a:ext cx="72009" cy="62357"/>
              </a:xfrm>
              <a:custGeom>
                <a:avLst/>
                <a:gdLst>
                  <a:gd name="csX0" fmla="*/ 0 w 72009"/>
                  <a:gd name="csY0" fmla="*/ 0 h 62357"/>
                  <a:gd name="csX1" fmla="*/ 36068 w 72009"/>
                  <a:gd name="csY1" fmla="*/ 62357 h 62357"/>
                  <a:gd name="csX2" fmla="*/ 72009 w 72009"/>
                  <a:gd name="csY2" fmla="*/ 0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9" h="62357">
                    <a:moveTo>
                      <a:pt x="0" y="0"/>
                    </a:moveTo>
                    <a:lnTo>
                      <a:pt x="36068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74AAA51B-70AE-6E4C-9286-F59276369894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63A43F84-17C1-CDD2-BB1C-3DF922EB96FD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6EDEE16A-A9FB-404F-50F1-8793EE099B30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A6A3A32C-3F05-3E21-9EEC-22FB28068C65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ECA2D3AF-E25F-A80E-4263-976D1CFD1787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E8F31D3E-4B40-5961-8345-A055C8D84308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7D7E9815-C5FC-D4B2-0A22-F62F1A7F28B1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3AB0B5EB-9BE3-FCC9-D4C8-261C6316ACAD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9C8D81BB-36A0-C984-B1F6-1B4E3AFAD6FD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179E396B-8C49-3876-18A9-502EB75C0605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C835A4-A525-A66C-4661-BA52A2A92281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01690421-37FE-BBB3-ACA0-C12A10C4B9CF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2B7AEBA-3195-6546-0089-6E2C9688A035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6E7D60A-3C81-C586-CF78-B41FAD5DA117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16D839AC-91C1-B4CE-00F9-F21CBAB7E549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557B000-7F6D-860A-E811-44E277FA4406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64E63578-0EEF-3C64-0D13-E536E748BDC1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E73DCD27-71D2-0DF8-C522-3118930CE492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EAFB5EA9-5C0A-23F3-6BF8-0B5FEC2D1910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893EAAD-AD58-D65A-1B00-E24E1C6F932F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C1D8BF24-A0AD-8DF0-D48E-D4A246E875BF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C126A4D9-5DF7-200A-1E64-5FCC50FD81FF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F2C0DE8-2479-89E6-3038-8A5690FAC191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28C3AFF3-69C9-43C8-DEC9-09C635786491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C0A6D02-CC66-5544-39ED-8ABE259718F0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BC1C847-9B77-BCD1-53B5-484FD5FA1A85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53599814-7DF4-D732-10A7-467A8BAE394F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14BABB77-5F23-A553-0786-3270C56B48C7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C41257CA-E10F-A6E8-13B6-82E9278DD247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2373AE99-9CA6-3B3E-85E0-D018FB9DAA48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C787D64B-43A4-CD26-B73B-618E5ACB8473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6C249353-36A6-654D-870E-94A1540F6C4A}"/>
                  </a:ext>
                </a:extLst>
              </p:cNvPr>
              <p:cNvSpPr/>
              <p:nvPr/>
            </p:nvSpPr>
            <p:spPr>
              <a:xfrm>
                <a:off x="4807329" y="885547"/>
                <a:ext cx="12699" cy="326262"/>
              </a:xfrm>
              <a:custGeom>
                <a:avLst/>
                <a:gdLst>
                  <a:gd name="csX0" fmla="*/ 0 w 12699"/>
                  <a:gd name="csY0" fmla="*/ 0 h 326262"/>
                  <a:gd name="csX1" fmla="*/ 0 w 12699"/>
                  <a:gd name="csY1" fmla="*/ 326263 h 3262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26262">
                    <a:moveTo>
                      <a:pt x="0" y="0"/>
                    </a:moveTo>
                    <a:lnTo>
                      <a:pt x="0" y="326263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F588379C-FB7B-7CB9-1621-F08341BCE710}"/>
                  </a:ext>
                </a:extLst>
              </p:cNvPr>
              <p:cNvSpPr/>
              <p:nvPr/>
            </p:nvSpPr>
            <p:spPr>
              <a:xfrm>
                <a:off x="4771261" y="885547"/>
                <a:ext cx="72008" cy="62356"/>
              </a:xfrm>
              <a:custGeom>
                <a:avLst/>
                <a:gdLst>
                  <a:gd name="csX0" fmla="*/ 72009 w 72008"/>
                  <a:gd name="csY0" fmla="*/ 62357 h 62356"/>
                  <a:gd name="csX1" fmla="*/ 36068 w 72008"/>
                  <a:gd name="csY1" fmla="*/ 0 h 62356"/>
                  <a:gd name="csX2" fmla="*/ 0 w 72008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72009" y="62357"/>
                    </a:moveTo>
                    <a:lnTo>
                      <a:pt x="36068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62C0E687-D3BB-3AEB-4B64-06851287768B}"/>
                  </a:ext>
                </a:extLst>
              </p:cNvPr>
              <p:cNvSpPr/>
              <p:nvPr/>
            </p:nvSpPr>
            <p:spPr>
              <a:xfrm>
                <a:off x="4771261" y="1149453"/>
                <a:ext cx="72008" cy="62357"/>
              </a:xfrm>
              <a:custGeom>
                <a:avLst/>
                <a:gdLst>
                  <a:gd name="csX0" fmla="*/ 0 w 72008"/>
                  <a:gd name="csY0" fmla="*/ 0 h 62357"/>
                  <a:gd name="csX1" fmla="*/ 36068 w 72008"/>
                  <a:gd name="csY1" fmla="*/ 62357 h 62357"/>
                  <a:gd name="csX2" fmla="*/ 72009 w 72008"/>
                  <a:gd name="csY2" fmla="*/ 0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0" y="0"/>
                    </a:moveTo>
                    <a:lnTo>
                      <a:pt x="36068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6704BF2-A836-F003-B3DE-544460622217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734D0CC4-759C-725F-E610-026660739B3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D4C0CEE9-67F0-B9C5-0995-AFE5A0432366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4C72A442-2295-D19C-61D4-043B62438F9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3E3D6919-99A5-8DFF-1071-2746D46AE051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A9518C43-B345-3156-1DE6-F7FF739BA13F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2DD44E5A-9B27-52B1-FFFC-8F0069F73755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3DAE9666-7AFE-333E-241B-6AEB769FA76F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5D8050A3-B8A7-8EAC-0F76-ACEB13208A76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B4F79D8F-5416-6816-6B6A-0242E2F9315F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273E90FB-2348-5E7B-DEEA-7E3CBC66CD0C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6ABFEFF7-E557-8F93-0CE0-05665AB171D8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76B2441B-FDE2-F3A4-B9A1-F866617A01D1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BBA04A8A-B073-988A-A97B-240D4B6534AA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6DC9FECB-769D-12C2-FA21-333E7FB88417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B76AE0F-4286-89E2-2EB4-CDAF8C8A42F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3837E357-247A-67E2-8961-FC8A4627510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9FF5A2E-96E2-8F1F-635B-4BD4A1FBC53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04C690-A0F9-DFB0-DEF6-6A25305DBE1E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49AF5382-375D-9F28-4257-25A500EDA910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0D6915DE-3B01-45B3-988B-34556C43E2A7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DFDB86B2-842E-8FCA-FB65-7DCE7BCF0E01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DCC02BF6-590F-7AF2-FFE3-9F32F93C2699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693ABE6B-96B6-8A63-D9E2-747B0292AE43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6137B321-8549-56BD-DA67-A95CC2FC9D83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C8BC5C50-D530-C873-2D89-3625936F0CAD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A0746995-92C0-B394-33E7-F1BF5A36FF60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A958DCA8-3F0E-7027-5504-D56B01798FC2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165BD187-BB36-2490-50C5-99BCE6424375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F4DAAA0F-64EF-65C4-613C-E8C74FA34F70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6740F8B6-574E-C68E-C480-4D599C304732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9AFF0334-CE46-847A-0FAB-058B38B1D6F1}"/>
                  </a:ext>
                </a:extLst>
              </p:cNvPr>
              <p:cNvSpPr/>
              <p:nvPr/>
            </p:nvSpPr>
            <p:spPr>
              <a:xfrm>
                <a:off x="5371971" y="896469"/>
                <a:ext cx="12699" cy="326262"/>
              </a:xfrm>
              <a:custGeom>
                <a:avLst/>
                <a:gdLst>
                  <a:gd name="csX0" fmla="*/ 0 w 12699"/>
                  <a:gd name="csY0" fmla="*/ 0 h 326262"/>
                  <a:gd name="csX1" fmla="*/ 0 w 12699"/>
                  <a:gd name="csY1" fmla="*/ 326263 h 3262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26262">
                    <a:moveTo>
                      <a:pt x="0" y="0"/>
                    </a:moveTo>
                    <a:lnTo>
                      <a:pt x="0" y="326263"/>
                    </a:lnTo>
                  </a:path>
                </a:pathLst>
              </a:custGeom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9E83F5F9-82FD-97BB-08BD-11073FFE2A06}"/>
                  </a:ext>
                </a:extLst>
              </p:cNvPr>
              <p:cNvSpPr/>
              <p:nvPr/>
            </p:nvSpPr>
            <p:spPr>
              <a:xfrm>
                <a:off x="5335903" y="896469"/>
                <a:ext cx="72008" cy="62356"/>
              </a:xfrm>
              <a:custGeom>
                <a:avLst/>
                <a:gdLst>
                  <a:gd name="csX0" fmla="*/ 72009 w 72008"/>
                  <a:gd name="csY0" fmla="*/ 62357 h 62356"/>
                  <a:gd name="csX1" fmla="*/ 36068 w 72008"/>
                  <a:gd name="csY1" fmla="*/ 0 h 62356"/>
                  <a:gd name="csX2" fmla="*/ 0 w 72008"/>
                  <a:gd name="csY2" fmla="*/ 62357 h 62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6">
                    <a:moveTo>
                      <a:pt x="72009" y="62357"/>
                    </a:moveTo>
                    <a:lnTo>
                      <a:pt x="36068" y="0"/>
                    </a:lnTo>
                    <a:lnTo>
                      <a:pt x="0" y="62357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8FE08A3C-2E6B-5CF7-CEB5-6E89A0A3F074}"/>
                  </a:ext>
                </a:extLst>
              </p:cNvPr>
              <p:cNvSpPr/>
              <p:nvPr/>
            </p:nvSpPr>
            <p:spPr>
              <a:xfrm>
                <a:off x="5335903" y="1160375"/>
                <a:ext cx="72008" cy="62357"/>
              </a:xfrm>
              <a:custGeom>
                <a:avLst/>
                <a:gdLst>
                  <a:gd name="csX0" fmla="*/ 0 w 72008"/>
                  <a:gd name="csY0" fmla="*/ 0 h 62357"/>
                  <a:gd name="csX1" fmla="*/ 36068 w 72008"/>
                  <a:gd name="csY1" fmla="*/ 62357 h 62357"/>
                  <a:gd name="csX2" fmla="*/ 72009 w 72008"/>
                  <a:gd name="csY2" fmla="*/ 0 h 623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72008" h="62357">
                    <a:moveTo>
                      <a:pt x="0" y="0"/>
                    </a:moveTo>
                    <a:lnTo>
                      <a:pt x="36068" y="62357"/>
                    </a:lnTo>
                    <a:lnTo>
                      <a:pt x="72009" y="0"/>
                    </a:lnTo>
                  </a:path>
                </a:pathLst>
              </a:custGeom>
              <a:noFill/>
              <a:ln w="13542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1EF5F6FE-D873-3C1A-BAA7-82F1FE96FE7E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BAB8A42C-D057-3CB7-0CE6-EDB1F35621E5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8B8A0A4E-6E9C-8504-5A6F-6FB4F358CB8E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2AC31A27-480F-2C75-3DD0-1EF4BBCCE09E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7E52F9BC-A39B-2CEE-4495-242E60B2DD0E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5CDA1E2B-B558-AA23-486A-A558BFE52D40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4F7EC36A-79B0-847E-679F-FA0DB67B5F1D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01742CE7-2DF2-5579-A567-7CE46318DCBF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EB0248EF-8A00-1B11-45EA-1B5AD2BDFAB6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583FB0F7-4EA5-404F-648F-698A518F3F91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1C0AA46-10CB-E148-A979-7DEE7661E168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DAF0C9D4-7402-AC30-B316-1C9E59F1AEDE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D0E693D2-2951-A9C7-8B05-84E618779109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8A53D260-FC88-050A-7DFA-9A6F9C131C61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35A4B24F-6514-B194-02C7-5D9A43BE6920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84E2F8DB-FAD4-7027-1FDE-DDF11354FC41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5A57A9A9-2E12-AEC6-0452-AB36A940CAAA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E638E6A3-1538-B009-44E5-5EE961136433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2D736971-97C8-2FCB-8E9E-7213CAB33526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33568856-44E7-00A7-33E3-18F873AF7DA7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1CEFCBE9-5555-3A15-8050-714E4AC42D81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A46E7CF0-8EBF-E334-73D9-6582F574E457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AC131578-96C9-98BA-E5D2-AC6B7230EB84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734928EF-C8F1-3CE8-2352-BF0DE59FC625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A67E6719-7956-2ADA-2841-7BB933D6EE0A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1EEFFF7-B82A-EB4A-DBB2-515F8766E676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763834AF-508F-A8C5-C46F-1D2BF4EDE45A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A3F0D7E1-879D-78CD-710D-6DCF8EB9A6DD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6DBDC691-F0EC-E749-06C6-FF3954140A22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4B6A7003-A729-5318-6C74-1DDE203BB15B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69805C2C-9042-8D01-DAB2-BC29899CF3E9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A925859D-58A2-CD08-B246-220E90A75286}"/>
                  </a:ext>
                </a:extLst>
              </p:cNvPr>
              <p:cNvSpPr txBox="1"/>
              <p:nvPr/>
            </p:nvSpPr>
            <p:spPr>
              <a:xfrm>
                <a:off x="5310928" y="964459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4077DFCC-5F65-0BC8-C1B7-D445712CD7D1}"/>
                  </a:ext>
                </a:extLst>
              </p:cNvPr>
              <p:cNvSpPr/>
              <p:nvPr/>
            </p:nvSpPr>
            <p:spPr>
              <a:xfrm>
                <a:off x="4621909" y="995275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AE3CB5BD-0876-876D-E7ED-5EC59341760E}"/>
                  </a:ext>
                </a:extLst>
              </p:cNvPr>
              <p:cNvSpPr/>
              <p:nvPr/>
            </p:nvSpPr>
            <p:spPr>
              <a:xfrm>
                <a:off x="4921883" y="1260578"/>
                <a:ext cx="85089" cy="73787"/>
              </a:xfrm>
              <a:custGeom>
                <a:avLst/>
                <a:gdLst>
                  <a:gd name="csX0" fmla="*/ 42545 w 85089"/>
                  <a:gd name="csY0" fmla="*/ 0 h 73787"/>
                  <a:gd name="csX1" fmla="*/ 85090 w 85089"/>
                  <a:gd name="csY1" fmla="*/ 73787 h 73787"/>
                  <a:gd name="csX2" fmla="*/ 0 w 85089"/>
                  <a:gd name="csY2" fmla="*/ 73787 h 737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7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489E627F-BE16-2BB2-A2B3-08841DF29B3E}"/>
                  </a:ext>
                </a:extLst>
              </p:cNvPr>
              <p:cNvSpPr/>
              <p:nvPr/>
            </p:nvSpPr>
            <p:spPr>
              <a:xfrm>
                <a:off x="4051425" y="930124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8882049-A39A-2FEA-7ACD-76FF5DAF177A}"/>
                  </a:ext>
                </a:extLst>
              </p:cNvPr>
              <p:cNvSpPr/>
              <p:nvPr/>
            </p:nvSpPr>
            <p:spPr>
              <a:xfrm>
                <a:off x="4334635" y="1195300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FE999B15-0912-27A1-014F-E3173A80B592}"/>
                  </a:ext>
                </a:extLst>
              </p:cNvPr>
              <p:cNvSpPr/>
              <p:nvPr/>
            </p:nvSpPr>
            <p:spPr>
              <a:xfrm>
                <a:off x="4054854" y="930124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7042EFEF-8C6A-7174-5C0E-46EF15F8E21F}"/>
                  </a:ext>
                </a:extLst>
              </p:cNvPr>
              <p:cNvSpPr/>
              <p:nvPr/>
            </p:nvSpPr>
            <p:spPr>
              <a:xfrm>
                <a:off x="4336159" y="1260578"/>
                <a:ext cx="85216" cy="73787"/>
              </a:xfrm>
              <a:custGeom>
                <a:avLst/>
                <a:gdLst>
                  <a:gd name="csX0" fmla="*/ 42545 w 85216"/>
                  <a:gd name="csY0" fmla="*/ 0 h 73787"/>
                  <a:gd name="csX1" fmla="*/ 85217 w 85216"/>
                  <a:gd name="csY1" fmla="*/ 73787 h 73787"/>
                  <a:gd name="csX2" fmla="*/ 0 w 85216"/>
                  <a:gd name="csY2" fmla="*/ 73787 h 737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216" h="73787">
                    <a:moveTo>
                      <a:pt x="42545" y="0"/>
                    </a:moveTo>
                    <a:lnTo>
                      <a:pt x="85217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52C48C64-F2EA-1174-DB18-3A3AD1E01DC0}"/>
                  </a:ext>
                </a:extLst>
              </p:cNvPr>
              <p:cNvSpPr/>
              <p:nvPr/>
            </p:nvSpPr>
            <p:spPr>
              <a:xfrm>
                <a:off x="3520946" y="62545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2E1070B4-5690-2F22-B5C9-3203E620940D}"/>
                  </a:ext>
                </a:extLst>
              </p:cNvPr>
              <p:cNvSpPr/>
              <p:nvPr/>
            </p:nvSpPr>
            <p:spPr>
              <a:xfrm>
                <a:off x="3753864" y="1238861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9B6B2F7B-E1B8-DB59-C151-411C5174A711}"/>
                  </a:ext>
                </a:extLst>
              </p:cNvPr>
              <p:cNvSpPr/>
              <p:nvPr/>
            </p:nvSpPr>
            <p:spPr>
              <a:xfrm>
                <a:off x="3489704" y="62545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74FBF4F4-14C1-80E7-C7B4-C735E3C481DA}"/>
                  </a:ext>
                </a:extLst>
              </p:cNvPr>
              <p:cNvSpPr/>
              <p:nvPr/>
            </p:nvSpPr>
            <p:spPr>
              <a:xfrm>
                <a:off x="3759706" y="934315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59EFE430-B0F6-8B6D-019A-C0F756303E33}"/>
                  </a:ext>
                </a:extLst>
              </p:cNvPr>
              <p:cNvSpPr/>
              <p:nvPr/>
            </p:nvSpPr>
            <p:spPr>
              <a:xfrm>
                <a:off x="3504055" y="734290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7C85F297-6207-CEAF-0169-DB88EF5150F9}"/>
                  </a:ext>
                </a:extLst>
              </p:cNvPr>
              <p:cNvSpPr/>
              <p:nvPr/>
            </p:nvSpPr>
            <p:spPr>
              <a:xfrm>
                <a:off x="3785487" y="1173583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864D4E47-AF09-EE3B-44C9-F6AD214710C6}"/>
                  </a:ext>
                </a:extLst>
              </p:cNvPr>
              <p:cNvSpPr/>
              <p:nvPr/>
            </p:nvSpPr>
            <p:spPr>
              <a:xfrm>
                <a:off x="3525645" y="429744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05ACD6B8-0EFE-C21E-D4BA-A9A009335A0F}"/>
                  </a:ext>
                </a:extLst>
              </p:cNvPr>
              <p:cNvSpPr/>
              <p:nvPr/>
            </p:nvSpPr>
            <p:spPr>
              <a:xfrm>
                <a:off x="3760976" y="1043027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80F8E9BE-245F-E333-512E-A2AC0EE90EA0}"/>
                  </a:ext>
                </a:extLst>
              </p:cNvPr>
              <p:cNvSpPr/>
              <p:nvPr/>
            </p:nvSpPr>
            <p:spPr>
              <a:xfrm>
                <a:off x="3485259" y="62545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630FC25C-4A41-821B-BECD-9C94B5D96901}"/>
                  </a:ext>
                </a:extLst>
              </p:cNvPr>
              <p:cNvSpPr/>
              <p:nvPr/>
            </p:nvSpPr>
            <p:spPr>
              <a:xfrm>
                <a:off x="3760849" y="1151866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E7536040-6D57-99CA-1749-F13E009B7965}"/>
                  </a:ext>
                </a:extLst>
              </p:cNvPr>
              <p:cNvSpPr/>
              <p:nvPr/>
            </p:nvSpPr>
            <p:spPr>
              <a:xfrm>
                <a:off x="4047615" y="799568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F430370A-B10E-CFBB-B310-D76BE8CDD6A0}"/>
                  </a:ext>
                </a:extLst>
              </p:cNvPr>
              <p:cNvSpPr/>
              <p:nvPr/>
            </p:nvSpPr>
            <p:spPr>
              <a:xfrm>
                <a:off x="4355717" y="1086588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6B050117-0470-7BB7-E830-4383DF1A7D98}"/>
                  </a:ext>
                </a:extLst>
              </p:cNvPr>
              <p:cNvSpPr/>
              <p:nvPr/>
            </p:nvSpPr>
            <p:spPr>
              <a:xfrm>
                <a:off x="3524756" y="908280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5426C570-285B-0D7E-4917-2DAE1379315F}"/>
                  </a:ext>
                </a:extLst>
              </p:cNvPr>
              <p:cNvSpPr/>
              <p:nvPr/>
            </p:nvSpPr>
            <p:spPr>
              <a:xfrm>
                <a:off x="3791202" y="1391134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0CA507ED-6921-E92A-FA97-77560D29A1F1}"/>
                  </a:ext>
                </a:extLst>
              </p:cNvPr>
              <p:cNvSpPr/>
              <p:nvPr/>
            </p:nvSpPr>
            <p:spPr>
              <a:xfrm>
                <a:off x="4653532" y="712573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6B58D44A-B659-AC17-FA70-ACDCA2BC1883}"/>
                  </a:ext>
                </a:extLst>
              </p:cNvPr>
              <p:cNvSpPr/>
              <p:nvPr/>
            </p:nvSpPr>
            <p:spPr>
              <a:xfrm>
                <a:off x="4922010" y="1064871"/>
                <a:ext cx="85217" cy="73659"/>
              </a:xfrm>
              <a:custGeom>
                <a:avLst/>
                <a:gdLst>
                  <a:gd name="csX0" fmla="*/ 42672 w 85217"/>
                  <a:gd name="csY0" fmla="*/ 0 h 73659"/>
                  <a:gd name="csX1" fmla="*/ 85217 w 85217"/>
                  <a:gd name="csY1" fmla="*/ 73660 h 73659"/>
                  <a:gd name="csX2" fmla="*/ 0 w 85217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217" h="73659">
                    <a:moveTo>
                      <a:pt x="42672" y="0"/>
                    </a:moveTo>
                    <a:lnTo>
                      <a:pt x="85217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49D85795-BB0B-A6E6-B356-1219762518E5}"/>
                  </a:ext>
                </a:extLst>
              </p:cNvPr>
              <p:cNvSpPr/>
              <p:nvPr/>
            </p:nvSpPr>
            <p:spPr>
              <a:xfrm>
                <a:off x="4062601" y="95184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F093768E-62DC-40B6-445B-A4285BDE78C2}"/>
                  </a:ext>
                </a:extLst>
              </p:cNvPr>
              <p:cNvSpPr/>
              <p:nvPr/>
            </p:nvSpPr>
            <p:spPr>
              <a:xfrm>
                <a:off x="4339080" y="1217144"/>
                <a:ext cx="85090" cy="73659"/>
              </a:xfrm>
              <a:custGeom>
                <a:avLst/>
                <a:gdLst>
                  <a:gd name="csX0" fmla="*/ 42545 w 85090"/>
                  <a:gd name="csY0" fmla="*/ 0 h 73659"/>
                  <a:gd name="csX1" fmla="*/ 85090 w 85090"/>
                  <a:gd name="csY1" fmla="*/ 73660 h 73659"/>
                  <a:gd name="csX2" fmla="*/ 0 w 85090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43A6B4EB-68F1-2D3E-0BB1-9F5A26399DE5}"/>
                  </a:ext>
                </a:extLst>
              </p:cNvPr>
              <p:cNvSpPr/>
              <p:nvPr/>
            </p:nvSpPr>
            <p:spPr>
              <a:xfrm>
                <a:off x="4062347" y="1038836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F756DBB-401E-851F-E8EB-3B45D1D18C35}"/>
                  </a:ext>
                </a:extLst>
              </p:cNvPr>
              <p:cNvSpPr/>
              <p:nvPr/>
            </p:nvSpPr>
            <p:spPr>
              <a:xfrm>
                <a:off x="4324729" y="1456412"/>
                <a:ext cx="85089" cy="73659"/>
              </a:xfrm>
              <a:custGeom>
                <a:avLst/>
                <a:gdLst>
                  <a:gd name="csX0" fmla="*/ 42545 w 85089"/>
                  <a:gd name="csY0" fmla="*/ 0 h 73659"/>
                  <a:gd name="csX1" fmla="*/ 85090 w 85089"/>
                  <a:gd name="csY1" fmla="*/ 73660 h 73659"/>
                  <a:gd name="csX2" fmla="*/ 0 w 85089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659">
                    <a:moveTo>
                      <a:pt x="42545" y="0"/>
                    </a:moveTo>
                    <a:lnTo>
                      <a:pt x="85090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17929DD-441F-AB10-519D-17EF25609504}"/>
                  </a:ext>
                </a:extLst>
              </p:cNvPr>
              <p:cNvSpPr/>
              <p:nvPr/>
            </p:nvSpPr>
            <p:spPr>
              <a:xfrm>
                <a:off x="5206490" y="864846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88522E16-D75D-5D7A-98DC-F5655C040949}"/>
                  </a:ext>
                </a:extLst>
              </p:cNvPr>
              <p:cNvSpPr/>
              <p:nvPr/>
            </p:nvSpPr>
            <p:spPr>
              <a:xfrm>
                <a:off x="5450965" y="1173583"/>
                <a:ext cx="85090" cy="73786"/>
              </a:xfrm>
              <a:custGeom>
                <a:avLst/>
                <a:gdLst>
                  <a:gd name="csX0" fmla="*/ 42545 w 85090"/>
                  <a:gd name="csY0" fmla="*/ 0 h 73786"/>
                  <a:gd name="csX1" fmla="*/ 85090 w 85090"/>
                  <a:gd name="csY1" fmla="*/ 73787 h 73786"/>
                  <a:gd name="csX2" fmla="*/ 0 w 85090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90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196B892A-ED28-83DF-89FC-99EB4BFDB23E}"/>
                  </a:ext>
                </a:extLst>
              </p:cNvPr>
              <p:cNvSpPr/>
              <p:nvPr/>
            </p:nvSpPr>
            <p:spPr>
              <a:xfrm>
                <a:off x="4067554" y="1017119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A3F1AFCD-E899-3E08-5570-C5B8257F8D2F}"/>
                  </a:ext>
                </a:extLst>
              </p:cNvPr>
              <p:cNvSpPr/>
              <p:nvPr/>
            </p:nvSpPr>
            <p:spPr>
              <a:xfrm>
                <a:off x="4342636" y="1238861"/>
                <a:ext cx="85217" cy="73659"/>
              </a:xfrm>
              <a:custGeom>
                <a:avLst/>
                <a:gdLst>
                  <a:gd name="csX0" fmla="*/ 42545 w 85217"/>
                  <a:gd name="csY0" fmla="*/ 0 h 73659"/>
                  <a:gd name="csX1" fmla="*/ 85217 w 85217"/>
                  <a:gd name="csY1" fmla="*/ 73660 h 73659"/>
                  <a:gd name="csX2" fmla="*/ 0 w 85217"/>
                  <a:gd name="csY2" fmla="*/ 73660 h 73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217" h="73659">
                    <a:moveTo>
                      <a:pt x="42545" y="0"/>
                    </a:moveTo>
                    <a:lnTo>
                      <a:pt x="85217" y="73660"/>
                    </a:lnTo>
                    <a:lnTo>
                      <a:pt x="0" y="73660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331A45B0-A2CA-3ADF-548E-5E97BD139AC4}"/>
                  </a:ext>
                </a:extLst>
              </p:cNvPr>
              <p:cNvSpPr/>
              <p:nvPr/>
            </p:nvSpPr>
            <p:spPr>
              <a:xfrm>
                <a:off x="4061839" y="625451"/>
                <a:ext cx="63245" cy="63245"/>
              </a:xfrm>
              <a:custGeom>
                <a:avLst/>
                <a:gdLst>
                  <a:gd name="csX0" fmla="*/ 63246 w 63245"/>
                  <a:gd name="csY0" fmla="*/ 31623 h 63245"/>
                  <a:gd name="csX1" fmla="*/ 31623 w 63245"/>
                  <a:gd name="csY1" fmla="*/ 63246 h 63245"/>
                  <a:gd name="csX2" fmla="*/ 0 w 63245"/>
                  <a:gd name="csY2" fmla="*/ 31623 h 63245"/>
                  <a:gd name="csX3" fmla="*/ 31623 w 63245"/>
                  <a:gd name="csY3" fmla="*/ 0 h 63245"/>
                  <a:gd name="csX4" fmla="*/ 63246 w 63245"/>
                  <a:gd name="csY4" fmla="*/ 31623 h 632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63245" h="63245">
                    <a:moveTo>
                      <a:pt x="63246" y="31623"/>
                    </a:moveTo>
                    <a:cubicBezTo>
                      <a:pt x="63246" y="49088"/>
                      <a:pt x="49088" y="63246"/>
                      <a:pt x="31623" y="63246"/>
                    </a:cubicBezTo>
                    <a:cubicBezTo>
                      <a:pt x="14158" y="63246"/>
                      <a:pt x="0" y="49088"/>
                      <a:pt x="0" y="31623"/>
                    </a:cubicBezTo>
                    <a:cubicBezTo>
                      <a:pt x="0" y="14158"/>
                      <a:pt x="14158" y="0"/>
                      <a:pt x="31623" y="0"/>
                    </a:cubicBezTo>
                    <a:cubicBezTo>
                      <a:pt x="49088" y="0"/>
                      <a:pt x="63246" y="14158"/>
                      <a:pt x="63246" y="31623"/>
                    </a:cubicBezTo>
                    <a:close/>
                  </a:path>
                </a:pathLst>
              </a:custGeom>
              <a:solidFill>
                <a:srgbClr val="F8766D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12C9768B-E1F7-F63C-C2FE-4D36A58CC0DF}"/>
                  </a:ext>
                </a:extLst>
              </p:cNvPr>
              <p:cNvSpPr/>
              <p:nvPr/>
            </p:nvSpPr>
            <p:spPr>
              <a:xfrm>
                <a:off x="4353304" y="1108305"/>
                <a:ext cx="85089" cy="73786"/>
              </a:xfrm>
              <a:custGeom>
                <a:avLst/>
                <a:gdLst>
                  <a:gd name="csX0" fmla="*/ 42545 w 85089"/>
                  <a:gd name="csY0" fmla="*/ 0 h 73786"/>
                  <a:gd name="csX1" fmla="*/ 85090 w 85089"/>
                  <a:gd name="csY1" fmla="*/ 73787 h 73786"/>
                  <a:gd name="csX2" fmla="*/ 0 w 85089"/>
                  <a:gd name="csY2" fmla="*/ 73787 h 737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85089" h="73786">
                    <a:moveTo>
                      <a:pt x="42545" y="0"/>
                    </a:moveTo>
                    <a:lnTo>
                      <a:pt x="85090" y="73787"/>
                    </a:lnTo>
                    <a:lnTo>
                      <a:pt x="0" y="73787"/>
                    </a:lnTo>
                    <a:close/>
                  </a:path>
                </a:pathLst>
              </a:custGeom>
              <a:solidFill>
                <a:srgbClr val="00BFC4"/>
              </a:solidFill>
              <a:ln w="8986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EA4AB6C2-DC20-11F7-7DB0-53D896BF05E0}"/>
                  </a:ext>
                </a:extLst>
              </p:cNvPr>
              <p:cNvSpPr txBox="1"/>
              <p:nvPr/>
            </p:nvSpPr>
            <p:spPr>
              <a:xfrm>
                <a:off x="4204888" y="164809"/>
                <a:ext cx="35779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   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B6755BB2-C83C-D075-282D-599811BA63B4}"/>
                  </a:ext>
                </a:extLst>
              </p:cNvPr>
              <p:cNvSpPr txBox="1"/>
              <p:nvPr/>
            </p:nvSpPr>
            <p:spPr>
              <a:xfrm>
                <a:off x="5308525" y="164809"/>
                <a:ext cx="40908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abc </a:t>
                </a: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0E4CC092-8073-9050-AEA3-123085DFD12A}"/>
                  </a:ext>
                </a:extLst>
              </p:cNvPr>
              <p:cNvSpPr txBox="1"/>
              <p:nvPr/>
            </p:nvSpPr>
            <p:spPr>
              <a:xfrm>
                <a:off x="4755103" y="164809"/>
                <a:ext cx="3866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 </a:t>
                </a: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37A3152B-AF4C-510C-BB40-FD4FC429507C}"/>
                  </a:ext>
                </a:extLst>
              </p:cNvPr>
              <p:cNvSpPr txBox="1"/>
              <p:nvPr/>
            </p:nvSpPr>
            <p:spPr>
              <a:xfrm>
                <a:off x="3625819" y="164809"/>
                <a:ext cx="3866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ab  </a:t>
                </a:r>
              </a:p>
            </p:txBody>
          </p:sp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3E4E6F99-196A-C07E-C566-F8B1A3F9CD7C}"/>
                  </a:ext>
                </a:extLst>
              </p:cNvPr>
              <p:cNvSpPr txBox="1"/>
              <p:nvPr/>
            </p:nvSpPr>
            <p:spPr>
              <a:xfrm>
                <a:off x="3925773" y="164809"/>
                <a:ext cx="35137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 </a:t>
                </a:r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0B8A8C9F-1920-1A23-38C0-609E29463E26}"/>
                  </a:ext>
                </a:extLst>
              </p:cNvPr>
              <p:cNvSpPr txBox="1"/>
              <p:nvPr/>
            </p:nvSpPr>
            <p:spPr>
              <a:xfrm>
                <a:off x="5026204" y="164809"/>
                <a:ext cx="40908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bcd</a:t>
                </a:r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3A609360-AD2A-20AE-632C-C3EE76EA2138}"/>
                  </a:ext>
                </a:extLst>
              </p:cNvPr>
              <p:cNvSpPr txBox="1"/>
              <p:nvPr/>
            </p:nvSpPr>
            <p:spPr>
              <a:xfrm>
                <a:off x="4475988" y="164809"/>
                <a:ext cx="3802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cd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3A5BC457-BB66-743D-3EAA-211DDCC1CCB5}"/>
                  </a:ext>
                </a:extLst>
              </p:cNvPr>
              <p:cNvSpPr txBox="1"/>
              <p:nvPr/>
            </p:nvSpPr>
            <p:spPr>
              <a:xfrm>
                <a:off x="3357926" y="164809"/>
                <a:ext cx="35779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    d</a:t>
                </a: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6772CF45-A374-87A6-12E7-345409E139B0}"/>
                  </a:ext>
                </a:extLst>
              </p:cNvPr>
              <p:cNvSpPr/>
              <p:nvPr/>
            </p:nvSpPr>
            <p:spPr>
              <a:xfrm>
                <a:off x="3367530" y="208129"/>
                <a:ext cx="2314955" cy="1359153"/>
              </a:xfrm>
              <a:custGeom>
                <a:avLst/>
                <a:gdLst>
                  <a:gd name="csX0" fmla="*/ 0 w 2314955"/>
                  <a:gd name="csY0" fmla="*/ 0 h 1359153"/>
                  <a:gd name="csX1" fmla="*/ 2314955 w 2314955"/>
                  <a:gd name="csY1" fmla="*/ 0 h 1359153"/>
                  <a:gd name="csX2" fmla="*/ 2314955 w 2314955"/>
                  <a:gd name="csY2" fmla="*/ 1359153 h 1359153"/>
                  <a:gd name="csX3" fmla="*/ 0 w 2314955"/>
                  <a:gd name="csY3" fmla="*/ 1359153 h 13591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314955" h="1359153">
                    <a:moveTo>
                      <a:pt x="0" y="0"/>
                    </a:moveTo>
                    <a:lnTo>
                      <a:pt x="2314955" y="0"/>
                    </a:lnTo>
                    <a:lnTo>
                      <a:pt x="2314955" y="1359153"/>
                    </a:lnTo>
                    <a:lnTo>
                      <a:pt x="0" y="1359153"/>
                    </a:lnTo>
                    <a:close/>
                  </a:path>
                </a:pathLst>
              </a:custGeom>
              <a:noFill/>
              <a:ln w="13542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D24E830F-1619-B98B-9D27-32676856E9BB}"/>
                  </a:ext>
                </a:extLst>
              </p:cNvPr>
              <p:cNvSpPr txBox="1"/>
              <p:nvPr/>
            </p:nvSpPr>
            <p:spPr>
              <a:xfrm>
                <a:off x="4181645" y="1006368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1.31x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42FD5CB-6B90-8FD0-ABE8-33C43ABDABC7}"/>
                  </a:ext>
                </a:extLst>
              </p:cNvPr>
              <p:cNvSpPr txBox="1"/>
              <p:nvPr/>
            </p:nvSpPr>
            <p:spPr>
              <a:xfrm>
                <a:off x="3617003" y="852064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1.44x</a:t>
                </a: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FB3FDADC-F145-6695-9CF6-BBE778583F64}"/>
                  </a:ext>
                </a:extLst>
              </p:cNvPr>
              <p:cNvSpPr txBox="1"/>
              <p:nvPr/>
            </p:nvSpPr>
            <p:spPr>
              <a:xfrm>
                <a:off x="4746286" y="953537"/>
                <a:ext cx="40427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1.28x</a:t>
                </a:r>
              </a:p>
            </p:txBody>
          </p:sp>
        </p:grpSp>
        <p:grpSp>
          <p:nvGrpSpPr>
            <p:cNvPr id="234" name="Graphic 15">
              <a:extLst>
                <a:ext uri="{FF2B5EF4-FFF2-40B4-BE49-F238E27FC236}">
                  <a16:creationId xmlns:a16="http://schemas.microsoft.com/office/drawing/2014/main" id="{A89E1792-884C-A3E1-FEFC-B37EA97D139A}"/>
                </a:ext>
              </a:extLst>
            </p:cNvPr>
            <p:cNvGrpSpPr/>
            <p:nvPr/>
          </p:nvGrpSpPr>
          <p:grpSpPr>
            <a:xfrm>
              <a:off x="3007012" y="454736"/>
              <a:ext cx="2688157" cy="1487571"/>
              <a:chOff x="3007012" y="454736"/>
              <a:chExt cx="2688157" cy="1487571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4B5FC9AC-64A0-8670-3914-104A37632A73}"/>
                  </a:ext>
                </a:extLst>
              </p:cNvPr>
              <p:cNvSpPr txBox="1"/>
              <p:nvPr/>
            </p:nvSpPr>
            <p:spPr>
              <a:xfrm>
                <a:off x="3149448" y="1398672"/>
                <a:ext cx="24878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47B5355D-5009-1E9D-7AD8-61406A183A1A}"/>
                  </a:ext>
                </a:extLst>
              </p:cNvPr>
              <p:cNvSpPr txBox="1"/>
              <p:nvPr/>
            </p:nvSpPr>
            <p:spPr>
              <a:xfrm>
                <a:off x="3149448" y="963571"/>
                <a:ext cx="24878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6C25AE1D-AF1E-3936-CA54-603FE42B8EC6}"/>
                  </a:ext>
                </a:extLst>
              </p:cNvPr>
              <p:cNvSpPr txBox="1"/>
              <p:nvPr/>
            </p:nvSpPr>
            <p:spPr>
              <a:xfrm>
                <a:off x="3149448" y="528469"/>
                <a:ext cx="24878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1D77B7FC-532B-A795-5374-B9444E8A66B3}"/>
                  </a:ext>
                </a:extLst>
              </p:cNvPr>
              <p:cNvSpPr/>
              <p:nvPr/>
            </p:nvSpPr>
            <p:spPr>
              <a:xfrm>
                <a:off x="3332732" y="1505561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47D68EE4-1BA9-0CD6-3EA7-2A810D9CC8DF}"/>
                  </a:ext>
                </a:extLst>
              </p:cNvPr>
              <p:cNvSpPr/>
              <p:nvPr/>
            </p:nvSpPr>
            <p:spPr>
              <a:xfrm>
                <a:off x="3332732" y="1070459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3EBCAB10-9050-BB6C-7E04-453BF3EDEDBA}"/>
                  </a:ext>
                </a:extLst>
              </p:cNvPr>
              <p:cNvSpPr/>
              <p:nvPr/>
            </p:nvSpPr>
            <p:spPr>
              <a:xfrm>
                <a:off x="3332732" y="635357"/>
                <a:ext cx="34797" cy="12699"/>
              </a:xfrm>
              <a:custGeom>
                <a:avLst/>
                <a:gdLst>
                  <a:gd name="csX0" fmla="*/ 0 w 34797"/>
                  <a:gd name="csY0" fmla="*/ 0 h 12699"/>
                  <a:gd name="csX1" fmla="*/ 34798 w 34797"/>
                  <a:gd name="csY1" fmla="*/ 0 h 126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7" h="12699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1" name="Freeform 240">
                <a:extLst>
                  <a:ext uri="{FF2B5EF4-FFF2-40B4-BE49-F238E27FC236}">
                    <a16:creationId xmlns:a16="http://schemas.microsoft.com/office/drawing/2014/main" id="{5C9B6AEC-CE86-941B-ACFF-A96157B304E3}"/>
                  </a:ext>
                </a:extLst>
              </p:cNvPr>
              <p:cNvSpPr/>
              <p:nvPr/>
            </p:nvSpPr>
            <p:spPr>
              <a:xfrm>
                <a:off x="3536821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2" name="Freeform 241">
                <a:extLst>
                  <a:ext uri="{FF2B5EF4-FFF2-40B4-BE49-F238E27FC236}">
                    <a16:creationId xmlns:a16="http://schemas.microsoft.com/office/drawing/2014/main" id="{6906C134-0A55-0A42-0796-B35267578072}"/>
                  </a:ext>
                </a:extLst>
              </p:cNvPr>
              <p:cNvSpPr/>
              <p:nvPr/>
            </p:nvSpPr>
            <p:spPr>
              <a:xfrm>
                <a:off x="3819142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A1C59A32-6041-8644-F358-5FADF03671E3}"/>
                  </a:ext>
                </a:extLst>
              </p:cNvPr>
              <p:cNvSpPr/>
              <p:nvPr/>
            </p:nvSpPr>
            <p:spPr>
              <a:xfrm>
                <a:off x="4101463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34A0A3F5-2468-8264-C0E0-97E93957982C}"/>
                  </a:ext>
                </a:extLst>
              </p:cNvPr>
              <p:cNvSpPr/>
              <p:nvPr/>
            </p:nvSpPr>
            <p:spPr>
              <a:xfrm>
                <a:off x="4383784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E238C562-CE96-8EC7-0BD1-D9EA128E5126}"/>
                  </a:ext>
                </a:extLst>
              </p:cNvPr>
              <p:cNvSpPr/>
              <p:nvPr/>
            </p:nvSpPr>
            <p:spPr>
              <a:xfrm>
                <a:off x="4666105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D3292D0-BFF6-C7D7-01D4-4BA42C4A635A}"/>
                  </a:ext>
                </a:extLst>
              </p:cNvPr>
              <p:cNvSpPr/>
              <p:nvPr/>
            </p:nvSpPr>
            <p:spPr>
              <a:xfrm>
                <a:off x="4948426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8B76002A-6A83-7AFF-6ADC-BF5205E04FE4}"/>
                  </a:ext>
                </a:extLst>
              </p:cNvPr>
              <p:cNvSpPr/>
              <p:nvPr/>
            </p:nvSpPr>
            <p:spPr>
              <a:xfrm>
                <a:off x="5230747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E25FAB71-D867-6399-E720-B34A22B03D2C}"/>
                  </a:ext>
                </a:extLst>
              </p:cNvPr>
              <p:cNvSpPr/>
              <p:nvPr/>
            </p:nvSpPr>
            <p:spPr>
              <a:xfrm>
                <a:off x="5513067" y="1567283"/>
                <a:ext cx="12699" cy="34797"/>
              </a:xfrm>
              <a:custGeom>
                <a:avLst/>
                <a:gdLst>
                  <a:gd name="csX0" fmla="*/ 0 w 12699"/>
                  <a:gd name="csY0" fmla="*/ 34798 h 34797"/>
                  <a:gd name="csX1" fmla="*/ 0 w 12699"/>
                  <a:gd name="csY1" fmla="*/ 0 h 347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699" h="34797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42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400"/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61CAE3C8-FA6E-918E-7F14-142B9A03024F}"/>
                  </a:ext>
                </a:extLst>
              </p:cNvPr>
              <p:cNvSpPr txBox="1"/>
              <p:nvPr/>
            </p:nvSpPr>
            <p:spPr>
              <a:xfrm>
                <a:off x="3409222" y="1563137"/>
                <a:ext cx="25519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8DE0A2A-5611-489F-0240-14F4867E6744}"/>
                  </a:ext>
                </a:extLst>
              </p:cNvPr>
              <p:cNvSpPr txBox="1"/>
              <p:nvPr/>
            </p:nvSpPr>
            <p:spPr>
              <a:xfrm>
                <a:off x="3678719" y="1563137"/>
                <a:ext cx="28084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EE36D4E7-A3C3-EEC6-1A28-E8C3C586E765}"/>
                  </a:ext>
                </a:extLst>
              </p:cNvPr>
              <p:cNvSpPr txBox="1"/>
              <p:nvPr/>
            </p:nvSpPr>
            <p:spPr>
              <a:xfrm>
                <a:off x="3993100" y="1563137"/>
                <a:ext cx="21672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ED51B32F-483D-AD38-F052-FB2620641DA4}"/>
                  </a:ext>
                </a:extLst>
              </p:cNvPr>
              <p:cNvSpPr txBox="1"/>
              <p:nvPr/>
            </p:nvSpPr>
            <p:spPr>
              <a:xfrm>
                <a:off x="4236948" y="1563137"/>
                <a:ext cx="293671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IP</a:t>
                </a:r>
              </a:p>
            </p:txBody>
          </p: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7F9E651B-0057-BBF1-8BA8-A37C274D27F4}"/>
                  </a:ext>
                </a:extLst>
              </p:cNvPr>
              <p:cNvSpPr txBox="1"/>
              <p:nvPr/>
            </p:nvSpPr>
            <p:spPr>
              <a:xfrm>
                <a:off x="4525682" y="1563137"/>
                <a:ext cx="28084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1986E4A4-A7DE-8BFC-CE4E-5B8E6253FFAD}"/>
                  </a:ext>
                </a:extLst>
              </p:cNvPr>
              <p:cNvSpPr txBox="1"/>
              <p:nvPr/>
            </p:nvSpPr>
            <p:spPr>
              <a:xfrm>
                <a:off x="4769531" y="1563137"/>
                <a:ext cx="35779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LIP</a:t>
                </a:r>
              </a:p>
            </p:txBody>
          </p: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435082C4-0EAF-091A-3FF5-6F88968C573A}"/>
                  </a:ext>
                </a:extLst>
              </p:cNvPr>
              <p:cNvSpPr txBox="1"/>
              <p:nvPr/>
            </p:nvSpPr>
            <p:spPr>
              <a:xfrm>
                <a:off x="5061469" y="1563137"/>
                <a:ext cx="338555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5435DDC6-7ABD-F91C-6D89-EFCCA4F13E19}"/>
                  </a:ext>
                </a:extLst>
              </p:cNvPr>
              <p:cNvSpPr txBox="1"/>
              <p:nvPr/>
            </p:nvSpPr>
            <p:spPr>
              <a:xfrm>
                <a:off x="5330966" y="1563137"/>
                <a:ext cx="364203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NM</a:t>
                </a: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5AADC233-BFC4-ABEC-4E53-109CC8C7B60F}"/>
                  </a:ext>
                </a:extLst>
              </p:cNvPr>
              <p:cNvSpPr txBox="1"/>
              <p:nvPr/>
            </p:nvSpPr>
            <p:spPr>
              <a:xfrm>
                <a:off x="4252337" y="1696086"/>
                <a:ext cx="54534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1D1D5F4E-6E21-16B4-A3F0-25A45EA6B7A1}"/>
                  </a:ext>
                </a:extLst>
              </p:cNvPr>
              <p:cNvSpPr txBox="1"/>
              <p:nvPr/>
            </p:nvSpPr>
            <p:spPr>
              <a:xfrm rot="16200000">
                <a:off x="2697151" y="764597"/>
                <a:ext cx="86594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Length (cm)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F0B1EA6-7B4F-1A82-1406-7B5680ABC2D5}"/>
              </a:ext>
            </a:extLst>
          </p:cNvPr>
          <p:cNvGrpSpPr/>
          <p:nvPr/>
        </p:nvGrpSpPr>
        <p:grpSpPr>
          <a:xfrm>
            <a:off x="5727143" y="425488"/>
            <a:ext cx="1132670" cy="649865"/>
            <a:chOff x="3427368" y="303313"/>
            <a:chExt cx="1132670" cy="649865"/>
          </a:xfrm>
        </p:grpSpPr>
        <p:pic>
          <p:nvPicPr>
            <p:cNvPr id="18" name="Graphic 17">
              <a:extLst>
                <a:ext uri="{FF2B5EF4-FFF2-40B4-BE49-F238E27FC236}">
                  <a16:creationId xmlns:a16="http://schemas.microsoft.com/office/drawing/2014/main" id="{6C0CF9E4-500A-B382-0242-262B38011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64053" t="21771" r="6855" b="67280"/>
            <a:stretch>
              <a:fillRect/>
            </a:stretch>
          </p:blipFill>
          <p:spPr>
            <a:xfrm>
              <a:off x="3445840" y="303313"/>
              <a:ext cx="1114198" cy="239597"/>
            </a:xfrm>
            <a:prstGeom prst="rect">
              <a:avLst/>
            </a:prstGeom>
          </p:spPr>
        </p:pic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ECF76C1E-243D-F30E-250C-78DC05F08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67855" t="34726" r="4681" b="54631"/>
            <a:stretch>
              <a:fillRect/>
            </a:stretch>
          </p:blipFill>
          <p:spPr>
            <a:xfrm>
              <a:off x="3445840" y="539825"/>
              <a:ext cx="1051798" cy="232924"/>
            </a:xfrm>
            <a:prstGeom prst="rect">
              <a:avLst/>
            </a:prstGeom>
          </p:spPr>
        </p:pic>
        <p:pic>
          <p:nvPicPr>
            <p:cNvPr id="20" name="Graphic 19">
              <a:extLst>
                <a:ext uri="{FF2B5EF4-FFF2-40B4-BE49-F238E27FC236}">
                  <a16:creationId xmlns:a16="http://schemas.microsoft.com/office/drawing/2014/main" id="{B367F8DA-9B5B-4CB3-9D77-E50E0677B7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67553" t="47870" r="3489" b="43886"/>
            <a:stretch>
              <a:fillRect/>
            </a:stretch>
          </p:blipFill>
          <p:spPr>
            <a:xfrm>
              <a:off x="3427368" y="772749"/>
              <a:ext cx="1109049" cy="180429"/>
            </a:xfrm>
            <a:prstGeom prst="rect">
              <a:avLst/>
            </a:prstGeom>
          </p:spPr>
        </p:pic>
      </p:grpSp>
      <p:sp>
        <p:nvSpPr>
          <p:cNvPr id="1510" name="TextBox 1509">
            <a:extLst>
              <a:ext uri="{FF2B5EF4-FFF2-40B4-BE49-F238E27FC236}">
                <a16:creationId xmlns:a16="http://schemas.microsoft.com/office/drawing/2014/main" id="{874D2895-34B9-8346-B88D-32B49194EA4B}"/>
              </a:ext>
            </a:extLst>
          </p:cNvPr>
          <p:cNvSpPr txBox="1"/>
          <p:nvPr/>
        </p:nvSpPr>
        <p:spPr>
          <a:xfrm>
            <a:off x="-63462" y="-25775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2450" name="TextBox 2449">
            <a:extLst>
              <a:ext uri="{FF2B5EF4-FFF2-40B4-BE49-F238E27FC236}">
                <a16:creationId xmlns:a16="http://schemas.microsoft.com/office/drawing/2014/main" id="{23E04479-750B-AC3B-D7DA-DAFC5BE481CE}"/>
              </a:ext>
            </a:extLst>
          </p:cNvPr>
          <p:cNvSpPr txBox="1"/>
          <p:nvPr/>
        </p:nvSpPr>
        <p:spPr>
          <a:xfrm>
            <a:off x="2868162" y="-25775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  <a:endParaRPr lang="en-US" sz="4800" b="1">
              <a:latin typeface="Helvetica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592160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8" name="Group 2447">
            <a:extLst>
              <a:ext uri="{FF2B5EF4-FFF2-40B4-BE49-F238E27FC236}">
                <a16:creationId xmlns:a16="http://schemas.microsoft.com/office/drawing/2014/main" id="{16731F23-2A90-089C-9E96-70956D847639}"/>
              </a:ext>
            </a:extLst>
          </p:cNvPr>
          <p:cNvGrpSpPr/>
          <p:nvPr/>
        </p:nvGrpSpPr>
        <p:grpSpPr>
          <a:xfrm>
            <a:off x="-53858" y="-32024"/>
            <a:ext cx="6916771" cy="2687610"/>
            <a:chOff x="-48960" y="1857736"/>
            <a:chExt cx="6916771" cy="2687610"/>
          </a:xfrm>
        </p:grpSpPr>
        <p:grpSp>
          <p:nvGrpSpPr>
            <p:cNvPr id="2441" name="Group 2440">
              <a:extLst>
                <a:ext uri="{FF2B5EF4-FFF2-40B4-BE49-F238E27FC236}">
                  <a16:creationId xmlns:a16="http://schemas.microsoft.com/office/drawing/2014/main" id="{65D6AD06-44C4-5E50-BCC0-948D4448CA24}"/>
                </a:ext>
              </a:extLst>
            </p:cNvPr>
            <p:cNvGrpSpPr/>
            <p:nvPr/>
          </p:nvGrpSpPr>
          <p:grpSpPr>
            <a:xfrm>
              <a:off x="-48960" y="2044085"/>
              <a:ext cx="6826308" cy="2501261"/>
              <a:chOff x="-48960" y="2044085"/>
              <a:chExt cx="6826308" cy="2501261"/>
            </a:xfrm>
          </p:grpSpPr>
          <p:grpSp>
            <p:nvGrpSpPr>
              <p:cNvPr id="610" name="Graphic 585">
                <a:extLst>
                  <a:ext uri="{FF2B5EF4-FFF2-40B4-BE49-F238E27FC236}">
                    <a16:creationId xmlns:a16="http://schemas.microsoft.com/office/drawing/2014/main" id="{3D0BBFA0-D331-5FCB-E89E-E6EAD004DB92}"/>
                  </a:ext>
                </a:extLst>
              </p:cNvPr>
              <p:cNvGrpSpPr/>
              <p:nvPr/>
            </p:nvGrpSpPr>
            <p:grpSpPr>
              <a:xfrm>
                <a:off x="74313" y="2058218"/>
                <a:ext cx="1185539" cy="1190718"/>
                <a:chOff x="362720" y="2312178"/>
                <a:chExt cx="1185539" cy="1190718"/>
              </a:xfrm>
            </p:grpSpPr>
            <p:grpSp>
              <p:nvGrpSpPr>
                <p:cNvPr id="613" name="Graphic 585">
                  <a:extLst>
                    <a:ext uri="{FF2B5EF4-FFF2-40B4-BE49-F238E27FC236}">
                      <a16:creationId xmlns:a16="http://schemas.microsoft.com/office/drawing/2014/main" id="{DC6CCB9C-F2E8-6873-0FD3-687315743D9F}"/>
                    </a:ext>
                  </a:extLst>
                </p:cNvPr>
                <p:cNvGrpSpPr/>
                <p:nvPr/>
              </p:nvGrpSpPr>
              <p:grpSpPr>
                <a:xfrm>
                  <a:off x="665506" y="2509239"/>
                  <a:ext cx="849460" cy="782486"/>
                  <a:chOff x="665506" y="2509239"/>
                  <a:chExt cx="849460" cy="782486"/>
                </a:xfrm>
              </p:grpSpPr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0D243C14-C369-0F27-14F0-7494A72D878D}"/>
                      </a:ext>
                    </a:extLst>
                  </p:cNvPr>
                  <p:cNvSpPr/>
                  <p:nvPr/>
                </p:nvSpPr>
                <p:spPr>
                  <a:xfrm>
                    <a:off x="733027" y="2614434"/>
                    <a:ext cx="781939" cy="677290"/>
                  </a:xfrm>
                  <a:custGeom>
                    <a:avLst/>
                    <a:gdLst>
                      <a:gd name="csX0" fmla="*/ 0 w 781939"/>
                      <a:gd name="csY0" fmla="*/ 0 h 677290"/>
                      <a:gd name="csX1" fmla="*/ 781939 w 781939"/>
                      <a:gd name="csY1" fmla="*/ 0 h 677290"/>
                      <a:gd name="csX2" fmla="*/ 781939 w 781939"/>
                      <a:gd name="csY2" fmla="*/ 677291 h 677290"/>
                      <a:gd name="csX3" fmla="*/ 0 w 781939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81939" h="677290">
                        <a:moveTo>
                          <a:pt x="0" y="0"/>
                        </a:moveTo>
                        <a:lnTo>
                          <a:pt x="781939" y="0"/>
                        </a:lnTo>
                        <a:lnTo>
                          <a:pt x="781939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15" name="Freeform 614">
                    <a:extLst>
                      <a:ext uri="{FF2B5EF4-FFF2-40B4-BE49-F238E27FC236}">
                        <a16:creationId xmlns:a16="http://schemas.microsoft.com/office/drawing/2014/main" id="{EBEF3E25-A392-35B9-8549-3D02786E176B}"/>
                      </a:ext>
                    </a:extLst>
                  </p:cNvPr>
                  <p:cNvSpPr/>
                  <p:nvPr/>
                </p:nvSpPr>
                <p:spPr>
                  <a:xfrm>
                    <a:off x="778112" y="2900946"/>
                    <a:ext cx="90170" cy="390652"/>
                  </a:xfrm>
                  <a:custGeom>
                    <a:avLst/>
                    <a:gdLst>
                      <a:gd name="csX0" fmla="*/ 0 w 90170"/>
                      <a:gd name="csY0" fmla="*/ 0 h 390652"/>
                      <a:gd name="csX1" fmla="*/ 90170 w 90170"/>
                      <a:gd name="csY1" fmla="*/ 0 h 390652"/>
                      <a:gd name="csX2" fmla="*/ 90170 w 90170"/>
                      <a:gd name="csY2" fmla="*/ 390652 h 390652"/>
                      <a:gd name="csX3" fmla="*/ 0 w 90170"/>
                      <a:gd name="csY3" fmla="*/ 390652 h 39065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390652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90652"/>
                        </a:lnTo>
                        <a:lnTo>
                          <a:pt x="0" y="390652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16" name="Freeform 615">
                    <a:extLst>
                      <a:ext uri="{FF2B5EF4-FFF2-40B4-BE49-F238E27FC236}">
                        <a16:creationId xmlns:a16="http://schemas.microsoft.com/office/drawing/2014/main" id="{FEFEF286-6BBF-318E-9807-B96C553BF5CC}"/>
                      </a:ext>
                    </a:extLst>
                  </p:cNvPr>
                  <p:cNvSpPr/>
                  <p:nvPr/>
                </p:nvSpPr>
                <p:spPr>
                  <a:xfrm>
                    <a:off x="928480" y="2897390"/>
                    <a:ext cx="90170" cy="394335"/>
                  </a:xfrm>
                  <a:custGeom>
                    <a:avLst/>
                    <a:gdLst>
                      <a:gd name="csX0" fmla="*/ 0 w 90170"/>
                      <a:gd name="csY0" fmla="*/ 0 h 394335"/>
                      <a:gd name="csX1" fmla="*/ 90170 w 90170"/>
                      <a:gd name="csY1" fmla="*/ 0 h 394335"/>
                      <a:gd name="csX2" fmla="*/ 90170 w 90170"/>
                      <a:gd name="csY2" fmla="*/ 394335 h 394335"/>
                      <a:gd name="csX3" fmla="*/ 0 w 90170"/>
                      <a:gd name="csY3" fmla="*/ 394335 h 39433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394335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94335"/>
                        </a:lnTo>
                        <a:lnTo>
                          <a:pt x="0" y="394335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17" name="Freeform 616">
                    <a:extLst>
                      <a:ext uri="{FF2B5EF4-FFF2-40B4-BE49-F238E27FC236}">
                        <a16:creationId xmlns:a16="http://schemas.microsoft.com/office/drawing/2014/main" id="{C2565269-CE4C-E06A-1999-5503335A3A6E}"/>
                      </a:ext>
                    </a:extLst>
                  </p:cNvPr>
                  <p:cNvSpPr/>
                  <p:nvPr/>
                </p:nvSpPr>
                <p:spPr>
                  <a:xfrm>
                    <a:off x="1078848" y="2982099"/>
                    <a:ext cx="90169" cy="309498"/>
                  </a:xfrm>
                  <a:custGeom>
                    <a:avLst/>
                    <a:gdLst>
                      <a:gd name="csX0" fmla="*/ 0 w 90169"/>
                      <a:gd name="csY0" fmla="*/ 0 h 309498"/>
                      <a:gd name="csX1" fmla="*/ 90170 w 90169"/>
                      <a:gd name="csY1" fmla="*/ 0 h 309498"/>
                      <a:gd name="csX2" fmla="*/ 90170 w 90169"/>
                      <a:gd name="csY2" fmla="*/ 309499 h 309498"/>
                      <a:gd name="csX3" fmla="*/ 0 w 90169"/>
                      <a:gd name="csY3" fmla="*/ 309499 h 3094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309498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09499"/>
                        </a:lnTo>
                        <a:lnTo>
                          <a:pt x="0" y="309499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18" name="Freeform 617">
                    <a:extLst>
                      <a:ext uri="{FF2B5EF4-FFF2-40B4-BE49-F238E27FC236}">
                        <a16:creationId xmlns:a16="http://schemas.microsoft.com/office/drawing/2014/main" id="{BEB7478B-81CC-5492-DA37-7756E891A15C}"/>
                      </a:ext>
                    </a:extLst>
                  </p:cNvPr>
                  <p:cNvSpPr/>
                  <p:nvPr/>
                </p:nvSpPr>
                <p:spPr>
                  <a:xfrm>
                    <a:off x="1229216" y="2911995"/>
                    <a:ext cx="90169" cy="379729"/>
                  </a:xfrm>
                  <a:custGeom>
                    <a:avLst/>
                    <a:gdLst>
                      <a:gd name="csX0" fmla="*/ 0 w 90169"/>
                      <a:gd name="csY0" fmla="*/ 0 h 379729"/>
                      <a:gd name="csX1" fmla="*/ 90170 w 90169"/>
                      <a:gd name="csY1" fmla="*/ 0 h 379729"/>
                      <a:gd name="csX2" fmla="*/ 90170 w 90169"/>
                      <a:gd name="csY2" fmla="*/ 379730 h 379729"/>
                      <a:gd name="csX3" fmla="*/ 0 w 90169"/>
                      <a:gd name="csY3" fmla="*/ 379730 h 3797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379729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79730"/>
                        </a:lnTo>
                        <a:lnTo>
                          <a:pt x="0" y="379730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19" name="Freeform 618">
                    <a:extLst>
                      <a:ext uri="{FF2B5EF4-FFF2-40B4-BE49-F238E27FC236}">
                        <a16:creationId xmlns:a16="http://schemas.microsoft.com/office/drawing/2014/main" id="{34E2D3EC-1F44-8112-DA2D-543ED41ED3CF}"/>
                      </a:ext>
                    </a:extLst>
                  </p:cNvPr>
                  <p:cNvSpPr/>
                  <p:nvPr/>
                </p:nvSpPr>
                <p:spPr>
                  <a:xfrm>
                    <a:off x="1379584" y="2931299"/>
                    <a:ext cx="90169" cy="360298"/>
                  </a:xfrm>
                  <a:custGeom>
                    <a:avLst/>
                    <a:gdLst>
                      <a:gd name="csX0" fmla="*/ 0 w 90169"/>
                      <a:gd name="csY0" fmla="*/ 0 h 360298"/>
                      <a:gd name="csX1" fmla="*/ 90170 w 90169"/>
                      <a:gd name="csY1" fmla="*/ 0 h 360298"/>
                      <a:gd name="csX2" fmla="*/ 90170 w 90169"/>
                      <a:gd name="csY2" fmla="*/ 360299 h 360298"/>
                      <a:gd name="csX3" fmla="*/ 0 w 90169"/>
                      <a:gd name="csY3" fmla="*/ 360299 h 36029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360298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60299"/>
                        </a:lnTo>
                        <a:lnTo>
                          <a:pt x="0" y="360299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0" name="Freeform 619">
                    <a:extLst>
                      <a:ext uri="{FF2B5EF4-FFF2-40B4-BE49-F238E27FC236}">
                        <a16:creationId xmlns:a16="http://schemas.microsoft.com/office/drawing/2014/main" id="{AB1C5A7F-1422-6BF1-5816-B936E7BF5DD5}"/>
                      </a:ext>
                    </a:extLst>
                  </p:cNvPr>
                  <p:cNvSpPr/>
                  <p:nvPr/>
                </p:nvSpPr>
                <p:spPr>
                  <a:xfrm>
                    <a:off x="793097" y="2876942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1" name="Freeform 620">
                    <a:extLst>
                      <a:ext uri="{FF2B5EF4-FFF2-40B4-BE49-F238E27FC236}">
                        <a16:creationId xmlns:a16="http://schemas.microsoft.com/office/drawing/2014/main" id="{ABC30AA6-DA1E-8D96-B4AF-1481AACAA500}"/>
                      </a:ext>
                    </a:extLst>
                  </p:cNvPr>
                  <p:cNvSpPr/>
                  <p:nvPr/>
                </p:nvSpPr>
                <p:spPr>
                  <a:xfrm>
                    <a:off x="823197" y="2876942"/>
                    <a:ext cx="12700" cy="47879"/>
                  </a:xfrm>
                  <a:custGeom>
                    <a:avLst/>
                    <a:gdLst>
                      <a:gd name="csX0" fmla="*/ 0 w 12700"/>
                      <a:gd name="csY0" fmla="*/ 0 h 47879"/>
                      <a:gd name="csX1" fmla="*/ 0 w 12700"/>
                      <a:gd name="csY1" fmla="*/ 47879 h 4787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7879">
                        <a:moveTo>
                          <a:pt x="0" y="0"/>
                        </a:moveTo>
                        <a:lnTo>
                          <a:pt x="0" y="4787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2" name="Freeform 621">
                    <a:extLst>
                      <a:ext uri="{FF2B5EF4-FFF2-40B4-BE49-F238E27FC236}">
                        <a16:creationId xmlns:a16="http://schemas.microsoft.com/office/drawing/2014/main" id="{690FEE4C-AA26-A836-BF64-7A12C2520B71}"/>
                      </a:ext>
                    </a:extLst>
                  </p:cNvPr>
                  <p:cNvSpPr/>
                  <p:nvPr/>
                </p:nvSpPr>
                <p:spPr>
                  <a:xfrm>
                    <a:off x="793097" y="2924821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3" name="Freeform 622">
                    <a:extLst>
                      <a:ext uri="{FF2B5EF4-FFF2-40B4-BE49-F238E27FC236}">
                        <a16:creationId xmlns:a16="http://schemas.microsoft.com/office/drawing/2014/main" id="{CC65C693-3990-1400-E5FE-AA4286D1BA92}"/>
                      </a:ext>
                    </a:extLst>
                  </p:cNvPr>
                  <p:cNvSpPr/>
                  <p:nvPr/>
                </p:nvSpPr>
                <p:spPr>
                  <a:xfrm>
                    <a:off x="943465" y="2880117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733108A7-D8AE-3062-7D81-2B97285C69D2}"/>
                      </a:ext>
                    </a:extLst>
                  </p:cNvPr>
                  <p:cNvSpPr/>
                  <p:nvPr/>
                </p:nvSpPr>
                <p:spPr>
                  <a:xfrm>
                    <a:off x="973565" y="2880117"/>
                    <a:ext cx="12700" cy="34417"/>
                  </a:xfrm>
                  <a:custGeom>
                    <a:avLst/>
                    <a:gdLst>
                      <a:gd name="csX0" fmla="*/ 0 w 12700"/>
                      <a:gd name="csY0" fmla="*/ 0 h 34417"/>
                      <a:gd name="csX1" fmla="*/ 0 w 12700"/>
                      <a:gd name="csY1" fmla="*/ 34417 h 3441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417">
                        <a:moveTo>
                          <a:pt x="0" y="0"/>
                        </a:moveTo>
                        <a:lnTo>
                          <a:pt x="0" y="3441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A7883F74-C28D-F2EB-D5FA-9CE6A930AE15}"/>
                      </a:ext>
                    </a:extLst>
                  </p:cNvPr>
                  <p:cNvSpPr/>
                  <p:nvPr/>
                </p:nvSpPr>
                <p:spPr>
                  <a:xfrm>
                    <a:off x="943465" y="2914535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FDA35F21-1BE5-9E70-5BFC-7E65D8DAC73D}"/>
                      </a:ext>
                    </a:extLst>
                  </p:cNvPr>
                  <p:cNvSpPr/>
                  <p:nvPr/>
                </p:nvSpPr>
                <p:spPr>
                  <a:xfrm>
                    <a:off x="1093834" y="2978670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B128BD20-0B86-0FA1-F19E-7DB47481983C}"/>
                      </a:ext>
                    </a:extLst>
                  </p:cNvPr>
                  <p:cNvSpPr/>
                  <p:nvPr/>
                </p:nvSpPr>
                <p:spPr>
                  <a:xfrm>
                    <a:off x="1123932" y="2978670"/>
                    <a:ext cx="12700" cy="6984"/>
                  </a:xfrm>
                  <a:custGeom>
                    <a:avLst/>
                    <a:gdLst>
                      <a:gd name="csX0" fmla="*/ 0 w 12700"/>
                      <a:gd name="csY0" fmla="*/ 0 h 6984"/>
                      <a:gd name="csX1" fmla="*/ 0 w 12700"/>
                      <a:gd name="csY1" fmla="*/ 6985 h 698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984">
                        <a:moveTo>
                          <a:pt x="0" y="0"/>
                        </a:moveTo>
                        <a:lnTo>
                          <a:pt x="0" y="698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8" name="Freeform 627">
                    <a:extLst>
                      <a:ext uri="{FF2B5EF4-FFF2-40B4-BE49-F238E27FC236}">
                        <a16:creationId xmlns:a16="http://schemas.microsoft.com/office/drawing/2014/main" id="{76A2967E-F58E-8DC1-124D-0778EC945E6E}"/>
                      </a:ext>
                    </a:extLst>
                  </p:cNvPr>
                  <p:cNvSpPr/>
                  <p:nvPr/>
                </p:nvSpPr>
                <p:spPr>
                  <a:xfrm>
                    <a:off x="1093834" y="2985654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29" name="Freeform 628">
                    <a:extLst>
                      <a:ext uri="{FF2B5EF4-FFF2-40B4-BE49-F238E27FC236}">
                        <a16:creationId xmlns:a16="http://schemas.microsoft.com/office/drawing/2014/main" id="{3BBF66FA-4AC2-43EB-CBEC-4162FC5BE668}"/>
                      </a:ext>
                    </a:extLst>
                  </p:cNvPr>
                  <p:cNvSpPr/>
                  <p:nvPr/>
                </p:nvSpPr>
                <p:spPr>
                  <a:xfrm>
                    <a:off x="1394570" y="2907677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0" name="Freeform 629">
                    <a:extLst>
                      <a:ext uri="{FF2B5EF4-FFF2-40B4-BE49-F238E27FC236}">
                        <a16:creationId xmlns:a16="http://schemas.microsoft.com/office/drawing/2014/main" id="{9CC5FCDB-7EC5-145D-2E6D-16B89AF731A6}"/>
                      </a:ext>
                    </a:extLst>
                  </p:cNvPr>
                  <p:cNvSpPr/>
                  <p:nvPr/>
                </p:nvSpPr>
                <p:spPr>
                  <a:xfrm>
                    <a:off x="1424668" y="2907677"/>
                    <a:ext cx="12700" cy="47370"/>
                  </a:xfrm>
                  <a:custGeom>
                    <a:avLst/>
                    <a:gdLst>
                      <a:gd name="csX0" fmla="*/ 0 w 12700"/>
                      <a:gd name="csY0" fmla="*/ 0 h 47370"/>
                      <a:gd name="csX1" fmla="*/ 0 w 12700"/>
                      <a:gd name="csY1" fmla="*/ 47371 h 4737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7370">
                        <a:moveTo>
                          <a:pt x="0" y="0"/>
                        </a:moveTo>
                        <a:lnTo>
                          <a:pt x="0" y="47371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8F84565F-EDA0-5FF9-FEF4-F9CA8673BD8A}"/>
                      </a:ext>
                    </a:extLst>
                  </p:cNvPr>
                  <p:cNvSpPr/>
                  <p:nvPr/>
                </p:nvSpPr>
                <p:spPr>
                  <a:xfrm>
                    <a:off x="1394570" y="2955048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5012F915-CF25-C425-3B63-91ECFDBE5191}"/>
                      </a:ext>
                    </a:extLst>
                  </p:cNvPr>
                  <p:cNvSpPr/>
                  <p:nvPr/>
                </p:nvSpPr>
                <p:spPr>
                  <a:xfrm>
                    <a:off x="1118345" y="296724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C70B669-C404-7B31-44E8-B7BDAE96E6EF}"/>
                      </a:ext>
                    </a:extLst>
                  </p:cNvPr>
                  <p:cNvSpPr/>
                  <p:nvPr/>
                </p:nvSpPr>
                <p:spPr>
                  <a:xfrm>
                    <a:off x="968612" y="29085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7F9CC5DA-AFA6-E4C4-0803-15335CF3F1B0}"/>
                      </a:ext>
                    </a:extLst>
                  </p:cNvPr>
                  <p:cNvSpPr/>
                  <p:nvPr/>
                </p:nvSpPr>
                <p:spPr>
                  <a:xfrm>
                    <a:off x="949054" y="287897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5" name="Freeform 634">
                    <a:extLst>
                      <a:ext uri="{FF2B5EF4-FFF2-40B4-BE49-F238E27FC236}">
                        <a16:creationId xmlns:a16="http://schemas.microsoft.com/office/drawing/2014/main" id="{E929BC8F-E858-93A5-E1A4-8968A57AFA1A}"/>
                      </a:ext>
                    </a:extLst>
                  </p:cNvPr>
                  <p:cNvSpPr/>
                  <p:nvPr/>
                </p:nvSpPr>
                <p:spPr>
                  <a:xfrm>
                    <a:off x="1416541" y="289624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6" name="Freeform 635">
                    <a:extLst>
                      <a:ext uri="{FF2B5EF4-FFF2-40B4-BE49-F238E27FC236}">
                        <a16:creationId xmlns:a16="http://schemas.microsoft.com/office/drawing/2014/main" id="{AC1535AF-E88B-D7B1-99A9-27903FBD3D01}"/>
                      </a:ext>
                    </a:extLst>
                  </p:cNvPr>
                  <p:cNvSpPr/>
                  <p:nvPr/>
                </p:nvSpPr>
                <p:spPr>
                  <a:xfrm>
                    <a:off x="809354" y="282436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7" name="Freeform 636">
                    <a:extLst>
                      <a:ext uri="{FF2B5EF4-FFF2-40B4-BE49-F238E27FC236}">
                        <a16:creationId xmlns:a16="http://schemas.microsoft.com/office/drawing/2014/main" id="{1225A24E-1E00-6FDD-6695-BF5D92710F20}"/>
                      </a:ext>
                    </a:extLst>
                  </p:cNvPr>
                  <p:cNvSpPr/>
                  <p:nvPr/>
                </p:nvSpPr>
                <p:spPr>
                  <a:xfrm>
                    <a:off x="1407143" y="295492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EFDC65AE-00A3-F61C-C039-B1ABD6B3230D}"/>
                      </a:ext>
                    </a:extLst>
                  </p:cNvPr>
                  <p:cNvSpPr/>
                  <p:nvPr/>
                </p:nvSpPr>
                <p:spPr>
                  <a:xfrm>
                    <a:off x="812275" y="299149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84861ED2-0D03-7FAD-492E-C9D2AC59FCF3}"/>
                      </a:ext>
                    </a:extLst>
                  </p:cNvPr>
                  <p:cNvSpPr/>
                  <p:nvPr/>
                </p:nvSpPr>
                <p:spPr>
                  <a:xfrm>
                    <a:off x="1395586" y="300775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82FFCD76-829C-00AE-F5B3-EDAC61F83318}"/>
                      </a:ext>
                    </a:extLst>
                  </p:cNvPr>
                  <p:cNvSpPr/>
                  <p:nvPr/>
                </p:nvSpPr>
                <p:spPr>
                  <a:xfrm>
                    <a:off x="809862" y="286475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26573939-9C84-5EA6-28E0-19AD3E9F5846}"/>
                      </a:ext>
                    </a:extLst>
                  </p:cNvPr>
                  <p:cNvSpPr/>
                  <p:nvPr/>
                </p:nvSpPr>
                <p:spPr>
                  <a:xfrm>
                    <a:off x="1412731" y="289713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2" name="Freeform 641">
                    <a:extLst>
                      <a:ext uri="{FF2B5EF4-FFF2-40B4-BE49-F238E27FC236}">
                        <a16:creationId xmlns:a16="http://schemas.microsoft.com/office/drawing/2014/main" id="{5DC3825C-03E2-A84F-65F4-1852E5824915}"/>
                      </a:ext>
                    </a:extLst>
                  </p:cNvPr>
                  <p:cNvSpPr/>
                  <p:nvPr/>
                </p:nvSpPr>
                <p:spPr>
                  <a:xfrm>
                    <a:off x="803893" y="288659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3" name="Freeform 642">
                    <a:extLst>
                      <a:ext uri="{FF2B5EF4-FFF2-40B4-BE49-F238E27FC236}">
                        <a16:creationId xmlns:a16="http://schemas.microsoft.com/office/drawing/2014/main" id="{E47CE922-94D0-FBC9-1840-F77893384FDC}"/>
                      </a:ext>
                    </a:extLst>
                  </p:cNvPr>
                  <p:cNvSpPr/>
                  <p:nvPr/>
                </p:nvSpPr>
                <p:spPr>
                  <a:xfrm>
                    <a:off x="1413239" y="287224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4" name="Freeform 643">
                    <a:extLst>
                      <a:ext uri="{FF2B5EF4-FFF2-40B4-BE49-F238E27FC236}">
                        <a16:creationId xmlns:a16="http://schemas.microsoft.com/office/drawing/2014/main" id="{66808009-316E-F769-2E71-8D32B33DB930}"/>
                      </a:ext>
                    </a:extLst>
                  </p:cNvPr>
                  <p:cNvSpPr/>
                  <p:nvPr/>
                </p:nvSpPr>
                <p:spPr>
                  <a:xfrm>
                    <a:off x="818244" y="284328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05061114-0DFC-7424-81A0-68124639E2AA}"/>
                      </a:ext>
                    </a:extLst>
                  </p:cNvPr>
                  <p:cNvSpPr/>
                  <p:nvPr/>
                </p:nvSpPr>
                <p:spPr>
                  <a:xfrm>
                    <a:off x="948165" y="282195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BF2F2664-27EC-8E34-6760-560F5616A36E}"/>
                      </a:ext>
                    </a:extLst>
                  </p:cNvPr>
                  <p:cNvSpPr/>
                  <p:nvPr/>
                </p:nvSpPr>
                <p:spPr>
                  <a:xfrm>
                    <a:off x="1405492" y="285116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4D2996FB-4A3E-18B3-1894-551038315A6A}"/>
                      </a:ext>
                    </a:extLst>
                  </p:cNvPr>
                  <p:cNvSpPr/>
                  <p:nvPr/>
                </p:nvSpPr>
                <p:spPr>
                  <a:xfrm>
                    <a:off x="818371" y="288735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4EAFFEC7-941B-9412-A304-CE19421038E6}"/>
                      </a:ext>
                    </a:extLst>
                  </p:cNvPr>
                  <p:cNvSpPr/>
                  <p:nvPr/>
                </p:nvSpPr>
                <p:spPr>
                  <a:xfrm>
                    <a:off x="1120250" y="296038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49" name="Freeform 648">
                    <a:extLst>
                      <a:ext uri="{FF2B5EF4-FFF2-40B4-BE49-F238E27FC236}">
                        <a16:creationId xmlns:a16="http://schemas.microsoft.com/office/drawing/2014/main" id="{2FA51EFE-6D67-E031-A9B3-103C23B60FC1}"/>
                      </a:ext>
                    </a:extLst>
                  </p:cNvPr>
                  <p:cNvSpPr/>
                  <p:nvPr/>
                </p:nvSpPr>
                <p:spPr>
                  <a:xfrm>
                    <a:off x="943974" y="283211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0" name="Freeform 649">
                    <a:extLst>
                      <a:ext uri="{FF2B5EF4-FFF2-40B4-BE49-F238E27FC236}">
                        <a16:creationId xmlns:a16="http://schemas.microsoft.com/office/drawing/2014/main" id="{AD5601C2-F594-6014-18D6-C79A44003A56}"/>
                      </a:ext>
                    </a:extLst>
                  </p:cNvPr>
                  <p:cNvSpPr/>
                  <p:nvPr/>
                </p:nvSpPr>
                <p:spPr>
                  <a:xfrm>
                    <a:off x="954769" y="294082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1" name="Freeform 650">
                    <a:extLst>
                      <a:ext uri="{FF2B5EF4-FFF2-40B4-BE49-F238E27FC236}">
                        <a16:creationId xmlns:a16="http://schemas.microsoft.com/office/drawing/2014/main" id="{7C08F493-7610-6739-0273-AA0E3FA95C06}"/>
                      </a:ext>
                    </a:extLst>
                  </p:cNvPr>
                  <p:cNvSpPr/>
                  <p:nvPr/>
                </p:nvSpPr>
                <p:spPr>
                  <a:xfrm>
                    <a:off x="1258045" y="289396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2" name="Freeform 651">
                    <a:extLst>
                      <a:ext uri="{FF2B5EF4-FFF2-40B4-BE49-F238E27FC236}">
                        <a16:creationId xmlns:a16="http://schemas.microsoft.com/office/drawing/2014/main" id="{9EEBA8C9-47E1-513D-A112-44CE0C444DE0}"/>
                      </a:ext>
                    </a:extLst>
                  </p:cNvPr>
                  <p:cNvSpPr/>
                  <p:nvPr/>
                </p:nvSpPr>
                <p:spPr>
                  <a:xfrm>
                    <a:off x="967723" y="292012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3" name="Freeform 652">
                    <a:extLst>
                      <a:ext uri="{FF2B5EF4-FFF2-40B4-BE49-F238E27FC236}">
                        <a16:creationId xmlns:a16="http://schemas.microsoft.com/office/drawing/2014/main" id="{DBD70890-9F74-97DB-BBF8-FE64FB3CD159}"/>
                      </a:ext>
                    </a:extLst>
                  </p:cNvPr>
                  <p:cNvSpPr/>
                  <p:nvPr/>
                </p:nvSpPr>
                <p:spPr>
                  <a:xfrm>
                    <a:off x="944609" y="285255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4" name="TextBox 653">
                    <a:extLst>
                      <a:ext uri="{FF2B5EF4-FFF2-40B4-BE49-F238E27FC236}">
                        <a16:creationId xmlns:a16="http://schemas.microsoft.com/office/drawing/2014/main" id="{3AA70D4C-4EF7-E7B3-46F5-746E293F380E}"/>
                      </a:ext>
                    </a:extLst>
                  </p:cNvPr>
                  <p:cNvSpPr txBox="1"/>
                  <p:nvPr/>
                </p:nvSpPr>
                <p:spPr>
                  <a:xfrm>
                    <a:off x="665506" y="2677032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0.779</a:t>
                    </a:r>
                  </a:p>
                </p:txBody>
              </p:sp>
              <p:sp>
                <p:nvSpPr>
                  <p:cNvPr id="655" name="Freeform 654">
                    <a:extLst>
                      <a:ext uri="{FF2B5EF4-FFF2-40B4-BE49-F238E27FC236}">
                        <a16:creationId xmlns:a16="http://schemas.microsoft.com/office/drawing/2014/main" id="{A4106AE8-7793-9A72-2B51-39A610098701}"/>
                      </a:ext>
                    </a:extLst>
                  </p:cNvPr>
                  <p:cNvSpPr/>
                  <p:nvPr/>
                </p:nvSpPr>
                <p:spPr>
                  <a:xfrm>
                    <a:off x="823197" y="2795028"/>
                    <a:ext cx="135254" cy="12700"/>
                  </a:xfrm>
                  <a:custGeom>
                    <a:avLst/>
                    <a:gdLst>
                      <a:gd name="csX0" fmla="*/ 0 w 135254"/>
                      <a:gd name="csY0" fmla="*/ 0 h 12700"/>
                      <a:gd name="csX1" fmla="*/ 135255 w 13525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35254" h="12700">
                        <a:moveTo>
                          <a:pt x="0" y="0"/>
                        </a:moveTo>
                        <a:lnTo>
                          <a:pt x="13525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6" name="TextBox 655">
                    <a:extLst>
                      <a:ext uri="{FF2B5EF4-FFF2-40B4-BE49-F238E27FC236}">
                        <a16:creationId xmlns:a16="http://schemas.microsoft.com/office/drawing/2014/main" id="{65CCCC13-DA58-CB16-9042-754C0383086E}"/>
                      </a:ext>
                    </a:extLst>
                  </p:cNvPr>
                  <p:cNvSpPr txBox="1"/>
                  <p:nvPr/>
                </p:nvSpPr>
                <p:spPr>
                  <a:xfrm>
                    <a:off x="994052" y="2622142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657" name="Freeform 656">
                    <a:extLst>
                      <a:ext uri="{FF2B5EF4-FFF2-40B4-BE49-F238E27FC236}">
                        <a16:creationId xmlns:a16="http://schemas.microsoft.com/office/drawing/2014/main" id="{DFBBD260-9922-22B9-773A-31AA6CA8A987}"/>
                      </a:ext>
                    </a:extLst>
                  </p:cNvPr>
                  <p:cNvSpPr/>
                  <p:nvPr/>
                </p:nvSpPr>
                <p:spPr>
                  <a:xfrm>
                    <a:off x="988551" y="2795028"/>
                    <a:ext cx="436118" cy="12700"/>
                  </a:xfrm>
                  <a:custGeom>
                    <a:avLst/>
                    <a:gdLst>
                      <a:gd name="csX0" fmla="*/ 0 w 436118"/>
                      <a:gd name="csY0" fmla="*/ 0 h 12700"/>
                      <a:gd name="csX1" fmla="*/ 436118 w 43611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36118" h="12700">
                        <a:moveTo>
                          <a:pt x="0" y="0"/>
                        </a:moveTo>
                        <a:lnTo>
                          <a:pt x="436118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58" name="TextBox 657">
                    <a:extLst>
                      <a:ext uri="{FF2B5EF4-FFF2-40B4-BE49-F238E27FC236}">
                        <a16:creationId xmlns:a16="http://schemas.microsoft.com/office/drawing/2014/main" id="{90CEE697-2AE7-4548-B925-2761574ED05F}"/>
                      </a:ext>
                    </a:extLst>
                  </p:cNvPr>
                  <p:cNvSpPr txBox="1"/>
                  <p:nvPr/>
                </p:nvSpPr>
                <p:spPr>
                  <a:xfrm>
                    <a:off x="911375" y="2509239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659" name="Freeform 658">
                    <a:extLst>
                      <a:ext uri="{FF2B5EF4-FFF2-40B4-BE49-F238E27FC236}">
                        <a16:creationId xmlns:a16="http://schemas.microsoft.com/office/drawing/2014/main" id="{8D94CFCC-E159-7F6B-5C54-476DD07FADB8}"/>
                      </a:ext>
                    </a:extLst>
                  </p:cNvPr>
                  <p:cNvSpPr/>
                  <p:nvPr/>
                </p:nvSpPr>
                <p:spPr>
                  <a:xfrm>
                    <a:off x="823197" y="2682125"/>
                    <a:ext cx="601472" cy="12700"/>
                  </a:xfrm>
                  <a:custGeom>
                    <a:avLst/>
                    <a:gdLst>
                      <a:gd name="csX0" fmla="*/ 0 w 601472"/>
                      <a:gd name="csY0" fmla="*/ 0 h 12700"/>
                      <a:gd name="csX1" fmla="*/ 601472 w 60147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472" h="12700">
                        <a:moveTo>
                          <a:pt x="0" y="0"/>
                        </a:moveTo>
                        <a:lnTo>
                          <a:pt x="60147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660" name="Graphic 585">
                  <a:extLst>
                    <a:ext uri="{FF2B5EF4-FFF2-40B4-BE49-F238E27FC236}">
                      <a16:creationId xmlns:a16="http://schemas.microsoft.com/office/drawing/2014/main" id="{7EB8E218-2A2C-C503-B39B-71F891C66CFB}"/>
                    </a:ext>
                  </a:extLst>
                </p:cNvPr>
                <p:cNvGrpSpPr/>
                <p:nvPr/>
              </p:nvGrpSpPr>
              <p:grpSpPr>
                <a:xfrm>
                  <a:off x="362720" y="2312178"/>
                  <a:ext cx="1185539" cy="1190718"/>
                  <a:chOff x="362720" y="2312178"/>
                  <a:chExt cx="1185539" cy="1190718"/>
                </a:xfrm>
              </p:grpSpPr>
              <p:sp>
                <p:nvSpPr>
                  <p:cNvPr id="661" name="Freeform 660">
                    <a:extLst>
                      <a:ext uri="{FF2B5EF4-FFF2-40B4-BE49-F238E27FC236}">
                        <a16:creationId xmlns:a16="http://schemas.microsoft.com/office/drawing/2014/main" id="{E79649D6-FF25-48A7-ADB3-210C52AD77CD}"/>
                      </a:ext>
                    </a:extLst>
                  </p:cNvPr>
                  <p:cNvSpPr/>
                  <p:nvPr/>
                </p:nvSpPr>
                <p:spPr>
                  <a:xfrm>
                    <a:off x="733026" y="2614434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53C37816-48A6-1C30-BDB5-21FBA6D557E9}"/>
                      </a:ext>
                    </a:extLst>
                  </p:cNvPr>
                  <p:cNvSpPr txBox="1"/>
                  <p:nvPr/>
                </p:nvSpPr>
                <p:spPr>
                  <a:xfrm>
                    <a:off x="422651" y="318470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D26CDB0-3033-4683-3CCC-3C47EBF0CDF1}"/>
                      </a:ext>
                    </a:extLst>
                  </p:cNvPr>
                  <p:cNvSpPr txBox="1"/>
                  <p:nvPr/>
                </p:nvSpPr>
                <p:spPr>
                  <a:xfrm>
                    <a:off x="362720" y="2994082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10%</a:t>
                    </a:r>
                  </a:p>
                </p:txBody>
              </p:sp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B264C2A7-0401-28B8-3B17-E687F2A89954}"/>
                      </a:ext>
                    </a:extLst>
                  </p:cNvPr>
                  <p:cNvSpPr txBox="1"/>
                  <p:nvPr/>
                </p:nvSpPr>
                <p:spPr>
                  <a:xfrm>
                    <a:off x="362720" y="2803455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20%</a:t>
                    </a:r>
                  </a:p>
                </p:txBody>
              </p:sp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BE486BBD-D8A8-3444-DEC2-68D17881E74F}"/>
                      </a:ext>
                    </a:extLst>
                  </p:cNvPr>
                  <p:cNvSpPr txBox="1"/>
                  <p:nvPr/>
                </p:nvSpPr>
                <p:spPr>
                  <a:xfrm>
                    <a:off x="362720" y="2612828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30%</a:t>
                    </a:r>
                  </a:p>
                </p:txBody>
              </p:sp>
              <p:sp>
                <p:nvSpPr>
                  <p:cNvPr id="666" name="Freeform 665">
                    <a:extLst>
                      <a:ext uri="{FF2B5EF4-FFF2-40B4-BE49-F238E27FC236}">
                        <a16:creationId xmlns:a16="http://schemas.microsoft.com/office/drawing/2014/main" id="{7BAB3556-8434-8A7E-D529-E5FA01F6AE99}"/>
                      </a:ext>
                    </a:extLst>
                  </p:cNvPr>
                  <p:cNvSpPr/>
                  <p:nvPr/>
                </p:nvSpPr>
                <p:spPr>
                  <a:xfrm>
                    <a:off x="698229" y="3291598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67" name="Freeform 666">
                    <a:extLst>
                      <a:ext uri="{FF2B5EF4-FFF2-40B4-BE49-F238E27FC236}">
                        <a16:creationId xmlns:a16="http://schemas.microsoft.com/office/drawing/2014/main" id="{FC213C24-A384-4297-24D8-FC5982249C11}"/>
                      </a:ext>
                    </a:extLst>
                  </p:cNvPr>
                  <p:cNvSpPr/>
                  <p:nvPr/>
                </p:nvSpPr>
                <p:spPr>
                  <a:xfrm>
                    <a:off x="698229" y="3100971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68" name="Freeform 667">
                    <a:extLst>
                      <a:ext uri="{FF2B5EF4-FFF2-40B4-BE49-F238E27FC236}">
                        <a16:creationId xmlns:a16="http://schemas.microsoft.com/office/drawing/2014/main" id="{BD398C2E-2BCD-1CB2-685B-D69A4A4FD7D9}"/>
                      </a:ext>
                    </a:extLst>
                  </p:cNvPr>
                  <p:cNvSpPr/>
                  <p:nvPr/>
                </p:nvSpPr>
                <p:spPr>
                  <a:xfrm>
                    <a:off x="698229" y="2910343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69" name="Freeform 668">
                    <a:extLst>
                      <a:ext uri="{FF2B5EF4-FFF2-40B4-BE49-F238E27FC236}">
                        <a16:creationId xmlns:a16="http://schemas.microsoft.com/office/drawing/2014/main" id="{E6F21D97-47B9-DC4F-3F10-1E3DA654E59F}"/>
                      </a:ext>
                    </a:extLst>
                  </p:cNvPr>
                  <p:cNvSpPr/>
                  <p:nvPr/>
                </p:nvSpPr>
                <p:spPr>
                  <a:xfrm>
                    <a:off x="698229" y="2719716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0" name="Freeform 669">
                    <a:extLst>
                      <a:ext uri="{FF2B5EF4-FFF2-40B4-BE49-F238E27FC236}">
                        <a16:creationId xmlns:a16="http://schemas.microsoft.com/office/drawing/2014/main" id="{876A090C-4CBE-9C12-1F2D-5BEF82D92A30}"/>
                      </a:ext>
                    </a:extLst>
                  </p:cNvPr>
                  <p:cNvSpPr/>
                  <p:nvPr/>
                </p:nvSpPr>
                <p:spPr>
                  <a:xfrm>
                    <a:off x="733026" y="3291598"/>
                    <a:ext cx="781811" cy="12700"/>
                  </a:xfrm>
                  <a:custGeom>
                    <a:avLst/>
                    <a:gdLst>
                      <a:gd name="csX0" fmla="*/ 0 w 781811"/>
                      <a:gd name="csY0" fmla="*/ 0 h 12700"/>
                      <a:gd name="csX1" fmla="*/ 781812 w 78181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81811" h="12700">
                        <a:moveTo>
                          <a:pt x="0" y="0"/>
                        </a:moveTo>
                        <a:lnTo>
                          <a:pt x="78181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1" name="Freeform 670">
                    <a:extLst>
                      <a:ext uri="{FF2B5EF4-FFF2-40B4-BE49-F238E27FC236}">
                        <a16:creationId xmlns:a16="http://schemas.microsoft.com/office/drawing/2014/main" id="{16476D6E-87B2-2DF0-D5DB-2C288CDF0C63}"/>
                      </a:ext>
                    </a:extLst>
                  </p:cNvPr>
                  <p:cNvSpPr/>
                  <p:nvPr/>
                </p:nvSpPr>
                <p:spPr>
                  <a:xfrm>
                    <a:off x="823197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2" name="Freeform 671">
                    <a:extLst>
                      <a:ext uri="{FF2B5EF4-FFF2-40B4-BE49-F238E27FC236}">
                        <a16:creationId xmlns:a16="http://schemas.microsoft.com/office/drawing/2014/main" id="{E6C86179-878F-7B8E-0906-9E05C1540F21}"/>
                      </a:ext>
                    </a:extLst>
                  </p:cNvPr>
                  <p:cNvSpPr/>
                  <p:nvPr/>
                </p:nvSpPr>
                <p:spPr>
                  <a:xfrm>
                    <a:off x="973565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3" name="Freeform 672">
                    <a:extLst>
                      <a:ext uri="{FF2B5EF4-FFF2-40B4-BE49-F238E27FC236}">
                        <a16:creationId xmlns:a16="http://schemas.microsoft.com/office/drawing/2014/main" id="{C9B93C6E-2D67-B00D-E97A-58A805BF14E4}"/>
                      </a:ext>
                    </a:extLst>
                  </p:cNvPr>
                  <p:cNvSpPr/>
                  <p:nvPr/>
                </p:nvSpPr>
                <p:spPr>
                  <a:xfrm>
                    <a:off x="1123932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4" name="Freeform 673">
                    <a:extLst>
                      <a:ext uri="{FF2B5EF4-FFF2-40B4-BE49-F238E27FC236}">
                        <a16:creationId xmlns:a16="http://schemas.microsoft.com/office/drawing/2014/main" id="{75373980-F544-7606-2EF9-562477BA2171}"/>
                      </a:ext>
                    </a:extLst>
                  </p:cNvPr>
                  <p:cNvSpPr/>
                  <p:nvPr/>
                </p:nvSpPr>
                <p:spPr>
                  <a:xfrm>
                    <a:off x="1274301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5" name="Freeform 674">
                    <a:extLst>
                      <a:ext uri="{FF2B5EF4-FFF2-40B4-BE49-F238E27FC236}">
                        <a16:creationId xmlns:a16="http://schemas.microsoft.com/office/drawing/2014/main" id="{2B6C56C7-7C35-E14C-BCC4-E839A87A5711}"/>
                      </a:ext>
                    </a:extLst>
                  </p:cNvPr>
                  <p:cNvSpPr/>
                  <p:nvPr/>
                </p:nvSpPr>
                <p:spPr>
                  <a:xfrm>
                    <a:off x="1424668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676" name="TextBox 675">
                    <a:extLst>
                      <a:ext uri="{FF2B5EF4-FFF2-40B4-BE49-F238E27FC236}">
                        <a16:creationId xmlns:a16="http://schemas.microsoft.com/office/drawing/2014/main" id="{16DD1FED-971A-6345-D36C-1C240981F45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383" y="3287452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7B79F1E7-E0E2-E325-8C5F-3A07C0CEEECD}"/>
                      </a:ext>
                    </a:extLst>
                  </p:cNvPr>
                  <p:cNvSpPr txBox="1"/>
                  <p:nvPr/>
                </p:nvSpPr>
                <p:spPr>
                  <a:xfrm>
                    <a:off x="866804" y="3287452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B72665CD-8198-2E72-AD95-3A06CBCCEC6C}"/>
                      </a:ext>
                    </a:extLst>
                  </p:cNvPr>
                  <p:cNvSpPr txBox="1"/>
                  <p:nvPr/>
                </p:nvSpPr>
                <p:spPr>
                  <a:xfrm>
                    <a:off x="988318" y="3287452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3DC6188B-22FC-251C-C82D-08FA5E04CEF4}"/>
                      </a:ext>
                    </a:extLst>
                  </p:cNvPr>
                  <p:cNvSpPr txBox="1"/>
                  <p:nvPr/>
                </p:nvSpPr>
                <p:spPr>
                  <a:xfrm>
                    <a:off x="1113839" y="3287452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A4E5DB5D-F071-BB85-1CC2-EE43E96B6547}"/>
                      </a:ext>
                    </a:extLst>
                  </p:cNvPr>
                  <p:cNvSpPr txBox="1"/>
                  <p:nvPr/>
                </p:nvSpPr>
                <p:spPr>
                  <a:xfrm>
                    <a:off x="1301076" y="3287452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683" name="TextBox 682">
                    <a:extLst>
                      <a:ext uri="{FF2B5EF4-FFF2-40B4-BE49-F238E27FC236}">
                        <a16:creationId xmlns:a16="http://schemas.microsoft.com/office/drawing/2014/main" id="{7A465BCD-183A-5668-6480-9B2BBD040FE0}"/>
                      </a:ext>
                    </a:extLst>
                  </p:cNvPr>
                  <p:cNvSpPr txBox="1"/>
                  <p:nvPr/>
                </p:nvSpPr>
                <p:spPr>
                  <a:xfrm>
                    <a:off x="734844" y="2312178"/>
                    <a:ext cx="667170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0_Mixed</a:t>
                    </a:r>
                  </a:p>
                </p:txBody>
              </p:sp>
            </p:grpSp>
          </p:grpSp>
          <p:grpSp>
            <p:nvGrpSpPr>
              <p:cNvPr id="762" name="Graphic 589">
                <a:extLst>
                  <a:ext uri="{FF2B5EF4-FFF2-40B4-BE49-F238E27FC236}">
                    <a16:creationId xmlns:a16="http://schemas.microsoft.com/office/drawing/2014/main" id="{3B431A53-AA8F-BC73-F5D8-8AACC6A29E16}"/>
                  </a:ext>
                </a:extLst>
              </p:cNvPr>
              <p:cNvGrpSpPr/>
              <p:nvPr/>
            </p:nvGrpSpPr>
            <p:grpSpPr>
              <a:xfrm>
                <a:off x="2275902" y="2049426"/>
                <a:ext cx="1185539" cy="1190718"/>
                <a:chOff x="3042858" y="2312178"/>
                <a:chExt cx="1185539" cy="1190718"/>
              </a:xfrm>
            </p:grpSpPr>
            <p:grpSp>
              <p:nvGrpSpPr>
                <p:cNvPr id="765" name="Graphic 589">
                  <a:extLst>
                    <a:ext uri="{FF2B5EF4-FFF2-40B4-BE49-F238E27FC236}">
                      <a16:creationId xmlns:a16="http://schemas.microsoft.com/office/drawing/2014/main" id="{6A2553E1-42CB-C1F0-B77A-0E936888509C}"/>
                    </a:ext>
                  </a:extLst>
                </p:cNvPr>
                <p:cNvGrpSpPr/>
                <p:nvPr/>
              </p:nvGrpSpPr>
              <p:grpSpPr>
                <a:xfrm>
                  <a:off x="3358468" y="2509239"/>
                  <a:ext cx="836636" cy="782486"/>
                  <a:chOff x="3358468" y="2509239"/>
                  <a:chExt cx="836636" cy="782486"/>
                </a:xfrm>
              </p:grpSpPr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892B6C10-B11C-2D6E-07A2-AC6DFD171EB4}"/>
                      </a:ext>
                    </a:extLst>
                  </p:cNvPr>
                  <p:cNvSpPr/>
                  <p:nvPr/>
                </p:nvSpPr>
                <p:spPr>
                  <a:xfrm>
                    <a:off x="3413165" y="2614434"/>
                    <a:ext cx="781939" cy="677290"/>
                  </a:xfrm>
                  <a:custGeom>
                    <a:avLst/>
                    <a:gdLst>
                      <a:gd name="csX0" fmla="*/ 0 w 781939"/>
                      <a:gd name="csY0" fmla="*/ 0 h 677290"/>
                      <a:gd name="csX1" fmla="*/ 781939 w 781939"/>
                      <a:gd name="csY1" fmla="*/ 0 h 677290"/>
                      <a:gd name="csX2" fmla="*/ 781939 w 781939"/>
                      <a:gd name="csY2" fmla="*/ 677291 h 677290"/>
                      <a:gd name="csX3" fmla="*/ 0 w 781939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81939" h="677290">
                        <a:moveTo>
                          <a:pt x="0" y="0"/>
                        </a:moveTo>
                        <a:lnTo>
                          <a:pt x="781939" y="0"/>
                        </a:lnTo>
                        <a:lnTo>
                          <a:pt x="781939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B2948051-673C-751B-D65E-FDCFF870F1B5}"/>
                      </a:ext>
                    </a:extLst>
                  </p:cNvPr>
                  <p:cNvSpPr/>
                  <p:nvPr/>
                </p:nvSpPr>
                <p:spPr>
                  <a:xfrm>
                    <a:off x="3458250" y="3110877"/>
                    <a:ext cx="90170" cy="180848"/>
                  </a:xfrm>
                  <a:custGeom>
                    <a:avLst/>
                    <a:gdLst>
                      <a:gd name="csX0" fmla="*/ 0 w 90170"/>
                      <a:gd name="csY0" fmla="*/ 0 h 180848"/>
                      <a:gd name="csX1" fmla="*/ 90170 w 90170"/>
                      <a:gd name="csY1" fmla="*/ 0 h 180848"/>
                      <a:gd name="csX2" fmla="*/ 90170 w 90170"/>
                      <a:gd name="csY2" fmla="*/ 180848 h 180848"/>
                      <a:gd name="csX3" fmla="*/ 0 w 90170"/>
                      <a:gd name="csY3" fmla="*/ 180848 h 18084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180848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180848"/>
                        </a:lnTo>
                        <a:lnTo>
                          <a:pt x="0" y="180848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DF866354-A0A3-9805-D3A0-43532C2EA33B}"/>
                      </a:ext>
                    </a:extLst>
                  </p:cNvPr>
                  <p:cNvSpPr/>
                  <p:nvPr/>
                </p:nvSpPr>
                <p:spPr>
                  <a:xfrm>
                    <a:off x="3608618" y="3083318"/>
                    <a:ext cx="90170" cy="208407"/>
                  </a:xfrm>
                  <a:custGeom>
                    <a:avLst/>
                    <a:gdLst>
                      <a:gd name="csX0" fmla="*/ 0 w 90170"/>
                      <a:gd name="csY0" fmla="*/ 0 h 208407"/>
                      <a:gd name="csX1" fmla="*/ 90170 w 90170"/>
                      <a:gd name="csY1" fmla="*/ 0 h 208407"/>
                      <a:gd name="csX2" fmla="*/ 90170 w 90170"/>
                      <a:gd name="csY2" fmla="*/ 208407 h 208407"/>
                      <a:gd name="csX3" fmla="*/ 0 w 90170"/>
                      <a:gd name="csY3" fmla="*/ 208407 h 20840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208407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08407"/>
                        </a:lnTo>
                        <a:lnTo>
                          <a:pt x="0" y="208407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69" name="Freeform 768">
                    <a:extLst>
                      <a:ext uri="{FF2B5EF4-FFF2-40B4-BE49-F238E27FC236}">
                        <a16:creationId xmlns:a16="http://schemas.microsoft.com/office/drawing/2014/main" id="{AA66A83B-5992-6D55-2F30-662ED0D7D20B}"/>
                      </a:ext>
                    </a:extLst>
                  </p:cNvPr>
                  <p:cNvSpPr/>
                  <p:nvPr/>
                </p:nvSpPr>
                <p:spPr>
                  <a:xfrm>
                    <a:off x="3758986" y="2951746"/>
                    <a:ext cx="90169" cy="339852"/>
                  </a:xfrm>
                  <a:custGeom>
                    <a:avLst/>
                    <a:gdLst>
                      <a:gd name="csX0" fmla="*/ 0 w 90169"/>
                      <a:gd name="csY0" fmla="*/ 0 h 339852"/>
                      <a:gd name="csX1" fmla="*/ 90170 w 90169"/>
                      <a:gd name="csY1" fmla="*/ 0 h 339852"/>
                      <a:gd name="csX2" fmla="*/ 90170 w 90169"/>
                      <a:gd name="csY2" fmla="*/ 339852 h 339852"/>
                      <a:gd name="csX3" fmla="*/ 0 w 90169"/>
                      <a:gd name="csY3" fmla="*/ 339852 h 33985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339852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39852"/>
                        </a:lnTo>
                        <a:lnTo>
                          <a:pt x="0" y="339852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0" name="Freeform 769">
                    <a:extLst>
                      <a:ext uri="{FF2B5EF4-FFF2-40B4-BE49-F238E27FC236}">
                        <a16:creationId xmlns:a16="http://schemas.microsoft.com/office/drawing/2014/main" id="{E8F40D57-C93A-75CE-B774-D4F3CC5CE9B8}"/>
                      </a:ext>
                    </a:extLst>
                  </p:cNvPr>
                  <p:cNvSpPr/>
                  <p:nvPr/>
                </p:nvSpPr>
                <p:spPr>
                  <a:xfrm>
                    <a:off x="3909354" y="3060331"/>
                    <a:ext cx="90169" cy="231267"/>
                  </a:xfrm>
                  <a:custGeom>
                    <a:avLst/>
                    <a:gdLst>
                      <a:gd name="csX0" fmla="*/ 0 w 90169"/>
                      <a:gd name="csY0" fmla="*/ 0 h 231267"/>
                      <a:gd name="csX1" fmla="*/ 90170 w 90169"/>
                      <a:gd name="csY1" fmla="*/ 0 h 231267"/>
                      <a:gd name="csX2" fmla="*/ 90170 w 90169"/>
                      <a:gd name="csY2" fmla="*/ 231267 h 231267"/>
                      <a:gd name="csX3" fmla="*/ 0 w 90169"/>
                      <a:gd name="csY3" fmla="*/ 231267 h 2312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31267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31267"/>
                        </a:lnTo>
                        <a:lnTo>
                          <a:pt x="0" y="231267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1" name="Freeform 770">
                    <a:extLst>
                      <a:ext uri="{FF2B5EF4-FFF2-40B4-BE49-F238E27FC236}">
                        <a16:creationId xmlns:a16="http://schemas.microsoft.com/office/drawing/2014/main" id="{4F28CC6B-933C-35B9-6FA8-6C7A24776FF6}"/>
                      </a:ext>
                    </a:extLst>
                  </p:cNvPr>
                  <p:cNvSpPr/>
                  <p:nvPr/>
                </p:nvSpPr>
                <p:spPr>
                  <a:xfrm>
                    <a:off x="4059722" y="3046107"/>
                    <a:ext cx="90169" cy="245490"/>
                  </a:xfrm>
                  <a:custGeom>
                    <a:avLst/>
                    <a:gdLst>
                      <a:gd name="csX0" fmla="*/ 0 w 90169"/>
                      <a:gd name="csY0" fmla="*/ 0 h 245490"/>
                      <a:gd name="csX1" fmla="*/ 90170 w 90169"/>
                      <a:gd name="csY1" fmla="*/ 0 h 245490"/>
                      <a:gd name="csX2" fmla="*/ 90170 w 90169"/>
                      <a:gd name="csY2" fmla="*/ 245491 h 245490"/>
                      <a:gd name="csX3" fmla="*/ 0 w 90169"/>
                      <a:gd name="csY3" fmla="*/ 245491 h 2454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45490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45491"/>
                        </a:lnTo>
                        <a:lnTo>
                          <a:pt x="0" y="245491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2" name="Freeform 771">
                    <a:extLst>
                      <a:ext uri="{FF2B5EF4-FFF2-40B4-BE49-F238E27FC236}">
                        <a16:creationId xmlns:a16="http://schemas.microsoft.com/office/drawing/2014/main" id="{494F0986-29E8-D0AE-B19F-588189AE5945}"/>
                      </a:ext>
                    </a:extLst>
                  </p:cNvPr>
                  <p:cNvSpPr/>
                  <p:nvPr/>
                </p:nvSpPr>
                <p:spPr>
                  <a:xfrm>
                    <a:off x="3473235" y="3097542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3" name="Freeform 772">
                    <a:extLst>
                      <a:ext uri="{FF2B5EF4-FFF2-40B4-BE49-F238E27FC236}">
                        <a16:creationId xmlns:a16="http://schemas.microsoft.com/office/drawing/2014/main" id="{A10BB494-030A-1083-4DC0-7F51268D3AF1}"/>
                      </a:ext>
                    </a:extLst>
                  </p:cNvPr>
                  <p:cNvSpPr/>
                  <p:nvPr/>
                </p:nvSpPr>
                <p:spPr>
                  <a:xfrm>
                    <a:off x="3503335" y="3097542"/>
                    <a:ext cx="12700" cy="26543"/>
                  </a:xfrm>
                  <a:custGeom>
                    <a:avLst/>
                    <a:gdLst>
                      <a:gd name="csX0" fmla="*/ 0 w 12700"/>
                      <a:gd name="csY0" fmla="*/ 0 h 26543"/>
                      <a:gd name="csX1" fmla="*/ 0 w 12700"/>
                      <a:gd name="csY1" fmla="*/ 26543 h 2654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6543">
                        <a:moveTo>
                          <a:pt x="0" y="0"/>
                        </a:moveTo>
                        <a:lnTo>
                          <a:pt x="0" y="2654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4" name="Freeform 773">
                    <a:extLst>
                      <a:ext uri="{FF2B5EF4-FFF2-40B4-BE49-F238E27FC236}">
                        <a16:creationId xmlns:a16="http://schemas.microsoft.com/office/drawing/2014/main" id="{621A65AA-54A1-BCD6-3582-64F5AEA44563}"/>
                      </a:ext>
                    </a:extLst>
                  </p:cNvPr>
                  <p:cNvSpPr/>
                  <p:nvPr/>
                </p:nvSpPr>
                <p:spPr>
                  <a:xfrm>
                    <a:off x="3473235" y="3124085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5" name="Freeform 774">
                    <a:extLst>
                      <a:ext uri="{FF2B5EF4-FFF2-40B4-BE49-F238E27FC236}">
                        <a16:creationId xmlns:a16="http://schemas.microsoft.com/office/drawing/2014/main" id="{080496F1-68B3-8647-E41B-8DF608E1F2DD}"/>
                      </a:ext>
                    </a:extLst>
                  </p:cNvPr>
                  <p:cNvSpPr/>
                  <p:nvPr/>
                </p:nvSpPr>
                <p:spPr>
                  <a:xfrm>
                    <a:off x="3623603" y="3066299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6" name="Freeform 775">
                    <a:extLst>
                      <a:ext uri="{FF2B5EF4-FFF2-40B4-BE49-F238E27FC236}">
                        <a16:creationId xmlns:a16="http://schemas.microsoft.com/office/drawing/2014/main" id="{35F72B7F-8F72-ED1F-491C-4A75DB9A61D3}"/>
                      </a:ext>
                    </a:extLst>
                  </p:cNvPr>
                  <p:cNvSpPr/>
                  <p:nvPr/>
                </p:nvSpPr>
                <p:spPr>
                  <a:xfrm>
                    <a:off x="3653703" y="3066299"/>
                    <a:ext cx="12700" cy="34036"/>
                  </a:xfrm>
                  <a:custGeom>
                    <a:avLst/>
                    <a:gdLst>
                      <a:gd name="csX0" fmla="*/ 0 w 12700"/>
                      <a:gd name="csY0" fmla="*/ 0 h 34036"/>
                      <a:gd name="csX1" fmla="*/ 0 w 12700"/>
                      <a:gd name="csY1" fmla="*/ 34036 h 3403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036">
                        <a:moveTo>
                          <a:pt x="0" y="0"/>
                        </a:moveTo>
                        <a:lnTo>
                          <a:pt x="0" y="34036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7" name="Freeform 776">
                    <a:extLst>
                      <a:ext uri="{FF2B5EF4-FFF2-40B4-BE49-F238E27FC236}">
                        <a16:creationId xmlns:a16="http://schemas.microsoft.com/office/drawing/2014/main" id="{5D549CB3-C747-9E6B-DA12-68120E06F16D}"/>
                      </a:ext>
                    </a:extLst>
                  </p:cNvPr>
                  <p:cNvSpPr/>
                  <p:nvPr/>
                </p:nvSpPr>
                <p:spPr>
                  <a:xfrm>
                    <a:off x="3623603" y="3100335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8" name="Freeform 777">
                    <a:extLst>
                      <a:ext uri="{FF2B5EF4-FFF2-40B4-BE49-F238E27FC236}">
                        <a16:creationId xmlns:a16="http://schemas.microsoft.com/office/drawing/2014/main" id="{D9DFA5A0-0DEC-AD8A-A3D9-EB1047B5704E}"/>
                      </a:ext>
                    </a:extLst>
                  </p:cNvPr>
                  <p:cNvSpPr/>
                  <p:nvPr/>
                </p:nvSpPr>
                <p:spPr>
                  <a:xfrm>
                    <a:off x="3773972" y="2840113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79" name="Freeform 778">
                    <a:extLst>
                      <a:ext uri="{FF2B5EF4-FFF2-40B4-BE49-F238E27FC236}">
                        <a16:creationId xmlns:a16="http://schemas.microsoft.com/office/drawing/2014/main" id="{0ADB649D-4478-3769-8500-2144CEC29995}"/>
                      </a:ext>
                    </a:extLst>
                  </p:cNvPr>
                  <p:cNvSpPr/>
                  <p:nvPr/>
                </p:nvSpPr>
                <p:spPr>
                  <a:xfrm>
                    <a:off x="3804070" y="2840113"/>
                    <a:ext cx="12700" cy="223265"/>
                  </a:xfrm>
                  <a:custGeom>
                    <a:avLst/>
                    <a:gdLst>
                      <a:gd name="csX0" fmla="*/ 0 w 12700"/>
                      <a:gd name="csY0" fmla="*/ 0 h 223265"/>
                      <a:gd name="csX1" fmla="*/ 0 w 12700"/>
                      <a:gd name="csY1" fmla="*/ 223266 h 22326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23265">
                        <a:moveTo>
                          <a:pt x="0" y="0"/>
                        </a:moveTo>
                        <a:lnTo>
                          <a:pt x="0" y="223266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0" name="Freeform 779">
                    <a:extLst>
                      <a:ext uri="{FF2B5EF4-FFF2-40B4-BE49-F238E27FC236}">
                        <a16:creationId xmlns:a16="http://schemas.microsoft.com/office/drawing/2014/main" id="{B824B812-3291-637E-2C7D-CC53BD9B7DF9}"/>
                      </a:ext>
                    </a:extLst>
                  </p:cNvPr>
                  <p:cNvSpPr/>
                  <p:nvPr/>
                </p:nvSpPr>
                <p:spPr>
                  <a:xfrm>
                    <a:off x="3773972" y="3063378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1" name="Freeform 780">
                    <a:extLst>
                      <a:ext uri="{FF2B5EF4-FFF2-40B4-BE49-F238E27FC236}">
                        <a16:creationId xmlns:a16="http://schemas.microsoft.com/office/drawing/2014/main" id="{85BBCBD4-04A9-684D-A22E-CC7293D63D89}"/>
                      </a:ext>
                    </a:extLst>
                  </p:cNvPr>
                  <p:cNvSpPr/>
                  <p:nvPr/>
                </p:nvSpPr>
                <p:spPr>
                  <a:xfrm>
                    <a:off x="4074708" y="3014103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2" name="Freeform 781">
                    <a:extLst>
                      <a:ext uri="{FF2B5EF4-FFF2-40B4-BE49-F238E27FC236}">
                        <a16:creationId xmlns:a16="http://schemas.microsoft.com/office/drawing/2014/main" id="{FE9DF48E-5493-5F03-6160-C1DA9FE5FB5A}"/>
                      </a:ext>
                    </a:extLst>
                  </p:cNvPr>
                  <p:cNvSpPr/>
                  <p:nvPr/>
                </p:nvSpPr>
                <p:spPr>
                  <a:xfrm>
                    <a:off x="4104806" y="3014103"/>
                    <a:ext cx="12700" cy="64134"/>
                  </a:xfrm>
                  <a:custGeom>
                    <a:avLst/>
                    <a:gdLst>
                      <a:gd name="csX0" fmla="*/ 0 w 12700"/>
                      <a:gd name="csY0" fmla="*/ 0 h 64134"/>
                      <a:gd name="csX1" fmla="*/ 0 w 12700"/>
                      <a:gd name="csY1" fmla="*/ 64135 h 6413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4134">
                        <a:moveTo>
                          <a:pt x="0" y="0"/>
                        </a:moveTo>
                        <a:lnTo>
                          <a:pt x="0" y="6413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3" name="Freeform 782">
                    <a:extLst>
                      <a:ext uri="{FF2B5EF4-FFF2-40B4-BE49-F238E27FC236}">
                        <a16:creationId xmlns:a16="http://schemas.microsoft.com/office/drawing/2014/main" id="{5033ECFE-3B94-234E-8F20-DBF8F5396A9D}"/>
                      </a:ext>
                    </a:extLst>
                  </p:cNvPr>
                  <p:cNvSpPr/>
                  <p:nvPr/>
                </p:nvSpPr>
                <p:spPr>
                  <a:xfrm>
                    <a:off x="4074708" y="3078238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4" name="Freeform 783">
                    <a:extLst>
                      <a:ext uri="{FF2B5EF4-FFF2-40B4-BE49-F238E27FC236}">
                        <a16:creationId xmlns:a16="http://schemas.microsoft.com/office/drawing/2014/main" id="{22B35AE9-523F-E335-D35B-46ABB55BBB49}"/>
                      </a:ext>
                    </a:extLst>
                  </p:cNvPr>
                  <p:cNvSpPr/>
                  <p:nvPr/>
                </p:nvSpPr>
                <p:spPr>
                  <a:xfrm>
                    <a:off x="3798483" y="304509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5" name="Freeform 784">
                    <a:extLst>
                      <a:ext uri="{FF2B5EF4-FFF2-40B4-BE49-F238E27FC236}">
                        <a16:creationId xmlns:a16="http://schemas.microsoft.com/office/drawing/2014/main" id="{6E56AED2-6F7B-F4CC-06E4-E6B25D70A379}"/>
                      </a:ext>
                    </a:extLst>
                  </p:cNvPr>
                  <p:cNvSpPr/>
                  <p:nvPr/>
                </p:nvSpPr>
                <p:spPr>
                  <a:xfrm>
                    <a:off x="3648750" y="30661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6" name="Freeform 785">
                    <a:extLst>
                      <a:ext uri="{FF2B5EF4-FFF2-40B4-BE49-F238E27FC236}">
                        <a16:creationId xmlns:a16="http://schemas.microsoft.com/office/drawing/2014/main" id="{178C60E2-FD5D-FBD4-9563-95E9183E1542}"/>
                      </a:ext>
                    </a:extLst>
                  </p:cNvPr>
                  <p:cNvSpPr/>
                  <p:nvPr/>
                </p:nvSpPr>
                <p:spPr>
                  <a:xfrm>
                    <a:off x="3629192" y="300521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7" name="Freeform 786">
                    <a:extLst>
                      <a:ext uri="{FF2B5EF4-FFF2-40B4-BE49-F238E27FC236}">
                        <a16:creationId xmlns:a16="http://schemas.microsoft.com/office/drawing/2014/main" id="{1D4D811F-82EB-31BD-BCAE-BC826CCFAD75}"/>
                      </a:ext>
                    </a:extLst>
                  </p:cNvPr>
                  <p:cNvSpPr/>
                  <p:nvPr/>
                </p:nvSpPr>
                <p:spPr>
                  <a:xfrm>
                    <a:off x="4096679" y="303785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8" name="Freeform 787">
                    <a:extLst>
                      <a:ext uri="{FF2B5EF4-FFF2-40B4-BE49-F238E27FC236}">
                        <a16:creationId xmlns:a16="http://schemas.microsoft.com/office/drawing/2014/main" id="{DCAC73AE-0C8F-D5B8-841A-1D3A90CF21F0}"/>
                      </a:ext>
                    </a:extLst>
                  </p:cNvPr>
                  <p:cNvSpPr/>
                  <p:nvPr/>
                </p:nvSpPr>
                <p:spPr>
                  <a:xfrm>
                    <a:off x="3489492" y="310173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89" name="Freeform 788">
                    <a:extLst>
                      <a:ext uri="{FF2B5EF4-FFF2-40B4-BE49-F238E27FC236}">
                        <a16:creationId xmlns:a16="http://schemas.microsoft.com/office/drawing/2014/main" id="{04208FD4-8137-1052-FA80-75448097892A}"/>
                      </a:ext>
                    </a:extLst>
                  </p:cNvPr>
                  <p:cNvSpPr/>
                  <p:nvPr/>
                </p:nvSpPr>
                <p:spPr>
                  <a:xfrm>
                    <a:off x="4087281" y="3107956"/>
                    <a:ext cx="36068" cy="36067"/>
                  </a:xfrm>
                  <a:custGeom>
                    <a:avLst/>
                    <a:gdLst>
                      <a:gd name="csX0" fmla="*/ 36068 w 36068"/>
                      <a:gd name="csY0" fmla="*/ 18034 h 36067"/>
                      <a:gd name="csX1" fmla="*/ 18034 w 36068"/>
                      <a:gd name="csY1" fmla="*/ 36068 h 36067"/>
                      <a:gd name="csX2" fmla="*/ 0 w 36068"/>
                      <a:gd name="csY2" fmla="*/ 18034 h 36067"/>
                      <a:gd name="csX3" fmla="*/ 18034 w 36068"/>
                      <a:gd name="csY3" fmla="*/ 0 h 36067"/>
                      <a:gd name="csX4" fmla="*/ 36068 w 36068"/>
                      <a:gd name="csY4" fmla="*/ 18034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7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0" name="Freeform 789">
                    <a:extLst>
                      <a:ext uri="{FF2B5EF4-FFF2-40B4-BE49-F238E27FC236}">
                        <a16:creationId xmlns:a16="http://schemas.microsoft.com/office/drawing/2014/main" id="{C41B1893-D4FB-7EA5-EC97-9DBCCF886BFA}"/>
                      </a:ext>
                    </a:extLst>
                  </p:cNvPr>
                  <p:cNvSpPr/>
                  <p:nvPr/>
                </p:nvSpPr>
                <p:spPr>
                  <a:xfrm>
                    <a:off x="3492413" y="304953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1" name="Freeform 790">
                    <a:extLst>
                      <a:ext uri="{FF2B5EF4-FFF2-40B4-BE49-F238E27FC236}">
                        <a16:creationId xmlns:a16="http://schemas.microsoft.com/office/drawing/2014/main" id="{FEE941A1-6015-58E4-FBAB-2419C944CC7E}"/>
                      </a:ext>
                    </a:extLst>
                  </p:cNvPr>
                  <p:cNvSpPr/>
                  <p:nvPr/>
                </p:nvSpPr>
                <p:spPr>
                  <a:xfrm>
                    <a:off x="4075724" y="28863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2" name="Freeform 791">
                    <a:extLst>
                      <a:ext uri="{FF2B5EF4-FFF2-40B4-BE49-F238E27FC236}">
                        <a16:creationId xmlns:a16="http://schemas.microsoft.com/office/drawing/2014/main" id="{CCD713C9-DDD7-9C27-ACA2-269A575A7714}"/>
                      </a:ext>
                    </a:extLst>
                  </p:cNvPr>
                  <p:cNvSpPr/>
                  <p:nvPr/>
                </p:nvSpPr>
                <p:spPr>
                  <a:xfrm>
                    <a:off x="3490000" y="313869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3" name="Freeform 792">
                    <a:extLst>
                      <a:ext uri="{FF2B5EF4-FFF2-40B4-BE49-F238E27FC236}">
                        <a16:creationId xmlns:a16="http://schemas.microsoft.com/office/drawing/2014/main" id="{C25D43AA-0B10-710E-B57C-30C1B731AF7E}"/>
                      </a:ext>
                    </a:extLst>
                  </p:cNvPr>
                  <p:cNvSpPr/>
                  <p:nvPr/>
                </p:nvSpPr>
                <p:spPr>
                  <a:xfrm>
                    <a:off x="4092869" y="304775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D10DE4D2-618C-78BD-AA9A-152C8F22C22D}"/>
                      </a:ext>
                    </a:extLst>
                  </p:cNvPr>
                  <p:cNvSpPr/>
                  <p:nvPr/>
                </p:nvSpPr>
                <p:spPr>
                  <a:xfrm>
                    <a:off x="3484031" y="30765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46275866-F6FC-473D-414F-2C79A676F9EF}"/>
                      </a:ext>
                    </a:extLst>
                  </p:cNvPr>
                  <p:cNvSpPr/>
                  <p:nvPr/>
                </p:nvSpPr>
                <p:spPr>
                  <a:xfrm>
                    <a:off x="4093377" y="30026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A4F2A596-CEA9-3DB0-5B39-13B92D71032F}"/>
                      </a:ext>
                    </a:extLst>
                  </p:cNvPr>
                  <p:cNvSpPr/>
                  <p:nvPr/>
                </p:nvSpPr>
                <p:spPr>
                  <a:xfrm>
                    <a:off x="3498382" y="307379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781DB349-869F-40BC-F8ED-AC8B8C14CAE2}"/>
                      </a:ext>
                    </a:extLst>
                  </p:cNvPr>
                  <p:cNvSpPr/>
                  <p:nvPr/>
                </p:nvSpPr>
                <p:spPr>
                  <a:xfrm>
                    <a:off x="3628303" y="303531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8" name="Freeform 797">
                    <a:extLst>
                      <a:ext uri="{FF2B5EF4-FFF2-40B4-BE49-F238E27FC236}">
                        <a16:creationId xmlns:a16="http://schemas.microsoft.com/office/drawing/2014/main" id="{54CBF0C7-8B20-B61D-9180-D964C0514DEF}"/>
                      </a:ext>
                    </a:extLst>
                  </p:cNvPr>
                  <p:cNvSpPr/>
                  <p:nvPr/>
                </p:nvSpPr>
                <p:spPr>
                  <a:xfrm>
                    <a:off x="4085630" y="308560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799" name="Freeform 798">
                    <a:extLst>
                      <a:ext uri="{FF2B5EF4-FFF2-40B4-BE49-F238E27FC236}">
                        <a16:creationId xmlns:a16="http://schemas.microsoft.com/office/drawing/2014/main" id="{D0AE6F38-C6AD-0059-7802-82205C9AFF47}"/>
                      </a:ext>
                    </a:extLst>
                  </p:cNvPr>
                  <p:cNvSpPr/>
                  <p:nvPr/>
                </p:nvSpPr>
                <p:spPr>
                  <a:xfrm>
                    <a:off x="3498509" y="311710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0" name="Freeform 799">
                    <a:extLst>
                      <a:ext uri="{FF2B5EF4-FFF2-40B4-BE49-F238E27FC236}">
                        <a16:creationId xmlns:a16="http://schemas.microsoft.com/office/drawing/2014/main" id="{4F892BCB-D3DC-01E6-7B13-1D815DA7DC54}"/>
                      </a:ext>
                    </a:extLst>
                  </p:cNvPr>
                  <p:cNvSpPr/>
                  <p:nvPr/>
                </p:nvSpPr>
                <p:spPr>
                  <a:xfrm>
                    <a:off x="3800388" y="282182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1" name="Freeform 800">
                    <a:extLst>
                      <a:ext uri="{FF2B5EF4-FFF2-40B4-BE49-F238E27FC236}">
                        <a16:creationId xmlns:a16="http://schemas.microsoft.com/office/drawing/2014/main" id="{9CBC7583-C38E-4EC3-58FA-9725D9114D64}"/>
                      </a:ext>
                    </a:extLst>
                  </p:cNvPr>
                  <p:cNvSpPr/>
                  <p:nvPr/>
                </p:nvSpPr>
                <p:spPr>
                  <a:xfrm>
                    <a:off x="3624112" y="305207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2" name="Freeform 801">
                    <a:extLst>
                      <a:ext uri="{FF2B5EF4-FFF2-40B4-BE49-F238E27FC236}">
                        <a16:creationId xmlns:a16="http://schemas.microsoft.com/office/drawing/2014/main" id="{4BD9CC5E-5F17-9C2D-9A2F-7A2EA87664F1}"/>
                      </a:ext>
                    </a:extLst>
                  </p:cNvPr>
                  <p:cNvSpPr/>
                  <p:nvPr/>
                </p:nvSpPr>
                <p:spPr>
                  <a:xfrm>
                    <a:off x="3634907" y="312827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3" name="Freeform 802">
                    <a:extLst>
                      <a:ext uri="{FF2B5EF4-FFF2-40B4-BE49-F238E27FC236}">
                        <a16:creationId xmlns:a16="http://schemas.microsoft.com/office/drawing/2014/main" id="{ED02C8CF-1200-2226-6512-D9FA303059EF}"/>
                      </a:ext>
                    </a:extLst>
                  </p:cNvPr>
                  <p:cNvSpPr/>
                  <p:nvPr/>
                </p:nvSpPr>
                <p:spPr>
                  <a:xfrm>
                    <a:off x="3938183" y="304242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4" name="Freeform 803">
                    <a:extLst>
                      <a:ext uri="{FF2B5EF4-FFF2-40B4-BE49-F238E27FC236}">
                        <a16:creationId xmlns:a16="http://schemas.microsoft.com/office/drawing/2014/main" id="{255C4099-4062-1DD5-2D0F-44CD9BA76AD2}"/>
                      </a:ext>
                    </a:extLst>
                  </p:cNvPr>
                  <p:cNvSpPr/>
                  <p:nvPr/>
                </p:nvSpPr>
                <p:spPr>
                  <a:xfrm>
                    <a:off x="3647861" y="312256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5" name="Freeform 804">
                    <a:extLst>
                      <a:ext uri="{FF2B5EF4-FFF2-40B4-BE49-F238E27FC236}">
                        <a16:creationId xmlns:a16="http://schemas.microsoft.com/office/drawing/2014/main" id="{DC37F489-7957-59AF-ECCB-9361452C9012}"/>
                      </a:ext>
                    </a:extLst>
                  </p:cNvPr>
                  <p:cNvSpPr/>
                  <p:nvPr/>
                </p:nvSpPr>
                <p:spPr>
                  <a:xfrm>
                    <a:off x="3624747" y="304686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4E12E6A0-E44A-1D32-C50A-2270EED7F0C4}"/>
                      </a:ext>
                    </a:extLst>
                  </p:cNvPr>
                  <p:cNvSpPr txBox="1"/>
                  <p:nvPr/>
                </p:nvSpPr>
                <p:spPr>
                  <a:xfrm>
                    <a:off x="3358468" y="2622142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807" name="Freeform 806">
                    <a:extLst>
                      <a:ext uri="{FF2B5EF4-FFF2-40B4-BE49-F238E27FC236}">
                        <a16:creationId xmlns:a16="http://schemas.microsoft.com/office/drawing/2014/main" id="{030E3457-149D-A6BE-A45F-1BF95796A86F}"/>
                      </a:ext>
                    </a:extLst>
                  </p:cNvPr>
                  <p:cNvSpPr/>
                  <p:nvPr/>
                </p:nvSpPr>
                <p:spPr>
                  <a:xfrm>
                    <a:off x="3503335" y="2795028"/>
                    <a:ext cx="135254" cy="12700"/>
                  </a:xfrm>
                  <a:custGeom>
                    <a:avLst/>
                    <a:gdLst>
                      <a:gd name="csX0" fmla="*/ 0 w 135254"/>
                      <a:gd name="csY0" fmla="*/ 0 h 12700"/>
                      <a:gd name="csX1" fmla="*/ 135255 w 13525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35254" h="12700">
                        <a:moveTo>
                          <a:pt x="0" y="0"/>
                        </a:moveTo>
                        <a:lnTo>
                          <a:pt x="13525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825E6142-E11A-203A-04C2-9E33E8BABA5D}"/>
                      </a:ext>
                    </a:extLst>
                  </p:cNvPr>
                  <p:cNvSpPr txBox="1"/>
                  <p:nvPr/>
                </p:nvSpPr>
                <p:spPr>
                  <a:xfrm>
                    <a:off x="3674190" y="2622142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809" name="Freeform 808">
                    <a:extLst>
                      <a:ext uri="{FF2B5EF4-FFF2-40B4-BE49-F238E27FC236}">
                        <a16:creationId xmlns:a16="http://schemas.microsoft.com/office/drawing/2014/main" id="{6B24C71D-FEE1-D700-2194-2E4AACFF707C}"/>
                      </a:ext>
                    </a:extLst>
                  </p:cNvPr>
                  <p:cNvSpPr/>
                  <p:nvPr/>
                </p:nvSpPr>
                <p:spPr>
                  <a:xfrm>
                    <a:off x="3668689" y="2795028"/>
                    <a:ext cx="436118" cy="12700"/>
                  </a:xfrm>
                  <a:custGeom>
                    <a:avLst/>
                    <a:gdLst>
                      <a:gd name="csX0" fmla="*/ 0 w 436118"/>
                      <a:gd name="csY0" fmla="*/ 0 h 12700"/>
                      <a:gd name="csX1" fmla="*/ 436118 w 43611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36118" h="12700">
                        <a:moveTo>
                          <a:pt x="0" y="0"/>
                        </a:moveTo>
                        <a:lnTo>
                          <a:pt x="436118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10" name="TextBox 809">
                    <a:extLst>
                      <a:ext uri="{FF2B5EF4-FFF2-40B4-BE49-F238E27FC236}">
                        <a16:creationId xmlns:a16="http://schemas.microsoft.com/office/drawing/2014/main" id="{5AD20759-72D6-3421-0DA7-79D64B2A7D69}"/>
                      </a:ext>
                    </a:extLst>
                  </p:cNvPr>
                  <p:cNvSpPr txBox="1"/>
                  <p:nvPr/>
                </p:nvSpPr>
                <p:spPr>
                  <a:xfrm>
                    <a:off x="3591513" y="2509239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811" name="Freeform 810">
                    <a:extLst>
                      <a:ext uri="{FF2B5EF4-FFF2-40B4-BE49-F238E27FC236}">
                        <a16:creationId xmlns:a16="http://schemas.microsoft.com/office/drawing/2014/main" id="{79BE437C-103F-DBE9-15B6-2B83696EC831}"/>
                      </a:ext>
                    </a:extLst>
                  </p:cNvPr>
                  <p:cNvSpPr/>
                  <p:nvPr/>
                </p:nvSpPr>
                <p:spPr>
                  <a:xfrm>
                    <a:off x="3503335" y="2682125"/>
                    <a:ext cx="601472" cy="12700"/>
                  </a:xfrm>
                  <a:custGeom>
                    <a:avLst/>
                    <a:gdLst>
                      <a:gd name="csX0" fmla="*/ 0 w 601472"/>
                      <a:gd name="csY0" fmla="*/ 0 h 12700"/>
                      <a:gd name="csX1" fmla="*/ 601472 w 60147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472" h="12700">
                        <a:moveTo>
                          <a:pt x="0" y="0"/>
                        </a:moveTo>
                        <a:lnTo>
                          <a:pt x="60147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812" name="Graphic 589">
                  <a:extLst>
                    <a:ext uri="{FF2B5EF4-FFF2-40B4-BE49-F238E27FC236}">
                      <a16:creationId xmlns:a16="http://schemas.microsoft.com/office/drawing/2014/main" id="{064F2564-2E34-4BA4-6FE8-61F08D3B2162}"/>
                    </a:ext>
                  </a:extLst>
                </p:cNvPr>
                <p:cNvGrpSpPr/>
                <p:nvPr/>
              </p:nvGrpSpPr>
              <p:grpSpPr>
                <a:xfrm>
                  <a:off x="3042858" y="2312178"/>
                  <a:ext cx="1185539" cy="1190718"/>
                  <a:chOff x="3042858" y="2312178"/>
                  <a:chExt cx="1185539" cy="1190718"/>
                </a:xfrm>
              </p:grpSpPr>
              <p:sp>
                <p:nvSpPr>
                  <p:cNvPr id="813" name="Freeform 812">
                    <a:extLst>
                      <a:ext uri="{FF2B5EF4-FFF2-40B4-BE49-F238E27FC236}">
                        <a16:creationId xmlns:a16="http://schemas.microsoft.com/office/drawing/2014/main" id="{7B8164B5-02EA-02AB-B1F8-A17E8D211C31}"/>
                      </a:ext>
                    </a:extLst>
                  </p:cNvPr>
                  <p:cNvSpPr/>
                  <p:nvPr/>
                </p:nvSpPr>
                <p:spPr>
                  <a:xfrm>
                    <a:off x="3413164" y="2614434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14" name="TextBox 813">
                    <a:extLst>
                      <a:ext uri="{FF2B5EF4-FFF2-40B4-BE49-F238E27FC236}">
                        <a16:creationId xmlns:a16="http://schemas.microsoft.com/office/drawing/2014/main" id="{1729F3B1-F946-86FB-DE5E-5128113E58D3}"/>
                      </a:ext>
                    </a:extLst>
                  </p:cNvPr>
                  <p:cNvSpPr txBox="1"/>
                  <p:nvPr/>
                </p:nvSpPr>
                <p:spPr>
                  <a:xfrm>
                    <a:off x="3102789" y="318470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815" name="TextBox 814">
                    <a:extLst>
                      <a:ext uri="{FF2B5EF4-FFF2-40B4-BE49-F238E27FC236}">
                        <a16:creationId xmlns:a16="http://schemas.microsoft.com/office/drawing/2014/main" id="{84EFA15B-EC66-874C-8F75-99AB314765C3}"/>
                      </a:ext>
                    </a:extLst>
                  </p:cNvPr>
                  <p:cNvSpPr txBox="1"/>
                  <p:nvPr/>
                </p:nvSpPr>
                <p:spPr>
                  <a:xfrm>
                    <a:off x="3102789" y="304627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5%</a:t>
                    </a:r>
                  </a:p>
                </p:txBody>
              </p:sp>
              <p:sp>
                <p:nvSpPr>
                  <p:cNvPr id="816" name="TextBox 815">
                    <a:extLst>
                      <a:ext uri="{FF2B5EF4-FFF2-40B4-BE49-F238E27FC236}">
                        <a16:creationId xmlns:a16="http://schemas.microsoft.com/office/drawing/2014/main" id="{1DA2234A-48CE-ABE3-392A-F2B2E836F10E}"/>
                      </a:ext>
                    </a:extLst>
                  </p:cNvPr>
                  <p:cNvSpPr txBox="1"/>
                  <p:nvPr/>
                </p:nvSpPr>
                <p:spPr>
                  <a:xfrm>
                    <a:off x="3042858" y="2907722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10%</a:t>
                    </a:r>
                  </a:p>
                </p:txBody>
              </p:sp>
              <p:sp>
                <p:nvSpPr>
                  <p:cNvPr id="817" name="TextBox 816">
                    <a:extLst>
                      <a:ext uri="{FF2B5EF4-FFF2-40B4-BE49-F238E27FC236}">
                        <a16:creationId xmlns:a16="http://schemas.microsoft.com/office/drawing/2014/main" id="{854B4904-7E27-5EF9-8F3D-F936C316A4F7}"/>
                      </a:ext>
                    </a:extLst>
                  </p:cNvPr>
                  <p:cNvSpPr txBox="1"/>
                  <p:nvPr/>
                </p:nvSpPr>
                <p:spPr>
                  <a:xfrm>
                    <a:off x="3042858" y="2769165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15%</a:t>
                    </a:r>
                  </a:p>
                </p:txBody>
              </p:sp>
              <p:sp>
                <p:nvSpPr>
                  <p:cNvPr id="818" name="TextBox 817">
                    <a:extLst>
                      <a:ext uri="{FF2B5EF4-FFF2-40B4-BE49-F238E27FC236}">
                        <a16:creationId xmlns:a16="http://schemas.microsoft.com/office/drawing/2014/main" id="{A367E437-CFB1-AB0F-4EA4-721209DD4FAF}"/>
                      </a:ext>
                    </a:extLst>
                  </p:cNvPr>
                  <p:cNvSpPr txBox="1"/>
                  <p:nvPr/>
                </p:nvSpPr>
                <p:spPr>
                  <a:xfrm>
                    <a:off x="3042858" y="2630735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20%</a:t>
                    </a:r>
                  </a:p>
                </p:txBody>
              </p:sp>
              <p:sp>
                <p:nvSpPr>
                  <p:cNvPr id="819" name="Freeform 818">
                    <a:extLst>
                      <a:ext uri="{FF2B5EF4-FFF2-40B4-BE49-F238E27FC236}">
                        <a16:creationId xmlns:a16="http://schemas.microsoft.com/office/drawing/2014/main" id="{3347E490-E044-3FEA-4CD1-64C27893FA55}"/>
                      </a:ext>
                    </a:extLst>
                  </p:cNvPr>
                  <p:cNvSpPr/>
                  <p:nvPr/>
                </p:nvSpPr>
                <p:spPr>
                  <a:xfrm>
                    <a:off x="3378367" y="3291598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0" name="Freeform 819">
                    <a:extLst>
                      <a:ext uri="{FF2B5EF4-FFF2-40B4-BE49-F238E27FC236}">
                        <a16:creationId xmlns:a16="http://schemas.microsoft.com/office/drawing/2014/main" id="{06A9C0D5-8A7A-18FB-FFD1-549B41A7FDDA}"/>
                      </a:ext>
                    </a:extLst>
                  </p:cNvPr>
                  <p:cNvSpPr/>
                  <p:nvPr/>
                </p:nvSpPr>
                <p:spPr>
                  <a:xfrm>
                    <a:off x="3378367" y="3153167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1" name="Freeform 820">
                    <a:extLst>
                      <a:ext uri="{FF2B5EF4-FFF2-40B4-BE49-F238E27FC236}">
                        <a16:creationId xmlns:a16="http://schemas.microsoft.com/office/drawing/2014/main" id="{A5999E1B-3473-EA97-66A3-C104785C1E0C}"/>
                      </a:ext>
                    </a:extLst>
                  </p:cNvPr>
                  <p:cNvSpPr/>
                  <p:nvPr/>
                </p:nvSpPr>
                <p:spPr>
                  <a:xfrm>
                    <a:off x="3378367" y="3014610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2" name="Freeform 821">
                    <a:extLst>
                      <a:ext uri="{FF2B5EF4-FFF2-40B4-BE49-F238E27FC236}">
                        <a16:creationId xmlns:a16="http://schemas.microsoft.com/office/drawing/2014/main" id="{25864952-0F80-15FE-8120-F8BEC6E7F9E4}"/>
                      </a:ext>
                    </a:extLst>
                  </p:cNvPr>
                  <p:cNvSpPr/>
                  <p:nvPr/>
                </p:nvSpPr>
                <p:spPr>
                  <a:xfrm>
                    <a:off x="3378367" y="2876053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3" name="Freeform 822">
                    <a:extLst>
                      <a:ext uri="{FF2B5EF4-FFF2-40B4-BE49-F238E27FC236}">
                        <a16:creationId xmlns:a16="http://schemas.microsoft.com/office/drawing/2014/main" id="{1AC94EB1-90C8-9E42-3CB6-690567A7BBFA}"/>
                      </a:ext>
                    </a:extLst>
                  </p:cNvPr>
                  <p:cNvSpPr/>
                  <p:nvPr/>
                </p:nvSpPr>
                <p:spPr>
                  <a:xfrm>
                    <a:off x="3378367" y="273762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4" name="Freeform 823">
                    <a:extLst>
                      <a:ext uri="{FF2B5EF4-FFF2-40B4-BE49-F238E27FC236}">
                        <a16:creationId xmlns:a16="http://schemas.microsoft.com/office/drawing/2014/main" id="{6B42E5ED-D0BD-3EDB-8F83-853399114D97}"/>
                      </a:ext>
                    </a:extLst>
                  </p:cNvPr>
                  <p:cNvSpPr/>
                  <p:nvPr/>
                </p:nvSpPr>
                <p:spPr>
                  <a:xfrm>
                    <a:off x="3413164" y="3291598"/>
                    <a:ext cx="781811" cy="12700"/>
                  </a:xfrm>
                  <a:custGeom>
                    <a:avLst/>
                    <a:gdLst>
                      <a:gd name="csX0" fmla="*/ 0 w 781811"/>
                      <a:gd name="csY0" fmla="*/ 0 h 12700"/>
                      <a:gd name="csX1" fmla="*/ 781812 w 78181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81811" h="12700">
                        <a:moveTo>
                          <a:pt x="0" y="0"/>
                        </a:moveTo>
                        <a:lnTo>
                          <a:pt x="78181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5" name="Freeform 824">
                    <a:extLst>
                      <a:ext uri="{FF2B5EF4-FFF2-40B4-BE49-F238E27FC236}">
                        <a16:creationId xmlns:a16="http://schemas.microsoft.com/office/drawing/2014/main" id="{C1C75820-3D51-3C7E-39AE-EB57C1D7779B}"/>
                      </a:ext>
                    </a:extLst>
                  </p:cNvPr>
                  <p:cNvSpPr/>
                  <p:nvPr/>
                </p:nvSpPr>
                <p:spPr>
                  <a:xfrm>
                    <a:off x="3503335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6" name="Freeform 825">
                    <a:extLst>
                      <a:ext uri="{FF2B5EF4-FFF2-40B4-BE49-F238E27FC236}">
                        <a16:creationId xmlns:a16="http://schemas.microsoft.com/office/drawing/2014/main" id="{77B09F75-1C13-4FBA-C487-485A17DAA9A6}"/>
                      </a:ext>
                    </a:extLst>
                  </p:cNvPr>
                  <p:cNvSpPr/>
                  <p:nvPr/>
                </p:nvSpPr>
                <p:spPr>
                  <a:xfrm>
                    <a:off x="3653703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7" name="Freeform 826">
                    <a:extLst>
                      <a:ext uri="{FF2B5EF4-FFF2-40B4-BE49-F238E27FC236}">
                        <a16:creationId xmlns:a16="http://schemas.microsoft.com/office/drawing/2014/main" id="{AB2798BC-5135-D8FC-A857-7F90CC678602}"/>
                      </a:ext>
                    </a:extLst>
                  </p:cNvPr>
                  <p:cNvSpPr/>
                  <p:nvPr/>
                </p:nvSpPr>
                <p:spPr>
                  <a:xfrm>
                    <a:off x="3804070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8" name="Freeform 827">
                    <a:extLst>
                      <a:ext uri="{FF2B5EF4-FFF2-40B4-BE49-F238E27FC236}">
                        <a16:creationId xmlns:a16="http://schemas.microsoft.com/office/drawing/2014/main" id="{3C9203A1-2090-1B28-3263-4372C04824DC}"/>
                      </a:ext>
                    </a:extLst>
                  </p:cNvPr>
                  <p:cNvSpPr/>
                  <p:nvPr/>
                </p:nvSpPr>
                <p:spPr>
                  <a:xfrm>
                    <a:off x="3954439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29" name="Freeform 828">
                    <a:extLst>
                      <a:ext uri="{FF2B5EF4-FFF2-40B4-BE49-F238E27FC236}">
                        <a16:creationId xmlns:a16="http://schemas.microsoft.com/office/drawing/2014/main" id="{BD278F2E-6FE3-25B1-14AC-876AC7C26440}"/>
                      </a:ext>
                    </a:extLst>
                  </p:cNvPr>
                  <p:cNvSpPr/>
                  <p:nvPr/>
                </p:nvSpPr>
                <p:spPr>
                  <a:xfrm>
                    <a:off x="4104806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30" name="TextBox 829">
                    <a:extLst>
                      <a:ext uri="{FF2B5EF4-FFF2-40B4-BE49-F238E27FC236}">
                        <a16:creationId xmlns:a16="http://schemas.microsoft.com/office/drawing/2014/main" id="{002DC1D9-F2C0-045E-7D66-6C373789EEFE}"/>
                      </a:ext>
                    </a:extLst>
                  </p:cNvPr>
                  <p:cNvSpPr txBox="1"/>
                  <p:nvPr/>
                </p:nvSpPr>
                <p:spPr>
                  <a:xfrm>
                    <a:off x="3368521" y="3287452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831" name="TextBox 830">
                    <a:extLst>
                      <a:ext uri="{FF2B5EF4-FFF2-40B4-BE49-F238E27FC236}">
                        <a16:creationId xmlns:a16="http://schemas.microsoft.com/office/drawing/2014/main" id="{CD702AB8-0D16-2E18-3149-D3DF18DA3B7B}"/>
                      </a:ext>
                    </a:extLst>
                  </p:cNvPr>
                  <p:cNvSpPr txBox="1"/>
                  <p:nvPr/>
                </p:nvSpPr>
                <p:spPr>
                  <a:xfrm>
                    <a:off x="3546942" y="3287452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832" name="TextBox 831">
                    <a:extLst>
                      <a:ext uri="{FF2B5EF4-FFF2-40B4-BE49-F238E27FC236}">
                        <a16:creationId xmlns:a16="http://schemas.microsoft.com/office/drawing/2014/main" id="{BC3473B8-22F4-B728-9209-A79FDC0606C6}"/>
                      </a:ext>
                    </a:extLst>
                  </p:cNvPr>
                  <p:cNvSpPr txBox="1"/>
                  <p:nvPr/>
                </p:nvSpPr>
                <p:spPr>
                  <a:xfrm>
                    <a:off x="3668456" y="3287452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833" name="TextBox 832">
                    <a:extLst>
                      <a:ext uri="{FF2B5EF4-FFF2-40B4-BE49-F238E27FC236}">
                        <a16:creationId xmlns:a16="http://schemas.microsoft.com/office/drawing/2014/main" id="{70E9ED17-3575-3BF9-D6E1-A131FB1058D6}"/>
                      </a:ext>
                    </a:extLst>
                  </p:cNvPr>
                  <p:cNvSpPr txBox="1"/>
                  <p:nvPr/>
                </p:nvSpPr>
                <p:spPr>
                  <a:xfrm>
                    <a:off x="3793977" y="3287452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834" name="TextBox 833">
                    <a:extLst>
                      <a:ext uri="{FF2B5EF4-FFF2-40B4-BE49-F238E27FC236}">
                        <a16:creationId xmlns:a16="http://schemas.microsoft.com/office/drawing/2014/main" id="{C135C14C-7176-554D-D899-0A1459AAF44A}"/>
                      </a:ext>
                    </a:extLst>
                  </p:cNvPr>
                  <p:cNvSpPr txBox="1"/>
                  <p:nvPr/>
                </p:nvSpPr>
                <p:spPr>
                  <a:xfrm>
                    <a:off x="3981214" y="3287452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837" name="TextBox 836">
                    <a:extLst>
                      <a:ext uri="{FF2B5EF4-FFF2-40B4-BE49-F238E27FC236}">
                        <a16:creationId xmlns:a16="http://schemas.microsoft.com/office/drawing/2014/main" id="{1E71EEC7-8FD7-63F6-FA78-7B972466503D}"/>
                      </a:ext>
                    </a:extLst>
                  </p:cNvPr>
                  <p:cNvSpPr txBox="1"/>
                  <p:nvPr/>
                </p:nvSpPr>
                <p:spPr>
                  <a:xfrm>
                    <a:off x="3491125" y="2312178"/>
                    <a:ext cx="514885" cy="25391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2_OL</a:t>
                    </a:r>
                  </a:p>
                </p:txBody>
              </p:sp>
            </p:grpSp>
          </p:grpSp>
          <p:grpSp>
            <p:nvGrpSpPr>
              <p:cNvPr id="838" name="Graphic 591">
                <a:extLst>
                  <a:ext uri="{FF2B5EF4-FFF2-40B4-BE49-F238E27FC236}">
                    <a16:creationId xmlns:a16="http://schemas.microsoft.com/office/drawing/2014/main" id="{4BBC913B-B4A1-974B-AD92-0DE9B4EBBF86}"/>
                  </a:ext>
                </a:extLst>
              </p:cNvPr>
              <p:cNvGrpSpPr/>
              <p:nvPr/>
            </p:nvGrpSpPr>
            <p:grpSpPr>
              <a:xfrm>
                <a:off x="3376696" y="2049426"/>
                <a:ext cx="1193000" cy="1190718"/>
                <a:chOff x="4252126" y="2312178"/>
                <a:chExt cx="1193000" cy="1190718"/>
              </a:xfrm>
            </p:grpSpPr>
            <p:grpSp>
              <p:nvGrpSpPr>
                <p:cNvPr id="841" name="Graphic 591">
                  <a:extLst>
                    <a:ext uri="{FF2B5EF4-FFF2-40B4-BE49-F238E27FC236}">
                      <a16:creationId xmlns:a16="http://schemas.microsoft.com/office/drawing/2014/main" id="{15C64F73-73F0-0C96-504C-E8E71792AA20}"/>
                    </a:ext>
                  </a:extLst>
                </p:cNvPr>
                <p:cNvGrpSpPr/>
                <p:nvPr/>
              </p:nvGrpSpPr>
              <p:grpSpPr>
                <a:xfrm>
                  <a:off x="4626000" y="2509239"/>
                  <a:ext cx="775038" cy="782485"/>
                  <a:chOff x="4626000" y="2509239"/>
                  <a:chExt cx="775038" cy="782485"/>
                </a:xfrm>
              </p:grpSpPr>
              <p:sp>
                <p:nvSpPr>
                  <p:cNvPr id="842" name="Freeform 841">
                    <a:extLst>
                      <a:ext uri="{FF2B5EF4-FFF2-40B4-BE49-F238E27FC236}">
                        <a16:creationId xmlns:a16="http://schemas.microsoft.com/office/drawing/2014/main" id="{4E607775-F1CB-166C-2234-6BE074D89A7B}"/>
                      </a:ext>
                    </a:extLst>
                  </p:cNvPr>
                  <p:cNvSpPr/>
                  <p:nvPr/>
                </p:nvSpPr>
                <p:spPr>
                  <a:xfrm>
                    <a:off x="4712190" y="2614434"/>
                    <a:ext cx="688848" cy="677290"/>
                  </a:xfrm>
                  <a:custGeom>
                    <a:avLst/>
                    <a:gdLst>
                      <a:gd name="csX0" fmla="*/ 0 w 688848"/>
                      <a:gd name="csY0" fmla="*/ 0 h 677290"/>
                      <a:gd name="csX1" fmla="*/ 688848 w 688848"/>
                      <a:gd name="csY1" fmla="*/ 0 h 677290"/>
                      <a:gd name="csX2" fmla="*/ 688848 w 688848"/>
                      <a:gd name="csY2" fmla="*/ 677291 h 677290"/>
                      <a:gd name="csX3" fmla="*/ 0 w 688848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688848" h="677290">
                        <a:moveTo>
                          <a:pt x="0" y="0"/>
                        </a:moveTo>
                        <a:lnTo>
                          <a:pt x="688848" y="0"/>
                        </a:lnTo>
                        <a:lnTo>
                          <a:pt x="688848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3" name="Freeform 842">
                    <a:extLst>
                      <a:ext uri="{FF2B5EF4-FFF2-40B4-BE49-F238E27FC236}">
                        <a16:creationId xmlns:a16="http://schemas.microsoft.com/office/drawing/2014/main" id="{FD5BE1E9-75FE-A172-C414-8BB57875D7C1}"/>
                      </a:ext>
                    </a:extLst>
                  </p:cNvPr>
                  <p:cNvSpPr/>
                  <p:nvPr/>
                </p:nvSpPr>
                <p:spPr>
                  <a:xfrm>
                    <a:off x="4751941" y="2925330"/>
                    <a:ext cx="79501" cy="366268"/>
                  </a:xfrm>
                  <a:custGeom>
                    <a:avLst/>
                    <a:gdLst>
                      <a:gd name="csX0" fmla="*/ 0 w 79501"/>
                      <a:gd name="csY0" fmla="*/ 0 h 366268"/>
                      <a:gd name="csX1" fmla="*/ 79502 w 79501"/>
                      <a:gd name="csY1" fmla="*/ 0 h 366268"/>
                      <a:gd name="csX2" fmla="*/ 79502 w 79501"/>
                      <a:gd name="csY2" fmla="*/ 366268 h 366268"/>
                      <a:gd name="csX3" fmla="*/ 0 w 79501"/>
                      <a:gd name="csY3" fmla="*/ 366268 h 3662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1" h="366268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366268"/>
                        </a:lnTo>
                        <a:lnTo>
                          <a:pt x="0" y="366268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4" name="Freeform 843">
                    <a:extLst>
                      <a:ext uri="{FF2B5EF4-FFF2-40B4-BE49-F238E27FC236}">
                        <a16:creationId xmlns:a16="http://schemas.microsoft.com/office/drawing/2014/main" id="{3F2E7294-1E77-36F2-DB4D-43466C71835A}"/>
                      </a:ext>
                    </a:extLst>
                  </p:cNvPr>
                  <p:cNvSpPr/>
                  <p:nvPr/>
                </p:nvSpPr>
                <p:spPr>
                  <a:xfrm>
                    <a:off x="4884402" y="2952127"/>
                    <a:ext cx="79502" cy="339470"/>
                  </a:xfrm>
                  <a:custGeom>
                    <a:avLst/>
                    <a:gdLst>
                      <a:gd name="csX0" fmla="*/ 0 w 79502"/>
                      <a:gd name="csY0" fmla="*/ 0 h 339470"/>
                      <a:gd name="csX1" fmla="*/ 79502 w 79502"/>
                      <a:gd name="csY1" fmla="*/ 0 h 339470"/>
                      <a:gd name="csX2" fmla="*/ 79502 w 79502"/>
                      <a:gd name="csY2" fmla="*/ 339471 h 339470"/>
                      <a:gd name="csX3" fmla="*/ 0 w 79502"/>
                      <a:gd name="csY3" fmla="*/ 339471 h 33947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339470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339471"/>
                        </a:lnTo>
                        <a:lnTo>
                          <a:pt x="0" y="339471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5" name="Freeform 844">
                    <a:extLst>
                      <a:ext uri="{FF2B5EF4-FFF2-40B4-BE49-F238E27FC236}">
                        <a16:creationId xmlns:a16="http://schemas.microsoft.com/office/drawing/2014/main" id="{389C9748-8821-E3C7-778D-2BE2390E35C3}"/>
                      </a:ext>
                    </a:extLst>
                  </p:cNvPr>
                  <p:cNvSpPr/>
                  <p:nvPr/>
                </p:nvSpPr>
                <p:spPr>
                  <a:xfrm>
                    <a:off x="5016863" y="3015119"/>
                    <a:ext cx="79502" cy="276605"/>
                  </a:xfrm>
                  <a:custGeom>
                    <a:avLst/>
                    <a:gdLst>
                      <a:gd name="csX0" fmla="*/ 0 w 79502"/>
                      <a:gd name="csY0" fmla="*/ 0 h 276605"/>
                      <a:gd name="csX1" fmla="*/ 79502 w 79502"/>
                      <a:gd name="csY1" fmla="*/ 0 h 276605"/>
                      <a:gd name="csX2" fmla="*/ 79502 w 79502"/>
                      <a:gd name="csY2" fmla="*/ 276606 h 276605"/>
                      <a:gd name="csX3" fmla="*/ 0 w 79502"/>
                      <a:gd name="csY3" fmla="*/ 276606 h 27660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276605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276606"/>
                        </a:lnTo>
                        <a:lnTo>
                          <a:pt x="0" y="276606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6" name="Freeform 845">
                    <a:extLst>
                      <a:ext uri="{FF2B5EF4-FFF2-40B4-BE49-F238E27FC236}">
                        <a16:creationId xmlns:a16="http://schemas.microsoft.com/office/drawing/2014/main" id="{73885E35-C57C-E313-291F-DB86563DCA0A}"/>
                      </a:ext>
                    </a:extLst>
                  </p:cNvPr>
                  <p:cNvSpPr/>
                  <p:nvPr/>
                </p:nvSpPr>
                <p:spPr>
                  <a:xfrm>
                    <a:off x="5149324" y="2979305"/>
                    <a:ext cx="79502" cy="312419"/>
                  </a:xfrm>
                  <a:custGeom>
                    <a:avLst/>
                    <a:gdLst>
                      <a:gd name="csX0" fmla="*/ 0 w 79502"/>
                      <a:gd name="csY0" fmla="*/ 0 h 312419"/>
                      <a:gd name="csX1" fmla="*/ 79502 w 79502"/>
                      <a:gd name="csY1" fmla="*/ 0 h 312419"/>
                      <a:gd name="csX2" fmla="*/ 79502 w 79502"/>
                      <a:gd name="csY2" fmla="*/ 312420 h 312419"/>
                      <a:gd name="csX3" fmla="*/ 0 w 79502"/>
                      <a:gd name="csY3" fmla="*/ 312420 h 31241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312419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312420"/>
                        </a:lnTo>
                        <a:lnTo>
                          <a:pt x="0" y="312420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7" name="Freeform 846">
                    <a:extLst>
                      <a:ext uri="{FF2B5EF4-FFF2-40B4-BE49-F238E27FC236}">
                        <a16:creationId xmlns:a16="http://schemas.microsoft.com/office/drawing/2014/main" id="{B9204B62-8EA1-9F56-7176-4C15924571A0}"/>
                      </a:ext>
                    </a:extLst>
                  </p:cNvPr>
                  <p:cNvSpPr/>
                  <p:nvPr/>
                </p:nvSpPr>
                <p:spPr>
                  <a:xfrm>
                    <a:off x="5281785" y="2979940"/>
                    <a:ext cx="79502" cy="311658"/>
                  </a:xfrm>
                  <a:custGeom>
                    <a:avLst/>
                    <a:gdLst>
                      <a:gd name="csX0" fmla="*/ 0 w 79502"/>
                      <a:gd name="csY0" fmla="*/ 0 h 311658"/>
                      <a:gd name="csX1" fmla="*/ 79502 w 79502"/>
                      <a:gd name="csY1" fmla="*/ 0 h 311658"/>
                      <a:gd name="csX2" fmla="*/ 79502 w 79502"/>
                      <a:gd name="csY2" fmla="*/ 311658 h 311658"/>
                      <a:gd name="csX3" fmla="*/ 0 w 79502"/>
                      <a:gd name="csY3" fmla="*/ 311658 h 31165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311658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311658"/>
                        </a:lnTo>
                        <a:lnTo>
                          <a:pt x="0" y="311658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8" name="Freeform 847">
                    <a:extLst>
                      <a:ext uri="{FF2B5EF4-FFF2-40B4-BE49-F238E27FC236}">
                        <a16:creationId xmlns:a16="http://schemas.microsoft.com/office/drawing/2014/main" id="{A2C2630D-ABE5-C7BD-A6E8-FE4154748EB9}"/>
                      </a:ext>
                    </a:extLst>
                  </p:cNvPr>
                  <p:cNvSpPr/>
                  <p:nvPr/>
                </p:nvSpPr>
                <p:spPr>
                  <a:xfrm>
                    <a:off x="4765275" y="2917456"/>
                    <a:ext cx="52959" cy="12700"/>
                  </a:xfrm>
                  <a:custGeom>
                    <a:avLst/>
                    <a:gdLst>
                      <a:gd name="csX0" fmla="*/ 0 w 52959"/>
                      <a:gd name="csY0" fmla="*/ 0 h 12700"/>
                      <a:gd name="csX1" fmla="*/ 52959 w 5295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9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49" name="Freeform 848">
                    <a:extLst>
                      <a:ext uri="{FF2B5EF4-FFF2-40B4-BE49-F238E27FC236}">
                        <a16:creationId xmlns:a16="http://schemas.microsoft.com/office/drawing/2014/main" id="{D05A9711-3460-5800-FEA9-A19ED824E7B3}"/>
                      </a:ext>
                    </a:extLst>
                  </p:cNvPr>
                  <p:cNvSpPr/>
                  <p:nvPr/>
                </p:nvSpPr>
                <p:spPr>
                  <a:xfrm>
                    <a:off x="4791692" y="2917456"/>
                    <a:ext cx="12700" cy="15875"/>
                  </a:xfrm>
                  <a:custGeom>
                    <a:avLst/>
                    <a:gdLst>
                      <a:gd name="csX0" fmla="*/ 0 w 12700"/>
                      <a:gd name="csY0" fmla="*/ 0 h 15875"/>
                      <a:gd name="csX1" fmla="*/ 0 w 12700"/>
                      <a:gd name="csY1" fmla="*/ 15875 h 1587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5875">
                        <a:moveTo>
                          <a:pt x="0" y="0"/>
                        </a:moveTo>
                        <a:lnTo>
                          <a:pt x="0" y="1587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0" name="Freeform 849">
                    <a:extLst>
                      <a:ext uri="{FF2B5EF4-FFF2-40B4-BE49-F238E27FC236}">
                        <a16:creationId xmlns:a16="http://schemas.microsoft.com/office/drawing/2014/main" id="{6A23077F-E492-E01C-B6A7-10CFA17E4581}"/>
                      </a:ext>
                    </a:extLst>
                  </p:cNvPr>
                  <p:cNvSpPr/>
                  <p:nvPr/>
                </p:nvSpPr>
                <p:spPr>
                  <a:xfrm>
                    <a:off x="4765275" y="2933331"/>
                    <a:ext cx="52959" cy="12700"/>
                  </a:xfrm>
                  <a:custGeom>
                    <a:avLst/>
                    <a:gdLst>
                      <a:gd name="csX0" fmla="*/ 0 w 52959"/>
                      <a:gd name="csY0" fmla="*/ 0 h 12700"/>
                      <a:gd name="csX1" fmla="*/ 52959 w 5295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9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1" name="Freeform 850">
                    <a:extLst>
                      <a:ext uri="{FF2B5EF4-FFF2-40B4-BE49-F238E27FC236}">
                        <a16:creationId xmlns:a16="http://schemas.microsoft.com/office/drawing/2014/main" id="{7944B990-5C87-6339-8167-9652856F7FEB}"/>
                      </a:ext>
                    </a:extLst>
                  </p:cNvPr>
                  <p:cNvSpPr/>
                  <p:nvPr/>
                </p:nvSpPr>
                <p:spPr>
                  <a:xfrm>
                    <a:off x="4897736" y="2913138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02A6EC74-E2CE-ECBB-4FEC-5EFF1B5AC95E}"/>
                      </a:ext>
                    </a:extLst>
                  </p:cNvPr>
                  <p:cNvSpPr/>
                  <p:nvPr/>
                </p:nvSpPr>
                <p:spPr>
                  <a:xfrm>
                    <a:off x="4924153" y="2913138"/>
                    <a:ext cx="12700" cy="77977"/>
                  </a:xfrm>
                  <a:custGeom>
                    <a:avLst/>
                    <a:gdLst>
                      <a:gd name="csX0" fmla="*/ 0 w 12700"/>
                      <a:gd name="csY0" fmla="*/ 0 h 77977"/>
                      <a:gd name="csX1" fmla="*/ 0 w 12700"/>
                      <a:gd name="csY1" fmla="*/ 77978 h 7797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7977">
                        <a:moveTo>
                          <a:pt x="0" y="0"/>
                        </a:moveTo>
                        <a:lnTo>
                          <a:pt x="0" y="77978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50EA51AD-3FE0-47FA-FE9B-8CE4DC6220E7}"/>
                      </a:ext>
                    </a:extLst>
                  </p:cNvPr>
                  <p:cNvSpPr/>
                  <p:nvPr/>
                </p:nvSpPr>
                <p:spPr>
                  <a:xfrm>
                    <a:off x="4897736" y="2991116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4" name="Freeform 853">
                    <a:extLst>
                      <a:ext uri="{FF2B5EF4-FFF2-40B4-BE49-F238E27FC236}">
                        <a16:creationId xmlns:a16="http://schemas.microsoft.com/office/drawing/2014/main" id="{6349A35E-135E-95E3-0050-3B01A920BF0A}"/>
                      </a:ext>
                    </a:extLst>
                  </p:cNvPr>
                  <p:cNvSpPr/>
                  <p:nvPr/>
                </p:nvSpPr>
                <p:spPr>
                  <a:xfrm>
                    <a:off x="5030197" y="3006228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5" name="Freeform 854">
                    <a:extLst>
                      <a:ext uri="{FF2B5EF4-FFF2-40B4-BE49-F238E27FC236}">
                        <a16:creationId xmlns:a16="http://schemas.microsoft.com/office/drawing/2014/main" id="{D469410A-41BB-6577-6642-2893164A8C98}"/>
                      </a:ext>
                    </a:extLst>
                  </p:cNvPr>
                  <p:cNvSpPr/>
                  <p:nvPr/>
                </p:nvSpPr>
                <p:spPr>
                  <a:xfrm>
                    <a:off x="5056614" y="3006228"/>
                    <a:ext cx="12700" cy="17652"/>
                  </a:xfrm>
                  <a:custGeom>
                    <a:avLst/>
                    <a:gdLst>
                      <a:gd name="csX0" fmla="*/ 0 w 12700"/>
                      <a:gd name="csY0" fmla="*/ 0 h 17652"/>
                      <a:gd name="csX1" fmla="*/ 0 w 12700"/>
                      <a:gd name="csY1" fmla="*/ 17653 h 1765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7652">
                        <a:moveTo>
                          <a:pt x="0" y="0"/>
                        </a:moveTo>
                        <a:lnTo>
                          <a:pt x="0" y="1765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6" name="Freeform 855">
                    <a:extLst>
                      <a:ext uri="{FF2B5EF4-FFF2-40B4-BE49-F238E27FC236}">
                        <a16:creationId xmlns:a16="http://schemas.microsoft.com/office/drawing/2014/main" id="{2955F949-31F2-F16F-8A6A-AAFBA5FE5A8E}"/>
                      </a:ext>
                    </a:extLst>
                  </p:cNvPr>
                  <p:cNvSpPr/>
                  <p:nvPr/>
                </p:nvSpPr>
                <p:spPr>
                  <a:xfrm>
                    <a:off x="5030197" y="3023881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7" name="Freeform 856">
                    <a:extLst>
                      <a:ext uri="{FF2B5EF4-FFF2-40B4-BE49-F238E27FC236}">
                        <a16:creationId xmlns:a16="http://schemas.microsoft.com/office/drawing/2014/main" id="{4807D4BC-6A1E-40BA-4748-6A242F03BE40}"/>
                      </a:ext>
                    </a:extLst>
                  </p:cNvPr>
                  <p:cNvSpPr/>
                  <p:nvPr/>
                </p:nvSpPr>
                <p:spPr>
                  <a:xfrm>
                    <a:off x="5295120" y="2943236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8" name="Freeform 857">
                    <a:extLst>
                      <a:ext uri="{FF2B5EF4-FFF2-40B4-BE49-F238E27FC236}">
                        <a16:creationId xmlns:a16="http://schemas.microsoft.com/office/drawing/2014/main" id="{83D6CB74-D4EB-E59D-75C2-06772878BA68}"/>
                      </a:ext>
                    </a:extLst>
                  </p:cNvPr>
                  <p:cNvSpPr/>
                  <p:nvPr/>
                </p:nvSpPr>
                <p:spPr>
                  <a:xfrm>
                    <a:off x="5321536" y="2943236"/>
                    <a:ext cx="12700" cy="73533"/>
                  </a:xfrm>
                  <a:custGeom>
                    <a:avLst/>
                    <a:gdLst>
                      <a:gd name="csX0" fmla="*/ 0 w 12700"/>
                      <a:gd name="csY0" fmla="*/ 0 h 73533"/>
                      <a:gd name="csX1" fmla="*/ 0 w 12700"/>
                      <a:gd name="csY1" fmla="*/ 73533 h 7353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3533">
                        <a:moveTo>
                          <a:pt x="0" y="0"/>
                        </a:moveTo>
                        <a:lnTo>
                          <a:pt x="0" y="7353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59" name="Freeform 858">
                    <a:extLst>
                      <a:ext uri="{FF2B5EF4-FFF2-40B4-BE49-F238E27FC236}">
                        <a16:creationId xmlns:a16="http://schemas.microsoft.com/office/drawing/2014/main" id="{F8F3A1C9-4469-5619-6697-2563112FF7DA}"/>
                      </a:ext>
                    </a:extLst>
                  </p:cNvPr>
                  <p:cNvSpPr/>
                  <p:nvPr/>
                </p:nvSpPr>
                <p:spPr>
                  <a:xfrm>
                    <a:off x="5295120" y="3016770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0" name="Freeform 859">
                    <a:extLst>
                      <a:ext uri="{FF2B5EF4-FFF2-40B4-BE49-F238E27FC236}">
                        <a16:creationId xmlns:a16="http://schemas.microsoft.com/office/drawing/2014/main" id="{45F8F5E5-5361-C23B-EB67-F4D053652913}"/>
                      </a:ext>
                    </a:extLst>
                  </p:cNvPr>
                  <p:cNvSpPr/>
                  <p:nvPr/>
                </p:nvSpPr>
                <p:spPr>
                  <a:xfrm>
                    <a:off x="5049629" y="29876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1" name="Freeform 860">
                    <a:extLst>
                      <a:ext uri="{FF2B5EF4-FFF2-40B4-BE49-F238E27FC236}">
                        <a16:creationId xmlns:a16="http://schemas.microsoft.com/office/drawing/2014/main" id="{01854EC8-ABD1-9BAA-F325-7F1A8ECB1390}"/>
                      </a:ext>
                    </a:extLst>
                  </p:cNvPr>
                  <p:cNvSpPr/>
                  <p:nvPr/>
                </p:nvSpPr>
                <p:spPr>
                  <a:xfrm>
                    <a:off x="4917676" y="294907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2" name="Freeform 861">
                    <a:extLst>
                      <a:ext uri="{FF2B5EF4-FFF2-40B4-BE49-F238E27FC236}">
                        <a16:creationId xmlns:a16="http://schemas.microsoft.com/office/drawing/2014/main" id="{A288D346-1D85-EA23-024F-13AB1B3F9158}"/>
                      </a:ext>
                    </a:extLst>
                  </p:cNvPr>
                  <p:cNvSpPr/>
                  <p:nvPr/>
                </p:nvSpPr>
                <p:spPr>
                  <a:xfrm>
                    <a:off x="4900531" y="309449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3" name="Freeform 862">
                    <a:extLst>
                      <a:ext uri="{FF2B5EF4-FFF2-40B4-BE49-F238E27FC236}">
                        <a16:creationId xmlns:a16="http://schemas.microsoft.com/office/drawing/2014/main" id="{41004021-F077-EC7B-238A-A9FE1FFA7817}"/>
                      </a:ext>
                    </a:extLst>
                  </p:cNvPr>
                  <p:cNvSpPr/>
                  <p:nvPr/>
                </p:nvSpPr>
                <p:spPr>
                  <a:xfrm>
                    <a:off x="5312265" y="291097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4" name="Freeform 863">
                    <a:extLst>
                      <a:ext uri="{FF2B5EF4-FFF2-40B4-BE49-F238E27FC236}">
                        <a16:creationId xmlns:a16="http://schemas.microsoft.com/office/drawing/2014/main" id="{7E359CB8-FE42-D8B8-6EC9-9AEB1AB5E69E}"/>
                      </a:ext>
                    </a:extLst>
                  </p:cNvPr>
                  <p:cNvSpPr/>
                  <p:nvPr/>
                </p:nvSpPr>
                <p:spPr>
                  <a:xfrm>
                    <a:off x="4777468" y="290513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5" name="Freeform 864">
                    <a:extLst>
                      <a:ext uri="{FF2B5EF4-FFF2-40B4-BE49-F238E27FC236}">
                        <a16:creationId xmlns:a16="http://schemas.microsoft.com/office/drawing/2014/main" id="{5AEC5C46-8FD4-07D1-6351-E242E8E414D3}"/>
                      </a:ext>
                    </a:extLst>
                  </p:cNvPr>
                  <p:cNvSpPr/>
                  <p:nvPr/>
                </p:nvSpPr>
                <p:spPr>
                  <a:xfrm>
                    <a:off x="5304010" y="284227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6" name="Freeform 865">
                    <a:extLst>
                      <a:ext uri="{FF2B5EF4-FFF2-40B4-BE49-F238E27FC236}">
                        <a16:creationId xmlns:a16="http://schemas.microsoft.com/office/drawing/2014/main" id="{997EF266-1E31-1A19-56B7-C6B57E76F732}"/>
                      </a:ext>
                    </a:extLst>
                  </p:cNvPr>
                  <p:cNvSpPr/>
                  <p:nvPr/>
                </p:nvSpPr>
                <p:spPr>
                  <a:xfrm>
                    <a:off x="4780008" y="288189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7" name="Freeform 866">
                    <a:extLst>
                      <a:ext uri="{FF2B5EF4-FFF2-40B4-BE49-F238E27FC236}">
                        <a16:creationId xmlns:a16="http://schemas.microsoft.com/office/drawing/2014/main" id="{6BC7A353-DCF3-B11C-C871-2CCE01BDEA72}"/>
                      </a:ext>
                    </a:extLst>
                  </p:cNvPr>
                  <p:cNvSpPr/>
                  <p:nvPr/>
                </p:nvSpPr>
                <p:spPr>
                  <a:xfrm>
                    <a:off x="5293850" y="29368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8" name="Freeform 867">
                    <a:extLst>
                      <a:ext uri="{FF2B5EF4-FFF2-40B4-BE49-F238E27FC236}">
                        <a16:creationId xmlns:a16="http://schemas.microsoft.com/office/drawing/2014/main" id="{61AB4036-0510-25F7-8109-87D866B5ABBF}"/>
                      </a:ext>
                    </a:extLst>
                  </p:cNvPr>
                  <p:cNvSpPr/>
                  <p:nvPr/>
                </p:nvSpPr>
                <p:spPr>
                  <a:xfrm>
                    <a:off x="4777849" y="29244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69" name="Freeform 868">
                    <a:extLst>
                      <a:ext uri="{FF2B5EF4-FFF2-40B4-BE49-F238E27FC236}">
                        <a16:creationId xmlns:a16="http://schemas.microsoft.com/office/drawing/2014/main" id="{24566D1A-1CED-3F37-06B7-69572714846F}"/>
                      </a:ext>
                    </a:extLst>
                  </p:cNvPr>
                  <p:cNvSpPr/>
                  <p:nvPr/>
                </p:nvSpPr>
                <p:spPr>
                  <a:xfrm>
                    <a:off x="5308963" y="307595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0" name="Freeform 869">
                    <a:extLst>
                      <a:ext uri="{FF2B5EF4-FFF2-40B4-BE49-F238E27FC236}">
                        <a16:creationId xmlns:a16="http://schemas.microsoft.com/office/drawing/2014/main" id="{C4AD1349-1BA2-7997-58FA-9958EC6FF9A4}"/>
                      </a:ext>
                    </a:extLst>
                  </p:cNvPr>
                  <p:cNvSpPr/>
                  <p:nvPr/>
                </p:nvSpPr>
                <p:spPr>
                  <a:xfrm>
                    <a:off x="4772515" y="289243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1" name="Freeform 870">
                    <a:extLst>
                      <a:ext uri="{FF2B5EF4-FFF2-40B4-BE49-F238E27FC236}">
                        <a16:creationId xmlns:a16="http://schemas.microsoft.com/office/drawing/2014/main" id="{F42BCE7D-F9C0-181E-5A13-4991E651533E}"/>
                      </a:ext>
                    </a:extLst>
                  </p:cNvPr>
                  <p:cNvSpPr/>
                  <p:nvPr/>
                </p:nvSpPr>
                <p:spPr>
                  <a:xfrm>
                    <a:off x="5309344" y="294387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2" name="Freeform 871">
                    <a:extLst>
                      <a:ext uri="{FF2B5EF4-FFF2-40B4-BE49-F238E27FC236}">
                        <a16:creationId xmlns:a16="http://schemas.microsoft.com/office/drawing/2014/main" id="{E16C8CD4-1F3A-DF2F-16A1-E35508B2BE89}"/>
                      </a:ext>
                    </a:extLst>
                  </p:cNvPr>
                  <p:cNvSpPr/>
                  <p:nvPr/>
                </p:nvSpPr>
                <p:spPr>
                  <a:xfrm>
                    <a:off x="4785215" y="293434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3" name="Freeform 872">
                    <a:extLst>
                      <a:ext uri="{FF2B5EF4-FFF2-40B4-BE49-F238E27FC236}">
                        <a16:creationId xmlns:a16="http://schemas.microsoft.com/office/drawing/2014/main" id="{73D1104B-E74E-7549-E227-C2C36638F84A}"/>
                      </a:ext>
                    </a:extLst>
                  </p:cNvPr>
                  <p:cNvSpPr/>
                  <p:nvPr/>
                </p:nvSpPr>
                <p:spPr>
                  <a:xfrm>
                    <a:off x="4899642" y="286170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4" name="Freeform 873">
                    <a:extLst>
                      <a:ext uri="{FF2B5EF4-FFF2-40B4-BE49-F238E27FC236}">
                        <a16:creationId xmlns:a16="http://schemas.microsoft.com/office/drawing/2014/main" id="{716AB175-8A21-AF46-46FC-05E78DD45A42}"/>
                      </a:ext>
                    </a:extLst>
                  </p:cNvPr>
                  <p:cNvSpPr/>
                  <p:nvPr/>
                </p:nvSpPr>
                <p:spPr>
                  <a:xfrm>
                    <a:off x="5302486" y="306109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5" name="Freeform 874">
                    <a:extLst>
                      <a:ext uri="{FF2B5EF4-FFF2-40B4-BE49-F238E27FC236}">
                        <a16:creationId xmlns:a16="http://schemas.microsoft.com/office/drawing/2014/main" id="{B0BED86D-1D84-E1D5-C24C-24800CBACE48}"/>
                      </a:ext>
                    </a:extLst>
                  </p:cNvPr>
                  <p:cNvSpPr/>
                  <p:nvPr/>
                </p:nvSpPr>
                <p:spPr>
                  <a:xfrm>
                    <a:off x="4785342" y="290678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6" name="Freeform 875">
                    <a:extLst>
                      <a:ext uri="{FF2B5EF4-FFF2-40B4-BE49-F238E27FC236}">
                        <a16:creationId xmlns:a16="http://schemas.microsoft.com/office/drawing/2014/main" id="{322C739F-8E25-08D9-9A06-0DF05922E45F}"/>
                      </a:ext>
                    </a:extLst>
                  </p:cNvPr>
                  <p:cNvSpPr/>
                  <p:nvPr/>
                </p:nvSpPr>
                <p:spPr>
                  <a:xfrm>
                    <a:off x="5051280" y="300546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7" name="Freeform 876">
                    <a:extLst>
                      <a:ext uri="{FF2B5EF4-FFF2-40B4-BE49-F238E27FC236}">
                        <a16:creationId xmlns:a16="http://schemas.microsoft.com/office/drawing/2014/main" id="{27D601D4-5BC6-F437-6487-55302B04486F}"/>
                      </a:ext>
                    </a:extLst>
                  </p:cNvPr>
                  <p:cNvSpPr/>
                  <p:nvPr/>
                </p:nvSpPr>
                <p:spPr>
                  <a:xfrm>
                    <a:off x="4895959" y="294819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8" name="Freeform 877">
                    <a:extLst>
                      <a:ext uri="{FF2B5EF4-FFF2-40B4-BE49-F238E27FC236}">
                        <a16:creationId xmlns:a16="http://schemas.microsoft.com/office/drawing/2014/main" id="{C5FBAC28-9D17-D343-4637-BD0CE96A4373}"/>
                      </a:ext>
                    </a:extLst>
                  </p:cNvPr>
                  <p:cNvSpPr/>
                  <p:nvPr/>
                </p:nvSpPr>
                <p:spPr>
                  <a:xfrm>
                    <a:off x="4905484" y="282220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79" name="Freeform 878">
                    <a:extLst>
                      <a:ext uri="{FF2B5EF4-FFF2-40B4-BE49-F238E27FC236}">
                        <a16:creationId xmlns:a16="http://schemas.microsoft.com/office/drawing/2014/main" id="{2C4536A3-9089-4CCB-8BA5-AC6D31127C93}"/>
                      </a:ext>
                    </a:extLst>
                  </p:cNvPr>
                  <p:cNvSpPr/>
                  <p:nvPr/>
                </p:nvSpPr>
                <p:spPr>
                  <a:xfrm>
                    <a:off x="5172692" y="296127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80" name="Freeform 879">
                    <a:extLst>
                      <a:ext uri="{FF2B5EF4-FFF2-40B4-BE49-F238E27FC236}">
                        <a16:creationId xmlns:a16="http://schemas.microsoft.com/office/drawing/2014/main" id="{F75A8877-DE9F-771C-1325-EE72FEC980D9}"/>
                      </a:ext>
                    </a:extLst>
                  </p:cNvPr>
                  <p:cNvSpPr/>
                  <p:nvPr/>
                </p:nvSpPr>
                <p:spPr>
                  <a:xfrm>
                    <a:off x="4916787" y="283173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81" name="Freeform 880">
                    <a:extLst>
                      <a:ext uri="{FF2B5EF4-FFF2-40B4-BE49-F238E27FC236}">
                        <a16:creationId xmlns:a16="http://schemas.microsoft.com/office/drawing/2014/main" id="{2DB89E44-E95C-A889-3250-B1F2806B8F35}"/>
                      </a:ext>
                    </a:extLst>
                  </p:cNvPr>
                  <p:cNvSpPr/>
                  <p:nvPr/>
                </p:nvSpPr>
                <p:spPr>
                  <a:xfrm>
                    <a:off x="4896594" y="303086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575FAD58-965A-89B2-79DF-E85CAC20FE17}"/>
                      </a:ext>
                    </a:extLst>
                  </p:cNvPr>
                  <p:cNvSpPr txBox="1"/>
                  <p:nvPr/>
                </p:nvSpPr>
                <p:spPr>
                  <a:xfrm>
                    <a:off x="4626000" y="2677032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0.107</a:t>
                    </a:r>
                  </a:p>
                </p:txBody>
              </p:sp>
              <p:sp>
                <p:nvSpPr>
                  <p:cNvPr id="883" name="Freeform 882">
                    <a:extLst>
                      <a:ext uri="{FF2B5EF4-FFF2-40B4-BE49-F238E27FC236}">
                        <a16:creationId xmlns:a16="http://schemas.microsoft.com/office/drawing/2014/main" id="{C545F627-D780-F2C7-E6F9-C36B1C17F942}"/>
                      </a:ext>
                    </a:extLst>
                  </p:cNvPr>
                  <p:cNvSpPr/>
                  <p:nvPr/>
                </p:nvSpPr>
                <p:spPr>
                  <a:xfrm>
                    <a:off x="4791692" y="2795028"/>
                    <a:ext cx="119253" cy="12700"/>
                  </a:xfrm>
                  <a:custGeom>
                    <a:avLst/>
                    <a:gdLst>
                      <a:gd name="csX0" fmla="*/ 0 w 119253"/>
                      <a:gd name="csY0" fmla="*/ 0 h 12700"/>
                      <a:gd name="csX1" fmla="*/ 119253 w 119253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9253" h="12700">
                        <a:moveTo>
                          <a:pt x="0" y="0"/>
                        </a:moveTo>
                        <a:lnTo>
                          <a:pt x="119253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DB172E43-2BCD-F655-D0D9-C7E6FF0F4F87}"/>
                      </a:ext>
                    </a:extLst>
                  </p:cNvPr>
                  <p:cNvSpPr txBox="1"/>
                  <p:nvPr/>
                </p:nvSpPr>
                <p:spPr>
                  <a:xfrm>
                    <a:off x="4904130" y="2677032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0.211</a:t>
                    </a:r>
                  </a:p>
                </p:txBody>
              </p:sp>
              <p:sp>
                <p:nvSpPr>
                  <p:cNvPr id="885" name="Freeform 884">
                    <a:extLst>
                      <a:ext uri="{FF2B5EF4-FFF2-40B4-BE49-F238E27FC236}">
                        <a16:creationId xmlns:a16="http://schemas.microsoft.com/office/drawing/2014/main" id="{BF9FE658-52DD-3B02-40D6-EEFB72F388B5}"/>
                      </a:ext>
                    </a:extLst>
                  </p:cNvPr>
                  <p:cNvSpPr/>
                  <p:nvPr/>
                </p:nvSpPr>
                <p:spPr>
                  <a:xfrm>
                    <a:off x="4937361" y="2795028"/>
                    <a:ext cx="384175" cy="12700"/>
                  </a:xfrm>
                  <a:custGeom>
                    <a:avLst/>
                    <a:gdLst>
                      <a:gd name="csX0" fmla="*/ 0 w 384175"/>
                      <a:gd name="csY0" fmla="*/ 0 h 12700"/>
                      <a:gd name="csX1" fmla="*/ 384175 w 384175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84175" h="12700">
                        <a:moveTo>
                          <a:pt x="0" y="0"/>
                        </a:moveTo>
                        <a:lnTo>
                          <a:pt x="38417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2283AA7F-5D5A-5F8D-CF2E-D3984BFBEE7C}"/>
                      </a:ext>
                    </a:extLst>
                  </p:cNvPr>
                  <p:cNvSpPr txBox="1"/>
                  <p:nvPr/>
                </p:nvSpPr>
                <p:spPr>
                  <a:xfrm>
                    <a:off x="4884130" y="2509239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887" name="Freeform 886">
                    <a:extLst>
                      <a:ext uri="{FF2B5EF4-FFF2-40B4-BE49-F238E27FC236}">
                        <a16:creationId xmlns:a16="http://schemas.microsoft.com/office/drawing/2014/main" id="{354668F0-5CC0-599B-999C-514033E3B7D6}"/>
                      </a:ext>
                    </a:extLst>
                  </p:cNvPr>
                  <p:cNvSpPr/>
                  <p:nvPr/>
                </p:nvSpPr>
                <p:spPr>
                  <a:xfrm>
                    <a:off x="4791692" y="2682125"/>
                    <a:ext cx="529844" cy="12700"/>
                  </a:xfrm>
                  <a:custGeom>
                    <a:avLst/>
                    <a:gdLst>
                      <a:gd name="csX0" fmla="*/ 0 w 529844"/>
                      <a:gd name="csY0" fmla="*/ 0 h 12700"/>
                      <a:gd name="csX1" fmla="*/ 529844 w 52984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844" h="12700">
                        <a:moveTo>
                          <a:pt x="0" y="0"/>
                        </a:moveTo>
                        <a:lnTo>
                          <a:pt x="52984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888" name="Graphic 591">
                  <a:extLst>
                    <a:ext uri="{FF2B5EF4-FFF2-40B4-BE49-F238E27FC236}">
                      <a16:creationId xmlns:a16="http://schemas.microsoft.com/office/drawing/2014/main" id="{CD687462-03C7-DD0B-4B3C-DA6C31D8EC96}"/>
                    </a:ext>
                  </a:extLst>
                </p:cNvPr>
                <p:cNvGrpSpPr/>
                <p:nvPr/>
              </p:nvGrpSpPr>
              <p:grpSpPr>
                <a:xfrm>
                  <a:off x="4252126" y="2312178"/>
                  <a:ext cx="1193000" cy="1190718"/>
                  <a:chOff x="4252126" y="2312178"/>
                  <a:chExt cx="1193000" cy="1190718"/>
                </a:xfrm>
              </p:grpSpPr>
              <p:sp>
                <p:nvSpPr>
                  <p:cNvPr id="889" name="Freeform 888">
                    <a:extLst>
                      <a:ext uri="{FF2B5EF4-FFF2-40B4-BE49-F238E27FC236}">
                        <a16:creationId xmlns:a16="http://schemas.microsoft.com/office/drawing/2014/main" id="{B6140FB4-5795-A32D-9338-73E06D95EA20}"/>
                      </a:ext>
                    </a:extLst>
                  </p:cNvPr>
                  <p:cNvSpPr/>
                  <p:nvPr/>
                </p:nvSpPr>
                <p:spPr>
                  <a:xfrm>
                    <a:off x="4712189" y="2614434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116EBE31-390E-461D-45E3-D8222DADDA37}"/>
                      </a:ext>
                    </a:extLst>
                  </p:cNvPr>
                  <p:cNvSpPr txBox="1"/>
                  <p:nvPr/>
                </p:nvSpPr>
                <p:spPr>
                  <a:xfrm>
                    <a:off x="4312058" y="3184709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0.0%</a:t>
                    </a:r>
                  </a:p>
                </p:txBody>
              </p:sp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C8802792-D78B-5248-72AC-49C2A2AB4955}"/>
                      </a:ext>
                    </a:extLst>
                  </p:cNvPr>
                  <p:cNvSpPr txBox="1"/>
                  <p:nvPr/>
                </p:nvSpPr>
                <p:spPr>
                  <a:xfrm>
                    <a:off x="4312058" y="3056312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2.5%</a:t>
                    </a:r>
                  </a:p>
                </p:txBody>
              </p:sp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C7A32830-238B-8AB8-8887-90CF08D46C82}"/>
                      </a:ext>
                    </a:extLst>
                  </p:cNvPr>
                  <p:cNvSpPr txBox="1"/>
                  <p:nvPr/>
                </p:nvSpPr>
                <p:spPr>
                  <a:xfrm>
                    <a:off x="4312058" y="2927915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5.0%</a:t>
                    </a:r>
                  </a:p>
                </p:txBody>
              </p:sp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6794B332-4FF9-2407-9B43-92B5AD1B4CDC}"/>
                      </a:ext>
                    </a:extLst>
                  </p:cNvPr>
                  <p:cNvSpPr txBox="1"/>
                  <p:nvPr/>
                </p:nvSpPr>
                <p:spPr>
                  <a:xfrm>
                    <a:off x="4312058" y="2799518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7.5%</a:t>
                    </a:r>
                  </a:p>
                </p:txBody>
              </p:sp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7650048D-A0F8-A5C3-76FB-7C04F1CEE073}"/>
                      </a:ext>
                    </a:extLst>
                  </p:cNvPr>
                  <p:cNvSpPr txBox="1"/>
                  <p:nvPr/>
                </p:nvSpPr>
                <p:spPr>
                  <a:xfrm>
                    <a:off x="4252126" y="2671121"/>
                    <a:ext cx="47801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10.0%</a:t>
                    </a:r>
                  </a:p>
                </p:txBody>
              </p:sp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B07DA9B4-3653-DDDA-B661-15B66F9824DB}"/>
                      </a:ext>
                    </a:extLst>
                  </p:cNvPr>
                  <p:cNvSpPr txBox="1"/>
                  <p:nvPr/>
                </p:nvSpPr>
                <p:spPr>
                  <a:xfrm>
                    <a:off x="4252126" y="2542724"/>
                    <a:ext cx="47801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12.5%</a:t>
                    </a:r>
                  </a:p>
                </p:txBody>
              </p:sp>
              <p:sp>
                <p:nvSpPr>
                  <p:cNvPr id="896" name="Freeform 895">
                    <a:extLst>
                      <a:ext uri="{FF2B5EF4-FFF2-40B4-BE49-F238E27FC236}">
                        <a16:creationId xmlns:a16="http://schemas.microsoft.com/office/drawing/2014/main" id="{A0B1591A-8163-D27D-72F8-2418353BFEA9}"/>
                      </a:ext>
                    </a:extLst>
                  </p:cNvPr>
                  <p:cNvSpPr/>
                  <p:nvPr/>
                </p:nvSpPr>
                <p:spPr>
                  <a:xfrm>
                    <a:off x="4677392" y="3291598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97" name="Freeform 896">
                    <a:extLst>
                      <a:ext uri="{FF2B5EF4-FFF2-40B4-BE49-F238E27FC236}">
                        <a16:creationId xmlns:a16="http://schemas.microsoft.com/office/drawing/2014/main" id="{840C6F37-B30F-7F27-F85A-8577917D8C5A}"/>
                      </a:ext>
                    </a:extLst>
                  </p:cNvPr>
                  <p:cNvSpPr/>
                  <p:nvPr/>
                </p:nvSpPr>
                <p:spPr>
                  <a:xfrm>
                    <a:off x="4677392" y="3163200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98" name="Freeform 897">
                    <a:extLst>
                      <a:ext uri="{FF2B5EF4-FFF2-40B4-BE49-F238E27FC236}">
                        <a16:creationId xmlns:a16="http://schemas.microsoft.com/office/drawing/2014/main" id="{4F919AC3-B697-3772-8BE3-7BBA475CB214}"/>
                      </a:ext>
                    </a:extLst>
                  </p:cNvPr>
                  <p:cNvSpPr/>
                  <p:nvPr/>
                </p:nvSpPr>
                <p:spPr>
                  <a:xfrm>
                    <a:off x="4677392" y="3034803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899" name="Freeform 898">
                    <a:extLst>
                      <a:ext uri="{FF2B5EF4-FFF2-40B4-BE49-F238E27FC236}">
                        <a16:creationId xmlns:a16="http://schemas.microsoft.com/office/drawing/2014/main" id="{D349ED66-FA16-BA65-E5B0-59556F37F970}"/>
                      </a:ext>
                    </a:extLst>
                  </p:cNvPr>
                  <p:cNvSpPr/>
                  <p:nvPr/>
                </p:nvSpPr>
                <p:spPr>
                  <a:xfrm>
                    <a:off x="4677392" y="2906406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0" name="Freeform 899">
                    <a:extLst>
                      <a:ext uri="{FF2B5EF4-FFF2-40B4-BE49-F238E27FC236}">
                        <a16:creationId xmlns:a16="http://schemas.microsoft.com/office/drawing/2014/main" id="{92130CA5-E52F-0011-E959-982C3DC924A2}"/>
                      </a:ext>
                    </a:extLst>
                  </p:cNvPr>
                  <p:cNvSpPr/>
                  <p:nvPr/>
                </p:nvSpPr>
                <p:spPr>
                  <a:xfrm>
                    <a:off x="4677392" y="2778010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1" name="Freeform 900">
                    <a:extLst>
                      <a:ext uri="{FF2B5EF4-FFF2-40B4-BE49-F238E27FC236}">
                        <a16:creationId xmlns:a16="http://schemas.microsoft.com/office/drawing/2014/main" id="{56A079D8-7504-0389-0CAC-07898E0BC4CB}"/>
                      </a:ext>
                    </a:extLst>
                  </p:cNvPr>
                  <p:cNvSpPr/>
                  <p:nvPr/>
                </p:nvSpPr>
                <p:spPr>
                  <a:xfrm>
                    <a:off x="4677392" y="2649613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2" name="Freeform 901">
                    <a:extLst>
                      <a:ext uri="{FF2B5EF4-FFF2-40B4-BE49-F238E27FC236}">
                        <a16:creationId xmlns:a16="http://schemas.microsoft.com/office/drawing/2014/main" id="{5C286418-924D-F6F4-1A1B-5F75629D7306}"/>
                      </a:ext>
                    </a:extLst>
                  </p:cNvPr>
                  <p:cNvSpPr/>
                  <p:nvPr/>
                </p:nvSpPr>
                <p:spPr>
                  <a:xfrm>
                    <a:off x="4712189" y="3291598"/>
                    <a:ext cx="688847" cy="12700"/>
                  </a:xfrm>
                  <a:custGeom>
                    <a:avLst/>
                    <a:gdLst>
                      <a:gd name="csX0" fmla="*/ 0 w 688847"/>
                      <a:gd name="csY0" fmla="*/ 0 h 12700"/>
                      <a:gd name="csX1" fmla="*/ 688848 w 68884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88847" h="12700">
                        <a:moveTo>
                          <a:pt x="0" y="0"/>
                        </a:moveTo>
                        <a:lnTo>
                          <a:pt x="688848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3" name="Freeform 902">
                    <a:extLst>
                      <a:ext uri="{FF2B5EF4-FFF2-40B4-BE49-F238E27FC236}">
                        <a16:creationId xmlns:a16="http://schemas.microsoft.com/office/drawing/2014/main" id="{3A66C6E9-5EE2-5C94-D245-EAA11D637297}"/>
                      </a:ext>
                    </a:extLst>
                  </p:cNvPr>
                  <p:cNvSpPr/>
                  <p:nvPr/>
                </p:nvSpPr>
                <p:spPr>
                  <a:xfrm>
                    <a:off x="4791692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4" name="Freeform 903">
                    <a:extLst>
                      <a:ext uri="{FF2B5EF4-FFF2-40B4-BE49-F238E27FC236}">
                        <a16:creationId xmlns:a16="http://schemas.microsoft.com/office/drawing/2014/main" id="{D5CF37B7-3031-DB71-DADF-47B74BCE4EBD}"/>
                      </a:ext>
                    </a:extLst>
                  </p:cNvPr>
                  <p:cNvSpPr/>
                  <p:nvPr/>
                </p:nvSpPr>
                <p:spPr>
                  <a:xfrm>
                    <a:off x="4924153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5" name="Freeform 904">
                    <a:extLst>
                      <a:ext uri="{FF2B5EF4-FFF2-40B4-BE49-F238E27FC236}">
                        <a16:creationId xmlns:a16="http://schemas.microsoft.com/office/drawing/2014/main" id="{0671E54A-1AE7-E27C-81BA-29870C6CFC9F}"/>
                      </a:ext>
                    </a:extLst>
                  </p:cNvPr>
                  <p:cNvSpPr/>
                  <p:nvPr/>
                </p:nvSpPr>
                <p:spPr>
                  <a:xfrm>
                    <a:off x="5056614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6" name="Freeform 905">
                    <a:extLst>
                      <a:ext uri="{FF2B5EF4-FFF2-40B4-BE49-F238E27FC236}">
                        <a16:creationId xmlns:a16="http://schemas.microsoft.com/office/drawing/2014/main" id="{249C1C13-B5FE-9AB6-DD85-0AC2BA4CC6B6}"/>
                      </a:ext>
                    </a:extLst>
                  </p:cNvPr>
                  <p:cNvSpPr/>
                  <p:nvPr/>
                </p:nvSpPr>
                <p:spPr>
                  <a:xfrm>
                    <a:off x="5189075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7" name="Freeform 906">
                    <a:extLst>
                      <a:ext uri="{FF2B5EF4-FFF2-40B4-BE49-F238E27FC236}">
                        <a16:creationId xmlns:a16="http://schemas.microsoft.com/office/drawing/2014/main" id="{2DBEB5D0-7464-2526-0C0B-0132AEAAA6EA}"/>
                      </a:ext>
                    </a:extLst>
                  </p:cNvPr>
                  <p:cNvSpPr/>
                  <p:nvPr/>
                </p:nvSpPr>
                <p:spPr>
                  <a:xfrm>
                    <a:off x="5321536" y="3291598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08" name="TextBox 907">
                    <a:extLst>
                      <a:ext uri="{FF2B5EF4-FFF2-40B4-BE49-F238E27FC236}">
                        <a16:creationId xmlns:a16="http://schemas.microsoft.com/office/drawing/2014/main" id="{86193042-4A1A-97F8-014C-AE3463733942}"/>
                      </a:ext>
                    </a:extLst>
                  </p:cNvPr>
                  <p:cNvSpPr txBox="1"/>
                  <p:nvPr/>
                </p:nvSpPr>
                <p:spPr>
                  <a:xfrm>
                    <a:off x="4656878" y="3287452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909" name="TextBox 908">
                    <a:extLst>
                      <a:ext uri="{FF2B5EF4-FFF2-40B4-BE49-F238E27FC236}">
                        <a16:creationId xmlns:a16="http://schemas.microsoft.com/office/drawing/2014/main" id="{7633045A-F92C-E5DB-CE75-9AAFF15F6787}"/>
                      </a:ext>
                    </a:extLst>
                  </p:cNvPr>
                  <p:cNvSpPr txBox="1"/>
                  <p:nvPr/>
                </p:nvSpPr>
                <p:spPr>
                  <a:xfrm>
                    <a:off x="4817392" y="3287452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FD6AFDFF-8DF3-68D3-5B35-9B5BCE72B708}"/>
                      </a:ext>
                    </a:extLst>
                  </p:cNvPr>
                  <p:cNvSpPr txBox="1"/>
                  <p:nvPr/>
                </p:nvSpPr>
                <p:spPr>
                  <a:xfrm>
                    <a:off x="4920999" y="3287452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911" name="TextBox 910">
                    <a:extLst>
                      <a:ext uri="{FF2B5EF4-FFF2-40B4-BE49-F238E27FC236}">
                        <a16:creationId xmlns:a16="http://schemas.microsoft.com/office/drawing/2014/main" id="{6043CB55-7340-2DB6-754C-0937D5CBD5F0}"/>
                      </a:ext>
                    </a:extLst>
                  </p:cNvPr>
                  <p:cNvSpPr txBox="1"/>
                  <p:nvPr/>
                </p:nvSpPr>
                <p:spPr>
                  <a:xfrm>
                    <a:off x="5028613" y="3287452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0FA26053-0830-DDFA-4906-36FE70D4FA8F}"/>
                      </a:ext>
                    </a:extLst>
                  </p:cNvPr>
                  <p:cNvSpPr txBox="1"/>
                  <p:nvPr/>
                </p:nvSpPr>
                <p:spPr>
                  <a:xfrm>
                    <a:off x="5197943" y="3287452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915" name="TextBox 914">
                    <a:extLst>
                      <a:ext uri="{FF2B5EF4-FFF2-40B4-BE49-F238E27FC236}">
                        <a16:creationId xmlns:a16="http://schemas.microsoft.com/office/drawing/2014/main" id="{FDB8613D-7D9A-C987-1C9F-CE00C51C5E7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7594" y="2312178"/>
                    <a:ext cx="679994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3_GABA</a:t>
                    </a:r>
                  </a:p>
                </p:txBody>
              </p:sp>
            </p:grpSp>
          </p:grpSp>
          <p:grpSp>
            <p:nvGrpSpPr>
              <p:cNvPr id="916" name="Graphic 593">
                <a:extLst>
                  <a:ext uri="{FF2B5EF4-FFF2-40B4-BE49-F238E27FC236}">
                    <a16:creationId xmlns:a16="http://schemas.microsoft.com/office/drawing/2014/main" id="{8D3760F1-A4B2-C355-B622-4FF30C097176}"/>
                  </a:ext>
                </a:extLst>
              </p:cNvPr>
              <p:cNvGrpSpPr/>
              <p:nvPr/>
            </p:nvGrpSpPr>
            <p:grpSpPr>
              <a:xfrm>
                <a:off x="4484951" y="2044085"/>
                <a:ext cx="1185539" cy="1190718"/>
                <a:chOff x="362720" y="3752714"/>
                <a:chExt cx="1185539" cy="1190718"/>
              </a:xfrm>
            </p:grpSpPr>
            <p:grpSp>
              <p:nvGrpSpPr>
                <p:cNvPr id="919" name="Graphic 593">
                  <a:extLst>
                    <a:ext uri="{FF2B5EF4-FFF2-40B4-BE49-F238E27FC236}">
                      <a16:creationId xmlns:a16="http://schemas.microsoft.com/office/drawing/2014/main" id="{A4F49285-A936-5B12-8451-2912ADA36682}"/>
                    </a:ext>
                  </a:extLst>
                </p:cNvPr>
                <p:cNvGrpSpPr/>
                <p:nvPr/>
              </p:nvGrpSpPr>
              <p:grpSpPr>
                <a:xfrm>
                  <a:off x="718404" y="4004792"/>
                  <a:ext cx="796562" cy="727469"/>
                  <a:chOff x="718404" y="4004792"/>
                  <a:chExt cx="796562" cy="727469"/>
                </a:xfrm>
              </p:grpSpPr>
              <p:sp>
                <p:nvSpPr>
                  <p:cNvPr id="920" name="Freeform 919">
                    <a:extLst>
                      <a:ext uri="{FF2B5EF4-FFF2-40B4-BE49-F238E27FC236}">
                        <a16:creationId xmlns:a16="http://schemas.microsoft.com/office/drawing/2014/main" id="{452F9240-DE03-DF07-3601-04EDD53E3879}"/>
                      </a:ext>
                    </a:extLst>
                  </p:cNvPr>
                  <p:cNvSpPr/>
                  <p:nvPr/>
                </p:nvSpPr>
                <p:spPr>
                  <a:xfrm>
                    <a:off x="733027" y="4054970"/>
                    <a:ext cx="781939" cy="677290"/>
                  </a:xfrm>
                  <a:custGeom>
                    <a:avLst/>
                    <a:gdLst>
                      <a:gd name="csX0" fmla="*/ 0 w 781939"/>
                      <a:gd name="csY0" fmla="*/ 0 h 677290"/>
                      <a:gd name="csX1" fmla="*/ 781939 w 781939"/>
                      <a:gd name="csY1" fmla="*/ 0 h 677290"/>
                      <a:gd name="csX2" fmla="*/ 781939 w 781939"/>
                      <a:gd name="csY2" fmla="*/ 677291 h 677290"/>
                      <a:gd name="csX3" fmla="*/ 0 w 781939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81939" h="677290">
                        <a:moveTo>
                          <a:pt x="0" y="0"/>
                        </a:moveTo>
                        <a:lnTo>
                          <a:pt x="781939" y="0"/>
                        </a:lnTo>
                        <a:lnTo>
                          <a:pt x="781939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1" name="Freeform 920">
                    <a:extLst>
                      <a:ext uri="{FF2B5EF4-FFF2-40B4-BE49-F238E27FC236}">
                        <a16:creationId xmlns:a16="http://schemas.microsoft.com/office/drawing/2014/main" id="{8F040537-FF24-5F4E-F0B0-1EE0118E783E}"/>
                      </a:ext>
                    </a:extLst>
                  </p:cNvPr>
                  <p:cNvSpPr/>
                  <p:nvPr/>
                </p:nvSpPr>
                <p:spPr>
                  <a:xfrm>
                    <a:off x="778112" y="4428858"/>
                    <a:ext cx="90170" cy="303276"/>
                  </a:xfrm>
                  <a:custGeom>
                    <a:avLst/>
                    <a:gdLst>
                      <a:gd name="csX0" fmla="*/ 0 w 90170"/>
                      <a:gd name="csY0" fmla="*/ 0 h 303276"/>
                      <a:gd name="csX1" fmla="*/ 90170 w 90170"/>
                      <a:gd name="csY1" fmla="*/ 0 h 303276"/>
                      <a:gd name="csX2" fmla="*/ 90170 w 90170"/>
                      <a:gd name="csY2" fmla="*/ 303276 h 303276"/>
                      <a:gd name="csX3" fmla="*/ 0 w 90170"/>
                      <a:gd name="csY3" fmla="*/ 303276 h 3032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303276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03276"/>
                        </a:lnTo>
                        <a:lnTo>
                          <a:pt x="0" y="303276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2" name="Freeform 921">
                    <a:extLst>
                      <a:ext uri="{FF2B5EF4-FFF2-40B4-BE49-F238E27FC236}">
                        <a16:creationId xmlns:a16="http://schemas.microsoft.com/office/drawing/2014/main" id="{D7EAF1CC-D67F-E541-557C-2B75929163C5}"/>
                      </a:ext>
                    </a:extLst>
                  </p:cNvPr>
                  <p:cNvSpPr/>
                  <p:nvPr/>
                </p:nvSpPr>
                <p:spPr>
                  <a:xfrm>
                    <a:off x="928480" y="4476737"/>
                    <a:ext cx="90170" cy="255397"/>
                  </a:xfrm>
                  <a:custGeom>
                    <a:avLst/>
                    <a:gdLst>
                      <a:gd name="csX0" fmla="*/ 0 w 90170"/>
                      <a:gd name="csY0" fmla="*/ 0 h 255397"/>
                      <a:gd name="csX1" fmla="*/ 90170 w 90170"/>
                      <a:gd name="csY1" fmla="*/ 0 h 255397"/>
                      <a:gd name="csX2" fmla="*/ 90170 w 90170"/>
                      <a:gd name="csY2" fmla="*/ 255397 h 255397"/>
                      <a:gd name="csX3" fmla="*/ 0 w 90170"/>
                      <a:gd name="csY3" fmla="*/ 255397 h 2553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255397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55397"/>
                        </a:lnTo>
                        <a:lnTo>
                          <a:pt x="0" y="255397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3" name="Freeform 922">
                    <a:extLst>
                      <a:ext uri="{FF2B5EF4-FFF2-40B4-BE49-F238E27FC236}">
                        <a16:creationId xmlns:a16="http://schemas.microsoft.com/office/drawing/2014/main" id="{E3C1963A-33E5-429F-858F-CFDDBC22765D}"/>
                      </a:ext>
                    </a:extLst>
                  </p:cNvPr>
                  <p:cNvSpPr/>
                  <p:nvPr/>
                </p:nvSpPr>
                <p:spPr>
                  <a:xfrm>
                    <a:off x="1078848" y="4530712"/>
                    <a:ext cx="90169" cy="201549"/>
                  </a:xfrm>
                  <a:custGeom>
                    <a:avLst/>
                    <a:gdLst>
                      <a:gd name="csX0" fmla="*/ 0 w 90169"/>
                      <a:gd name="csY0" fmla="*/ 0 h 201549"/>
                      <a:gd name="csX1" fmla="*/ 90170 w 90169"/>
                      <a:gd name="csY1" fmla="*/ 0 h 201549"/>
                      <a:gd name="csX2" fmla="*/ 90170 w 90169"/>
                      <a:gd name="csY2" fmla="*/ 201549 h 201549"/>
                      <a:gd name="csX3" fmla="*/ 0 w 90169"/>
                      <a:gd name="csY3" fmla="*/ 201549 h 20154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01549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01549"/>
                        </a:lnTo>
                        <a:lnTo>
                          <a:pt x="0" y="201549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4" name="Freeform 923">
                    <a:extLst>
                      <a:ext uri="{FF2B5EF4-FFF2-40B4-BE49-F238E27FC236}">
                        <a16:creationId xmlns:a16="http://schemas.microsoft.com/office/drawing/2014/main" id="{4B528268-1AD3-5715-434E-F66FA348F87F}"/>
                      </a:ext>
                    </a:extLst>
                  </p:cNvPr>
                  <p:cNvSpPr/>
                  <p:nvPr/>
                </p:nvSpPr>
                <p:spPr>
                  <a:xfrm>
                    <a:off x="1229216" y="4448543"/>
                    <a:ext cx="90169" cy="283591"/>
                  </a:xfrm>
                  <a:custGeom>
                    <a:avLst/>
                    <a:gdLst>
                      <a:gd name="csX0" fmla="*/ 0 w 90169"/>
                      <a:gd name="csY0" fmla="*/ 0 h 283591"/>
                      <a:gd name="csX1" fmla="*/ 90170 w 90169"/>
                      <a:gd name="csY1" fmla="*/ 0 h 283591"/>
                      <a:gd name="csX2" fmla="*/ 90170 w 90169"/>
                      <a:gd name="csY2" fmla="*/ 283591 h 283591"/>
                      <a:gd name="csX3" fmla="*/ 0 w 90169"/>
                      <a:gd name="csY3" fmla="*/ 283591 h 28359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83591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83591"/>
                        </a:lnTo>
                        <a:lnTo>
                          <a:pt x="0" y="283591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5" name="Freeform 924">
                    <a:extLst>
                      <a:ext uri="{FF2B5EF4-FFF2-40B4-BE49-F238E27FC236}">
                        <a16:creationId xmlns:a16="http://schemas.microsoft.com/office/drawing/2014/main" id="{85304705-F51C-E5FA-12E6-46A32CF431E1}"/>
                      </a:ext>
                    </a:extLst>
                  </p:cNvPr>
                  <p:cNvSpPr/>
                  <p:nvPr/>
                </p:nvSpPr>
                <p:spPr>
                  <a:xfrm>
                    <a:off x="1379584" y="4445495"/>
                    <a:ext cx="90169" cy="286765"/>
                  </a:xfrm>
                  <a:custGeom>
                    <a:avLst/>
                    <a:gdLst>
                      <a:gd name="csX0" fmla="*/ 0 w 90169"/>
                      <a:gd name="csY0" fmla="*/ 0 h 286765"/>
                      <a:gd name="csX1" fmla="*/ 90170 w 90169"/>
                      <a:gd name="csY1" fmla="*/ 0 h 286765"/>
                      <a:gd name="csX2" fmla="*/ 90170 w 90169"/>
                      <a:gd name="csY2" fmla="*/ 286766 h 286765"/>
                      <a:gd name="csX3" fmla="*/ 0 w 90169"/>
                      <a:gd name="csY3" fmla="*/ 286766 h 28676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86765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86766"/>
                        </a:lnTo>
                        <a:lnTo>
                          <a:pt x="0" y="286766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6" name="Freeform 925">
                    <a:extLst>
                      <a:ext uri="{FF2B5EF4-FFF2-40B4-BE49-F238E27FC236}">
                        <a16:creationId xmlns:a16="http://schemas.microsoft.com/office/drawing/2014/main" id="{3DD07C64-BA2B-F722-3807-2A62A5865440}"/>
                      </a:ext>
                    </a:extLst>
                  </p:cNvPr>
                  <p:cNvSpPr/>
                  <p:nvPr/>
                </p:nvSpPr>
                <p:spPr>
                  <a:xfrm>
                    <a:off x="793097" y="4397489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7" name="Freeform 926">
                    <a:extLst>
                      <a:ext uri="{FF2B5EF4-FFF2-40B4-BE49-F238E27FC236}">
                        <a16:creationId xmlns:a16="http://schemas.microsoft.com/office/drawing/2014/main" id="{3F4259D9-877C-4C49-CC36-864CA16E3748}"/>
                      </a:ext>
                    </a:extLst>
                  </p:cNvPr>
                  <p:cNvSpPr/>
                  <p:nvPr/>
                </p:nvSpPr>
                <p:spPr>
                  <a:xfrm>
                    <a:off x="823197" y="4397489"/>
                    <a:ext cx="12700" cy="62864"/>
                  </a:xfrm>
                  <a:custGeom>
                    <a:avLst/>
                    <a:gdLst>
                      <a:gd name="csX0" fmla="*/ 0 w 12700"/>
                      <a:gd name="csY0" fmla="*/ 0 h 62864"/>
                      <a:gd name="csX1" fmla="*/ 0 w 12700"/>
                      <a:gd name="csY1" fmla="*/ 62865 h 6286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2864">
                        <a:moveTo>
                          <a:pt x="0" y="0"/>
                        </a:moveTo>
                        <a:lnTo>
                          <a:pt x="0" y="6286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8" name="Freeform 927">
                    <a:extLst>
                      <a:ext uri="{FF2B5EF4-FFF2-40B4-BE49-F238E27FC236}">
                        <a16:creationId xmlns:a16="http://schemas.microsoft.com/office/drawing/2014/main" id="{30465822-4991-65F8-B7C1-15BC18AD3135}"/>
                      </a:ext>
                    </a:extLst>
                  </p:cNvPr>
                  <p:cNvSpPr/>
                  <p:nvPr/>
                </p:nvSpPr>
                <p:spPr>
                  <a:xfrm>
                    <a:off x="793097" y="4460353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29" name="Freeform 928">
                    <a:extLst>
                      <a:ext uri="{FF2B5EF4-FFF2-40B4-BE49-F238E27FC236}">
                        <a16:creationId xmlns:a16="http://schemas.microsoft.com/office/drawing/2014/main" id="{4FF1A7FF-2110-6AB3-B6A9-1FCD4961A2AC}"/>
                      </a:ext>
                    </a:extLst>
                  </p:cNvPr>
                  <p:cNvSpPr/>
                  <p:nvPr/>
                </p:nvSpPr>
                <p:spPr>
                  <a:xfrm>
                    <a:off x="943465" y="4427968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0" name="Freeform 929">
                    <a:extLst>
                      <a:ext uri="{FF2B5EF4-FFF2-40B4-BE49-F238E27FC236}">
                        <a16:creationId xmlns:a16="http://schemas.microsoft.com/office/drawing/2014/main" id="{2A09665D-B964-DC35-4832-6646FD066633}"/>
                      </a:ext>
                    </a:extLst>
                  </p:cNvPr>
                  <p:cNvSpPr/>
                  <p:nvPr/>
                </p:nvSpPr>
                <p:spPr>
                  <a:xfrm>
                    <a:off x="973565" y="4427968"/>
                    <a:ext cx="12700" cy="97663"/>
                  </a:xfrm>
                  <a:custGeom>
                    <a:avLst/>
                    <a:gdLst>
                      <a:gd name="csX0" fmla="*/ 0 w 12700"/>
                      <a:gd name="csY0" fmla="*/ 0 h 97663"/>
                      <a:gd name="csX1" fmla="*/ 0 w 12700"/>
                      <a:gd name="csY1" fmla="*/ 97663 h 976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97663">
                        <a:moveTo>
                          <a:pt x="0" y="0"/>
                        </a:moveTo>
                        <a:lnTo>
                          <a:pt x="0" y="9766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1" name="Freeform 930">
                    <a:extLst>
                      <a:ext uri="{FF2B5EF4-FFF2-40B4-BE49-F238E27FC236}">
                        <a16:creationId xmlns:a16="http://schemas.microsoft.com/office/drawing/2014/main" id="{1FBAA5C7-01DF-A82D-3D72-238B7D32913F}"/>
                      </a:ext>
                    </a:extLst>
                  </p:cNvPr>
                  <p:cNvSpPr/>
                  <p:nvPr/>
                </p:nvSpPr>
                <p:spPr>
                  <a:xfrm>
                    <a:off x="943465" y="4525632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2" name="Freeform 931">
                    <a:extLst>
                      <a:ext uri="{FF2B5EF4-FFF2-40B4-BE49-F238E27FC236}">
                        <a16:creationId xmlns:a16="http://schemas.microsoft.com/office/drawing/2014/main" id="{901313F7-2923-F0B0-0FAD-340E60A2CD8D}"/>
                      </a:ext>
                    </a:extLst>
                  </p:cNvPr>
                  <p:cNvSpPr/>
                  <p:nvPr/>
                </p:nvSpPr>
                <p:spPr>
                  <a:xfrm>
                    <a:off x="1093834" y="4528045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3" name="Freeform 932">
                    <a:extLst>
                      <a:ext uri="{FF2B5EF4-FFF2-40B4-BE49-F238E27FC236}">
                        <a16:creationId xmlns:a16="http://schemas.microsoft.com/office/drawing/2014/main" id="{2D5C4169-7B0E-A839-2A23-852302B57125}"/>
                      </a:ext>
                    </a:extLst>
                  </p:cNvPr>
                  <p:cNvSpPr/>
                  <p:nvPr/>
                </p:nvSpPr>
                <p:spPr>
                  <a:xfrm>
                    <a:off x="1123932" y="4528045"/>
                    <a:ext cx="12700" cy="5206"/>
                  </a:xfrm>
                  <a:custGeom>
                    <a:avLst/>
                    <a:gdLst>
                      <a:gd name="csX0" fmla="*/ 0 w 12700"/>
                      <a:gd name="csY0" fmla="*/ 0 h 5206"/>
                      <a:gd name="csX1" fmla="*/ 0 w 12700"/>
                      <a:gd name="csY1" fmla="*/ 5207 h 520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5206">
                        <a:moveTo>
                          <a:pt x="0" y="0"/>
                        </a:moveTo>
                        <a:lnTo>
                          <a:pt x="0" y="520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4" name="Freeform 933">
                    <a:extLst>
                      <a:ext uri="{FF2B5EF4-FFF2-40B4-BE49-F238E27FC236}">
                        <a16:creationId xmlns:a16="http://schemas.microsoft.com/office/drawing/2014/main" id="{AAACD76F-EA6F-43EF-9AAE-A9D21B8A2B59}"/>
                      </a:ext>
                    </a:extLst>
                  </p:cNvPr>
                  <p:cNvSpPr/>
                  <p:nvPr/>
                </p:nvSpPr>
                <p:spPr>
                  <a:xfrm>
                    <a:off x="1093834" y="4533252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5" name="Freeform 934">
                    <a:extLst>
                      <a:ext uri="{FF2B5EF4-FFF2-40B4-BE49-F238E27FC236}">
                        <a16:creationId xmlns:a16="http://schemas.microsoft.com/office/drawing/2014/main" id="{07693AA0-8370-F096-5E0B-141411845AD7}"/>
                      </a:ext>
                    </a:extLst>
                  </p:cNvPr>
                  <p:cNvSpPr/>
                  <p:nvPr/>
                </p:nvSpPr>
                <p:spPr>
                  <a:xfrm>
                    <a:off x="1394570" y="4406886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6" name="Freeform 935">
                    <a:extLst>
                      <a:ext uri="{FF2B5EF4-FFF2-40B4-BE49-F238E27FC236}">
                        <a16:creationId xmlns:a16="http://schemas.microsoft.com/office/drawing/2014/main" id="{F01542BE-C307-8A9F-F360-10AE6A04EAC1}"/>
                      </a:ext>
                    </a:extLst>
                  </p:cNvPr>
                  <p:cNvSpPr/>
                  <p:nvPr/>
                </p:nvSpPr>
                <p:spPr>
                  <a:xfrm>
                    <a:off x="1424668" y="4406886"/>
                    <a:ext cx="12700" cy="77088"/>
                  </a:xfrm>
                  <a:custGeom>
                    <a:avLst/>
                    <a:gdLst>
                      <a:gd name="csX0" fmla="*/ 0 w 12700"/>
                      <a:gd name="csY0" fmla="*/ 0 h 77088"/>
                      <a:gd name="csX1" fmla="*/ 0 w 12700"/>
                      <a:gd name="csY1" fmla="*/ 77089 h 7708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7088">
                        <a:moveTo>
                          <a:pt x="0" y="0"/>
                        </a:moveTo>
                        <a:lnTo>
                          <a:pt x="0" y="7708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7" name="Freeform 936">
                    <a:extLst>
                      <a:ext uri="{FF2B5EF4-FFF2-40B4-BE49-F238E27FC236}">
                        <a16:creationId xmlns:a16="http://schemas.microsoft.com/office/drawing/2014/main" id="{00616766-82A9-952A-BE62-6853FCBE1DBB}"/>
                      </a:ext>
                    </a:extLst>
                  </p:cNvPr>
                  <p:cNvSpPr/>
                  <p:nvPr/>
                </p:nvSpPr>
                <p:spPr>
                  <a:xfrm>
                    <a:off x="1394570" y="4483975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8" name="Freeform 937">
                    <a:extLst>
                      <a:ext uri="{FF2B5EF4-FFF2-40B4-BE49-F238E27FC236}">
                        <a16:creationId xmlns:a16="http://schemas.microsoft.com/office/drawing/2014/main" id="{417511F8-742F-2DC9-24D3-20AA3485D086}"/>
                      </a:ext>
                    </a:extLst>
                  </p:cNvPr>
                  <p:cNvSpPr/>
                  <p:nvPr/>
                </p:nvSpPr>
                <p:spPr>
                  <a:xfrm>
                    <a:off x="1118345" y="451039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39" name="Freeform 938">
                    <a:extLst>
                      <a:ext uri="{FF2B5EF4-FFF2-40B4-BE49-F238E27FC236}">
                        <a16:creationId xmlns:a16="http://schemas.microsoft.com/office/drawing/2014/main" id="{EE4A4130-CFFB-E09F-51E2-12864B62F368}"/>
                      </a:ext>
                    </a:extLst>
                  </p:cNvPr>
                  <p:cNvSpPr/>
                  <p:nvPr/>
                </p:nvSpPr>
                <p:spPr>
                  <a:xfrm>
                    <a:off x="968612" y="431938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0" name="Freeform 939">
                    <a:extLst>
                      <a:ext uri="{FF2B5EF4-FFF2-40B4-BE49-F238E27FC236}">
                        <a16:creationId xmlns:a16="http://schemas.microsoft.com/office/drawing/2014/main" id="{DD2455D3-2818-FD6C-268D-6F22C380B651}"/>
                      </a:ext>
                    </a:extLst>
                  </p:cNvPr>
                  <p:cNvSpPr/>
                  <p:nvPr/>
                </p:nvSpPr>
                <p:spPr>
                  <a:xfrm>
                    <a:off x="949054" y="45338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1" name="Freeform 940">
                    <a:extLst>
                      <a:ext uri="{FF2B5EF4-FFF2-40B4-BE49-F238E27FC236}">
                        <a16:creationId xmlns:a16="http://schemas.microsoft.com/office/drawing/2014/main" id="{9FB5110D-6673-FA21-BC6B-005819FD77D6}"/>
                      </a:ext>
                    </a:extLst>
                  </p:cNvPr>
                  <p:cNvSpPr/>
                  <p:nvPr/>
                </p:nvSpPr>
                <p:spPr>
                  <a:xfrm>
                    <a:off x="1416541" y="451432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2" name="Freeform 941">
                    <a:extLst>
                      <a:ext uri="{FF2B5EF4-FFF2-40B4-BE49-F238E27FC236}">
                        <a16:creationId xmlns:a16="http://schemas.microsoft.com/office/drawing/2014/main" id="{D9A95464-9418-0EFE-7C01-1B919D0DCEA4}"/>
                      </a:ext>
                    </a:extLst>
                  </p:cNvPr>
                  <p:cNvSpPr/>
                  <p:nvPr/>
                </p:nvSpPr>
                <p:spPr>
                  <a:xfrm>
                    <a:off x="809354" y="442581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3" name="Freeform 942">
                    <a:extLst>
                      <a:ext uri="{FF2B5EF4-FFF2-40B4-BE49-F238E27FC236}">
                        <a16:creationId xmlns:a16="http://schemas.microsoft.com/office/drawing/2014/main" id="{B00CD001-AF37-54B2-B5C7-56A4DD71C59A}"/>
                      </a:ext>
                    </a:extLst>
                  </p:cNvPr>
                  <p:cNvSpPr/>
                  <p:nvPr/>
                </p:nvSpPr>
                <p:spPr>
                  <a:xfrm>
                    <a:off x="1407143" y="447838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4" name="Freeform 943">
                    <a:extLst>
                      <a:ext uri="{FF2B5EF4-FFF2-40B4-BE49-F238E27FC236}">
                        <a16:creationId xmlns:a16="http://schemas.microsoft.com/office/drawing/2014/main" id="{C32AAAD1-8EAA-1C6C-094C-5B18AD4829AC}"/>
                      </a:ext>
                    </a:extLst>
                  </p:cNvPr>
                  <p:cNvSpPr/>
                  <p:nvPr/>
                </p:nvSpPr>
                <p:spPr>
                  <a:xfrm>
                    <a:off x="812275" y="442682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5" name="Freeform 944">
                    <a:extLst>
                      <a:ext uri="{FF2B5EF4-FFF2-40B4-BE49-F238E27FC236}">
                        <a16:creationId xmlns:a16="http://schemas.microsoft.com/office/drawing/2014/main" id="{42E701FE-33EA-569D-CB80-2C654B6B2BA0}"/>
                      </a:ext>
                    </a:extLst>
                  </p:cNvPr>
                  <p:cNvSpPr/>
                  <p:nvPr/>
                </p:nvSpPr>
                <p:spPr>
                  <a:xfrm>
                    <a:off x="1395586" y="429093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6" name="Freeform 945">
                    <a:extLst>
                      <a:ext uri="{FF2B5EF4-FFF2-40B4-BE49-F238E27FC236}">
                        <a16:creationId xmlns:a16="http://schemas.microsoft.com/office/drawing/2014/main" id="{A69FFBDF-AD2D-6C24-4B43-33A53BECF424}"/>
                      </a:ext>
                    </a:extLst>
                  </p:cNvPr>
                  <p:cNvSpPr/>
                  <p:nvPr/>
                </p:nvSpPr>
                <p:spPr>
                  <a:xfrm>
                    <a:off x="809862" y="440968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7" name="Freeform 946">
                    <a:extLst>
                      <a:ext uri="{FF2B5EF4-FFF2-40B4-BE49-F238E27FC236}">
                        <a16:creationId xmlns:a16="http://schemas.microsoft.com/office/drawing/2014/main" id="{C531BD3B-DFFF-F8A4-27DD-4D95859DC198}"/>
                      </a:ext>
                    </a:extLst>
                  </p:cNvPr>
                  <p:cNvSpPr/>
                  <p:nvPr/>
                </p:nvSpPr>
                <p:spPr>
                  <a:xfrm>
                    <a:off x="1412731" y="44039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8" name="Freeform 947">
                    <a:extLst>
                      <a:ext uri="{FF2B5EF4-FFF2-40B4-BE49-F238E27FC236}">
                        <a16:creationId xmlns:a16="http://schemas.microsoft.com/office/drawing/2014/main" id="{472CBF43-7730-2620-B4DF-0229548459BF}"/>
                      </a:ext>
                    </a:extLst>
                  </p:cNvPr>
                  <p:cNvSpPr/>
                  <p:nvPr/>
                </p:nvSpPr>
                <p:spPr>
                  <a:xfrm>
                    <a:off x="803893" y="445844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49" name="Freeform 948">
                    <a:extLst>
                      <a:ext uri="{FF2B5EF4-FFF2-40B4-BE49-F238E27FC236}">
                        <a16:creationId xmlns:a16="http://schemas.microsoft.com/office/drawing/2014/main" id="{7E03B8F8-CD75-1A95-AC1F-7358A0BAF6B3}"/>
                      </a:ext>
                    </a:extLst>
                  </p:cNvPr>
                  <p:cNvSpPr/>
                  <p:nvPr/>
                </p:nvSpPr>
                <p:spPr>
                  <a:xfrm>
                    <a:off x="1413239" y="452575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0" name="Freeform 949">
                    <a:extLst>
                      <a:ext uri="{FF2B5EF4-FFF2-40B4-BE49-F238E27FC236}">
                        <a16:creationId xmlns:a16="http://schemas.microsoft.com/office/drawing/2014/main" id="{C29C4BF9-3B3F-B12C-0562-E555A2781687}"/>
                      </a:ext>
                    </a:extLst>
                  </p:cNvPr>
                  <p:cNvSpPr/>
                  <p:nvPr/>
                </p:nvSpPr>
                <p:spPr>
                  <a:xfrm>
                    <a:off x="818244" y="448029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1" name="Freeform 950">
                    <a:extLst>
                      <a:ext uri="{FF2B5EF4-FFF2-40B4-BE49-F238E27FC236}">
                        <a16:creationId xmlns:a16="http://schemas.microsoft.com/office/drawing/2014/main" id="{3C682AB5-744B-33C0-A974-D9DD8E2BA19A}"/>
                      </a:ext>
                    </a:extLst>
                  </p:cNvPr>
                  <p:cNvSpPr/>
                  <p:nvPr/>
                </p:nvSpPr>
                <p:spPr>
                  <a:xfrm>
                    <a:off x="948165" y="463243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2" name="Freeform 951">
                    <a:extLst>
                      <a:ext uri="{FF2B5EF4-FFF2-40B4-BE49-F238E27FC236}">
                        <a16:creationId xmlns:a16="http://schemas.microsoft.com/office/drawing/2014/main" id="{2C228EE6-16BF-6704-5DF9-DC7E3DE76718}"/>
                      </a:ext>
                    </a:extLst>
                  </p:cNvPr>
                  <p:cNvSpPr/>
                  <p:nvPr/>
                </p:nvSpPr>
                <p:spPr>
                  <a:xfrm>
                    <a:off x="1405492" y="435126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3" name="Freeform 952">
                    <a:extLst>
                      <a:ext uri="{FF2B5EF4-FFF2-40B4-BE49-F238E27FC236}">
                        <a16:creationId xmlns:a16="http://schemas.microsoft.com/office/drawing/2014/main" id="{4E83B64F-CD00-1DF3-8D0E-43E41D8A4E16}"/>
                      </a:ext>
                    </a:extLst>
                  </p:cNvPr>
                  <p:cNvSpPr/>
                  <p:nvPr/>
                </p:nvSpPr>
                <p:spPr>
                  <a:xfrm>
                    <a:off x="818371" y="426325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4" name="Freeform 953">
                    <a:extLst>
                      <a:ext uri="{FF2B5EF4-FFF2-40B4-BE49-F238E27FC236}">
                        <a16:creationId xmlns:a16="http://schemas.microsoft.com/office/drawing/2014/main" id="{B362111C-83F5-2EED-3020-3F33025D4430}"/>
                      </a:ext>
                    </a:extLst>
                  </p:cNvPr>
                  <p:cNvSpPr/>
                  <p:nvPr/>
                </p:nvSpPr>
                <p:spPr>
                  <a:xfrm>
                    <a:off x="1120250" y="45155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5" name="Freeform 954">
                    <a:extLst>
                      <a:ext uri="{FF2B5EF4-FFF2-40B4-BE49-F238E27FC236}">
                        <a16:creationId xmlns:a16="http://schemas.microsoft.com/office/drawing/2014/main" id="{91A1245E-17E2-4110-03E3-08F2D3CA0F87}"/>
                      </a:ext>
                    </a:extLst>
                  </p:cNvPr>
                  <p:cNvSpPr/>
                  <p:nvPr/>
                </p:nvSpPr>
                <p:spPr>
                  <a:xfrm>
                    <a:off x="943974" y="433627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6" name="Freeform 955">
                    <a:extLst>
                      <a:ext uri="{FF2B5EF4-FFF2-40B4-BE49-F238E27FC236}">
                        <a16:creationId xmlns:a16="http://schemas.microsoft.com/office/drawing/2014/main" id="{1494B52B-338B-3B1D-5D81-A68172A41600}"/>
                      </a:ext>
                    </a:extLst>
                  </p:cNvPr>
                  <p:cNvSpPr/>
                  <p:nvPr/>
                </p:nvSpPr>
                <p:spPr>
                  <a:xfrm>
                    <a:off x="1255505" y="443038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7" name="Freeform 956">
                    <a:extLst>
                      <a:ext uri="{FF2B5EF4-FFF2-40B4-BE49-F238E27FC236}">
                        <a16:creationId xmlns:a16="http://schemas.microsoft.com/office/drawing/2014/main" id="{A0DDA10E-6321-E11D-C745-BE56B1E166E3}"/>
                      </a:ext>
                    </a:extLst>
                  </p:cNvPr>
                  <p:cNvSpPr/>
                  <p:nvPr/>
                </p:nvSpPr>
                <p:spPr>
                  <a:xfrm>
                    <a:off x="957309" y="443673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8" name="Freeform 957">
                    <a:extLst>
                      <a:ext uri="{FF2B5EF4-FFF2-40B4-BE49-F238E27FC236}">
                        <a16:creationId xmlns:a16="http://schemas.microsoft.com/office/drawing/2014/main" id="{E3A5899E-7FB7-646A-9BCC-C6B561D3F98D}"/>
                      </a:ext>
                    </a:extLst>
                  </p:cNvPr>
                  <p:cNvSpPr/>
                  <p:nvPr/>
                </p:nvSpPr>
                <p:spPr>
                  <a:xfrm>
                    <a:off x="967723" y="449299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59" name="TextBox 958">
                    <a:extLst>
                      <a:ext uri="{FF2B5EF4-FFF2-40B4-BE49-F238E27FC236}">
                        <a16:creationId xmlns:a16="http://schemas.microsoft.com/office/drawing/2014/main" id="{30F9CCB8-FD9C-E101-306C-9A63D3F0BCEB}"/>
                      </a:ext>
                    </a:extLst>
                  </p:cNvPr>
                  <p:cNvSpPr txBox="1"/>
                  <p:nvPr/>
                </p:nvSpPr>
                <p:spPr>
                  <a:xfrm>
                    <a:off x="718404" y="4062678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960" name="Freeform 959">
                    <a:extLst>
                      <a:ext uri="{FF2B5EF4-FFF2-40B4-BE49-F238E27FC236}">
                        <a16:creationId xmlns:a16="http://schemas.microsoft.com/office/drawing/2014/main" id="{E240F120-CF8F-D167-3678-B8A3C5D4D864}"/>
                      </a:ext>
                    </a:extLst>
                  </p:cNvPr>
                  <p:cNvSpPr/>
                  <p:nvPr/>
                </p:nvSpPr>
                <p:spPr>
                  <a:xfrm>
                    <a:off x="823197" y="4235564"/>
                    <a:ext cx="135254" cy="12700"/>
                  </a:xfrm>
                  <a:custGeom>
                    <a:avLst/>
                    <a:gdLst>
                      <a:gd name="csX0" fmla="*/ 0 w 135254"/>
                      <a:gd name="csY0" fmla="*/ 0 h 12700"/>
                      <a:gd name="csX1" fmla="*/ 135255 w 13525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35254" h="12700">
                        <a:moveTo>
                          <a:pt x="0" y="0"/>
                        </a:moveTo>
                        <a:lnTo>
                          <a:pt x="13525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61" name="TextBox 960">
                    <a:extLst>
                      <a:ext uri="{FF2B5EF4-FFF2-40B4-BE49-F238E27FC236}">
                        <a16:creationId xmlns:a16="http://schemas.microsoft.com/office/drawing/2014/main" id="{36E11660-5CF0-1D95-5413-DA498A70C424}"/>
                      </a:ext>
                    </a:extLst>
                  </p:cNvPr>
                  <p:cNvSpPr txBox="1"/>
                  <p:nvPr/>
                </p:nvSpPr>
                <p:spPr>
                  <a:xfrm>
                    <a:off x="1034126" y="4062678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962" name="Freeform 961">
                    <a:extLst>
                      <a:ext uri="{FF2B5EF4-FFF2-40B4-BE49-F238E27FC236}">
                        <a16:creationId xmlns:a16="http://schemas.microsoft.com/office/drawing/2014/main" id="{C9C91BAF-5142-5579-D955-B9697506834E}"/>
                      </a:ext>
                    </a:extLst>
                  </p:cNvPr>
                  <p:cNvSpPr/>
                  <p:nvPr/>
                </p:nvSpPr>
                <p:spPr>
                  <a:xfrm>
                    <a:off x="988551" y="4235564"/>
                    <a:ext cx="436118" cy="12700"/>
                  </a:xfrm>
                  <a:custGeom>
                    <a:avLst/>
                    <a:gdLst>
                      <a:gd name="csX0" fmla="*/ 0 w 436118"/>
                      <a:gd name="csY0" fmla="*/ 0 h 12700"/>
                      <a:gd name="csX1" fmla="*/ 436118 w 43611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36118" h="12700">
                        <a:moveTo>
                          <a:pt x="0" y="0"/>
                        </a:moveTo>
                        <a:lnTo>
                          <a:pt x="436118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63" name="TextBox 962">
                    <a:extLst>
                      <a:ext uri="{FF2B5EF4-FFF2-40B4-BE49-F238E27FC236}">
                        <a16:creationId xmlns:a16="http://schemas.microsoft.com/office/drawing/2014/main" id="{FC7713A8-9C01-2D60-FDCC-76C8873960FE}"/>
                      </a:ext>
                    </a:extLst>
                  </p:cNvPr>
                  <p:cNvSpPr txBox="1"/>
                  <p:nvPr/>
                </p:nvSpPr>
                <p:spPr>
                  <a:xfrm>
                    <a:off x="898551" y="4004792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0.799</a:t>
                    </a:r>
                  </a:p>
                </p:txBody>
              </p:sp>
              <p:sp>
                <p:nvSpPr>
                  <p:cNvPr id="964" name="Freeform 963">
                    <a:extLst>
                      <a:ext uri="{FF2B5EF4-FFF2-40B4-BE49-F238E27FC236}">
                        <a16:creationId xmlns:a16="http://schemas.microsoft.com/office/drawing/2014/main" id="{F67E496B-A39B-A48B-055D-5ACEA0749F5D}"/>
                      </a:ext>
                    </a:extLst>
                  </p:cNvPr>
                  <p:cNvSpPr/>
                  <p:nvPr/>
                </p:nvSpPr>
                <p:spPr>
                  <a:xfrm>
                    <a:off x="823197" y="4122661"/>
                    <a:ext cx="601472" cy="12700"/>
                  </a:xfrm>
                  <a:custGeom>
                    <a:avLst/>
                    <a:gdLst>
                      <a:gd name="csX0" fmla="*/ 0 w 601472"/>
                      <a:gd name="csY0" fmla="*/ 0 h 12700"/>
                      <a:gd name="csX1" fmla="*/ 601472 w 60147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472" h="12700">
                        <a:moveTo>
                          <a:pt x="0" y="0"/>
                        </a:moveTo>
                        <a:lnTo>
                          <a:pt x="60147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965" name="Graphic 593">
                  <a:extLst>
                    <a:ext uri="{FF2B5EF4-FFF2-40B4-BE49-F238E27FC236}">
                      <a16:creationId xmlns:a16="http://schemas.microsoft.com/office/drawing/2014/main" id="{3AD0A8C5-9163-D91F-8A42-50B9F222E691}"/>
                    </a:ext>
                  </a:extLst>
                </p:cNvPr>
                <p:cNvGrpSpPr/>
                <p:nvPr/>
              </p:nvGrpSpPr>
              <p:grpSpPr>
                <a:xfrm>
                  <a:off x="362720" y="3752714"/>
                  <a:ext cx="1185539" cy="1190718"/>
                  <a:chOff x="362720" y="3752714"/>
                  <a:chExt cx="1185539" cy="1190718"/>
                </a:xfrm>
              </p:grpSpPr>
              <p:sp>
                <p:nvSpPr>
                  <p:cNvPr id="966" name="Freeform 965">
                    <a:extLst>
                      <a:ext uri="{FF2B5EF4-FFF2-40B4-BE49-F238E27FC236}">
                        <a16:creationId xmlns:a16="http://schemas.microsoft.com/office/drawing/2014/main" id="{03F0B895-11DA-631B-2D06-EAD5A69A1191}"/>
                      </a:ext>
                    </a:extLst>
                  </p:cNvPr>
                  <p:cNvSpPr/>
                  <p:nvPr/>
                </p:nvSpPr>
                <p:spPr>
                  <a:xfrm>
                    <a:off x="733026" y="4054970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E3456528-3B1F-C3DD-6E0A-A1B4BA0BCE45}"/>
                      </a:ext>
                    </a:extLst>
                  </p:cNvPr>
                  <p:cNvSpPr txBox="1"/>
                  <p:nvPr/>
                </p:nvSpPr>
                <p:spPr>
                  <a:xfrm>
                    <a:off x="422651" y="462524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550645B4-05AB-645F-A584-C7F84F22826F}"/>
                      </a:ext>
                    </a:extLst>
                  </p:cNvPr>
                  <p:cNvSpPr txBox="1"/>
                  <p:nvPr/>
                </p:nvSpPr>
                <p:spPr>
                  <a:xfrm>
                    <a:off x="422651" y="437759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5%</a:t>
                    </a:r>
                  </a:p>
                </p:txBody>
              </p:sp>
              <p:sp>
                <p:nvSpPr>
                  <p:cNvPr id="969" name="TextBox 968">
                    <a:extLst>
                      <a:ext uri="{FF2B5EF4-FFF2-40B4-BE49-F238E27FC236}">
                        <a16:creationId xmlns:a16="http://schemas.microsoft.com/office/drawing/2014/main" id="{C9A88949-9198-D11B-792F-1BF7C6D431F5}"/>
                      </a:ext>
                    </a:extLst>
                  </p:cNvPr>
                  <p:cNvSpPr txBox="1"/>
                  <p:nvPr/>
                </p:nvSpPr>
                <p:spPr>
                  <a:xfrm>
                    <a:off x="362720" y="4129818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10%</a:t>
                    </a:r>
                  </a:p>
                </p:txBody>
              </p:sp>
              <p:sp>
                <p:nvSpPr>
                  <p:cNvPr id="970" name="Freeform 969">
                    <a:extLst>
                      <a:ext uri="{FF2B5EF4-FFF2-40B4-BE49-F238E27FC236}">
                        <a16:creationId xmlns:a16="http://schemas.microsoft.com/office/drawing/2014/main" id="{8AC8D9FD-B78F-CDA5-D135-77DBF39EB707}"/>
                      </a:ext>
                    </a:extLst>
                  </p:cNvPr>
                  <p:cNvSpPr/>
                  <p:nvPr/>
                </p:nvSpPr>
                <p:spPr>
                  <a:xfrm>
                    <a:off x="698229" y="473213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1" name="Freeform 970">
                    <a:extLst>
                      <a:ext uri="{FF2B5EF4-FFF2-40B4-BE49-F238E27FC236}">
                        <a16:creationId xmlns:a16="http://schemas.microsoft.com/office/drawing/2014/main" id="{975DF397-A3B6-992F-CDEC-31E3B9C3CA57}"/>
                      </a:ext>
                    </a:extLst>
                  </p:cNvPr>
                  <p:cNvSpPr/>
                  <p:nvPr/>
                </p:nvSpPr>
                <p:spPr>
                  <a:xfrm>
                    <a:off x="698229" y="448448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2" name="Freeform 971">
                    <a:extLst>
                      <a:ext uri="{FF2B5EF4-FFF2-40B4-BE49-F238E27FC236}">
                        <a16:creationId xmlns:a16="http://schemas.microsoft.com/office/drawing/2014/main" id="{94EA0E98-4603-875F-97B8-CF53577DF4A5}"/>
                      </a:ext>
                    </a:extLst>
                  </p:cNvPr>
                  <p:cNvSpPr/>
                  <p:nvPr/>
                </p:nvSpPr>
                <p:spPr>
                  <a:xfrm>
                    <a:off x="698229" y="4236707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3" name="Freeform 972">
                    <a:extLst>
                      <a:ext uri="{FF2B5EF4-FFF2-40B4-BE49-F238E27FC236}">
                        <a16:creationId xmlns:a16="http://schemas.microsoft.com/office/drawing/2014/main" id="{AF303A24-0C81-26FC-FE90-0E6A53BADA7D}"/>
                      </a:ext>
                    </a:extLst>
                  </p:cNvPr>
                  <p:cNvSpPr/>
                  <p:nvPr/>
                </p:nvSpPr>
                <p:spPr>
                  <a:xfrm>
                    <a:off x="733026" y="4732134"/>
                    <a:ext cx="781811" cy="12700"/>
                  </a:xfrm>
                  <a:custGeom>
                    <a:avLst/>
                    <a:gdLst>
                      <a:gd name="csX0" fmla="*/ 0 w 781811"/>
                      <a:gd name="csY0" fmla="*/ 0 h 12700"/>
                      <a:gd name="csX1" fmla="*/ 781812 w 78181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81811" h="12700">
                        <a:moveTo>
                          <a:pt x="0" y="0"/>
                        </a:moveTo>
                        <a:lnTo>
                          <a:pt x="78181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4" name="Freeform 973">
                    <a:extLst>
                      <a:ext uri="{FF2B5EF4-FFF2-40B4-BE49-F238E27FC236}">
                        <a16:creationId xmlns:a16="http://schemas.microsoft.com/office/drawing/2014/main" id="{6BB25B2F-4B66-0625-9645-1974991C3225}"/>
                      </a:ext>
                    </a:extLst>
                  </p:cNvPr>
                  <p:cNvSpPr/>
                  <p:nvPr/>
                </p:nvSpPr>
                <p:spPr>
                  <a:xfrm>
                    <a:off x="823197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5" name="Freeform 974">
                    <a:extLst>
                      <a:ext uri="{FF2B5EF4-FFF2-40B4-BE49-F238E27FC236}">
                        <a16:creationId xmlns:a16="http://schemas.microsoft.com/office/drawing/2014/main" id="{06F0B3F4-A350-57AC-6C18-BE08127FDC71}"/>
                      </a:ext>
                    </a:extLst>
                  </p:cNvPr>
                  <p:cNvSpPr/>
                  <p:nvPr/>
                </p:nvSpPr>
                <p:spPr>
                  <a:xfrm>
                    <a:off x="973565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6" name="Freeform 975">
                    <a:extLst>
                      <a:ext uri="{FF2B5EF4-FFF2-40B4-BE49-F238E27FC236}">
                        <a16:creationId xmlns:a16="http://schemas.microsoft.com/office/drawing/2014/main" id="{34080D90-EC73-2C57-F98E-E73EDA4C458E}"/>
                      </a:ext>
                    </a:extLst>
                  </p:cNvPr>
                  <p:cNvSpPr/>
                  <p:nvPr/>
                </p:nvSpPr>
                <p:spPr>
                  <a:xfrm>
                    <a:off x="1123932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7" name="Freeform 976">
                    <a:extLst>
                      <a:ext uri="{FF2B5EF4-FFF2-40B4-BE49-F238E27FC236}">
                        <a16:creationId xmlns:a16="http://schemas.microsoft.com/office/drawing/2014/main" id="{017E92ED-3C92-A306-F9F9-2BEA8B9774DF}"/>
                      </a:ext>
                    </a:extLst>
                  </p:cNvPr>
                  <p:cNvSpPr/>
                  <p:nvPr/>
                </p:nvSpPr>
                <p:spPr>
                  <a:xfrm>
                    <a:off x="1274301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8" name="Freeform 977">
                    <a:extLst>
                      <a:ext uri="{FF2B5EF4-FFF2-40B4-BE49-F238E27FC236}">
                        <a16:creationId xmlns:a16="http://schemas.microsoft.com/office/drawing/2014/main" id="{DA64230A-8ABC-1005-1DFD-16BB3BD2FDB7}"/>
                      </a:ext>
                    </a:extLst>
                  </p:cNvPr>
                  <p:cNvSpPr/>
                  <p:nvPr/>
                </p:nvSpPr>
                <p:spPr>
                  <a:xfrm>
                    <a:off x="1424668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652BDE44-9C09-051E-5E59-B517E35D16D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383" y="4727988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2FEC467A-C57E-4D64-A6A8-176DF4578643}"/>
                      </a:ext>
                    </a:extLst>
                  </p:cNvPr>
                  <p:cNvSpPr txBox="1"/>
                  <p:nvPr/>
                </p:nvSpPr>
                <p:spPr>
                  <a:xfrm>
                    <a:off x="866804" y="4727988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42DEE2B4-8274-FD24-941E-130B06BC46BD}"/>
                      </a:ext>
                    </a:extLst>
                  </p:cNvPr>
                  <p:cNvSpPr txBox="1"/>
                  <p:nvPr/>
                </p:nvSpPr>
                <p:spPr>
                  <a:xfrm>
                    <a:off x="988318" y="4727988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A1575E93-74BF-79FA-8CF3-03778015F915}"/>
                      </a:ext>
                    </a:extLst>
                  </p:cNvPr>
                  <p:cNvSpPr txBox="1"/>
                  <p:nvPr/>
                </p:nvSpPr>
                <p:spPr>
                  <a:xfrm>
                    <a:off x="1113839" y="4727988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785CFDFB-E61E-CE6A-7B70-48D468FD441E}"/>
                      </a:ext>
                    </a:extLst>
                  </p:cNvPr>
                  <p:cNvSpPr txBox="1"/>
                  <p:nvPr/>
                </p:nvSpPr>
                <p:spPr>
                  <a:xfrm>
                    <a:off x="1301076" y="4727988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4B2D7052-E8BB-FB11-DDFD-6185D5420B2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109" y="3752714"/>
                    <a:ext cx="596638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4_TGN</a:t>
                    </a:r>
                  </a:p>
                </p:txBody>
              </p:sp>
            </p:grpSp>
          </p:grpSp>
          <p:grpSp>
            <p:nvGrpSpPr>
              <p:cNvPr id="987" name="Graphic 595">
                <a:extLst>
                  <a:ext uri="{FF2B5EF4-FFF2-40B4-BE49-F238E27FC236}">
                    <a16:creationId xmlns:a16="http://schemas.microsoft.com/office/drawing/2014/main" id="{B678BCB6-5F9E-6118-5237-9A4DC662F5DB}"/>
                  </a:ext>
                </a:extLst>
              </p:cNvPr>
              <p:cNvGrpSpPr/>
              <p:nvPr/>
            </p:nvGrpSpPr>
            <p:grpSpPr>
              <a:xfrm>
                <a:off x="5585747" y="2047292"/>
                <a:ext cx="1180472" cy="1190718"/>
                <a:chOff x="1669086" y="3752714"/>
                <a:chExt cx="1180472" cy="1190718"/>
              </a:xfrm>
            </p:grpSpPr>
            <p:grpSp>
              <p:nvGrpSpPr>
                <p:cNvPr id="990" name="Graphic 595">
                  <a:extLst>
                    <a:ext uri="{FF2B5EF4-FFF2-40B4-BE49-F238E27FC236}">
                      <a16:creationId xmlns:a16="http://schemas.microsoft.com/office/drawing/2014/main" id="{C81BAB68-23AF-598B-432D-C7B59BA7B4BE}"/>
                    </a:ext>
                  </a:extLst>
                </p:cNvPr>
                <p:cNvGrpSpPr/>
                <p:nvPr/>
              </p:nvGrpSpPr>
              <p:grpSpPr>
                <a:xfrm>
                  <a:off x="1979335" y="3949775"/>
                  <a:ext cx="844041" cy="793408"/>
                  <a:chOff x="1979335" y="3949775"/>
                  <a:chExt cx="844041" cy="793408"/>
                </a:xfrm>
              </p:grpSpPr>
              <p:sp>
                <p:nvSpPr>
                  <p:cNvPr id="991" name="Freeform 990">
                    <a:extLst>
                      <a:ext uri="{FF2B5EF4-FFF2-40B4-BE49-F238E27FC236}">
                        <a16:creationId xmlns:a16="http://schemas.microsoft.com/office/drawing/2014/main" id="{843C29E3-DEF3-5533-3DC2-09E72E094A47}"/>
                      </a:ext>
                    </a:extLst>
                  </p:cNvPr>
                  <p:cNvSpPr/>
                  <p:nvPr/>
                </p:nvSpPr>
                <p:spPr>
                  <a:xfrm>
                    <a:off x="1979335" y="4054970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2" name="Freeform 991">
                    <a:extLst>
                      <a:ext uri="{FF2B5EF4-FFF2-40B4-BE49-F238E27FC236}">
                        <a16:creationId xmlns:a16="http://schemas.microsoft.com/office/drawing/2014/main" id="{A287D93F-E8A4-9001-DAE7-0CE7E76E19DA}"/>
                      </a:ext>
                    </a:extLst>
                  </p:cNvPr>
                  <p:cNvSpPr/>
                  <p:nvPr/>
                </p:nvSpPr>
                <p:spPr>
                  <a:xfrm>
                    <a:off x="2028103" y="4513948"/>
                    <a:ext cx="97409" cy="218186"/>
                  </a:xfrm>
                  <a:custGeom>
                    <a:avLst/>
                    <a:gdLst>
                      <a:gd name="csX0" fmla="*/ 0 w 97409"/>
                      <a:gd name="csY0" fmla="*/ 0 h 218186"/>
                      <a:gd name="csX1" fmla="*/ 97409 w 97409"/>
                      <a:gd name="csY1" fmla="*/ 0 h 218186"/>
                      <a:gd name="csX2" fmla="*/ 97409 w 97409"/>
                      <a:gd name="csY2" fmla="*/ 218186 h 218186"/>
                      <a:gd name="csX3" fmla="*/ 0 w 97409"/>
                      <a:gd name="csY3" fmla="*/ 218186 h 21818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18186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18186"/>
                        </a:lnTo>
                        <a:lnTo>
                          <a:pt x="0" y="218186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3" name="Freeform 992">
                    <a:extLst>
                      <a:ext uri="{FF2B5EF4-FFF2-40B4-BE49-F238E27FC236}">
                        <a16:creationId xmlns:a16="http://schemas.microsoft.com/office/drawing/2014/main" id="{0130A997-F3A1-A9C2-50A7-966274CA1FF4}"/>
                      </a:ext>
                    </a:extLst>
                  </p:cNvPr>
                  <p:cNvSpPr/>
                  <p:nvPr/>
                </p:nvSpPr>
                <p:spPr>
                  <a:xfrm>
                    <a:off x="2190409" y="4561065"/>
                    <a:ext cx="97409" cy="171069"/>
                  </a:xfrm>
                  <a:custGeom>
                    <a:avLst/>
                    <a:gdLst>
                      <a:gd name="csX0" fmla="*/ 0 w 97409"/>
                      <a:gd name="csY0" fmla="*/ 0 h 171069"/>
                      <a:gd name="csX1" fmla="*/ 97409 w 97409"/>
                      <a:gd name="csY1" fmla="*/ 0 h 171069"/>
                      <a:gd name="csX2" fmla="*/ 97409 w 97409"/>
                      <a:gd name="csY2" fmla="*/ 171069 h 171069"/>
                      <a:gd name="csX3" fmla="*/ 0 w 97409"/>
                      <a:gd name="csY3" fmla="*/ 171069 h 17106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171069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171069"/>
                        </a:lnTo>
                        <a:lnTo>
                          <a:pt x="0" y="171069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4" name="Freeform 993">
                    <a:extLst>
                      <a:ext uri="{FF2B5EF4-FFF2-40B4-BE49-F238E27FC236}">
                        <a16:creationId xmlns:a16="http://schemas.microsoft.com/office/drawing/2014/main" id="{99BB7BCB-59FD-364E-DEDF-FB1D8662891B}"/>
                      </a:ext>
                    </a:extLst>
                  </p:cNvPr>
                  <p:cNvSpPr/>
                  <p:nvPr/>
                </p:nvSpPr>
                <p:spPr>
                  <a:xfrm>
                    <a:off x="2352715" y="4499470"/>
                    <a:ext cx="97409" cy="232664"/>
                  </a:xfrm>
                  <a:custGeom>
                    <a:avLst/>
                    <a:gdLst>
                      <a:gd name="csX0" fmla="*/ 0 w 97409"/>
                      <a:gd name="csY0" fmla="*/ 0 h 232664"/>
                      <a:gd name="csX1" fmla="*/ 97409 w 97409"/>
                      <a:gd name="csY1" fmla="*/ 0 h 232664"/>
                      <a:gd name="csX2" fmla="*/ 97409 w 97409"/>
                      <a:gd name="csY2" fmla="*/ 232664 h 232664"/>
                      <a:gd name="csX3" fmla="*/ 0 w 97409"/>
                      <a:gd name="csY3" fmla="*/ 232664 h 23266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32664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32664"/>
                        </a:lnTo>
                        <a:lnTo>
                          <a:pt x="0" y="232664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5" name="Freeform 994">
                    <a:extLst>
                      <a:ext uri="{FF2B5EF4-FFF2-40B4-BE49-F238E27FC236}">
                        <a16:creationId xmlns:a16="http://schemas.microsoft.com/office/drawing/2014/main" id="{ADCACC42-1FBB-1AB1-8C65-39A968DA04FC}"/>
                      </a:ext>
                    </a:extLst>
                  </p:cNvPr>
                  <p:cNvSpPr/>
                  <p:nvPr/>
                </p:nvSpPr>
                <p:spPr>
                  <a:xfrm>
                    <a:off x="2515021" y="4503788"/>
                    <a:ext cx="97409" cy="228345"/>
                  </a:xfrm>
                  <a:custGeom>
                    <a:avLst/>
                    <a:gdLst>
                      <a:gd name="csX0" fmla="*/ 0 w 97409"/>
                      <a:gd name="csY0" fmla="*/ 0 h 228345"/>
                      <a:gd name="csX1" fmla="*/ 97409 w 97409"/>
                      <a:gd name="csY1" fmla="*/ 0 h 228345"/>
                      <a:gd name="csX2" fmla="*/ 97409 w 97409"/>
                      <a:gd name="csY2" fmla="*/ 228346 h 228345"/>
                      <a:gd name="csX3" fmla="*/ 0 w 97409"/>
                      <a:gd name="csY3" fmla="*/ 228346 h 22834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28345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28346"/>
                        </a:lnTo>
                        <a:lnTo>
                          <a:pt x="0" y="228346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6" name="Freeform 995">
                    <a:extLst>
                      <a:ext uri="{FF2B5EF4-FFF2-40B4-BE49-F238E27FC236}">
                        <a16:creationId xmlns:a16="http://schemas.microsoft.com/office/drawing/2014/main" id="{2877A3F6-BA8B-AFFC-706D-09D641AF72D8}"/>
                      </a:ext>
                    </a:extLst>
                  </p:cNvPr>
                  <p:cNvSpPr/>
                  <p:nvPr/>
                </p:nvSpPr>
                <p:spPr>
                  <a:xfrm>
                    <a:off x="2677327" y="4465307"/>
                    <a:ext cx="97409" cy="266827"/>
                  </a:xfrm>
                  <a:custGeom>
                    <a:avLst/>
                    <a:gdLst>
                      <a:gd name="csX0" fmla="*/ 0 w 97409"/>
                      <a:gd name="csY0" fmla="*/ 0 h 266827"/>
                      <a:gd name="csX1" fmla="*/ 97409 w 97409"/>
                      <a:gd name="csY1" fmla="*/ 0 h 266827"/>
                      <a:gd name="csX2" fmla="*/ 97409 w 97409"/>
                      <a:gd name="csY2" fmla="*/ 266827 h 266827"/>
                      <a:gd name="csX3" fmla="*/ 0 w 97409"/>
                      <a:gd name="csY3" fmla="*/ 266827 h 26682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66827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66827"/>
                        </a:lnTo>
                        <a:lnTo>
                          <a:pt x="0" y="266827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7" name="Freeform 996">
                    <a:extLst>
                      <a:ext uri="{FF2B5EF4-FFF2-40B4-BE49-F238E27FC236}">
                        <a16:creationId xmlns:a16="http://schemas.microsoft.com/office/drawing/2014/main" id="{300A0CC8-3653-B145-E3BB-5347DF710FD3}"/>
                      </a:ext>
                    </a:extLst>
                  </p:cNvPr>
                  <p:cNvSpPr/>
                  <p:nvPr/>
                </p:nvSpPr>
                <p:spPr>
                  <a:xfrm>
                    <a:off x="2044359" y="4481689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8" name="Freeform 997">
                    <a:extLst>
                      <a:ext uri="{FF2B5EF4-FFF2-40B4-BE49-F238E27FC236}">
                        <a16:creationId xmlns:a16="http://schemas.microsoft.com/office/drawing/2014/main" id="{FA3648D1-C0C2-C235-FAB2-0345F079A570}"/>
                      </a:ext>
                    </a:extLst>
                  </p:cNvPr>
                  <p:cNvSpPr/>
                  <p:nvPr/>
                </p:nvSpPr>
                <p:spPr>
                  <a:xfrm>
                    <a:off x="2076743" y="4481689"/>
                    <a:ext cx="12700" cy="64643"/>
                  </a:xfrm>
                  <a:custGeom>
                    <a:avLst/>
                    <a:gdLst>
                      <a:gd name="csX0" fmla="*/ 0 w 12700"/>
                      <a:gd name="csY0" fmla="*/ 0 h 64643"/>
                      <a:gd name="csX1" fmla="*/ 0 w 12700"/>
                      <a:gd name="csY1" fmla="*/ 64643 h 6464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4643">
                        <a:moveTo>
                          <a:pt x="0" y="0"/>
                        </a:moveTo>
                        <a:lnTo>
                          <a:pt x="0" y="6464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999" name="Freeform 998">
                    <a:extLst>
                      <a:ext uri="{FF2B5EF4-FFF2-40B4-BE49-F238E27FC236}">
                        <a16:creationId xmlns:a16="http://schemas.microsoft.com/office/drawing/2014/main" id="{8CA1F153-B3AE-85E2-3DC5-9AC1E58DF9C1}"/>
                      </a:ext>
                    </a:extLst>
                  </p:cNvPr>
                  <p:cNvSpPr/>
                  <p:nvPr/>
                </p:nvSpPr>
                <p:spPr>
                  <a:xfrm>
                    <a:off x="2044359" y="4546332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0" name="Freeform 999">
                    <a:extLst>
                      <a:ext uri="{FF2B5EF4-FFF2-40B4-BE49-F238E27FC236}">
                        <a16:creationId xmlns:a16="http://schemas.microsoft.com/office/drawing/2014/main" id="{5313DB41-BBBA-FE7F-D59B-AA2DF787DC03}"/>
                      </a:ext>
                    </a:extLst>
                  </p:cNvPr>
                  <p:cNvSpPr/>
                  <p:nvPr/>
                </p:nvSpPr>
                <p:spPr>
                  <a:xfrm>
                    <a:off x="2206664" y="4528553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1" name="Freeform 1000">
                    <a:extLst>
                      <a:ext uri="{FF2B5EF4-FFF2-40B4-BE49-F238E27FC236}">
                        <a16:creationId xmlns:a16="http://schemas.microsoft.com/office/drawing/2014/main" id="{19E88190-B8D9-65AB-CAF2-85C82B702182}"/>
                      </a:ext>
                    </a:extLst>
                  </p:cNvPr>
                  <p:cNvSpPr/>
                  <p:nvPr/>
                </p:nvSpPr>
                <p:spPr>
                  <a:xfrm>
                    <a:off x="2239049" y="4528553"/>
                    <a:ext cx="12700" cy="65023"/>
                  </a:xfrm>
                  <a:custGeom>
                    <a:avLst/>
                    <a:gdLst>
                      <a:gd name="csX0" fmla="*/ 0 w 12700"/>
                      <a:gd name="csY0" fmla="*/ 0 h 65023"/>
                      <a:gd name="csX1" fmla="*/ 0 w 12700"/>
                      <a:gd name="csY1" fmla="*/ 65024 h 6502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5023">
                        <a:moveTo>
                          <a:pt x="0" y="0"/>
                        </a:moveTo>
                        <a:lnTo>
                          <a:pt x="0" y="6502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2" name="Freeform 1001">
                    <a:extLst>
                      <a:ext uri="{FF2B5EF4-FFF2-40B4-BE49-F238E27FC236}">
                        <a16:creationId xmlns:a16="http://schemas.microsoft.com/office/drawing/2014/main" id="{98CD80BF-2F11-B6ED-3AF3-DC31B766249E}"/>
                      </a:ext>
                    </a:extLst>
                  </p:cNvPr>
                  <p:cNvSpPr/>
                  <p:nvPr/>
                </p:nvSpPr>
                <p:spPr>
                  <a:xfrm>
                    <a:off x="2206664" y="4593576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3" name="Freeform 1002">
                    <a:extLst>
                      <a:ext uri="{FF2B5EF4-FFF2-40B4-BE49-F238E27FC236}">
                        <a16:creationId xmlns:a16="http://schemas.microsoft.com/office/drawing/2014/main" id="{14541CBE-EED1-F7B9-BADA-971FE960DF68}"/>
                      </a:ext>
                    </a:extLst>
                  </p:cNvPr>
                  <p:cNvSpPr/>
                  <p:nvPr/>
                </p:nvSpPr>
                <p:spPr>
                  <a:xfrm>
                    <a:off x="2368970" y="4408918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4" name="Freeform 1003">
                    <a:extLst>
                      <a:ext uri="{FF2B5EF4-FFF2-40B4-BE49-F238E27FC236}">
                        <a16:creationId xmlns:a16="http://schemas.microsoft.com/office/drawing/2014/main" id="{48FA95E4-2AED-3328-C3D2-614A399FAA44}"/>
                      </a:ext>
                    </a:extLst>
                  </p:cNvPr>
                  <p:cNvSpPr/>
                  <p:nvPr/>
                </p:nvSpPr>
                <p:spPr>
                  <a:xfrm>
                    <a:off x="2401356" y="4408918"/>
                    <a:ext cx="12700" cy="181229"/>
                  </a:xfrm>
                  <a:custGeom>
                    <a:avLst/>
                    <a:gdLst>
                      <a:gd name="csX0" fmla="*/ 0 w 12700"/>
                      <a:gd name="csY0" fmla="*/ 0 h 181229"/>
                      <a:gd name="csX1" fmla="*/ 0 w 12700"/>
                      <a:gd name="csY1" fmla="*/ 181229 h 1812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81229">
                        <a:moveTo>
                          <a:pt x="0" y="0"/>
                        </a:moveTo>
                        <a:lnTo>
                          <a:pt x="0" y="18122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5" name="Freeform 1004">
                    <a:extLst>
                      <a:ext uri="{FF2B5EF4-FFF2-40B4-BE49-F238E27FC236}">
                        <a16:creationId xmlns:a16="http://schemas.microsoft.com/office/drawing/2014/main" id="{14051F9B-DE33-F7F8-5E49-CA16C5AA308C}"/>
                      </a:ext>
                    </a:extLst>
                  </p:cNvPr>
                  <p:cNvSpPr/>
                  <p:nvPr/>
                </p:nvSpPr>
                <p:spPr>
                  <a:xfrm>
                    <a:off x="2368970" y="459014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6" name="Freeform 1005">
                    <a:extLst>
                      <a:ext uri="{FF2B5EF4-FFF2-40B4-BE49-F238E27FC236}">
                        <a16:creationId xmlns:a16="http://schemas.microsoft.com/office/drawing/2014/main" id="{9E112BE3-DA19-B928-F00C-19FB6B9ED9B5}"/>
                      </a:ext>
                    </a:extLst>
                  </p:cNvPr>
                  <p:cNvSpPr/>
                  <p:nvPr/>
                </p:nvSpPr>
                <p:spPr>
                  <a:xfrm>
                    <a:off x="2693583" y="440739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7" name="Freeform 1006">
                    <a:extLst>
                      <a:ext uri="{FF2B5EF4-FFF2-40B4-BE49-F238E27FC236}">
                        <a16:creationId xmlns:a16="http://schemas.microsoft.com/office/drawing/2014/main" id="{39A090DA-B539-30E2-8D05-FF3B591FBC14}"/>
                      </a:ext>
                    </a:extLst>
                  </p:cNvPr>
                  <p:cNvSpPr/>
                  <p:nvPr/>
                </p:nvSpPr>
                <p:spPr>
                  <a:xfrm>
                    <a:off x="2725967" y="4407395"/>
                    <a:ext cx="12700" cy="115951"/>
                  </a:xfrm>
                  <a:custGeom>
                    <a:avLst/>
                    <a:gdLst>
                      <a:gd name="csX0" fmla="*/ 0 w 12700"/>
                      <a:gd name="csY0" fmla="*/ 0 h 115951"/>
                      <a:gd name="csX1" fmla="*/ 0 w 12700"/>
                      <a:gd name="csY1" fmla="*/ 115951 h 11595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15951">
                        <a:moveTo>
                          <a:pt x="0" y="0"/>
                        </a:moveTo>
                        <a:lnTo>
                          <a:pt x="0" y="115951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8" name="Freeform 1007">
                    <a:extLst>
                      <a:ext uri="{FF2B5EF4-FFF2-40B4-BE49-F238E27FC236}">
                        <a16:creationId xmlns:a16="http://schemas.microsoft.com/office/drawing/2014/main" id="{81CAF0F5-BA0E-39B5-C77B-DED41DC7DF20}"/>
                      </a:ext>
                    </a:extLst>
                  </p:cNvPr>
                  <p:cNvSpPr/>
                  <p:nvPr/>
                </p:nvSpPr>
                <p:spPr>
                  <a:xfrm>
                    <a:off x="2693583" y="4523346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09" name="Freeform 1008">
                    <a:extLst>
                      <a:ext uri="{FF2B5EF4-FFF2-40B4-BE49-F238E27FC236}">
                        <a16:creationId xmlns:a16="http://schemas.microsoft.com/office/drawing/2014/main" id="{55E81CE8-17A0-AA2F-B0A4-63596AE0A9D2}"/>
                      </a:ext>
                    </a:extLst>
                  </p:cNvPr>
                  <p:cNvSpPr/>
                  <p:nvPr/>
                </p:nvSpPr>
                <p:spPr>
                  <a:xfrm>
                    <a:off x="2396784" y="45719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0" name="Freeform 1009">
                    <a:extLst>
                      <a:ext uri="{FF2B5EF4-FFF2-40B4-BE49-F238E27FC236}">
                        <a16:creationId xmlns:a16="http://schemas.microsoft.com/office/drawing/2014/main" id="{B1BCC7D1-3274-033D-93E2-C4C2A45C3465}"/>
                      </a:ext>
                    </a:extLst>
                  </p:cNvPr>
                  <p:cNvSpPr/>
                  <p:nvPr/>
                </p:nvSpPr>
                <p:spPr>
                  <a:xfrm>
                    <a:off x="2235240" y="447927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1" name="Freeform 1010">
                    <a:extLst>
                      <a:ext uri="{FF2B5EF4-FFF2-40B4-BE49-F238E27FC236}">
                        <a16:creationId xmlns:a16="http://schemas.microsoft.com/office/drawing/2014/main" id="{537A4818-C2FA-B7CA-D345-280D7C783649}"/>
                      </a:ext>
                    </a:extLst>
                  </p:cNvPr>
                  <p:cNvSpPr/>
                  <p:nvPr/>
                </p:nvSpPr>
                <p:spPr>
                  <a:xfrm>
                    <a:off x="2214158" y="450366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2" name="Freeform 1011">
                    <a:extLst>
                      <a:ext uri="{FF2B5EF4-FFF2-40B4-BE49-F238E27FC236}">
                        <a16:creationId xmlns:a16="http://schemas.microsoft.com/office/drawing/2014/main" id="{67A2CB70-7346-E240-8CC3-747FC20F5E50}"/>
                      </a:ext>
                    </a:extLst>
                  </p:cNvPr>
                  <p:cNvSpPr/>
                  <p:nvPr/>
                </p:nvSpPr>
                <p:spPr>
                  <a:xfrm>
                    <a:off x="2718729" y="456004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3" name="Freeform 1012">
                    <a:extLst>
                      <a:ext uri="{FF2B5EF4-FFF2-40B4-BE49-F238E27FC236}">
                        <a16:creationId xmlns:a16="http://schemas.microsoft.com/office/drawing/2014/main" id="{5B9AED55-7B54-ACF8-1DFA-D23436D411CA}"/>
                      </a:ext>
                    </a:extLst>
                  </p:cNvPr>
                  <p:cNvSpPr/>
                  <p:nvPr/>
                </p:nvSpPr>
                <p:spPr>
                  <a:xfrm>
                    <a:off x="2063282" y="450035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4" name="Freeform 1013">
                    <a:extLst>
                      <a:ext uri="{FF2B5EF4-FFF2-40B4-BE49-F238E27FC236}">
                        <a16:creationId xmlns:a16="http://schemas.microsoft.com/office/drawing/2014/main" id="{B87D271A-BD42-AB87-4139-5AA13145C123}"/>
                      </a:ext>
                    </a:extLst>
                  </p:cNvPr>
                  <p:cNvSpPr/>
                  <p:nvPr/>
                </p:nvSpPr>
                <p:spPr>
                  <a:xfrm>
                    <a:off x="2708569" y="460005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5" name="Freeform 1014">
                    <a:extLst>
                      <a:ext uri="{FF2B5EF4-FFF2-40B4-BE49-F238E27FC236}">
                        <a16:creationId xmlns:a16="http://schemas.microsoft.com/office/drawing/2014/main" id="{7C8A5339-35BB-DF5D-BC1B-F97DEC7BF3D6}"/>
                      </a:ext>
                    </a:extLst>
                  </p:cNvPr>
                  <p:cNvSpPr/>
                  <p:nvPr/>
                </p:nvSpPr>
                <p:spPr>
                  <a:xfrm>
                    <a:off x="2066457" y="440485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6" name="Freeform 1015">
                    <a:extLst>
                      <a:ext uri="{FF2B5EF4-FFF2-40B4-BE49-F238E27FC236}">
                        <a16:creationId xmlns:a16="http://schemas.microsoft.com/office/drawing/2014/main" id="{36C0AD5D-7496-EBDE-D0C9-CA10347E2154}"/>
                      </a:ext>
                    </a:extLst>
                  </p:cNvPr>
                  <p:cNvSpPr/>
                  <p:nvPr/>
                </p:nvSpPr>
                <p:spPr>
                  <a:xfrm>
                    <a:off x="2696123" y="42626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7" name="Freeform 1016">
                    <a:extLst>
                      <a:ext uri="{FF2B5EF4-FFF2-40B4-BE49-F238E27FC236}">
                        <a16:creationId xmlns:a16="http://schemas.microsoft.com/office/drawing/2014/main" id="{F19C53B8-45DE-132F-4BD6-D465C6F33B70}"/>
                      </a:ext>
                    </a:extLst>
                  </p:cNvPr>
                  <p:cNvSpPr/>
                  <p:nvPr/>
                </p:nvSpPr>
                <p:spPr>
                  <a:xfrm>
                    <a:off x="2063790" y="44774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8" name="Freeform 1017">
                    <a:extLst>
                      <a:ext uri="{FF2B5EF4-FFF2-40B4-BE49-F238E27FC236}">
                        <a16:creationId xmlns:a16="http://schemas.microsoft.com/office/drawing/2014/main" id="{0F89E161-7F66-8438-C116-7624AEBBAEC6}"/>
                      </a:ext>
                    </a:extLst>
                  </p:cNvPr>
                  <p:cNvSpPr/>
                  <p:nvPr/>
                </p:nvSpPr>
                <p:spPr>
                  <a:xfrm>
                    <a:off x="2714665" y="428318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19" name="Freeform 1018">
                    <a:extLst>
                      <a:ext uri="{FF2B5EF4-FFF2-40B4-BE49-F238E27FC236}">
                        <a16:creationId xmlns:a16="http://schemas.microsoft.com/office/drawing/2014/main" id="{15E063D1-B82E-3CAB-73DC-E896FD9EB44A}"/>
                      </a:ext>
                    </a:extLst>
                  </p:cNvPr>
                  <p:cNvSpPr/>
                  <p:nvPr/>
                </p:nvSpPr>
                <p:spPr>
                  <a:xfrm>
                    <a:off x="2057313" y="450416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0" name="Freeform 1019">
                    <a:extLst>
                      <a:ext uri="{FF2B5EF4-FFF2-40B4-BE49-F238E27FC236}">
                        <a16:creationId xmlns:a16="http://schemas.microsoft.com/office/drawing/2014/main" id="{422E39A8-9146-C9DF-9545-A9413A022DF1}"/>
                      </a:ext>
                    </a:extLst>
                  </p:cNvPr>
                  <p:cNvSpPr/>
                  <p:nvPr/>
                </p:nvSpPr>
                <p:spPr>
                  <a:xfrm>
                    <a:off x="2715046" y="449756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1" name="Freeform 1020">
                    <a:extLst>
                      <a:ext uri="{FF2B5EF4-FFF2-40B4-BE49-F238E27FC236}">
                        <a16:creationId xmlns:a16="http://schemas.microsoft.com/office/drawing/2014/main" id="{239EBAE5-9BEE-A6B2-FE93-27BFCC0D5A34}"/>
                      </a:ext>
                    </a:extLst>
                  </p:cNvPr>
                  <p:cNvSpPr/>
                  <p:nvPr/>
                </p:nvSpPr>
                <p:spPr>
                  <a:xfrm>
                    <a:off x="2072807" y="463917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2" name="Freeform 1021">
                    <a:extLst>
                      <a:ext uri="{FF2B5EF4-FFF2-40B4-BE49-F238E27FC236}">
                        <a16:creationId xmlns:a16="http://schemas.microsoft.com/office/drawing/2014/main" id="{48530BD4-544F-1F0D-F059-EAB585A9F14B}"/>
                      </a:ext>
                    </a:extLst>
                  </p:cNvPr>
                  <p:cNvSpPr/>
                  <p:nvPr/>
                </p:nvSpPr>
                <p:spPr>
                  <a:xfrm>
                    <a:off x="2213142" y="461770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3" name="Freeform 1022">
                    <a:extLst>
                      <a:ext uri="{FF2B5EF4-FFF2-40B4-BE49-F238E27FC236}">
                        <a16:creationId xmlns:a16="http://schemas.microsoft.com/office/drawing/2014/main" id="{C571EDD1-90E8-6BBE-8B7C-0266144A3CDF}"/>
                      </a:ext>
                    </a:extLst>
                  </p:cNvPr>
                  <p:cNvSpPr/>
                  <p:nvPr/>
                </p:nvSpPr>
                <p:spPr>
                  <a:xfrm>
                    <a:off x="2706791" y="448029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4" name="Freeform 1023">
                    <a:extLst>
                      <a:ext uri="{FF2B5EF4-FFF2-40B4-BE49-F238E27FC236}">
                        <a16:creationId xmlns:a16="http://schemas.microsoft.com/office/drawing/2014/main" id="{1DECCF31-AB18-2C7E-2349-05D336BD8B71}"/>
                      </a:ext>
                    </a:extLst>
                  </p:cNvPr>
                  <p:cNvSpPr/>
                  <p:nvPr/>
                </p:nvSpPr>
                <p:spPr>
                  <a:xfrm>
                    <a:off x="2073061" y="444981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5" name="Freeform 1024">
                    <a:extLst>
                      <a:ext uri="{FF2B5EF4-FFF2-40B4-BE49-F238E27FC236}">
                        <a16:creationId xmlns:a16="http://schemas.microsoft.com/office/drawing/2014/main" id="{F00569AE-8BAE-20A0-386D-6F759DE3DC43}"/>
                      </a:ext>
                    </a:extLst>
                  </p:cNvPr>
                  <p:cNvSpPr/>
                  <p:nvPr/>
                </p:nvSpPr>
                <p:spPr>
                  <a:xfrm>
                    <a:off x="2398816" y="439075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6" name="Freeform 1025">
                    <a:extLst>
                      <a:ext uri="{FF2B5EF4-FFF2-40B4-BE49-F238E27FC236}">
                        <a16:creationId xmlns:a16="http://schemas.microsoft.com/office/drawing/2014/main" id="{DAEEA844-25D4-A698-1853-D042DCE3A0A2}"/>
                      </a:ext>
                    </a:extLst>
                  </p:cNvPr>
                  <p:cNvSpPr/>
                  <p:nvPr/>
                </p:nvSpPr>
                <p:spPr>
                  <a:xfrm>
                    <a:off x="2208570" y="448664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7" name="Freeform 1026">
                    <a:extLst>
                      <a:ext uri="{FF2B5EF4-FFF2-40B4-BE49-F238E27FC236}">
                        <a16:creationId xmlns:a16="http://schemas.microsoft.com/office/drawing/2014/main" id="{CA42583C-E531-7142-4554-02C76C5D61C2}"/>
                      </a:ext>
                    </a:extLst>
                  </p:cNvPr>
                  <p:cNvSpPr/>
                  <p:nvPr/>
                </p:nvSpPr>
                <p:spPr>
                  <a:xfrm>
                    <a:off x="2220254" y="47071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8" name="Freeform 1027">
                    <a:extLst>
                      <a:ext uri="{FF2B5EF4-FFF2-40B4-BE49-F238E27FC236}">
                        <a16:creationId xmlns:a16="http://schemas.microsoft.com/office/drawing/2014/main" id="{438F0455-D8C4-EE82-A4CE-74B60B3760E7}"/>
                      </a:ext>
                    </a:extLst>
                  </p:cNvPr>
                  <p:cNvSpPr/>
                  <p:nvPr/>
                </p:nvSpPr>
                <p:spPr>
                  <a:xfrm>
                    <a:off x="2547660" y="448575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29" name="Freeform 1028">
                    <a:extLst>
                      <a:ext uri="{FF2B5EF4-FFF2-40B4-BE49-F238E27FC236}">
                        <a16:creationId xmlns:a16="http://schemas.microsoft.com/office/drawing/2014/main" id="{1861543D-B0C8-EBB5-B1B3-C45CAE843F71}"/>
                      </a:ext>
                    </a:extLst>
                  </p:cNvPr>
                  <p:cNvSpPr/>
                  <p:nvPr/>
                </p:nvSpPr>
                <p:spPr>
                  <a:xfrm>
                    <a:off x="2234224" y="45028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30" name="Freeform 1029">
                    <a:extLst>
                      <a:ext uri="{FF2B5EF4-FFF2-40B4-BE49-F238E27FC236}">
                        <a16:creationId xmlns:a16="http://schemas.microsoft.com/office/drawing/2014/main" id="{7C2DEF0C-5F73-4275-1C49-7B89E67D0A1B}"/>
                      </a:ext>
                    </a:extLst>
                  </p:cNvPr>
                  <p:cNvSpPr/>
                  <p:nvPr/>
                </p:nvSpPr>
                <p:spPr>
                  <a:xfrm>
                    <a:off x="2209332" y="45039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31" name="TextBox 1030">
                    <a:extLst>
                      <a:ext uri="{FF2B5EF4-FFF2-40B4-BE49-F238E27FC236}">
                        <a16:creationId xmlns:a16="http://schemas.microsoft.com/office/drawing/2014/main" id="{162B9305-380F-766C-377B-59E1D7C643E9}"/>
                      </a:ext>
                    </a:extLst>
                  </p:cNvPr>
                  <p:cNvSpPr txBox="1"/>
                  <p:nvPr/>
                </p:nvSpPr>
                <p:spPr>
                  <a:xfrm>
                    <a:off x="2017361" y="4062678"/>
                    <a:ext cx="2648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1032" name="Freeform 1031">
                    <a:extLst>
                      <a:ext uri="{FF2B5EF4-FFF2-40B4-BE49-F238E27FC236}">
                        <a16:creationId xmlns:a16="http://schemas.microsoft.com/office/drawing/2014/main" id="{4FDC55CE-7FFE-74A6-7788-AEB732EF8137}"/>
                      </a:ext>
                    </a:extLst>
                  </p:cNvPr>
                  <p:cNvSpPr/>
                  <p:nvPr/>
                </p:nvSpPr>
                <p:spPr>
                  <a:xfrm>
                    <a:off x="2076744" y="4235564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33" name="TextBox 1032">
                    <a:extLst>
                      <a:ext uri="{FF2B5EF4-FFF2-40B4-BE49-F238E27FC236}">
                        <a16:creationId xmlns:a16="http://schemas.microsoft.com/office/drawing/2014/main" id="{AEA7A57C-92A3-5D55-B9CA-0B94A52BF976}"/>
                      </a:ext>
                    </a:extLst>
                  </p:cNvPr>
                  <p:cNvSpPr txBox="1"/>
                  <p:nvPr/>
                </p:nvSpPr>
                <p:spPr>
                  <a:xfrm>
                    <a:off x="2278079" y="4062678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1034" name="Freeform 1033">
                    <a:extLst>
                      <a:ext uri="{FF2B5EF4-FFF2-40B4-BE49-F238E27FC236}">
                        <a16:creationId xmlns:a16="http://schemas.microsoft.com/office/drawing/2014/main" id="{4DFC15F8-2AED-5296-48AC-60707A5DB588}"/>
                      </a:ext>
                    </a:extLst>
                  </p:cNvPr>
                  <p:cNvSpPr/>
                  <p:nvPr/>
                </p:nvSpPr>
                <p:spPr>
                  <a:xfrm>
                    <a:off x="2255306" y="4235564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35" name="TextBox 1034">
                    <a:extLst>
                      <a:ext uri="{FF2B5EF4-FFF2-40B4-BE49-F238E27FC236}">
                        <a16:creationId xmlns:a16="http://schemas.microsoft.com/office/drawing/2014/main" id="{50C6733F-212F-DCAD-FBC1-B84DA6EAD7AA}"/>
                      </a:ext>
                    </a:extLst>
                  </p:cNvPr>
                  <p:cNvSpPr txBox="1"/>
                  <p:nvPr/>
                </p:nvSpPr>
                <p:spPr>
                  <a:xfrm>
                    <a:off x="2188798" y="3949775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1036" name="Freeform 1035">
                    <a:extLst>
                      <a:ext uri="{FF2B5EF4-FFF2-40B4-BE49-F238E27FC236}">
                        <a16:creationId xmlns:a16="http://schemas.microsoft.com/office/drawing/2014/main" id="{F6E355DA-ECA2-0F32-0F83-E31ED8E2F0F1}"/>
                      </a:ext>
                    </a:extLst>
                  </p:cNvPr>
                  <p:cNvSpPr/>
                  <p:nvPr/>
                </p:nvSpPr>
                <p:spPr>
                  <a:xfrm>
                    <a:off x="2076744" y="4122661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037" name="Graphic 595">
                  <a:extLst>
                    <a:ext uri="{FF2B5EF4-FFF2-40B4-BE49-F238E27FC236}">
                      <a16:creationId xmlns:a16="http://schemas.microsoft.com/office/drawing/2014/main" id="{A7BC3205-7699-A63A-78D3-939F075B6418}"/>
                    </a:ext>
                  </a:extLst>
                </p:cNvPr>
                <p:cNvGrpSpPr/>
                <p:nvPr/>
              </p:nvGrpSpPr>
              <p:grpSpPr>
                <a:xfrm>
                  <a:off x="1669086" y="3752714"/>
                  <a:ext cx="1180472" cy="1190718"/>
                  <a:chOff x="1669086" y="3752714"/>
                  <a:chExt cx="1180472" cy="1190718"/>
                </a:xfrm>
              </p:grpSpPr>
              <p:sp>
                <p:nvSpPr>
                  <p:cNvPr id="1038" name="Freeform 1037">
                    <a:extLst>
                      <a:ext uri="{FF2B5EF4-FFF2-40B4-BE49-F238E27FC236}">
                        <a16:creationId xmlns:a16="http://schemas.microsoft.com/office/drawing/2014/main" id="{D33A8946-776E-6076-65BD-F71DEFF74E59}"/>
                      </a:ext>
                    </a:extLst>
                  </p:cNvPr>
                  <p:cNvSpPr/>
                  <p:nvPr/>
                </p:nvSpPr>
                <p:spPr>
                  <a:xfrm>
                    <a:off x="1979335" y="4054970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39" name="TextBox 1038">
                    <a:extLst>
                      <a:ext uri="{FF2B5EF4-FFF2-40B4-BE49-F238E27FC236}">
                        <a16:creationId xmlns:a16="http://schemas.microsoft.com/office/drawing/2014/main" id="{14F59A2F-CDF6-B9A0-CEA9-AD0D9C25B20C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462524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040" name="TextBox 1039">
                    <a:extLst>
                      <a:ext uri="{FF2B5EF4-FFF2-40B4-BE49-F238E27FC236}">
                        <a16:creationId xmlns:a16="http://schemas.microsoft.com/office/drawing/2014/main" id="{FB757D83-3E2F-2A71-CF5F-94EE4E7F7B9F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445125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3%</a:t>
                    </a:r>
                  </a:p>
                </p:txBody>
              </p:sp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BF48B582-E188-1001-4848-1F3698E4FF7F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427713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6%</a:t>
                    </a:r>
                  </a:p>
                </p:txBody>
              </p:sp>
              <p:sp>
                <p:nvSpPr>
                  <p:cNvPr id="1042" name="TextBox 1041">
                    <a:extLst>
                      <a:ext uri="{FF2B5EF4-FFF2-40B4-BE49-F238E27FC236}">
                        <a16:creationId xmlns:a16="http://schemas.microsoft.com/office/drawing/2014/main" id="{555C935C-72C7-81E1-904D-879203D6EB38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410314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9%</a:t>
                    </a:r>
                  </a:p>
                </p:txBody>
              </p:sp>
              <p:sp>
                <p:nvSpPr>
                  <p:cNvPr id="1043" name="Freeform 1042">
                    <a:extLst>
                      <a:ext uri="{FF2B5EF4-FFF2-40B4-BE49-F238E27FC236}">
                        <a16:creationId xmlns:a16="http://schemas.microsoft.com/office/drawing/2014/main" id="{F55C3D48-C2A9-064E-742F-1C4BBEBA33D4}"/>
                      </a:ext>
                    </a:extLst>
                  </p:cNvPr>
                  <p:cNvSpPr/>
                  <p:nvPr/>
                </p:nvSpPr>
                <p:spPr>
                  <a:xfrm>
                    <a:off x="1944536" y="4732134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4" name="Freeform 1043">
                    <a:extLst>
                      <a:ext uri="{FF2B5EF4-FFF2-40B4-BE49-F238E27FC236}">
                        <a16:creationId xmlns:a16="http://schemas.microsoft.com/office/drawing/2014/main" id="{CEE7909E-FC05-814E-1381-770788A4A351}"/>
                      </a:ext>
                    </a:extLst>
                  </p:cNvPr>
                  <p:cNvSpPr/>
                  <p:nvPr/>
                </p:nvSpPr>
                <p:spPr>
                  <a:xfrm>
                    <a:off x="1944536" y="4558143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5" name="Freeform 1044">
                    <a:extLst>
                      <a:ext uri="{FF2B5EF4-FFF2-40B4-BE49-F238E27FC236}">
                        <a16:creationId xmlns:a16="http://schemas.microsoft.com/office/drawing/2014/main" id="{A0D45FE6-72CC-4953-BF8A-4D945CEA7806}"/>
                      </a:ext>
                    </a:extLst>
                  </p:cNvPr>
                  <p:cNvSpPr/>
                  <p:nvPr/>
                </p:nvSpPr>
                <p:spPr>
                  <a:xfrm>
                    <a:off x="1944536" y="43840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6" name="Freeform 1045">
                    <a:extLst>
                      <a:ext uri="{FF2B5EF4-FFF2-40B4-BE49-F238E27FC236}">
                        <a16:creationId xmlns:a16="http://schemas.microsoft.com/office/drawing/2014/main" id="{907A57DF-815C-C530-60B3-AA9CA7105109}"/>
                      </a:ext>
                    </a:extLst>
                  </p:cNvPr>
                  <p:cNvSpPr/>
                  <p:nvPr/>
                </p:nvSpPr>
                <p:spPr>
                  <a:xfrm>
                    <a:off x="1944536" y="4210036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7" name="Freeform 1046">
                    <a:extLst>
                      <a:ext uri="{FF2B5EF4-FFF2-40B4-BE49-F238E27FC236}">
                        <a16:creationId xmlns:a16="http://schemas.microsoft.com/office/drawing/2014/main" id="{D09B7585-AF57-6BF2-FCB2-54BA01F7421A}"/>
                      </a:ext>
                    </a:extLst>
                  </p:cNvPr>
                  <p:cNvSpPr/>
                  <p:nvPr/>
                </p:nvSpPr>
                <p:spPr>
                  <a:xfrm>
                    <a:off x="1979335" y="4732134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8" name="Freeform 1047">
                    <a:extLst>
                      <a:ext uri="{FF2B5EF4-FFF2-40B4-BE49-F238E27FC236}">
                        <a16:creationId xmlns:a16="http://schemas.microsoft.com/office/drawing/2014/main" id="{D8ED9AA7-8ECD-14ED-5E10-F5983B171C95}"/>
                      </a:ext>
                    </a:extLst>
                  </p:cNvPr>
                  <p:cNvSpPr/>
                  <p:nvPr/>
                </p:nvSpPr>
                <p:spPr>
                  <a:xfrm>
                    <a:off x="2076743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49" name="Freeform 1048">
                    <a:extLst>
                      <a:ext uri="{FF2B5EF4-FFF2-40B4-BE49-F238E27FC236}">
                        <a16:creationId xmlns:a16="http://schemas.microsoft.com/office/drawing/2014/main" id="{BD748DDA-3AB6-65E1-D03B-77B772081A95}"/>
                      </a:ext>
                    </a:extLst>
                  </p:cNvPr>
                  <p:cNvSpPr/>
                  <p:nvPr/>
                </p:nvSpPr>
                <p:spPr>
                  <a:xfrm>
                    <a:off x="2239049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50" name="Freeform 1049">
                    <a:extLst>
                      <a:ext uri="{FF2B5EF4-FFF2-40B4-BE49-F238E27FC236}">
                        <a16:creationId xmlns:a16="http://schemas.microsoft.com/office/drawing/2014/main" id="{9A9D49AE-B2CF-5459-F7CB-0DE3FA689413}"/>
                      </a:ext>
                    </a:extLst>
                  </p:cNvPr>
                  <p:cNvSpPr/>
                  <p:nvPr/>
                </p:nvSpPr>
                <p:spPr>
                  <a:xfrm>
                    <a:off x="2401356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51" name="Freeform 1050">
                    <a:extLst>
                      <a:ext uri="{FF2B5EF4-FFF2-40B4-BE49-F238E27FC236}">
                        <a16:creationId xmlns:a16="http://schemas.microsoft.com/office/drawing/2014/main" id="{16A84311-EDD4-57BF-C54A-DF7E24EEC53C}"/>
                      </a:ext>
                    </a:extLst>
                  </p:cNvPr>
                  <p:cNvSpPr/>
                  <p:nvPr/>
                </p:nvSpPr>
                <p:spPr>
                  <a:xfrm>
                    <a:off x="2563661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52" name="Freeform 1051">
                    <a:extLst>
                      <a:ext uri="{FF2B5EF4-FFF2-40B4-BE49-F238E27FC236}">
                        <a16:creationId xmlns:a16="http://schemas.microsoft.com/office/drawing/2014/main" id="{FFB20C86-E4CD-9753-0E40-5488C2F310AB}"/>
                      </a:ext>
                    </a:extLst>
                  </p:cNvPr>
                  <p:cNvSpPr/>
                  <p:nvPr/>
                </p:nvSpPr>
                <p:spPr>
                  <a:xfrm>
                    <a:off x="2725967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53" name="TextBox 1052">
                    <a:extLst>
                      <a:ext uri="{FF2B5EF4-FFF2-40B4-BE49-F238E27FC236}">
                        <a16:creationId xmlns:a16="http://schemas.microsoft.com/office/drawing/2014/main" id="{3363F41D-4EEE-8DBB-76A3-611851C33C0B}"/>
                      </a:ext>
                    </a:extLst>
                  </p:cNvPr>
                  <p:cNvSpPr txBox="1"/>
                  <p:nvPr/>
                </p:nvSpPr>
                <p:spPr>
                  <a:xfrm>
                    <a:off x="1941930" y="4727988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054" name="TextBox 1053">
                    <a:extLst>
                      <a:ext uri="{FF2B5EF4-FFF2-40B4-BE49-F238E27FC236}">
                        <a16:creationId xmlns:a16="http://schemas.microsoft.com/office/drawing/2014/main" id="{FDCFC4F5-9EE5-8EB3-1BD0-53E80AC4CF50}"/>
                      </a:ext>
                    </a:extLst>
                  </p:cNvPr>
                  <p:cNvSpPr txBox="1"/>
                  <p:nvPr/>
                </p:nvSpPr>
                <p:spPr>
                  <a:xfrm>
                    <a:off x="2132289" y="4727988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CA388DFF-349D-69B7-4157-C9C0B612BC8A}"/>
                      </a:ext>
                    </a:extLst>
                  </p:cNvPr>
                  <p:cNvSpPr txBox="1"/>
                  <p:nvPr/>
                </p:nvSpPr>
                <p:spPr>
                  <a:xfrm>
                    <a:off x="2265741" y="4727988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26954964-DCC9-7607-578D-73531F97CA29}"/>
                      </a:ext>
                    </a:extLst>
                  </p:cNvPr>
                  <p:cNvSpPr txBox="1"/>
                  <p:nvPr/>
                </p:nvSpPr>
                <p:spPr>
                  <a:xfrm>
                    <a:off x="2403200" y="4727988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F32A5446-92AE-B18F-B1A5-3DDE7ED62AF5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375" y="4727988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060" name="TextBox 1059">
                    <a:extLst>
                      <a:ext uri="{FF2B5EF4-FFF2-40B4-BE49-F238E27FC236}">
                        <a16:creationId xmlns:a16="http://schemas.microsoft.com/office/drawing/2014/main" id="{297BB513-320D-C079-D3A4-796575FBA977}"/>
                      </a:ext>
                    </a:extLst>
                  </p:cNvPr>
                  <p:cNvSpPr txBox="1"/>
                  <p:nvPr/>
                </p:nvSpPr>
                <p:spPr>
                  <a:xfrm>
                    <a:off x="1981152" y="3752714"/>
                    <a:ext cx="667170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7_GLUT</a:t>
                    </a:r>
                  </a:p>
                </p:txBody>
              </p:sp>
            </p:grpSp>
          </p:grpSp>
          <p:grpSp>
            <p:nvGrpSpPr>
              <p:cNvPr id="1061" name="Graphic 597">
                <a:extLst>
                  <a:ext uri="{FF2B5EF4-FFF2-40B4-BE49-F238E27FC236}">
                    <a16:creationId xmlns:a16="http://schemas.microsoft.com/office/drawing/2014/main" id="{58BB2E54-92AB-BC90-DC9B-4DA3E9752086}"/>
                  </a:ext>
                </a:extLst>
              </p:cNvPr>
              <p:cNvGrpSpPr/>
              <p:nvPr/>
            </p:nvGrpSpPr>
            <p:grpSpPr>
              <a:xfrm>
                <a:off x="66852" y="3143882"/>
                <a:ext cx="1193000" cy="1190718"/>
                <a:chOff x="3046065" y="3752714"/>
                <a:chExt cx="1193000" cy="1190718"/>
              </a:xfrm>
            </p:grpSpPr>
            <p:grpSp>
              <p:nvGrpSpPr>
                <p:cNvPr id="1064" name="Graphic 597">
                  <a:extLst>
                    <a:ext uri="{FF2B5EF4-FFF2-40B4-BE49-F238E27FC236}">
                      <a16:creationId xmlns:a16="http://schemas.microsoft.com/office/drawing/2014/main" id="{304E549D-3391-C827-C96A-C4561FCA3D06}"/>
                    </a:ext>
                  </a:extLst>
                </p:cNvPr>
                <p:cNvGrpSpPr/>
                <p:nvPr/>
              </p:nvGrpSpPr>
              <p:grpSpPr>
                <a:xfrm>
                  <a:off x="3419939" y="3949775"/>
                  <a:ext cx="775038" cy="782485"/>
                  <a:chOff x="3419939" y="3949775"/>
                  <a:chExt cx="775038" cy="782485"/>
                </a:xfrm>
              </p:grpSpPr>
              <p:sp>
                <p:nvSpPr>
                  <p:cNvPr id="1065" name="Freeform 1064">
                    <a:extLst>
                      <a:ext uri="{FF2B5EF4-FFF2-40B4-BE49-F238E27FC236}">
                        <a16:creationId xmlns:a16="http://schemas.microsoft.com/office/drawing/2014/main" id="{8B977325-53B1-44B3-A3B3-480B07D8024D}"/>
                      </a:ext>
                    </a:extLst>
                  </p:cNvPr>
                  <p:cNvSpPr/>
                  <p:nvPr/>
                </p:nvSpPr>
                <p:spPr>
                  <a:xfrm>
                    <a:off x="3506129" y="4054970"/>
                    <a:ext cx="688848" cy="677290"/>
                  </a:xfrm>
                  <a:custGeom>
                    <a:avLst/>
                    <a:gdLst>
                      <a:gd name="csX0" fmla="*/ 0 w 688848"/>
                      <a:gd name="csY0" fmla="*/ 0 h 677290"/>
                      <a:gd name="csX1" fmla="*/ 688848 w 688848"/>
                      <a:gd name="csY1" fmla="*/ 0 h 677290"/>
                      <a:gd name="csX2" fmla="*/ 688848 w 688848"/>
                      <a:gd name="csY2" fmla="*/ 677291 h 677290"/>
                      <a:gd name="csX3" fmla="*/ 0 w 688848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688848" h="677290">
                        <a:moveTo>
                          <a:pt x="0" y="0"/>
                        </a:moveTo>
                        <a:lnTo>
                          <a:pt x="688848" y="0"/>
                        </a:lnTo>
                        <a:lnTo>
                          <a:pt x="688848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66" name="Freeform 1065">
                    <a:extLst>
                      <a:ext uri="{FF2B5EF4-FFF2-40B4-BE49-F238E27FC236}">
                        <a16:creationId xmlns:a16="http://schemas.microsoft.com/office/drawing/2014/main" id="{102B832C-1595-3CAA-E64A-D8FA90220626}"/>
                      </a:ext>
                    </a:extLst>
                  </p:cNvPr>
                  <p:cNvSpPr/>
                  <p:nvPr/>
                </p:nvSpPr>
                <p:spPr>
                  <a:xfrm>
                    <a:off x="3545880" y="4488802"/>
                    <a:ext cx="79501" cy="243331"/>
                  </a:xfrm>
                  <a:custGeom>
                    <a:avLst/>
                    <a:gdLst>
                      <a:gd name="csX0" fmla="*/ 0 w 79501"/>
                      <a:gd name="csY0" fmla="*/ 0 h 243331"/>
                      <a:gd name="csX1" fmla="*/ 79502 w 79501"/>
                      <a:gd name="csY1" fmla="*/ 0 h 243331"/>
                      <a:gd name="csX2" fmla="*/ 79502 w 79501"/>
                      <a:gd name="csY2" fmla="*/ 243332 h 243331"/>
                      <a:gd name="csX3" fmla="*/ 0 w 79501"/>
                      <a:gd name="csY3" fmla="*/ 243332 h 24333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1" h="243331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243332"/>
                        </a:lnTo>
                        <a:lnTo>
                          <a:pt x="0" y="243332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67" name="Freeform 1066">
                    <a:extLst>
                      <a:ext uri="{FF2B5EF4-FFF2-40B4-BE49-F238E27FC236}">
                        <a16:creationId xmlns:a16="http://schemas.microsoft.com/office/drawing/2014/main" id="{2F394164-0660-8F20-D6F0-57ED09F6EE42}"/>
                      </a:ext>
                    </a:extLst>
                  </p:cNvPr>
                  <p:cNvSpPr/>
                  <p:nvPr/>
                </p:nvSpPr>
                <p:spPr>
                  <a:xfrm>
                    <a:off x="3678341" y="4518647"/>
                    <a:ext cx="79502" cy="213613"/>
                  </a:xfrm>
                  <a:custGeom>
                    <a:avLst/>
                    <a:gdLst>
                      <a:gd name="csX0" fmla="*/ 0 w 79502"/>
                      <a:gd name="csY0" fmla="*/ 0 h 213613"/>
                      <a:gd name="csX1" fmla="*/ 79502 w 79502"/>
                      <a:gd name="csY1" fmla="*/ 0 h 213613"/>
                      <a:gd name="csX2" fmla="*/ 79502 w 79502"/>
                      <a:gd name="csY2" fmla="*/ 213614 h 213613"/>
                      <a:gd name="csX3" fmla="*/ 0 w 79502"/>
                      <a:gd name="csY3" fmla="*/ 213614 h 21361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213613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213614"/>
                        </a:lnTo>
                        <a:lnTo>
                          <a:pt x="0" y="213614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68" name="Freeform 1067">
                    <a:extLst>
                      <a:ext uri="{FF2B5EF4-FFF2-40B4-BE49-F238E27FC236}">
                        <a16:creationId xmlns:a16="http://schemas.microsoft.com/office/drawing/2014/main" id="{934A9C99-CFF1-F080-F310-99AF9F99C905}"/>
                      </a:ext>
                    </a:extLst>
                  </p:cNvPr>
                  <p:cNvSpPr/>
                  <p:nvPr/>
                </p:nvSpPr>
                <p:spPr>
                  <a:xfrm>
                    <a:off x="3810802" y="4467974"/>
                    <a:ext cx="79502" cy="264159"/>
                  </a:xfrm>
                  <a:custGeom>
                    <a:avLst/>
                    <a:gdLst>
                      <a:gd name="csX0" fmla="*/ 0 w 79502"/>
                      <a:gd name="csY0" fmla="*/ 0 h 264159"/>
                      <a:gd name="csX1" fmla="*/ 79502 w 79502"/>
                      <a:gd name="csY1" fmla="*/ 0 h 264159"/>
                      <a:gd name="csX2" fmla="*/ 79502 w 79502"/>
                      <a:gd name="csY2" fmla="*/ 264160 h 264159"/>
                      <a:gd name="csX3" fmla="*/ 0 w 79502"/>
                      <a:gd name="csY3" fmla="*/ 264160 h 26415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264159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264160"/>
                        </a:lnTo>
                        <a:lnTo>
                          <a:pt x="0" y="264160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69" name="Freeform 1068">
                    <a:extLst>
                      <a:ext uri="{FF2B5EF4-FFF2-40B4-BE49-F238E27FC236}">
                        <a16:creationId xmlns:a16="http://schemas.microsoft.com/office/drawing/2014/main" id="{E2DB0580-492C-A894-3233-485C895473B0}"/>
                      </a:ext>
                    </a:extLst>
                  </p:cNvPr>
                  <p:cNvSpPr/>
                  <p:nvPr/>
                </p:nvSpPr>
                <p:spPr>
                  <a:xfrm>
                    <a:off x="3943263" y="4451464"/>
                    <a:ext cx="79502" cy="280796"/>
                  </a:xfrm>
                  <a:custGeom>
                    <a:avLst/>
                    <a:gdLst>
                      <a:gd name="csX0" fmla="*/ 0 w 79502"/>
                      <a:gd name="csY0" fmla="*/ 0 h 280796"/>
                      <a:gd name="csX1" fmla="*/ 79502 w 79502"/>
                      <a:gd name="csY1" fmla="*/ 0 h 280796"/>
                      <a:gd name="csX2" fmla="*/ 79502 w 79502"/>
                      <a:gd name="csY2" fmla="*/ 280797 h 280796"/>
                      <a:gd name="csX3" fmla="*/ 0 w 79502"/>
                      <a:gd name="csY3" fmla="*/ 280797 h 28079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280796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280797"/>
                        </a:lnTo>
                        <a:lnTo>
                          <a:pt x="0" y="280797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0" name="Freeform 1069">
                    <a:extLst>
                      <a:ext uri="{FF2B5EF4-FFF2-40B4-BE49-F238E27FC236}">
                        <a16:creationId xmlns:a16="http://schemas.microsoft.com/office/drawing/2014/main" id="{A541188F-CCF1-1973-AD30-CE4BC5F62A8D}"/>
                      </a:ext>
                    </a:extLst>
                  </p:cNvPr>
                  <p:cNvSpPr/>
                  <p:nvPr/>
                </p:nvSpPr>
                <p:spPr>
                  <a:xfrm>
                    <a:off x="4075724" y="4571479"/>
                    <a:ext cx="79502" cy="160654"/>
                  </a:xfrm>
                  <a:custGeom>
                    <a:avLst/>
                    <a:gdLst>
                      <a:gd name="csX0" fmla="*/ 0 w 79502"/>
                      <a:gd name="csY0" fmla="*/ 0 h 160654"/>
                      <a:gd name="csX1" fmla="*/ 79502 w 79502"/>
                      <a:gd name="csY1" fmla="*/ 0 h 160654"/>
                      <a:gd name="csX2" fmla="*/ 79502 w 79502"/>
                      <a:gd name="csY2" fmla="*/ 160655 h 160654"/>
                      <a:gd name="csX3" fmla="*/ 0 w 79502"/>
                      <a:gd name="csY3" fmla="*/ 160655 h 16065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9502" h="160654">
                        <a:moveTo>
                          <a:pt x="0" y="0"/>
                        </a:moveTo>
                        <a:lnTo>
                          <a:pt x="79502" y="0"/>
                        </a:lnTo>
                        <a:lnTo>
                          <a:pt x="79502" y="160655"/>
                        </a:lnTo>
                        <a:lnTo>
                          <a:pt x="0" y="160655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1" name="Freeform 1070">
                    <a:extLst>
                      <a:ext uri="{FF2B5EF4-FFF2-40B4-BE49-F238E27FC236}">
                        <a16:creationId xmlns:a16="http://schemas.microsoft.com/office/drawing/2014/main" id="{AEFF359B-5F8B-62AC-3E0E-CAD18E06A251}"/>
                      </a:ext>
                    </a:extLst>
                  </p:cNvPr>
                  <p:cNvSpPr/>
                  <p:nvPr/>
                </p:nvSpPr>
                <p:spPr>
                  <a:xfrm>
                    <a:off x="3559214" y="4452860"/>
                    <a:ext cx="52959" cy="12700"/>
                  </a:xfrm>
                  <a:custGeom>
                    <a:avLst/>
                    <a:gdLst>
                      <a:gd name="csX0" fmla="*/ 0 w 52959"/>
                      <a:gd name="csY0" fmla="*/ 0 h 12700"/>
                      <a:gd name="csX1" fmla="*/ 52959 w 5295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9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2" name="Freeform 1071">
                    <a:extLst>
                      <a:ext uri="{FF2B5EF4-FFF2-40B4-BE49-F238E27FC236}">
                        <a16:creationId xmlns:a16="http://schemas.microsoft.com/office/drawing/2014/main" id="{BC1D1413-0745-D675-BA41-6ABC0A370095}"/>
                      </a:ext>
                    </a:extLst>
                  </p:cNvPr>
                  <p:cNvSpPr/>
                  <p:nvPr/>
                </p:nvSpPr>
                <p:spPr>
                  <a:xfrm>
                    <a:off x="3585631" y="4452860"/>
                    <a:ext cx="12700" cy="72009"/>
                  </a:xfrm>
                  <a:custGeom>
                    <a:avLst/>
                    <a:gdLst>
                      <a:gd name="csX0" fmla="*/ 0 w 12700"/>
                      <a:gd name="csY0" fmla="*/ 0 h 72009"/>
                      <a:gd name="csX1" fmla="*/ 0 w 12700"/>
                      <a:gd name="csY1" fmla="*/ 72009 h 7200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2009">
                        <a:moveTo>
                          <a:pt x="0" y="0"/>
                        </a:moveTo>
                        <a:lnTo>
                          <a:pt x="0" y="7200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3" name="Freeform 1072">
                    <a:extLst>
                      <a:ext uri="{FF2B5EF4-FFF2-40B4-BE49-F238E27FC236}">
                        <a16:creationId xmlns:a16="http://schemas.microsoft.com/office/drawing/2014/main" id="{0765C3E9-AECE-9330-EC96-1974FC997092}"/>
                      </a:ext>
                    </a:extLst>
                  </p:cNvPr>
                  <p:cNvSpPr/>
                  <p:nvPr/>
                </p:nvSpPr>
                <p:spPr>
                  <a:xfrm>
                    <a:off x="3559214" y="4524870"/>
                    <a:ext cx="52959" cy="12700"/>
                  </a:xfrm>
                  <a:custGeom>
                    <a:avLst/>
                    <a:gdLst>
                      <a:gd name="csX0" fmla="*/ 0 w 52959"/>
                      <a:gd name="csY0" fmla="*/ 0 h 12700"/>
                      <a:gd name="csX1" fmla="*/ 52959 w 52959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9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4" name="Freeform 1073">
                    <a:extLst>
                      <a:ext uri="{FF2B5EF4-FFF2-40B4-BE49-F238E27FC236}">
                        <a16:creationId xmlns:a16="http://schemas.microsoft.com/office/drawing/2014/main" id="{22E46778-FE7D-01D0-FDEA-EB58A0566AB2}"/>
                      </a:ext>
                    </a:extLst>
                  </p:cNvPr>
                  <p:cNvSpPr/>
                  <p:nvPr/>
                </p:nvSpPr>
                <p:spPr>
                  <a:xfrm>
                    <a:off x="3691675" y="4501121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5" name="Freeform 1074">
                    <a:extLst>
                      <a:ext uri="{FF2B5EF4-FFF2-40B4-BE49-F238E27FC236}">
                        <a16:creationId xmlns:a16="http://schemas.microsoft.com/office/drawing/2014/main" id="{FD3B86DF-9E96-AC4C-7EB6-D5E4C9532FED}"/>
                      </a:ext>
                    </a:extLst>
                  </p:cNvPr>
                  <p:cNvSpPr/>
                  <p:nvPr/>
                </p:nvSpPr>
                <p:spPr>
                  <a:xfrm>
                    <a:off x="3718092" y="4501121"/>
                    <a:ext cx="12700" cy="34925"/>
                  </a:xfrm>
                  <a:custGeom>
                    <a:avLst/>
                    <a:gdLst>
                      <a:gd name="csX0" fmla="*/ 0 w 12700"/>
                      <a:gd name="csY0" fmla="*/ 0 h 34925"/>
                      <a:gd name="csX1" fmla="*/ 0 w 12700"/>
                      <a:gd name="csY1" fmla="*/ 34925 h 3492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925">
                        <a:moveTo>
                          <a:pt x="0" y="0"/>
                        </a:moveTo>
                        <a:lnTo>
                          <a:pt x="0" y="3492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6" name="Freeform 1075">
                    <a:extLst>
                      <a:ext uri="{FF2B5EF4-FFF2-40B4-BE49-F238E27FC236}">
                        <a16:creationId xmlns:a16="http://schemas.microsoft.com/office/drawing/2014/main" id="{8429379D-1421-5D60-8BB3-CB667342016F}"/>
                      </a:ext>
                    </a:extLst>
                  </p:cNvPr>
                  <p:cNvSpPr/>
                  <p:nvPr/>
                </p:nvSpPr>
                <p:spPr>
                  <a:xfrm>
                    <a:off x="3691675" y="4536046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7" name="Freeform 1076">
                    <a:extLst>
                      <a:ext uri="{FF2B5EF4-FFF2-40B4-BE49-F238E27FC236}">
                        <a16:creationId xmlns:a16="http://schemas.microsoft.com/office/drawing/2014/main" id="{79132498-8E8D-6D50-D153-300055B29117}"/>
                      </a:ext>
                    </a:extLst>
                  </p:cNvPr>
                  <p:cNvSpPr/>
                  <p:nvPr/>
                </p:nvSpPr>
                <p:spPr>
                  <a:xfrm>
                    <a:off x="3824136" y="4280649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8" name="Freeform 1077">
                    <a:extLst>
                      <a:ext uri="{FF2B5EF4-FFF2-40B4-BE49-F238E27FC236}">
                        <a16:creationId xmlns:a16="http://schemas.microsoft.com/office/drawing/2014/main" id="{1EF1421D-F4E4-41BB-0C09-CA365B5CE32D}"/>
                      </a:ext>
                    </a:extLst>
                  </p:cNvPr>
                  <p:cNvSpPr/>
                  <p:nvPr/>
                </p:nvSpPr>
                <p:spPr>
                  <a:xfrm>
                    <a:off x="3850553" y="4280649"/>
                    <a:ext cx="12700" cy="374649"/>
                  </a:xfrm>
                  <a:custGeom>
                    <a:avLst/>
                    <a:gdLst>
                      <a:gd name="csX0" fmla="*/ 0 w 12700"/>
                      <a:gd name="csY0" fmla="*/ 0 h 374649"/>
                      <a:gd name="csX1" fmla="*/ 0 w 12700"/>
                      <a:gd name="csY1" fmla="*/ 374650 h 37464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74649">
                        <a:moveTo>
                          <a:pt x="0" y="0"/>
                        </a:moveTo>
                        <a:lnTo>
                          <a:pt x="0" y="37465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B57DEC12-842E-A5DE-EFAE-F4A2EDD38B45}"/>
                      </a:ext>
                    </a:extLst>
                  </p:cNvPr>
                  <p:cNvSpPr/>
                  <p:nvPr/>
                </p:nvSpPr>
                <p:spPr>
                  <a:xfrm>
                    <a:off x="3824136" y="4655298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3E355CD7-C2DA-2BFF-0CC8-B47A6534619D}"/>
                      </a:ext>
                    </a:extLst>
                  </p:cNvPr>
                  <p:cNvSpPr/>
                  <p:nvPr/>
                </p:nvSpPr>
                <p:spPr>
                  <a:xfrm>
                    <a:off x="4089059" y="4553445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1" name="Freeform 1080">
                    <a:extLst>
                      <a:ext uri="{FF2B5EF4-FFF2-40B4-BE49-F238E27FC236}">
                        <a16:creationId xmlns:a16="http://schemas.microsoft.com/office/drawing/2014/main" id="{3D6A8BC3-3043-15DD-B937-252545E74FF1}"/>
                      </a:ext>
                    </a:extLst>
                  </p:cNvPr>
                  <p:cNvSpPr/>
                  <p:nvPr/>
                </p:nvSpPr>
                <p:spPr>
                  <a:xfrm>
                    <a:off x="4115475" y="4553445"/>
                    <a:ext cx="12700" cy="36067"/>
                  </a:xfrm>
                  <a:custGeom>
                    <a:avLst/>
                    <a:gdLst>
                      <a:gd name="csX0" fmla="*/ 0 w 12700"/>
                      <a:gd name="csY0" fmla="*/ 0 h 36067"/>
                      <a:gd name="csX1" fmla="*/ 0 w 12700"/>
                      <a:gd name="csY1" fmla="*/ 36068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6067">
                        <a:moveTo>
                          <a:pt x="0" y="0"/>
                        </a:moveTo>
                        <a:lnTo>
                          <a:pt x="0" y="36068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2" name="Freeform 1081">
                    <a:extLst>
                      <a:ext uri="{FF2B5EF4-FFF2-40B4-BE49-F238E27FC236}">
                        <a16:creationId xmlns:a16="http://schemas.microsoft.com/office/drawing/2014/main" id="{0D765599-85AC-AC26-26BF-B3F95C93E0F0}"/>
                      </a:ext>
                    </a:extLst>
                  </p:cNvPr>
                  <p:cNvSpPr/>
                  <p:nvPr/>
                </p:nvSpPr>
                <p:spPr>
                  <a:xfrm>
                    <a:off x="4089059" y="4589512"/>
                    <a:ext cx="52958" cy="12700"/>
                  </a:xfrm>
                  <a:custGeom>
                    <a:avLst/>
                    <a:gdLst>
                      <a:gd name="csX0" fmla="*/ 0 w 52958"/>
                      <a:gd name="csY0" fmla="*/ 0 h 12700"/>
                      <a:gd name="csX1" fmla="*/ 52959 w 5295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58" h="12700">
                        <a:moveTo>
                          <a:pt x="0" y="0"/>
                        </a:moveTo>
                        <a:lnTo>
                          <a:pt x="52959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3" name="Freeform 1082">
                    <a:extLst>
                      <a:ext uri="{FF2B5EF4-FFF2-40B4-BE49-F238E27FC236}">
                        <a16:creationId xmlns:a16="http://schemas.microsoft.com/office/drawing/2014/main" id="{E9472B17-7440-EDA1-7121-1988E2B7E6B5}"/>
                      </a:ext>
                    </a:extLst>
                  </p:cNvPr>
                  <p:cNvSpPr/>
                  <p:nvPr/>
                </p:nvSpPr>
                <p:spPr>
                  <a:xfrm>
                    <a:off x="3843568" y="426185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4" name="Freeform 1083">
                    <a:extLst>
                      <a:ext uri="{FF2B5EF4-FFF2-40B4-BE49-F238E27FC236}">
                        <a16:creationId xmlns:a16="http://schemas.microsoft.com/office/drawing/2014/main" id="{CBEE6BF2-820A-FBD8-A245-09CCD97CA048}"/>
                      </a:ext>
                    </a:extLst>
                  </p:cNvPr>
                  <p:cNvSpPr/>
                  <p:nvPr/>
                </p:nvSpPr>
                <p:spPr>
                  <a:xfrm>
                    <a:off x="3711615" y="4549889"/>
                    <a:ext cx="36068" cy="36067"/>
                  </a:xfrm>
                  <a:custGeom>
                    <a:avLst/>
                    <a:gdLst>
                      <a:gd name="csX0" fmla="*/ 36068 w 36068"/>
                      <a:gd name="csY0" fmla="*/ 18034 h 36067"/>
                      <a:gd name="csX1" fmla="*/ 18034 w 36068"/>
                      <a:gd name="csY1" fmla="*/ 36068 h 36067"/>
                      <a:gd name="csX2" fmla="*/ 0 w 36068"/>
                      <a:gd name="csY2" fmla="*/ 18034 h 36067"/>
                      <a:gd name="csX3" fmla="*/ 18034 w 36068"/>
                      <a:gd name="csY3" fmla="*/ 0 h 36067"/>
                      <a:gd name="csX4" fmla="*/ 36068 w 36068"/>
                      <a:gd name="csY4" fmla="*/ 18034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7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5" name="Freeform 1084">
                    <a:extLst>
                      <a:ext uri="{FF2B5EF4-FFF2-40B4-BE49-F238E27FC236}">
                        <a16:creationId xmlns:a16="http://schemas.microsoft.com/office/drawing/2014/main" id="{B4F25A70-43EC-B00A-BF4D-BD02CECAB75C}"/>
                      </a:ext>
                    </a:extLst>
                  </p:cNvPr>
                  <p:cNvSpPr/>
                  <p:nvPr/>
                </p:nvSpPr>
                <p:spPr>
                  <a:xfrm>
                    <a:off x="3694470" y="450505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6" name="Freeform 1085">
                    <a:extLst>
                      <a:ext uri="{FF2B5EF4-FFF2-40B4-BE49-F238E27FC236}">
                        <a16:creationId xmlns:a16="http://schemas.microsoft.com/office/drawing/2014/main" id="{BA44B45B-F4B4-81A1-9EB6-8B9867878677}"/>
                      </a:ext>
                    </a:extLst>
                  </p:cNvPr>
                  <p:cNvSpPr/>
                  <p:nvPr/>
                </p:nvSpPr>
                <p:spPr>
                  <a:xfrm>
                    <a:off x="4106204" y="458125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7" name="Freeform 1086">
                    <a:extLst>
                      <a:ext uri="{FF2B5EF4-FFF2-40B4-BE49-F238E27FC236}">
                        <a16:creationId xmlns:a16="http://schemas.microsoft.com/office/drawing/2014/main" id="{D7EA2CF2-BFAE-19DA-9849-B797091519D4}"/>
                      </a:ext>
                    </a:extLst>
                  </p:cNvPr>
                  <p:cNvSpPr/>
                  <p:nvPr/>
                </p:nvSpPr>
                <p:spPr>
                  <a:xfrm>
                    <a:off x="3571407" y="44296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8" name="Freeform 1087">
                    <a:extLst>
                      <a:ext uri="{FF2B5EF4-FFF2-40B4-BE49-F238E27FC236}">
                        <a16:creationId xmlns:a16="http://schemas.microsoft.com/office/drawing/2014/main" id="{72C813C5-24B2-3AA6-42AA-F3FC1E3C0E5C}"/>
                      </a:ext>
                    </a:extLst>
                  </p:cNvPr>
                  <p:cNvSpPr/>
                  <p:nvPr/>
                </p:nvSpPr>
                <p:spPr>
                  <a:xfrm>
                    <a:off x="4097949" y="451471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89" name="Freeform 1088">
                    <a:extLst>
                      <a:ext uri="{FF2B5EF4-FFF2-40B4-BE49-F238E27FC236}">
                        <a16:creationId xmlns:a16="http://schemas.microsoft.com/office/drawing/2014/main" id="{80697311-3C4A-3253-9A50-D6DC39ACE7F8}"/>
                      </a:ext>
                    </a:extLst>
                  </p:cNvPr>
                  <p:cNvSpPr/>
                  <p:nvPr/>
                </p:nvSpPr>
                <p:spPr>
                  <a:xfrm>
                    <a:off x="3573947" y="451750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0" name="Freeform 1089">
                    <a:extLst>
                      <a:ext uri="{FF2B5EF4-FFF2-40B4-BE49-F238E27FC236}">
                        <a16:creationId xmlns:a16="http://schemas.microsoft.com/office/drawing/2014/main" id="{3616552F-D55E-D50E-1E99-4FAA126F3A7E}"/>
                      </a:ext>
                    </a:extLst>
                  </p:cNvPr>
                  <p:cNvSpPr/>
                  <p:nvPr/>
                </p:nvSpPr>
                <p:spPr>
                  <a:xfrm>
                    <a:off x="4087789" y="449667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1" name="Freeform 1090">
                    <a:extLst>
                      <a:ext uri="{FF2B5EF4-FFF2-40B4-BE49-F238E27FC236}">
                        <a16:creationId xmlns:a16="http://schemas.microsoft.com/office/drawing/2014/main" id="{FFA4223C-6A52-055B-ECA6-048FEB8F8E01}"/>
                      </a:ext>
                    </a:extLst>
                  </p:cNvPr>
                  <p:cNvSpPr/>
                  <p:nvPr/>
                </p:nvSpPr>
                <p:spPr>
                  <a:xfrm>
                    <a:off x="3571788" y="449400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2" name="Freeform 1091">
                    <a:extLst>
                      <a:ext uri="{FF2B5EF4-FFF2-40B4-BE49-F238E27FC236}">
                        <a16:creationId xmlns:a16="http://schemas.microsoft.com/office/drawing/2014/main" id="{B0E3F997-F65C-F5DC-EB8A-AC5D21635B41}"/>
                      </a:ext>
                    </a:extLst>
                  </p:cNvPr>
                  <p:cNvSpPr/>
                  <p:nvPr/>
                </p:nvSpPr>
                <p:spPr>
                  <a:xfrm>
                    <a:off x="4102902" y="461808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3" name="Freeform 1092">
                    <a:extLst>
                      <a:ext uri="{FF2B5EF4-FFF2-40B4-BE49-F238E27FC236}">
                        <a16:creationId xmlns:a16="http://schemas.microsoft.com/office/drawing/2014/main" id="{E4B716FF-7951-E6DD-730C-82FA3CB9FBD2}"/>
                      </a:ext>
                    </a:extLst>
                  </p:cNvPr>
                  <p:cNvSpPr/>
                  <p:nvPr/>
                </p:nvSpPr>
                <p:spPr>
                  <a:xfrm>
                    <a:off x="3566454" y="456805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4" name="Freeform 1093">
                    <a:extLst>
                      <a:ext uri="{FF2B5EF4-FFF2-40B4-BE49-F238E27FC236}">
                        <a16:creationId xmlns:a16="http://schemas.microsoft.com/office/drawing/2014/main" id="{104D5393-1C97-DE18-3415-2D5EFB3E1C77}"/>
                      </a:ext>
                    </a:extLst>
                  </p:cNvPr>
                  <p:cNvSpPr/>
                  <p:nvPr/>
                </p:nvSpPr>
                <p:spPr>
                  <a:xfrm>
                    <a:off x="4103283" y="454506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5" name="Freeform 1094">
                    <a:extLst>
                      <a:ext uri="{FF2B5EF4-FFF2-40B4-BE49-F238E27FC236}">
                        <a16:creationId xmlns:a16="http://schemas.microsoft.com/office/drawing/2014/main" id="{6AF210C9-9C57-C061-3D4D-88EC93FD4C4C}"/>
                      </a:ext>
                    </a:extLst>
                  </p:cNvPr>
                  <p:cNvSpPr/>
                  <p:nvPr/>
                </p:nvSpPr>
                <p:spPr>
                  <a:xfrm>
                    <a:off x="3579154" y="450112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6" name="Freeform 1095">
                    <a:extLst>
                      <a:ext uri="{FF2B5EF4-FFF2-40B4-BE49-F238E27FC236}">
                        <a16:creationId xmlns:a16="http://schemas.microsoft.com/office/drawing/2014/main" id="{F363D4F6-40D7-73E0-088D-7979C8A64583}"/>
                      </a:ext>
                    </a:extLst>
                  </p:cNvPr>
                  <p:cNvSpPr/>
                  <p:nvPr/>
                </p:nvSpPr>
                <p:spPr>
                  <a:xfrm>
                    <a:off x="3693581" y="4541380"/>
                    <a:ext cx="36068" cy="36067"/>
                  </a:xfrm>
                  <a:custGeom>
                    <a:avLst/>
                    <a:gdLst>
                      <a:gd name="csX0" fmla="*/ 36068 w 36068"/>
                      <a:gd name="csY0" fmla="*/ 18034 h 36067"/>
                      <a:gd name="csX1" fmla="*/ 18034 w 36068"/>
                      <a:gd name="csY1" fmla="*/ 36068 h 36067"/>
                      <a:gd name="csX2" fmla="*/ 0 w 36068"/>
                      <a:gd name="csY2" fmla="*/ 18034 h 36067"/>
                      <a:gd name="csX3" fmla="*/ 18034 w 36068"/>
                      <a:gd name="csY3" fmla="*/ 0 h 36067"/>
                      <a:gd name="csX4" fmla="*/ 36068 w 36068"/>
                      <a:gd name="csY4" fmla="*/ 18034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7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7" name="Freeform 1096">
                    <a:extLst>
                      <a:ext uri="{FF2B5EF4-FFF2-40B4-BE49-F238E27FC236}">
                        <a16:creationId xmlns:a16="http://schemas.microsoft.com/office/drawing/2014/main" id="{DBFF7C3E-D218-06DC-2E58-CDB39FEAABEF}"/>
                      </a:ext>
                    </a:extLst>
                  </p:cNvPr>
                  <p:cNvSpPr/>
                  <p:nvPr/>
                </p:nvSpPr>
                <p:spPr>
                  <a:xfrm>
                    <a:off x="4096425" y="45634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8" name="Freeform 1097">
                    <a:extLst>
                      <a:ext uri="{FF2B5EF4-FFF2-40B4-BE49-F238E27FC236}">
                        <a16:creationId xmlns:a16="http://schemas.microsoft.com/office/drawing/2014/main" id="{CBAC7D60-2131-55B2-5728-B0DDFC425691}"/>
                      </a:ext>
                    </a:extLst>
                  </p:cNvPr>
                  <p:cNvSpPr/>
                  <p:nvPr/>
                </p:nvSpPr>
                <p:spPr>
                  <a:xfrm>
                    <a:off x="3579281" y="431595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099" name="Freeform 1098">
                    <a:extLst>
                      <a:ext uri="{FF2B5EF4-FFF2-40B4-BE49-F238E27FC236}">
                        <a16:creationId xmlns:a16="http://schemas.microsoft.com/office/drawing/2014/main" id="{0B2175CE-6176-F5C0-4A63-B88D64E8E1BF}"/>
                      </a:ext>
                    </a:extLst>
                  </p:cNvPr>
                  <p:cNvSpPr/>
                  <p:nvPr/>
                </p:nvSpPr>
                <p:spPr>
                  <a:xfrm>
                    <a:off x="3845219" y="463650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0" name="Freeform 1099">
                    <a:extLst>
                      <a:ext uri="{FF2B5EF4-FFF2-40B4-BE49-F238E27FC236}">
                        <a16:creationId xmlns:a16="http://schemas.microsoft.com/office/drawing/2014/main" id="{0E86D2A4-350C-286E-67EB-160BBCADFB9E}"/>
                      </a:ext>
                    </a:extLst>
                  </p:cNvPr>
                  <p:cNvSpPr/>
                  <p:nvPr/>
                </p:nvSpPr>
                <p:spPr>
                  <a:xfrm>
                    <a:off x="3689898" y="45341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1" name="Freeform 1100">
                    <a:extLst>
                      <a:ext uri="{FF2B5EF4-FFF2-40B4-BE49-F238E27FC236}">
                        <a16:creationId xmlns:a16="http://schemas.microsoft.com/office/drawing/2014/main" id="{D2F50A73-2D2A-B1DD-76C2-B54E5F951ED5}"/>
                      </a:ext>
                    </a:extLst>
                  </p:cNvPr>
                  <p:cNvSpPr/>
                  <p:nvPr/>
                </p:nvSpPr>
                <p:spPr>
                  <a:xfrm>
                    <a:off x="3699423" y="448296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2" name="Freeform 1101">
                    <a:extLst>
                      <a:ext uri="{FF2B5EF4-FFF2-40B4-BE49-F238E27FC236}">
                        <a16:creationId xmlns:a16="http://schemas.microsoft.com/office/drawing/2014/main" id="{084A9B20-9003-DB40-59FD-7C6BE2451CDB}"/>
                      </a:ext>
                    </a:extLst>
                  </p:cNvPr>
                  <p:cNvSpPr/>
                  <p:nvPr/>
                </p:nvSpPr>
                <p:spPr>
                  <a:xfrm>
                    <a:off x="3966631" y="443355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3" name="Freeform 1102">
                    <a:extLst>
                      <a:ext uri="{FF2B5EF4-FFF2-40B4-BE49-F238E27FC236}">
                        <a16:creationId xmlns:a16="http://schemas.microsoft.com/office/drawing/2014/main" id="{0444B254-7B03-520C-1B6C-C082910680DD}"/>
                      </a:ext>
                    </a:extLst>
                  </p:cNvPr>
                  <p:cNvSpPr/>
                  <p:nvPr/>
                </p:nvSpPr>
                <p:spPr>
                  <a:xfrm>
                    <a:off x="3710726" y="44237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4" name="Freeform 1103">
                    <a:extLst>
                      <a:ext uri="{FF2B5EF4-FFF2-40B4-BE49-F238E27FC236}">
                        <a16:creationId xmlns:a16="http://schemas.microsoft.com/office/drawing/2014/main" id="{B40CEE73-7B84-A6C7-F38C-00E5FEAB31C4}"/>
                      </a:ext>
                    </a:extLst>
                  </p:cNvPr>
                  <p:cNvSpPr/>
                  <p:nvPr/>
                </p:nvSpPr>
                <p:spPr>
                  <a:xfrm>
                    <a:off x="3690533" y="446606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5" name="TextBox 1104">
                    <a:extLst>
                      <a:ext uri="{FF2B5EF4-FFF2-40B4-BE49-F238E27FC236}">
                        <a16:creationId xmlns:a16="http://schemas.microsoft.com/office/drawing/2014/main" id="{0F5B9FB0-8C33-FA57-86D3-B816AF651646}"/>
                      </a:ext>
                    </a:extLst>
                  </p:cNvPr>
                  <p:cNvSpPr txBox="1"/>
                  <p:nvPr/>
                </p:nvSpPr>
                <p:spPr>
                  <a:xfrm>
                    <a:off x="3419939" y="4117568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0.158</a:t>
                    </a:r>
                  </a:p>
                </p:txBody>
              </p:sp>
              <p:sp>
                <p:nvSpPr>
                  <p:cNvPr id="1106" name="Freeform 1105">
                    <a:extLst>
                      <a:ext uri="{FF2B5EF4-FFF2-40B4-BE49-F238E27FC236}">
                        <a16:creationId xmlns:a16="http://schemas.microsoft.com/office/drawing/2014/main" id="{F140A916-E785-6E16-76D6-35FEA794C2BB}"/>
                      </a:ext>
                    </a:extLst>
                  </p:cNvPr>
                  <p:cNvSpPr/>
                  <p:nvPr/>
                </p:nvSpPr>
                <p:spPr>
                  <a:xfrm>
                    <a:off x="3585631" y="4235564"/>
                    <a:ext cx="119253" cy="12700"/>
                  </a:xfrm>
                  <a:custGeom>
                    <a:avLst/>
                    <a:gdLst>
                      <a:gd name="csX0" fmla="*/ 0 w 119253"/>
                      <a:gd name="csY0" fmla="*/ 0 h 12700"/>
                      <a:gd name="csX1" fmla="*/ 119253 w 119253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19253" h="12700">
                        <a:moveTo>
                          <a:pt x="0" y="0"/>
                        </a:moveTo>
                        <a:lnTo>
                          <a:pt x="119253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7" name="TextBox 1106">
                    <a:extLst>
                      <a:ext uri="{FF2B5EF4-FFF2-40B4-BE49-F238E27FC236}">
                        <a16:creationId xmlns:a16="http://schemas.microsoft.com/office/drawing/2014/main" id="{8287CBC5-67BB-0559-9FDD-2461B56FB662}"/>
                      </a:ext>
                    </a:extLst>
                  </p:cNvPr>
                  <p:cNvSpPr txBox="1"/>
                  <p:nvPr/>
                </p:nvSpPr>
                <p:spPr>
                  <a:xfrm>
                    <a:off x="3750967" y="4062678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108" name="Freeform 1107">
                    <a:extLst>
                      <a:ext uri="{FF2B5EF4-FFF2-40B4-BE49-F238E27FC236}">
                        <a16:creationId xmlns:a16="http://schemas.microsoft.com/office/drawing/2014/main" id="{9CE66026-77E6-2486-C807-94BEE6385823}"/>
                      </a:ext>
                    </a:extLst>
                  </p:cNvPr>
                  <p:cNvSpPr/>
                  <p:nvPr/>
                </p:nvSpPr>
                <p:spPr>
                  <a:xfrm>
                    <a:off x="3731300" y="4235564"/>
                    <a:ext cx="384175" cy="12700"/>
                  </a:xfrm>
                  <a:custGeom>
                    <a:avLst/>
                    <a:gdLst>
                      <a:gd name="csX0" fmla="*/ 0 w 384175"/>
                      <a:gd name="csY0" fmla="*/ 0 h 12700"/>
                      <a:gd name="csX1" fmla="*/ 384175 w 384175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84175" h="12700">
                        <a:moveTo>
                          <a:pt x="0" y="0"/>
                        </a:moveTo>
                        <a:lnTo>
                          <a:pt x="38417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09" name="TextBox 1108">
                    <a:extLst>
                      <a:ext uri="{FF2B5EF4-FFF2-40B4-BE49-F238E27FC236}">
                        <a16:creationId xmlns:a16="http://schemas.microsoft.com/office/drawing/2014/main" id="{95504CD1-6018-7FD6-2B6C-A029EC4D11C7}"/>
                      </a:ext>
                    </a:extLst>
                  </p:cNvPr>
                  <p:cNvSpPr txBox="1"/>
                  <p:nvPr/>
                </p:nvSpPr>
                <p:spPr>
                  <a:xfrm>
                    <a:off x="3637995" y="3949775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1110" name="Freeform 1109">
                    <a:extLst>
                      <a:ext uri="{FF2B5EF4-FFF2-40B4-BE49-F238E27FC236}">
                        <a16:creationId xmlns:a16="http://schemas.microsoft.com/office/drawing/2014/main" id="{EE036488-C468-3841-5F3E-0C9FAD660373}"/>
                      </a:ext>
                    </a:extLst>
                  </p:cNvPr>
                  <p:cNvSpPr/>
                  <p:nvPr/>
                </p:nvSpPr>
                <p:spPr>
                  <a:xfrm>
                    <a:off x="3585631" y="4122661"/>
                    <a:ext cx="529844" cy="12700"/>
                  </a:xfrm>
                  <a:custGeom>
                    <a:avLst/>
                    <a:gdLst>
                      <a:gd name="csX0" fmla="*/ 0 w 529844"/>
                      <a:gd name="csY0" fmla="*/ 0 h 12700"/>
                      <a:gd name="csX1" fmla="*/ 529844 w 52984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529844" h="12700">
                        <a:moveTo>
                          <a:pt x="0" y="0"/>
                        </a:moveTo>
                        <a:lnTo>
                          <a:pt x="52984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111" name="Graphic 597">
                  <a:extLst>
                    <a:ext uri="{FF2B5EF4-FFF2-40B4-BE49-F238E27FC236}">
                      <a16:creationId xmlns:a16="http://schemas.microsoft.com/office/drawing/2014/main" id="{F1CAC294-6C17-3B4C-6A0D-DE3AABAACFC8}"/>
                    </a:ext>
                  </a:extLst>
                </p:cNvPr>
                <p:cNvGrpSpPr/>
                <p:nvPr/>
              </p:nvGrpSpPr>
              <p:grpSpPr>
                <a:xfrm>
                  <a:off x="3046065" y="3752714"/>
                  <a:ext cx="1193000" cy="1190718"/>
                  <a:chOff x="3046065" y="3752714"/>
                  <a:chExt cx="1193000" cy="1190718"/>
                </a:xfrm>
              </p:grpSpPr>
              <p:sp>
                <p:nvSpPr>
                  <p:cNvPr id="1112" name="Freeform 1111">
                    <a:extLst>
                      <a:ext uri="{FF2B5EF4-FFF2-40B4-BE49-F238E27FC236}">
                        <a16:creationId xmlns:a16="http://schemas.microsoft.com/office/drawing/2014/main" id="{81F6F8AD-190F-3DC6-3B86-7965B88269A0}"/>
                      </a:ext>
                    </a:extLst>
                  </p:cNvPr>
                  <p:cNvSpPr/>
                  <p:nvPr/>
                </p:nvSpPr>
                <p:spPr>
                  <a:xfrm>
                    <a:off x="3506128" y="4054970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13" name="TextBox 1112">
                    <a:extLst>
                      <a:ext uri="{FF2B5EF4-FFF2-40B4-BE49-F238E27FC236}">
                        <a16:creationId xmlns:a16="http://schemas.microsoft.com/office/drawing/2014/main" id="{6DC6ACB9-DBAC-7BEE-D6FE-0110FB08CA10}"/>
                      </a:ext>
                    </a:extLst>
                  </p:cNvPr>
                  <p:cNvSpPr txBox="1"/>
                  <p:nvPr/>
                </p:nvSpPr>
                <p:spPr>
                  <a:xfrm>
                    <a:off x="3105997" y="4625245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0.0%</a:t>
                    </a:r>
                  </a:p>
                </p:txBody>
              </p:sp>
              <p:sp>
                <p:nvSpPr>
                  <p:cNvPr id="1114" name="TextBox 1113">
                    <a:extLst>
                      <a:ext uri="{FF2B5EF4-FFF2-40B4-BE49-F238E27FC236}">
                        <a16:creationId xmlns:a16="http://schemas.microsoft.com/office/drawing/2014/main" id="{F60421B5-0414-FF41-198E-EFC9589F01E8}"/>
                      </a:ext>
                    </a:extLst>
                  </p:cNvPr>
                  <p:cNvSpPr txBox="1"/>
                  <p:nvPr/>
                </p:nvSpPr>
                <p:spPr>
                  <a:xfrm>
                    <a:off x="3105997" y="4472464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2.5%</a:t>
                    </a:r>
                  </a:p>
                </p:txBody>
              </p:sp>
              <p:sp>
                <p:nvSpPr>
                  <p:cNvPr id="1115" name="TextBox 1114">
                    <a:extLst>
                      <a:ext uri="{FF2B5EF4-FFF2-40B4-BE49-F238E27FC236}">
                        <a16:creationId xmlns:a16="http://schemas.microsoft.com/office/drawing/2014/main" id="{E2570F8D-B3F4-FC66-014F-4E8D8260B2FD}"/>
                      </a:ext>
                    </a:extLst>
                  </p:cNvPr>
                  <p:cNvSpPr txBox="1"/>
                  <p:nvPr/>
                </p:nvSpPr>
                <p:spPr>
                  <a:xfrm>
                    <a:off x="3105997" y="4319556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5.0%</a:t>
                    </a:r>
                  </a:p>
                </p:txBody>
              </p:sp>
              <p:sp>
                <p:nvSpPr>
                  <p:cNvPr id="1116" name="TextBox 1115">
                    <a:extLst>
                      <a:ext uri="{FF2B5EF4-FFF2-40B4-BE49-F238E27FC236}">
                        <a16:creationId xmlns:a16="http://schemas.microsoft.com/office/drawing/2014/main" id="{D1B805D5-3FB5-8483-6DDF-05C41D04FBCD}"/>
                      </a:ext>
                    </a:extLst>
                  </p:cNvPr>
                  <p:cNvSpPr txBox="1"/>
                  <p:nvPr/>
                </p:nvSpPr>
                <p:spPr>
                  <a:xfrm>
                    <a:off x="3105997" y="4166775"/>
                    <a:ext cx="420307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7.5%</a:t>
                    </a:r>
                  </a:p>
                </p:txBody>
              </p:sp>
              <p:sp>
                <p:nvSpPr>
                  <p:cNvPr id="1117" name="TextBox 1116">
                    <a:extLst>
                      <a:ext uri="{FF2B5EF4-FFF2-40B4-BE49-F238E27FC236}">
                        <a16:creationId xmlns:a16="http://schemas.microsoft.com/office/drawing/2014/main" id="{67B92F5A-5DDA-0821-4D4C-E6ADB443E9EC}"/>
                      </a:ext>
                    </a:extLst>
                  </p:cNvPr>
                  <p:cNvSpPr txBox="1"/>
                  <p:nvPr/>
                </p:nvSpPr>
                <p:spPr>
                  <a:xfrm>
                    <a:off x="3046065" y="4013867"/>
                    <a:ext cx="47801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10.0%</a:t>
                    </a:r>
                  </a:p>
                </p:txBody>
              </p:sp>
              <p:sp>
                <p:nvSpPr>
                  <p:cNvPr id="1118" name="Freeform 1117">
                    <a:extLst>
                      <a:ext uri="{FF2B5EF4-FFF2-40B4-BE49-F238E27FC236}">
                        <a16:creationId xmlns:a16="http://schemas.microsoft.com/office/drawing/2014/main" id="{40DE4D08-A162-D4E7-57BB-1EB520C6BAC6}"/>
                      </a:ext>
                    </a:extLst>
                  </p:cNvPr>
                  <p:cNvSpPr/>
                  <p:nvPr/>
                </p:nvSpPr>
                <p:spPr>
                  <a:xfrm>
                    <a:off x="3471331" y="473213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19" name="Freeform 1118">
                    <a:extLst>
                      <a:ext uri="{FF2B5EF4-FFF2-40B4-BE49-F238E27FC236}">
                        <a16:creationId xmlns:a16="http://schemas.microsoft.com/office/drawing/2014/main" id="{34B92C9A-1A12-0A85-39D6-8A03E7E64DEA}"/>
                      </a:ext>
                    </a:extLst>
                  </p:cNvPr>
                  <p:cNvSpPr/>
                  <p:nvPr/>
                </p:nvSpPr>
                <p:spPr>
                  <a:xfrm>
                    <a:off x="3471331" y="4579353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0" name="Freeform 1119">
                    <a:extLst>
                      <a:ext uri="{FF2B5EF4-FFF2-40B4-BE49-F238E27FC236}">
                        <a16:creationId xmlns:a16="http://schemas.microsoft.com/office/drawing/2014/main" id="{F804906B-CC58-40E1-17F4-01EB4C391919}"/>
                      </a:ext>
                    </a:extLst>
                  </p:cNvPr>
                  <p:cNvSpPr/>
                  <p:nvPr/>
                </p:nvSpPr>
                <p:spPr>
                  <a:xfrm>
                    <a:off x="3471331" y="4426445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1" name="Freeform 1120">
                    <a:extLst>
                      <a:ext uri="{FF2B5EF4-FFF2-40B4-BE49-F238E27FC236}">
                        <a16:creationId xmlns:a16="http://schemas.microsoft.com/office/drawing/2014/main" id="{3864FFCF-89B1-EF77-DDBE-BE8EBF77FC8F}"/>
                      </a:ext>
                    </a:extLst>
                  </p:cNvPr>
                  <p:cNvSpPr/>
                  <p:nvPr/>
                </p:nvSpPr>
                <p:spPr>
                  <a:xfrm>
                    <a:off x="3471331" y="427366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2" name="Freeform 1121">
                    <a:extLst>
                      <a:ext uri="{FF2B5EF4-FFF2-40B4-BE49-F238E27FC236}">
                        <a16:creationId xmlns:a16="http://schemas.microsoft.com/office/drawing/2014/main" id="{81A3E6E9-EF08-1279-F037-BAB4B8504740}"/>
                      </a:ext>
                    </a:extLst>
                  </p:cNvPr>
                  <p:cNvSpPr/>
                  <p:nvPr/>
                </p:nvSpPr>
                <p:spPr>
                  <a:xfrm>
                    <a:off x="3471331" y="4120756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3" name="Freeform 1122">
                    <a:extLst>
                      <a:ext uri="{FF2B5EF4-FFF2-40B4-BE49-F238E27FC236}">
                        <a16:creationId xmlns:a16="http://schemas.microsoft.com/office/drawing/2014/main" id="{28C767AA-086D-A483-E2FE-B8831368815A}"/>
                      </a:ext>
                    </a:extLst>
                  </p:cNvPr>
                  <p:cNvSpPr/>
                  <p:nvPr/>
                </p:nvSpPr>
                <p:spPr>
                  <a:xfrm>
                    <a:off x="3506128" y="4732134"/>
                    <a:ext cx="688847" cy="12700"/>
                  </a:xfrm>
                  <a:custGeom>
                    <a:avLst/>
                    <a:gdLst>
                      <a:gd name="csX0" fmla="*/ 0 w 688847"/>
                      <a:gd name="csY0" fmla="*/ 0 h 12700"/>
                      <a:gd name="csX1" fmla="*/ 688848 w 68884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88847" h="12700">
                        <a:moveTo>
                          <a:pt x="0" y="0"/>
                        </a:moveTo>
                        <a:lnTo>
                          <a:pt x="688848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4" name="Freeform 1123">
                    <a:extLst>
                      <a:ext uri="{FF2B5EF4-FFF2-40B4-BE49-F238E27FC236}">
                        <a16:creationId xmlns:a16="http://schemas.microsoft.com/office/drawing/2014/main" id="{4BB9D4E8-5CF7-0A7A-6195-76F3A7383720}"/>
                      </a:ext>
                    </a:extLst>
                  </p:cNvPr>
                  <p:cNvSpPr/>
                  <p:nvPr/>
                </p:nvSpPr>
                <p:spPr>
                  <a:xfrm>
                    <a:off x="3585631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5" name="Freeform 1124">
                    <a:extLst>
                      <a:ext uri="{FF2B5EF4-FFF2-40B4-BE49-F238E27FC236}">
                        <a16:creationId xmlns:a16="http://schemas.microsoft.com/office/drawing/2014/main" id="{AC4BD6E0-F532-C6CA-8940-40D9A29C3B18}"/>
                      </a:ext>
                    </a:extLst>
                  </p:cNvPr>
                  <p:cNvSpPr/>
                  <p:nvPr/>
                </p:nvSpPr>
                <p:spPr>
                  <a:xfrm>
                    <a:off x="3718092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6" name="Freeform 1125">
                    <a:extLst>
                      <a:ext uri="{FF2B5EF4-FFF2-40B4-BE49-F238E27FC236}">
                        <a16:creationId xmlns:a16="http://schemas.microsoft.com/office/drawing/2014/main" id="{63EEC6A1-35F8-BECA-74C8-F5D4FC9EE2A5}"/>
                      </a:ext>
                    </a:extLst>
                  </p:cNvPr>
                  <p:cNvSpPr/>
                  <p:nvPr/>
                </p:nvSpPr>
                <p:spPr>
                  <a:xfrm>
                    <a:off x="3850553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7" name="Freeform 1126">
                    <a:extLst>
                      <a:ext uri="{FF2B5EF4-FFF2-40B4-BE49-F238E27FC236}">
                        <a16:creationId xmlns:a16="http://schemas.microsoft.com/office/drawing/2014/main" id="{D08FE78E-D38D-A1D8-329D-8B18BC81A074}"/>
                      </a:ext>
                    </a:extLst>
                  </p:cNvPr>
                  <p:cNvSpPr/>
                  <p:nvPr/>
                </p:nvSpPr>
                <p:spPr>
                  <a:xfrm>
                    <a:off x="3983014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8" name="Freeform 1127">
                    <a:extLst>
                      <a:ext uri="{FF2B5EF4-FFF2-40B4-BE49-F238E27FC236}">
                        <a16:creationId xmlns:a16="http://schemas.microsoft.com/office/drawing/2014/main" id="{EB923A41-E32B-0A8B-EE87-EBC91E85D188}"/>
                      </a:ext>
                    </a:extLst>
                  </p:cNvPr>
                  <p:cNvSpPr/>
                  <p:nvPr/>
                </p:nvSpPr>
                <p:spPr>
                  <a:xfrm>
                    <a:off x="4115475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29" name="TextBox 1128">
                    <a:extLst>
                      <a:ext uri="{FF2B5EF4-FFF2-40B4-BE49-F238E27FC236}">
                        <a16:creationId xmlns:a16="http://schemas.microsoft.com/office/drawing/2014/main" id="{315C679B-D98C-D9BC-806A-615A7C8B6EA7}"/>
                      </a:ext>
                    </a:extLst>
                  </p:cNvPr>
                  <p:cNvSpPr txBox="1"/>
                  <p:nvPr/>
                </p:nvSpPr>
                <p:spPr>
                  <a:xfrm>
                    <a:off x="3450817" y="4727988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130" name="TextBox 1129">
                    <a:extLst>
                      <a:ext uri="{FF2B5EF4-FFF2-40B4-BE49-F238E27FC236}">
                        <a16:creationId xmlns:a16="http://schemas.microsoft.com/office/drawing/2014/main" id="{E9DB844B-72E0-4D8D-D678-F83089651248}"/>
                      </a:ext>
                    </a:extLst>
                  </p:cNvPr>
                  <p:cNvSpPr txBox="1"/>
                  <p:nvPr/>
                </p:nvSpPr>
                <p:spPr>
                  <a:xfrm>
                    <a:off x="3611331" y="4727988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131" name="TextBox 1130">
                    <a:extLst>
                      <a:ext uri="{FF2B5EF4-FFF2-40B4-BE49-F238E27FC236}">
                        <a16:creationId xmlns:a16="http://schemas.microsoft.com/office/drawing/2014/main" id="{C08223E6-4F7B-F7CD-520D-F05B65709287}"/>
                      </a:ext>
                    </a:extLst>
                  </p:cNvPr>
                  <p:cNvSpPr txBox="1"/>
                  <p:nvPr/>
                </p:nvSpPr>
                <p:spPr>
                  <a:xfrm>
                    <a:off x="3714938" y="4727988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132" name="TextBox 1131">
                    <a:extLst>
                      <a:ext uri="{FF2B5EF4-FFF2-40B4-BE49-F238E27FC236}">
                        <a16:creationId xmlns:a16="http://schemas.microsoft.com/office/drawing/2014/main" id="{A5344769-1F28-661C-8BDD-6EA1E5048CD5}"/>
                      </a:ext>
                    </a:extLst>
                  </p:cNvPr>
                  <p:cNvSpPr txBox="1"/>
                  <p:nvPr/>
                </p:nvSpPr>
                <p:spPr>
                  <a:xfrm>
                    <a:off x="3822552" y="4727988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133" name="TextBox 1132">
                    <a:extLst>
                      <a:ext uri="{FF2B5EF4-FFF2-40B4-BE49-F238E27FC236}">
                        <a16:creationId xmlns:a16="http://schemas.microsoft.com/office/drawing/2014/main" id="{AD90AE06-A16C-2B61-515E-8444DB78B661}"/>
                      </a:ext>
                    </a:extLst>
                  </p:cNvPr>
                  <p:cNvSpPr txBox="1"/>
                  <p:nvPr/>
                </p:nvSpPr>
                <p:spPr>
                  <a:xfrm>
                    <a:off x="3991882" y="4727988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136" name="TextBox 1135">
                    <a:extLst>
                      <a:ext uri="{FF2B5EF4-FFF2-40B4-BE49-F238E27FC236}">
                        <a16:creationId xmlns:a16="http://schemas.microsoft.com/office/drawing/2014/main" id="{20F78A9B-A856-5F23-065C-DEE8B44A770F}"/>
                      </a:ext>
                    </a:extLst>
                  </p:cNvPr>
                  <p:cNvSpPr txBox="1"/>
                  <p:nvPr/>
                </p:nvSpPr>
                <p:spPr>
                  <a:xfrm>
                    <a:off x="3507945" y="3752714"/>
                    <a:ext cx="667170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9_Mixed</a:t>
                    </a:r>
                  </a:p>
                </p:txBody>
              </p:sp>
            </p:grpSp>
          </p:grpSp>
          <p:grpSp>
            <p:nvGrpSpPr>
              <p:cNvPr id="1137" name="Graphic 599">
                <a:extLst>
                  <a:ext uri="{FF2B5EF4-FFF2-40B4-BE49-F238E27FC236}">
                    <a16:creationId xmlns:a16="http://schemas.microsoft.com/office/drawing/2014/main" id="{1FF9F661-4551-184A-81C7-8A5214E7CCAB}"/>
                  </a:ext>
                </a:extLst>
              </p:cNvPr>
              <p:cNvGrpSpPr/>
              <p:nvPr/>
            </p:nvGrpSpPr>
            <p:grpSpPr>
              <a:xfrm>
                <a:off x="1182879" y="3143882"/>
                <a:ext cx="1180472" cy="1190718"/>
                <a:chOff x="4246747" y="3752714"/>
                <a:chExt cx="1180472" cy="1190718"/>
              </a:xfrm>
            </p:grpSpPr>
            <p:grpSp>
              <p:nvGrpSpPr>
                <p:cNvPr id="1140" name="Graphic 599">
                  <a:extLst>
                    <a:ext uri="{FF2B5EF4-FFF2-40B4-BE49-F238E27FC236}">
                      <a16:creationId xmlns:a16="http://schemas.microsoft.com/office/drawing/2014/main" id="{09F91F22-B0C0-13C4-907A-D619C74E9603}"/>
                    </a:ext>
                  </a:extLst>
                </p:cNvPr>
                <p:cNvGrpSpPr/>
                <p:nvPr/>
              </p:nvGrpSpPr>
              <p:grpSpPr>
                <a:xfrm>
                  <a:off x="4556996" y="3949775"/>
                  <a:ext cx="844041" cy="782485"/>
                  <a:chOff x="4556996" y="3949775"/>
                  <a:chExt cx="844041" cy="782485"/>
                </a:xfrm>
              </p:grpSpPr>
              <p:sp>
                <p:nvSpPr>
                  <p:cNvPr id="1141" name="Freeform 1140">
                    <a:extLst>
                      <a:ext uri="{FF2B5EF4-FFF2-40B4-BE49-F238E27FC236}">
                        <a16:creationId xmlns:a16="http://schemas.microsoft.com/office/drawing/2014/main" id="{8493536F-AEA1-5057-302E-73F80B85932F}"/>
                      </a:ext>
                    </a:extLst>
                  </p:cNvPr>
                  <p:cNvSpPr/>
                  <p:nvPr/>
                </p:nvSpPr>
                <p:spPr>
                  <a:xfrm>
                    <a:off x="4556996" y="4054970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2" name="Freeform 1141">
                    <a:extLst>
                      <a:ext uri="{FF2B5EF4-FFF2-40B4-BE49-F238E27FC236}">
                        <a16:creationId xmlns:a16="http://schemas.microsoft.com/office/drawing/2014/main" id="{2A982480-FAD1-EA17-4029-1088208A2B38}"/>
                      </a:ext>
                    </a:extLst>
                  </p:cNvPr>
                  <p:cNvSpPr/>
                  <p:nvPr/>
                </p:nvSpPr>
                <p:spPr>
                  <a:xfrm>
                    <a:off x="4605764" y="4499597"/>
                    <a:ext cx="97409" cy="232663"/>
                  </a:xfrm>
                  <a:custGeom>
                    <a:avLst/>
                    <a:gdLst>
                      <a:gd name="csX0" fmla="*/ 0 w 97409"/>
                      <a:gd name="csY0" fmla="*/ 0 h 232663"/>
                      <a:gd name="csX1" fmla="*/ 97409 w 97409"/>
                      <a:gd name="csY1" fmla="*/ 0 h 232663"/>
                      <a:gd name="csX2" fmla="*/ 97409 w 97409"/>
                      <a:gd name="csY2" fmla="*/ 232664 h 232663"/>
                      <a:gd name="csX3" fmla="*/ 0 w 97409"/>
                      <a:gd name="csY3" fmla="*/ 232664 h 2326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32663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32664"/>
                        </a:lnTo>
                        <a:lnTo>
                          <a:pt x="0" y="232664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3" name="Freeform 1142">
                    <a:extLst>
                      <a:ext uri="{FF2B5EF4-FFF2-40B4-BE49-F238E27FC236}">
                        <a16:creationId xmlns:a16="http://schemas.microsoft.com/office/drawing/2014/main" id="{74187906-8E27-B08C-F7AF-8BB716D3BABE}"/>
                      </a:ext>
                    </a:extLst>
                  </p:cNvPr>
                  <p:cNvSpPr/>
                  <p:nvPr/>
                </p:nvSpPr>
                <p:spPr>
                  <a:xfrm>
                    <a:off x="4768070" y="4447527"/>
                    <a:ext cx="97409" cy="284606"/>
                  </a:xfrm>
                  <a:custGeom>
                    <a:avLst/>
                    <a:gdLst>
                      <a:gd name="csX0" fmla="*/ 0 w 97409"/>
                      <a:gd name="csY0" fmla="*/ 0 h 284606"/>
                      <a:gd name="csX1" fmla="*/ 97409 w 97409"/>
                      <a:gd name="csY1" fmla="*/ 0 h 284606"/>
                      <a:gd name="csX2" fmla="*/ 97409 w 97409"/>
                      <a:gd name="csY2" fmla="*/ 284607 h 284606"/>
                      <a:gd name="csX3" fmla="*/ 0 w 97409"/>
                      <a:gd name="csY3" fmla="*/ 284607 h 28460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84606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84607"/>
                        </a:lnTo>
                        <a:lnTo>
                          <a:pt x="0" y="284607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4" name="Freeform 1143">
                    <a:extLst>
                      <a:ext uri="{FF2B5EF4-FFF2-40B4-BE49-F238E27FC236}">
                        <a16:creationId xmlns:a16="http://schemas.microsoft.com/office/drawing/2014/main" id="{E217E9C9-BA20-2590-3C7C-1A036C5BD360}"/>
                      </a:ext>
                    </a:extLst>
                  </p:cNvPr>
                  <p:cNvSpPr/>
                  <p:nvPr/>
                </p:nvSpPr>
                <p:spPr>
                  <a:xfrm>
                    <a:off x="4930376" y="4387456"/>
                    <a:ext cx="97409" cy="344678"/>
                  </a:xfrm>
                  <a:custGeom>
                    <a:avLst/>
                    <a:gdLst>
                      <a:gd name="csX0" fmla="*/ 0 w 97409"/>
                      <a:gd name="csY0" fmla="*/ 0 h 344678"/>
                      <a:gd name="csX1" fmla="*/ 97409 w 97409"/>
                      <a:gd name="csY1" fmla="*/ 0 h 344678"/>
                      <a:gd name="csX2" fmla="*/ 97409 w 97409"/>
                      <a:gd name="csY2" fmla="*/ 344678 h 344678"/>
                      <a:gd name="csX3" fmla="*/ 0 w 97409"/>
                      <a:gd name="csY3" fmla="*/ 344678 h 34467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44678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44678"/>
                        </a:lnTo>
                        <a:lnTo>
                          <a:pt x="0" y="344678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5" name="Freeform 1144">
                    <a:extLst>
                      <a:ext uri="{FF2B5EF4-FFF2-40B4-BE49-F238E27FC236}">
                        <a16:creationId xmlns:a16="http://schemas.microsoft.com/office/drawing/2014/main" id="{A1BA432D-743B-637C-FBF9-138FC75E49F9}"/>
                      </a:ext>
                    </a:extLst>
                  </p:cNvPr>
                  <p:cNvSpPr/>
                  <p:nvPr/>
                </p:nvSpPr>
                <p:spPr>
                  <a:xfrm>
                    <a:off x="5092682" y="4465561"/>
                    <a:ext cx="97409" cy="266699"/>
                  </a:xfrm>
                  <a:custGeom>
                    <a:avLst/>
                    <a:gdLst>
                      <a:gd name="csX0" fmla="*/ 0 w 97409"/>
                      <a:gd name="csY0" fmla="*/ 0 h 266699"/>
                      <a:gd name="csX1" fmla="*/ 97409 w 97409"/>
                      <a:gd name="csY1" fmla="*/ 0 h 266699"/>
                      <a:gd name="csX2" fmla="*/ 97409 w 97409"/>
                      <a:gd name="csY2" fmla="*/ 266700 h 266699"/>
                      <a:gd name="csX3" fmla="*/ 0 w 97409"/>
                      <a:gd name="csY3" fmla="*/ 266700 h 26669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66699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66700"/>
                        </a:lnTo>
                        <a:lnTo>
                          <a:pt x="0" y="266700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6" name="Freeform 1145">
                    <a:extLst>
                      <a:ext uri="{FF2B5EF4-FFF2-40B4-BE49-F238E27FC236}">
                        <a16:creationId xmlns:a16="http://schemas.microsoft.com/office/drawing/2014/main" id="{74FEF381-A94B-F86B-070D-AAFF37D8FE96}"/>
                      </a:ext>
                    </a:extLst>
                  </p:cNvPr>
                  <p:cNvSpPr/>
                  <p:nvPr/>
                </p:nvSpPr>
                <p:spPr>
                  <a:xfrm>
                    <a:off x="5254988" y="4442828"/>
                    <a:ext cx="97409" cy="289306"/>
                  </a:xfrm>
                  <a:custGeom>
                    <a:avLst/>
                    <a:gdLst>
                      <a:gd name="csX0" fmla="*/ 0 w 97409"/>
                      <a:gd name="csY0" fmla="*/ 0 h 289306"/>
                      <a:gd name="csX1" fmla="*/ 97409 w 97409"/>
                      <a:gd name="csY1" fmla="*/ 0 h 289306"/>
                      <a:gd name="csX2" fmla="*/ 97409 w 97409"/>
                      <a:gd name="csY2" fmla="*/ 289306 h 289306"/>
                      <a:gd name="csX3" fmla="*/ 0 w 97409"/>
                      <a:gd name="csY3" fmla="*/ 289306 h 28930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89306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89306"/>
                        </a:lnTo>
                        <a:lnTo>
                          <a:pt x="0" y="289306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7" name="Freeform 1146">
                    <a:extLst>
                      <a:ext uri="{FF2B5EF4-FFF2-40B4-BE49-F238E27FC236}">
                        <a16:creationId xmlns:a16="http://schemas.microsoft.com/office/drawing/2014/main" id="{D3B12DB8-EC0D-EACF-5701-4AADE99B0579}"/>
                      </a:ext>
                    </a:extLst>
                  </p:cNvPr>
                  <p:cNvSpPr/>
                  <p:nvPr/>
                </p:nvSpPr>
                <p:spPr>
                  <a:xfrm>
                    <a:off x="4622020" y="4467211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8" name="Freeform 1147">
                    <a:extLst>
                      <a:ext uri="{FF2B5EF4-FFF2-40B4-BE49-F238E27FC236}">
                        <a16:creationId xmlns:a16="http://schemas.microsoft.com/office/drawing/2014/main" id="{3146B26C-D4B3-E53F-5862-DC5A3720C682}"/>
                      </a:ext>
                    </a:extLst>
                  </p:cNvPr>
                  <p:cNvSpPr/>
                  <p:nvPr/>
                </p:nvSpPr>
                <p:spPr>
                  <a:xfrm>
                    <a:off x="4654404" y="4467211"/>
                    <a:ext cx="12700" cy="64643"/>
                  </a:xfrm>
                  <a:custGeom>
                    <a:avLst/>
                    <a:gdLst>
                      <a:gd name="csX0" fmla="*/ 0 w 12700"/>
                      <a:gd name="csY0" fmla="*/ 0 h 64643"/>
                      <a:gd name="csX1" fmla="*/ 0 w 12700"/>
                      <a:gd name="csY1" fmla="*/ 64643 h 6464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4643">
                        <a:moveTo>
                          <a:pt x="0" y="0"/>
                        </a:moveTo>
                        <a:lnTo>
                          <a:pt x="0" y="6464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49" name="Freeform 1148">
                    <a:extLst>
                      <a:ext uri="{FF2B5EF4-FFF2-40B4-BE49-F238E27FC236}">
                        <a16:creationId xmlns:a16="http://schemas.microsoft.com/office/drawing/2014/main" id="{FE97753B-DEC4-30F5-C5A8-5B85FD43A1E1}"/>
                      </a:ext>
                    </a:extLst>
                  </p:cNvPr>
                  <p:cNvSpPr/>
                  <p:nvPr/>
                </p:nvSpPr>
                <p:spPr>
                  <a:xfrm>
                    <a:off x="4622020" y="453185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0" name="Freeform 1149">
                    <a:extLst>
                      <a:ext uri="{FF2B5EF4-FFF2-40B4-BE49-F238E27FC236}">
                        <a16:creationId xmlns:a16="http://schemas.microsoft.com/office/drawing/2014/main" id="{9BE2447C-72D4-013D-88A0-9F8E4F05E964}"/>
                      </a:ext>
                    </a:extLst>
                  </p:cNvPr>
                  <p:cNvSpPr/>
                  <p:nvPr/>
                </p:nvSpPr>
                <p:spPr>
                  <a:xfrm>
                    <a:off x="4784325" y="441361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1" name="Freeform 1150">
                    <a:extLst>
                      <a:ext uri="{FF2B5EF4-FFF2-40B4-BE49-F238E27FC236}">
                        <a16:creationId xmlns:a16="http://schemas.microsoft.com/office/drawing/2014/main" id="{76D5DAE0-501D-58F0-7299-50C019823AC9}"/>
                      </a:ext>
                    </a:extLst>
                  </p:cNvPr>
                  <p:cNvSpPr/>
                  <p:nvPr/>
                </p:nvSpPr>
                <p:spPr>
                  <a:xfrm>
                    <a:off x="4816710" y="4413617"/>
                    <a:ext cx="12700" cy="67818"/>
                  </a:xfrm>
                  <a:custGeom>
                    <a:avLst/>
                    <a:gdLst>
                      <a:gd name="csX0" fmla="*/ 0 w 12700"/>
                      <a:gd name="csY0" fmla="*/ 0 h 67818"/>
                      <a:gd name="csX1" fmla="*/ 0 w 12700"/>
                      <a:gd name="csY1" fmla="*/ 67818 h 6781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818">
                        <a:moveTo>
                          <a:pt x="0" y="0"/>
                        </a:moveTo>
                        <a:lnTo>
                          <a:pt x="0" y="67818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2" name="Freeform 1151">
                    <a:extLst>
                      <a:ext uri="{FF2B5EF4-FFF2-40B4-BE49-F238E27FC236}">
                        <a16:creationId xmlns:a16="http://schemas.microsoft.com/office/drawing/2014/main" id="{59ECA6D7-58F1-E38B-014C-D656082584D9}"/>
                      </a:ext>
                    </a:extLst>
                  </p:cNvPr>
                  <p:cNvSpPr/>
                  <p:nvPr/>
                </p:nvSpPr>
                <p:spPr>
                  <a:xfrm>
                    <a:off x="4784325" y="448143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3" name="Freeform 1152">
                    <a:extLst>
                      <a:ext uri="{FF2B5EF4-FFF2-40B4-BE49-F238E27FC236}">
                        <a16:creationId xmlns:a16="http://schemas.microsoft.com/office/drawing/2014/main" id="{48D3893B-6CAF-5524-5539-290F08ED019F}"/>
                      </a:ext>
                    </a:extLst>
                  </p:cNvPr>
                  <p:cNvSpPr/>
                  <p:nvPr/>
                </p:nvSpPr>
                <p:spPr>
                  <a:xfrm>
                    <a:off x="4946631" y="438694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4" name="Freeform 1153">
                    <a:extLst>
                      <a:ext uri="{FF2B5EF4-FFF2-40B4-BE49-F238E27FC236}">
                        <a16:creationId xmlns:a16="http://schemas.microsoft.com/office/drawing/2014/main" id="{C054A41B-210D-A7CA-C46C-BE2834687941}"/>
                      </a:ext>
                    </a:extLst>
                  </p:cNvPr>
                  <p:cNvSpPr/>
                  <p:nvPr/>
                </p:nvSpPr>
                <p:spPr>
                  <a:xfrm>
                    <a:off x="4979017" y="4386947"/>
                    <a:ext cx="12700" cy="1016"/>
                  </a:xfrm>
                  <a:custGeom>
                    <a:avLst/>
                    <a:gdLst>
                      <a:gd name="csX0" fmla="*/ 0 w 12700"/>
                      <a:gd name="csY0" fmla="*/ 0 h 1016"/>
                      <a:gd name="csX1" fmla="*/ 0 w 12700"/>
                      <a:gd name="csY1" fmla="*/ 1016 h 101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016">
                        <a:moveTo>
                          <a:pt x="0" y="0"/>
                        </a:moveTo>
                        <a:lnTo>
                          <a:pt x="0" y="1016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5" name="Freeform 1154">
                    <a:extLst>
                      <a:ext uri="{FF2B5EF4-FFF2-40B4-BE49-F238E27FC236}">
                        <a16:creationId xmlns:a16="http://schemas.microsoft.com/office/drawing/2014/main" id="{E755838E-ABFB-969D-2E5E-8538BE7E95E3}"/>
                      </a:ext>
                    </a:extLst>
                  </p:cNvPr>
                  <p:cNvSpPr/>
                  <p:nvPr/>
                </p:nvSpPr>
                <p:spPr>
                  <a:xfrm>
                    <a:off x="4946631" y="438796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6" name="Freeform 1155">
                    <a:extLst>
                      <a:ext uri="{FF2B5EF4-FFF2-40B4-BE49-F238E27FC236}">
                        <a16:creationId xmlns:a16="http://schemas.microsoft.com/office/drawing/2014/main" id="{CE6D60D0-7E73-6866-AE90-1FD7914F9861}"/>
                      </a:ext>
                    </a:extLst>
                  </p:cNvPr>
                  <p:cNvSpPr/>
                  <p:nvPr/>
                </p:nvSpPr>
                <p:spPr>
                  <a:xfrm>
                    <a:off x="5271244" y="441412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7" name="Freeform 1156">
                    <a:extLst>
                      <a:ext uri="{FF2B5EF4-FFF2-40B4-BE49-F238E27FC236}">
                        <a16:creationId xmlns:a16="http://schemas.microsoft.com/office/drawing/2014/main" id="{00C2C553-FA2E-288D-AEB9-ECCFF258D698}"/>
                      </a:ext>
                    </a:extLst>
                  </p:cNvPr>
                  <p:cNvSpPr/>
                  <p:nvPr/>
                </p:nvSpPr>
                <p:spPr>
                  <a:xfrm>
                    <a:off x="5303628" y="4414125"/>
                    <a:ext cx="12700" cy="57404"/>
                  </a:xfrm>
                  <a:custGeom>
                    <a:avLst/>
                    <a:gdLst>
                      <a:gd name="csX0" fmla="*/ 0 w 12700"/>
                      <a:gd name="csY0" fmla="*/ 0 h 57404"/>
                      <a:gd name="csX1" fmla="*/ 0 w 12700"/>
                      <a:gd name="csY1" fmla="*/ 57404 h 5740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57404">
                        <a:moveTo>
                          <a:pt x="0" y="0"/>
                        </a:moveTo>
                        <a:lnTo>
                          <a:pt x="0" y="5740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8" name="Freeform 1157">
                    <a:extLst>
                      <a:ext uri="{FF2B5EF4-FFF2-40B4-BE49-F238E27FC236}">
                        <a16:creationId xmlns:a16="http://schemas.microsoft.com/office/drawing/2014/main" id="{225D2128-FEE7-E201-A33E-4EB9135FDED9}"/>
                      </a:ext>
                    </a:extLst>
                  </p:cNvPr>
                  <p:cNvSpPr/>
                  <p:nvPr/>
                </p:nvSpPr>
                <p:spPr>
                  <a:xfrm>
                    <a:off x="5271244" y="4471529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59" name="Freeform 1158">
                    <a:extLst>
                      <a:ext uri="{FF2B5EF4-FFF2-40B4-BE49-F238E27FC236}">
                        <a16:creationId xmlns:a16="http://schemas.microsoft.com/office/drawing/2014/main" id="{DE02E4AC-1DE7-67D1-2276-686DE4FA30AF}"/>
                      </a:ext>
                    </a:extLst>
                  </p:cNvPr>
                  <p:cNvSpPr/>
                  <p:nvPr/>
                </p:nvSpPr>
                <p:spPr>
                  <a:xfrm>
                    <a:off x="4974445" y="436980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0" name="Freeform 1159">
                    <a:extLst>
                      <a:ext uri="{FF2B5EF4-FFF2-40B4-BE49-F238E27FC236}">
                        <a16:creationId xmlns:a16="http://schemas.microsoft.com/office/drawing/2014/main" id="{A50E64AF-DC1C-188D-B2F7-9452AF4F17BC}"/>
                      </a:ext>
                    </a:extLst>
                  </p:cNvPr>
                  <p:cNvSpPr/>
                  <p:nvPr/>
                </p:nvSpPr>
                <p:spPr>
                  <a:xfrm>
                    <a:off x="4812901" y="444270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1" name="Freeform 1160">
                    <a:extLst>
                      <a:ext uri="{FF2B5EF4-FFF2-40B4-BE49-F238E27FC236}">
                        <a16:creationId xmlns:a16="http://schemas.microsoft.com/office/drawing/2014/main" id="{3AADA2D3-6D76-5E46-9EFE-00DCF4CA8CA1}"/>
                      </a:ext>
                    </a:extLst>
                  </p:cNvPr>
                  <p:cNvSpPr/>
                  <p:nvPr/>
                </p:nvSpPr>
                <p:spPr>
                  <a:xfrm>
                    <a:off x="4791819" y="439660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2" name="Freeform 1161">
                    <a:extLst>
                      <a:ext uri="{FF2B5EF4-FFF2-40B4-BE49-F238E27FC236}">
                        <a16:creationId xmlns:a16="http://schemas.microsoft.com/office/drawing/2014/main" id="{F3D530AF-FCC5-CB91-0BD7-94C510D9DA5D}"/>
                      </a:ext>
                    </a:extLst>
                  </p:cNvPr>
                  <p:cNvSpPr/>
                  <p:nvPr/>
                </p:nvSpPr>
                <p:spPr>
                  <a:xfrm>
                    <a:off x="5296390" y="451178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3" name="Freeform 1162">
                    <a:extLst>
                      <a:ext uri="{FF2B5EF4-FFF2-40B4-BE49-F238E27FC236}">
                        <a16:creationId xmlns:a16="http://schemas.microsoft.com/office/drawing/2014/main" id="{CC052F7F-150F-B5AE-E3BC-743D2E5A3EA4}"/>
                      </a:ext>
                    </a:extLst>
                  </p:cNvPr>
                  <p:cNvSpPr/>
                  <p:nvPr/>
                </p:nvSpPr>
                <p:spPr>
                  <a:xfrm>
                    <a:off x="4640943" y="45973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4" name="Freeform 1163">
                    <a:extLst>
                      <a:ext uri="{FF2B5EF4-FFF2-40B4-BE49-F238E27FC236}">
                        <a16:creationId xmlns:a16="http://schemas.microsoft.com/office/drawing/2014/main" id="{AA9B0FFD-D608-AE99-23D9-A2FC5CC69893}"/>
                      </a:ext>
                    </a:extLst>
                  </p:cNvPr>
                  <p:cNvSpPr/>
                  <p:nvPr/>
                </p:nvSpPr>
                <p:spPr>
                  <a:xfrm>
                    <a:off x="5286230" y="436954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5" name="Freeform 1164">
                    <a:extLst>
                      <a:ext uri="{FF2B5EF4-FFF2-40B4-BE49-F238E27FC236}">
                        <a16:creationId xmlns:a16="http://schemas.microsoft.com/office/drawing/2014/main" id="{D1A4DA1E-65B9-EFDA-0073-6E7D2689124C}"/>
                      </a:ext>
                    </a:extLst>
                  </p:cNvPr>
                  <p:cNvSpPr/>
                  <p:nvPr/>
                </p:nvSpPr>
                <p:spPr>
                  <a:xfrm>
                    <a:off x="4644118" y="435062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6" name="Freeform 1165">
                    <a:extLst>
                      <a:ext uri="{FF2B5EF4-FFF2-40B4-BE49-F238E27FC236}">
                        <a16:creationId xmlns:a16="http://schemas.microsoft.com/office/drawing/2014/main" id="{FB3DE025-9463-93A8-846D-5A6F13F0D49B}"/>
                      </a:ext>
                    </a:extLst>
                  </p:cNvPr>
                  <p:cNvSpPr/>
                  <p:nvPr/>
                </p:nvSpPr>
                <p:spPr>
                  <a:xfrm>
                    <a:off x="5273784" y="435303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7" name="Freeform 1166">
                    <a:extLst>
                      <a:ext uri="{FF2B5EF4-FFF2-40B4-BE49-F238E27FC236}">
                        <a16:creationId xmlns:a16="http://schemas.microsoft.com/office/drawing/2014/main" id="{BEAB08AB-647F-181A-0121-267DA22D545B}"/>
                      </a:ext>
                    </a:extLst>
                  </p:cNvPr>
                  <p:cNvSpPr/>
                  <p:nvPr/>
                </p:nvSpPr>
                <p:spPr>
                  <a:xfrm>
                    <a:off x="4641451" y="449540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8" name="Freeform 1167">
                    <a:extLst>
                      <a:ext uri="{FF2B5EF4-FFF2-40B4-BE49-F238E27FC236}">
                        <a16:creationId xmlns:a16="http://schemas.microsoft.com/office/drawing/2014/main" id="{92F5C0B0-5C5B-CCE3-D398-AF95BF616D45}"/>
                      </a:ext>
                    </a:extLst>
                  </p:cNvPr>
                  <p:cNvSpPr/>
                  <p:nvPr/>
                </p:nvSpPr>
                <p:spPr>
                  <a:xfrm>
                    <a:off x="5292326" y="443952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69" name="Freeform 1168">
                    <a:extLst>
                      <a:ext uri="{FF2B5EF4-FFF2-40B4-BE49-F238E27FC236}">
                        <a16:creationId xmlns:a16="http://schemas.microsoft.com/office/drawing/2014/main" id="{9202EA3F-CA48-A403-3DAD-03B71405ADCF}"/>
                      </a:ext>
                    </a:extLst>
                  </p:cNvPr>
                  <p:cNvSpPr/>
                  <p:nvPr/>
                </p:nvSpPr>
                <p:spPr>
                  <a:xfrm>
                    <a:off x="4634974" y="448207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0" name="Freeform 1169">
                    <a:extLst>
                      <a:ext uri="{FF2B5EF4-FFF2-40B4-BE49-F238E27FC236}">
                        <a16:creationId xmlns:a16="http://schemas.microsoft.com/office/drawing/2014/main" id="{A9B9F127-3FCA-A674-D40C-43DA62C93FC6}"/>
                      </a:ext>
                    </a:extLst>
                  </p:cNvPr>
                  <p:cNvSpPr/>
                  <p:nvPr/>
                </p:nvSpPr>
                <p:spPr>
                  <a:xfrm>
                    <a:off x="5292707" y="450239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1" name="Freeform 1170">
                    <a:extLst>
                      <a:ext uri="{FF2B5EF4-FFF2-40B4-BE49-F238E27FC236}">
                        <a16:creationId xmlns:a16="http://schemas.microsoft.com/office/drawing/2014/main" id="{46AD377D-EF41-EB4B-CE09-6FD990B26C9A}"/>
                      </a:ext>
                    </a:extLst>
                  </p:cNvPr>
                  <p:cNvSpPr/>
                  <p:nvPr/>
                </p:nvSpPr>
                <p:spPr>
                  <a:xfrm>
                    <a:off x="4650468" y="446568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2" name="Freeform 1171">
                    <a:extLst>
                      <a:ext uri="{FF2B5EF4-FFF2-40B4-BE49-F238E27FC236}">
                        <a16:creationId xmlns:a16="http://schemas.microsoft.com/office/drawing/2014/main" id="{FBCB5B20-D0ED-2CE2-9D22-2AB99F85EF46}"/>
                      </a:ext>
                    </a:extLst>
                  </p:cNvPr>
                  <p:cNvSpPr/>
                  <p:nvPr/>
                </p:nvSpPr>
                <p:spPr>
                  <a:xfrm>
                    <a:off x="4790803" y="439736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3" name="Freeform 1172">
                    <a:extLst>
                      <a:ext uri="{FF2B5EF4-FFF2-40B4-BE49-F238E27FC236}">
                        <a16:creationId xmlns:a16="http://schemas.microsoft.com/office/drawing/2014/main" id="{FC1E26F1-C9B9-5054-B427-11FEDFE4452F}"/>
                      </a:ext>
                    </a:extLst>
                  </p:cNvPr>
                  <p:cNvSpPr/>
                  <p:nvPr/>
                </p:nvSpPr>
                <p:spPr>
                  <a:xfrm>
                    <a:off x="5284452" y="437247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4" name="Freeform 1173">
                    <a:extLst>
                      <a:ext uri="{FF2B5EF4-FFF2-40B4-BE49-F238E27FC236}">
                        <a16:creationId xmlns:a16="http://schemas.microsoft.com/office/drawing/2014/main" id="{D095E7B3-C315-B104-A0BB-27608AE93B2B}"/>
                      </a:ext>
                    </a:extLst>
                  </p:cNvPr>
                  <p:cNvSpPr/>
                  <p:nvPr/>
                </p:nvSpPr>
                <p:spPr>
                  <a:xfrm>
                    <a:off x="4650722" y="44980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5" name="Freeform 1174">
                    <a:extLst>
                      <a:ext uri="{FF2B5EF4-FFF2-40B4-BE49-F238E27FC236}">
                        <a16:creationId xmlns:a16="http://schemas.microsoft.com/office/drawing/2014/main" id="{5A26A5F8-16CB-2623-07AD-0FB8C7DD0074}"/>
                      </a:ext>
                    </a:extLst>
                  </p:cNvPr>
                  <p:cNvSpPr/>
                  <p:nvPr/>
                </p:nvSpPr>
                <p:spPr>
                  <a:xfrm>
                    <a:off x="4976477" y="436891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6" name="Freeform 1175">
                    <a:extLst>
                      <a:ext uri="{FF2B5EF4-FFF2-40B4-BE49-F238E27FC236}">
                        <a16:creationId xmlns:a16="http://schemas.microsoft.com/office/drawing/2014/main" id="{7FA4B0CB-DF63-7003-1A7A-CFA0A72E9606}"/>
                      </a:ext>
                    </a:extLst>
                  </p:cNvPr>
                  <p:cNvSpPr/>
                  <p:nvPr/>
                </p:nvSpPr>
                <p:spPr>
                  <a:xfrm>
                    <a:off x="4786231" y="450658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7" name="Freeform 1176">
                    <a:extLst>
                      <a:ext uri="{FF2B5EF4-FFF2-40B4-BE49-F238E27FC236}">
                        <a16:creationId xmlns:a16="http://schemas.microsoft.com/office/drawing/2014/main" id="{8C5EA2CF-F47C-69E3-3496-802A79101837}"/>
                      </a:ext>
                    </a:extLst>
                  </p:cNvPr>
                  <p:cNvSpPr/>
                  <p:nvPr/>
                </p:nvSpPr>
                <p:spPr>
                  <a:xfrm>
                    <a:off x="4797915" y="42626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8" name="Freeform 1177">
                    <a:extLst>
                      <a:ext uri="{FF2B5EF4-FFF2-40B4-BE49-F238E27FC236}">
                        <a16:creationId xmlns:a16="http://schemas.microsoft.com/office/drawing/2014/main" id="{C4A10D57-414D-36FE-D4A6-A02FA7BF5DF2}"/>
                      </a:ext>
                    </a:extLst>
                  </p:cNvPr>
                  <p:cNvSpPr/>
                  <p:nvPr/>
                </p:nvSpPr>
                <p:spPr>
                  <a:xfrm>
                    <a:off x="5125321" y="444752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79" name="Freeform 1178">
                    <a:extLst>
                      <a:ext uri="{FF2B5EF4-FFF2-40B4-BE49-F238E27FC236}">
                        <a16:creationId xmlns:a16="http://schemas.microsoft.com/office/drawing/2014/main" id="{B5E3B5C6-19CA-6941-703A-510D6CF12D25}"/>
                      </a:ext>
                    </a:extLst>
                  </p:cNvPr>
                  <p:cNvSpPr/>
                  <p:nvPr/>
                </p:nvSpPr>
                <p:spPr>
                  <a:xfrm>
                    <a:off x="4811885" y="446733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80" name="Freeform 1179">
                    <a:extLst>
                      <a:ext uri="{FF2B5EF4-FFF2-40B4-BE49-F238E27FC236}">
                        <a16:creationId xmlns:a16="http://schemas.microsoft.com/office/drawing/2014/main" id="{849E6DF5-65A2-94DC-9C1A-CB2F5F3E9402}"/>
                      </a:ext>
                    </a:extLst>
                  </p:cNvPr>
                  <p:cNvSpPr/>
                  <p:nvPr/>
                </p:nvSpPr>
                <p:spPr>
                  <a:xfrm>
                    <a:off x="4786993" y="453287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81" name="TextBox 1180">
                    <a:extLst>
                      <a:ext uri="{FF2B5EF4-FFF2-40B4-BE49-F238E27FC236}">
                        <a16:creationId xmlns:a16="http://schemas.microsoft.com/office/drawing/2014/main" id="{FFE9DB0D-C736-0D10-F948-93C46C0A1B16}"/>
                      </a:ext>
                    </a:extLst>
                  </p:cNvPr>
                  <p:cNvSpPr txBox="1"/>
                  <p:nvPr/>
                </p:nvSpPr>
                <p:spPr>
                  <a:xfrm>
                    <a:off x="4595022" y="4062678"/>
                    <a:ext cx="2648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1182" name="Freeform 1181">
                    <a:extLst>
                      <a:ext uri="{FF2B5EF4-FFF2-40B4-BE49-F238E27FC236}">
                        <a16:creationId xmlns:a16="http://schemas.microsoft.com/office/drawing/2014/main" id="{6A8A04B4-D056-F9BF-F6E0-81BFA2ADF2F2}"/>
                      </a:ext>
                    </a:extLst>
                  </p:cNvPr>
                  <p:cNvSpPr/>
                  <p:nvPr/>
                </p:nvSpPr>
                <p:spPr>
                  <a:xfrm>
                    <a:off x="4654405" y="4235564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83" name="TextBox 1182">
                    <a:extLst>
                      <a:ext uri="{FF2B5EF4-FFF2-40B4-BE49-F238E27FC236}">
                        <a16:creationId xmlns:a16="http://schemas.microsoft.com/office/drawing/2014/main" id="{FDE81913-CB97-6A99-71D5-DD4E58B80009}"/>
                      </a:ext>
                    </a:extLst>
                  </p:cNvPr>
                  <p:cNvSpPr txBox="1"/>
                  <p:nvPr/>
                </p:nvSpPr>
                <p:spPr>
                  <a:xfrm>
                    <a:off x="4842916" y="4117568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0.347</a:t>
                    </a:r>
                  </a:p>
                </p:txBody>
              </p:sp>
              <p:sp>
                <p:nvSpPr>
                  <p:cNvPr id="1184" name="Freeform 1183">
                    <a:extLst>
                      <a:ext uri="{FF2B5EF4-FFF2-40B4-BE49-F238E27FC236}">
                        <a16:creationId xmlns:a16="http://schemas.microsoft.com/office/drawing/2014/main" id="{A24E1D89-12D6-F33A-735B-7A9606E41C9F}"/>
                      </a:ext>
                    </a:extLst>
                  </p:cNvPr>
                  <p:cNvSpPr/>
                  <p:nvPr/>
                </p:nvSpPr>
                <p:spPr>
                  <a:xfrm>
                    <a:off x="4832967" y="4235564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85" name="TextBox 1184">
                    <a:extLst>
                      <a:ext uri="{FF2B5EF4-FFF2-40B4-BE49-F238E27FC236}">
                        <a16:creationId xmlns:a16="http://schemas.microsoft.com/office/drawing/2014/main" id="{26BF934A-FB5E-2949-F655-14E91BF28478}"/>
                      </a:ext>
                    </a:extLst>
                  </p:cNvPr>
                  <p:cNvSpPr txBox="1"/>
                  <p:nvPr/>
                </p:nvSpPr>
                <p:spPr>
                  <a:xfrm>
                    <a:off x="4806533" y="3949775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186" name="Freeform 1185">
                    <a:extLst>
                      <a:ext uri="{FF2B5EF4-FFF2-40B4-BE49-F238E27FC236}">
                        <a16:creationId xmlns:a16="http://schemas.microsoft.com/office/drawing/2014/main" id="{F672EE80-359F-7518-8DA8-FEBC5E586AB9}"/>
                      </a:ext>
                    </a:extLst>
                  </p:cNvPr>
                  <p:cNvSpPr/>
                  <p:nvPr/>
                </p:nvSpPr>
                <p:spPr>
                  <a:xfrm>
                    <a:off x="4654405" y="4122661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187" name="Graphic 599">
                  <a:extLst>
                    <a:ext uri="{FF2B5EF4-FFF2-40B4-BE49-F238E27FC236}">
                      <a16:creationId xmlns:a16="http://schemas.microsoft.com/office/drawing/2014/main" id="{6D279563-D842-1832-456E-3880E78E2F2F}"/>
                    </a:ext>
                  </a:extLst>
                </p:cNvPr>
                <p:cNvGrpSpPr/>
                <p:nvPr/>
              </p:nvGrpSpPr>
              <p:grpSpPr>
                <a:xfrm>
                  <a:off x="4246747" y="3752714"/>
                  <a:ext cx="1180472" cy="1190718"/>
                  <a:chOff x="4246747" y="3752714"/>
                  <a:chExt cx="1180472" cy="1190718"/>
                </a:xfrm>
              </p:grpSpPr>
              <p:sp>
                <p:nvSpPr>
                  <p:cNvPr id="1188" name="Freeform 1187">
                    <a:extLst>
                      <a:ext uri="{FF2B5EF4-FFF2-40B4-BE49-F238E27FC236}">
                        <a16:creationId xmlns:a16="http://schemas.microsoft.com/office/drawing/2014/main" id="{42ED44B5-18AC-F2B2-4655-624733A11E26}"/>
                      </a:ext>
                    </a:extLst>
                  </p:cNvPr>
                  <p:cNvSpPr/>
                  <p:nvPr/>
                </p:nvSpPr>
                <p:spPr>
                  <a:xfrm>
                    <a:off x="4556996" y="4054970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89" name="TextBox 1188">
                    <a:extLst>
                      <a:ext uri="{FF2B5EF4-FFF2-40B4-BE49-F238E27FC236}">
                        <a16:creationId xmlns:a16="http://schemas.microsoft.com/office/drawing/2014/main" id="{2733E08D-9F62-BF79-E699-0465F0818E06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462524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190" name="TextBox 1189">
                    <a:extLst>
                      <a:ext uri="{FF2B5EF4-FFF2-40B4-BE49-F238E27FC236}">
                        <a16:creationId xmlns:a16="http://schemas.microsoft.com/office/drawing/2014/main" id="{7D25AE17-FADD-748D-FDF6-63037F37A27E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4453287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2%</a:t>
                    </a:r>
                  </a:p>
                </p:txBody>
              </p:sp>
              <p:sp>
                <p:nvSpPr>
                  <p:cNvPr id="1191" name="TextBox 1190">
                    <a:extLst>
                      <a:ext uri="{FF2B5EF4-FFF2-40B4-BE49-F238E27FC236}">
                        <a16:creationId xmlns:a16="http://schemas.microsoft.com/office/drawing/2014/main" id="{6E6ABED4-87D5-8083-06B7-E9BB3E1D604C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428132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4%</a:t>
                    </a:r>
                  </a:p>
                </p:txBody>
              </p:sp>
              <p:sp>
                <p:nvSpPr>
                  <p:cNvPr id="1192" name="TextBox 1191">
                    <a:extLst>
                      <a:ext uri="{FF2B5EF4-FFF2-40B4-BE49-F238E27FC236}">
                        <a16:creationId xmlns:a16="http://schemas.microsoft.com/office/drawing/2014/main" id="{EAB37163-7E95-D10B-5CAC-18943BF7CF79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4109371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6%</a:t>
                    </a:r>
                  </a:p>
                </p:txBody>
              </p:sp>
              <p:sp>
                <p:nvSpPr>
                  <p:cNvPr id="1193" name="Freeform 1192">
                    <a:extLst>
                      <a:ext uri="{FF2B5EF4-FFF2-40B4-BE49-F238E27FC236}">
                        <a16:creationId xmlns:a16="http://schemas.microsoft.com/office/drawing/2014/main" id="{7CE8D16D-7B24-8A77-A267-850CF3645385}"/>
                      </a:ext>
                    </a:extLst>
                  </p:cNvPr>
                  <p:cNvSpPr/>
                  <p:nvPr/>
                </p:nvSpPr>
                <p:spPr>
                  <a:xfrm>
                    <a:off x="4522197" y="4732134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4" name="Freeform 1193">
                    <a:extLst>
                      <a:ext uri="{FF2B5EF4-FFF2-40B4-BE49-F238E27FC236}">
                        <a16:creationId xmlns:a16="http://schemas.microsoft.com/office/drawing/2014/main" id="{11E1C4C4-3D3C-E98F-10CC-5930F031ED49}"/>
                      </a:ext>
                    </a:extLst>
                  </p:cNvPr>
                  <p:cNvSpPr/>
                  <p:nvPr/>
                </p:nvSpPr>
                <p:spPr>
                  <a:xfrm>
                    <a:off x="4522197" y="4560175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5" name="Freeform 1194">
                    <a:extLst>
                      <a:ext uri="{FF2B5EF4-FFF2-40B4-BE49-F238E27FC236}">
                        <a16:creationId xmlns:a16="http://schemas.microsoft.com/office/drawing/2014/main" id="{C230B27A-9A1A-7A2D-77E8-0003057D61C8}"/>
                      </a:ext>
                    </a:extLst>
                  </p:cNvPr>
                  <p:cNvSpPr/>
                  <p:nvPr/>
                </p:nvSpPr>
                <p:spPr>
                  <a:xfrm>
                    <a:off x="4522197" y="438821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6" name="Freeform 1195">
                    <a:extLst>
                      <a:ext uri="{FF2B5EF4-FFF2-40B4-BE49-F238E27FC236}">
                        <a16:creationId xmlns:a16="http://schemas.microsoft.com/office/drawing/2014/main" id="{6F2C1728-A4BC-3082-3D53-47F9C939F0EE}"/>
                      </a:ext>
                    </a:extLst>
                  </p:cNvPr>
                  <p:cNvSpPr/>
                  <p:nvPr/>
                </p:nvSpPr>
                <p:spPr>
                  <a:xfrm>
                    <a:off x="4522197" y="4216260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7" name="Freeform 1196">
                    <a:extLst>
                      <a:ext uri="{FF2B5EF4-FFF2-40B4-BE49-F238E27FC236}">
                        <a16:creationId xmlns:a16="http://schemas.microsoft.com/office/drawing/2014/main" id="{CE0C5B7D-4B14-60EA-3C5E-7BE9806B74D3}"/>
                      </a:ext>
                    </a:extLst>
                  </p:cNvPr>
                  <p:cNvSpPr/>
                  <p:nvPr/>
                </p:nvSpPr>
                <p:spPr>
                  <a:xfrm>
                    <a:off x="4556996" y="4732134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8" name="Freeform 1197">
                    <a:extLst>
                      <a:ext uri="{FF2B5EF4-FFF2-40B4-BE49-F238E27FC236}">
                        <a16:creationId xmlns:a16="http://schemas.microsoft.com/office/drawing/2014/main" id="{295AA61C-9660-1D6C-AEC9-E61346C5A043}"/>
                      </a:ext>
                    </a:extLst>
                  </p:cNvPr>
                  <p:cNvSpPr/>
                  <p:nvPr/>
                </p:nvSpPr>
                <p:spPr>
                  <a:xfrm>
                    <a:off x="4654404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199" name="Freeform 1198">
                    <a:extLst>
                      <a:ext uri="{FF2B5EF4-FFF2-40B4-BE49-F238E27FC236}">
                        <a16:creationId xmlns:a16="http://schemas.microsoft.com/office/drawing/2014/main" id="{C6B8A33E-CFE7-0D71-D71A-0287567A8966}"/>
                      </a:ext>
                    </a:extLst>
                  </p:cNvPr>
                  <p:cNvSpPr/>
                  <p:nvPr/>
                </p:nvSpPr>
                <p:spPr>
                  <a:xfrm>
                    <a:off x="4816710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00" name="Freeform 1199">
                    <a:extLst>
                      <a:ext uri="{FF2B5EF4-FFF2-40B4-BE49-F238E27FC236}">
                        <a16:creationId xmlns:a16="http://schemas.microsoft.com/office/drawing/2014/main" id="{9C8691BD-CFAF-8687-C011-8A5BFA0994A9}"/>
                      </a:ext>
                    </a:extLst>
                  </p:cNvPr>
                  <p:cNvSpPr/>
                  <p:nvPr/>
                </p:nvSpPr>
                <p:spPr>
                  <a:xfrm>
                    <a:off x="4979017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01" name="Freeform 1200">
                    <a:extLst>
                      <a:ext uri="{FF2B5EF4-FFF2-40B4-BE49-F238E27FC236}">
                        <a16:creationId xmlns:a16="http://schemas.microsoft.com/office/drawing/2014/main" id="{E876E40C-C15B-DC4E-B93E-B2D9D4BC517F}"/>
                      </a:ext>
                    </a:extLst>
                  </p:cNvPr>
                  <p:cNvSpPr/>
                  <p:nvPr/>
                </p:nvSpPr>
                <p:spPr>
                  <a:xfrm>
                    <a:off x="5141322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02" name="Freeform 1201">
                    <a:extLst>
                      <a:ext uri="{FF2B5EF4-FFF2-40B4-BE49-F238E27FC236}">
                        <a16:creationId xmlns:a16="http://schemas.microsoft.com/office/drawing/2014/main" id="{CF7CC89C-2DB9-8A50-D54B-6D8D2431DBC3}"/>
                      </a:ext>
                    </a:extLst>
                  </p:cNvPr>
                  <p:cNvSpPr/>
                  <p:nvPr/>
                </p:nvSpPr>
                <p:spPr>
                  <a:xfrm>
                    <a:off x="5303628" y="4732134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03" name="TextBox 1202">
                    <a:extLst>
                      <a:ext uri="{FF2B5EF4-FFF2-40B4-BE49-F238E27FC236}">
                        <a16:creationId xmlns:a16="http://schemas.microsoft.com/office/drawing/2014/main" id="{7112CAFE-3D7B-5092-3A37-5C1307D20BFD}"/>
                      </a:ext>
                    </a:extLst>
                  </p:cNvPr>
                  <p:cNvSpPr txBox="1"/>
                  <p:nvPr/>
                </p:nvSpPr>
                <p:spPr>
                  <a:xfrm>
                    <a:off x="4519591" y="4727988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204" name="TextBox 1203">
                    <a:extLst>
                      <a:ext uri="{FF2B5EF4-FFF2-40B4-BE49-F238E27FC236}">
                        <a16:creationId xmlns:a16="http://schemas.microsoft.com/office/drawing/2014/main" id="{206C60EB-D87D-63C9-7928-9E2D15E021D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9950" y="4727988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205" name="TextBox 1204">
                    <a:extLst>
                      <a:ext uri="{FF2B5EF4-FFF2-40B4-BE49-F238E27FC236}">
                        <a16:creationId xmlns:a16="http://schemas.microsoft.com/office/drawing/2014/main" id="{0837BD44-FB26-726C-3120-8F455383F89D}"/>
                      </a:ext>
                    </a:extLst>
                  </p:cNvPr>
                  <p:cNvSpPr txBox="1"/>
                  <p:nvPr/>
                </p:nvSpPr>
                <p:spPr>
                  <a:xfrm>
                    <a:off x="4843402" y="4727988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206" name="TextBox 1205">
                    <a:extLst>
                      <a:ext uri="{FF2B5EF4-FFF2-40B4-BE49-F238E27FC236}">
                        <a16:creationId xmlns:a16="http://schemas.microsoft.com/office/drawing/2014/main" id="{6F5D76EA-BDE5-177C-1EEC-E6E6BFF21760}"/>
                      </a:ext>
                    </a:extLst>
                  </p:cNvPr>
                  <p:cNvSpPr txBox="1"/>
                  <p:nvPr/>
                </p:nvSpPr>
                <p:spPr>
                  <a:xfrm>
                    <a:off x="4980861" y="4727988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207" name="TextBox 1206">
                    <a:extLst>
                      <a:ext uri="{FF2B5EF4-FFF2-40B4-BE49-F238E27FC236}">
                        <a16:creationId xmlns:a16="http://schemas.microsoft.com/office/drawing/2014/main" id="{9EB5712B-84B7-EA06-63F6-C28292A46976}"/>
                      </a:ext>
                    </a:extLst>
                  </p:cNvPr>
                  <p:cNvSpPr txBox="1"/>
                  <p:nvPr/>
                </p:nvSpPr>
                <p:spPr>
                  <a:xfrm>
                    <a:off x="5180036" y="4727988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210" name="TextBox 1209">
                    <a:extLst>
                      <a:ext uri="{FF2B5EF4-FFF2-40B4-BE49-F238E27FC236}">
                        <a16:creationId xmlns:a16="http://schemas.microsoft.com/office/drawing/2014/main" id="{8F33FB45-85D1-BC30-48A4-D60CF019CE5F}"/>
                      </a:ext>
                    </a:extLst>
                  </p:cNvPr>
                  <p:cNvSpPr txBox="1"/>
                  <p:nvPr/>
                </p:nvSpPr>
                <p:spPr>
                  <a:xfrm>
                    <a:off x="4631271" y="3752714"/>
                    <a:ext cx="603049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11_MG</a:t>
                    </a:r>
                  </a:p>
                </p:txBody>
              </p:sp>
            </p:grpSp>
          </p:grpSp>
          <p:grpSp>
            <p:nvGrpSpPr>
              <p:cNvPr id="1211" name="Graphic 601">
                <a:extLst>
                  <a:ext uri="{FF2B5EF4-FFF2-40B4-BE49-F238E27FC236}">
                    <a16:creationId xmlns:a16="http://schemas.microsoft.com/office/drawing/2014/main" id="{DC3FAEC9-3BD4-D92A-E289-F01F5B97D981}"/>
                  </a:ext>
                </a:extLst>
              </p:cNvPr>
              <p:cNvGrpSpPr/>
              <p:nvPr/>
            </p:nvGrpSpPr>
            <p:grpSpPr>
              <a:xfrm>
                <a:off x="2286378" y="3143882"/>
                <a:ext cx="1180472" cy="1190718"/>
                <a:chOff x="360548" y="5232907"/>
                <a:chExt cx="1180472" cy="1190718"/>
              </a:xfrm>
            </p:grpSpPr>
            <p:grpSp>
              <p:nvGrpSpPr>
                <p:cNvPr id="1214" name="Graphic 601">
                  <a:extLst>
                    <a:ext uri="{FF2B5EF4-FFF2-40B4-BE49-F238E27FC236}">
                      <a16:creationId xmlns:a16="http://schemas.microsoft.com/office/drawing/2014/main" id="{DCF85190-CD1D-2068-DC42-6BE83C591A77}"/>
                    </a:ext>
                  </a:extLst>
                </p:cNvPr>
                <p:cNvGrpSpPr/>
                <p:nvPr/>
              </p:nvGrpSpPr>
              <p:grpSpPr>
                <a:xfrm>
                  <a:off x="668747" y="5484985"/>
                  <a:ext cx="846091" cy="727468"/>
                  <a:chOff x="668747" y="5484985"/>
                  <a:chExt cx="846091" cy="727468"/>
                </a:xfrm>
              </p:grpSpPr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4CDD8EA0-607D-683C-884C-FA4B7C1F54BE}"/>
                      </a:ext>
                    </a:extLst>
                  </p:cNvPr>
                  <p:cNvSpPr/>
                  <p:nvPr/>
                </p:nvSpPr>
                <p:spPr>
                  <a:xfrm>
                    <a:off x="670797" y="5535163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7D14B309-4D24-9A2A-6875-8BD514FF4641}"/>
                      </a:ext>
                    </a:extLst>
                  </p:cNvPr>
                  <p:cNvSpPr/>
                  <p:nvPr/>
                </p:nvSpPr>
                <p:spPr>
                  <a:xfrm>
                    <a:off x="719565" y="5883397"/>
                    <a:ext cx="97409" cy="328930"/>
                  </a:xfrm>
                  <a:custGeom>
                    <a:avLst/>
                    <a:gdLst>
                      <a:gd name="csX0" fmla="*/ 0 w 97409"/>
                      <a:gd name="csY0" fmla="*/ 0 h 328930"/>
                      <a:gd name="csX1" fmla="*/ 97409 w 97409"/>
                      <a:gd name="csY1" fmla="*/ 0 h 328930"/>
                      <a:gd name="csX2" fmla="*/ 97409 w 97409"/>
                      <a:gd name="csY2" fmla="*/ 328930 h 328930"/>
                      <a:gd name="csX3" fmla="*/ 0 w 97409"/>
                      <a:gd name="csY3" fmla="*/ 328930 h 32893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28930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28930"/>
                        </a:lnTo>
                        <a:lnTo>
                          <a:pt x="0" y="328930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1470938E-E904-9597-F953-DB9986CB0F8A}"/>
                      </a:ext>
                    </a:extLst>
                  </p:cNvPr>
                  <p:cNvSpPr/>
                  <p:nvPr/>
                </p:nvSpPr>
                <p:spPr>
                  <a:xfrm>
                    <a:off x="881871" y="5943341"/>
                    <a:ext cx="97409" cy="268986"/>
                  </a:xfrm>
                  <a:custGeom>
                    <a:avLst/>
                    <a:gdLst>
                      <a:gd name="csX0" fmla="*/ 0 w 97409"/>
                      <a:gd name="csY0" fmla="*/ 0 h 268986"/>
                      <a:gd name="csX1" fmla="*/ 97409 w 97409"/>
                      <a:gd name="csY1" fmla="*/ 0 h 268986"/>
                      <a:gd name="csX2" fmla="*/ 97409 w 97409"/>
                      <a:gd name="csY2" fmla="*/ 268986 h 268986"/>
                      <a:gd name="csX3" fmla="*/ 0 w 97409"/>
                      <a:gd name="csY3" fmla="*/ 268986 h 26898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68986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68986"/>
                        </a:lnTo>
                        <a:lnTo>
                          <a:pt x="0" y="268986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18" name="Freeform 1217">
                    <a:extLst>
                      <a:ext uri="{FF2B5EF4-FFF2-40B4-BE49-F238E27FC236}">
                        <a16:creationId xmlns:a16="http://schemas.microsoft.com/office/drawing/2014/main" id="{C48F15A5-E378-976B-A0D3-6A5C4940E3B6}"/>
                      </a:ext>
                    </a:extLst>
                  </p:cNvPr>
                  <p:cNvSpPr/>
                  <p:nvPr/>
                </p:nvSpPr>
                <p:spPr>
                  <a:xfrm>
                    <a:off x="1044176" y="5947151"/>
                    <a:ext cx="97409" cy="265176"/>
                  </a:xfrm>
                  <a:custGeom>
                    <a:avLst/>
                    <a:gdLst>
                      <a:gd name="csX0" fmla="*/ 0 w 97409"/>
                      <a:gd name="csY0" fmla="*/ 0 h 265176"/>
                      <a:gd name="csX1" fmla="*/ 97409 w 97409"/>
                      <a:gd name="csY1" fmla="*/ 0 h 265176"/>
                      <a:gd name="csX2" fmla="*/ 97409 w 97409"/>
                      <a:gd name="csY2" fmla="*/ 265176 h 265176"/>
                      <a:gd name="csX3" fmla="*/ 0 w 97409"/>
                      <a:gd name="csY3" fmla="*/ 265176 h 2651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65176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65176"/>
                        </a:lnTo>
                        <a:lnTo>
                          <a:pt x="0" y="265176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19" name="Freeform 1218">
                    <a:extLst>
                      <a:ext uri="{FF2B5EF4-FFF2-40B4-BE49-F238E27FC236}">
                        <a16:creationId xmlns:a16="http://schemas.microsoft.com/office/drawing/2014/main" id="{F1658732-0392-D8E0-1C2C-DA5682545F9E}"/>
                      </a:ext>
                    </a:extLst>
                  </p:cNvPr>
                  <p:cNvSpPr/>
                  <p:nvPr/>
                </p:nvSpPr>
                <p:spPr>
                  <a:xfrm>
                    <a:off x="1206483" y="5935848"/>
                    <a:ext cx="97409" cy="276479"/>
                  </a:xfrm>
                  <a:custGeom>
                    <a:avLst/>
                    <a:gdLst>
                      <a:gd name="csX0" fmla="*/ 0 w 97409"/>
                      <a:gd name="csY0" fmla="*/ 0 h 276479"/>
                      <a:gd name="csX1" fmla="*/ 97409 w 97409"/>
                      <a:gd name="csY1" fmla="*/ 0 h 276479"/>
                      <a:gd name="csX2" fmla="*/ 97409 w 97409"/>
                      <a:gd name="csY2" fmla="*/ 276479 h 276479"/>
                      <a:gd name="csX3" fmla="*/ 0 w 97409"/>
                      <a:gd name="csY3" fmla="*/ 276479 h 27647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76479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76479"/>
                        </a:lnTo>
                        <a:lnTo>
                          <a:pt x="0" y="276479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0" name="Freeform 1219">
                    <a:extLst>
                      <a:ext uri="{FF2B5EF4-FFF2-40B4-BE49-F238E27FC236}">
                        <a16:creationId xmlns:a16="http://schemas.microsoft.com/office/drawing/2014/main" id="{3EC86AB2-6BC3-6D59-250A-9998F031B04D}"/>
                      </a:ext>
                    </a:extLst>
                  </p:cNvPr>
                  <p:cNvSpPr/>
                  <p:nvPr/>
                </p:nvSpPr>
                <p:spPr>
                  <a:xfrm>
                    <a:off x="1368789" y="5894827"/>
                    <a:ext cx="97409" cy="317500"/>
                  </a:xfrm>
                  <a:custGeom>
                    <a:avLst/>
                    <a:gdLst>
                      <a:gd name="csX0" fmla="*/ 0 w 97409"/>
                      <a:gd name="csY0" fmla="*/ 0 h 317500"/>
                      <a:gd name="csX1" fmla="*/ 97409 w 97409"/>
                      <a:gd name="csY1" fmla="*/ 0 h 317500"/>
                      <a:gd name="csX2" fmla="*/ 97409 w 97409"/>
                      <a:gd name="csY2" fmla="*/ 317500 h 317500"/>
                      <a:gd name="csX3" fmla="*/ 0 w 97409"/>
                      <a:gd name="csY3" fmla="*/ 317500 h 3175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17500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17500"/>
                        </a:lnTo>
                        <a:lnTo>
                          <a:pt x="0" y="317500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AFC45B0C-F047-69C4-BDFB-39558F29E91B}"/>
                      </a:ext>
                    </a:extLst>
                  </p:cNvPr>
                  <p:cNvSpPr/>
                  <p:nvPr/>
                </p:nvSpPr>
                <p:spPr>
                  <a:xfrm>
                    <a:off x="735821" y="5851393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37EDC1BB-F35F-3534-454E-2C66573674E5}"/>
                      </a:ext>
                    </a:extLst>
                  </p:cNvPr>
                  <p:cNvSpPr/>
                  <p:nvPr/>
                </p:nvSpPr>
                <p:spPr>
                  <a:xfrm>
                    <a:off x="768205" y="5851393"/>
                    <a:ext cx="12700" cy="64007"/>
                  </a:xfrm>
                  <a:custGeom>
                    <a:avLst/>
                    <a:gdLst>
                      <a:gd name="csX0" fmla="*/ 0 w 12700"/>
                      <a:gd name="csY0" fmla="*/ 0 h 64007"/>
                      <a:gd name="csX1" fmla="*/ 0 w 12700"/>
                      <a:gd name="csY1" fmla="*/ 64008 h 6400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4007">
                        <a:moveTo>
                          <a:pt x="0" y="0"/>
                        </a:moveTo>
                        <a:lnTo>
                          <a:pt x="0" y="64008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AF5686E4-FB65-0810-FF01-C224F823D422}"/>
                      </a:ext>
                    </a:extLst>
                  </p:cNvPr>
                  <p:cNvSpPr/>
                  <p:nvPr/>
                </p:nvSpPr>
                <p:spPr>
                  <a:xfrm>
                    <a:off x="735821" y="5915400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87C4FAE4-714D-4AD3-1C53-B5A692C500C2}"/>
                      </a:ext>
                    </a:extLst>
                  </p:cNvPr>
                  <p:cNvSpPr/>
                  <p:nvPr/>
                </p:nvSpPr>
                <p:spPr>
                  <a:xfrm>
                    <a:off x="898126" y="5917178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5" name="Freeform 1224">
                    <a:extLst>
                      <a:ext uri="{FF2B5EF4-FFF2-40B4-BE49-F238E27FC236}">
                        <a16:creationId xmlns:a16="http://schemas.microsoft.com/office/drawing/2014/main" id="{673E1F44-0F13-A2F6-7F66-116A331D4D9D}"/>
                      </a:ext>
                    </a:extLst>
                  </p:cNvPr>
                  <p:cNvSpPr/>
                  <p:nvPr/>
                </p:nvSpPr>
                <p:spPr>
                  <a:xfrm>
                    <a:off x="930511" y="5917178"/>
                    <a:ext cx="12700" cy="52324"/>
                  </a:xfrm>
                  <a:custGeom>
                    <a:avLst/>
                    <a:gdLst>
                      <a:gd name="csX0" fmla="*/ 0 w 12700"/>
                      <a:gd name="csY0" fmla="*/ 0 h 52324"/>
                      <a:gd name="csX1" fmla="*/ 0 w 12700"/>
                      <a:gd name="csY1" fmla="*/ 52324 h 5232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52324">
                        <a:moveTo>
                          <a:pt x="0" y="0"/>
                        </a:moveTo>
                        <a:lnTo>
                          <a:pt x="0" y="5232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6" name="Freeform 1225">
                    <a:extLst>
                      <a:ext uri="{FF2B5EF4-FFF2-40B4-BE49-F238E27FC236}">
                        <a16:creationId xmlns:a16="http://schemas.microsoft.com/office/drawing/2014/main" id="{02CB852D-78A4-52BC-AC55-07FF064F47F7}"/>
                      </a:ext>
                    </a:extLst>
                  </p:cNvPr>
                  <p:cNvSpPr/>
                  <p:nvPr/>
                </p:nvSpPr>
                <p:spPr>
                  <a:xfrm>
                    <a:off x="898126" y="5969503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7" name="Freeform 1226">
                    <a:extLst>
                      <a:ext uri="{FF2B5EF4-FFF2-40B4-BE49-F238E27FC236}">
                        <a16:creationId xmlns:a16="http://schemas.microsoft.com/office/drawing/2014/main" id="{EFD6067F-FB76-B9D3-EF07-61DCD7E571D1}"/>
                      </a:ext>
                    </a:extLst>
                  </p:cNvPr>
                  <p:cNvSpPr/>
                  <p:nvPr/>
                </p:nvSpPr>
                <p:spPr>
                  <a:xfrm>
                    <a:off x="1060432" y="590930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0F63644D-C548-D3EF-7E20-F7AFEC73CDB2}"/>
                      </a:ext>
                    </a:extLst>
                  </p:cNvPr>
                  <p:cNvSpPr/>
                  <p:nvPr/>
                </p:nvSpPr>
                <p:spPr>
                  <a:xfrm>
                    <a:off x="1092818" y="5909304"/>
                    <a:ext cx="12700" cy="75819"/>
                  </a:xfrm>
                  <a:custGeom>
                    <a:avLst/>
                    <a:gdLst>
                      <a:gd name="csX0" fmla="*/ 0 w 12700"/>
                      <a:gd name="csY0" fmla="*/ 0 h 75819"/>
                      <a:gd name="csX1" fmla="*/ 0 w 12700"/>
                      <a:gd name="csY1" fmla="*/ 75819 h 7581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5819">
                        <a:moveTo>
                          <a:pt x="0" y="0"/>
                        </a:moveTo>
                        <a:lnTo>
                          <a:pt x="0" y="7581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3FF7868E-D388-ED78-9B8B-27D48103907C}"/>
                      </a:ext>
                    </a:extLst>
                  </p:cNvPr>
                  <p:cNvSpPr/>
                  <p:nvPr/>
                </p:nvSpPr>
                <p:spPr>
                  <a:xfrm>
                    <a:off x="1060432" y="598512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9913F82-7C5C-90B8-136D-C60D9DAEA55B}"/>
                      </a:ext>
                    </a:extLst>
                  </p:cNvPr>
                  <p:cNvSpPr/>
                  <p:nvPr/>
                </p:nvSpPr>
                <p:spPr>
                  <a:xfrm>
                    <a:off x="1385045" y="585215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1787184B-FCBB-0BD4-D294-6CB0FE4EE191}"/>
                      </a:ext>
                    </a:extLst>
                  </p:cNvPr>
                  <p:cNvSpPr/>
                  <p:nvPr/>
                </p:nvSpPr>
                <p:spPr>
                  <a:xfrm>
                    <a:off x="1417429" y="5852154"/>
                    <a:ext cx="12700" cy="85344"/>
                  </a:xfrm>
                  <a:custGeom>
                    <a:avLst/>
                    <a:gdLst>
                      <a:gd name="csX0" fmla="*/ 0 w 12700"/>
                      <a:gd name="csY0" fmla="*/ 0 h 85344"/>
                      <a:gd name="csX1" fmla="*/ 0 w 12700"/>
                      <a:gd name="csY1" fmla="*/ 85344 h 8534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85344">
                        <a:moveTo>
                          <a:pt x="0" y="0"/>
                        </a:moveTo>
                        <a:lnTo>
                          <a:pt x="0" y="8534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2" name="Freeform 1231">
                    <a:extLst>
                      <a:ext uri="{FF2B5EF4-FFF2-40B4-BE49-F238E27FC236}">
                        <a16:creationId xmlns:a16="http://schemas.microsoft.com/office/drawing/2014/main" id="{3B741A1D-76DC-57A0-67F1-4622B7A067FA}"/>
                      </a:ext>
                    </a:extLst>
                  </p:cNvPr>
                  <p:cNvSpPr/>
                  <p:nvPr/>
                </p:nvSpPr>
                <p:spPr>
                  <a:xfrm>
                    <a:off x="1385045" y="5937499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3" name="Freeform 1232">
                    <a:extLst>
                      <a:ext uri="{FF2B5EF4-FFF2-40B4-BE49-F238E27FC236}">
                        <a16:creationId xmlns:a16="http://schemas.microsoft.com/office/drawing/2014/main" id="{40B1FB4A-949D-8843-943B-6C6FF578AB7B}"/>
                      </a:ext>
                    </a:extLst>
                  </p:cNvPr>
                  <p:cNvSpPr/>
                  <p:nvPr/>
                </p:nvSpPr>
                <p:spPr>
                  <a:xfrm>
                    <a:off x="1088246" y="589114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4" name="Freeform 1233">
                    <a:extLst>
                      <a:ext uri="{FF2B5EF4-FFF2-40B4-BE49-F238E27FC236}">
                        <a16:creationId xmlns:a16="http://schemas.microsoft.com/office/drawing/2014/main" id="{16E6C8ED-29D0-70D5-B273-DB65EF6F6382}"/>
                      </a:ext>
                    </a:extLst>
                  </p:cNvPr>
                  <p:cNvSpPr/>
                  <p:nvPr/>
                </p:nvSpPr>
                <p:spPr>
                  <a:xfrm>
                    <a:off x="926702" y="59557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5" name="Freeform 1234">
                    <a:extLst>
                      <a:ext uri="{FF2B5EF4-FFF2-40B4-BE49-F238E27FC236}">
                        <a16:creationId xmlns:a16="http://schemas.microsoft.com/office/drawing/2014/main" id="{36AE740D-BE07-9D14-5CA5-5B7BD7F8DF82}"/>
                      </a:ext>
                    </a:extLst>
                  </p:cNvPr>
                  <p:cNvSpPr/>
                  <p:nvPr/>
                </p:nvSpPr>
                <p:spPr>
                  <a:xfrm>
                    <a:off x="905620" y="599985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6" name="Freeform 1235">
                    <a:extLst>
                      <a:ext uri="{FF2B5EF4-FFF2-40B4-BE49-F238E27FC236}">
                        <a16:creationId xmlns:a16="http://schemas.microsoft.com/office/drawing/2014/main" id="{7B6BBCA1-89F2-4126-3C13-FE9418A818D5}"/>
                      </a:ext>
                    </a:extLst>
                  </p:cNvPr>
                  <p:cNvSpPr/>
                  <p:nvPr/>
                </p:nvSpPr>
                <p:spPr>
                  <a:xfrm>
                    <a:off x="1410191" y="574280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7" name="Freeform 1236">
                    <a:extLst>
                      <a:ext uri="{FF2B5EF4-FFF2-40B4-BE49-F238E27FC236}">
                        <a16:creationId xmlns:a16="http://schemas.microsoft.com/office/drawing/2014/main" id="{46ED0386-19C1-248B-50B8-47007AD72C08}"/>
                      </a:ext>
                    </a:extLst>
                  </p:cNvPr>
                  <p:cNvSpPr/>
                  <p:nvPr/>
                </p:nvSpPr>
                <p:spPr>
                  <a:xfrm>
                    <a:off x="754744" y="601039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8" name="Freeform 1237">
                    <a:extLst>
                      <a:ext uri="{FF2B5EF4-FFF2-40B4-BE49-F238E27FC236}">
                        <a16:creationId xmlns:a16="http://schemas.microsoft.com/office/drawing/2014/main" id="{CB4A7CFC-5522-DEFA-437C-E8388F4F31F1}"/>
                      </a:ext>
                    </a:extLst>
                  </p:cNvPr>
                  <p:cNvSpPr/>
                  <p:nvPr/>
                </p:nvSpPr>
                <p:spPr>
                  <a:xfrm>
                    <a:off x="1400031" y="57880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39" name="Freeform 1238">
                    <a:extLst>
                      <a:ext uri="{FF2B5EF4-FFF2-40B4-BE49-F238E27FC236}">
                        <a16:creationId xmlns:a16="http://schemas.microsoft.com/office/drawing/2014/main" id="{4BA30479-B2C4-ADD0-6E25-7B1471D9FC0E}"/>
                      </a:ext>
                    </a:extLst>
                  </p:cNvPr>
                  <p:cNvSpPr/>
                  <p:nvPr/>
                </p:nvSpPr>
                <p:spPr>
                  <a:xfrm>
                    <a:off x="757919" y="580694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0" name="Freeform 1239">
                    <a:extLst>
                      <a:ext uri="{FF2B5EF4-FFF2-40B4-BE49-F238E27FC236}">
                        <a16:creationId xmlns:a16="http://schemas.microsoft.com/office/drawing/2014/main" id="{3ADF1D29-BE43-6940-6FB7-ABFC84BB7DD7}"/>
                      </a:ext>
                    </a:extLst>
                  </p:cNvPr>
                  <p:cNvSpPr/>
                  <p:nvPr/>
                </p:nvSpPr>
                <p:spPr>
                  <a:xfrm>
                    <a:off x="1387585" y="60417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1" name="Freeform 1240">
                    <a:extLst>
                      <a:ext uri="{FF2B5EF4-FFF2-40B4-BE49-F238E27FC236}">
                        <a16:creationId xmlns:a16="http://schemas.microsoft.com/office/drawing/2014/main" id="{F0E509AD-C8F2-FD03-4A6A-458BBB5BED3F}"/>
                      </a:ext>
                    </a:extLst>
                  </p:cNvPr>
                  <p:cNvSpPr/>
                  <p:nvPr/>
                </p:nvSpPr>
                <p:spPr>
                  <a:xfrm>
                    <a:off x="755252" y="578776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2" name="Freeform 1241">
                    <a:extLst>
                      <a:ext uri="{FF2B5EF4-FFF2-40B4-BE49-F238E27FC236}">
                        <a16:creationId xmlns:a16="http://schemas.microsoft.com/office/drawing/2014/main" id="{95175125-441A-762F-5666-57923CED33A7}"/>
                      </a:ext>
                    </a:extLst>
                  </p:cNvPr>
                  <p:cNvSpPr/>
                  <p:nvPr/>
                </p:nvSpPr>
                <p:spPr>
                  <a:xfrm>
                    <a:off x="1406127" y="589914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3" name="Freeform 1242">
                    <a:extLst>
                      <a:ext uri="{FF2B5EF4-FFF2-40B4-BE49-F238E27FC236}">
                        <a16:creationId xmlns:a16="http://schemas.microsoft.com/office/drawing/2014/main" id="{A05DB5BD-F991-15EE-2C5C-D81F64CE41B3}"/>
                      </a:ext>
                    </a:extLst>
                  </p:cNvPr>
                  <p:cNvSpPr/>
                  <p:nvPr/>
                </p:nvSpPr>
                <p:spPr>
                  <a:xfrm>
                    <a:off x="748775" y="585825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4" name="Freeform 1243">
                    <a:extLst>
                      <a:ext uri="{FF2B5EF4-FFF2-40B4-BE49-F238E27FC236}">
                        <a16:creationId xmlns:a16="http://schemas.microsoft.com/office/drawing/2014/main" id="{FFDF7ECE-7ACE-C362-E5EA-C6995A02790F}"/>
                      </a:ext>
                    </a:extLst>
                  </p:cNvPr>
                  <p:cNvSpPr/>
                  <p:nvPr/>
                </p:nvSpPr>
                <p:spPr>
                  <a:xfrm>
                    <a:off x="1406508" y="587971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5" name="Freeform 1244">
                    <a:extLst>
                      <a:ext uri="{FF2B5EF4-FFF2-40B4-BE49-F238E27FC236}">
                        <a16:creationId xmlns:a16="http://schemas.microsoft.com/office/drawing/2014/main" id="{E207165A-C7DB-469B-8C67-CC899F79458C}"/>
                      </a:ext>
                    </a:extLst>
                  </p:cNvPr>
                  <p:cNvSpPr/>
                  <p:nvPr/>
                </p:nvSpPr>
                <p:spPr>
                  <a:xfrm>
                    <a:off x="764269" y="58739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6" name="Freeform 1245">
                    <a:extLst>
                      <a:ext uri="{FF2B5EF4-FFF2-40B4-BE49-F238E27FC236}">
                        <a16:creationId xmlns:a16="http://schemas.microsoft.com/office/drawing/2014/main" id="{0CAAD867-0CD8-8EC2-0798-1BA46170E598}"/>
                      </a:ext>
                    </a:extLst>
                  </p:cNvPr>
                  <p:cNvSpPr/>
                  <p:nvPr/>
                </p:nvSpPr>
                <p:spPr>
                  <a:xfrm>
                    <a:off x="904604" y="579106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7" name="Freeform 1246">
                    <a:extLst>
                      <a:ext uri="{FF2B5EF4-FFF2-40B4-BE49-F238E27FC236}">
                        <a16:creationId xmlns:a16="http://schemas.microsoft.com/office/drawing/2014/main" id="{7175123F-992B-9927-9EF6-B1D69BCF3837}"/>
                      </a:ext>
                    </a:extLst>
                  </p:cNvPr>
                  <p:cNvSpPr/>
                  <p:nvPr/>
                </p:nvSpPr>
                <p:spPr>
                  <a:xfrm>
                    <a:off x="1398253" y="59091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8" name="Freeform 1247">
                    <a:extLst>
                      <a:ext uri="{FF2B5EF4-FFF2-40B4-BE49-F238E27FC236}">
                        <a16:creationId xmlns:a16="http://schemas.microsoft.com/office/drawing/2014/main" id="{4C6D345F-78DC-C0D0-03EB-0B7B5FF39998}"/>
                      </a:ext>
                    </a:extLst>
                  </p:cNvPr>
                  <p:cNvSpPr/>
                  <p:nvPr/>
                </p:nvSpPr>
                <p:spPr>
                  <a:xfrm>
                    <a:off x="764523" y="585507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49" name="Freeform 1248">
                    <a:extLst>
                      <a:ext uri="{FF2B5EF4-FFF2-40B4-BE49-F238E27FC236}">
                        <a16:creationId xmlns:a16="http://schemas.microsoft.com/office/drawing/2014/main" id="{F4DDB6ED-B5B0-5A14-042D-593176BA0D83}"/>
                      </a:ext>
                    </a:extLst>
                  </p:cNvPr>
                  <p:cNvSpPr/>
                  <p:nvPr/>
                </p:nvSpPr>
                <p:spPr>
                  <a:xfrm>
                    <a:off x="1090278" y="596696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0" name="Freeform 1249">
                    <a:extLst>
                      <a:ext uri="{FF2B5EF4-FFF2-40B4-BE49-F238E27FC236}">
                        <a16:creationId xmlns:a16="http://schemas.microsoft.com/office/drawing/2014/main" id="{DF319DBA-792A-C092-B076-12B53E8A0022}"/>
                      </a:ext>
                    </a:extLst>
                  </p:cNvPr>
                  <p:cNvSpPr/>
                  <p:nvPr/>
                </p:nvSpPr>
                <p:spPr>
                  <a:xfrm>
                    <a:off x="900032" y="597979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1" name="Freeform 1250">
                    <a:extLst>
                      <a:ext uri="{FF2B5EF4-FFF2-40B4-BE49-F238E27FC236}">
                        <a16:creationId xmlns:a16="http://schemas.microsoft.com/office/drawing/2014/main" id="{EED6537C-EC21-8A49-26A4-D1885881EBC9}"/>
                      </a:ext>
                    </a:extLst>
                  </p:cNvPr>
                  <p:cNvSpPr/>
                  <p:nvPr/>
                </p:nvSpPr>
                <p:spPr>
                  <a:xfrm>
                    <a:off x="911716" y="593711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2" name="Freeform 1251">
                    <a:extLst>
                      <a:ext uri="{FF2B5EF4-FFF2-40B4-BE49-F238E27FC236}">
                        <a16:creationId xmlns:a16="http://schemas.microsoft.com/office/drawing/2014/main" id="{38A98BEB-5BA6-D29B-6856-02F435BA7DA4}"/>
                      </a:ext>
                    </a:extLst>
                  </p:cNvPr>
                  <p:cNvSpPr/>
                  <p:nvPr/>
                </p:nvSpPr>
                <p:spPr>
                  <a:xfrm>
                    <a:off x="1239122" y="59179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3" name="Freeform 1252">
                    <a:extLst>
                      <a:ext uri="{FF2B5EF4-FFF2-40B4-BE49-F238E27FC236}">
                        <a16:creationId xmlns:a16="http://schemas.microsoft.com/office/drawing/2014/main" id="{E36D9FEE-3B5F-F556-357A-30A80C712410}"/>
                      </a:ext>
                    </a:extLst>
                  </p:cNvPr>
                  <p:cNvSpPr/>
                  <p:nvPr/>
                </p:nvSpPr>
                <p:spPr>
                  <a:xfrm>
                    <a:off x="925686" y="592149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4" name="Freeform 1253">
                    <a:extLst>
                      <a:ext uri="{FF2B5EF4-FFF2-40B4-BE49-F238E27FC236}">
                        <a16:creationId xmlns:a16="http://schemas.microsoft.com/office/drawing/2014/main" id="{EC39E9D2-D5C6-12D0-1200-555DC03BB97B}"/>
                      </a:ext>
                    </a:extLst>
                  </p:cNvPr>
                  <p:cNvSpPr/>
                  <p:nvPr/>
                </p:nvSpPr>
                <p:spPr>
                  <a:xfrm>
                    <a:off x="900794" y="589241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203A2C49-1D87-77D2-CAC9-D7A677D5D7E0}"/>
                      </a:ext>
                    </a:extLst>
                  </p:cNvPr>
                  <p:cNvSpPr txBox="1"/>
                  <p:nvPr/>
                </p:nvSpPr>
                <p:spPr>
                  <a:xfrm>
                    <a:off x="668747" y="5542871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256" name="Freeform 1255">
                    <a:extLst>
                      <a:ext uri="{FF2B5EF4-FFF2-40B4-BE49-F238E27FC236}">
                        <a16:creationId xmlns:a16="http://schemas.microsoft.com/office/drawing/2014/main" id="{297B1B6D-AFD6-32BC-E4E2-6F16CE04DDC6}"/>
                      </a:ext>
                    </a:extLst>
                  </p:cNvPr>
                  <p:cNvSpPr/>
                  <p:nvPr/>
                </p:nvSpPr>
                <p:spPr>
                  <a:xfrm>
                    <a:off x="768206" y="5715757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3CFC5863-08E6-202B-080D-85B15B61F0B2}"/>
                      </a:ext>
                    </a:extLst>
                  </p:cNvPr>
                  <p:cNvSpPr txBox="1"/>
                  <p:nvPr/>
                </p:nvSpPr>
                <p:spPr>
                  <a:xfrm>
                    <a:off x="956717" y="5597761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0.235</a:t>
                    </a:r>
                  </a:p>
                </p:txBody>
              </p:sp>
              <p:sp>
                <p:nvSpPr>
                  <p:cNvPr id="1258" name="Freeform 1257">
                    <a:extLst>
                      <a:ext uri="{FF2B5EF4-FFF2-40B4-BE49-F238E27FC236}">
                        <a16:creationId xmlns:a16="http://schemas.microsoft.com/office/drawing/2014/main" id="{7F8D5DC9-A7D3-2B48-6113-CCBC2193CAE6}"/>
                      </a:ext>
                    </a:extLst>
                  </p:cNvPr>
                  <p:cNvSpPr/>
                  <p:nvPr/>
                </p:nvSpPr>
                <p:spPr>
                  <a:xfrm>
                    <a:off x="946768" y="5715757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3B1742A-9597-27CB-BD0C-9B415475DCCF}"/>
                      </a:ext>
                    </a:extLst>
                  </p:cNvPr>
                  <p:cNvSpPr txBox="1"/>
                  <p:nvPr/>
                </p:nvSpPr>
                <p:spPr>
                  <a:xfrm>
                    <a:off x="867436" y="5484985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0.094</a:t>
                    </a:r>
                  </a:p>
                </p:txBody>
              </p:sp>
              <p:sp>
                <p:nvSpPr>
                  <p:cNvPr id="1260" name="Freeform 1259">
                    <a:extLst>
                      <a:ext uri="{FF2B5EF4-FFF2-40B4-BE49-F238E27FC236}">
                        <a16:creationId xmlns:a16="http://schemas.microsoft.com/office/drawing/2014/main" id="{1A0481F4-AAEA-5B65-5652-792242096892}"/>
                      </a:ext>
                    </a:extLst>
                  </p:cNvPr>
                  <p:cNvSpPr/>
                  <p:nvPr/>
                </p:nvSpPr>
                <p:spPr>
                  <a:xfrm>
                    <a:off x="768206" y="5602854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261" name="Graphic 601">
                  <a:extLst>
                    <a:ext uri="{FF2B5EF4-FFF2-40B4-BE49-F238E27FC236}">
                      <a16:creationId xmlns:a16="http://schemas.microsoft.com/office/drawing/2014/main" id="{7C0BC2C4-5291-8786-1798-5B1A6858B26E}"/>
                    </a:ext>
                  </a:extLst>
                </p:cNvPr>
                <p:cNvGrpSpPr/>
                <p:nvPr/>
              </p:nvGrpSpPr>
              <p:grpSpPr>
                <a:xfrm>
                  <a:off x="360548" y="5232907"/>
                  <a:ext cx="1180472" cy="1190718"/>
                  <a:chOff x="360548" y="5232907"/>
                  <a:chExt cx="1180472" cy="1190718"/>
                </a:xfrm>
              </p:grpSpPr>
              <p:sp>
                <p:nvSpPr>
                  <p:cNvPr id="1262" name="Freeform 1261">
                    <a:extLst>
                      <a:ext uri="{FF2B5EF4-FFF2-40B4-BE49-F238E27FC236}">
                        <a16:creationId xmlns:a16="http://schemas.microsoft.com/office/drawing/2014/main" id="{BF0BE4CE-9CC9-095C-BB8A-0F0825BDE8C4}"/>
                      </a:ext>
                    </a:extLst>
                  </p:cNvPr>
                  <p:cNvSpPr/>
                  <p:nvPr/>
                </p:nvSpPr>
                <p:spPr>
                  <a:xfrm>
                    <a:off x="670797" y="5535163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164E9130-3215-028D-369C-BE7FD907DA58}"/>
                      </a:ext>
                    </a:extLst>
                  </p:cNvPr>
                  <p:cNvSpPr txBox="1"/>
                  <p:nvPr/>
                </p:nvSpPr>
                <p:spPr>
                  <a:xfrm>
                    <a:off x="360548" y="610543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3951F0E4-ADF4-6C10-F830-8A88BE585A13}"/>
                      </a:ext>
                    </a:extLst>
                  </p:cNvPr>
                  <p:cNvSpPr txBox="1"/>
                  <p:nvPr/>
                </p:nvSpPr>
                <p:spPr>
                  <a:xfrm>
                    <a:off x="360548" y="589474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2%</a:t>
                    </a:r>
                  </a:p>
                </p:txBody>
              </p:sp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C1C81454-0703-05B2-B54D-E1ACDC5A664D}"/>
                      </a:ext>
                    </a:extLst>
                  </p:cNvPr>
                  <p:cNvSpPr txBox="1"/>
                  <p:nvPr/>
                </p:nvSpPr>
                <p:spPr>
                  <a:xfrm>
                    <a:off x="360548" y="5684052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4%</a:t>
                    </a:r>
                  </a:p>
                </p:txBody>
              </p:sp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28ACE3A6-AADF-32E9-A5E5-58F349E495D6}"/>
                      </a:ext>
                    </a:extLst>
                  </p:cNvPr>
                  <p:cNvSpPr txBox="1"/>
                  <p:nvPr/>
                </p:nvSpPr>
                <p:spPr>
                  <a:xfrm>
                    <a:off x="360548" y="5473232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6%</a:t>
                    </a:r>
                  </a:p>
                </p:txBody>
              </p:sp>
              <p:sp>
                <p:nvSpPr>
                  <p:cNvPr id="1267" name="Freeform 1266">
                    <a:extLst>
                      <a:ext uri="{FF2B5EF4-FFF2-40B4-BE49-F238E27FC236}">
                        <a16:creationId xmlns:a16="http://schemas.microsoft.com/office/drawing/2014/main" id="{BB9E5979-5B2B-A495-4E2A-9BBA318B6490}"/>
                      </a:ext>
                    </a:extLst>
                  </p:cNvPr>
                  <p:cNvSpPr/>
                  <p:nvPr/>
                </p:nvSpPr>
                <p:spPr>
                  <a:xfrm>
                    <a:off x="635998" y="62123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68" name="Freeform 1267">
                    <a:extLst>
                      <a:ext uri="{FF2B5EF4-FFF2-40B4-BE49-F238E27FC236}">
                        <a16:creationId xmlns:a16="http://schemas.microsoft.com/office/drawing/2014/main" id="{CB4E9A20-D344-B663-D4A0-B3A62DF8F44E}"/>
                      </a:ext>
                    </a:extLst>
                  </p:cNvPr>
                  <p:cNvSpPr/>
                  <p:nvPr/>
                </p:nvSpPr>
                <p:spPr>
                  <a:xfrm>
                    <a:off x="635998" y="6001633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69" name="Freeform 1268">
                    <a:extLst>
                      <a:ext uri="{FF2B5EF4-FFF2-40B4-BE49-F238E27FC236}">
                        <a16:creationId xmlns:a16="http://schemas.microsoft.com/office/drawing/2014/main" id="{44CC09C7-ECAC-330F-50C8-CE28F28AE25E}"/>
                      </a:ext>
                    </a:extLst>
                  </p:cNvPr>
                  <p:cNvSpPr/>
                  <p:nvPr/>
                </p:nvSpPr>
                <p:spPr>
                  <a:xfrm>
                    <a:off x="635998" y="5790940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0" name="Freeform 1269">
                    <a:extLst>
                      <a:ext uri="{FF2B5EF4-FFF2-40B4-BE49-F238E27FC236}">
                        <a16:creationId xmlns:a16="http://schemas.microsoft.com/office/drawing/2014/main" id="{B669A431-D9FD-8041-8275-31D8FB4FDF94}"/>
                      </a:ext>
                    </a:extLst>
                  </p:cNvPr>
                  <p:cNvSpPr/>
                  <p:nvPr/>
                </p:nvSpPr>
                <p:spPr>
                  <a:xfrm>
                    <a:off x="635998" y="5580120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1" name="Freeform 1270">
                    <a:extLst>
                      <a:ext uri="{FF2B5EF4-FFF2-40B4-BE49-F238E27FC236}">
                        <a16:creationId xmlns:a16="http://schemas.microsoft.com/office/drawing/2014/main" id="{B8C3BA04-D78C-1B46-CC2A-B1F42F11BE1F}"/>
                      </a:ext>
                    </a:extLst>
                  </p:cNvPr>
                  <p:cNvSpPr/>
                  <p:nvPr/>
                </p:nvSpPr>
                <p:spPr>
                  <a:xfrm>
                    <a:off x="670797" y="6212327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2" name="Freeform 1271">
                    <a:extLst>
                      <a:ext uri="{FF2B5EF4-FFF2-40B4-BE49-F238E27FC236}">
                        <a16:creationId xmlns:a16="http://schemas.microsoft.com/office/drawing/2014/main" id="{B6004DCD-387F-D637-DF86-433473286785}"/>
                      </a:ext>
                    </a:extLst>
                  </p:cNvPr>
                  <p:cNvSpPr/>
                  <p:nvPr/>
                </p:nvSpPr>
                <p:spPr>
                  <a:xfrm>
                    <a:off x="768205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3" name="Freeform 1272">
                    <a:extLst>
                      <a:ext uri="{FF2B5EF4-FFF2-40B4-BE49-F238E27FC236}">
                        <a16:creationId xmlns:a16="http://schemas.microsoft.com/office/drawing/2014/main" id="{E299C590-7023-8F5A-13D7-258B69B8A6A0}"/>
                      </a:ext>
                    </a:extLst>
                  </p:cNvPr>
                  <p:cNvSpPr/>
                  <p:nvPr/>
                </p:nvSpPr>
                <p:spPr>
                  <a:xfrm>
                    <a:off x="930511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4" name="Freeform 1273">
                    <a:extLst>
                      <a:ext uri="{FF2B5EF4-FFF2-40B4-BE49-F238E27FC236}">
                        <a16:creationId xmlns:a16="http://schemas.microsoft.com/office/drawing/2014/main" id="{02B69A17-18C3-4DB2-6BE7-202D95E2B317}"/>
                      </a:ext>
                    </a:extLst>
                  </p:cNvPr>
                  <p:cNvSpPr/>
                  <p:nvPr/>
                </p:nvSpPr>
                <p:spPr>
                  <a:xfrm>
                    <a:off x="1092818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5" name="Freeform 1274">
                    <a:extLst>
                      <a:ext uri="{FF2B5EF4-FFF2-40B4-BE49-F238E27FC236}">
                        <a16:creationId xmlns:a16="http://schemas.microsoft.com/office/drawing/2014/main" id="{AEC37DD2-BC0C-2ECA-A2DC-C12A2908EECD}"/>
                      </a:ext>
                    </a:extLst>
                  </p:cNvPr>
                  <p:cNvSpPr/>
                  <p:nvPr/>
                </p:nvSpPr>
                <p:spPr>
                  <a:xfrm>
                    <a:off x="1255123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6" name="Freeform 1275">
                    <a:extLst>
                      <a:ext uri="{FF2B5EF4-FFF2-40B4-BE49-F238E27FC236}">
                        <a16:creationId xmlns:a16="http://schemas.microsoft.com/office/drawing/2014/main" id="{1FD671DB-808B-B3C7-DBFF-81362FE05DE6}"/>
                      </a:ext>
                    </a:extLst>
                  </p:cNvPr>
                  <p:cNvSpPr/>
                  <p:nvPr/>
                </p:nvSpPr>
                <p:spPr>
                  <a:xfrm>
                    <a:off x="1417429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4E988F79-2AD4-5948-80EA-28F2319C403B}"/>
                      </a:ext>
                    </a:extLst>
                  </p:cNvPr>
                  <p:cNvSpPr txBox="1"/>
                  <p:nvPr/>
                </p:nvSpPr>
                <p:spPr>
                  <a:xfrm>
                    <a:off x="633392" y="6208181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50945749-C4B8-D189-5C2A-5E72B2179C9B}"/>
                      </a:ext>
                    </a:extLst>
                  </p:cNvPr>
                  <p:cNvSpPr txBox="1"/>
                  <p:nvPr/>
                </p:nvSpPr>
                <p:spPr>
                  <a:xfrm>
                    <a:off x="823751" y="6208181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A5579458-2465-0E18-41B9-417BA4A5C2AE}"/>
                      </a:ext>
                    </a:extLst>
                  </p:cNvPr>
                  <p:cNvSpPr txBox="1"/>
                  <p:nvPr/>
                </p:nvSpPr>
                <p:spPr>
                  <a:xfrm>
                    <a:off x="957203" y="6208181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F02B3E9B-40E9-8B9B-CE13-FF3DE9D9E522}"/>
                      </a:ext>
                    </a:extLst>
                  </p:cNvPr>
                  <p:cNvSpPr txBox="1"/>
                  <p:nvPr/>
                </p:nvSpPr>
                <p:spPr>
                  <a:xfrm>
                    <a:off x="1094662" y="6208181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8919D83C-FFB3-77C3-C046-0106DF2D50B5}"/>
                      </a:ext>
                    </a:extLst>
                  </p:cNvPr>
                  <p:cNvSpPr txBox="1"/>
                  <p:nvPr/>
                </p:nvSpPr>
                <p:spPr>
                  <a:xfrm>
                    <a:off x="1293837" y="6208181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51B8FFC5-01CA-7BA4-4FBF-AEAD39651733}"/>
                      </a:ext>
                    </a:extLst>
                  </p:cNvPr>
                  <p:cNvSpPr txBox="1"/>
                  <p:nvPr/>
                </p:nvSpPr>
                <p:spPr>
                  <a:xfrm>
                    <a:off x="776939" y="5232907"/>
                    <a:ext cx="551754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12_Vp</a:t>
                    </a:r>
                  </a:p>
                </p:txBody>
              </p:sp>
            </p:grpSp>
          </p:grpSp>
          <p:grpSp>
            <p:nvGrpSpPr>
              <p:cNvPr id="1285" name="Graphic 603">
                <a:extLst>
                  <a:ext uri="{FF2B5EF4-FFF2-40B4-BE49-F238E27FC236}">
                    <a16:creationId xmlns:a16="http://schemas.microsoft.com/office/drawing/2014/main" id="{E4ABDCC5-106B-4CA4-6536-D98A01952870}"/>
                  </a:ext>
                </a:extLst>
              </p:cNvPr>
              <p:cNvGrpSpPr/>
              <p:nvPr/>
            </p:nvGrpSpPr>
            <p:grpSpPr>
              <a:xfrm>
                <a:off x="3389877" y="3143882"/>
                <a:ext cx="1180472" cy="1190718"/>
                <a:chOff x="1669086" y="5232907"/>
                <a:chExt cx="1180472" cy="1190718"/>
              </a:xfrm>
            </p:grpSpPr>
            <p:grpSp>
              <p:nvGrpSpPr>
                <p:cNvPr id="1288" name="Graphic 603">
                  <a:extLst>
                    <a:ext uri="{FF2B5EF4-FFF2-40B4-BE49-F238E27FC236}">
                      <a16:creationId xmlns:a16="http://schemas.microsoft.com/office/drawing/2014/main" id="{584A8885-78AD-823B-F592-F9E6E7792A7A}"/>
                    </a:ext>
                  </a:extLst>
                </p:cNvPr>
                <p:cNvGrpSpPr/>
                <p:nvPr/>
              </p:nvGrpSpPr>
              <p:grpSpPr>
                <a:xfrm>
                  <a:off x="1979335" y="5484985"/>
                  <a:ext cx="844041" cy="727468"/>
                  <a:chOff x="1979335" y="5484985"/>
                  <a:chExt cx="844041" cy="727468"/>
                </a:xfrm>
              </p:grpSpPr>
              <p:sp>
                <p:nvSpPr>
                  <p:cNvPr id="1289" name="Freeform 1288">
                    <a:extLst>
                      <a:ext uri="{FF2B5EF4-FFF2-40B4-BE49-F238E27FC236}">
                        <a16:creationId xmlns:a16="http://schemas.microsoft.com/office/drawing/2014/main" id="{E21D5EFE-B96C-E0EA-090D-0760EED44190}"/>
                      </a:ext>
                    </a:extLst>
                  </p:cNvPr>
                  <p:cNvSpPr/>
                  <p:nvPr/>
                </p:nvSpPr>
                <p:spPr>
                  <a:xfrm>
                    <a:off x="1979335" y="5535163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0" name="Freeform 1289">
                    <a:extLst>
                      <a:ext uri="{FF2B5EF4-FFF2-40B4-BE49-F238E27FC236}">
                        <a16:creationId xmlns:a16="http://schemas.microsoft.com/office/drawing/2014/main" id="{3D61D37C-194C-A90A-01CE-2DCF1D226E96}"/>
                      </a:ext>
                    </a:extLst>
                  </p:cNvPr>
                  <p:cNvSpPr/>
                  <p:nvPr/>
                </p:nvSpPr>
                <p:spPr>
                  <a:xfrm>
                    <a:off x="2028103" y="5912734"/>
                    <a:ext cx="97409" cy="299593"/>
                  </a:xfrm>
                  <a:custGeom>
                    <a:avLst/>
                    <a:gdLst>
                      <a:gd name="csX0" fmla="*/ 0 w 97409"/>
                      <a:gd name="csY0" fmla="*/ 0 h 299593"/>
                      <a:gd name="csX1" fmla="*/ 97409 w 97409"/>
                      <a:gd name="csY1" fmla="*/ 0 h 299593"/>
                      <a:gd name="csX2" fmla="*/ 97409 w 97409"/>
                      <a:gd name="csY2" fmla="*/ 299593 h 299593"/>
                      <a:gd name="csX3" fmla="*/ 0 w 97409"/>
                      <a:gd name="csY3" fmla="*/ 299593 h 29959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99593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99593"/>
                        </a:lnTo>
                        <a:lnTo>
                          <a:pt x="0" y="299593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1" name="Freeform 1290">
                    <a:extLst>
                      <a:ext uri="{FF2B5EF4-FFF2-40B4-BE49-F238E27FC236}">
                        <a16:creationId xmlns:a16="http://schemas.microsoft.com/office/drawing/2014/main" id="{A399AAE5-1039-43D4-DAE1-F286E75102D7}"/>
                      </a:ext>
                    </a:extLst>
                  </p:cNvPr>
                  <p:cNvSpPr/>
                  <p:nvPr/>
                </p:nvSpPr>
                <p:spPr>
                  <a:xfrm>
                    <a:off x="2190409" y="5982330"/>
                    <a:ext cx="97409" cy="229997"/>
                  </a:xfrm>
                  <a:custGeom>
                    <a:avLst/>
                    <a:gdLst>
                      <a:gd name="csX0" fmla="*/ 0 w 97409"/>
                      <a:gd name="csY0" fmla="*/ 0 h 229997"/>
                      <a:gd name="csX1" fmla="*/ 97409 w 97409"/>
                      <a:gd name="csY1" fmla="*/ 0 h 229997"/>
                      <a:gd name="csX2" fmla="*/ 97409 w 97409"/>
                      <a:gd name="csY2" fmla="*/ 229997 h 229997"/>
                      <a:gd name="csX3" fmla="*/ 0 w 97409"/>
                      <a:gd name="csY3" fmla="*/ 229997 h 2299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29997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29997"/>
                        </a:lnTo>
                        <a:lnTo>
                          <a:pt x="0" y="229997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2" name="Freeform 1291">
                    <a:extLst>
                      <a:ext uri="{FF2B5EF4-FFF2-40B4-BE49-F238E27FC236}">
                        <a16:creationId xmlns:a16="http://schemas.microsoft.com/office/drawing/2014/main" id="{DD6E0F1A-506A-A995-D219-2B67EA7CEE11}"/>
                      </a:ext>
                    </a:extLst>
                  </p:cNvPr>
                  <p:cNvSpPr/>
                  <p:nvPr/>
                </p:nvSpPr>
                <p:spPr>
                  <a:xfrm>
                    <a:off x="2352715" y="5983854"/>
                    <a:ext cx="97409" cy="228473"/>
                  </a:xfrm>
                  <a:custGeom>
                    <a:avLst/>
                    <a:gdLst>
                      <a:gd name="csX0" fmla="*/ 0 w 97409"/>
                      <a:gd name="csY0" fmla="*/ 0 h 228473"/>
                      <a:gd name="csX1" fmla="*/ 97409 w 97409"/>
                      <a:gd name="csY1" fmla="*/ 0 h 228473"/>
                      <a:gd name="csX2" fmla="*/ 97409 w 97409"/>
                      <a:gd name="csY2" fmla="*/ 228473 h 228473"/>
                      <a:gd name="csX3" fmla="*/ 0 w 97409"/>
                      <a:gd name="csY3" fmla="*/ 228473 h 22847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28473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28473"/>
                        </a:lnTo>
                        <a:lnTo>
                          <a:pt x="0" y="228473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3" name="Freeform 1292">
                    <a:extLst>
                      <a:ext uri="{FF2B5EF4-FFF2-40B4-BE49-F238E27FC236}">
                        <a16:creationId xmlns:a16="http://schemas.microsoft.com/office/drawing/2014/main" id="{5E996DEC-8BF2-1663-8CE4-736ED1E8CE73}"/>
                      </a:ext>
                    </a:extLst>
                  </p:cNvPr>
                  <p:cNvSpPr/>
                  <p:nvPr/>
                </p:nvSpPr>
                <p:spPr>
                  <a:xfrm>
                    <a:off x="2515021" y="5984235"/>
                    <a:ext cx="97409" cy="228092"/>
                  </a:xfrm>
                  <a:custGeom>
                    <a:avLst/>
                    <a:gdLst>
                      <a:gd name="csX0" fmla="*/ 0 w 97409"/>
                      <a:gd name="csY0" fmla="*/ 0 h 228092"/>
                      <a:gd name="csX1" fmla="*/ 97409 w 97409"/>
                      <a:gd name="csY1" fmla="*/ 0 h 228092"/>
                      <a:gd name="csX2" fmla="*/ 97409 w 97409"/>
                      <a:gd name="csY2" fmla="*/ 228092 h 228092"/>
                      <a:gd name="csX3" fmla="*/ 0 w 97409"/>
                      <a:gd name="csY3" fmla="*/ 228092 h 22809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28092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28092"/>
                        </a:lnTo>
                        <a:lnTo>
                          <a:pt x="0" y="228092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4" name="Freeform 1293">
                    <a:extLst>
                      <a:ext uri="{FF2B5EF4-FFF2-40B4-BE49-F238E27FC236}">
                        <a16:creationId xmlns:a16="http://schemas.microsoft.com/office/drawing/2014/main" id="{929A671B-2FFE-E996-D085-9B068A255CC0}"/>
                      </a:ext>
                    </a:extLst>
                  </p:cNvPr>
                  <p:cNvSpPr/>
                  <p:nvPr/>
                </p:nvSpPr>
                <p:spPr>
                  <a:xfrm>
                    <a:off x="2677327" y="5892795"/>
                    <a:ext cx="97409" cy="319531"/>
                  </a:xfrm>
                  <a:custGeom>
                    <a:avLst/>
                    <a:gdLst>
                      <a:gd name="csX0" fmla="*/ 0 w 97409"/>
                      <a:gd name="csY0" fmla="*/ 0 h 319531"/>
                      <a:gd name="csX1" fmla="*/ 97409 w 97409"/>
                      <a:gd name="csY1" fmla="*/ 0 h 319531"/>
                      <a:gd name="csX2" fmla="*/ 97409 w 97409"/>
                      <a:gd name="csY2" fmla="*/ 319532 h 319531"/>
                      <a:gd name="csX3" fmla="*/ 0 w 97409"/>
                      <a:gd name="csY3" fmla="*/ 319532 h 31953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19531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19532"/>
                        </a:lnTo>
                        <a:lnTo>
                          <a:pt x="0" y="319532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5" name="Freeform 1294">
                    <a:extLst>
                      <a:ext uri="{FF2B5EF4-FFF2-40B4-BE49-F238E27FC236}">
                        <a16:creationId xmlns:a16="http://schemas.microsoft.com/office/drawing/2014/main" id="{442396F8-A3CA-1726-41E6-CFFF4DD792B5}"/>
                      </a:ext>
                    </a:extLst>
                  </p:cNvPr>
                  <p:cNvSpPr/>
                  <p:nvPr/>
                </p:nvSpPr>
                <p:spPr>
                  <a:xfrm>
                    <a:off x="2044359" y="587971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6" name="Freeform 1295">
                    <a:extLst>
                      <a:ext uri="{FF2B5EF4-FFF2-40B4-BE49-F238E27FC236}">
                        <a16:creationId xmlns:a16="http://schemas.microsoft.com/office/drawing/2014/main" id="{4D299155-85D9-2472-475B-D5C7A700623D}"/>
                      </a:ext>
                    </a:extLst>
                  </p:cNvPr>
                  <p:cNvSpPr/>
                  <p:nvPr/>
                </p:nvSpPr>
                <p:spPr>
                  <a:xfrm>
                    <a:off x="2076743" y="5879714"/>
                    <a:ext cx="12700" cy="66166"/>
                  </a:xfrm>
                  <a:custGeom>
                    <a:avLst/>
                    <a:gdLst>
                      <a:gd name="csX0" fmla="*/ 0 w 12700"/>
                      <a:gd name="csY0" fmla="*/ 0 h 66166"/>
                      <a:gd name="csX1" fmla="*/ 0 w 12700"/>
                      <a:gd name="csY1" fmla="*/ 66167 h 6616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6166">
                        <a:moveTo>
                          <a:pt x="0" y="0"/>
                        </a:moveTo>
                        <a:lnTo>
                          <a:pt x="0" y="6616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7" name="Freeform 1296">
                    <a:extLst>
                      <a:ext uri="{FF2B5EF4-FFF2-40B4-BE49-F238E27FC236}">
                        <a16:creationId xmlns:a16="http://schemas.microsoft.com/office/drawing/2014/main" id="{CFD2A457-1492-6580-9D56-DA3FBB00F1B5}"/>
                      </a:ext>
                    </a:extLst>
                  </p:cNvPr>
                  <p:cNvSpPr/>
                  <p:nvPr/>
                </p:nvSpPr>
                <p:spPr>
                  <a:xfrm>
                    <a:off x="2044359" y="5945881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8" name="Freeform 1297">
                    <a:extLst>
                      <a:ext uri="{FF2B5EF4-FFF2-40B4-BE49-F238E27FC236}">
                        <a16:creationId xmlns:a16="http://schemas.microsoft.com/office/drawing/2014/main" id="{FA02B6C5-91DE-1E14-33D8-FFC2D0663C09}"/>
                      </a:ext>
                    </a:extLst>
                  </p:cNvPr>
                  <p:cNvSpPr/>
                  <p:nvPr/>
                </p:nvSpPr>
                <p:spPr>
                  <a:xfrm>
                    <a:off x="2206664" y="5933053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299" name="Freeform 1298">
                    <a:extLst>
                      <a:ext uri="{FF2B5EF4-FFF2-40B4-BE49-F238E27FC236}">
                        <a16:creationId xmlns:a16="http://schemas.microsoft.com/office/drawing/2014/main" id="{29ED65E8-346F-E560-3721-2D5B61B70DC4}"/>
                      </a:ext>
                    </a:extLst>
                  </p:cNvPr>
                  <p:cNvSpPr/>
                  <p:nvPr/>
                </p:nvSpPr>
                <p:spPr>
                  <a:xfrm>
                    <a:off x="2239049" y="5933053"/>
                    <a:ext cx="12700" cy="98552"/>
                  </a:xfrm>
                  <a:custGeom>
                    <a:avLst/>
                    <a:gdLst>
                      <a:gd name="csX0" fmla="*/ 0 w 12700"/>
                      <a:gd name="csY0" fmla="*/ 0 h 98552"/>
                      <a:gd name="csX1" fmla="*/ 0 w 12700"/>
                      <a:gd name="csY1" fmla="*/ 98552 h 9855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98552">
                        <a:moveTo>
                          <a:pt x="0" y="0"/>
                        </a:moveTo>
                        <a:lnTo>
                          <a:pt x="0" y="98552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0" name="Freeform 1299">
                    <a:extLst>
                      <a:ext uri="{FF2B5EF4-FFF2-40B4-BE49-F238E27FC236}">
                        <a16:creationId xmlns:a16="http://schemas.microsoft.com/office/drawing/2014/main" id="{A1B8CF95-09ED-4E75-6220-7F28A3DFA113}"/>
                      </a:ext>
                    </a:extLst>
                  </p:cNvPr>
                  <p:cNvSpPr/>
                  <p:nvPr/>
                </p:nvSpPr>
                <p:spPr>
                  <a:xfrm>
                    <a:off x="2206664" y="6031606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1" name="Freeform 1300">
                    <a:extLst>
                      <a:ext uri="{FF2B5EF4-FFF2-40B4-BE49-F238E27FC236}">
                        <a16:creationId xmlns:a16="http://schemas.microsoft.com/office/drawing/2014/main" id="{06D6C615-8E7D-9BB8-C755-BCE52707E6B8}"/>
                      </a:ext>
                    </a:extLst>
                  </p:cNvPr>
                  <p:cNvSpPr/>
                  <p:nvPr/>
                </p:nvSpPr>
                <p:spPr>
                  <a:xfrm>
                    <a:off x="2368970" y="5923402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2" name="Freeform 1301">
                    <a:extLst>
                      <a:ext uri="{FF2B5EF4-FFF2-40B4-BE49-F238E27FC236}">
                        <a16:creationId xmlns:a16="http://schemas.microsoft.com/office/drawing/2014/main" id="{13EA0401-6E16-AF11-5682-03E4C5CDEC7A}"/>
                      </a:ext>
                    </a:extLst>
                  </p:cNvPr>
                  <p:cNvSpPr/>
                  <p:nvPr/>
                </p:nvSpPr>
                <p:spPr>
                  <a:xfrm>
                    <a:off x="2401356" y="5923402"/>
                    <a:ext cx="12700" cy="120904"/>
                  </a:xfrm>
                  <a:custGeom>
                    <a:avLst/>
                    <a:gdLst>
                      <a:gd name="csX0" fmla="*/ 0 w 12700"/>
                      <a:gd name="csY0" fmla="*/ 0 h 120904"/>
                      <a:gd name="csX1" fmla="*/ 0 w 12700"/>
                      <a:gd name="csY1" fmla="*/ 120904 h 12090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20904">
                        <a:moveTo>
                          <a:pt x="0" y="0"/>
                        </a:moveTo>
                        <a:lnTo>
                          <a:pt x="0" y="12090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3" name="Freeform 1302">
                    <a:extLst>
                      <a:ext uri="{FF2B5EF4-FFF2-40B4-BE49-F238E27FC236}">
                        <a16:creationId xmlns:a16="http://schemas.microsoft.com/office/drawing/2014/main" id="{1687EA20-4345-F39B-11F6-AC5242CAA0B2}"/>
                      </a:ext>
                    </a:extLst>
                  </p:cNvPr>
                  <p:cNvSpPr/>
                  <p:nvPr/>
                </p:nvSpPr>
                <p:spPr>
                  <a:xfrm>
                    <a:off x="2368970" y="6044306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4" name="Freeform 1303">
                    <a:extLst>
                      <a:ext uri="{FF2B5EF4-FFF2-40B4-BE49-F238E27FC236}">
                        <a16:creationId xmlns:a16="http://schemas.microsoft.com/office/drawing/2014/main" id="{65D477B6-FCD0-7A5A-D2AD-B2812731BF05}"/>
                      </a:ext>
                    </a:extLst>
                  </p:cNvPr>
                  <p:cNvSpPr/>
                  <p:nvPr/>
                </p:nvSpPr>
                <p:spPr>
                  <a:xfrm>
                    <a:off x="2693583" y="5878189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5" name="Freeform 1304">
                    <a:extLst>
                      <a:ext uri="{FF2B5EF4-FFF2-40B4-BE49-F238E27FC236}">
                        <a16:creationId xmlns:a16="http://schemas.microsoft.com/office/drawing/2014/main" id="{79D3DDD1-C9B4-9863-2879-A462D524046C}"/>
                      </a:ext>
                    </a:extLst>
                  </p:cNvPr>
                  <p:cNvSpPr/>
                  <p:nvPr/>
                </p:nvSpPr>
                <p:spPr>
                  <a:xfrm>
                    <a:off x="2725967" y="5878189"/>
                    <a:ext cx="12700" cy="29337"/>
                  </a:xfrm>
                  <a:custGeom>
                    <a:avLst/>
                    <a:gdLst>
                      <a:gd name="csX0" fmla="*/ 0 w 12700"/>
                      <a:gd name="csY0" fmla="*/ 0 h 29337"/>
                      <a:gd name="csX1" fmla="*/ 0 w 12700"/>
                      <a:gd name="csY1" fmla="*/ 29337 h 2933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9337">
                        <a:moveTo>
                          <a:pt x="0" y="0"/>
                        </a:moveTo>
                        <a:lnTo>
                          <a:pt x="0" y="2933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6" name="Freeform 1305">
                    <a:extLst>
                      <a:ext uri="{FF2B5EF4-FFF2-40B4-BE49-F238E27FC236}">
                        <a16:creationId xmlns:a16="http://schemas.microsoft.com/office/drawing/2014/main" id="{0B9A8794-70A1-1648-B538-4559E730E5F3}"/>
                      </a:ext>
                    </a:extLst>
                  </p:cNvPr>
                  <p:cNvSpPr/>
                  <p:nvPr/>
                </p:nvSpPr>
                <p:spPr>
                  <a:xfrm>
                    <a:off x="2693583" y="590752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7" name="Freeform 1306">
                    <a:extLst>
                      <a:ext uri="{FF2B5EF4-FFF2-40B4-BE49-F238E27FC236}">
                        <a16:creationId xmlns:a16="http://schemas.microsoft.com/office/drawing/2014/main" id="{FDA33D2C-A581-9AC5-7F67-C15827BB87D0}"/>
                      </a:ext>
                    </a:extLst>
                  </p:cNvPr>
                  <p:cNvSpPr/>
                  <p:nvPr/>
                </p:nvSpPr>
                <p:spPr>
                  <a:xfrm>
                    <a:off x="2396784" y="6026145"/>
                    <a:ext cx="36068" cy="36067"/>
                  </a:xfrm>
                  <a:custGeom>
                    <a:avLst/>
                    <a:gdLst>
                      <a:gd name="csX0" fmla="*/ 36068 w 36068"/>
                      <a:gd name="csY0" fmla="*/ 18034 h 36067"/>
                      <a:gd name="csX1" fmla="*/ 18034 w 36068"/>
                      <a:gd name="csY1" fmla="*/ 36068 h 36067"/>
                      <a:gd name="csX2" fmla="*/ 0 w 36068"/>
                      <a:gd name="csY2" fmla="*/ 18034 h 36067"/>
                      <a:gd name="csX3" fmla="*/ 18034 w 36068"/>
                      <a:gd name="csY3" fmla="*/ 0 h 36067"/>
                      <a:gd name="csX4" fmla="*/ 36068 w 36068"/>
                      <a:gd name="csY4" fmla="*/ 18034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7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8" name="Freeform 1307">
                    <a:extLst>
                      <a:ext uri="{FF2B5EF4-FFF2-40B4-BE49-F238E27FC236}">
                        <a16:creationId xmlns:a16="http://schemas.microsoft.com/office/drawing/2014/main" id="{86484203-8ED3-DA0B-CF25-706A21F81C70}"/>
                      </a:ext>
                    </a:extLst>
                  </p:cNvPr>
                  <p:cNvSpPr/>
                  <p:nvPr/>
                </p:nvSpPr>
                <p:spPr>
                  <a:xfrm>
                    <a:off x="2235240" y="594321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09" name="Freeform 1308">
                    <a:extLst>
                      <a:ext uri="{FF2B5EF4-FFF2-40B4-BE49-F238E27FC236}">
                        <a16:creationId xmlns:a16="http://schemas.microsoft.com/office/drawing/2014/main" id="{822245F9-DC38-0D6F-23AE-8F4F0FBE12C9}"/>
                      </a:ext>
                    </a:extLst>
                  </p:cNvPr>
                  <p:cNvSpPr/>
                  <p:nvPr/>
                </p:nvSpPr>
                <p:spPr>
                  <a:xfrm>
                    <a:off x="2214158" y="594219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0" name="Freeform 1309">
                    <a:extLst>
                      <a:ext uri="{FF2B5EF4-FFF2-40B4-BE49-F238E27FC236}">
                        <a16:creationId xmlns:a16="http://schemas.microsoft.com/office/drawing/2014/main" id="{85E476B4-97D6-9DC1-A09A-99EF4B7FC118}"/>
                      </a:ext>
                    </a:extLst>
                  </p:cNvPr>
                  <p:cNvSpPr/>
                  <p:nvPr/>
                </p:nvSpPr>
                <p:spPr>
                  <a:xfrm>
                    <a:off x="2718729" y="593343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1" name="Freeform 1310">
                    <a:extLst>
                      <a:ext uri="{FF2B5EF4-FFF2-40B4-BE49-F238E27FC236}">
                        <a16:creationId xmlns:a16="http://schemas.microsoft.com/office/drawing/2014/main" id="{04662354-567A-F54F-BBFF-AC539C5E59D9}"/>
                      </a:ext>
                    </a:extLst>
                  </p:cNvPr>
                  <p:cNvSpPr/>
                  <p:nvPr/>
                </p:nvSpPr>
                <p:spPr>
                  <a:xfrm>
                    <a:off x="2063282" y="600087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2" name="Freeform 1311">
                    <a:extLst>
                      <a:ext uri="{FF2B5EF4-FFF2-40B4-BE49-F238E27FC236}">
                        <a16:creationId xmlns:a16="http://schemas.microsoft.com/office/drawing/2014/main" id="{C33165A1-1A86-2460-5F46-B0DE3766729D}"/>
                      </a:ext>
                    </a:extLst>
                  </p:cNvPr>
                  <p:cNvSpPr/>
                  <p:nvPr/>
                </p:nvSpPr>
                <p:spPr>
                  <a:xfrm>
                    <a:off x="2708569" y="587996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3" name="Freeform 1312">
                    <a:extLst>
                      <a:ext uri="{FF2B5EF4-FFF2-40B4-BE49-F238E27FC236}">
                        <a16:creationId xmlns:a16="http://schemas.microsoft.com/office/drawing/2014/main" id="{1254CC80-5EF1-ADE2-EA8E-8EEAB15AE5D8}"/>
                      </a:ext>
                    </a:extLst>
                  </p:cNvPr>
                  <p:cNvSpPr/>
                  <p:nvPr/>
                </p:nvSpPr>
                <p:spPr>
                  <a:xfrm>
                    <a:off x="2066457" y="587336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4" name="Freeform 1313">
                    <a:extLst>
                      <a:ext uri="{FF2B5EF4-FFF2-40B4-BE49-F238E27FC236}">
                        <a16:creationId xmlns:a16="http://schemas.microsoft.com/office/drawing/2014/main" id="{0CF1E884-39CB-017E-8E5A-3610160FAB73}"/>
                      </a:ext>
                    </a:extLst>
                  </p:cNvPr>
                  <p:cNvSpPr/>
                  <p:nvPr/>
                </p:nvSpPr>
                <p:spPr>
                  <a:xfrm>
                    <a:off x="2696123" y="585113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5" name="Freeform 1314">
                    <a:extLst>
                      <a:ext uri="{FF2B5EF4-FFF2-40B4-BE49-F238E27FC236}">
                        <a16:creationId xmlns:a16="http://schemas.microsoft.com/office/drawing/2014/main" id="{EF69D632-1E7E-91D9-5917-4FB288BFB933}"/>
                      </a:ext>
                    </a:extLst>
                  </p:cNvPr>
                  <p:cNvSpPr/>
                  <p:nvPr/>
                </p:nvSpPr>
                <p:spPr>
                  <a:xfrm>
                    <a:off x="2063790" y="577138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6" name="Freeform 1315">
                    <a:extLst>
                      <a:ext uri="{FF2B5EF4-FFF2-40B4-BE49-F238E27FC236}">
                        <a16:creationId xmlns:a16="http://schemas.microsoft.com/office/drawing/2014/main" id="{285B9D3C-D371-4596-CC26-08B5D3827D93}"/>
                      </a:ext>
                    </a:extLst>
                  </p:cNvPr>
                  <p:cNvSpPr/>
                  <p:nvPr/>
                </p:nvSpPr>
                <p:spPr>
                  <a:xfrm>
                    <a:off x="2714665" y="584758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7" name="Freeform 1316">
                    <a:extLst>
                      <a:ext uri="{FF2B5EF4-FFF2-40B4-BE49-F238E27FC236}">
                        <a16:creationId xmlns:a16="http://schemas.microsoft.com/office/drawing/2014/main" id="{D25A3DD7-F8ED-06BE-FE4A-534EC9566E67}"/>
                      </a:ext>
                    </a:extLst>
                  </p:cNvPr>
                  <p:cNvSpPr/>
                  <p:nvPr/>
                </p:nvSpPr>
                <p:spPr>
                  <a:xfrm>
                    <a:off x="2057313" y="588835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8" name="Freeform 1317">
                    <a:extLst>
                      <a:ext uri="{FF2B5EF4-FFF2-40B4-BE49-F238E27FC236}">
                        <a16:creationId xmlns:a16="http://schemas.microsoft.com/office/drawing/2014/main" id="{E4C6284E-852B-7E24-0900-48A530B3C291}"/>
                      </a:ext>
                    </a:extLst>
                  </p:cNvPr>
                  <p:cNvSpPr/>
                  <p:nvPr/>
                </p:nvSpPr>
                <p:spPr>
                  <a:xfrm>
                    <a:off x="2715046" y="58964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19" name="Freeform 1318">
                    <a:extLst>
                      <a:ext uri="{FF2B5EF4-FFF2-40B4-BE49-F238E27FC236}">
                        <a16:creationId xmlns:a16="http://schemas.microsoft.com/office/drawing/2014/main" id="{BE4C7FD0-CFD4-59A0-18DC-D753EF26C535}"/>
                      </a:ext>
                    </a:extLst>
                  </p:cNvPr>
                  <p:cNvSpPr/>
                  <p:nvPr/>
                </p:nvSpPr>
                <p:spPr>
                  <a:xfrm>
                    <a:off x="2072807" y="596683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0" name="Freeform 1319">
                    <a:extLst>
                      <a:ext uri="{FF2B5EF4-FFF2-40B4-BE49-F238E27FC236}">
                        <a16:creationId xmlns:a16="http://schemas.microsoft.com/office/drawing/2014/main" id="{B3A215DE-F4A5-D98B-B810-0B08BAE6ADED}"/>
                      </a:ext>
                    </a:extLst>
                  </p:cNvPr>
                  <p:cNvSpPr/>
                  <p:nvPr/>
                </p:nvSpPr>
                <p:spPr>
                  <a:xfrm>
                    <a:off x="2213142" y="601408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1" name="Freeform 1320">
                    <a:extLst>
                      <a:ext uri="{FF2B5EF4-FFF2-40B4-BE49-F238E27FC236}">
                        <a16:creationId xmlns:a16="http://schemas.microsoft.com/office/drawing/2014/main" id="{2785C22D-158B-AD33-22A4-BB87350F5B40}"/>
                      </a:ext>
                    </a:extLst>
                  </p:cNvPr>
                  <p:cNvSpPr/>
                  <p:nvPr/>
                </p:nvSpPr>
                <p:spPr>
                  <a:xfrm>
                    <a:off x="2706791" y="584009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2" name="Freeform 1321">
                    <a:extLst>
                      <a:ext uri="{FF2B5EF4-FFF2-40B4-BE49-F238E27FC236}">
                        <a16:creationId xmlns:a16="http://schemas.microsoft.com/office/drawing/2014/main" id="{EBEC59F0-4246-E675-015E-1F2C9379E70D}"/>
                      </a:ext>
                    </a:extLst>
                  </p:cNvPr>
                  <p:cNvSpPr/>
                  <p:nvPr/>
                </p:nvSpPr>
                <p:spPr>
                  <a:xfrm>
                    <a:off x="2073061" y="586790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3" name="Freeform 1322">
                    <a:extLst>
                      <a:ext uri="{FF2B5EF4-FFF2-40B4-BE49-F238E27FC236}">
                        <a16:creationId xmlns:a16="http://schemas.microsoft.com/office/drawing/2014/main" id="{55DA2A86-6BCD-7AC7-888F-1130BCF39326}"/>
                      </a:ext>
                    </a:extLst>
                  </p:cNvPr>
                  <p:cNvSpPr/>
                  <p:nvPr/>
                </p:nvSpPr>
                <p:spPr>
                  <a:xfrm>
                    <a:off x="2398816" y="59052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4" name="Freeform 1323">
                    <a:extLst>
                      <a:ext uri="{FF2B5EF4-FFF2-40B4-BE49-F238E27FC236}">
                        <a16:creationId xmlns:a16="http://schemas.microsoft.com/office/drawing/2014/main" id="{82669E1C-4917-D17F-9A67-ECA165063C01}"/>
                      </a:ext>
                    </a:extLst>
                  </p:cNvPr>
                  <p:cNvSpPr/>
                  <p:nvPr/>
                </p:nvSpPr>
                <p:spPr>
                  <a:xfrm>
                    <a:off x="2208570" y="574280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5" name="Freeform 1324">
                    <a:extLst>
                      <a:ext uri="{FF2B5EF4-FFF2-40B4-BE49-F238E27FC236}">
                        <a16:creationId xmlns:a16="http://schemas.microsoft.com/office/drawing/2014/main" id="{960D0805-AD73-2974-0A9C-99EF3CF3EAE9}"/>
                      </a:ext>
                    </a:extLst>
                  </p:cNvPr>
                  <p:cNvSpPr/>
                  <p:nvPr/>
                </p:nvSpPr>
                <p:spPr>
                  <a:xfrm>
                    <a:off x="2220254" y="617410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6" name="Freeform 1325">
                    <a:extLst>
                      <a:ext uri="{FF2B5EF4-FFF2-40B4-BE49-F238E27FC236}">
                        <a16:creationId xmlns:a16="http://schemas.microsoft.com/office/drawing/2014/main" id="{765987F1-24E1-C4A3-B997-ECDB02AA8C89}"/>
                      </a:ext>
                    </a:extLst>
                  </p:cNvPr>
                  <p:cNvSpPr/>
                  <p:nvPr/>
                </p:nvSpPr>
                <p:spPr>
                  <a:xfrm>
                    <a:off x="2547660" y="596632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7" name="Freeform 1326">
                    <a:extLst>
                      <a:ext uri="{FF2B5EF4-FFF2-40B4-BE49-F238E27FC236}">
                        <a16:creationId xmlns:a16="http://schemas.microsoft.com/office/drawing/2014/main" id="{8370107E-5D5D-6F48-D817-C27CBC40B47B}"/>
                      </a:ext>
                    </a:extLst>
                  </p:cNvPr>
                  <p:cNvSpPr/>
                  <p:nvPr/>
                </p:nvSpPr>
                <p:spPr>
                  <a:xfrm>
                    <a:off x="2234224" y="6019795"/>
                    <a:ext cx="36068" cy="36067"/>
                  </a:xfrm>
                  <a:custGeom>
                    <a:avLst/>
                    <a:gdLst>
                      <a:gd name="csX0" fmla="*/ 36068 w 36068"/>
                      <a:gd name="csY0" fmla="*/ 18034 h 36067"/>
                      <a:gd name="csX1" fmla="*/ 18034 w 36068"/>
                      <a:gd name="csY1" fmla="*/ 36068 h 36067"/>
                      <a:gd name="csX2" fmla="*/ 0 w 36068"/>
                      <a:gd name="csY2" fmla="*/ 18034 h 36067"/>
                      <a:gd name="csX3" fmla="*/ 18034 w 36068"/>
                      <a:gd name="csY3" fmla="*/ 0 h 36067"/>
                      <a:gd name="csX4" fmla="*/ 36068 w 36068"/>
                      <a:gd name="csY4" fmla="*/ 18034 h 3606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7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8" name="Freeform 1327">
                    <a:extLst>
                      <a:ext uri="{FF2B5EF4-FFF2-40B4-BE49-F238E27FC236}">
                        <a16:creationId xmlns:a16="http://schemas.microsoft.com/office/drawing/2014/main" id="{3407AD3B-366D-8E2E-ECB7-C4302EEAC9F9}"/>
                      </a:ext>
                    </a:extLst>
                  </p:cNvPr>
                  <p:cNvSpPr/>
                  <p:nvPr/>
                </p:nvSpPr>
                <p:spPr>
                  <a:xfrm>
                    <a:off x="2209332" y="591400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29" name="TextBox 1328">
                    <a:extLst>
                      <a:ext uri="{FF2B5EF4-FFF2-40B4-BE49-F238E27FC236}">
                        <a16:creationId xmlns:a16="http://schemas.microsoft.com/office/drawing/2014/main" id="{9738B17F-9944-9D35-1000-67B7EFCF2AD5}"/>
                      </a:ext>
                    </a:extLst>
                  </p:cNvPr>
                  <p:cNvSpPr txBox="1"/>
                  <p:nvPr/>
                </p:nvSpPr>
                <p:spPr>
                  <a:xfrm>
                    <a:off x="2017361" y="5542871"/>
                    <a:ext cx="2648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</a:t>
                    </a:r>
                  </a:p>
                </p:txBody>
              </p:sp>
              <p:sp>
                <p:nvSpPr>
                  <p:cNvPr id="1330" name="Freeform 1329">
                    <a:extLst>
                      <a:ext uri="{FF2B5EF4-FFF2-40B4-BE49-F238E27FC236}">
                        <a16:creationId xmlns:a16="http://schemas.microsoft.com/office/drawing/2014/main" id="{361B505D-E52F-C34F-81BE-C868614E1536}"/>
                      </a:ext>
                    </a:extLst>
                  </p:cNvPr>
                  <p:cNvSpPr/>
                  <p:nvPr/>
                </p:nvSpPr>
                <p:spPr>
                  <a:xfrm>
                    <a:off x="2076744" y="5715757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31" name="TextBox 1330">
                    <a:extLst>
                      <a:ext uri="{FF2B5EF4-FFF2-40B4-BE49-F238E27FC236}">
                        <a16:creationId xmlns:a16="http://schemas.microsoft.com/office/drawing/2014/main" id="{32CC2C91-3076-39BA-3AC4-0B65BECF94CC}"/>
                      </a:ext>
                    </a:extLst>
                  </p:cNvPr>
                  <p:cNvSpPr txBox="1"/>
                  <p:nvPr/>
                </p:nvSpPr>
                <p:spPr>
                  <a:xfrm>
                    <a:off x="2318153" y="5542871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332" name="Freeform 1331">
                    <a:extLst>
                      <a:ext uri="{FF2B5EF4-FFF2-40B4-BE49-F238E27FC236}">
                        <a16:creationId xmlns:a16="http://schemas.microsoft.com/office/drawing/2014/main" id="{88B05FF6-C05D-B160-2782-ADD994EB1F31}"/>
                      </a:ext>
                    </a:extLst>
                  </p:cNvPr>
                  <p:cNvSpPr/>
                  <p:nvPr/>
                </p:nvSpPr>
                <p:spPr>
                  <a:xfrm>
                    <a:off x="2255306" y="5715757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33" name="TextBox 1332">
                    <a:extLst>
                      <a:ext uri="{FF2B5EF4-FFF2-40B4-BE49-F238E27FC236}">
                        <a16:creationId xmlns:a16="http://schemas.microsoft.com/office/drawing/2014/main" id="{2342C947-B94A-4708-20CA-26B3D36A6413}"/>
                      </a:ext>
                    </a:extLst>
                  </p:cNvPr>
                  <p:cNvSpPr txBox="1"/>
                  <p:nvPr/>
                </p:nvSpPr>
                <p:spPr>
                  <a:xfrm>
                    <a:off x="2175974" y="5484985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0.848</a:t>
                    </a:r>
                  </a:p>
                </p:txBody>
              </p:sp>
              <p:sp>
                <p:nvSpPr>
                  <p:cNvPr id="1334" name="Freeform 1333">
                    <a:extLst>
                      <a:ext uri="{FF2B5EF4-FFF2-40B4-BE49-F238E27FC236}">
                        <a16:creationId xmlns:a16="http://schemas.microsoft.com/office/drawing/2014/main" id="{4E61624A-C66E-B5B9-B19A-04F2285534B5}"/>
                      </a:ext>
                    </a:extLst>
                  </p:cNvPr>
                  <p:cNvSpPr/>
                  <p:nvPr/>
                </p:nvSpPr>
                <p:spPr>
                  <a:xfrm>
                    <a:off x="2076744" y="5602854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335" name="Graphic 603">
                  <a:extLst>
                    <a:ext uri="{FF2B5EF4-FFF2-40B4-BE49-F238E27FC236}">
                      <a16:creationId xmlns:a16="http://schemas.microsoft.com/office/drawing/2014/main" id="{B108F19A-C12C-CBF4-4532-E7CA166BF8E6}"/>
                    </a:ext>
                  </a:extLst>
                </p:cNvPr>
                <p:cNvGrpSpPr/>
                <p:nvPr/>
              </p:nvGrpSpPr>
              <p:grpSpPr>
                <a:xfrm>
                  <a:off x="1669086" y="5232907"/>
                  <a:ext cx="1180472" cy="1190718"/>
                  <a:chOff x="1669086" y="5232907"/>
                  <a:chExt cx="1180472" cy="1190718"/>
                </a:xfrm>
              </p:grpSpPr>
              <p:sp>
                <p:nvSpPr>
                  <p:cNvPr id="1336" name="Freeform 1335">
                    <a:extLst>
                      <a:ext uri="{FF2B5EF4-FFF2-40B4-BE49-F238E27FC236}">
                        <a16:creationId xmlns:a16="http://schemas.microsoft.com/office/drawing/2014/main" id="{C5776549-2D90-EF32-E204-0AAE1B80CA15}"/>
                      </a:ext>
                    </a:extLst>
                  </p:cNvPr>
                  <p:cNvSpPr/>
                  <p:nvPr/>
                </p:nvSpPr>
                <p:spPr>
                  <a:xfrm>
                    <a:off x="1979335" y="5535163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3CDF7E6D-622A-523C-04BB-3C55A98EF44E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610543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89D36C12-0A29-A9AA-C8C7-B925C5522C99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593919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1%</a:t>
                    </a:r>
                  </a:p>
                </p:txBody>
              </p:sp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BD50723E-E30B-EDF6-B683-4FBBAF0F427F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577282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2%</a:t>
                    </a:r>
                  </a:p>
                </p:txBody>
              </p:sp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F3A14016-4E5B-249C-18CC-7B98F2369D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5606582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3%</a:t>
                    </a:r>
                  </a:p>
                </p:txBody>
              </p:sp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D2D96C2E-9496-E055-AFB0-D838A4CA9D5B}"/>
                      </a:ext>
                    </a:extLst>
                  </p:cNvPr>
                  <p:cNvSpPr txBox="1"/>
                  <p:nvPr/>
                </p:nvSpPr>
                <p:spPr>
                  <a:xfrm>
                    <a:off x="1669086" y="544033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4%</a:t>
                    </a:r>
                  </a:p>
                </p:txBody>
              </p:sp>
              <p:sp>
                <p:nvSpPr>
                  <p:cNvPr id="1342" name="Freeform 1341">
                    <a:extLst>
                      <a:ext uri="{FF2B5EF4-FFF2-40B4-BE49-F238E27FC236}">
                        <a16:creationId xmlns:a16="http://schemas.microsoft.com/office/drawing/2014/main" id="{B9AD8D5D-31D6-4D48-6514-A9D122559937}"/>
                      </a:ext>
                    </a:extLst>
                  </p:cNvPr>
                  <p:cNvSpPr/>
                  <p:nvPr/>
                </p:nvSpPr>
                <p:spPr>
                  <a:xfrm>
                    <a:off x="1944536" y="62123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3" name="Freeform 1342">
                    <a:extLst>
                      <a:ext uri="{FF2B5EF4-FFF2-40B4-BE49-F238E27FC236}">
                        <a16:creationId xmlns:a16="http://schemas.microsoft.com/office/drawing/2014/main" id="{1193E236-8259-68CE-D482-5A5A5F6F5551}"/>
                      </a:ext>
                    </a:extLst>
                  </p:cNvPr>
                  <p:cNvSpPr/>
                  <p:nvPr/>
                </p:nvSpPr>
                <p:spPr>
                  <a:xfrm>
                    <a:off x="1944536" y="6046083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4" name="Freeform 1343">
                    <a:extLst>
                      <a:ext uri="{FF2B5EF4-FFF2-40B4-BE49-F238E27FC236}">
                        <a16:creationId xmlns:a16="http://schemas.microsoft.com/office/drawing/2014/main" id="{386578BE-FB55-F818-D51C-6377EC9CED32}"/>
                      </a:ext>
                    </a:extLst>
                  </p:cNvPr>
                  <p:cNvSpPr/>
                  <p:nvPr/>
                </p:nvSpPr>
                <p:spPr>
                  <a:xfrm>
                    <a:off x="1944536" y="5879714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5" name="Freeform 1344">
                    <a:extLst>
                      <a:ext uri="{FF2B5EF4-FFF2-40B4-BE49-F238E27FC236}">
                        <a16:creationId xmlns:a16="http://schemas.microsoft.com/office/drawing/2014/main" id="{3E18665B-0802-222E-E29C-59A24B7D30F5}"/>
                      </a:ext>
                    </a:extLst>
                  </p:cNvPr>
                  <p:cNvSpPr/>
                  <p:nvPr/>
                </p:nvSpPr>
                <p:spPr>
                  <a:xfrm>
                    <a:off x="1944536" y="5713471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6" name="Freeform 1345">
                    <a:extLst>
                      <a:ext uri="{FF2B5EF4-FFF2-40B4-BE49-F238E27FC236}">
                        <a16:creationId xmlns:a16="http://schemas.microsoft.com/office/drawing/2014/main" id="{88528B4B-F9CF-1121-BC25-C2D5D8C2CD7E}"/>
                      </a:ext>
                    </a:extLst>
                  </p:cNvPr>
                  <p:cNvSpPr/>
                  <p:nvPr/>
                </p:nvSpPr>
                <p:spPr>
                  <a:xfrm>
                    <a:off x="1944536" y="55472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7" name="Freeform 1346">
                    <a:extLst>
                      <a:ext uri="{FF2B5EF4-FFF2-40B4-BE49-F238E27FC236}">
                        <a16:creationId xmlns:a16="http://schemas.microsoft.com/office/drawing/2014/main" id="{03DED58A-CD66-36D5-2385-70C9FCC5AE39}"/>
                      </a:ext>
                    </a:extLst>
                  </p:cNvPr>
                  <p:cNvSpPr/>
                  <p:nvPr/>
                </p:nvSpPr>
                <p:spPr>
                  <a:xfrm>
                    <a:off x="1979335" y="6212327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8" name="Freeform 1347">
                    <a:extLst>
                      <a:ext uri="{FF2B5EF4-FFF2-40B4-BE49-F238E27FC236}">
                        <a16:creationId xmlns:a16="http://schemas.microsoft.com/office/drawing/2014/main" id="{DDD183C2-9FCA-4833-4177-358F9173DB05}"/>
                      </a:ext>
                    </a:extLst>
                  </p:cNvPr>
                  <p:cNvSpPr/>
                  <p:nvPr/>
                </p:nvSpPr>
                <p:spPr>
                  <a:xfrm>
                    <a:off x="2076743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49" name="Freeform 1348">
                    <a:extLst>
                      <a:ext uri="{FF2B5EF4-FFF2-40B4-BE49-F238E27FC236}">
                        <a16:creationId xmlns:a16="http://schemas.microsoft.com/office/drawing/2014/main" id="{C98E0B05-8751-3F8D-ED62-B36AE602D32B}"/>
                      </a:ext>
                    </a:extLst>
                  </p:cNvPr>
                  <p:cNvSpPr/>
                  <p:nvPr/>
                </p:nvSpPr>
                <p:spPr>
                  <a:xfrm>
                    <a:off x="2239049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50" name="Freeform 1349">
                    <a:extLst>
                      <a:ext uri="{FF2B5EF4-FFF2-40B4-BE49-F238E27FC236}">
                        <a16:creationId xmlns:a16="http://schemas.microsoft.com/office/drawing/2014/main" id="{D5D41269-3D4F-4E3D-2830-F155842FD089}"/>
                      </a:ext>
                    </a:extLst>
                  </p:cNvPr>
                  <p:cNvSpPr/>
                  <p:nvPr/>
                </p:nvSpPr>
                <p:spPr>
                  <a:xfrm>
                    <a:off x="2401356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51" name="Freeform 1350">
                    <a:extLst>
                      <a:ext uri="{FF2B5EF4-FFF2-40B4-BE49-F238E27FC236}">
                        <a16:creationId xmlns:a16="http://schemas.microsoft.com/office/drawing/2014/main" id="{6047B0CD-6567-FE6B-FEEF-6768D36988B5}"/>
                      </a:ext>
                    </a:extLst>
                  </p:cNvPr>
                  <p:cNvSpPr/>
                  <p:nvPr/>
                </p:nvSpPr>
                <p:spPr>
                  <a:xfrm>
                    <a:off x="2563661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52" name="Freeform 1351">
                    <a:extLst>
                      <a:ext uri="{FF2B5EF4-FFF2-40B4-BE49-F238E27FC236}">
                        <a16:creationId xmlns:a16="http://schemas.microsoft.com/office/drawing/2014/main" id="{3F979F28-0483-29DE-4188-4FEC190F28DB}"/>
                      </a:ext>
                    </a:extLst>
                  </p:cNvPr>
                  <p:cNvSpPr/>
                  <p:nvPr/>
                </p:nvSpPr>
                <p:spPr>
                  <a:xfrm>
                    <a:off x="2725967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9CE1B3FA-39DA-CE1E-F6D4-F245A169ABC5}"/>
                      </a:ext>
                    </a:extLst>
                  </p:cNvPr>
                  <p:cNvSpPr txBox="1"/>
                  <p:nvPr/>
                </p:nvSpPr>
                <p:spPr>
                  <a:xfrm>
                    <a:off x="1941930" y="6208181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F6B4890F-0384-2AA2-7E84-5EB85B3229BA}"/>
                      </a:ext>
                    </a:extLst>
                  </p:cNvPr>
                  <p:cNvSpPr txBox="1"/>
                  <p:nvPr/>
                </p:nvSpPr>
                <p:spPr>
                  <a:xfrm>
                    <a:off x="2132289" y="6208181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2F413A31-AAE0-4C21-F809-EB65718B4059}"/>
                      </a:ext>
                    </a:extLst>
                  </p:cNvPr>
                  <p:cNvSpPr txBox="1"/>
                  <p:nvPr/>
                </p:nvSpPr>
                <p:spPr>
                  <a:xfrm>
                    <a:off x="2265741" y="6208181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D4A10527-8281-9EB1-3978-8A4E44EE5DCE}"/>
                      </a:ext>
                    </a:extLst>
                  </p:cNvPr>
                  <p:cNvSpPr txBox="1"/>
                  <p:nvPr/>
                </p:nvSpPr>
                <p:spPr>
                  <a:xfrm>
                    <a:off x="2403200" y="6208181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C09C3D43-FD62-39C8-85BE-DD1F60FEB9C6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375" y="6208181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8AA0FD99-FC7B-AA2F-161D-0D29A105F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6092" y="5232907"/>
                    <a:ext cx="750526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19_GABA</a:t>
                    </a:r>
                  </a:p>
                </p:txBody>
              </p:sp>
            </p:grpSp>
          </p:grpSp>
          <p:grpSp>
            <p:nvGrpSpPr>
              <p:cNvPr id="1361" name="Graphic 605">
                <a:extLst>
                  <a:ext uri="{FF2B5EF4-FFF2-40B4-BE49-F238E27FC236}">
                    <a16:creationId xmlns:a16="http://schemas.microsoft.com/office/drawing/2014/main" id="{B8AE9215-1AB9-3031-7D57-2096FDACA211}"/>
                  </a:ext>
                </a:extLst>
              </p:cNvPr>
              <p:cNvGrpSpPr/>
              <p:nvPr/>
            </p:nvGrpSpPr>
            <p:grpSpPr>
              <a:xfrm>
                <a:off x="4493376" y="3143882"/>
                <a:ext cx="1180472" cy="1190718"/>
                <a:chOff x="3040686" y="5232907"/>
                <a:chExt cx="1180472" cy="1190718"/>
              </a:xfrm>
            </p:grpSpPr>
            <p:grpSp>
              <p:nvGrpSpPr>
                <p:cNvPr id="1364" name="Graphic 605">
                  <a:extLst>
                    <a:ext uri="{FF2B5EF4-FFF2-40B4-BE49-F238E27FC236}">
                      <a16:creationId xmlns:a16="http://schemas.microsoft.com/office/drawing/2014/main" id="{B828E48E-5777-5474-FAD7-9BA885A2AF66}"/>
                    </a:ext>
                  </a:extLst>
                </p:cNvPr>
                <p:cNvGrpSpPr/>
                <p:nvPr/>
              </p:nvGrpSpPr>
              <p:grpSpPr>
                <a:xfrm>
                  <a:off x="3295987" y="5429968"/>
                  <a:ext cx="898989" cy="782486"/>
                  <a:chOff x="3295987" y="5429968"/>
                  <a:chExt cx="898989" cy="782486"/>
                </a:xfrm>
              </p:grpSpPr>
              <p:sp>
                <p:nvSpPr>
                  <p:cNvPr id="1365" name="Freeform 1364">
                    <a:extLst>
                      <a:ext uri="{FF2B5EF4-FFF2-40B4-BE49-F238E27FC236}">
                        <a16:creationId xmlns:a16="http://schemas.microsoft.com/office/drawing/2014/main" id="{F024502F-921B-4999-8DBB-8FEE8DAE210B}"/>
                      </a:ext>
                    </a:extLst>
                  </p:cNvPr>
                  <p:cNvSpPr/>
                  <p:nvPr/>
                </p:nvSpPr>
                <p:spPr>
                  <a:xfrm>
                    <a:off x="3350935" y="5535163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66" name="Freeform 1365">
                    <a:extLst>
                      <a:ext uri="{FF2B5EF4-FFF2-40B4-BE49-F238E27FC236}">
                        <a16:creationId xmlns:a16="http://schemas.microsoft.com/office/drawing/2014/main" id="{36671CB1-8595-B537-92C7-16F281A77C4F}"/>
                      </a:ext>
                    </a:extLst>
                  </p:cNvPr>
                  <p:cNvSpPr/>
                  <p:nvPr/>
                </p:nvSpPr>
                <p:spPr>
                  <a:xfrm>
                    <a:off x="3399703" y="5889239"/>
                    <a:ext cx="97409" cy="323088"/>
                  </a:xfrm>
                  <a:custGeom>
                    <a:avLst/>
                    <a:gdLst>
                      <a:gd name="csX0" fmla="*/ 0 w 97409"/>
                      <a:gd name="csY0" fmla="*/ 0 h 323088"/>
                      <a:gd name="csX1" fmla="*/ 97409 w 97409"/>
                      <a:gd name="csY1" fmla="*/ 0 h 323088"/>
                      <a:gd name="csX2" fmla="*/ 97409 w 97409"/>
                      <a:gd name="csY2" fmla="*/ 323088 h 323088"/>
                      <a:gd name="csX3" fmla="*/ 0 w 97409"/>
                      <a:gd name="csY3" fmla="*/ 323088 h 32308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23088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23088"/>
                        </a:lnTo>
                        <a:lnTo>
                          <a:pt x="0" y="323088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67" name="Freeform 1366">
                    <a:extLst>
                      <a:ext uri="{FF2B5EF4-FFF2-40B4-BE49-F238E27FC236}">
                        <a16:creationId xmlns:a16="http://schemas.microsoft.com/office/drawing/2014/main" id="{56392027-AF28-AB7E-B5EF-8590E1E01410}"/>
                      </a:ext>
                    </a:extLst>
                  </p:cNvPr>
                  <p:cNvSpPr/>
                  <p:nvPr/>
                </p:nvSpPr>
                <p:spPr>
                  <a:xfrm>
                    <a:off x="3562009" y="5856473"/>
                    <a:ext cx="97409" cy="355854"/>
                  </a:xfrm>
                  <a:custGeom>
                    <a:avLst/>
                    <a:gdLst>
                      <a:gd name="csX0" fmla="*/ 0 w 97409"/>
                      <a:gd name="csY0" fmla="*/ 0 h 355854"/>
                      <a:gd name="csX1" fmla="*/ 97409 w 97409"/>
                      <a:gd name="csY1" fmla="*/ 0 h 355854"/>
                      <a:gd name="csX2" fmla="*/ 97409 w 97409"/>
                      <a:gd name="csY2" fmla="*/ 355854 h 355854"/>
                      <a:gd name="csX3" fmla="*/ 0 w 97409"/>
                      <a:gd name="csY3" fmla="*/ 355854 h 35585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55854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55854"/>
                        </a:lnTo>
                        <a:lnTo>
                          <a:pt x="0" y="355854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68" name="Freeform 1367">
                    <a:extLst>
                      <a:ext uri="{FF2B5EF4-FFF2-40B4-BE49-F238E27FC236}">
                        <a16:creationId xmlns:a16="http://schemas.microsoft.com/office/drawing/2014/main" id="{50D8FBAD-A003-E0C0-8751-BA57F6EBC489}"/>
                      </a:ext>
                    </a:extLst>
                  </p:cNvPr>
                  <p:cNvSpPr/>
                  <p:nvPr/>
                </p:nvSpPr>
                <p:spPr>
                  <a:xfrm>
                    <a:off x="3724315" y="5974964"/>
                    <a:ext cx="97409" cy="237362"/>
                  </a:xfrm>
                  <a:custGeom>
                    <a:avLst/>
                    <a:gdLst>
                      <a:gd name="csX0" fmla="*/ 0 w 97409"/>
                      <a:gd name="csY0" fmla="*/ 0 h 237362"/>
                      <a:gd name="csX1" fmla="*/ 97409 w 97409"/>
                      <a:gd name="csY1" fmla="*/ 0 h 237362"/>
                      <a:gd name="csX2" fmla="*/ 97409 w 97409"/>
                      <a:gd name="csY2" fmla="*/ 237363 h 237362"/>
                      <a:gd name="csX3" fmla="*/ 0 w 97409"/>
                      <a:gd name="csY3" fmla="*/ 237363 h 23736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37362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37363"/>
                        </a:lnTo>
                        <a:lnTo>
                          <a:pt x="0" y="237363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69" name="Freeform 1368">
                    <a:extLst>
                      <a:ext uri="{FF2B5EF4-FFF2-40B4-BE49-F238E27FC236}">
                        <a16:creationId xmlns:a16="http://schemas.microsoft.com/office/drawing/2014/main" id="{B5855366-237C-7158-A039-677C9B991A5D}"/>
                      </a:ext>
                    </a:extLst>
                  </p:cNvPr>
                  <p:cNvSpPr/>
                  <p:nvPr/>
                </p:nvSpPr>
                <p:spPr>
                  <a:xfrm>
                    <a:off x="3886621" y="5825739"/>
                    <a:ext cx="97409" cy="386715"/>
                  </a:xfrm>
                  <a:custGeom>
                    <a:avLst/>
                    <a:gdLst>
                      <a:gd name="csX0" fmla="*/ 0 w 97409"/>
                      <a:gd name="csY0" fmla="*/ 0 h 386715"/>
                      <a:gd name="csX1" fmla="*/ 97409 w 97409"/>
                      <a:gd name="csY1" fmla="*/ 0 h 386715"/>
                      <a:gd name="csX2" fmla="*/ 97409 w 97409"/>
                      <a:gd name="csY2" fmla="*/ 386715 h 386715"/>
                      <a:gd name="csX3" fmla="*/ 0 w 97409"/>
                      <a:gd name="csY3" fmla="*/ 386715 h 38671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386715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386715"/>
                        </a:lnTo>
                        <a:lnTo>
                          <a:pt x="0" y="386715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0" name="Freeform 1369">
                    <a:extLst>
                      <a:ext uri="{FF2B5EF4-FFF2-40B4-BE49-F238E27FC236}">
                        <a16:creationId xmlns:a16="http://schemas.microsoft.com/office/drawing/2014/main" id="{84EA4B19-50CA-09D2-CB89-324DBC84B552}"/>
                      </a:ext>
                    </a:extLst>
                  </p:cNvPr>
                  <p:cNvSpPr/>
                  <p:nvPr/>
                </p:nvSpPr>
                <p:spPr>
                  <a:xfrm>
                    <a:off x="4048927" y="5978012"/>
                    <a:ext cx="97409" cy="234441"/>
                  </a:xfrm>
                  <a:custGeom>
                    <a:avLst/>
                    <a:gdLst>
                      <a:gd name="csX0" fmla="*/ 0 w 97409"/>
                      <a:gd name="csY0" fmla="*/ 0 h 234441"/>
                      <a:gd name="csX1" fmla="*/ 97409 w 97409"/>
                      <a:gd name="csY1" fmla="*/ 0 h 234441"/>
                      <a:gd name="csX2" fmla="*/ 97409 w 97409"/>
                      <a:gd name="csY2" fmla="*/ 234442 h 234441"/>
                      <a:gd name="csX3" fmla="*/ 0 w 97409"/>
                      <a:gd name="csY3" fmla="*/ 234442 h 23444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34441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34442"/>
                        </a:lnTo>
                        <a:lnTo>
                          <a:pt x="0" y="234442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1" name="Freeform 1370">
                    <a:extLst>
                      <a:ext uri="{FF2B5EF4-FFF2-40B4-BE49-F238E27FC236}">
                        <a16:creationId xmlns:a16="http://schemas.microsoft.com/office/drawing/2014/main" id="{85C471E8-4010-B36E-F6AB-BA5D38627DDF}"/>
                      </a:ext>
                    </a:extLst>
                  </p:cNvPr>
                  <p:cNvSpPr/>
                  <p:nvPr/>
                </p:nvSpPr>
                <p:spPr>
                  <a:xfrm>
                    <a:off x="3415959" y="5854060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2" name="Freeform 1371">
                    <a:extLst>
                      <a:ext uri="{FF2B5EF4-FFF2-40B4-BE49-F238E27FC236}">
                        <a16:creationId xmlns:a16="http://schemas.microsoft.com/office/drawing/2014/main" id="{90C3B5A2-DC6C-E778-9C12-7A133CB75575}"/>
                      </a:ext>
                    </a:extLst>
                  </p:cNvPr>
                  <p:cNvSpPr/>
                  <p:nvPr/>
                </p:nvSpPr>
                <p:spPr>
                  <a:xfrm>
                    <a:off x="3448343" y="5854060"/>
                    <a:ext cx="12700" cy="70484"/>
                  </a:xfrm>
                  <a:custGeom>
                    <a:avLst/>
                    <a:gdLst>
                      <a:gd name="csX0" fmla="*/ 0 w 12700"/>
                      <a:gd name="csY0" fmla="*/ 0 h 70484"/>
                      <a:gd name="csX1" fmla="*/ 0 w 12700"/>
                      <a:gd name="csY1" fmla="*/ 70485 h 7048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0484">
                        <a:moveTo>
                          <a:pt x="0" y="0"/>
                        </a:moveTo>
                        <a:lnTo>
                          <a:pt x="0" y="70485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3" name="Freeform 1372">
                    <a:extLst>
                      <a:ext uri="{FF2B5EF4-FFF2-40B4-BE49-F238E27FC236}">
                        <a16:creationId xmlns:a16="http://schemas.microsoft.com/office/drawing/2014/main" id="{0D18D617-2A6D-F252-99AF-4FE4B1C792F2}"/>
                      </a:ext>
                    </a:extLst>
                  </p:cNvPr>
                  <p:cNvSpPr/>
                  <p:nvPr/>
                </p:nvSpPr>
                <p:spPr>
                  <a:xfrm>
                    <a:off x="3415959" y="592454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4" name="Freeform 1373">
                    <a:extLst>
                      <a:ext uri="{FF2B5EF4-FFF2-40B4-BE49-F238E27FC236}">
                        <a16:creationId xmlns:a16="http://schemas.microsoft.com/office/drawing/2014/main" id="{3E4844C4-941E-0C11-F9DB-532444777AE5}"/>
                      </a:ext>
                    </a:extLst>
                  </p:cNvPr>
                  <p:cNvSpPr/>
                  <p:nvPr/>
                </p:nvSpPr>
                <p:spPr>
                  <a:xfrm>
                    <a:off x="3578264" y="582154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5" name="Freeform 1374">
                    <a:extLst>
                      <a:ext uri="{FF2B5EF4-FFF2-40B4-BE49-F238E27FC236}">
                        <a16:creationId xmlns:a16="http://schemas.microsoft.com/office/drawing/2014/main" id="{91D596C0-43B2-210F-402F-819BD866DCB3}"/>
                      </a:ext>
                    </a:extLst>
                  </p:cNvPr>
                  <p:cNvSpPr/>
                  <p:nvPr/>
                </p:nvSpPr>
                <p:spPr>
                  <a:xfrm>
                    <a:off x="3610649" y="5821547"/>
                    <a:ext cx="12700" cy="69850"/>
                  </a:xfrm>
                  <a:custGeom>
                    <a:avLst/>
                    <a:gdLst>
                      <a:gd name="csX0" fmla="*/ 0 w 12700"/>
                      <a:gd name="csY0" fmla="*/ 0 h 69850"/>
                      <a:gd name="csX1" fmla="*/ 0 w 12700"/>
                      <a:gd name="csY1" fmla="*/ 69850 h 6985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9850">
                        <a:moveTo>
                          <a:pt x="0" y="0"/>
                        </a:moveTo>
                        <a:lnTo>
                          <a:pt x="0" y="6985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6" name="Freeform 1375">
                    <a:extLst>
                      <a:ext uri="{FF2B5EF4-FFF2-40B4-BE49-F238E27FC236}">
                        <a16:creationId xmlns:a16="http://schemas.microsoft.com/office/drawing/2014/main" id="{EBA95784-09DD-3A56-6322-7A87963AAD8E}"/>
                      </a:ext>
                    </a:extLst>
                  </p:cNvPr>
                  <p:cNvSpPr/>
                  <p:nvPr/>
                </p:nvSpPr>
                <p:spPr>
                  <a:xfrm>
                    <a:off x="3578264" y="589139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7" name="Freeform 1376">
                    <a:extLst>
                      <a:ext uri="{FF2B5EF4-FFF2-40B4-BE49-F238E27FC236}">
                        <a16:creationId xmlns:a16="http://schemas.microsoft.com/office/drawing/2014/main" id="{AB9DFE0D-E354-28AA-A699-FCD25570896D}"/>
                      </a:ext>
                    </a:extLst>
                  </p:cNvPr>
                  <p:cNvSpPr/>
                  <p:nvPr/>
                </p:nvSpPr>
                <p:spPr>
                  <a:xfrm>
                    <a:off x="3740570" y="596264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8" name="Freeform 1377">
                    <a:extLst>
                      <a:ext uri="{FF2B5EF4-FFF2-40B4-BE49-F238E27FC236}">
                        <a16:creationId xmlns:a16="http://schemas.microsoft.com/office/drawing/2014/main" id="{FA6E456D-0925-3485-9463-232568C73888}"/>
                      </a:ext>
                    </a:extLst>
                  </p:cNvPr>
                  <p:cNvSpPr/>
                  <p:nvPr/>
                </p:nvSpPr>
                <p:spPr>
                  <a:xfrm>
                    <a:off x="3772956" y="5962645"/>
                    <a:ext cx="12700" cy="24637"/>
                  </a:xfrm>
                  <a:custGeom>
                    <a:avLst/>
                    <a:gdLst>
                      <a:gd name="csX0" fmla="*/ 0 w 12700"/>
                      <a:gd name="csY0" fmla="*/ 0 h 24637"/>
                      <a:gd name="csX1" fmla="*/ 0 w 12700"/>
                      <a:gd name="csY1" fmla="*/ 24638 h 2463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4637">
                        <a:moveTo>
                          <a:pt x="0" y="0"/>
                        </a:moveTo>
                        <a:lnTo>
                          <a:pt x="0" y="24638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79" name="Freeform 1378">
                    <a:extLst>
                      <a:ext uri="{FF2B5EF4-FFF2-40B4-BE49-F238E27FC236}">
                        <a16:creationId xmlns:a16="http://schemas.microsoft.com/office/drawing/2014/main" id="{C81EB720-695C-1620-C254-0AED5317848F}"/>
                      </a:ext>
                    </a:extLst>
                  </p:cNvPr>
                  <p:cNvSpPr/>
                  <p:nvPr/>
                </p:nvSpPr>
                <p:spPr>
                  <a:xfrm>
                    <a:off x="3740570" y="5987282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0" name="Freeform 1379">
                    <a:extLst>
                      <a:ext uri="{FF2B5EF4-FFF2-40B4-BE49-F238E27FC236}">
                        <a16:creationId xmlns:a16="http://schemas.microsoft.com/office/drawing/2014/main" id="{5287C392-DAF5-46A3-0E87-5FB9C719EFA9}"/>
                      </a:ext>
                    </a:extLst>
                  </p:cNvPr>
                  <p:cNvSpPr/>
                  <p:nvPr/>
                </p:nvSpPr>
                <p:spPr>
                  <a:xfrm>
                    <a:off x="4065183" y="5934958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1" name="Freeform 1380">
                    <a:extLst>
                      <a:ext uri="{FF2B5EF4-FFF2-40B4-BE49-F238E27FC236}">
                        <a16:creationId xmlns:a16="http://schemas.microsoft.com/office/drawing/2014/main" id="{A0D84A24-7487-E9B9-AC56-74773B26C619}"/>
                      </a:ext>
                    </a:extLst>
                  </p:cNvPr>
                  <p:cNvSpPr/>
                  <p:nvPr/>
                </p:nvSpPr>
                <p:spPr>
                  <a:xfrm>
                    <a:off x="4097567" y="5934958"/>
                    <a:ext cx="12700" cy="85979"/>
                  </a:xfrm>
                  <a:custGeom>
                    <a:avLst/>
                    <a:gdLst>
                      <a:gd name="csX0" fmla="*/ 0 w 12700"/>
                      <a:gd name="csY0" fmla="*/ 0 h 85979"/>
                      <a:gd name="csX1" fmla="*/ 0 w 12700"/>
                      <a:gd name="csY1" fmla="*/ 85979 h 8597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85979">
                        <a:moveTo>
                          <a:pt x="0" y="0"/>
                        </a:moveTo>
                        <a:lnTo>
                          <a:pt x="0" y="85979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2" name="Freeform 1381">
                    <a:extLst>
                      <a:ext uri="{FF2B5EF4-FFF2-40B4-BE49-F238E27FC236}">
                        <a16:creationId xmlns:a16="http://schemas.microsoft.com/office/drawing/2014/main" id="{A31F9D48-D7CF-2B1B-4631-5FEA656E220D}"/>
                      </a:ext>
                    </a:extLst>
                  </p:cNvPr>
                  <p:cNvSpPr/>
                  <p:nvPr/>
                </p:nvSpPr>
                <p:spPr>
                  <a:xfrm>
                    <a:off x="4065183" y="6020938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3" name="Freeform 1382">
                    <a:extLst>
                      <a:ext uri="{FF2B5EF4-FFF2-40B4-BE49-F238E27FC236}">
                        <a16:creationId xmlns:a16="http://schemas.microsoft.com/office/drawing/2014/main" id="{2BF9E8A5-8A51-1231-CB67-795FE499B68A}"/>
                      </a:ext>
                    </a:extLst>
                  </p:cNvPr>
                  <p:cNvSpPr/>
                  <p:nvPr/>
                </p:nvSpPr>
                <p:spPr>
                  <a:xfrm>
                    <a:off x="3768384" y="59684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4" name="Freeform 1383">
                    <a:extLst>
                      <a:ext uri="{FF2B5EF4-FFF2-40B4-BE49-F238E27FC236}">
                        <a16:creationId xmlns:a16="http://schemas.microsoft.com/office/drawing/2014/main" id="{6622EE14-2E5F-0614-DA59-75E27E5C930C}"/>
                      </a:ext>
                    </a:extLst>
                  </p:cNvPr>
                  <p:cNvSpPr/>
                  <p:nvPr/>
                </p:nvSpPr>
                <p:spPr>
                  <a:xfrm>
                    <a:off x="3606840" y="597267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5" name="Freeform 1384">
                    <a:extLst>
                      <a:ext uri="{FF2B5EF4-FFF2-40B4-BE49-F238E27FC236}">
                        <a16:creationId xmlns:a16="http://schemas.microsoft.com/office/drawing/2014/main" id="{64EDCB10-EB14-5AAF-3A73-4E6DC3488560}"/>
                      </a:ext>
                    </a:extLst>
                  </p:cNvPr>
                  <p:cNvSpPr/>
                  <p:nvPr/>
                </p:nvSpPr>
                <p:spPr>
                  <a:xfrm>
                    <a:off x="3585758" y="57655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6" name="Freeform 1385">
                    <a:extLst>
                      <a:ext uri="{FF2B5EF4-FFF2-40B4-BE49-F238E27FC236}">
                        <a16:creationId xmlns:a16="http://schemas.microsoft.com/office/drawing/2014/main" id="{0C4EA924-C03F-B443-9656-D2F44E6313E2}"/>
                      </a:ext>
                    </a:extLst>
                  </p:cNvPr>
                  <p:cNvSpPr/>
                  <p:nvPr/>
                </p:nvSpPr>
                <p:spPr>
                  <a:xfrm>
                    <a:off x="3441105" y="583399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7" name="Freeform 1386">
                    <a:extLst>
                      <a:ext uri="{FF2B5EF4-FFF2-40B4-BE49-F238E27FC236}">
                        <a16:creationId xmlns:a16="http://schemas.microsoft.com/office/drawing/2014/main" id="{8CAF3098-EF5F-D3B7-E0BB-EB372CFF65C0}"/>
                      </a:ext>
                    </a:extLst>
                  </p:cNvPr>
                  <p:cNvSpPr/>
                  <p:nvPr/>
                </p:nvSpPr>
                <p:spPr>
                  <a:xfrm>
                    <a:off x="3434882" y="598233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8" name="Freeform 1387">
                    <a:extLst>
                      <a:ext uri="{FF2B5EF4-FFF2-40B4-BE49-F238E27FC236}">
                        <a16:creationId xmlns:a16="http://schemas.microsoft.com/office/drawing/2014/main" id="{38A23152-F404-6EE4-1409-BADF78C9C85E}"/>
                      </a:ext>
                    </a:extLst>
                  </p:cNvPr>
                  <p:cNvSpPr/>
                  <p:nvPr/>
                </p:nvSpPr>
                <p:spPr>
                  <a:xfrm>
                    <a:off x="4080169" y="60517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89" name="Freeform 1388">
                    <a:extLst>
                      <a:ext uri="{FF2B5EF4-FFF2-40B4-BE49-F238E27FC236}">
                        <a16:creationId xmlns:a16="http://schemas.microsoft.com/office/drawing/2014/main" id="{179DB6F1-0A22-E123-C828-83E51AE1CE81}"/>
                      </a:ext>
                    </a:extLst>
                  </p:cNvPr>
                  <p:cNvSpPr/>
                  <p:nvPr/>
                </p:nvSpPr>
                <p:spPr>
                  <a:xfrm>
                    <a:off x="3438057" y="584936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0" name="Freeform 1389">
                    <a:extLst>
                      <a:ext uri="{FF2B5EF4-FFF2-40B4-BE49-F238E27FC236}">
                        <a16:creationId xmlns:a16="http://schemas.microsoft.com/office/drawing/2014/main" id="{6C39F429-E657-270C-A295-95DDD35A71EF}"/>
                      </a:ext>
                    </a:extLst>
                  </p:cNvPr>
                  <p:cNvSpPr/>
                  <p:nvPr/>
                </p:nvSpPr>
                <p:spPr>
                  <a:xfrm>
                    <a:off x="4067723" y="601242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1" name="Freeform 1390">
                    <a:extLst>
                      <a:ext uri="{FF2B5EF4-FFF2-40B4-BE49-F238E27FC236}">
                        <a16:creationId xmlns:a16="http://schemas.microsoft.com/office/drawing/2014/main" id="{CB350532-2D5F-E18E-FD63-314E940C32A4}"/>
                      </a:ext>
                    </a:extLst>
                  </p:cNvPr>
                  <p:cNvSpPr/>
                  <p:nvPr/>
                </p:nvSpPr>
                <p:spPr>
                  <a:xfrm>
                    <a:off x="3435390" y="579665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2" name="Freeform 1391">
                    <a:extLst>
                      <a:ext uri="{FF2B5EF4-FFF2-40B4-BE49-F238E27FC236}">
                        <a16:creationId xmlns:a16="http://schemas.microsoft.com/office/drawing/2014/main" id="{CABB92C5-D3CE-6E73-3170-124496D45134}"/>
                      </a:ext>
                    </a:extLst>
                  </p:cNvPr>
                  <p:cNvSpPr/>
                  <p:nvPr/>
                </p:nvSpPr>
                <p:spPr>
                  <a:xfrm>
                    <a:off x="4086265" y="589978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3" name="Freeform 1392">
                    <a:extLst>
                      <a:ext uri="{FF2B5EF4-FFF2-40B4-BE49-F238E27FC236}">
                        <a16:creationId xmlns:a16="http://schemas.microsoft.com/office/drawing/2014/main" id="{0FE006BF-7E54-826F-A8CC-AB412B3B9314}"/>
                      </a:ext>
                    </a:extLst>
                  </p:cNvPr>
                  <p:cNvSpPr/>
                  <p:nvPr/>
                </p:nvSpPr>
                <p:spPr>
                  <a:xfrm>
                    <a:off x="3428913" y="578878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4" name="Freeform 1393">
                    <a:extLst>
                      <a:ext uri="{FF2B5EF4-FFF2-40B4-BE49-F238E27FC236}">
                        <a16:creationId xmlns:a16="http://schemas.microsoft.com/office/drawing/2014/main" id="{4E1E1836-E266-E713-17F6-2DCC33688915}"/>
                      </a:ext>
                    </a:extLst>
                  </p:cNvPr>
                  <p:cNvSpPr/>
                  <p:nvPr/>
                </p:nvSpPr>
                <p:spPr>
                  <a:xfrm>
                    <a:off x="3599728" y="57421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5" name="Freeform 1394">
                    <a:extLst>
                      <a:ext uri="{FF2B5EF4-FFF2-40B4-BE49-F238E27FC236}">
                        <a16:creationId xmlns:a16="http://schemas.microsoft.com/office/drawing/2014/main" id="{B53F7238-D7AA-A209-3374-6C76701B4F94}"/>
                      </a:ext>
                    </a:extLst>
                  </p:cNvPr>
                  <p:cNvSpPr/>
                  <p:nvPr/>
                </p:nvSpPr>
                <p:spPr>
                  <a:xfrm>
                    <a:off x="4093631" y="587438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6" name="Freeform 1395">
                    <a:extLst>
                      <a:ext uri="{FF2B5EF4-FFF2-40B4-BE49-F238E27FC236}">
                        <a16:creationId xmlns:a16="http://schemas.microsoft.com/office/drawing/2014/main" id="{594A9CC0-B2F8-B58F-0978-CA92BF6C4291}"/>
                      </a:ext>
                    </a:extLst>
                  </p:cNvPr>
                  <p:cNvSpPr/>
                  <p:nvPr/>
                </p:nvSpPr>
                <p:spPr>
                  <a:xfrm>
                    <a:off x="3422436" y="59755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7" name="Freeform 1396">
                    <a:extLst>
                      <a:ext uri="{FF2B5EF4-FFF2-40B4-BE49-F238E27FC236}">
                        <a16:creationId xmlns:a16="http://schemas.microsoft.com/office/drawing/2014/main" id="{A39B80C7-5A6E-AC96-ADF2-1A6574C63BC8}"/>
                      </a:ext>
                    </a:extLst>
                  </p:cNvPr>
                  <p:cNvSpPr/>
                  <p:nvPr/>
                </p:nvSpPr>
                <p:spPr>
                  <a:xfrm>
                    <a:off x="3753779" y="594562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8" name="Freeform 1397">
                    <a:extLst>
                      <a:ext uri="{FF2B5EF4-FFF2-40B4-BE49-F238E27FC236}">
                        <a16:creationId xmlns:a16="http://schemas.microsoft.com/office/drawing/2014/main" id="{C0955943-6B54-E4B1-7F55-E43A7BC91CD1}"/>
                      </a:ext>
                    </a:extLst>
                  </p:cNvPr>
                  <p:cNvSpPr/>
                  <p:nvPr/>
                </p:nvSpPr>
                <p:spPr>
                  <a:xfrm>
                    <a:off x="3606967" y="586180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399" name="Freeform 1398">
                    <a:extLst>
                      <a:ext uri="{FF2B5EF4-FFF2-40B4-BE49-F238E27FC236}">
                        <a16:creationId xmlns:a16="http://schemas.microsoft.com/office/drawing/2014/main" id="{DA86DA81-8492-2C8B-FFC0-2FDA55897915}"/>
                      </a:ext>
                    </a:extLst>
                  </p:cNvPr>
                  <p:cNvSpPr/>
                  <p:nvPr/>
                </p:nvSpPr>
                <p:spPr>
                  <a:xfrm>
                    <a:off x="3608110" y="577125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0" name="Freeform 1399">
                    <a:extLst>
                      <a:ext uri="{FF2B5EF4-FFF2-40B4-BE49-F238E27FC236}">
                        <a16:creationId xmlns:a16="http://schemas.microsoft.com/office/drawing/2014/main" id="{E505E608-146C-73E2-934B-81178275D013}"/>
                      </a:ext>
                    </a:extLst>
                  </p:cNvPr>
                  <p:cNvSpPr/>
                  <p:nvPr/>
                </p:nvSpPr>
                <p:spPr>
                  <a:xfrm>
                    <a:off x="3904782" y="580821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1" name="Freeform 1400">
                    <a:extLst>
                      <a:ext uri="{FF2B5EF4-FFF2-40B4-BE49-F238E27FC236}">
                        <a16:creationId xmlns:a16="http://schemas.microsoft.com/office/drawing/2014/main" id="{E3802C97-6CF3-92C9-81F3-976663AC958F}"/>
                      </a:ext>
                    </a:extLst>
                  </p:cNvPr>
                  <p:cNvSpPr/>
                  <p:nvPr/>
                </p:nvSpPr>
                <p:spPr>
                  <a:xfrm>
                    <a:off x="3591854" y="595019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2" name="Freeform 1401">
                    <a:extLst>
                      <a:ext uri="{FF2B5EF4-FFF2-40B4-BE49-F238E27FC236}">
                        <a16:creationId xmlns:a16="http://schemas.microsoft.com/office/drawing/2014/main" id="{DC3C7C92-FDA7-2E7A-4BC0-9945254C08F4}"/>
                      </a:ext>
                    </a:extLst>
                  </p:cNvPr>
                  <p:cNvSpPr/>
                  <p:nvPr/>
                </p:nvSpPr>
                <p:spPr>
                  <a:xfrm>
                    <a:off x="3594648" y="580389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3" name="TextBox 1402">
                    <a:extLst>
                      <a:ext uri="{FF2B5EF4-FFF2-40B4-BE49-F238E27FC236}">
                        <a16:creationId xmlns:a16="http://schemas.microsoft.com/office/drawing/2014/main" id="{97A86CA1-7284-354F-F8D4-A430A15FCBEF}"/>
                      </a:ext>
                    </a:extLst>
                  </p:cNvPr>
                  <p:cNvSpPr txBox="1"/>
                  <p:nvPr/>
                </p:nvSpPr>
                <p:spPr>
                  <a:xfrm>
                    <a:off x="3295987" y="5597761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0.634</a:t>
                    </a:r>
                  </a:p>
                </p:txBody>
              </p:sp>
              <p:sp>
                <p:nvSpPr>
                  <p:cNvPr id="1404" name="Freeform 1403">
                    <a:extLst>
                      <a:ext uri="{FF2B5EF4-FFF2-40B4-BE49-F238E27FC236}">
                        <a16:creationId xmlns:a16="http://schemas.microsoft.com/office/drawing/2014/main" id="{264481D5-22B7-B34E-DF28-345F42B9E068}"/>
                      </a:ext>
                    </a:extLst>
                  </p:cNvPr>
                  <p:cNvSpPr/>
                  <p:nvPr/>
                </p:nvSpPr>
                <p:spPr>
                  <a:xfrm>
                    <a:off x="3448344" y="5715757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5" name="TextBox 1404">
                    <a:extLst>
                      <a:ext uri="{FF2B5EF4-FFF2-40B4-BE49-F238E27FC236}">
                        <a16:creationId xmlns:a16="http://schemas.microsoft.com/office/drawing/2014/main" id="{F8BA99A1-F030-18D3-1644-3E200C146C63}"/>
                      </a:ext>
                    </a:extLst>
                  </p:cNvPr>
                  <p:cNvSpPr txBox="1"/>
                  <p:nvPr/>
                </p:nvSpPr>
                <p:spPr>
                  <a:xfrm>
                    <a:off x="3689753" y="5542871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406" name="Freeform 1405">
                    <a:extLst>
                      <a:ext uri="{FF2B5EF4-FFF2-40B4-BE49-F238E27FC236}">
                        <a16:creationId xmlns:a16="http://schemas.microsoft.com/office/drawing/2014/main" id="{AA42070C-AE08-AD54-2831-3659B6F36FB3}"/>
                      </a:ext>
                    </a:extLst>
                  </p:cNvPr>
                  <p:cNvSpPr/>
                  <p:nvPr/>
                </p:nvSpPr>
                <p:spPr>
                  <a:xfrm>
                    <a:off x="3626906" y="5715757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07" name="TextBox 1406">
                    <a:extLst>
                      <a:ext uri="{FF2B5EF4-FFF2-40B4-BE49-F238E27FC236}">
                        <a16:creationId xmlns:a16="http://schemas.microsoft.com/office/drawing/2014/main" id="{60DA0676-8712-489E-AF4D-075D9C63E70B}"/>
                      </a:ext>
                    </a:extLst>
                  </p:cNvPr>
                  <p:cNvSpPr txBox="1"/>
                  <p:nvPr/>
                </p:nvSpPr>
                <p:spPr>
                  <a:xfrm>
                    <a:off x="3600472" y="5429968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408" name="Freeform 1407">
                    <a:extLst>
                      <a:ext uri="{FF2B5EF4-FFF2-40B4-BE49-F238E27FC236}">
                        <a16:creationId xmlns:a16="http://schemas.microsoft.com/office/drawing/2014/main" id="{56C36F8E-BFBC-7EC2-7B78-4DC77EBC0139}"/>
                      </a:ext>
                    </a:extLst>
                  </p:cNvPr>
                  <p:cNvSpPr/>
                  <p:nvPr/>
                </p:nvSpPr>
                <p:spPr>
                  <a:xfrm>
                    <a:off x="3448344" y="5602854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409" name="Graphic 605">
                  <a:extLst>
                    <a:ext uri="{FF2B5EF4-FFF2-40B4-BE49-F238E27FC236}">
                      <a16:creationId xmlns:a16="http://schemas.microsoft.com/office/drawing/2014/main" id="{439DACCC-5890-8174-5806-23348DF7225A}"/>
                    </a:ext>
                  </a:extLst>
                </p:cNvPr>
                <p:cNvGrpSpPr/>
                <p:nvPr/>
              </p:nvGrpSpPr>
              <p:grpSpPr>
                <a:xfrm>
                  <a:off x="3040686" y="5232907"/>
                  <a:ext cx="1180472" cy="1190718"/>
                  <a:chOff x="3040686" y="5232907"/>
                  <a:chExt cx="1180472" cy="1190718"/>
                </a:xfrm>
              </p:grpSpPr>
              <p:sp>
                <p:nvSpPr>
                  <p:cNvPr id="1410" name="Freeform 1409">
                    <a:extLst>
                      <a:ext uri="{FF2B5EF4-FFF2-40B4-BE49-F238E27FC236}">
                        <a16:creationId xmlns:a16="http://schemas.microsoft.com/office/drawing/2014/main" id="{C02F9CB4-E1E1-EB6F-A997-48FC47D3EBEC}"/>
                      </a:ext>
                    </a:extLst>
                  </p:cNvPr>
                  <p:cNvSpPr/>
                  <p:nvPr/>
                </p:nvSpPr>
                <p:spPr>
                  <a:xfrm>
                    <a:off x="3350935" y="5535163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1" name="TextBox 1410">
                    <a:extLst>
                      <a:ext uri="{FF2B5EF4-FFF2-40B4-BE49-F238E27FC236}">
                        <a16:creationId xmlns:a16="http://schemas.microsoft.com/office/drawing/2014/main" id="{D7FC630C-B4C7-6173-273F-D5A290B1B34A}"/>
                      </a:ext>
                    </a:extLst>
                  </p:cNvPr>
                  <p:cNvSpPr txBox="1"/>
                  <p:nvPr/>
                </p:nvSpPr>
                <p:spPr>
                  <a:xfrm>
                    <a:off x="3040686" y="610543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412" name="TextBox 1411">
                    <a:extLst>
                      <a:ext uri="{FF2B5EF4-FFF2-40B4-BE49-F238E27FC236}">
                        <a16:creationId xmlns:a16="http://schemas.microsoft.com/office/drawing/2014/main" id="{D464D2E7-D4D2-49F5-1534-1ED44F7EFB3D}"/>
                      </a:ext>
                    </a:extLst>
                  </p:cNvPr>
                  <p:cNvSpPr txBox="1"/>
                  <p:nvPr/>
                </p:nvSpPr>
                <p:spPr>
                  <a:xfrm>
                    <a:off x="3040686" y="5873917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1%</a:t>
                    </a:r>
                  </a:p>
                </p:txBody>
              </p:sp>
              <p:sp>
                <p:nvSpPr>
                  <p:cNvPr id="1413" name="TextBox 1412">
                    <a:extLst>
                      <a:ext uri="{FF2B5EF4-FFF2-40B4-BE49-F238E27FC236}">
                        <a16:creationId xmlns:a16="http://schemas.microsoft.com/office/drawing/2014/main" id="{875EA033-D31B-CCBA-1F5A-038672639DD4}"/>
                      </a:ext>
                    </a:extLst>
                  </p:cNvPr>
                  <p:cNvSpPr txBox="1"/>
                  <p:nvPr/>
                </p:nvSpPr>
                <p:spPr>
                  <a:xfrm>
                    <a:off x="3040686" y="5642269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2%</a:t>
                    </a:r>
                  </a:p>
                </p:txBody>
              </p:sp>
              <p:sp>
                <p:nvSpPr>
                  <p:cNvPr id="1414" name="Freeform 1413">
                    <a:extLst>
                      <a:ext uri="{FF2B5EF4-FFF2-40B4-BE49-F238E27FC236}">
                        <a16:creationId xmlns:a16="http://schemas.microsoft.com/office/drawing/2014/main" id="{26B6280A-5044-8E06-3405-780658C304E0}"/>
                      </a:ext>
                    </a:extLst>
                  </p:cNvPr>
                  <p:cNvSpPr/>
                  <p:nvPr/>
                </p:nvSpPr>
                <p:spPr>
                  <a:xfrm>
                    <a:off x="3316136" y="62123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5" name="Freeform 1414">
                    <a:extLst>
                      <a:ext uri="{FF2B5EF4-FFF2-40B4-BE49-F238E27FC236}">
                        <a16:creationId xmlns:a16="http://schemas.microsoft.com/office/drawing/2014/main" id="{9020887F-5218-CF9B-A78B-76034BF3EE3D}"/>
                      </a:ext>
                    </a:extLst>
                  </p:cNvPr>
                  <p:cNvSpPr/>
                  <p:nvPr/>
                </p:nvSpPr>
                <p:spPr>
                  <a:xfrm>
                    <a:off x="3316136" y="5980806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6" name="Freeform 1415">
                    <a:extLst>
                      <a:ext uri="{FF2B5EF4-FFF2-40B4-BE49-F238E27FC236}">
                        <a16:creationId xmlns:a16="http://schemas.microsoft.com/office/drawing/2014/main" id="{71A7D985-BC4F-5E0F-9515-370BB19CC871}"/>
                      </a:ext>
                    </a:extLst>
                  </p:cNvPr>
                  <p:cNvSpPr/>
                  <p:nvPr/>
                </p:nvSpPr>
                <p:spPr>
                  <a:xfrm>
                    <a:off x="3316136" y="574915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7" name="Freeform 1416">
                    <a:extLst>
                      <a:ext uri="{FF2B5EF4-FFF2-40B4-BE49-F238E27FC236}">
                        <a16:creationId xmlns:a16="http://schemas.microsoft.com/office/drawing/2014/main" id="{1B60713E-31CD-D399-FCB4-D9F1F3B2DF22}"/>
                      </a:ext>
                    </a:extLst>
                  </p:cNvPr>
                  <p:cNvSpPr/>
                  <p:nvPr/>
                </p:nvSpPr>
                <p:spPr>
                  <a:xfrm>
                    <a:off x="3350935" y="6212327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8" name="Freeform 1417">
                    <a:extLst>
                      <a:ext uri="{FF2B5EF4-FFF2-40B4-BE49-F238E27FC236}">
                        <a16:creationId xmlns:a16="http://schemas.microsoft.com/office/drawing/2014/main" id="{2C78D5FE-5EE1-CEF4-762E-17EDD9DA72F4}"/>
                      </a:ext>
                    </a:extLst>
                  </p:cNvPr>
                  <p:cNvSpPr/>
                  <p:nvPr/>
                </p:nvSpPr>
                <p:spPr>
                  <a:xfrm>
                    <a:off x="3448343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19" name="Freeform 1418">
                    <a:extLst>
                      <a:ext uri="{FF2B5EF4-FFF2-40B4-BE49-F238E27FC236}">
                        <a16:creationId xmlns:a16="http://schemas.microsoft.com/office/drawing/2014/main" id="{28E46260-9F56-B354-8A44-D4EF81845231}"/>
                      </a:ext>
                    </a:extLst>
                  </p:cNvPr>
                  <p:cNvSpPr/>
                  <p:nvPr/>
                </p:nvSpPr>
                <p:spPr>
                  <a:xfrm>
                    <a:off x="3610649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20" name="Freeform 1419">
                    <a:extLst>
                      <a:ext uri="{FF2B5EF4-FFF2-40B4-BE49-F238E27FC236}">
                        <a16:creationId xmlns:a16="http://schemas.microsoft.com/office/drawing/2014/main" id="{072DF886-A254-B0C8-60B0-40F94CA041E7}"/>
                      </a:ext>
                    </a:extLst>
                  </p:cNvPr>
                  <p:cNvSpPr/>
                  <p:nvPr/>
                </p:nvSpPr>
                <p:spPr>
                  <a:xfrm>
                    <a:off x="3772956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21" name="Freeform 1420">
                    <a:extLst>
                      <a:ext uri="{FF2B5EF4-FFF2-40B4-BE49-F238E27FC236}">
                        <a16:creationId xmlns:a16="http://schemas.microsoft.com/office/drawing/2014/main" id="{7C16008C-B1C1-7FF1-EBD3-66A03A45CD98}"/>
                      </a:ext>
                    </a:extLst>
                  </p:cNvPr>
                  <p:cNvSpPr/>
                  <p:nvPr/>
                </p:nvSpPr>
                <p:spPr>
                  <a:xfrm>
                    <a:off x="3935261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22" name="Freeform 1421">
                    <a:extLst>
                      <a:ext uri="{FF2B5EF4-FFF2-40B4-BE49-F238E27FC236}">
                        <a16:creationId xmlns:a16="http://schemas.microsoft.com/office/drawing/2014/main" id="{3ED27116-EE76-896E-DB2B-1024D8A46807}"/>
                      </a:ext>
                    </a:extLst>
                  </p:cNvPr>
                  <p:cNvSpPr/>
                  <p:nvPr/>
                </p:nvSpPr>
                <p:spPr>
                  <a:xfrm>
                    <a:off x="4097567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23" name="TextBox 1422">
                    <a:extLst>
                      <a:ext uri="{FF2B5EF4-FFF2-40B4-BE49-F238E27FC236}">
                        <a16:creationId xmlns:a16="http://schemas.microsoft.com/office/drawing/2014/main" id="{2AC4C1C7-F7CD-F5CC-E96B-823F9B970DB1}"/>
                      </a:ext>
                    </a:extLst>
                  </p:cNvPr>
                  <p:cNvSpPr txBox="1"/>
                  <p:nvPr/>
                </p:nvSpPr>
                <p:spPr>
                  <a:xfrm>
                    <a:off x="3313530" y="6208181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424" name="TextBox 1423">
                    <a:extLst>
                      <a:ext uri="{FF2B5EF4-FFF2-40B4-BE49-F238E27FC236}">
                        <a16:creationId xmlns:a16="http://schemas.microsoft.com/office/drawing/2014/main" id="{FE9D8573-3E0D-1E3B-F9F6-60E5C2E23AF3}"/>
                      </a:ext>
                    </a:extLst>
                  </p:cNvPr>
                  <p:cNvSpPr txBox="1"/>
                  <p:nvPr/>
                </p:nvSpPr>
                <p:spPr>
                  <a:xfrm>
                    <a:off x="3503889" y="6208181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425" name="TextBox 1424">
                    <a:extLst>
                      <a:ext uri="{FF2B5EF4-FFF2-40B4-BE49-F238E27FC236}">
                        <a16:creationId xmlns:a16="http://schemas.microsoft.com/office/drawing/2014/main" id="{E4F09B32-673D-0AC0-B3F6-423CB846DD24}"/>
                      </a:ext>
                    </a:extLst>
                  </p:cNvPr>
                  <p:cNvSpPr txBox="1"/>
                  <p:nvPr/>
                </p:nvSpPr>
                <p:spPr>
                  <a:xfrm>
                    <a:off x="3637341" y="6208181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426" name="TextBox 1425">
                    <a:extLst>
                      <a:ext uri="{FF2B5EF4-FFF2-40B4-BE49-F238E27FC236}">
                        <a16:creationId xmlns:a16="http://schemas.microsoft.com/office/drawing/2014/main" id="{2910F622-518D-74B7-C95A-A28F1BCBADB8}"/>
                      </a:ext>
                    </a:extLst>
                  </p:cNvPr>
                  <p:cNvSpPr txBox="1"/>
                  <p:nvPr/>
                </p:nvSpPr>
                <p:spPr>
                  <a:xfrm>
                    <a:off x="3774800" y="6208181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92F9D4EB-38BA-F3E9-1AC0-CDA37A15CC27}"/>
                      </a:ext>
                    </a:extLst>
                  </p:cNvPr>
                  <p:cNvSpPr txBox="1"/>
                  <p:nvPr/>
                </p:nvSpPr>
                <p:spPr>
                  <a:xfrm>
                    <a:off x="3973975" y="6208181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35B21C04-5ACB-E4B7-4677-1984AE786177}"/>
                      </a:ext>
                    </a:extLst>
                  </p:cNvPr>
                  <p:cNvSpPr txBox="1"/>
                  <p:nvPr/>
                </p:nvSpPr>
                <p:spPr>
                  <a:xfrm>
                    <a:off x="3449863" y="5232907"/>
                    <a:ext cx="566182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22_PS</a:t>
                    </a:r>
                  </a:p>
                </p:txBody>
              </p:sp>
            </p:grpSp>
          </p:grpSp>
          <p:grpSp>
            <p:nvGrpSpPr>
              <p:cNvPr id="1431" name="Graphic 607">
                <a:extLst>
                  <a:ext uri="{FF2B5EF4-FFF2-40B4-BE49-F238E27FC236}">
                    <a16:creationId xmlns:a16="http://schemas.microsoft.com/office/drawing/2014/main" id="{D0AA6259-74D3-08A8-477F-0C1E67B7019E}"/>
                  </a:ext>
                </a:extLst>
              </p:cNvPr>
              <p:cNvGrpSpPr/>
              <p:nvPr/>
            </p:nvGrpSpPr>
            <p:grpSpPr>
              <a:xfrm>
                <a:off x="5596876" y="3143882"/>
                <a:ext cx="1180472" cy="1190718"/>
                <a:chOff x="4246747" y="5232907"/>
                <a:chExt cx="1180472" cy="1190718"/>
              </a:xfrm>
            </p:grpSpPr>
            <p:grpSp>
              <p:nvGrpSpPr>
                <p:cNvPr id="1434" name="Graphic 607">
                  <a:extLst>
                    <a:ext uri="{FF2B5EF4-FFF2-40B4-BE49-F238E27FC236}">
                      <a16:creationId xmlns:a16="http://schemas.microsoft.com/office/drawing/2014/main" id="{5A07107B-BA6E-9595-A830-D615C3E5E2B3}"/>
                    </a:ext>
                  </a:extLst>
                </p:cNvPr>
                <p:cNvGrpSpPr/>
                <p:nvPr/>
              </p:nvGrpSpPr>
              <p:grpSpPr>
                <a:xfrm>
                  <a:off x="4502048" y="5429968"/>
                  <a:ext cx="898989" cy="782486"/>
                  <a:chOff x="4502048" y="5429968"/>
                  <a:chExt cx="898989" cy="782486"/>
                </a:xfrm>
              </p:grpSpPr>
              <p:sp>
                <p:nvSpPr>
                  <p:cNvPr id="1435" name="Freeform 1434">
                    <a:extLst>
                      <a:ext uri="{FF2B5EF4-FFF2-40B4-BE49-F238E27FC236}">
                        <a16:creationId xmlns:a16="http://schemas.microsoft.com/office/drawing/2014/main" id="{3C8B1A29-9C39-597E-6041-CBB850CDE940}"/>
                      </a:ext>
                    </a:extLst>
                  </p:cNvPr>
                  <p:cNvSpPr/>
                  <p:nvPr/>
                </p:nvSpPr>
                <p:spPr>
                  <a:xfrm>
                    <a:off x="4556996" y="5535163"/>
                    <a:ext cx="844041" cy="677290"/>
                  </a:xfrm>
                  <a:custGeom>
                    <a:avLst/>
                    <a:gdLst>
                      <a:gd name="csX0" fmla="*/ 0 w 844041"/>
                      <a:gd name="csY0" fmla="*/ 0 h 677290"/>
                      <a:gd name="csX1" fmla="*/ 844042 w 844041"/>
                      <a:gd name="csY1" fmla="*/ 0 h 677290"/>
                      <a:gd name="csX2" fmla="*/ 844042 w 844041"/>
                      <a:gd name="csY2" fmla="*/ 677291 h 677290"/>
                      <a:gd name="csX3" fmla="*/ 0 w 844041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844041" h="677290">
                        <a:moveTo>
                          <a:pt x="0" y="0"/>
                        </a:moveTo>
                        <a:lnTo>
                          <a:pt x="844042" y="0"/>
                        </a:lnTo>
                        <a:lnTo>
                          <a:pt x="844042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36" name="Freeform 1435">
                    <a:extLst>
                      <a:ext uri="{FF2B5EF4-FFF2-40B4-BE49-F238E27FC236}">
                        <a16:creationId xmlns:a16="http://schemas.microsoft.com/office/drawing/2014/main" id="{2AB5C0FC-EDA8-D0D5-C04F-A8EF3C67944D}"/>
                      </a:ext>
                    </a:extLst>
                  </p:cNvPr>
                  <p:cNvSpPr/>
                  <p:nvPr/>
                </p:nvSpPr>
                <p:spPr>
                  <a:xfrm>
                    <a:off x="4605764" y="5972424"/>
                    <a:ext cx="97409" cy="239903"/>
                  </a:xfrm>
                  <a:custGeom>
                    <a:avLst/>
                    <a:gdLst>
                      <a:gd name="csX0" fmla="*/ 0 w 97409"/>
                      <a:gd name="csY0" fmla="*/ 0 h 239903"/>
                      <a:gd name="csX1" fmla="*/ 97409 w 97409"/>
                      <a:gd name="csY1" fmla="*/ 0 h 239903"/>
                      <a:gd name="csX2" fmla="*/ 97409 w 97409"/>
                      <a:gd name="csY2" fmla="*/ 239903 h 239903"/>
                      <a:gd name="csX3" fmla="*/ 0 w 97409"/>
                      <a:gd name="csY3" fmla="*/ 239903 h 23990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39903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39903"/>
                        </a:lnTo>
                        <a:lnTo>
                          <a:pt x="0" y="239903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37" name="Freeform 1436">
                    <a:extLst>
                      <a:ext uri="{FF2B5EF4-FFF2-40B4-BE49-F238E27FC236}">
                        <a16:creationId xmlns:a16="http://schemas.microsoft.com/office/drawing/2014/main" id="{8F5EBE71-E8EB-6955-A0D6-0B2BF61FBC65}"/>
                      </a:ext>
                    </a:extLst>
                  </p:cNvPr>
                  <p:cNvSpPr/>
                  <p:nvPr/>
                </p:nvSpPr>
                <p:spPr>
                  <a:xfrm>
                    <a:off x="4768070" y="5939912"/>
                    <a:ext cx="97409" cy="272415"/>
                  </a:xfrm>
                  <a:custGeom>
                    <a:avLst/>
                    <a:gdLst>
                      <a:gd name="csX0" fmla="*/ 0 w 97409"/>
                      <a:gd name="csY0" fmla="*/ 0 h 272415"/>
                      <a:gd name="csX1" fmla="*/ 97409 w 97409"/>
                      <a:gd name="csY1" fmla="*/ 0 h 272415"/>
                      <a:gd name="csX2" fmla="*/ 97409 w 97409"/>
                      <a:gd name="csY2" fmla="*/ 272415 h 272415"/>
                      <a:gd name="csX3" fmla="*/ 0 w 97409"/>
                      <a:gd name="csY3" fmla="*/ 272415 h 272415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72415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72415"/>
                        </a:lnTo>
                        <a:lnTo>
                          <a:pt x="0" y="272415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38" name="Freeform 1437">
                    <a:extLst>
                      <a:ext uri="{FF2B5EF4-FFF2-40B4-BE49-F238E27FC236}">
                        <a16:creationId xmlns:a16="http://schemas.microsoft.com/office/drawing/2014/main" id="{807E5E36-D57E-8AB2-50FB-3C7B05CED5AE}"/>
                      </a:ext>
                    </a:extLst>
                  </p:cNvPr>
                  <p:cNvSpPr/>
                  <p:nvPr/>
                </p:nvSpPr>
                <p:spPr>
                  <a:xfrm>
                    <a:off x="4930376" y="6026780"/>
                    <a:ext cx="97409" cy="185674"/>
                  </a:xfrm>
                  <a:custGeom>
                    <a:avLst/>
                    <a:gdLst>
                      <a:gd name="csX0" fmla="*/ 0 w 97409"/>
                      <a:gd name="csY0" fmla="*/ 0 h 185674"/>
                      <a:gd name="csX1" fmla="*/ 97409 w 97409"/>
                      <a:gd name="csY1" fmla="*/ 0 h 185674"/>
                      <a:gd name="csX2" fmla="*/ 97409 w 97409"/>
                      <a:gd name="csY2" fmla="*/ 185674 h 185674"/>
                      <a:gd name="csX3" fmla="*/ 0 w 97409"/>
                      <a:gd name="csY3" fmla="*/ 185674 h 18567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185674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185674"/>
                        </a:lnTo>
                        <a:lnTo>
                          <a:pt x="0" y="185674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39" name="Freeform 1438">
                    <a:extLst>
                      <a:ext uri="{FF2B5EF4-FFF2-40B4-BE49-F238E27FC236}">
                        <a16:creationId xmlns:a16="http://schemas.microsoft.com/office/drawing/2014/main" id="{3850314B-45E5-3BED-A4B3-1285D3017E47}"/>
                      </a:ext>
                    </a:extLst>
                  </p:cNvPr>
                  <p:cNvSpPr/>
                  <p:nvPr/>
                </p:nvSpPr>
                <p:spPr>
                  <a:xfrm>
                    <a:off x="5092682" y="5964296"/>
                    <a:ext cx="97409" cy="248031"/>
                  </a:xfrm>
                  <a:custGeom>
                    <a:avLst/>
                    <a:gdLst>
                      <a:gd name="csX0" fmla="*/ 0 w 97409"/>
                      <a:gd name="csY0" fmla="*/ 0 h 248031"/>
                      <a:gd name="csX1" fmla="*/ 97409 w 97409"/>
                      <a:gd name="csY1" fmla="*/ 0 h 248031"/>
                      <a:gd name="csX2" fmla="*/ 97409 w 97409"/>
                      <a:gd name="csY2" fmla="*/ 248031 h 248031"/>
                      <a:gd name="csX3" fmla="*/ 0 w 97409"/>
                      <a:gd name="csY3" fmla="*/ 248031 h 24803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248031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248031"/>
                        </a:lnTo>
                        <a:lnTo>
                          <a:pt x="0" y="248031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0" name="Freeform 1439">
                    <a:extLst>
                      <a:ext uri="{FF2B5EF4-FFF2-40B4-BE49-F238E27FC236}">
                        <a16:creationId xmlns:a16="http://schemas.microsoft.com/office/drawing/2014/main" id="{78F69D1D-0451-A52D-817C-6F764F13CF00}"/>
                      </a:ext>
                    </a:extLst>
                  </p:cNvPr>
                  <p:cNvSpPr/>
                  <p:nvPr/>
                </p:nvSpPr>
                <p:spPr>
                  <a:xfrm>
                    <a:off x="5254988" y="6081517"/>
                    <a:ext cx="97409" cy="130937"/>
                  </a:xfrm>
                  <a:custGeom>
                    <a:avLst/>
                    <a:gdLst>
                      <a:gd name="csX0" fmla="*/ 0 w 97409"/>
                      <a:gd name="csY0" fmla="*/ 0 h 130937"/>
                      <a:gd name="csX1" fmla="*/ 97409 w 97409"/>
                      <a:gd name="csY1" fmla="*/ 0 h 130937"/>
                      <a:gd name="csX2" fmla="*/ 97409 w 97409"/>
                      <a:gd name="csY2" fmla="*/ 130937 h 130937"/>
                      <a:gd name="csX3" fmla="*/ 0 w 97409"/>
                      <a:gd name="csY3" fmla="*/ 130937 h 13093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7409" h="130937">
                        <a:moveTo>
                          <a:pt x="0" y="0"/>
                        </a:moveTo>
                        <a:lnTo>
                          <a:pt x="97409" y="0"/>
                        </a:lnTo>
                        <a:lnTo>
                          <a:pt x="97409" y="130937"/>
                        </a:lnTo>
                        <a:lnTo>
                          <a:pt x="0" y="130937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1" name="Freeform 1440">
                    <a:extLst>
                      <a:ext uri="{FF2B5EF4-FFF2-40B4-BE49-F238E27FC236}">
                        <a16:creationId xmlns:a16="http://schemas.microsoft.com/office/drawing/2014/main" id="{6D5058D2-95BD-C8F5-46C9-45840DCCAC8B}"/>
                      </a:ext>
                    </a:extLst>
                  </p:cNvPr>
                  <p:cNvSpPr/>
                  <p:nvPr/>
                </p:nvSpPr>
                <p:spPr>
                  <a:xfrm>
                    <a:off x="4622020" y="594956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2" name="Freeform 1441">
                    <a:extLst>
                      <a:ext uri="{FF2B5EF4-FFF2-40B4-BE49-F238E27FC236}">
                        <a16:creationId xmlns:a16="http://schemas.microsoft.com/office/drawing/2014/main" id="{733B997E-7484-D809-439B-6A3F0887FE3B}"/>
                      </a:ext>
                    </a:extLst>
                  </p:cNvPr>
                  <p:cNvSpPr/>
                  <p:nvPr/>
                </p:nvSpPr>
                <p:spPr>
                  <a:xfrm>
                    <a:off x="4654404" y="5949564"/>
                    <a:ext cx="12700" cy="45846"/>
                  </a:xfrm>
                  <a:custGeom>
                    <a:avLst/>
                    <a:gdLst>
                      <a:gd name="csX0" fmla="*/ 0 w 12700"/>
                      <a:gd name="csY0" fmla="*/ 0 h 45846"/>
                      <a:gd name="csX1" fmla="*/ 0 w 12700"/>
                      <a:gd name="csY1" fmla="*/ 45847 h 4584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45846">
                        <a:moveTo>
                          <a:pt x="0" y="0"/>
                        </a:moveTo>
                        <a:lnTo>
                          <a:pt x="0" y="4584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3" name="Freeform 1442">
                    <a:extLst>
                      <a:ext uri="{FF2B5EF4-FFF2-40B4-BE49-F238E27FC236}">
                        <a16:creationId xmlns:a16="http://schemas.microsoft.com/office/drawing/2014/main" id="{6217CABB-0BAD-2CF8-90EE-105A6525D25D}"/>
                      </a:ext>
                    </a:extLst>
                  </p:cNvPr>
                  <p:cNvSpPr/>
                  <p:nvPr/>
                </p:nvSpPr>
                <p:spPr>
                  <a:xfrm>
                    <a:off x="4622020" y="5995410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4" name="Freeform 1443">
                    <a:extLst>
                      <a:ext uri="{FF2B5EF4-FFF2-40B4-BE49-F238E27FC236}">
                        <a16:creationId xmlns:a16="http://schemas.microsoft.com/office/drawing/2014/main" id="{AFFCCD32-6E46-3ED0-2670-5DA9BBFB0768}"/>
                      </a:ext>
                    </a:extLst>
                  </p:cNvPr>
                  <p:cNvSpPr/>
                  <p:nvPr/>
                </p:nvSpPr>
                <p:spPr>
                  <a:xfrm>
                    <a:off x="4784325" y="5894318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5" name="Freeform 1444">
                    <a:extLst>
                      <a:ext uri="{FF2B5EF4-FFF2-40B4-BE49-F238E27FC236}">
                        <a16:creationId xmlns:a16="http://schemas.microsoft.com/office/drawing/2014/main" id="{6F66F5F8-16F3-4B62-1443-9238223FD060}"/>
                      </a:ext>
                    </a:extLst>
                  </p:cNvPr>
                  <p:cNvSpPr/>
                  <p:nvPr/>
                </p:nvSpPr>
                <p:spPr>
                  <a:xfrm>
                    <a:off x="4816710" y="5894318"/>
                    <a:ext cx="12700" cy="91186"/>
                  </a:xfrm>
                  <a:custGeom>
                    <a:avLst/>
                    <a:gdLst>
                      <a:gd name="csX0" fmla="*/ 0 w 12700"/>
                      <a:gd name="csY0" fmla="*/ 0 h 91186"/>
                      <a:gd name="csX1" fmla="*/ 0 w 12700"/>
                      <a:gd name="csY1" fmla="*/ 91186 h 9118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91186">
                        <a:moveTo>
                          <a:pt x="0" y="0"/>
                        </a:moveTo>
                        <a:lnTo>
                          <a:pt x="0" y="91186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6" name="Freeform 1445">
                    <a:extLst>
                      <a:ext uri="{FF2B5EF4-FFF2-40B4-BE49-F238E27FC236}">
                        <a16:creationId xmlns:a16="http://schemas.microsoft.com/office/drawing/2014/main" id="{20BE1836-E13F-AF12-26E6-06BE068A6EBA}"/>
                      </a:ext>
                    </a:extLst>
                  </p:cNvPr>
                  <p:cNvSpPr/>
                  <p:nvPr/>
                </p:nvSpPr>
                <p:spPr>
                  <a:xfrm>
                    <a:off x="4784325" y="5985504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7" name="Freeform 1446">
                    <a:extLst>
                      <a:ext uri="{FF2B5EF4-FFF2-40B4-BE49-F238E27FC236}">
                        <a16:creationId xmlns:a16="http://schemas.microsoft.com/office/drawing/2014/main" id="{F8567F1C-E75B-7046-9E4C-7DD5188F342E}"/>
                      </a:ext>
                    </a:extLst>
                  </p:cNvPr>
                  <p:cNvSpPr/>
                  <p:nvPr/>
                </p:nvSpPr>
                <p:spPr>
                  <a:xfrm>
                    <a:off x="4946631" y="5951850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8" name="Freeform 1447">
                    <a:extLst>
                      <a:ext uri="{FF2B5EF4-FFF2-40B4-BE49-F238E27FC236}">
                        <a16:creationId xmlns:a16="http://schemas.microsoft.com/office/drawing/2014/main" id="{A2FD3A1E-475E-B667-2D5D-525EA957DC1C}"/>
                      </a:ext>
                    </a:extLst>
                  </p:cNvPr>
                  <p:cNvSpPr/>
                  <p:nvPr/>
                </p:nvSpPr>
                <p:spPr>
                  <a:xfrm>
                    <a:off x="4979017" y="5951850"/>
                    <a:ext cx="12700" cy="149732"/>
                  </a:xfrm>
                  <a:custGeom>
                    <a:avLst/>
                    <a:gdLst>
                      <a:gd name="csX0" fmla="*/ 0 w 12700"/>
                      <a:gd name="csY0" fmla="*/ 0 h 149732"/>
                      <a:gd name="csX1" fmla="*/ 0 w 12700"/>
                      <a:gd name="csY1" fmla="*/ 149733 h 149732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49732">
                        <a:moveTo>
                          <a:pt x="0" y="0"/>
                        </a:moveTo>
                        <a:lnTo>
                          <a:pt x="0" y="149733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49" name="Freeform 1448">
                    <a:extLst>
                      <a:ext uri="{FF2B5EF4-FFF2-40B4-BE49-F238E27FC236}">
                        <a16:creationId xmlns:a16="http://schemas.microsoft.com/office/drawing/2014/main" id="{C32E15CA-E534-D5D4-767B-AE22B8D9BA43}"/>
                      </a:ext>
                    </a:extLst>
                  </p:cNvPr>
                  <p:cNvSpPr/>
                  <p:nvPr/>
                </p:nvSpPr>
                <p:spPr>
                  <a:xfrm>
                    <a:off x="4946631" y="6101582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0" name="Freeform 1449">
                    <a:extLst>
                      <a:ext uri="{FF2B5EF4-FFF2-40B4-BE49-F238E27FC236}">
                        <a16:creationId xmlns:a16="http://schemas.microsoft.com/office/drawing/2014/main" id="{4FC0D168-579F-054C-D694-1DA283C5704D}"/>
                      </a:ext>
                    </a:extLst>
                  </p:cNvPr>
                  <p:cNvSpPr/>
                  <p:nvPr/>
                </p:nvSpPr>
                <p:spPr>
                  <a:xfrm>
                    <a:off x="5271244" y="6045575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1" name="Freeform 1450">
                    <a:extLst>
                      <a:ext uri="{FF2B5EF4-FFF2-40B4-BE49-F238E27FC236}">
                        <a16:creationId xmlns:a16="http://schemas.microsoft.com/office/drawing/2014/main" id="{E4C4DA40-6B65-636D-2C20-24CEFB8E974C}"/>
                      </a:ext>
                    </a:extLst>
                  </p:cNvPr>
                  <p:cNvSpPr/>
                  <p:nvPr/>
                </p:nvSpPr>
                <p:spPr>
                  <a:xfrm>
                    <a:off x="5303628" y="6045575"/>
                    <a:ext cx="12700" cy="71881"/>
                  </a:xfrm>
                  <a:custGeom>
                    <a:avLst/>
                    <a:gdLst>
                      <a:gd name="csX0" fmla="*/ 0 w 12700"/>
                      <a:gd name="csY0" fmla="*/ 0 h 71881"/>
                      <a:gd name="csX1" fmla="*/ 0 w 12700"/>
                      <a:gd name="csY1" fmla="*/ 71882 h 7188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1881">
                        <a:moveTo>
                          <a:pt x="0" y="0"/>
                        </a:moveTo>
                        <a:lnTo>
                          <a:pt x="0" y="71882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2" name="Freeform 1451">
                    <a:extLst>
                      <a:ext uri="{FF2B5EF4-FFF2-40B4-BE49-F238E27FC236}">
                        <a16:creationId xmlns:a16="http://schemas.microsoft.com/office/drawing/2014/main" id="{AA604765-9E0C-F3D5-74EB-4BC59E6A0A72}"/>
                      </a:ext>
                    </a:extLst>
                  </p:cNvPr>
                  <p:cNvSpPr/>
                  <p:nvPr/>
                </p:nvSpPr>
                <p:spPr>
                  <a:xfrm>
                    <a:off x="5271244" y="6117457"/>
                    <a:ext cx="64897" cy="12700"/>
                  </a:xfrm>
                  <a:custGeom>
                    <a:avLst/>
                    <a:gdLst>
                      <a:gd name="csX0" fmla="*/ 0 w 64897"/>
                      <a:gd name="csY0" fmla="*/ 0 h 12700"/>
                      <a:gd name="csX1" fmla="*/ 64897 w 648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897" h="12700">
                        <a:moveTo>
                          <a:pt x="0" y="0"/>
                        </a:moveTo>
                        <a:lnTo>
                          <a:pt x="64897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3" name="Freeform 1452">
                    <a:extLst>
                      <a:ext uri="{FF2B5EF4-FFF2-40B4-BE49-F238E27FC236}">
                        <a16:creationId xmlns:a16="http://schemas.microsoft.com/office/drawing/2014/main" id="{3FBE9748-FF10-A1E3-EFC5-0472D0E6EFF1}"/>
                      </a:ext>
                    </a:extLst>
                  </p:cNvPr>
                  <p:cNvSpPr/>
                  <p:nvPr/>
                </p:nvSpPr>
                <p:spPr>
                  <a:xfrm>
                    <a:off x="4974445" y="593318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4" name="Freeform 1453">
                    <a:extLst>
                      <a:ext uri="{FF2B5EF4-FFF2-40B4-BE49-F238E27FC236}">
                        <a16:creationId xmlns:a16="http://schemas.microsoft.com/office/drawing/2014/main" id="{12A8F1C5-4D7B-4BC7-9E43-A406D9F4027D}"/>
                      </a:ext>
                    </a:extLst>
                  </p:cNvPr>
                  <p:cNvSpPr/>
                  <p:nvPr/>
                </p:nvSpPr>
                <p:spPr>
                  <a:xfrm>
                    <a:off x="4812901" y="613041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5" name="Freeform 1454">
                    <a:extLst>
                      <a:ext uri="{FF2B5EF4-FFF2-40B4-BE49-F238E27FC236}">
                        <a16:creationId xmlns:a16="http://schemas.microsoft.com/office/drawing/2014/main" id="{1092FF5E-A0C6-D58E-DE3C-ABC425714E6F}"/>
                      </a:ext>
                    </a:extLst>
                  </p:cNvPr>
                  <p:cNvSpPr/>
                  <p:nvPr/>
                </p:nvSpPr>
                <p:spPr>
                  <a:xfrm>
                    <a:off x="4791819" y="59814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6" name="Freeform 1455">
                    <a:extLst>
                      <a:ext uri="{FF2B5EF4-FFF2-40B4-BE49-F238E27FC236}">
                        <a16:creationId xmlns:a16="http://schemas.microsoft.com/office/drawing/2014/main" id="{AB4D1E11-4946-7925-C7D0-773F33B4EFEA}"/>
                      </a:ext>
                    </a:extLst>
                  </p:cNvPr>
                  <p:cNvSpPr/>
                  <p:nvPr/>
                </p:nvSpPr>
                <p:spPr>
                  <a:xfrm>
                    <a:off x="5296390" y="616648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7" name="Freeform 1456">
                    <a:extLst>
                      <a:ext uri="{FF2B5EF4-FFF2-40B4-BE49-F238E27FC236}">
                        <a16:creationId xmlns:a16="http://schemas.microsoft.com/office/drawing/2014/main" id="{538ACD88-7AB5-4416-E546-A549C5C9BBA1}"/>
                      </a:ext>
                    </a:extLst>
                  </p:cNvPr>
                  <p:cNvSpPr/>
                  <p:nvPr/>
                </p:nvSpPr>
                <p:spPr>
                  <a:xfrm>
                    <a:off x="4640943" y="597026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8" name="Freeform 1457">
                    <a:extLst>
                      <a:ext uri="{FF2B5EF4-FFF2-40B4-BE49-F238E27FC236}">
                        <a16:creationId xmlns:a16="http://schemas.microsoft.com/office/drawing/2014/main" id="{5447AE58-B3E6-2D5E-A920-A5C7441A8AD1}"/>
                      </a:ext>
                    </a:extLst>
                  </p:cNvPr>
                  <p:cNvSpPr/>
                  <p:nvPr/>
                </p:nvSpPr>
                <p:spPr>
                  <a:xfrm>
                    <a:off x="5286230" y="615886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59" name="Freeform 1458">
                    <a:extLst>
                      <a:ext uri="{FF2B5EF4-FFF2-40B4-BE49-F238E27FC236}">
                        <a16:creationId xmlns:a16="http://schemas.microsoft.com/office/drawing/2014/main" id="{18A03BCD-C94E-5D79-9816-207664AE9D31}"/>
                      </a:ext>
                    </a:extLst>
                  </p:cNvPr>
                  <p:cNvSpPr/>
                  <p:nvPr/>
                </p:nvSpPr>
                <p:spPr>
                  <a:xfrm>
                    <a:off x="4644118" y="587577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0" name="Freeform 1459">
                    <a:extLst>
                      <a:ext uri="{FF2B5EF4-FFF2-40B4-BE49-F238E27FC236}">
                        <a16:creationId xmlns:a16="http://schemas.microsoft.com/office/drawing/2014/main" id="{E602CA94-0248-0FBD-512C-6C5A4CF03D24}"/>
                      </a:ext>
                    </a:extLst>
                  </p:cNvPr>
                  <p:cNvSpPr/>
                  <p:nvPr/>
                </p:nvSpPr>
                <p:spPr>
                  <a:xfrm>
                    <a:off x="5273784" y="605167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1" name="Freeform 1460">
                    <a:extLst>
                      <a:ext uri="{FF2B5EF4-FFF2-40B4-BE49-F238E27FC236}">
                        <a16:creationId xmlns:a16="http://schemas.microsoft.com/office/drawing/2014/main" id="{BEEAE3D6-D391-B80B-0A5D-2EBD349EEDEA}"/>
                      </a:ext>
                    </a:extLst>
                  </p:cNvPr>
                  <p:cNvSpPr/>
                  <p:nvPr/>
                </p:nvSpPr>
                <p:spPr>
                  <a:xfrm>
                    <a:off x="4641451" y="603198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2" name="Freeform 1461">
                    <a:extLst>
                      <a:ext uri="{FF2B5EF4-FFF2-40B4-BE49-F238E27FC236}">
                        <a16:creationId xmlns:a16="http://schemas.microsoft.com/office/drawing/2014/main" id="{44DE7D8C-2FFE-7707-50F6-825EDEF2BA51}"/>
                      </a:ext>
                    </a:extLst>
                  </p:cNvPr>
                  <p:cNvSpPr/>
                  <p:nvPr/>
                </p:nvSpPr>
                <p:spPr>
                  <a:xfrm>
                    <a:off x="5292326" y="593800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3" name="Freeform 1462">
                    <a:extLst>
                      <a:ext uri="{FF2B5EF4-FFF2-40B4-BE49-F238E27FC236}">
                        <a16:creationId xmlns:a16="http://schemas.microsoft.com/office/drawing/2014/main" id="{B1EDD8BA-1132-B3D5-4C6A-D1B50D2CD5A1}"/>
                      </a:ext>
                    </a:extLst>
                  </p:cNvPr>
                  <p:cNvSpPr/>
                  <p:nvPr/>
                </p:nvSpPr>
                <p:spPr>
                  <a:xfrm>
                    <a:off x="4634974" y="599591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4" name="Freeform 1463">
                    <a:extLst>
                      <a:ext uri="{FF2B5EF4-FFF2-40B4-BE49-F238E27FC236}">
                        <a16:creationId xmlns:a16="http://schemas.microsoft.com/office/drawing/2014/main" id="{8BB0C2F6-86D1-FEC0-6F66-47A17E1E17D9}"/>
                      </a:ext>
                    </a:extLst>
                  </p:cNvPr>
                  <p:cNvSpPr/>
                  <p:nvPr/>
                </p:nvSpPr>
                <p:spPr>
                  <a:xfrm>
                    <a:off x="5292707" y="605611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5" name="Freeform 1464">
                    <a:extLst>
                      <a:ext uri="{FF2B5EF4-FFF2-40B4-BE49-F238E27FC236}">
                        <a16:creationId xmlns:a16="http://schemas.microsoft.com/office/drawing/2014/main" id="{B4EF3D0F-0784-0296-B39E-DF1B730352FF}"/>
                      </a:ext>
                    </a:extLst>
                  </p:cNvPr>
                  <p:cNvSpPr/>
                  <p:nvPr/>
                </p:nvSpPr>
                <p:spPr>
                  <a:xfrm>
                    <a:off x="4650468" y="593140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6" name="Freeform 1465">
                    <a:extLst>
                      <a:ext uri="{FF2B5EF4-FFF2-40B4-BE49-F238E27FC236}">
                        <a16:creationId xmlns:a16="http://schemas.microsoft.com/office/drawing/2014/main" id="{C5ABED4B-834B-96A0-A14A-197AD253BBCA}"/>
                      </a:ext>
                    </a:extLst>
                  </p:cNvPr>
                  <p:cNvSpPr/>
                  <p:nvPr/>
                </p:nvSpPr>
                <p:spPr>
                  <a:xfrm>
                    <a:off x="4790803" y="58769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7" name="Freeform 1466">
                    <a:extLst>
                      <a:ext uri="{FF2B5EF4-FFF2-40B4-BE49-F238E27FC236}">
                        <a16:creationId xmlns:a16="http://schemas.microsoft.com/office/drawing/2014/main" id="{66B0BE7C-8C67-5EFF-91FF-127391858138}"/>
                      </a:ext>
                    </a:extLst>
                  </p:cNvPr>
                  <p:cNvSpPr/>
                  <p:nvPr/>
                </p:nvSpPr>
                <p:spPr>
                  <a:xfrm>
                    <a:off x="5284452" y="600861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8" name="Freeform 1467">
                    <a:extLst>
                      <a:ext uri="{FF2B5EF4-FFF2-40B4-BE49-F238E27FC236}">
                        <a16:creationId xmlns:a16="http://schemas.microsoft.com/office/drawing/2014/main" id="{AE628859-0758-AC0E-A524-6253C05EE055}"/>
                      </a:ext>
                    </a:extLst>
                  </p:cNvPr>
                  <p:cNvSpPr/>
                  <p:nvPr/>
                </p:nvSpPr>
                <p:spPr>
                  <a:xfrm>
                    <a:off x="4650722" y="592238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69" name="Freeform 1468">
                    <a:extLst>
                      <a:ext uri="{FF2B5EF4-FFF2-40B4-BE49-F238E27FC236}">
                        <a16:creationId xmlns:a16="http://schemas.microsoft.com/office/drawing/2014/main" id="{19E28D0A-F674-8A1C-9F6C-27708011F1C3}"/>
                      </a:ext>
                    </a:extLst>
                  </p:cNvPr>
                  <p:cNvSpPr/>
                  <p:nvPr/>
                </p:nvSpPr>
                <p:spPr>
                  <a:xfrm>
                    <a:off x="4976477" y="608304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0" name="Freeform 1469">
                    <a:extLst>
                      <a:ext uri="{FF2B5EF4-FFF2-40B4-BE49-F238E27FC236}">
                        <a16:creationId xmlns:a16="http://schemas.microsoft.com/office/drawing/2014/main" id="{C7CDBE4A-B91C-4E39-4F9F-57CC8E36C45F}"/>
                      </a:ext>
                    </a:extLst>
                  </p:cNvPr>
                  <p:cNvSpPr/>
                  <p:nvPr/>
                </p:nvSpPr>
                <p:spPr>
                  <a:xfrm>
                    <a:off x="4786231" y="596759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1" name="Freeform 1470">
                    <a:extLst>
                      <a:ext uri="{FF2B5EF4-FFF2-40B4-BE49-F238E27FC236}">
                        <a16:creationId xmlns:a16="http://schemas.microsoft.com/office/drawing/2014/main" id="{777E6845-7DF4-A454-CB61-2BDCEAC7BEB8}"/>
                      </a:ext>
                    </a:extLst>
                  </p:cNvPr>
                  <p:cNvSpPr/>
                  <p:nvPr/>
                </p:nvSpPr>
                <p:spPr>
                  <a:xfrm>
                    <a:off x="4797915" y="574293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2" name="Freeform 1471">
                    <a:extLst>
                      <a:ext uri="{FF2B5EF4-FFF2-40B4-BE49-F238E27FC236}">
                        <a16:creationId xmlns:a16="http://schemas.microsoft.com/office/drawing/2014/main" id="{94BE10F1-2F6D-08F9-2719-76EE0654C98F}"/>
                      </a:ext>
                    </a:extLst>
                  </p:cNvPr>
                  <p:cNvSpPr/>
                  <p:nvPr/>
                </p:nvSpPr>
                <p:spPr>
                  <a:xfrm>
                    <a:off x="5125321" y="594638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3" name="Freeform 1472">
                    <a:extLst>
                      <a:ext uri="{FF2B5EF4-FFF2-40B4-BE49-F238E27FC236}">
                        <a16:creationId xmlns:a16="http://schemas.microsoft.com/office/drawing/2014/main" id="{35EDAF06-0926-0E37-D6A4-6C4BA9737A20}"/>
                      </a:ext>
                    </a:extLst>
                  </p:cNvPr>
                  <p:cNvSpPr/>
                  <p:nvPr/>
                </p:nvSpPr>
                <p:spPr>
                  <a:xfrm>
                    <a:off x="4811885" y="587120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4" name="Freeform 1473">
                    <a:extLst>
                      <a:ext uri="{FF2B5EF4-FFF2-40B4-BE49-F238E27FC236}">
                        <a16:creationId xmlns:a16="http://schemas.microsoft.com/office/drawing/2014/main" id="{D32DCC27-7F7F-452A-A6FC-181044875A6D}"/>
                      </a:ext>
                    </a:extLst>
                  </p:cNvPr>
                  <p:cNvSpPr/>
                  <p:nvPr/>
                </p:nvSpPr>
                <p:spPr>
                  <a:xfrm>
                    <a:off x="4786993" y="588225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5" name="TextBox 1474">
                    <a:extLst>
                      <a:ext uri="{FF2B5EF4-FFF2-40B4-BE49-F238E27FC236}">
                        <a16:creationId xmlns:a16="http://schemas.microsoft.com/office/drawing/2014/main" id="{59B4A0CE-6A7D-9886-1A58-B0BCB509F83F}"/>
                      </a:ext>
                    </a:extLst>
                  </p:cNvPr>
                  <p:cNvSpPr txBox="1"/>
                  <p:nvPr/>
                </p:nvSpPr>
                <p:spPr>
                  <a:xfrm>
                    <a:off x="4502048" y="5597761"/>
                    <a:ext cx="450764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0.389</a:t>
                    </a:r>
                  </a:p>
                </p:txBody>
              </p:sp>
              <p:sp>
                <p:nvSpPr>
                  <p:cNvPr id="1476" name="Freeform 1475">
                    <a:extLst>
                      <a:ext uri="{FF2B5EF4-FFF2-40B4-BE49-F238E27FC236}">
                        <a16:creationId xmlns:a16="http://schemas.microsoft.com/office/drawing/2014/main" id="{6BFC67C4-8F18-A778-4780-A6460FF401A7}"/>
                      </a:ext>
                    </a:extLst>
                  </p:cNvPr>
                  <p:cNvSpPr/>
                  <p:nvPr/>
                </p:nvSpPr>
                <p:spPr>
                  <a:xfrm>
                    <a:off x="4654405" y="5715757"/>
                    <a:ext cx="146050" cy="12700"/>
                  </a:xfrm>
                  <a:custGeom>
                    <a:avLst/>
                    <a:gdLst>
                      <a:gd name="csX0" fmla="*/ 0 w 146050"/>
                      <a:gd name="csY0" fmla="*/ 0 h 12700"/>
                      <a:gd name="csX1" fmla="*/ 146050 w 14605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46050" h="12700">
                        <a:moveTo>
                          <a:pt x="0" y="0"/>
                        </a:moveTo>
                        <a:lnTo>
                          <a:pt x="146050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7" name="TextBox 1476">
                    <a:extLst>
                      <a:ext uri="{FF2B5EF4-FFF2-40B4-BE49-F238E27FC236}">
                        <a16:creationId xmlns:a16="http://schemas.microsoft.com/office/drawing/2014/main" id="{3812921E-7683-7547-CF4D-3C934F5A1780}"/>
                      </a:ext>
                    </a:extLst>
                  </p:cNvPr>
                  <p:cNvSpPr txBox="1"/>
                  <p:nvPr/>
                </p:nvSpPr>
                <p:spPr>
                  <a:xfrm>
                    <a:off x="4855740" y="5542871"/>
                    <a:ext cx="42511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1478" name="Freeform 1477">
                    <a:extLst>
                      <a:ext uri="{FF2B5EF4-FFF2-40B4-BE49-F238E27FC236}">
                        <a16:creationId xmlns:a16="http://schemas.microsoft.com/office/drawing/2014/main" id="{D2A37F03-34BC-5385-5B2E-B952D0A12663}"/>
                      </a:ext>
                    </a:extLst>
                  </p:cNvPr>
                  <p:cNvSpPr/>
                  <p:nvPr/>
                </p:nvSpPr>
                <p:spPr>
                  <a:xfrm>
                    <a:off x="4832967" y="5715757"/>
                    <a:ext cx="470661" cy="12700"/>
                  </a:xfrm>
                  <a:custGeom>
                    <a:avLst/>
                    <a:gdLst>
                      <a:gd name="csX0" fmla="*/ 0 w 470661"/>
                      <a:gd name="csY0" fmla="*/ 0 h 12700"/>
                      <a:gd name="csX1" fmla="*/ 470662 w 47066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70661" h="12700">
                        <a:moveTo>
                          <a:pt x="0" y="0"/>
                        </a:moveTo>
                        <a:lnTo>
                          <a:pt x="47066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79" name="TextBox 1478">
                    <a:extLst>
                      <a:ext uri="{FF2B5EF4-FFF2-40B4-BE49-F238E27FC236}">
                        <a16:creationId xmlns:a16="http://schemas.microsoft.com/office/drawing/2014/main" id="{6D6AD2DE-9195-7606-6869-96B5439BABEC}"/>
                      </a:ext>
                    </a:extLst>
                  </p:cNvPr>
                  <p:cNvSpPr txBox="1"/>
                  <p:nvPr/>
                </p:nvSpPr>
                <p:spPr>
                  <a:xfrm>
                    <a:off x="4806533" y="5429968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1480" name="Freeform 1479">
                    <a:extLst>
                      <a:ext uri="{FF2B5EF4-FFF2-40B4-BE49-F238E27FC236}">
                        <a16:creationId xmlns:a16="http://schemas.microsoft.com/office/drawing/2014/main" id="{1E652332-6D2E-8A76-232C-1B72DAF50FB9}"/>
                      </a:ext>
                    </a:extLst>
                  </p:cNvPr>
                  <p:cNvSpPr/>
                  <p:nvPr/>
                </p:nvSpPr>
                <p:spPr>
                  <a:xfrm>
                    <a:off x="4654405" y="5602854"/>
                    <a:ext cx="649224" cy="12700"/>
                  </a:xfrm>
                  <a:custGeom>
                    <a:avLst/>
                    <a:gdLst>
                      <a:gd name="csX0" fmla="*/ 0 w 649224"/>
                      <a:gd name="csY0" fmla="*/ 0 h 12700"/>
                      <a:gd name="csX1" fmla="*/ 649224 w 64922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49224" h="12700">
                        <a:moveTo>
                          <a:pt x="0" y="0"/>
                        </a:moveTo>
                        <a:lnTo>
                          <a:pt x="649224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1481" name="Graphic 607">
                  <a:extLst>
                    <a:ext uri="{FF2B5EF4-FFF2-40B4-BE49-F238E27FC236}">
                      <a16:creationId xmlns:a16="http://schemas.microsoft.com/office/drawing/2014/main" id="{706CEF02-28A8-CFDC-0F02-425F11793D01}"/>
                    </a:ext>
                  </a:extLst>
                </p:cNvPr>
                <p:cNvGrpSpPr/>
                <p:nvPr/>
              </p:nvGrpSpPr>
              <p:grpSpPr>
                <a:xfrm>
                  <a:off x="4246747" y="5232907"/>
                  <a:ext cx="1180472" cy="1190718"/>
                  <a:chOff x="4246747" y="5232907"/>
                  <a:chExt cx="1180472" cy="1190718"/>
                </a:xfrm>
              </p:grpSpPr>
              <p:sp>
                <p:nvSpPr>
                  <p:cNvPr id="1482" name="Freeform 1481">
                    <a:extLst>
                      <a:ext uri="{FF2B5EF4-FFF2-40B4-BE49-F238E27FC236}">
                        <a16:creationId xmlns:a16="http://schemas.microsoft.com/office/drawing/2014/main" id="{CDE56341-CA9C-1679-D472-813E73E2F5B8}"/>
                      </a:ext>
                    </a:extLst>
                  </p:cNvPr>
                  <p:cNvSpPr/>
                  <p:nvPr/>
                </p:nvSpPr>
                <p:spPr>
                  <a:xfrm>
                    <a:off x="4556996" y="5535163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83" name="TextBox 1482">
                    <a:extLst>
                      <a:ext uri="{FF2B5EF4-FFF2-40B4-BE49-F238E27FC236}">
                        <a16:creationId xmlns:a16="http://schemas.microsoft.com/office/drawing/2014/main" id="{C6E1C758-B506-5869-224A-C4CCA9248D11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6105438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1484" name="TextBox 1483">
                    <a:extLst>
                      <a:ext uri="{FF2B5EF4-FFF2-40B4-BE49-F238E27FC236}">
                        <a16:creationId xmlns:a16="http://schemas.microsoft.com/office/drawing/2014/main" id="{2BB56397-958C-7D6A-3411-BB1EFDF9142E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587442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1%</a:t>
                    </a:r>
                  </a:p>
                </p:txBody>
              </p:sp>
              <p:sp>
                <p:nvSpPr>
                  <p:cNvPr id="1485" name="TextBox 1484">
                    <a:extLst>
                      <a:ext uri="{FF2B5EF4-FFF2-40B4-BE49-F238E27FC236}">
                        <a16:creationId xmlns:a16="http://schemas.microsoft.com/office/drawing/2014/main" id="{B7ED3B0A-5B1C-BDF7-A997-067972416484}"/>
                      </a:ext>
                    </a:extLst>
                  </p:cNvPr>
                  <p:cNvSpPr txBox="1"/>
                  <p:nvPr/>
                </p:nvSpPr>
                <p:spPr>
                  <a:xfrm>
                    <a:off x="4246747" y="5643285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2%</a:t>
                    </a:r>
                  </a:p>
                </p:txBody>
              </p:sp>
              <p:sp>
                <p:nvSpPr>
                  <p:cNvPr id="1486" name="Freeform 1485">
                    <a:extLst>
                      <a:ext uri="{FF2B5EF4-FFF2-40B4-BE49-F238E27FC236}">
                        <a16:creationId xmlns:a16="http://schemas.microsoft.com/office/drawing/2014/main" id="{B3E187EA-527A-A680-697F-E02C8D949D5F}"/>
                      </a:ext>
                    </a:extLst>
                  </p:cNvPr>
                  <p:cNvSpPr/>
                  <p:nvPr/>
                </p:nvSpPr>
                <p:spPr>
                  <a:xfrm>
                    <a:off x="4522197" y="6212327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87" name="Freeform 1486">
                    <a:extLst>
                      <a:ext uri="{FF2B5EF4-FFF2-40B4-BE49-F238E27FC236}">
                        <a16:creationId xmlns:a16="http://schemas.microsoft.com/office/drawing/2014/main" id="{3C7E365F-45E0-3937-D44C-F50F0CAB44A1}"/>
                      </a:ext>
                    </a:extLst>
                  </p:cNvPr>
                  <p:cNvSpPr/>
                  <p:nvPr/>
                </p:nvSpPr>
                <p:spPr>
                  <a:xfrm>
                    <a:off x="4522197" y="5981314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88" name="Freeform 1487">
                    <a:extLst>
                      <a:ext uri="{FF2B5EF4-FFF2-40B4-BE49-F238E27FC236}">
                        <a16:creationId xmlns:a16="http://schemas.microsoft.com/office/drawing/2014/main" id="{DE516377-49D2-5273-F2FE-766AE08B07BC}"/>
                      </a:ext>
                    </a:extLst>
                  </p:cNvPr>
                  <p:cNvSpPr/>
                  <p:nvPr/>
                </p:nvSpPr>
                <p:spPr>
                  <a:xfrm>
                    <a:off x="4522197" y="5750174"/>
                    <a:ext cx="34798" cy="12700"/>
                  </a:xfrm>
                  <a:custGeom>
                    <a:avLst/>
                    <a:gdLst>
                      <a:gd name="csX0" fmla="*/ 0 w 34798"/>
                      <a:gd name="csY0" fmla="*/ 0 h 12700"/>
                      <a:gd name="csX1" fmla="*/ 34798 w 347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8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89" name="Freeform 1488">
                    <a:extLst>
                      <a:ext uri="{FF2B5EF4-FFF2-40B4-BE49-F238E27FC236}">
                        <a16:creationId xmlns:a16="http://schemas.microsoft.com/office/drawing/2014/main" id="{3B46A044-1C77-7FD1-F6E9-F23D3F1CFDEB}"/>
                      </a:ext>
                    </a:extLst>
                  </p:cNvPr>
                  <p:cNvSpPr/>
                  <p:nvPr/>
                </p:nvSpPr>
                <p:spPr>
                  <a:xfrm>
                    <a:off x="4556996" y="6212327"/>
                    <a:ext cx="844041" cy="12700"/>
                  </a:xfrm>
                  <a:custGeom>
                    <a:avLst/>
                    <a:gdLst>
                      <a:gd name="csX0" fmla="*/ 0 w 844041"/>
                      <a:gd name="csY0" fmla="*/ 0 h 12700"/>
                      <a:gd name="csX1" fmla="*/ 844042 w 84404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844041" h="12700">
                        <a:moveTo>
                          <a:pt x="0" y="0"/>
                        </a:moveTo>
                        <a:lnTo>
                          <a:pt x="84404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0" name="Freeform 1489">
                    <a:extLst>
                      <a:ext uri="{FF2B5EF4-FFF2-40B4-BE49-F238E27FC236}">
                        <a16:creationId xmlns:a16="http://schemas.microsoft.com/office/drawing/2014/main" id="{0D529508-F470-E817-DCDA-DF1BF61CB098}"/>
                      </a:ext>
                    </a:extLst>
                  </p:cNvPr>
                  <p:cNvSpPr/>
                  <p:nvPr/>
                </p:nvSpPr>
                <p:spPr>
                  <a:xfrm>
                    <a:off x="4654404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1" name="Freeform 1490">
                    <a:extLst>
                      <a:ext uri="{FF2B5EF4-FFF2-40B4-BE49-F238E27FC236}">
                        <a16:creationId xmlns:a16="http://schemas.microsoft.com/office/drawing/2014/main" id="{2607289F-64BB-7717-719B-560BFF20B4EE}"/>
                      </a:ext>
                    </a:extLst>
                  </p:cNvPr>
                  <p:cNvSpPr/>
                  <p:nvPr/>
                </p:nvSpPr>
                <p:spPr>
                  <a:xfrm>
                    <a:off x="4816710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2" name="Freeform 1491">
                    <a:extLst>
                      <a:ext uri="{FF2B5EF4-FFF2-40B4-BE49-F238E27FC236}">
                        <a16:creationId xmlns:a16="http://schemas.microsoft.com/office/drawing/2014/main" id="{187BEB97-1BFB-F889-3D36-8FE49E8040FC}"/>
                      </a:ext>
                    </a:extLst>
                  </p:cNvPr>
                  <p:cNvSpPr/>
                  <p:nvPr/>
                </p:nvSpPr>
                <p:spPr>
                  <a:xfrm>
                    <a:off x="4979017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3" name="Freeform 1492">
                    <a:extLst>
                      <a:ext uri="{FF2B5EF4-FFF2-40B4-BE49-F238E27FC236}">
                        <a16:creationId xmlns:a16="http://schemas.microsoft.com/office/drawing/2014/main" id="{91CB7CB1-1E2B-7DF9-1E5E-ADC7830EAF22}"/>
                      </a:ext>
                    </a:extLst>
                  </p:cNvPr>
                  <p:cNvSpPr/>
                  <p:nvPr/>
                </p:nvSpPr>
                <p:spPr>
                  <a:xfrm>
                    <a:off x="5141322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4" name="Freeform 1493">
                    <a:extLst>
                      <a:ext uri="{FF2B5EF4-FFF2-40B4-BE49-F238E27FC236}">
                        <a16:creationId xmlns:a16="http://schemas.microsoft.com/office/drawing/2014/main" id="{01C86A39-70A2-D579-48E8-16C552940FE9}"/>
                      </a:ext>
                    </a:extLst>
                  </p:cNvPr>
                  <p:cNvSpPr/>
                  <p:nvPr/>
                </p:nvSpPr>
                <p:spPr>
                  <a:xfrm>
                    <a:off x="5303628" y="6212327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1495" name="TextBox 1494">
                    <a:extLst>
                      <a:ext uri="{FF2B5EF4-FFF2-40B4-BE49-F238E27FC236}">
                        <a16:creationId xmlns:a16="http://schemas.microsoft.com/office/drawing/2014/main" id="{118B15B2-4DF8-41B9-9708-4ABD622EA6B0}"/>
                      </a:ext>
                    </a:extLst>
                  </p:cNvPr>
                  <p:cNvSpPr txBox="1"/>
                  <p:nvPr/>
                </p:nvSpPr>
                <p:spPr>
                  <a:xfrm>
                    <a:off x="4519591" y="6208181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1496" name="TextBox 1495">
                    <a:extLst>
                      <a:ext uri="{FF2B5EF4-FFF2-40B4-BE49-F238E27FC236}">
                        <a16:creationId xmlns:a16="http://schemas.microsoft.com/office/drawing/2014/main" id="{56F4EE43-C7A4-80E7-EE85-B7D9222EC5D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9950" y="6208181"/>
                    <a:ext cx="213520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1497" name="TextBox 1496">
                    <a:extLst>
                      <a:ext uri="{FF2B5EF4-FFF2-40B4-BE49-F238E27FC236}">
                        <a16:creationId xmlns:a16="http://schemas.microsoft.com/office/drawing/2014/main" id="{DFF6CDFC-C9B4-B21D-4ECA-6CE8AF5DA480}"/>
                      </a:ext>
                    </a:extLst>
                  </p:cNvPr>
                  <p:cNvSpPr txBox="1"/>
                  <p:nvPr/>
                </p:nvSpPr>
                <p:spPr>
                  <a:xfrm>
                    <a:off x="4843402" y="6208181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1498" name="TextBox 1497">
                    <a:extLst>
                      <a:ext uri="{FF2B5EF4-FFF2-40B4-BE49-F238E27FC236}">
                        <a16:creationId xmlns:a16="http://schemas.microsoft.com/office/drawing/2014/main" id="{27B9451B-79C4-E09B-88E3-C9DAE7F4FB2B}"/>
                      </a:ext>
                    </a:extLst>
                  </p:cNvPr>
                  <p:cNvSpPr txBox="1"/>
                  <p:nvPr/>
                </p:nvSpPr>
                <p:spPr>
                  <a:xfrm>
                    <a:off x="4980861" y="6208181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1499" name="TextBox 1498">
                    <a:extLst>
                      <a:ext uri="{FF2B5EF4-FFF2-40B4-BE49-F238E27FC236}">
                        <a16:creationId xmlns:a16="http://schemas.microsoft.com/office/drawing/2014/main" id="{90E0C7EF-F004-FAB1-143D-8190710AF2FA}"/>
                      </a:ext>
                    </a:extLst>
                  </p:cNvPr>
                  <p:cNvSpPr txBox="1"/>
                  <p:nvPr/>
                </p:nvSpPr>
                <p:spPr>
                  <a:xfrm>
                    <a:off x="5180036" y="6208181"/>
                    <a:ext cx="247183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1502" name="TextBox 1501">
                    <a:extLst>
                      <a:ext uri="{FF2B5EF4-FFF2-40B4-BE49-F238E27FC236}">
                        <a16:creationId xmlns:a16="http://schemas.microsoft.com/office/drawing/2014/main" id="{78F23623-6A89-7DEE-4D8B-ED6BAAD397B0}"/>
                      </a:ext>
                    </a:extLst>
                  </p:cNvPr>
                  <p:cNvSpPr txBox="1"/>
                  <p:nvPr/>
                </p:nvSpPr>
                <p:spPr>
                  <a:xfrm>
                    <a:off x="4570164" y="5232907"/>
                    <a:ext cx="737702" cy="24622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24_Mixed</a:t>
                    </a:r>
                  </a:p>
                </p:txBody>
              </p:sp>
            </p:grpSp>
          </p:grpSp>
          <p:sp>
            <p:nvSpPr>
              <p:cNvPr id="1503" name="TextBox 1502">
                <a:extLst>
                  <a:ext uri="{FF2B5EF4-FFF2-40B4-BE49-F238E27FC236}">
                    <a16:creationId xmlns:a16="http://schemas.microsoft.com/office/drawing/2014/main" id="{FFE72ADE-8205-8638-2D7E-0D477799E60E}"/>
                  </a:ext>
                </a:extLst>
              </p:cNvPr>
              <p:cNvSpPr txBox="1"/>
              <p:nvPr/>
            </p:nvSpPr>
            <p:spPr>
              <a:xfrm>
                <a:off x="35648" y="4291430"/>
                <a:ext cx="167006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1504" name="TextBox 1503">
                <a:extLst>
                  <a:ext uri="{FF2B5EF4-FFF2-40B4-BE49-F238E27FC236}">
                    <a16:creationId xmlns:a16="http://schemas.microsoft.com/office/drawing/2014/main" id="{75E80FF1-A338-16D9-ED7D-DB653E9C2821}"/>
                  </a:ext>
                </a:extLst>
              </p:cNvPr>
              <p:cNvSpPr txBox="1"/>
              <p:nvPr/>
            </p:nvSpPr>
            <p:spPr>
              <a:xfrm rot="16200000">
                <a:off x="-899466" y="3036665"/>
                <a:ext cx="1954927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% of Cells</a:t>
                </a:r>
              </a:p>
            </p:txBody>
          </p:sp>
          <p:grpSp>
            <p:nvGrpSpPr>
              <p:cNvPr id="2363" name="Graphic 2361">
                <a:extLst>
                  <a:ext uri="{FF2B5EF4-FFF2-40B4-BE49-F238E27FC236}">
                    <a16:creationId xmlns:a16="http://schemas.microsoft.com/office/drawing/2014/main" id="{04106A85-8487-2465-5019-DBB1E2C2C61A}"/>
                  </a:ext>
                </a:extLst>
              </p:cNvPr>
              <p:cNvGrpSpPr/>
              <p:nvPr/>
            </p:nvGrpSpPr>
            <p:grpSpPr>
              <a:xfrm>
                <a:off x="1175107" y="2058218"/>
                <a:ext cx="1185540" cy="1190718"/>
                <a:chOff x="1227570" y="2123772"/>
                <a:chExt cx="1185540" cy="1190718"/>
              </a:xfrm>
            </p:grpSpPr>
            <p:grpSp>
              <p:nvGrpSpPr>
                <p:cNvPr id="2366" name="Graphic 2361">
                  <a:extLst>
                    <a:ext uri="{FF2B5EF4-FFF2-40B4-BE49-F238E27FC236}">
                      <a16:creationId xmlns:a16="http://schemas.microsoft.com/office/drawing/2014/main" id="{41B41F07-24E9-9CB2-D79A-C4B6C379C428}"/>
                    </a:ext>
                  </a:extLst>
                </p:cNvPr>
                <p:cNvGrpSpPr/>
                <p:nvPr/>
              </p:nvGrpSpPr>
              <p:grpSpPr>
                <a:xfrm>
                  <a:off x="1583254" y="2375850"/>
                  <a:ext cx="796562" cy="727468"/>
                  <a:chOff x="1583254" y="2375850"/>
                  <a:chExt cx="796562" cy="727468"/>
                </a:xfrm>
              </p:grpSpPr>
              <p:sp>
                <p:nvSpPr>
                  <p:cNvPr id="2367" name="Freeform 2366">
                    <a:extLst>
                      <a:ext uri="{FF2B5EF4-FFF2-40B4-BE49-F238E27FC236}">
                        <a16:creationId xmlns:a16="http://schemas.microsoft.com/office/drawing/2014/main" id="{7D2A2BD9-29FB-85C8-487F-B73399FD340F}"/>
                      </a:ext>
                    </a:extLst>
                  </p:cNvPr>
                  <p:cNvSpPr/>
                  <p:nvPr/>
                </p:nvSpPr>
                <p:spPr>
                  <a:xfrm>
                    <a:off x="1597877" y="2426028"/>
                    <a:ext cx="781939" cy="677290"/>
                  </a:xfrm>
                  <a:custGeom>
                    <a:avLst/>
                    <a:gdLst>
                      <a:gd name="csX0" fmla="*/ 0 w 781939"/>
                      <a:gd name="csY0" fmla="*/ 0 h 677290"/>
                      <a:gd name="csX1" fmla="*/ 781939 w 781939"/>
                      <a:gd name="csY1" fmla="*/ 0 h 677290"/>
                      <a:gd name="csX2" fmla="*/ 781939 w 781939"/>
                      <a:gd name="csY2" fmla="*/ 677291 h 677290"/>
                      <a:gd name="csX3" fmla="*/ 0 w 781939"/>
                      <a:gd name="csY3" fmla="*/ 677291 h 67729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781939" h="677290">
                        <a:moveTo>
                          <a:pt x="0" y="0"/>
                        </a:moveTo>
                        <a:lnTo>
                          <a:pt x="781939" y="0"/>
                        </a:lnTo>
                        <a:lnTo>
                          <a:pt x="781939" y="677291"/>
                        </a:lnTo>
                        <a:lnTo>
                          <a:pt x="0" y="677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68" name="Freeform 2367">
                    <a:extLst>
                      <a:ext uri="{FF2B5EF4-FFF2-40B4-BE49-F238E27FC236}">
                        <a16:creationId xmlns:a16="http://schemas.microsoft.com/office/drawing/2014/main" id="{7F5CBE3F-0130-493F-4BD8-EAFE519E0C89}"/>
                      </a:ext>
                    </a:extLst>
                  </p:cNvPr>
                  <p:cNvSpPr/>
                  <p:nvPr/>
                </p:nvSpPr>
                <p:spPr>
                  <a:xfrm>
                    <a:off x="1642962" y="2846144"/>
                    <a:ext cx="90170" cy="257174"/>
                  </a:xfrm>
                  <a:custGeom>
                    <a:avLst/>
                    <a:gdLst>
                      <a:gd name="csX0" fmla="*/ 0 w 90170"/>
                      <a:gd name="csY0" fmla="*/ 0 h 257174"/>
                      <a:gd name="csX1" fmla="*/ 90170 w 90170"/>
                      <a:gd name="csY1" fmla="*/ 0 h 257174"/>
                      <a:gd name="csX2" fmla="*/ 90170 w 90170"/>
                      <a:gd name="csY2" fmla="*/ 257175 h 257174"/>
                      <a:gd name="csX3" fmla="*/ 0 w 90170"/>
                      <a:gd name="csY3" fmla="*/ 257175 h 25717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257174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57175"/>
                        </a:lnTo>
                        <a:lnTo>
                          <a:pt x="0" y="257175"/>
                        </a:lnTo>
                        <a:close/>
                      </a:path>
                    </a:pathLst>
                  </a:custGeom>
                  <a:solidFill>
                    <a:srgbClr val="1965B0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69" name="Freeform 2368">
                    <a:extLst>
                      <a:ext uri="{FF2B5EF4-FFF2-40B4-BE49-F238E27FC236}">
                        <a16:creationId xmlns:a16="http://schemas.microsoft.com/office/drawing/2014/main" id="{C702AD77-DD5A-4FAF-65A7-389D228750C4}"/>
                      </a:ext>
                    </a:extLst>
                  </p:cNvPr>
                  <p:cNvSpPr/>
                  <p:nvPr/>
                </p:nvSpPr>
                <p:spPr>
                  <a:xfrm>
                    <a:off x="1793330" y="2802075"/>
                    <a:ext cx="90170" cy="301117"/>
                  </a:xfrm>
                  <a:custGeom>
                    <a:avLst/>
                    <a:gdLst>
                      <a:gd name="csX0" fmla="*/ 0 w 90170"/>
                      <a:gd name="csY0" fmla="*/ 0 h 301117"/>
                      <a:gd name="csX1" fmla="*/ 90170 w 90170"/>
                      <a:gd name="csY1" fmla="*/ 0 h 301117"/>
                      <a:gd name="csX2" fmla="*/ 90170 w 90170"/>
                      <a:gd name="csY2" fmla="*/ 301117 h 301117"/>
                      <a:gd name="csX3" fmla="*/ 0 w 90170"/>
                      <a:gd name="csY3" fmla="*/ 301117 h 30111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70" h="301117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01117"/>
                        </a:lnTo>
                        <a:lnTo>
                          <a:pt x="0" y="301117"/>
                        </a:lnTo>
                        <a:close/>
                      </a:path>
                    </a:pathLst>
                  </a:custGeom>
                  <a:solidFill>
                    <a:srgbClr val="4EB265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0" name="Freeform 2369">
                    <a:extLst>
                      <a:ext uri="{FF2B5EF4-FFF2-40B4-BE49-F238E27FC236}">
                        <a16:creationId xmlns:a16="http://schemas.microsoft.com/office/drawing/2014/main" id="{2BF9A405-B786-EDF7-D95A-EEBED36686D7}"/>
                      </a:ext>
                    </a:extLst>
                  </p:cNvPr>
                  <p:cNvSpPr/>
                  <p:nvPr/>
                </p:nvSpPr>
                <p:spPr>
                  <a:xfrm>
                    <a:off x="1943698" y="2772484"/>
                    <a:ext cx="90169" cy="330708"/>
                  </a:xfrm>
                  <a:custGeom>
                    <a:avLst/>
                    <a:gdLst>
                      <a:gd name="csX0" fmla="*/ 0 w 90169"/>
                      <a:gd name="csY0" fmla="*/ 0 h 330708"/>
                      <a:gd name="csX1" fmla="*/ 90170 w 90169"/>
                      <a:gd name="csY1" fmla="*/ 0 h 330708"/>
                      <a:gd name="csX2" fmla="*/ 90170 w 90169"/>
                      <a:gd name="csY2" fmla="*/ 330708 h 330708"/>
                      <a:gd name="csX3" fmla="*/ 0 w 90169"/>
                      <a:gd name="csY3" fmla="*/ 330708 h 33070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330708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330708"/>
                        </a:lnTo>
                        <a:lnTo>
                          <a:pt x="0" y="330708"/>
                        </a:lnTo>
                        <a:close/>
                      </a:path>
                    </a:pathLst>
                  </a:custGeom>
                  <a:solidFill>
                    <a:srgbClr val="F7F056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1" name="Freeform 2370">
                    <a:extLst>
                      <a:ext uri="{FF2B5EF4-FFF2-40B4-BE49-F238E27FC236}">
                        <a16:creationId xmlns:a16="http://schemas.microsoft.com/office/drawing/2014/main" id="{DCCACCEE-757F-9C03-D5F9-31DB10DE6E73}"/>
                      </a:ext>
                    </a:extLst>
                  </p:cNvPr>
                  <p:cNvSpPr/>
                  <p:nvPr/>
                </p:nvSpPr>
                <p:spPr>
                  <a:xfrm>
                    <a:off x="2094066" y="2803472"/>
                    <a:ext cx="90169" cy="299846"/>
                  </a:xfrm>
                  <a:custGeom>
                    <a:avLst/>
                    <a:gdLst>
                      <a:gd name="csX0" fmla="*/ 0 w 90169"/>
                      <a:gd name="csY0" fmla="*/ 0 h 299846"/>
                      <a:gd name="csX1" fmla="*/ 90170 w 90169"/>
                      <a:gd name="csY1" fmla="*/ 0 h 299846"/>
                      <a:gd name="csX2" fmla="*/ 90170 w 90169"/>
                      <a:gd name="csY2" fmla="*/ 299847 h 299846"/>
                      <a:gd name="csX3" fmla="*/ 0 w 90169"/>
                      <a:gd name="csY3" fmla="*/ 299847 h 29984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99846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99847"/>
                        </a:lnTo>
                        <a:lnTo>
                          <a:pt x="0" y="299847"/>
                        </a:lnTo>
                        <a:close/>
                      </a:path>
                    </a:pathLst>
                  </a:custGeom>
                  <a:solidFill>
                    <a:srgbClr val="7BAFDE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2" name="Freeform 2371">
                    <a:extLst>
                      <a:ext uri="{FF2B5EF4-FFF2-40B4-BE49-F238E27FC236}">
                        <a16:creationId xmlns:a16="http://schemas.microsoft.com/office/drawing/2014/main" id="{9380F5E6-67C2-9BC4-812D-C0EA433CA109}"/>
                      </a:ext>
                    </a:extLst>
                  </p:cNvPr>
                  <p:cNvSpPr/>
                  <p:nvPr/>
                </p:nvSpPr>
                <p:spPr>
                  <a:xfrm>
                    <a:off x="2244434" y="2843985"/>
                    <a:ext cx="90169" cy="259206"/>
                  </a:xfrm>
                  <a:custGeom>
                    <a:avLst/>
                    <a:gdLst>
                      <a:gd name="csX0" fmla="*/ 0 w 90169"/>
                      <a:gd name="csY0" fmla="*/ 0 h 259206"/>
                      <a:gd name="csX1" fmla="*/ 90170 w 90169"/>
                      <a:gd name="csY1" fmla="*/ 0 h 259206"/>
                      <a:gd name="csX2" fmla="*/ 90170 w 90169"/>
                      <a:gd name="csY2" fmla="*/ 259207 h 259206"/>
                      <a:gd name="csX3" fmla="*/ 0 w 90169"/>
                      <a:gd name="csY3" fmla="*/ 259207 h 25920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90169" h="259206">
                        <a:moveTo>
                          <a:pt x="0" y="0"/>
                        </a:moveTo>
                        <a:lnTo>
                          <a:pt x="90170" y="0"/>
                        </a:lnTo>
                        <a:lnTo>
                          <a:pt x="90170" y="259207"/>
                        </a:lnTo>
                        <a:lnTo>
                          <a:pt x="0" y="259207"/>
                        </a:lnTo>
                        <a:close/>
                      </a:path>
                    </a:pathLst>
                  </a:custGeom>
                  <a:solidFill>
                    <a:srgbClr val="DC050C"/>
                  </a:solidFill>
                  <a:ln w="13589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3" name="Freeform 2372">
                    <a:extLst>
                      <a:ext uri="{FF2B5EF4-FFF2-40B4-BE49-F238E27FC236}">
                        <a16:creationId xmlns:a16="http://schemas.microsoft.com/office/drawing/2014/main" id="{28C07A1C-F167-2D6B-4495-A765EDA6EE1F}"/>
                      </a:ext>
                    </a:extLst>
                  </p:cNvPr>
                  <p:cNvSpPr/>
                  <p:nvPr/>
                </p:nvSpPr>
                <p:spPr>
                  <a:xfrm>
                    <a:off x="1657947" y="2833317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4" name="Freeform 2373">
                    <a:extLst>
                      <a:ext uri="{FF2B5EF4-FFF2-40B4-BE49-F238E27FC236}">
                        <a16:creationId xmlns:a16="http://schemas.microsoft.com/office/drawing/2014/main" id="{7454DB62-9C81-FD99-91F6-B2F5A7070030}"/>
                      </a:ext>
                    </a:extLst>
                  </p:cNvPr>
                  <p:cNvSpPr/>
                  <p:nvPr/>
                </p:nvSpPr>
                <p:spPr>
                  <a:xfrm>
                    <a:off x="1688047" y="2833317"/>
                    <a:ext cx="12700" cy="25526"/>
                  </a:xfrm>
                  <a:custGeom>
                    <a:avLst/>
                    <a:gdLst>
                      <a:gd name="csX0" fmla="*/ 0 w 12700"/>
                      <a:gd name="csY0" fmla="*/ 0 h 25526"/>
                      <a:gd name="csX1" fmla="*/ 0 w 12700"/>
                      <a:gd name="csY1" fmla="*/ 25527 h 2552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25526">
                        <a:moveTo>
                          <a:pt x="0" y="0"/>
                        </a:moveTo>
                        <a:lnTo>
                          <a:pt x="0" y="25527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5" name="Freeform 2374">
                    <a:extLst>
                      <a:ext uri="{FF2B5EF4-FFF2-40B4-BE49-F238E27FC236}">
                        <a16:creationId xmlns:a16="http://schemas.microsoft.com/office/drawing/2014/main" id="{EE72C1C3-9084-7C1B-1FCC-8CE22E0BBF65}"/>
                      </a:ext>
                    </a:extLst>
                  </p:cNvPr>
                  <p:cNvSpPr/>
                  <p:nvPr/>
                </p:nvSpPr>
                <p:spPr>
                  <a:xfrm>
                    <a:off x="1657947" y="2858843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6" name="Freeform 2375">
                    <a:extLst>
                      <a:ext uri="{FF2B5EF4-FFF2-40B4-BE49-F238E27FC236}">
                        <a16:creationId xmlns:a16="http://schemas.microsoft.com/office/drawing/2014/main" id="{A389F46A-BEB2-1475-8F85-AE1BA8C7C7B3}"/>
                      </a:ext>
                    </a:extLst>
                  </p:cNvPr>
                  <p:cNvSpPr/>
                  <p:nvPr/>
                </p:nvSpPr>
                <p:spPr>
                  <a:xfrm>
                    <a:off x="1808315" y="2767022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7" name="Freeform 2376">
                    <a:extLst>
                      <a:ext uri="{FF2B5EF4-FFF2-40B4-BE49-F238E27FC236}">
                        <a16:creationId xmlns:a16="http://schemas.microsoft.com/office/drawing/2014/main" id="{6B2E36BF-19C3-DA7F-2212-79615067908D}"/>
                      </a:ext>
                    </a:extLst>
                  </p:cNvPr>
                  <p:cNvSpPr/>
                  <p:nvPr/>
                </p:nvSpPr>
                <p:spPr>
                  <a:xfrm>
                    <a:off x="1838415" y="2767022"/>
                    <a:ext cx="12700" cy="70104"/>
                  </a:xfrm>
                  <a:custGeom>
                    <a:avLst/>
                    <a:gdLst>
                      <a:gd name="csX0" fmla="*/ 0 w 12700"/>
                      <a:gd name="csY0" fmla="*/ 0 h 70104"/>
                      <a:gd name="csX1" fmla="*/ 0 w 12700"/>
                      <a:gd name="csY1" fmla="*/ 70104 h 70104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70104">
                        <a:moveTo>
                          <a:pt x="0" y="0"/>
                        </a:moveTo>
                        <a:lnTo>
                          <a:pt x="0" y="7010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8" name="Freeform 2377">
                    <a:extLst>
                      <a:ext uri="{FF2B5EF4-FFF2-40B4-BE49-F238E27FC236}">
                        <a16:creationId xmlns:a16="http://schemas.microsoft.com/office/drawing/2014/main" id="{4A2DF474-E257-55B4-0AB9-141C74BF648B}"/>
                      </a:ext>
                    </a:extLst>
                  </p:cNvPr>
                  <p:cNvSpPr/>
                  <p:nvPr/>
                </p:nvSpPr>
                <p:spPr>
                  <a:xfrm>
                    <a:off x="1808315" y="2837126"/>
                    <a:ext cx="60198" cy="12700"/>
                  </a:xfrm>
                  <a:custGeom>
                    <a:avLst/>
                    <a:gdLst>
                      <a:gd name="csX0" fmla="*/ 0 w 60198"/>
                      <a:gd name="csY0" fmla="*/ 0 h 12700"/>
                      <a:gd name="csX1" fmla="*/ 60198 w 6019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8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79" name="Freeform 2378">
                    <a:extLst>
                      <a:ext uri="{FF2B5EF4-FFF2-40B4-BE49-F238E27FC236}">
                        <a16:creationId xmlns:a16="http://schemas.microsoft.com/office/drawing/2014/main" id="{FFBE29DC-D477-222F-207E-E722197F2DEE}"/>
                      </a:ext>
                    </a:extLst>
                  </p:cNvPr>
                  <p:cNvSpPr/>
                  <p:nvPr/>
                </p:nvSpPr>
                <p:spPr>
                  <a:xfrm>
                    <a:off x="1958684" y="2765372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0" name="Freeform 2379">
                    <a:extLst>
                      <a:ext uri="{FF2B5EF4-FFF2-40B4-BE49-F238E27FC236}">
                        <a16:creationId xmlns:a16="http://schemas.microsoft.com/office/drawing/2014/main" id="{9FCB1600-ACAC-32AB-BEA2-E151EE20C374}"/>
                      </a:ext>
                    </a:extLst>
                  </p:cNvPr>
                  <p:cNvSpPr/>
                  <p:nvPr/>
                </p:nvSpPr>
                <p:spPr>
                  <a:xfrm>
                    <a:off x="1988782" y="2765372"/>
                    <a:ext cx="12700" cy="14223"/>
                  </a:xfrm>
                  <a:custGeom>
                    <a:avLst/>
                    <a:gdLst>
                      <a:gd name="csX0" fmla="*/ 0 w 12700"/>
                      <a:gd name="csY0" fmla="*/ 0 h 14223"/>
                      <a:gd name="csX1" fmla="*/ 0 w 12700"/>
                      <a:gd name="csY1" fmla="*/ 14224 h 1422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14223">
                        <a:moveTo>
                          <a:pt x="0" y="0"/>
                        </a:moveTo>
                        <a:lnTo>
                          <a:pt x="0" y="14224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1" name="Freeform 2380">
                    <a:extLst>
                      <a:ext uri="{FF2B5EF4-FFF2-40B4-BE49-F238E27FC236}">
                        <a16:creationId xmlns:a16="http://schemas.microsoft.com/office/drawing/2014/main" id="{EAB38A3C-80B0-E541-45D3-1848433DDA07}"/>
                      </a:ext>
                    </a:extLst>
                  </p:cNvPr>
                  <p:cNvSpPr/>
                  <p:nvPr/>
                </p:nvSpPr>
                <p:spPr>
                  <a:xfrm>
                    <a:off x="1958684" y="2779596"/>
                    <a:ext cx="60197" cy="12700"/>
                  </a:xfrm>
                  <a:custGeom>
                    <a:avLst/>
                    <a:gdLst>
                      <a:gd name="csX0" fmla="*/ 0 w 60197"/>
                      <a:gd name="csY0" fmla="*/ 0 h 12700"/>
                      <a:gd name="csX1" fmla="*/ 60198 w 601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97" h="12700">
                        <a:moveTo>
                          <a:pt x="0" y="0"/>
                        </a:moveTo>
                        <a:lnTo>
                          <a:pt x="601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2" name="Freeform 2381">
                    <a:extLst>
                      <a:ext uri="{FF2B5EF4-FFF2-40B4-BE49-F238E27FC236}">
                        <a16:creationId xmlns:a16="http://schemas.microsoft.com/office/drawing/2014/main" id="{579FDABC-0C03-7EFB-823C-849C9827BA80}"/>
                      </a:ext>
                    </a:extLst>
                  </p:cNvPr>
                  <p:cNvSpPr/>
                  <p:nvPr/>
                </p:nvSpPr>
                <p:spPr>
                  <a:xfrm>
                    <a:off x="2259420" y="2825189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3" name="Freeform 2382">
                    <a:extLst>
                      <a:ext uri="{FF2B5EF4-FFF2-40B4-BE49-F238E27FC236}">
                        <a16:creationId xmlns:a16="http://schemas.microsoft.com/office/drawing/2014/main" id="{6ACD39D4-EB67-1577-EB17-8E521B9CE01C}"/>
                      </a:ext>
                    </a:extLst>
                  </p:cNvPr>
                  <p:cNvSpPr/>
                  <p:nvPr/>
                </p:nvSpPr>
                <p:spPr>
                  <a:xfrm>
                    <a:off x="2289518" y="2825189"/>
                    <a:ext cx="12700" cy="37591"/>
                  </a:xfrm>
                  <a:custGeom>
                    <a:avLst/>
                    <a:gdLst>
                      <a:gd name="csX0" fmla="*/ 0 w 12700"/>
                      <a:gd name="csY0" fmla="*/ 0 h 37591"/>
                      <a:gd name="csX1" fmla="*/ 0 w 12700"/>
                      <a:gd name="csY1" fmla="*/ 37592 h 37591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7591">
                        <a:moveTo>
                          <a:pt x="0" y="0"/>
                        </a:moveTo>
                        <a:lnTo>
                          <a:pt x="0" y="37592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4" name="Freeform 2383">
                    <a:extLst>
                      <a:ext uri="{FF2B5EF4-FFF2-40B4-BE49-F238E27FC236}">
                        <a16:creationId xmlns:a16="http://schemas.microsoft.com/office/drawing/2014/main" id="{159AC1AC-14F5-F53C-A3BD-212131DFBCC9}"/>
                      </a:ext>
                    </a:extLst>
                  </p:cNvPr>
                  <p:cNvSpPr/>
                  <p:nvPr/>
                </p:nvSpPr>
                <p:spPr>
                  <a:xfrm>
                    <a:off x="2259420" y="2862780"/>
                    <a:ext cx="60070" cy="12700"/>
                  </a:xfrm>
                  <a:custGeom>
                    <a:avLst/>
                    <a:gdLst>
                      <a:gd name="csX0" fmla="*/ 0 w 60070"/>
                      <a:gd name="csY0" fmla="*/ 0 h 12700"/>
                      <a:gd name="csX1" fmla="*/ 60071 w 60070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070" h="12700">
                        <a:moveTo>
                          <a:pt x="0" y="0"/>
                        </a:moveTo>
                        <a:lnTo>
                          <a:pt x="60071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5" name="Freeform 2384">
                    <a:extLst>
                      <a:ext uri="{FF2B5EF4-FFF2-40B4-BE49-F238E27FC236}">
                        <a16:creationId xmlns:a16="http://schemas.microsoft.com/office/drawing/2014/main" id="{8B83B557-10A5-547C-A334-E05D657E1802}"/>
                      </a:ext>
                    </a:extLst>
                  </p:cNvPr>
                  <p:cNvSpPr/>
                  <p:nvPr/>
                </p:nvSpPr>
                <p:spPr>
                  <a:xfrm>
                    <a:off x="1983195" y="276156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6" name="Freeform 2385">
                    <a:extLst>
                      <a:ext uri="{FF2B5EF4-FFF2-40B4-BE49-F238E27FC236}">
                        <a16:creationId xmlns:a16="http://schemas.microsoft.com/office/drawing/2014/main" id="{D5582620-FEB6-64D3-AC6C-B80CE5795CBA}"/>
                      </a:ext>
                    </a:extLst>
                  </p:cNvPr>
                  <p:cNvSpPr/>
                  <p:nvPr/>
                </p:nvSpPr>
                <p:spPr>
                  <a:xfrm>
                    <a:off x="1833462" y="287535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7" name="Freeform 2386">
                    <a:extLst>
                      <a:ext uri="{FF2B5EF4-FFF2-40B4-BE49-F238E27FC236}">
                        <a16:creationId xmlns:a16="http://schemas.microsoft.com/office/drawing/2014/main" id="{26F2F45F-AD68-2E26-CE2F-4BF950836FF4}"/>
                      </a:ext>
                    </a:extLst>
                  </p:cNvPr>
                  <p:cNvSpPr/>
                  <p:nvPr/>
                </p:nvSpPr>
                <p:spPr>
                  <a:xfrm>
                    <a:off x="1813904" y="267113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8" name="Freeform 2387">
                    <a:extLst>
                      <a:ext uri="{FF2B5EF4-FFF2-40B4-BE49-F238E27FC236}">
                        <a16:creationId xmlns:a16="http://schemas.microsoft.com/office/drawing/2014/main" id="{DABFD395-EC3A-DC5A-6872-C6E78A651607}"/>
                      </a:ext>
                    </a:extLst>
                  </p:cNvPr>
                  <p:cNvSpPr/>
                  <p:nvPr/>
                </p:nvSpPr>
                <p:spPr>
                  <a:xfrm>
                    <a:off x="2281391" y="280906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89" name="Freeform 2388">
                    <a:extLst>
                      <a:ext uri="{FF2B5EF4-FFF2-40B4-BE49-F238E27FC236}">
                        <a16:creationId xmlns:a16="http://schemas.microsoft.com/office/drawing/2014/main" id="{0F309315-6BEE-66E6-05BD-D97F76777C39}"/>
                      </a:ext>
                    </a:extLst>
                  </p:cNvPr>
                  <p:cNvSpPr/>
                  <p:nvPr/>
                </p:nvSpPr>
                <p:spPr>
                  <a:xfrm>
                    <a:off x="1674204" y="286074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0" name="Freeform 2389">
                    <a:extLst>
                      <a:ext uri="{FF2B5EF4-FFF2-40B4-BE49-F238E27FC236}">
                        <a16:creationId xmlns:a16="http://schemas.microsoft.com/office/drawing/2014/main" id="{21967D36-EEFD-320B-B395-812F47FCC0D9}"/>
                      </a:ext>
                    </a:extLst>
                  </p:cNvPr>
                  <p:cNvSpPr/>
                  <p:nvPr/>
                </p:nvSpPr>
                <p:spPr>
                  <a:xfrm>
                    <a:off x="2271993" y="276143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1" name="Freeform 2390">
                    <a:extLst>
                      <a:ext uri="{FF2B5EF4-FFF2-40B4-BE49-F238E27FC236}">
                        <a16:creationId xmlns:a16="http://schemas.microsoft.com/office/drawing/2014/main" id="{38F7DC3A-58F0-5363-4AAC-495626854331}"/>
                      </a:ext>
                    </a:extLst>
                  </p:cNvPr>
                  <p:cNvSpPr/>
                  <p:nvPr/>
                </p:nvSpPr>
                <p:spPr>
                  <a:xfrm>
                    <a:off x="1677125" y="280893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2" name="Freeform 2391">
                    <a:extLst>
                      <a:ext uri="{FF2B5EF4-FFF2-40B4-BE49-F238E27FC236}">
                        <a16:creationId xmlns:a16="http://schemas.microsoft.com/office/drawing/2014/main" id="{5E8271F1-0EE4-C6EA-F0DB-23B50E7D1E14}"/>
                      </a:ext>
                    </a:extLst>
                  </p:cNvPr>
                  <p:cNvSpPr/>
                  <p:nvPr/>
                </p:nvSpPr>
                <p:spPr>
                  <a:xfrm>
                    <a:off x="2260436" y="2867607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3" name="Freeform 2392">
                    <a:extLst>
                      <a:ext uri="{FF2B5EF4-FFF2-40B4-BE49-F238E27FC236}">
                        <a16:creationId xmlns:a16="http://schemas.microsoft.com/office/drawing/2014/main" id="{4923D0D7-A404-EB5B-2100-E86FC87EFA95}"/>
                      </a:ext>
                    </a:extLst>
                  </p:cNvPr>
                  <p:cNvSpPr/>
                  <p:nvPr/>
                </p:nvSpPr>
                <p:spPr>
                  <a:xfrm>
                    <a:off x="1674712" y="2851986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4" name="Freeform 2393">
                    <a:extLst>
                      <a:ext uri="{FF2B5EF4-FFF2-40B4-BE49-F238E27FC236}">
                        <a16:creationId xmlns:a16="http://schemas.microsoft.com/office/drawing/2014/main" id="{025A89B0-C6C4-DA9B-384E-066347804561}"/>
                      </a:ext>
                    </a:extLst>
                  </p:cNvPr>
                  <p:cNvSpPr/>
                  <p:nvPr/>
                </p:nvSpPr>
                <p:spPr>
                  <a:xfrm>
                    <a:off x="2277581" y="284081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5" name="Freeform 2394">
                    <a:extLst>
                      <a:ext uri="{FF2B5EF4-FFF2-40B4-BE49-F238E27FC236}">
                        <a16:creationId xmlns:a16="http://schemas.microsoft.com/office/drawing/2014/main" id="{140D0E47-C7BD-EF3E-6C7D-898C42C97379}"/>
                      </a:ext>
                    </a:extLst>
                  </p:cNvPr>
                  <p:cNvSpPr/>
                  <p:nvPr/>
                </p:nvSpPr>
                <p:spPr>
                  <a:xfrm>
                    <a:off x="1668743" y="279966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6" name="Freeform 2395">
                    <a:extLst>
                      <a:ext uri="{FF2B5EF4-FFF2-40B4-BE49-F238E27FC236}">
                        <a16:creationId xmlns:a16="http://schemas.microsoft.com/office/drawing/2014/main" id="{48FC9D3B-B244-E228-8F0E-5CB110349AD0}"/>
                      </a:ext>
                    </a:extLst>
                  </p:cNvPr>
                  <p:cNvSpPr/>
                  <p:nvPr/>
                </p:nvSpPr>
                <p:spPr>
                  <a:xfrm>
                    <a:off x="2278089" y="28827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7" name="Freeform 2396">
                    <a:extLst>
                      <a:ext uri="{FF2B5EF4-FFF2-40B4-BE49-F238E27FC236}">
                        <a16:creationId xmlns:a16="http://schemas.microsoft.com/office/drawing/2014/main" id="{7C33A529-FBC6-9A8E-E416-1E448E08B835}"/>
                      </a:ext>
                    </a:extLst>
                  </p:cNvPr>
                  <p:cNvSpPr/>
                  <p:nvPr/>
                </p:nvSpPr>
                <p:spPr>
                  <a:xfrm>
                    <a:off x="1683094" y="27919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8" name="Freeform 2397">
                    <a:extLst>
                      <a:ext uri="{FF2B5EF4-FFF2-40B4-BE49-F238E27FC236}">
                        <a16:creationId xmlns:a16="http://schemas.microsoft.com/office/drawing/2014/main" id="{BFEE53F3-C29E-92F4-F909-F53CE5DF055A}"/>
                      </a:ext>
                    </a:extLst>
                  </p:cNvPr>
                  <p:cNvSpPr/>
                  <p:nvPr/>
                </p:nvSpPr>
                <p:spPr>
                  <a:xfrm>
                    <a:off x="1813015" y="2808552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399" name="Freeform 2398">
                    <a:extLst>
                      <a:ext uri="{FF2B5EF4-FFF2-40B4-BE49-F238E27FC236}">
                        <a16:creationId xmlns:a16="http://schemas.microsoft.com/office/drawing/2014/main" id="{41A0567C-596A-469F-7293-D134BBD8FB66}"/>
                      </a:ext>
                    </a:extLst>
                  </p:cNvPr>
                  <p:cNvSpPr/>
                  <p:nvPr/>
                </p:nvSpPr>
                <p:spPr>
                  <a:xfrm>
                    <a:off x="2270342" y="2794074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0" name="Freeform 2399">
                    <a:extLst>
                      <a:ext uri="{FF2B5EF4-FFF2-40B4-BE49-F238E27FC236}">
                        <a16:creationId xmlns:a16="http://schemas.microsoft.com/office/drawing/2014/main" id="{854BF34D-56BF-F7E7-F508-326EC9A74FE2}"/>
                      </a:ext>
                    </a:extLst>
                  </p:cNvPr>
                  <p:cNvSpPr/>
                  <p:nvPr/>
                </p:nvSpPr>
                <p:spPr>
                  <a:xfrm>
                    <a:off x="1683221" y="285541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1" name="Freeform 2400">
                    <a:extLst>
                      <a:ext uri="{FF2B5EF4-FFF2-40B4-BE49-F238E27FC236}">
                        <a16:creationId xmlns:a16="http://schemas.microsoft.com/office/drawing/2014/main" id="{99213D6C-528E-4D40-C369-18E7BF6C3A99}"/>
                      </a:ext>
                    </a:extLst>
                  </p:cNvPr>
                  <p:cNvSpPr/>
                  <p:nvPr/>
                </p:nvSpPr>
                <p:spPr>
                  <a:xfrm>
                    <a:off x="1985100" y="2747211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2" name="Freeform 2401">
                    <a:extLst>
                      <a:ext uri="{FF2B5EF4-FFF2-40B4-BE49-F238E27FC236}">
                        <a16:creationId xmlns:a16="http://schemas.microsoft.com/office/drawing/2014/main" id="{61C74386-AECA-B8EA-AA78-B7072EC4F275}"/>
                      </a:ext>
                    </a:extLst>
                  </p:cNvPr>
                  <p:cNvSpPr/>
                  <p:nvPr/>
                </p:nvSpPr>
                <p:spPr>
                  <a:xfrm>
                    <a:off x="1808824" y="2840429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3" name="Freeform 2402">
                    <a:extLst>
                      <a:ext uri="{FF2B5EF4-FFF2-40B4-BE49-F238E27FC236}">
                        <a16:creationId xmlns:a16="http://schemas.microsoft.com/office/drawing/2014/main" id="{050D7F7C-3522-62EA-46B4-06D5C645A138}"/>
                      </a:ext>
                    </a:extLst>
                  </p:cNvPr>
                  <p:cNvSpPr/>
                  <p:nvPr/>
                </p:nvSpPr>
                <p:spPr>
                  <a:xfrm>
                    <a:off x="1819619" y="2633673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4" name="Freeform 2403">
                    <a:extLst>
                      <a:ext uri="{FF2B5EF4-FFF2-40B4-BE49-F238E27FC236}">
                        <a16:creationId xmlns:a16="http://schemas.microsoft.com/office/drawing/2014/main" id="{F89A6569-73D9-05D2-1B91-DA57511DD832}"/>
                      </a:ext>
                    </a:extLst>
                  </p:cNvPr>
                  <p:cNvSpPr/>
                  <p:nvPr/>
                </p:nvSpPr>
                <p:spPr>
                  <a:xfrm>
                    <a:off x="2122895" y="2785438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5" name="Freeform 2404">
                    <a:extLst>
                      <a:ext uri="{FF2B5EF4-FFF2-40B4-BE49-F238E27FC236}">
                        <a16:creationId xmlns:a16="http://schemas.microsoft.com/office/drawing/2014/main" id="{6D4A1420-5105-9C15-1287-52585F943EAA}"/>
                      </a:ext>
                    </a:extLst>
                  </p:cNvPr>
                  <p:cNvSpPr/>
                  <p:nvPr/>
                </p:nvSpPr>
                <p:spPr>
                  <a:xfrm>
                    <a:off x="1832573" y="2831920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6" name="Freeform 2405">
                    <a:extLst>
                      <a:ext uri="{FF2B5EF4-FFF2-40B4-BE49-F238E27FC236}">
                        <a16:creationId xmlns:a16="http://schemas.microsoft.com/office/drawing/2014/main" id="{B11D9DA7-067C-546D-CF6C-1EAA39C46CB5}"/>
                      </a:ext>
                    </a:extLst>
                  </p:cNvPr>
                  <p:cNvSpPr/>
                  <p:nvPr/>
                </p:nvSpPr>
                <p:spPr>
                  <a:xfrm>
                    <a:off x="1809459" y="2827475"/>
                    <a:ext cx="36068" cy="36068"/>
                  </a:xfrm>
                  <a:custGeom>
                    <a:avLst/>
                    <a:gdLst>
                      <a:gd name="csX0" fmla="*/ 36068 w 36068"/>
                      <a:gd name="csY0" fmla="*/ 18034 h 36068"/>
                      <a:gd name="csX1" fmla="*/ 18034 w 36068"/>
                      <a:gd name="csY1" fmla="*/ 36068 h 36068"/>
                      <a:gd name="csX2" fmla="*/ 0 w 36068"/>
                      <a:gd name="csY2" fmla="*/ 18034 h 36068"/>
                      <a:gd name="csX3" fmla="*/ 18034 w 36068"/>
                      <a:gd name="csY3" fmla="*/ 0 h 36068"/>
                      <a:gd name="csX4" fmla="*/ 36068 w 36068"/>
                      <a:gd name="csY4" fmla="*/ 18034 h 3606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</a:cxnLst>
                    <a:rect l="l" t="t" r="r" b="b"/>
                    <a:pathLst>
                      <a:path w="36068" h="36068">
                        <a:moveTo>
                          <a:pt x="36068" y="18034"/>
                        </a:moveTo>
                        <a:cubicBezTo>
                          <a:pt x="36068" y="27994"/>
                          <a:pt x="27994" y="36068"/>
                          <a:pt x="18034" y="36068"/>
                        </a:cubicBezTo>
                        <a:cubicBezTo>
                          <a:pt x="8074" y="36068"/>
                          <a:pt x="0" y="27994"/>
                          <a:pt x="0" y="18034"/>
                        </a:cubicBezTo>
                        <a:cubicBezTo>
                          <a:pt x="0" y="8074"/>
                          <a:pt x="8074" y="0"/>
                          <a:pt x="18034" y="0"/>
                        </a:cubicBezTo>
                        <a:cubicBezTo>
                          <a:pt x="27994" y="0"/>
                          <a:pt x="36068" y="8074"/>
                          <a:pt x="36068" y="180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017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7" name="TextBox 2406">
                    <a:extLst>
                      <a:ext uri="{FF2B5EF4-FFF2-40B4-BE49-F238E27FC236}">
                        <a16:creationId xmlns:a16="http://schemas.microsoft.com/office/drawing/2014/main" id="{E2D69DE8-585A-2D26-3168-988F3B4C8A47}"/>
                      </a:ext>
                    </a:extLst>
                  </p:cNvPr>
                  <p:cNvSpPr txBox="1"/>
                  <p:nvPr/>
                </p:nvSpPr>
                <p:spPr>
                  <a:xfrm>
                    <a:off x="1583254" y="2433736"/>
                    <a:ext cx="344966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</a:t>
                    </a:r>
                  </a:p>
                </p:txBody>
              </p:sp>
              <p:sp>
                <p:nvSpPr>
                  <p:cNvPr id="2408" name="Freeform 2407">
                    <a:extLst>
                      <a:ext uri="{FF2B5EF4-FFF2-40B4-BE49-F238E27FC236}">
                        <a16:creationId xmlns:a16="http://schemas.microsoft.com/office/drawing/2014/main" id="{6201EE4B-59B3-35E8-DDC6-BD1F4652B2F1}"/>
                      </a:ext>
                    </a:extLst>
                  </p:cNvPr>
                  <p:cNvSpPr/>
                  <p:nvPr/>
                </p:nvSpPr>
                <p:spPr>
                  <a:xfrm>
                    <a:off x="1688047" y="2606622"/>
                    <a:ext cx="135254" cy="12700"/>
                  </a:xfrm>
                  <a:custGeom>
                    <a:avLst/>
                    <a:gdLst>
                      <a:gd name="csX0" fmla="*/ 0 w 135254"/>
                      <a:gd name="csY0" fmla="*/ 0 h 12700"/>
                      <a:gd name="csX1" fmla="*/ 135255 w 135254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35254" h="12700">
                        <a:moveTo>
                          <a:pt x="0" y="0"/>
                        </a:moveTo>
                        <a:lnTo>
                          <a:pt x="135255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09" name="TextBox 2408">
                    <a:extLst>
                      <a:ext uri="{FF2B5EF4-FFF2-40B4-BE49-F238E27FC236}">
                        <a16:creationId xmlns:a16="http://schemas.microsoft.com/office/drawing/2014/main" id="{B3E6765E-BF2D-7967-4BA3-1021565249BD}"/>
                      </a:ext>
                    </a:extLst>
                  </p:cNvPr>
                  <p:cNvSpPr txBox="1"/>
                  <p:nvPr/>
                </p:nvSpPr>
                <p:spPr>
                  <a:xfrm>
                    <a:off x="1858901" y="2433736"/>
                    <a:ext cx="425117" cy="3385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6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***</a:t>
                    </a:r>
                  </a:p>
                </p:txBody>
              </p:sp>
              <p:sp>
                <p:nvSpPr>
                  <p:cNvPr id="2410" name="Freeform 2409">
                    <a:extLst>
                      <a:ext uri="{FF2B5EF4-FFF2-40B4-BE49-F238E27FC236}">
                        <a16:creationId xmlns:a16="http://schemas.microsoft.com/office/drawing/2014/main" id="{82532361-A9AD-481C-963D-A1D01F2F938A}"/>
                      </a:ext>
                    </a:extLst>
                  </p:cNvPr>
                  <p:cNvSpPr/>
                  <p:nvPr/>
                </p:nvSpPr>
                <p:spPr>
                  <a:xfrm>
                    <a:off x="1853401" y="2606622"/>
                    <a:ext cx="436118" cy="12700"/>
                  </a:xfrm>
                  <a:custGeom>
                    <a:avLst/>
                    <a:gdLst>
                      <a:gd name="csX0" fmla="*/ 0 w 436118"/>
                      <a:gd name="csY0" fmla="*/ 0 h 12700"/>
                      <a:gd name="csX1" fmla="*/ 436118 w 436118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436118" h="12700">
                        <a:moveTo>
                          <a:pt x="0" y="0"/>
                        </a:moveTo>
                        <a:lnTo>
                          <a:pt x="436118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11" name="TextBox 2410">
                    <a:extLst>
                      <a:ext uri="{FF2B5EF4-FFF2-40B4-BE49-F238E27FC236}">
                        <a16:creationId xmlns:a16="http://schemas.microsoft.com/office/drawing/2014/main" id="{08ED18C7-5103-7BB3-B3BF-A8FE597F4C8D}"/>
                      </a:ext>
                    </a:extLst>
                  </p:cNvPr>
                  <p:cNvSpPr txBox="1"/>
                  <p:nvPr/>
                </p:nvSpPr>
                <p:spPr>
                  <a:xfrm>
                    <a:off x="1763400" y="2375850"/>
                    <a:ext cx="450765" cy="1692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5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p = 0.907</a:t>
                    </a:r>
                  </a:p>
                </p:txBody>
              </p:sp>
              <p:sp>
                <p:nvSpPr>
                  <p:cNvPr id="2412" name="Freeform 2411">
                    <a:extLst>
                      <a:ext uri="{FF2B5EF4-FFF2-40B4-BE49-F238E27FC236}">
                        <a16:creationId xmlns:a16="http://schemas.microsoft.com/office/drawing/2014/main" id="{C36E3F29-F0B8-26C0-856A-CB7C1C813152}"/>
                      </a:ext>
                    </a:extLst>
                  </p:cNvPr>
                  <p:cNvSpPr/>
                  <p:nvPr/>
                </p:nvSpPr>
                <p:spPr>
                  <a:xfrm>
                    <a:off x="1688047" y="2493719"/>
                    <a:ext cx="601472" cy="12700"/>
                  </a:xfrm>
                  <a:custGeom>
                    <a:avLst/>
                    <a:gdLst>
                      <a:gd name="csX0" fmla="*/ 0 w 601472"/>
                      <a:gd name="csY0" fmla="*/ 0 h 12700"/>
                      <a:gd name="csX1" fmla="*/ 601472 w 601472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601472" h="12700">
                        <a:moveTo>
                          <a:pt x="0" y="0"/>
                        </a:moveTo>
                        <a:lnTo>
                          <a:pt x="601472" y="0"/>
                        </a:lnTo>
                      </a:path>
                    </a:pathLst>
                  </a:custGeom>
                  <a:ln w="13589" cap="rnd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</p:grpSp>
            <p:grpSp>
              <p:nvGrpSpPr>
                <p:cNvPr id="2413" name="Graphic 2361">
                  <a:extLst>
                    <a:ext uri="{FF2B5EF4-FFF2-40B4-BE49-F238E27FC236}">
                      <a16:creationId xmlns:a16="http://schemas.microsoft.com/office/drawing/2014/main" id="{307222F8-FCF4-4D45-CF8F-D7D2645903FB}"/>
                    </a:ext>
                  </a:extLst>
                </p:cNvPr>
                <p:cNvGrpSpPr/>
                <p:nvPr/>
              </p:nvGrpSpPr>
              <p:grpSpPr>
                <a:xfrm>
                  <a:off x="1227570" y="2123772"/>
                  <a:ext cx="1185540" cy="1190718"/>
                  <a:chOff x="1227570" y="2123772"/>
                  <a:chExt cx="1185540" cy="1190718"/>
                </a:xfrm>
              </p:grpSpPr>
              <p:sp>
                <p:nvSpPr>
                  <p:cNvPr id="2414" name="Freeform 2413">
                    <a:extLst>
                      <a:ext uri="{FF2B5EF4-FFF2-40B4-BE49-F238E27FC236}">
                        <a16:creationId xmlns:a16="http://schemas.microsoft.com/office/drawing/2014/main" id="{6A274FE0-1807-3557-0C3E-DD534027121F}"/>
                      </a:ext>
                    </a:extLst>
                  </p:cNvPr>
                  <p:cNvSpPr/>
                  <p:nvPr/>
                </p:nvSpPr>
                <p:spPr>
                  <a:xfrm>
                    <a:off x="1597876" y="2426028"/>
                    <a:ext cx="12700" cy="677163"/>
                  </a:xfrm>
                  <a:custGeom>
                    <a:avLst/>
                    <a:gdLst>
                      <a:gd name="csX0" fmla="*/ 0 w 12700"/>
                      <a:gd name="csY0" fmla="*/ 677164 h 677163"/>
                      <a:gd name="csX1" fmla="*/ 0 w 12700"/>
                      <a:gd name="csY1" fmla="*/ 0 h 677163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677163">
                        <a:moveTo>
                          <a:pt x="0" y="677164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15" name="TextBox 2414">
                    <a:extLst>
                      <a:ext uri="{FF2B5EF4-FFF2-40B4-BE49-F238E27FC236}">
                        <a16:creationId xmlns:a16="http://schemas.microsoft.com/office/drawing/2014/main" id="{917B9D9D-3831-2D0E-8030-F4A8BF792C6C}"/>
                      </a:ext>
                    </a:extLst>
                  </p:cNvPr>
                  <p:cNvSpPr txBox="1"/>
                  <p:nvPr/>
                </p:nvSpPr>
                <p:spPr>
                  <a:xfrm>
                    <a:off x="1287501" y="2996303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0%</a:t>
                    </a:r>
                  </a:p>
                </p:txBody>
              </p:sp>
              <p:sp>
                <p:nvSpPr>
                  <p:cNvPr id="2416" name="TextBox 2415">
                    <a:extLst>
                      <a:ext uri="{FF2B5EF4-FFF2-40B4-BE49-F238E27FC236}">
                        <a16:creationId xmlns:a16="http://schemas.microsoft.com/office/drawing/2014/main" id="{6D986CF8-37E5-1273-7956-91D6CD69A9B1}"/>
                      </a:ext>
                    </a:extLst>
                  </p:cNvPr>
                  <p:cNvSpPr txBox="1"/>
                  <p:nvPr/>
                </p:nvSpPr>
                <p:spPr>
                  <a:xfrm>
                    <a:off x="1287501" y="2863334"/>
                    <a:ext cx="33374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5%</a:t>
                    </a:r>
                  </a:p>
                </p:txBody>
              </p:sp>
              <p:sp>
                <p:nvSpPr>
                  <p:cNvPr id="2417" name="TextBox 2416">
                    <a:extLst>
                      <a:ext uri="{FF2B5EF4-FFF2-40B4-BE49-F238E27FC236}">
                        <a16:creationId xmlns:a16="http://schemas.microsoft.com/office/drawing/2014/main" id="{FC4E8FD1-F747-E036-75E8-252553FDB464}"/>
                      </a:ext>
                    </a:extLst>
                  </p:cNvPr>
                  <p:cNvSpPr txBox="1"/>
                  <p:nvPr/>
                </p:nvSpPr>
                <p:spPr>
                  <a:xfrm>
                    <a:off x="1227570" y="2730365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10%</a:t>
                    </a:r>
                  </a:p>
                </p:txBody>
              </p:sp>
              <p:sp>
                <p:nvSpPr>
                  <p:cNvPr id="2418" name="TextBox 2417">
                    <a:extLst>
                      <a:ext uri="{FF2B5EF4-FFF2-40B4-BE49-F238E27FC236}">
                        <a16:creationId xmlns:a16="http://schemas.microsoft.com/office/drawing/2014/main" id="{E963F722-76D3-737A-C5A2-9DE059C5CE67}"/>
                      </a:ext>
                    </a:extLst>
                  </p:cNvPr>
                  <p:cNvSpPr txBox="1"/>
                  <p:nvPr/>
                </p:nvSpPr>
                <p:spPr>
                  <a:xfrm>
                    <a:off x="1227570" y="2597269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15%</a:t>
                    </a:r>
                  </a:p>
                </p:txBody>
              </p:sp>
              <p:sp>
                <p:nvSpPr>
                  <p:cNvPr id="2419" name="TextBox 2418">
                    <a:extLst>
                      <a:ext uri="{FF2B5EF4-FFF2-40B4-BE49-F238E27FC236}">
                        <a16:creationId xmlns:a16="http://schemas.microsoft.com/office/drawing/2014/main" id="{B53E445D-0A7B-F17F-0251-EF9356483A51}"/>
                      </a:ext>
                    </a:extLst>
                  </p:cNvPr>
                  <p:cNvSpPr txBox="1"/>
                  <p:nvPr/>
                </p:nvSpPr>
                <p:spPr>
                  <a:xfrm>
                    <a:off x="1227570" y="2464300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20%</a:t>
                    </a:r>
                  </a:p>
                </p:txBody>
              </p:sp>
              <p:sp>
                <p:nvSpPr>
                  <p:cNvPr id="2420" name="TextBox 2419">
                    <a:extLst>
                      <a:ext uri="{FF2B5EF4-FFF2-40B4-BE49-F238E27FC236}">
                        <a16:creationId xmlns:a16="http://schemas.microsoft.com/office/drawing/2014/main" id="{09256882-4FC3-9847-AAE0-C88286251C61}"/>
                      </a:ext>
                    </a:extLst>
                  </p:cNvPr>
                  <p:cNvSpPr txBox="1"/>
                  <p:nvPr/>
                </p:nvSpPr>
                <p:spPr>
                  <a:xfrm>
                    <a:off x="1227570" y="2331331"/>
                    <a:ext cx="39145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25%</a:t>
                    </a:r>
                  </a:p>
                </p:txBody>
              </p:sp>
              <p:sp>
                <p:nvSpPr>
                  <p:cNvPr id="2421" name="Freeform 2420">
                    <a:extLst>
                      <a:ext uri="{FF2B5EF4-FFF2-40B4-BE49-F238E27FC236}">
                        <a16:creationId xmlns:a16="http://schemas.microsoft.com/office/drawing/2014/main" id="{ED3484A4-DA9A-DFE1-72A7-7A42D088E9FA}"/>
                      </a:ext>
                    </a:extLst>
                  </p:cNvPr>
                  <p:cNvSpPr/>
                  <p:nvPr/>
                </p:nvSpPr>
                <p:spPr>
                  <a:xfrm>
                    <a:off x="1563079" y="3103192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2" name="Freeform 2421">
                    <a:extLst>
                      <a:ext uri="{FF2B5EF4-FFF2-40B4-BE49-F238E27FC236}">
                        <a16:creationId xmlns:a16="http://schemas.microsoft.com/office/drawing/2014/main" id="{2441BE92-C73A-09D1-AF8A-DD882470B45D}"/>
                      </a:ext>
                    </a:extLst>
                  </p:cNvPr>
                  <p:cNvSpPr/>
                  <p:nvPr/>
                </p:nvSpPr>
                <p:spPr>
                  <a:xfrm>
                    <a:off x="1563079" y="2970222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3" name="Freeform 2422">
                    <a:extLst>
                      <a:ext uri="{FF2B5EF4-FFF2-40B4-BE49-F238E27FC236}">
                        <a16:creationId xmlns:a16="http://schemas.microsoft.com/office/drawing/2014/main" id="{E307E898-5DE2-2573-F1E0-FEC264AB4CF7}"/>
                      </a:ext>
                    </a:extLst>
                  </p:cNvPr>
                  <p:cNvSpPr/>
                  <p:nvPr/>
                </p:nvSpPr>
                <p:spPr>
                  <a:xfrm>
                    <a:off x="1563079" y="2837254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4" name="Freeform 2423">
                    <a:extLst>
                      <a:ext uri="{FF2B5EF4-FFF2-40B4-BE49-F238E27FC236}">
                        <a16:creationId xmlns:a16="http://schemas.microsoft.com/office/drawing/2014/main" id="{F82BC9C7-9630-833F-2E91-211B90B1794C}"/>
                      </a:ext>
                    </a:extLst>
                  </p:cNvPr>
                  <p:cNvSpPr/>
                  <p:nvPr/>
                </p:nvSpPr>
                <p:spPr>
                  <a:xfrm>
                    <a:off x="1563079" y="2704158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5" name="Freeform 2424">
                    <a:extLst>
                      <a:ext uri="{FF2B5EF4-FFF2-40B4-BE49-F238E27FC236}">
                        <a16:creationId xmlns:a16="http://schemas.microsoft.com/office/drawing/2014/main" id="{21153FCE-BD90-5A9A-E7BA-BF4A8E977E2C}"/>
                      </a:ext>
                    </a:extLst>
                  </p:cNvPr>
                  <p:cNvSpPr/>
                  <p:nvPr/>
                </p:nvSpPr>
                <p:spPr>
                  <a:xfrm>
                    <a:off x="1563079" y="2571189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6" name="Freeform 2425">
                    <a:extLst>
                      <a:ext uri="{FF2B5EF4-FFF2-40B4-BE49-F238E27FC236}">
                        <a16:creationId xmlns:a16="http://schemas.microsoft.com/office/drawing/2014/main" id="{6A3D6E6B-1858-E6FA-A227-67075AE77AC9}"/>
                      </a:ext>
                    </a:extLst>
                  </p:cNvPr>
                  <p:cNvSpPr/>
                  <p:nvPr/>
                </p:nvSpPr>
                <p:spPr>
                  <a:xfrm>
                    <a:off x="1563079" y="2438219"/>
                    <a:ext cx="34797" cy="12700"/>
                  </a:xfrm>
                  <a:custGeom>
                    <a:avLst/>
                    <a:gdLst>
                      <a:gd name="csX0" fmla="*/ 0 w 34797"/>
                      <a:gd name="csY0" fmla="*/ 0 h 12700"/>
                      <a:gd name="csX1" fmla="*/ 34798 w 34797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34797" h="12700">
                        <a:moveTo>
                          <a:pt x="0" y="0"/>
                        </a:moveTo>
                        <a:lnTo>
                          <a:pt x="34798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7" name="Freeform 2426">
                    <a:extLst>
                      <a:ext uri="{FF2B5EF4-FFF2-40B4-BE49-F238E27FC236}">
                        <a16:creationId xmlns:a16="http://schemas.microsoft.com/office/drawing/2014/main" id="{43DDB85B-1F7D-8618-06A7-8997E36AFEE2}"/>
                      </a:ext>
                    </a:extLst>
                  </p:cNvPr>
                  <p:cNvSpPr/>
                  <p:nvPr/>
                </p:nvSpPr>
                <p:spPr>
                  <a:xfrm>
                    <a:off x="1597876" y="3103192"/>
                    <a:ext cx="781811" cy="12700"/>
                  </a:xfrm>
                  <a:custGeom>
                    <a:avLst/>
                    <a:gdLst>
                      <a:gd name="csX0" fmla="*/ 0 w 781811"/>
                      <a:gd name="csY0" fmla="*/ 0 h 12700"/>
                      <a:gd name="csX1" fmla="*/ 781812 w 781811"/>
                      <a:gd name="csY1" fmla="*/ 0 h 127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781811" h="12700">
                        <a:moveTo>
                          <a:pt x="0" y="0"/>
                        </a:moveTo>
                        <a:lnTo>
                          <a:pt x="781812" y="0"/>
                        </a:lnTo>
                      </a:path>
                    </a:pathLst>
                  </a:custGeom>
                  <a:noFill/>
                  <a:ln w="13589" cap="sq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8" name="Freeform 2427">
                    <a:extLst>
                      <a:ext uri="{FF2B5EF4-FFF2-40B4-BE49-F238E27FC236}">
                        <a16:creationId xmlns:a16="http://schemas.microsoft.com/office/drawing/2014/main" id="{31A2F0A4-FCF2-5140-95CA-F9644A6F415E}"/>
                      </a:ext>
                    </a:extLst>
                  </p:cNvPr>
                  <p:cNvSpPr/>
                  <p:nvPr/>
                </p:nvSpPr>
                <p:spPr>
                  <a:xfrm>
                    <a:off x="1688047" y="3103192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29" name="Freeform 2428">
                    <a:extLst>
                      <a:ext uri="{FF2B5EF4-FFF2-40B4-BE49-F238E27FC236}">
                        <a16:creationId xmlns:a16="http://schemas.microsoft.com/office/drawing/2014/main" id="{3CE9EB78-A391-E807-9E39-D2DAB2099E34}"/>
                      </a:ext>
                    </a:extLst>
                  </p:cNvPr>
                  <p:cNvSpPr/>
                  <p:nvPr/>
                </p:nvSpPr>
                <p:spPr>
                  <a:xfrm>
                    <a:off x="1838415" y="3103192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30" name="Freeform 2429">
                    <a:extLst>
                      <a:ext uri="{FF2B5EF4-FFF2-40B4-BE49-F238E27FC236}">
                        <a16:creationId xmlns:a16="http://schemas.microsoft.com/office/drawing/2014/main" id="{5721F35F-2019-6078-FBA8-B7C4AAABE462}"/>
                      </a:ext>
                    </a:extLst>
                  </p:cNvPr>
                  <p:cNvSpPr/>
                  <p:nvPr/>
                </p:nvSpPr>
                <p:spPr>
                  <a:xfrm>
                    <a:off x="1988782" y="3103192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31" name="Freeform 2430">
                    <a:extLst>
                      <a:ext uri="{FF2B5EF4-FFF2-40B4-BE49-F238E27FC236}">
                        <a16:creationId xmlns:a16="http://schemas.microsoft.com/office/drawing/2014/main" id="{86B7D788-1C36-4F36-8A4B-3F32FCA552D8}"/>
                      </a:ext>
                    </a:extLst>
                  </p:cNvPr>
                  <p:cNvSpPr/>
                  <p:nvPr/>
                </p:nvSpPr>
                <p:spPr>
                  <a:xfrm>
                    <a:off x="2139151" y="3103192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32" name="Freeform 2431">
                    <a:extLst>
                      <a:ext uri="{FF2B5EF4-FFF2-40B4-BE49-F238E27FC236}">
                        <a16:creationId xmlns:a16="http://schemas.microsoft.com/office/drawing/2014/main" id="{79228802-9804-DE54-13D1-63C939C427E4}"/>
                      </a:ext>
                    </a:extLst>
                  </p:cNvPr>
                  <p:cNvSpPr/>
                  <p:nvPr/>
                </p:nvSpPr>
                <p:spPr>
                  <a:xfrm>
                    <a:off x="2289518" y="3103192"/>
                    <a:ext cx="12700" cy="34797"/>
                  </a:xfrm>
                  <a:custGeom>
                    <a:avLst/>
                    <a:gdLst>
                      <a:gd name="csX0" fmla="*/ 0 w 12700"/>
                      <a:gd name="csY0" fmla="*/ 34798 h 34797"/>
                      <a:gd name="csX1" fmla="*/ 0 w 12700"/>
                      <a:gd name="csY1" fmla="*/ 0 h 34797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</a:cxnLst>
                    <a:rect l="l" t="t" r="r" b="b"/>
                    <a:pathLst>
                      <a:path w="12700" h="34797">
                        <a:moveTo>
                          <a:pt x="0" y="34798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13589" cap="flat">
                    <a:solidFill>
                      <a:srgbClr val="000000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000"/>
                  </a:p>
                </p:txBody>
              </p:sp>
              <p:sp>
                <p:nvSpPr>
                  <p:cNvPr id="2433" name="TextBox 2432">
                    <a:extLst>
                      <a:ext uri="{FF2B5EF4-FFF2-40B4-BE49-F238E27FC236}">
                        <a16:creationId xmlns:a16="http://schemas.microsoft.com/office/drawing/2014/main" id="{15545E66-9909-C6BE-36A2-B3E3DF294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553233" y="3099046"/>
                    <a:ext cx="269626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M</a:t>
                    </a:r>
                  </a:p>
                </p:txBody>
              </p:sp>
              <p:sp>
                <p:nvSpPr>
                  <p:cNvPr id="2434" name="TextBox 2433">
                    <a:extLst>
                      <a:ext uri="{FF2B5EF4-FFF2-40B4-BE49-F238E27FC236}">
                        <a16:creationId xmlns:a16="http://schemas.microsoft.com/office/drawing/2014/main" id="{B40E3DF5-1CDE-7EA6-74EA-0D745D894F75}"/>
                      </a:ext>
                    </a:extLst>
                  </p:cNvPr>
                  <p:cNvSpPr txBox="1"/>
                  <p:nvPr/>
                </p:nvSpPr>
                <p:spPr>
                  <a:xfrm>
                    <a:off x="1731653" y="3099046"/>
                    <a:ext cx="213521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I</a:t>
                    </a:r>
                  </a:p>
                </p:txBody>
              </p:sp>
              <p:sp>
                <p:nvSpPr>
                  <p:cNvPr id="2435" name="TextBox 2434">
                    <a:extLst>
                      <a:ext uri="{FF2B5EF4-FFF2-40B4-BE49-F238E27FC236}">
                        <a16:creationId xmlns:a16="http://schemas.microsoft.com/office/drawing/2014/main" id="{BF9C31B0-D6BE-B08E-4E6C-487D5D4005AE}"/>
                      </a:ext>
                    </a:extLst>
                  </p:cNvPr>
                  <p:cNvSpPr txBox="1"/>
                  <p:nvPr/>
                </p:nvSpPr>
                <p:spPr>
                  <a:xfrm>
                    <a:off x="1853168" y="3099046"/>
                    <a:ext cx="271228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LI</a:t>
                    </a:r>
                  </a:p>
                </p:txBody>
              </p:sp>
              <p:sp>
                <p:nvSpPr>
                  <p:cNvPr id="2436" name="TextBox 2435">
                    <a:extLst>
                      <a:ext uri="{FF2B5EF4-FFF2-40B4-BE49-F238E27FC236}">
                        <a16:creationId xmlns:a16="http://schemas.microsoft.com/office/drawing/2014/main" id="{E5488C3A-EDC9-98A5-C209-DEAFB0398959}"/>
                      </a:ext>
                    </a:extLst>
                  </p:cNvPr>
                  <p:cNvSpPr txBox="1"/>
                  <p:nvPr/>
                </p:nvSpPr>
                <p:spPr>
                  <a:xfrm>
                    <a:off x="1978689" y="3099046"/>
                    <a:ext cx="32092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NF</a:t>
                    </a:r>
                  </a:p>
                </p:txBody>
              </p:sp>
              <p:sp>
                <p:nvSpPr>
                  <p:cNvPr id="2437" name="TextBox 2436">
                    <a:extLst>
                      <a:ext uri="{FF2B5EF4-FFF2-40B4-BE49-F238E27FC236}">
                        <a16:creationId xmlns:a16="http://schemas.microsoft.com/office/drawing/2014/main" id="{6C1EB88D-D8CB-5022-DE21-35512F1A99AB}"/>
                      </a:ext>
                    </a:extLst>
                  </p:cNvPr>
                  <p:cNvSpPr txBox="1"/>
                  <p:nvPr/>
                </p:nvSpPr>
                <p:spPr>
                  <a:xfrm>
                    <a:off x="2165926" y="3099046"/>
                    <a:ext cx="247184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8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F</a:t>
                    </a:r>
                  </a:p>
                </p:txBody>
              </p:sp>
              <p:sp>
                <p:nvSpPr>
                  <p:cNvPr id="2440" name="TextBox 2439">
                    <a:extLst>
                      <a:ext uri="{FF2B5EF4-FFF2-40B4-BE49-F238E27FC236}">
                        <a16:creationId xmlns:a16="http://schemas.microsoft.com/office/drawing/2014/main" id="{A4DE5621-763E-0FE2-60DD-6AB1C62D08A0}"/>
                      </a:ext>
                    </a:extLst>
                  </p:cNvPr>
                  <p:cNvSpPr txBox="1"/>
                  <p:nvPr/>
                </p:nvSpPr>
                <p:spPr>
                  <a:xfrm>
                    <a:off x="1629349" y="2123772"/>
                    <a:ext cx="607860" cy="24468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rPr>
                      <a:t>1_RGC</a:t>
                    </a:r>
                  </a:p>
                </p:txBody>
              </p:sp>
            </p:grpSp>
          </p:grpSp>
        </p:grpSp>
        <p:sp>
          <p:nvSpPr>
            <p:cNvPr id="2446" name="TextBox 2445">
              <a:extLst>
                <a:ext uri="{FF2B5EF4-FFF2-40B4-BE49-F238E27FC236}">
                  <a16:creationId xmlns:a16="http://schemas.microsoft.com/office/drawing/2014/main" id="{DC9F2256-BD25-56E2-DB51-F3166992B754}"/>
                </a:ext>
              </a:extLst>
            </p:cNvPr>
            <p:cNvSpPr txBox="1"/>
            <p:nvPr/>
          </p:nvSpPr>
          <p:spPr>
            <a:xfrm>
              <a:off x="-28726" y="1857736"/>
              <a:ext cx="68965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Cells</a:t>
              </a:r>
            </a:p>
          </p:txBody>
        </p:sp>
      </p:grpSp>
      <p:grpSp>
        <p:nvGrpSpPr>
          <p:cNvPr id="2449" name="Group 2448">
            <a:extLst>
              <a:ext uri="{FF2B5EF4-FFF2-40B4-BE49-F238E27FC236}">
                <a16:creationId xmlns:a16="http://schemas.microsoft.com/office/drawing/2014/main" id="{88B1F7AC-B05A-D84E-5FE5-10BA75F95530}"/>
              </a:ext>
            </a:extLst>
          </p:cNvPr>
          <p:cNvGrpSpPr/>
          <p:nvPr/>
        </p:nvGrpSpPr>
        <p:grpSpPr>
          <a:xfrm>
            <a:off x="-41319" y="2727315"/>
            <a:ext cx="6937419" cy="2680460"/>
            <a:chOff x="-36421" y="4617075"/>
            <a:chExt cx="6937419" cy="2680460"/>
          </a:xfrm>
        </p:grpSpPr>
        <p:grpSp>
          <p:nvGrpSpPr>
            <p:cNvPr id="2444" name="Group 2443">
              <a:extLst>
                <a:ext uri="{FF2B5EF4-FFF2-40B4-BE49-F238E27FC236}">
                  <a16:creationId xmlns:a16="http://schemas.microsoft.com/office/drawing/2014/main" id="{126FBD38-ECF4-BC00-CF32-24111068408B}"/>
                </a:ext>
              </a:extLst>
            </p:cNvPr>
            <p:cNvGrpSpPr/>
            <p:nvPr/>
          </p:nvGrpSpPr>
          <p:grpSpPr>
            <a:xfrm>
              <a:off x="-36421" y="4823262"/>
              <a:ext cx="6937419" cy="2474273"/>
              <a:chOff x="-36421" y="4649086"/>
              <a:chExt cx="6937419" cy="2474273"/>
            </a:xfrm>
          </p:grpSpPr>
          <p:sp>
            <p:nvSpPr>
              <p:cNvPr id="2283" name="TextBox 2282">
                <a:extLst>
                  <a:ext uri="{FF2B5EF4-FFF2-40B4-BE49-F238E27FC236}">
                    <a16:creationId xmlns:a16="http://schemas.microsoft.com/office/drawing/2014/main" id="{530A5E55-4E7F-F3A5-676C-BC29B8346EA3}"/>
                  </a:ext>
                </a:extLst>
              </p:cNvPr>
              <p:cNvSpPr txBox="1"/>
              <p:nvPr/>
            </p:nvSpPr>
            <p:spPr>
              <a:xfrm>
                <a:off x="0" y="6869443"/>
                <a:ext cx="1626577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  <a:endPara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2284" name="TextBox 2283">
                <a:extLst>
                  <a:ext uri="{FF2B5EF4-FFF2-40B4-BE49-F238E27FC236}">
                    <a16:creationId xmlns:a16="http://schemas.microsoft.com/office/drawing/2014/main" id="{C3755884-2861-4D35-96D1-F126C09B4CF7}"/>
                  </a:ext>
                </a:extLst>
              </p:cNvPr>
              <p:cNvSpPr txBox="1"/>
              <p:nvPr/>
            </p:nvSpPr>
            <p:spPr>
              <a:xfrm rot="16200000">
                <a:off x="-887861" y="5771783"/>
                <a:ext cx="1949102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% of </a:t>
                </a:r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Neurons</a:t>
                </a:r>
                <a:endPara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2443" name="Group 2442">
                <a:extLst>
                  <a:ext uri="{FF2B5EF4-FFF2-40B4-BE49-F238E27FC236}">
                    <a16:creationId xmlns:a16="http://schemas.microsoft.com/office/drawing/2014/main" id="{60EB6B76-B75F-688A-116C-E5A31FFBBC0D}"/>
                  </a:ext>
                </a:extLst>
              </p:cNvPr>
              <p:cNvGrpSpPr/>
              <p:nvPr/>
            </p:nvGrpSpPr>
            <p:grpSpPr>
              <a:xfrm>
                <a:off x="81085" y="4649086"/>
                <a:ext cx="6819913" cy="2277142"/>
                <a:chOff x="-16889" y="4649086"/>
                <a:chExt cx="6819913" cy="2277142"/>
              </a:xfrm>
            </p:grpSpPr>
            <p:grpSp>
              <p:nvGrpSpPr>
                <p:cNvPr id="1534" name="Graphic 1511">
                  <a:extLst>
                    <a:ext uri="{FF2B5EF4-FFF2-40B4-BE49-F238E27FC236}">
                      <a16:creationId xmlns:a16="http://schemas.microsoft.com/office/drawing/2014/main" id="{DC134E72-1C4C-1E61-052B-A25DE634EC7F}"/>
                    </a:ext>
                  </a:extLst>
                </p:cNvPr>
                <p:cNvGrpSpPr/>
                <p:nvPr/>
              </p:nvGrpSpPr>
              <p:grpSpPr>
                <a:xfrm>
                  <a:off x="-16889" y="4652629"/>
                  <a:ext cx="1185540" cy="1190718"/>
                  <a:chOff x="-16889" y="4652629"/>
                  <a:chExt cx="1185540" cy="1190718"/>
                </a:xfrm>
              </p:grpSpPr>
              <p:grpSp>
                <p:nvGrpSpPr>
                  <p:cNvPr id="1537" name="Graphic 1511">
                    <a:extLst>
                      <a:ext uri="{FF2B5EF4-FFF2-40B4-BE49-F238E27FC236}">
                        <a16:creationId xmlns:a16="http://schemas.microsoft.com/office/drawing/2014/main" id="{95EE0D77-346D-659C-8042-433BB855D11B}"/>
                      </a:ext>
                    </a:extLst>
                  </p:cNvPr>
                  <p:cNvGrpSpPr/>
                  <p:nvPr/>
                </p:nvGrpSpPr>
                <p:grpSpPr>
                  <a:xfrm>
                    <a:off x="353418" y="4849690"/>
                    <a:ext cx="781939" cy="782486"/>
                    <a:chOff x="353418" y="4849690"/>
                    <a:chExt cx="781939" cy="782486"/>
                  </a:xfrm>
                </p:grpSpPr>
                <p:sp>
                  <p:nvSpPr>
                    <p:cNvPr id="1538" name="Freeform 1537">
                      <a:extLst>
                        <a:ext uri="{FF2B5EF4-FFF2-40B4-BE49-F238E27FC236}">
                          <a16:creationId xmlns:a16="http://schemas.microsoft.com/office/drawing/2014/main" id="{C13209DD-F77C-FCE7-5883-67AB19CE5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18" y="4954885"/>
                      <a:ext cx="781939" cy="677290"/>
                    </a:xfrm>
                    <a:custGeom>
                      <a:avLst/>
                      <a:gdLst>
                        <a:gd name="csX0" fmla="*/ 0 w 781939"/>
                        <a:gd name="csY0" fmla="*/ 0 h 677290"/>
                        <a:gd name="csX1" fmla="*/ 781939 w 781939"/>
                        <a:gd name="csY1" fmla="*/ 0 h 677290"/>
                        <a:gd name="csX2" fmla="*/ 781939 w 781939"/>
                        <a:gd name="csY2" fmla="*/ 677291 h 677290"/>
                        <a:gd name="csX3" fmla="*/ 0 w 781939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81939" h="677290">
                          <a:moveTo>
                            <a:pt x="0" y="0"/>
                          </a:moveTo>
                          <a:lnTo>
                            <a:pt x="781939" y="0"/>
                          </a:lnTo>
                          <a:lnTo>
                            <a:pt x="781939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39" name="Freeform 1538">
                      <a:extLst>
                        <a:ext uri="{FF2B5EF4-FFF2-40B4-BE49-F238E27FC236}">
                          <a16:creationId xmlns:a16="http://schemas.microsoft.com/office/drawing/2014/main" id="{E0BA2FEA-3348-601B-FDFA-DC0F71412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503" y="5241397"/>
                      <a:ext cx="90170" cy="390652"/>
                    </a:xfrm>
                    <a:custGeom>
                      <a:avLst/>
                      <a:gdLst>
                        <a:gd name="csX0" fmla="*/ 0 w 90170"/>
                        <a:gd name="csY0" fmla="*/ 0 h 390652"/>
                        <a:gd name="csX1" fmla="*/ 90170 w 90170"/>
                        <a:gd name="csY1" fmla="*/ 0 h 390652"/>
                        <a:gd name="csX2" fmla="*/ 90170 w 90170"/>
                        <a:gd name="csY2" fmla="*/ 390652 h 390652"/>
                        <a:gd name="csX3" fmla="*/ 0 w 90170"/>
                        <a:gd name="csY3" fmla="*/ 390652 h 39065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70" h="390652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90652"/>
                          </a:lnTo>
                          <a:lnTo>
                            <a:pt x="0" y="390652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0" name="Freeform 1539">
                      <a:extLst>
                        <a:ext uri="{FF2B5EF4-FFF2-40B4-BE49-F238E27FC236}">
                          <a16:creationId xmlns:a16="http://schemas.microsoft.com/office/drawing/2014/main" id="{165E3DAF-AA94-59E4-0291-B04E4A81C4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871" y="5237841"/>
                      <a:ext cx="90170" cy="394335"/>
                    </a:xfrm>
                    <a:custGeom>
                      <a:avLst/>
                      <a:gdLst>
                        <a:gd name="csX0" fmla="*/ 0 w 90170"/>
                        <a:gd name="csY0" fmla="*/ 0 h 394335"/>
                        <a:gd name="csX1" fmla="*/ 90170 w 90170"/>
                        <a:gd name="csY1" fmla="*/ 0 h 394335"/>
                        <a:gd name="csX2" fmla="*/ 90170 w 90170"/>
                        <a:gd name="csY2" fmla="*/ 394335 h 394335"/>
                        <a:gd name="csX3" fmla="*/ 0 w 90170"/>
                        <a:gd name="csY3" fmla="*/ 394335 h 39433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70" h="394335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94335"/>
                          </a:lnTo>
                          <a:lnTo>
                            <a:pt x="0" y="394335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1" name="Freeform 1540">
                      <a:extLst>
                        <a:ext uri="{FF2B5EF4-FFF2-40B4-BE49-F238E27FC236}">
                          <a16:creationId xmlns:a16="http://schemas.microsoft.com/office/drawing/2014/main" id="{EBC774B6-77ED-15A7-69E8-8E5D36012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239" y="5322550"/>
                      <a:ext cx="90169" cy="309498"/>
                    </a:xfrm>
                    <a:custGeom>
                      <a:avLst/>
                      <a:gdLst>
                        <a:gd name="csX0" fmla="*/ 0 w 90169"/>
                        <a:gd name="csY0" fmla="*/ 0 h 309498"/>
                        <a:gd name="csX1" fmla="*/ 90170 w 90169"/>
                        <a:gd name="csY1" fmla="*/ 0 h 309498"/>
                        <a:gd name="csX2" fmla="*/ 90170 w 90169"/>
                        <a:gd name="csY2" fmla="*/ 309499 h 309498"/>
                        <a:gd name="csX3" fmla="*/ 0 w 90169"/>
                        <a:gd name="csY3" fmla="*/ 309499 h 30949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309498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09499"/>
                          </a:lnTo>
                          <a:lnTo>
                            <a:pt x="0" y="309499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2" name="Freeform 1541">
                      <a:extLst>
                        <a:ext uri="{FF2B5EF4-FFF2-40B4-BE49-F238E27FC236}">
                          <a16:creationId xmlns:a16="http://schemas.microsoft.com/office/drawing/2014/main" id="{272154BD-EDB7-5BC5-2976-6284A8B791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607" y="5252446"/>
                      <a:ext cx="90169" cy="379729"/>
                    </a:xfrm>
                    <a:custGeom>
                      <a:avLst/>
                      <a:gdLst>
                        <a:gd name="csX0" fmla="*/ 0 w 90169"/>
                        <a:gd name="csY0" fmla="*/ 0 h 379729"/>
                        <a:gd name="csX1" fmla="*/ 90170 w 90169"/>
                        <a:gd name="csY1" fmla="*/ 0 h 379729"/>
                        <a:gd name="csX2" fmla="*/ 90170 w 90169"/>
                        <a:gd name="csY2" fmla="*/ 379730 h 379729"/>
                        <a:gd name="csX3" fmla="*/ 0 w 90169"/>
                        <a:gd name="csY3" fmla="*/ 379730 h 37972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379729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79730"/>
                          </a:lnTo>
                          <a:lnTo>
                            <a:pt x="0" y="379730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3" name="Freeform 1542">
                      <a:extLst>
                        <a:ext uri="{FF2B5EF4-FFF2-40B4-BE49-F238E27FC236}">
                          <a16:creationId xmlns:a16="http://schemas.microsoft.com/office/drawing/2014/main" id="{FA7CF255-AF63-3667-1789-3CA2F73F81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975" y="5271750"/>
                      <a:ext cx="90169" cy="360298"/>
                    </a:xfrm>
                    <a:custGeom>
                      <a:avLst/>
                      <a:gdLst>
                        <a:gd name="csX0" fmla="*/ 0 w 90169"/>
                        <a:gd name="csY0" fmla="*/ 0 h 360298"/>
                        <a:gd name="csX1" fmla="*/ 90170 w 90169"/>
                        <a:gd name="csY1" fmla="*/ 0 h 360298"/>
                        <a:gd name="csX2" fmla="*/ 90170 w 90169"/>
                        <a:gd name="csY2" fmla="*/ 360299 h 360298"/>
                        <a:gd name="csX3" fmla="*/ 0 w 90169"/>
                        <a:gd name="csY3" fmla="*/ 360299 h 36029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360298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60299"/>
                          </a:lnTo>
                          <a:lnTo>
                            <a:pt x="0" y="360299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4" name="Freeform 1543">
                      <a:extLst>
                        <a:ext uri="{FF2B5EF4-FFF2-40B4-BE49-F238E27FC236}">
                          <a16:creationId xmlns:a16="http://schemas.microsoft.com/office/drawing/2014/main" id="{793FA07B-3744-522F-F2F3-E9A63CED15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88" y="5217393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5" name="Freeform 1544">
                      <a:extLst>
                        <a:ext uri="{FF2B5EF4-FFF2-40B4-BE49-F238E27FC236}">
                          <a16:creationId xmlns:a16="http://schemas.microsoft.com/office/drawing/2014/main" id="{C8A8A3E9-6D94-FE97-4789-E325F4A66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88" y="5217393"/>
                      <a:ext cx="12700" cy="47879"/>
                    </a:xfrm>
                    <a:custGeom>
                      <a:avLst/>
                      <a:gdLst>
                        <a:gd name="csX0" fmla="*/ 0 w 12700"/>
                        <a:gd name="csY0" fmla="*/ 0 h 47879"/>
                        <a:gd name="csX1" fmla="*/ 0 w 12700"/>
                        <a:gd name="csY1" fmla="*/ 47879 h 4787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47879">
                          <a:moveTo>
                            <a:pt x="0" y="0"/>
                          </a:moveTo>
                          <a:lnTo>
                            <a:pt x="0" y="4787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6" name="Freeform 1545">
                      <a:extLst>
                        <a:ext uri="{FF2B5EF4-FFF2-40B4-BE49-F238E27FC236}">
                          <a16:creationId xmlns:a16="http://schemas.microsoft.com/office/drawing/2014/main" id="{AF366A05-8E27-E3D9-1F54-2C31599CC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88" y="5265272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7" name="Freeform 1546">
                      <a:extLst>
                        <a:ext uri="{FF2B5EF4-FFF2-40B4-BE49-F238E27FC236}">
                          <a16:creationId xmlns:a16="http://schemas.microsoft.com/office/drawing/2014/main" id="{DCAC6F99-5529-BD97-16EE-A6DA19358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856" y="5220568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8" name="Freeform 1547">
                      <a:extLst>
                        <a:ext uri="{FF2B5EF4-FFF2-40B4-BE49-F238E27FC236}">
                          <a16:creationId xmlns:a16="http://schemas.microsoft.com/office/drawing/2014/main" id="{B8685B87-7485-D316-6EC7-8943DB8D14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956" y="5220568"/>
                      <a:ext cx="12700" cy="34417"/>
                    </a:xfrm>
                    <a:custGeom>
                      <a:avLst/>
                      <a:gdLst>
                        <a:gd name="csX0" fmla="*/ 0 w 12700"/>
                        <a:gd name="csY0" fmla="*/ 0 h 34417"/>
                        <a:gd name="csX1" fmla="*/ 0 w 12700"/>
                        <a:gd name="csY1" fmla="*/ 34417 h 3441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417">
                          <a:moveTo>
                            <a:pt x="0" y="0"/>
                          </a:moveTo>
                          <a:lnTo>
                            <a:pt x="0" y="3441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49" name="Freeform 1548">
                      <a:extLst>
                        <a:ext uri="{FF2B5EF4-FFF2-40B4-BE49-F238E27FC236}">
                          <a16:creationId xmlns:a16="http://schemas.microsoft.com/office/drawing/2014/main" id="{1D07A3DB-5756-63B1-AD9C-91D4695183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856" y="5254986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0" name="Freeform 1549">
                      <a:extLst>
                        <a:ext uri="{FF2B5EF4-FFF2-40B4-BE49-F238E27FC236}">
                          <a16:creationId xmlns:a16="http://schemas.microsoft.com/office/drawing/2014/main" id="{2C70AC13-29B0-8FBD-561D-4933F36BFD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25" y="5319121"/>
                      <a:ext cx="60197" cy="12700"/>
                    </a:xfrm>
                    <a:custGeom>
                      <a:avLst/>
                      <a:gdLst>
                        <a:gd name="csX0" fmla="*/ 0 w 60197"/>
                        <a:gd name="csY0" fmla="*/ 0 h 12700"/>
                        <a:gd name="csX1" fmla="*/ 60198 w 601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7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1" name="Freeform 1550">
                      <a:extLst>
                        <a:ext uri="{FF2B5EF4-FFF2-40B4-BE49-F238E27FC236}">
                          <a16:creationId xmlns:a16="http://schemas.microsoft.com/office/drawing/2014/main" id="{14A35F1F-90A0-6C40-2B2E-9D5DE4344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323" y="5319121"/>
                      <a:ext cx="12700" cy="6984"/>
                    </a:xfrm>
                    <a:custGeom>
                      <a:avLst/>
                      <a:gdLst>
                        <a:gd name="csX0" fmla="*/ 0 w 12700"/>
                        <a:gd name="csY0" fmla="*/ 0 h 6984"/>
                        <a:gd name="csX1" fmla="*/ 0 w 12700"/>
                        <a:gd name="csY1" fmla="*/ 6985 h 698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984">
                          <a:moveTo>
                            <a:pt x="0" y="0"/>
                          </a:moveTo>
                          <a:lnTo>
                            <a:pt x="0" y="698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2" name="Freeform 1551">
                      <a:extLst>
                        <a:ext uri="{FF2B5EF4-FFF2-40B4-BE49-F238E27FC236}">
                          <a16:creationId xmlns:a16="http://schemas.microsoft.com/office/drawing/2014/main" id="{9371DEFF-969D-30E3-E117-F09C244D4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25" y="5326105"/>
                      <a:ext cx="60197" cy="12700"/>
                    </a:xfrm>
                    <a:custGeom>
                      <a:avLst/>
                      <a:gdLst>
                        <a:gd name="csX0" fmla="*/ 0 w 60197"/>
                        <a:gd name="csY0" fmla="*/ 0 h 12700"/>
                        <a:gd name="csX1" fmla="*/ 60198 w 601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7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3" name="Freeform 1552">
                      <a:extLst>
                        <a:ext uri="{FF2B5EF4-FFF2-40B4-BE49-F238E27FC236}">
                          <a16:creationId xmlns:a16="http://schemas.microsoft.com/office/drawing/2014/main" id="{AEF4BDCB-D2E6-9CB0-AA3D-1FFA2C1E7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961" y="5248128"/>
                      <a:ext cx="60070" cy="12700"/>
                    </a:xfrm>
                    <a:custGeom>
                      <a:avLst/>
                      <a:gdLst>
                        <a:gd name="csX0" fmla="*/ 0 w 60070"/>
                        <a:gd name="csY0" fmla="*/ 0 h 12700"/>
                        <a:gd name="csX1" fmla="*/ 60071 w 6007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070" h="12700">
                          <a:moveTo>
                            <a:pt x="0" y="0"/>
                          </a:moveTo>
                          <a:lnTo>
                            <a:pt x="60071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4" name="Freeform 1553">
                      <a:extLst>
                        <a:ext uri="{FF2B5EF4-FFF2-40B4-BE49-F238E27FC236}">
                          <a16:creationId xmlns:a16="http://schemas.microsoft.com/office/drawing/2014/main" id="{93812E6F-A648-EA8E-A537-9BA4CEB5E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059" y="5248128"/>
                      <a:ext cx="12700" cy="47370"/>
                    </a:xfrm>
                    <a:custGeom>
                      <a:avLst/>
                      <a:gdLst>
                        <a:gd name="csX0" fmla="*/ 0 w 12700"/>
                        <a:gd name="csY0" fmla="*/ 0 h 47370"/>
                        <a:gd name="csX1" fmla="*/ 0 w 12700"/>
                        <a:gd name="csY1" fmla="*/ 47371 h 4737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47370">
                          <a:moveTo>
                            <a:pt x="0" y="0"/>
                          </a:moveTo>
                          <a:lnTo>
                            <a:pt x="0" y="4737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5" name="Freeform 1554">
                      <a:extLst>
                        <a:ext uri="{FF2B5EF4-FFF2-40B4-BE49-F238E27FC236}">
                          <a16:creationId xmlns:a16="http://schemas.microsoft.com/office/drawing/2014/main" id="{E07B633F-E848-BEB9-3EFF-022D591726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961" y="5295499"/>
                      <a:ext cx="60070" cy="12700"/>
                    </a:xfrm>
                    <a:custGeom>
                      <a:avLst/>
                      <a:gdLst>
                        <a:gd name="csX0" fmla="*/ 0 w 60070"/>
                        <a:gd name="csY0" fmla="*/ 0 h 12700"/>
                        <a:gd name="csX1" fmla="*/ 60071 w 6007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070" h="12700">
                          <a:moveTo>
                            <a:pt x="0" y="0"/>
                          </a:moveTo>
                          <a:lnTo>
                            <a:pt x="60071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6" name="Freeform 1555">
                      <a:extLst>
                        <a:ext uri="{FF2B5EF4-FFF2-40B4-BE49-F238E27FC236}">
                          <a16:creationId xmlns:a16="http://schemas.microsoft.com/office/drawing/2014/main" id="{73F35DD6-E5D9-5326-B8A8-9460901C95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736" y="530769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7" name="Freeform 1556">
                      <a:extLst>
                        <a:ext uri="{FF2B5EF4-FFF2-40B4-BE49-F238E27FC236}">
                          <a16:creationId xmlns:a16="http://schemas.microsoft.com/office/drawing/2014/main" id="{58A08F34-7EDB-FD77-B8D4-674A64422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003" y="52490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8" name="Freeform 1557">
                      <a:extLst>
                        <a:ext uri="{FF2B5EF4-FFF2-40B4-BE49-F238E27FC236}">
                          <a16:creationId xmlns:a16="http://schemas.microsoft.com/office/drawing/2014/main" id="{043E7209-9249-D7C1-1127-AAC8BD456D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445" y="521942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59" name="Freeform 1558">
                      <a:extLst>
                        <a:ext uri="{FF2B5EF4-FFF2-40B4-BE49-F238E27FC236}">
                          <a16:creationId xmlns:a16="http://schemas.microsoft.com/office/drawing/2014/main" id="{6718FDDB-5931-0AD3-28A9-F7267C3C4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932" y="523669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0" name="Freeform 1559">
                      <a:extLst>
                        <a:ext uri="{FF2B5EF4-FFF2-40B4-BE49-F238E27FC236}">
                          <a16:creationId xmlns:a16="http://schemas.microsoft.com/office/drawing/2014/main" id="{5346C3A4-0551-FD98-500B-40BE9899C6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745" y="516481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1" name="Freeform 1560">
                      <a:extLst>
                        <a:ext uri="{FF2B5EF4-FFF2-40B4-BE49-F238E27FC236}">
                          <a16:creationId xmlns:a16="http://schemas.microsoft.com/office/drawing/2014/main" id="{776CBD7D-E514-992C-7E72-D6DFDEEE5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534" y="529537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2" name="Freeform 1561">
                      <a:extLst>
                        <a:ext uri="{FF2B5EF4-FFF2-40B4-BE49-F238E27FC236}">
                          <a16:creationId xmlns:a16="http://schemas.microsoft.com/office/drawing/2014/main" id="{951C86C1-7B3F-ABFF-C58A-4A10A6923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666" y="533194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3" name="Freeform 1562">
                      <a:extLst>
                        <a:ext uri="{FF2B5EF4-FFF2-40B4-BE49-F238E27FC236}">
                          <a16:creationId xmlns:a16="http://schemas.microsoft.com/office/drawing/2014/main" id="{C889B17A-D96D-DD95-97D5-77587770DB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977" y="534820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4" name="Freeform 1563">
                      <a:extLst>
                        <a:ext uri="{FF2B5EF4-FFF2-40B4-BE49-F238E27FC236}">
                          <a16:creationId xmlns:a16="http://schemas.microsoft.com/office/drawing/2014/main" id="{07EDC0A6-AC43-B030-E2E2-FAC5DC357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253" y="520520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5" name="Freeform 1564">
                      <a:extLst>
                        <a:ext uri="{FF2B5EF4-FFF2-40B4-BE49-F238E27FC236}">
                          <a16:creationId xmlns:a16="http://schemas.microsoft.com/office/drawing/2014/main" id="{2C74439A-DE73-5516-10B8-E4EB29CCB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3122" y="523758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6" name="Freeform 1565">
                      <a:extLst>
                        <a:ext uri="{FF2B5EF4-FFF2-40B4-BE49-F238E27FC236}">
                          <a16:creationId xmlns:a16="http://schemas.microsoft.com/office/drawing/2014/main" id="{C8386E35-51ED-1055-D46E-B8C8F4F03A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84" y="522704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7" name="Freeform 1566">
                      <a:extLst>
                        <a:ext uri="{FF2B5EF4-FFF2-40B4-BE49-F238E27FC236}">
                          <a16:creationId xmlns:a16="http://schemas.microsoft.com/office/drawing/2014/main" id="{4BDEF527-495C-7E7C-44FB-435B71D65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3630" y="521269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8" name="Freeform 1567">
                      <a:extLst>
                        <a:ext uri="{FF2B5EF4-FFF2-40B4-BE49-F238E27FC236}">
                          <a16:creationId xmlns:a16="http://schemas.microsoft.com/office/drawing/2014/main" id="{8F72A4CF-C3A8-0CF6-F8AB-4A311E953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635" y="51837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69" name="Freeform 1568">
                      <a:extLst>
                        <a:ext uri="{FF2B5EF4-FFF2-40B4-BE49-F238E27FC236}">
                          <a16:creationId xmlns:a16="http://schemas.microsoft.com/office/drawing/2014/main" id="{817E7091-0BCA-9883-A340-119A957AE0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8556" y="516240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0" name="Freeform 1569">
                      <a:extLst>
                        <a:ext uri="{FF2B5EF4-FFF2-40B4-BE49-F238E27FC236}">
                          <a16:creationId xmlns:a16="http://schemas.microsoft.com/office/drawing/2014/main" id="{1476D3AF-4852-66CF-937B-3C4445B0E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883" y="519161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1" name="Freeform 1570">
                      <a:extLst>
                        <a:ext uri="{FF2B5EF4-FFF2-40B4-BE49-F238E27FC236}">
                          <a16:creationId xmlns:a16="http://schemas.microsoft.com/office/drawing/2014/main" id="{ECD20A35-430C-D3DF-2608-90A7563905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62" y="52278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2" name="Freeform 1571">
                      <a:extLst>
                        <a:ext uri="{FF2B5EF4-FFF2-40B4-BE49-F238E27FC236}">
                          <a16:creationId xmlns:a16="http://schemas.microsoft.com/office/drawing/2014/main" id="{FC220E74-EE27-E2CC-C3D8-48E4AABB78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1" y="530083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3" name="Freeform 1572">
                      <a:extLst>
                        <a:ext uri="{FF2B5EF4-FFF2-40B4-BE49-F238E27FC236}">
                          <a16:creationId xmlns:a16="http://schemas.microsoft.com/office/drawing/2014/main" id="{116AD421-B63A-9608-89D0-C9BB69382B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365" y="517256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4" name="Freeform 1573">
                      <a:extLst>
                        <a:ext uri="{FF2B5EF4-FFF2-40B4-BE49-F238E27FC236}">
                          <a16:creationId xmlns:a16="http://schemas.microsoft.com/office/drawing/2014/main" id="{5A7A5544-04E1-F146-BF5B-A044FBAD74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5160" y="528127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5" name="Freeform 1574">
                      <a:extLst>
                        <a:ext uri="{FF2B5EF4-FFF2-40B4-BE49-F238E27FC236}">
                          <a16:creationId xmlns:a16="http://schemas.microsoft.com/office/drawing/2014/main" id="{0683FFC6-AE8A-5D00-237C-C5A45880B4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8436" y="523441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6" name="Freeform 1575">
                      <a:extLst>
                        <a:ext uri="{FF2B5EF4-FFF2-40B4-BE49-F238E27FC236}">
                          <a16:creationId xmlns:a16="http://schemas.microsoft.com/office/drawing/2014/main" id="{BE23275F-1AFA-8577-8D86-BF2D3BF4C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114" y="52605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7" name="Freeform 1576">
                      <a:extLst>
                        <a:ext uri="{FF2B5EF4-FFF2-40B4-BE49-F238E27FC236}">
                          <a16:creationId xmlns:a16="http://schemas.microsoft.com/office/drawing/2014/main" id="{56DC75A1-E916-C0B9-FF93-CB3932780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000" y="519301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78" name="TextBox 1577">
                      <a:extLst>
                        <a:ext uri="{FF2B5EF4-FFF2-40B4-BE49-F238E27FC236}">
                          <a16:creationId xmlns:a16="http://schemas.microsoft.com/office/drawing/2014/main" id="{E95EA1D3-C6FD-4513-976A-611150D00D1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78870" y="4962593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1579" name="Freeform 1578">
                      <a:extLst>
                        <a:ext uri="{FF2B5EF4-FFF2-40B4-BE49-F238E27FC236}">
                          <a16:creationId xmlns:a16="http://schemas.microsoft.com/office/drawing/2014/main" id="{1CAA5FD7-C2C5-ABC2-BC26-08344545F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88" y="5135479"/>
                      <a:ext cx="135254" cy="12700"/>
                    </a:xfrm>
                    <a:custGeom>
                      <a:avLst/>
                      <a:gdLst>
                        <a:gd name="csX0" fmla="*/ 0 w 135254"/>
                        <a:gd name="csY0" fmla="*/ 0 h 12700"/>
                        <a:gd name="csX1" fmla="*/ 135255 w 13525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35254" h="12700">
                          <a:moveTo>
                            <a:pt x="0" y="0"/>
                          </a:moveTo>
                          <a:lnTo>
                            <a:pt x="135255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80" name="TextBox 1579">
                      <a:extLst>
                        <a:ext uri="{FF2B5EF4-FFF2-40B4-BE49-F238E27FC236}">
                          <a16:creationId xmlns:a16="http://schemas.microsoft.com/office/drawing/2014/main" id="{A1E8C101-FB99-9D2A-D0F0-52E63F548C7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4442" y="4962593"/>
                      <a:ext cx="4251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***</a:t>
                      </a:r>
                    </a:p>
                  </p:txBody>
                </p:sp>
                <p:sp>
                  <p:nvSpPr>
                    <p:cNvPr id="1581" name="Freeform 1580">
                      <a:extLst>
                        <a:ext uri="{FF2B5EF4-FFF2-40B4-BE49-F238E27FC236}">
                          <a16:creationId xmlns:a16="http://schemas.microsoft.com/office/drawing/2014/main" id="{7B7AC169-7852-D351-2E6C-E62D6D5FA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8942" y="5135479"/>
                      <a:ext cx="436118" cy="12700"/>
                    </a:xfrm>
                    <a:custGeom>
                      <a:avLst/>
                      <a:gdLst>
                        <a:gd name="csX0" fmla="*/ 0 w 436118"/>
                        <a:gd name="csY0" fmla="*/ 0 h 12700"/>
                        <a:gd name="csX1" fmla="*/ 436118 w 43611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36118" h="12700">
                          <a:moveTo>
                            <a:pt x="0" y="0"/>
                          </a:moveTo>
                          <a:lnTo>
                            <a:pt x="436118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82" name="TextBox 1581">
                      <a:extLst>
                        <a:ext uri="{FF2B5EF4-FFF2-40B4-BE49-F238E27FC236}">
                          <a16:creationId xmlns:a16="http://schemas.microsoft.com/office/drawing/2014/main" id="{42F37124-A198-591E-E5CA-6EB8BAD0E5E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915" y="4849690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1583" name="Freeform 1582">
                      <a:extLst>
                        <a:ext uri="{FF2B5EF4-FFF2-40B4-BE49-F238E27FC236}">
                          <a16:creationId xmlns:a16="http://schemas.microsoft.com/office/drawing/2014/main" id="{B9CD1933-D8FC-B30B-9647-4CAFA6E233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88" y="5022576"/>
                      <a:ext cx="601472" cy="12700"/>
                    </a:xfrm>
                    <a:custGeom>
                      <a:avLst/>
                      <a:gdLst>
                        <a:gd name="csX0" fmla="*/ 0 w 601472"/>
                        <a:gd name="csY0" fmla="*/ 0 h 12700"/>
                        <a:gd name="csX1" fmla="*/ 601472 w 601472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472" h="12700">
                          <a:moveTo>
                            <a:pt x="0" y="0"/>
                          </a:moveTo>
                          <a:lnTo>
                            <a:pt x="60147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584" name="Graphic 1511">
                    <a:extLst>
                      <a:ext uri="{FF2B5EF4-FFF2-40B4-BE49-F238E27FC236}">
                        <a16:creationId xmlns:a16="http://schemas.microsoft.com/office/drawing/2014/main" id="{438AEDBF-3A45-F16C-7E0C-5C58CC88FA1D}"/>
                      </a:ext>
                    </a:extLst>
                  </p:cNvPr>
                  <p:cNvGrpSpPr/>
                  <p:nvPr/>
                </p:nvGrpSpPr>
                <p:grpSpPr>
                  <a:xfrm>
                    <a:off x="-16889" y="4652629"/>
                    <a:ext cx="1185540" cy="1190718"/>
                    <a:chOff x="-16889" y="4652629"/>
                    <a:chExt cx="1185540" cy="1190718"/>
                  </a:xfrm>
                </p:grpSpPr>
                <p:sp>
                  <p:nvSpPr>
                    <p:cNvPr id="1585" name="Freeform 1584">
                      <a:extLst>
                        <a:ext uri="{FF2B5EF4-FFF2-40B4-BE49-F238E27FC236}">
                          <a16:creationId xmlns:a16="http://schemas.microsoft.com/office/drawing/2014/main" id="{A98FB403-95E1-6BFE-CD8F-350D24F36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17" y="4954885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86" name="TextBox 1585">
                      <a:extLst>
                        <a:ext uri="{FF2B5EF4-FFF2-40B4-BE49-F238E27FC236}">
                          <a16:creationId xmlns:a16="http://schemas.microsoft.com/office/drawing/2014/main" id="{CC647FF7-F4E5-59D8-16C5-201BCCE569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3042" y="552516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1587" name="TextBox 1586">
                      <a:extLst>
                        <a:ext uri="{FF2B5EF4-FFF2-40B4-BE49-F238E27FC236}">
                          <a16:creationId xmlns:a16="http://schemas.microsoft.com/office/drawing/2014/main" id="{AD4BB3D6-EB99-9D02-AA38-CE30000FF79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6889" y="5334533"/>
                      <a:ext cx="39145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10%</a:t>
                      </a:r>
                    </a:p>
                  </p:txBody>
                </p:sp>
                <p:sp>
                  <p:nvSpPr>
                    <p:cNvPr id="1588" name="TextBox 1587">
                      <a:extLst>
                        <a:ext uri="{FF2B5EF4-FFF2-40B4-BE49-F238E27FC236}">
                          <a16:creationId xmlns:a16="http://schemas.microsoft.com/office/drawing/2014/main" id="{4C1814AB-DF11-E5C8-67CB-FB49EBF214B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6889" y="5143906"/>
                      <a:ext cx="39145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20%</a:t>
                      </a:r>
                    </a:p>
                  </p:txBody>
                </p:sp>
                <p:sp>
                  <p:nvSpPr>
                    <p:cNvPr id="1589" name="TextBox 1588">
                      <a:extLst>
                        <a:ext uri="{FF2B5EF4-FFF2-40B4-BE49-F238E27FC236}">
                          <a16:creationId xmlns:a16="http://schemas.microsoft.com/office/drawing/2014/main" id="{42FEFEF2-AB48-2513-0287-01ECA7150F2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6889" y="4953279"/>
                      <a:ext cx="39145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30%</a:t>
                      </a:r>
                    </a:p>
                  </p:txBody>
                </p:sp>
                <p:sp>
                  <p:nvSpPr>
                    <p:cNvPr id="1590" name="Freeform 1589">
                      <a:extLst>
                        <a:ext uri="{FF2B5EF4-FFF2-40B4-BE49-F238E27FC236}">
                          <a16:creationId xmlns:a16="http://schemas.microsoft.com/office/drawing/2014/main" id="{D9E6E501-208B-4E76-E249-45F1B42DA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20" y="5632049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1" name="Freeform 1590">
                      <a:extLst>
                        <a:ext uri="{FF2B5EF4-FFF2-40B4-BE49-F238E27FC236}">
                          <a16:creationId xmlns:a16="http://schemas.microsoft.com/office/drawing/2014/main" id="{F1626320-0A69-A89C-8A97-C258C14D0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20" y="5441422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2" name="Freeform 1591">
                      <a:extLst>
                        <a:ext uri="{FF2B5EF4-FFF2-40B4-BE49-F238E27FC236}">
                          <a16:creationId xmlns:a16="http://schemas.microsoft.com/office/drawing/2014/main" id="{AF6C5073-2C77-49ED-2EA2-B5DAFA053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20" y="5250794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3" name="Freeform 1592">
                      <a:extLst>
                        <a:ext uri="{FF2B5EF4-FFF2-40B4-BE49-F238E27FC236}">
                          <a16:creationId xmlns:a16="http://schemas.microsoft.com/office/drawing/2014/main" id="{4D207172-62AA-97FA-6EEE-FDFD6D134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20" y="5060167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4" name="Freeform 1593">
                      <a:extLst>
                        <a:ext uri="{FF2B5EF4-FFF2-40B4-BE49-F238E27FC236}">
                          <a16:creationId xmlns:a16="http://schemas.microsoft.com/office/drawing/2014/main" id="{6360D8AA-C995-C34B-6EF8-C81710DBF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17" y="5632049"/>
                      <a:ext cx="781811" cy="12700"/>
                    </a:xfrm>
                    <a:custGeom>
                      <a:avLst/>
                      <a:gdLst>
                        <a:gd name="csX0" fmla="*/ 0 w 781811"/>
                        <a:gd name="csY0" fmla="*/ 0 h 12700"/>
                        <a:gd name="csX1" fmla="*/ 781812 w 78181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781811" h="12700">
                          <a:moveTo>
                            <a:pt x="0" y="0"/>
                          </a:moveTo>
                          <a:lnTo>
                            <a:pt x="78181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5" name="Freeform 1594">
                      <a:extLst>
                        <a:ext uri="{FF2B5EF4-FFF2-40B4-BE49-F238E27FC236}">
                          <a16:creationId xmlns:a16="http://schemas.microsoft.com/office/drawing/2014/main" id="{38062309-3435-F5F5-4E34-0D13F3ACA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88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6" name="Freeform 1595">
                      <a:extLst>
                        <a:ext uri="{FF2B5EF4-FFF2-40B4-BE49-F238E27FC236}">
                          <a16:creationId xmlns:a16="http://schemas.microsoft.com/office/drawing/2014/main" id="{1A55F521-C987-1D80-0D28-7B871DAB08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956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7" name="Freeform 1596">
                      <a:extLst>
                        <a:ext uri="{FF2B5EF4-FFF2-40B4-BE49-F238E27FC236}">
                          <a16:creationId xmlns:a16="http://schemas.microsoft.com/office/drawing/2014/main" id="{737CE0F0-B95D-A619-ACC2-AEA34E17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323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8" name="Freeform 1597">
                      <a:extLst>
                        <a:ext uri="{FF2B5EF4-FFF2-40B4-BE49-F238E27FC236}">
                          <a16:creationId xmlns:a16="http://schemas.microsoft.com/office/drawing/2014/main" id="{1DB2A51C-23C4-8F66-AB05-8A9E8DC615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692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599" name="Freeform 1598">
                      <a:extLst>
                        <a:ext uri="{FF2B5EF4-FFF2-40B4-BE49-F238E27FC236}">
                          <a16:creationId xmlns:a16="http://schemas.microsoft.com/office/drawing/2014/main" id="{746B5067-0632-E44C-A8D1-5B7D98262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059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00" name="TextBox 1599">
                      <a:extLst>
                        <a:ext uri="{FF2B5EF4-FFF2-40B4-BE49-F238E27FC236}">
                          <a16:creationId xmlns:a16="http://schemas.microsoft.com/office/drawing/2014/main" id="{63F776AA-95EA-A44B-5E77-45F7B4C90ED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8774" y="5627903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601" name="TextBox 1600">
                      <a:extLst>
                        <a:ext uri="{FF2B5EF4-FFF2-40B4-BE49-F238E27FC236}">
                          <a16:creationId xmlns:a16="http://schemas.microsoft.com/office/drawing/2014/main" id="{D95422F9-49AE-EE07-0F08-83A969C118A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87194" y="5627903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602" name="TextBox 1601">
                      <a:extLst>
                        <a:ext uri="{FF2B5EF4-FFF2-40B4-BE49-F238E27FC236}">
                          <a16:creationId xmlns:a16="http://schemas.microsoft.com/office/drawing/2014/main" id="{675E1644-8D02-8CF7-F0A7-4B5783CFF65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08709" y="5627903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603" name="TextBox 1602">
                      <a:extLst>
                        <a:ext uri="{FF2B5EF4-FFF2-40B4-BE49-F238E27FC236}">
                          <a16:creationId xmlns:a16="http://schemas.microsoft.com/office/drawing/2014/main" id="{A22F93B6-96A0-9AC0-4F3F-68645F48F81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4230" y="5627903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604" name="TextBox 1603">
                      <a:extLst>
                        <a:ext uri="{FF2B5EF4-FFF2-40B4-BE49-F238E27FC236}">
                          <a16:creationId xmlns:a16="http://schemas.microsoft.com/office/drawing/2014/main" id="{C43FE9DA-FAA2-5AC8-3607-CAE12A453F7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21467" y="5627903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607" name="TextBox 1606">
                      <a:extLst>
                        <a:ext uri="{FF2B5EF4-FFF2-40B4-BE49-F238E27FC236}">
                          <a16:creationId xmlns:a16="http://schemas.microsoft.com/office/drawing/2014/main" id="{686DAC8C-BA36-AEE5-1B56-870D7425769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55235" y="4652629"/>
                      <a:ext cx="667170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0_Mixed</a:t>
                      </a:r>
                    </a:p>
                  </p:txBody>
                </p:sp>
              </p:grpSp>
            </p:grpSp>
            <p:grpSp>
              <p:nvGrpSpPr>
                <p:cNvPr id="1608" name="Graphic 1513">
                  <a:extLst>
                    <a:ext uri="{FF2B5EF4-FFF2-40B4-BE49-F238E27FC236}">
                      <a16:creationId xmlns:a16="http://schemas.microsoft.com/office/drawing/2014/main" id="{59CF7B64-5CC2-269B-1FF8-EDA089858EF5}"/>
                    </a:ext>
                  </a:extLst>
                </p:cNvPr>
                <p:cNvGrpSpPr/>
                <p:nvPr/>
              </p:nvGrpSpPr>
              <p:grpSpPr>
                <a:xfrm>
                  <a:off x="2236717" y="4649086"/>
                  <a:ext cx="1185540" cy="1190718"/>
                  <a:chOff x="1354711" y="4652629"/>
                  <a:chExt cx="1185540" cy="1190718"/>
                </a:xfrm>
              </p:grpSpPr>
              <p:grpSp>
                <p:nvGrpSpPr>
                  <p:cNvPr id="1611" name="Graphic 1513">
                    <a:extLst>
                      <a:ext uri="{FF2B5EF4-FFF2-40B4-BE49-F238E27FC236}">
                        <a16:creationId xmlns:a16="http://schemas.microsoft.com/office/drawing/2014/main" id="{1BDDB1E1-6AF3-FFD2-4085-800509B8E5D8}"/>
                      </a:ext>
                    </a:extLst>
                  </p:cNvPr>
                  <p:cNvGrpSpPr/>
                  <p:nvPr/>
                </p:nvGrpSpPr>
                <p:grpSpPr>
                  <a:xfrm>
                    <a:off x="1725018" y="4904707"/>
                    <a:ext cx="781939" cy="727469"/>
                    <a:chOff x="1725018" y="4904707"/>
                    <a:chExt cx="781939" cy="727469"/>
                  </a:xfrm>
                </p:grpSpPr>
                <p:sp>
                  <p:nvSpPr>
                    <p:cNvPr id="1612" name="Freeform 1611">
                      <a:extLst>
                        <a:ext uri="{FF2B5EF4-FFF2-40B4-BE49-F238E27FC236}">
                          <a16:creationId xmlns:a16="http://schemas.microsoft.com/office/drawing/2014/main" id="{7FF481E1-030D-FAA0-3343-88FCF87FE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5018" y="4954885"/>
                      <a:ext cx="781939" cy="677290"/>
                    </a:xfrm>
                    <a:custGeom>
                      <a:avLst/>
                      <a:gdLst>
                        <a:gd name="csX0" fmla="*/ 0 w 781939"/>
                        <a:gd name="csY0" fmla="*/ 0 h 677290"/>
                        <a:gd name="csX1" fmla="*/ 781939 w 781939"/>
                        <a:gd name="csY1" fmla="*/ 0 h 677290"/>
                        <a:gd name="csX2" fmla="*/ 781939 w 781939"/>
                        <a:gd name="csY2" fmla="*/ 677291 h 677290"/>
                        <a:gd name="csX3" fmla="*/ 0 w 781939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81939" h="677290">
                          <a:moveTo>
                            <a:pt x="0" y="0"/>
                          </a:moveTo>
                          <a:lnTo>
                            <a:pt x="781939" y="0"/>
                          </a:lnTo>
                          <a:lnTo>
                            <a:pt x="781939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3" name="Freeform 1612">
                      <a:extLst>
                        <a:ext uri="{FF2B5EF4-FFF2-40B4-BE49-F238E27FC236}">
                          <a16:creationId xmlns:a16="http://schemas.microsoft.com/office/drawing/2014/main" id="{7AFD4D07-A02E-6D2A-A647-C43EBC82B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0103" y="5328773"/>
                      <a:ext cx="90170" cy="303276"/>
                    </a:xfrm>
                    <a:custGeom>
                      <a:avLst/>
                      <a:gdLst>
                        <a:gd name="csX0" fmla="*/ 0 w 90170"/>
                        <a:gd name="csY0" fmla="*/ 0 h 303276"/>
                        <a:gd name="csX1" fmla="*/ 90170 w 90170"/>
                        <a:gd name="csY1" fmla="*/ 0 h 303276"/>
                        <a:gd name="csX2" fmla="*/ 90170 w 90170"/>
                        <a:gd name="csY2" fmla="*/ 303276 h 303276"/>
                        <a:gd name="csX3" fmla="*/ 0 w 90170"/>
                        <a:gd name="csY3" fmla="*/ 303276 h 30327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70" h="303276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303276"/>
                          </a:lnTo>
                          <a:lnTo>
                            <a:pt x="0" y="303276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4" name="Freeform 1613">
                      <a:extLst>
                        <a:ext uri="{FF2B5EF4-FFF2-40B4-BE49-F238E27FC236}">
                          <a16:creationId xmlns:a16="http://schemas.microsoft.com/office/drawing/2014/main" id="{FC1C87F3-D420-0D37-F87D-A23FB7899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0471" y="5376652"/>
                      <a:ext cx="90170" cy="255397"/>
                    </a:xfrm>
                    <a:custGeom>
                      <a:avLst/>
                      <a:gdLst>
                        <a:gd name="csX0" fmla="*/ 0 w 90170"/>
                        <a:gd name="csY0" fmla="*/ 0 h 255397"/>
                        <a:gd name="csX1" fmla="*/ 90170 w 90170"/>
                        <a:gd name="csY1" fmla="*/ 0 h 255397"/>
                        <a:gd name="csX2" fmla="*/ 90170 w 90170"/>
                        <a:gd name="csY2" fmla="*/ 255397 h 255397"/>
                        <a:gd name="csX3" fmla="*/ 0 w 90170"/>
                        <a:gd name="csY3" fmla="*/ 255397 h 2553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70" h="255397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255397"/>
                          </a:lnTo>
                          <a:lnTo>
                            <a:pt x="0" y="255397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5" name="Freeform 1614">
                      <a:extLst>
                        <a:ext uri="{FF2B5EF4-FFF2-40B4-BE49-F238E27FC236}">
                          <a16:creationId xmlns:a16="http://schemas.microsoft.com/office/drawing/2014/main" id="{6E198151-F99C-3F0A-CBFC-F0E91179C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0839" y="5430627"/>
                      <a:ext cx="90169" cy="201549"/>
                    </a:xfrm>
                    <a:custGeom>
                      <a:avLst/>
                      <a:gdLst>
                        <a:gd name="csX0" fmla="*/ 0 w 90169"/>
                        <a:gd name="csY0" fmla="*/ 0 h 201549"/>
                        <a:gd name="csX1" fmla="*/ 90170 w 90169"/>
                        <a:gd name="csY1" fmla="*/ 0 h 201549"/>
                        <a:gd name="csX2" fmla="*/ 90170 w 90169"/>
                        <a:gd name="csY2" fmla="*/ 201549 h 201549"/>
                        <a:gd name="csX3" fmla="*/ 0 w 90169"/>
                        <a:gd name="csY3" fmla="*/ 201549 h 20154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201549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201549"/>
                          </a:lnTo>
                          <a:lnTo>
                            <a:pt x="0" y="201549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6" name="Freeform 1615">
                      <a:extLst>
                        <a:ext uri="{FF2B5EF4-FFF2-40B4-BE49-F238E27FC236}">
                          <a16:creationId xmlns:a16="http://schemas.microsoft.com/office/drawing/2014/main" id="{FE40F02B-1777-0133-BDEE-C2DA1131B6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207" y="5348458"/>
                      <a:ext cx="90169" cy="283591"/>
                    </a:xfrm>
                    <a:custGeom>
                      <a:avLst/>
                      <a:gdLst>
                        <a:gd name="csX0" fmla="*/ 0 w 90169"/>
                        <a:gd name="csY0" fmla="*/ 0 h 283591"/>
                        <a:gd name="csX1" fmla="*/ 90170 w 90169"/>
                        <a:gd name="csY1" fmla="*/ 0 h 283591"/>
                        <a:gd name="csX2" fmla="*/ 90170 w 90169"/>
                        <a:gd name="csY2" fmla="*/ 283591 h 283591"/>
                        <a:gd name="csX3" fmla="*/ 0 w 90169"/>
                        <a:gd name="csY3" fmla="*/ 283591 h 28359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283591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283591"/>
                          </a:lnTo>
                          <a:lnTo>
                            <a:pt x="0" y="283591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7" name="Freeform 1616">
                      <a:extLst>
                        <a:ext uri="{FF2B5EF4-FFF2-40B4-BE49-F238E27FC236}">
                          <a16:creationId xmlns:a16="http://schemas.microsoft.com/office/drawing/2014/main" id="{E10207C7-C232-F92A-0732-9D5C58033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1575" y="5345410"/>
                      <a:ext cx="90169" cy="286765"/>
                    </a:xfrm>
                    <a:custGeom>
                      <a:avLst/>
                      <a:gdLst>
                        <a:gd name="csX0" fmla="*/ 0 w 90169"/>
                        <a:gd name="csY0" fmla="*/ 0 h 286765"/>
                        <a:gd name="csX1" fmla="*/ 90170 w 90169"/>
                        <a:gd name="csY1" fmla="*/ 0 h 286765"/>
                        <a:gd name="csX2" fmla="*/ 90170 w 90169"/>
                        <a:gd name="csY2" fmla="*/ 286766 h 286765"/>
                        <a:gd name="csX3" fmla="*/ 0 w 90169"/>
                        <a:gd name="csY3" fmla="*/ 286766 h 28676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0169" h="286765">
                          <a:moveTo>
                            <a:pt x="0" y="0"/>
                          </a:moveTo>
                          <a:lnTo>
                            <a:pt x="90170" y="0"/>
                          </a:lnTo>
                          <a:lnTo>
                            <a:pt x="90170" y="286766"/>
                          </a:lnTo>
                          <a:lnTo>
                            <a:pt x="0" y="286766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8" name="Freeform 1617">
                      <a:extLst>
                        <a:ext uri="{FF2B5EF4-FFF2-40B4-BE49-F238E27FC236}">
                          <a16:creationId xmlns:a16="http://schemas.microsoft.com/office/drawing/2014/main" id="{2EAC28FE-C431-B550-8F8A-17A33BB9B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5088" y="5297404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19" name="Freeform 1618">
                      <a:extLst>
                        <a:ext uri="{FF2B5EF4-FFF2-40B4-BE49-F238E27FC236}">
                          <a16:creationId xmlns:a16="http://schemas.microsoft.com/office/drawing/2014/main" id="{966200F7-CC13-86E7-96D9-4C50991F4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5188" y="5297404"/>
                      <a:ext cx="12700" cy="62864"/>
                    </a:xfrm>
                    <a:custGeom>
                      <a:avLst/>
                      <a:gdLst>
                        <a:gd name="csX0" fmla="*/ 0 w 12700"/>
                        <a:gd name="csY0" fmla="*/ 0 h 62864"/>
                        <a:gd name="csX1" fmla="*/ 0 w 12700"/>
                        <a:gd name="csY1" fmla="*/ 62865 h 6286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2864">
                          <a:moveTo>
                            <a:pt x="0" y="0"/>
                          </a:moveTo>
                          <a:lnTo>
                            <a:pt x="0" y="6286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0" name="Freeform 1619">
                      <a:extLst>
                        <a:ext uri="{FF2B5EF4-FFF2-40B4-BE49-F238E27FC236}">
                          <a16:creationId xmlns:a16="http://schemas.microsoft.com/office/drawing/2014/main" id="{ED2EF333-9498-1B04-5E3A-02ECC7641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5088" y="5360268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1" name="Freeform 1620">
                      <a:extLst>
                        <a:ext uri="{FF2B5EF4-FFF2-40B4-BE49-F238E27FC236}">
                          <a16:creationId xmlns:a16="http://schemas.microsoft.com/office/drawing/2014/main" id="{876F8E3B-60B9-FEF1-5521-22A56CB44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5456" y="5327883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2" name="Freeform 1621">
                      <a:extLst>
                        <a:ext uri="{FF2B5EF4-FFF2-40B4-BE49-F238E27FC236}">
                          <a16:creationId xmlns:a16="http://schemas.microsoft.com/office/drawing/2014/main" id="{89F9304C-5F53-FC29-0EA9-D86502F26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6" y="5327883"/>
                      <a:ext cx="12700" cy="97663"/>
                    </a:xfrm>
                    <a:custGeom>
                      <a:avLst/>
                      <a:gdLst>
                        <a:gd name="csX0" fmla="*/ 0 w 12700"/>
                        <a:gd name="csY0" fmla="*/ 0 h 97663"/>
                        <a:gd name="csX1" fmla="*/ 0 w 12700"/>
                        <a:gd name="csY1" fmla="*/ 97663 h 976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97663">
                          <a:moveTo>
                            <a:pt x="0" y="0"/>
                          </a:moveTo>
                          <a:lnTo>
                            <a:pt x="0" y="97663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3" name="Freeform 1622">
                      <a:extLst>
                        <a:ext uri="{FF2B5EF4-FFF2-40B4-BE49-F238E27FC236}">
                          <a16:creationId xmlns:a16="http://schemas.microsoft.com/office/drawing/2014/main" id="{E7BEE36E-C60C-09FB-4028-AC7F38B0C2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5456" y="5425547"/>
                      <a:ext cx="60198" cy="12700"/>
                    </a:xfrm>
                    <a:custGeom>
                      <a:avLst/>
                      <a:gdLst>
                        <a:gd name="csX0" fmla="*/ 0 w 60198"/>
                        <a:gd name="csY0" fmla="*/ 0 h 12700"/>
                        <a:gd name="csX1" fmla="*/ 60198 w 601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8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4" name="Freeform 1623">
                      <a:extLst>
                        <a:ext uri="{FF2B5EF4-FFF2-40B4-BE49-F238E27FC236}">
                          <a16:creationId xmlns:a16="http://schemas.microsoft.com/office/drawing/2014/main" id="{038C8A00-1D1E-A060-88BE-40E41EBA0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825" y="5427960"/>
                      <a:ext cx="60197" cy="12700"/>
                    </a:xfrm>
                    <a:custGeom>
                      <a:avLst/>
                      <a:gdLst>
                        <a:gd name="csX0" fmla="*/ 0 w 60197"/>
                        <a:gd name="csY0" fmla="*/ 0 h 12700"/>
                        <a:gd name="csX1" fmla="*/ 60198 w 601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7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5" name="Freeform 1624">
                      <a:extLst>
                        <a:ext uri="{FF2B5EF4-FFF2-40B4-BE49-F238E27FC236}">
                          <a16:creationId xmlns:a16="http://schemas.microsoft.com/office/drawing/2014/main" id="{2A030569-E25C-0DA7-D1DB-A051DB8BBC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923" y="5427960"/>
                      <a:ext cx="12700" cy="5206"/>
                    </a:xfrm>
                    <a:custGeom>
                      <a:avLst/>
                      <a:gdLst>
                        <a:gd name="csX0" fmla="*/ 0 w 12700"/>
                        <a:gd name="csY0" fmla="*/ 0 h 5206"/>
                        <a:gd name="csX1" fmla="*/ 0 w 12700"/>
                        <a:gd name="csY1" fmla="*/ 5207 h 520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5206">
                          <a:moveTo>
                            <a:pt x="0" y="0"/>
                          </a:moveTo>
                          <a:lnTo>
                            <a:pt x="0" y="520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6" name="Freeform 1625">
                      <a:extLst>
                        <a:ext uri="{FF2B5EF4-FFF2-40B4-BE49-F238E27FC236}">
                          <a16:creationId xmlns:a16="http://schemas.microsoft.com/office/drawing/2014/main" id="{62D4AE05-F41C-6D90-5FFA-AAA6E6A2F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825" y="5433167"/>
                      <a:ext cx="60197" cy="12700"/>
                    </a:xfrm>
                    <a:custGeom>
                      <a:avLst/>
                      <a:gdLst>
                        <a:gd name="csX0" fmla="*/ 0 w 60197"/>
                        <a:gd name="csY0" fmla="*/ 0 h 12700"/>
                        <a:gd name="csX1" fmla="*/ 60198 w 601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97" h="12700">
                          <a:moveTo>
                            <a:pt x="0" y="0"/>
                          </a:moveTo>
                          <a:lnTo>
                            <a:pt x="601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7" name="Freeform 1626">
                      <a:extLst>
                        <a:ext uri="{FF2B5EF4-FFF2-40B4-BE49-F238E27FC236}">
                          <a16:creationId xmlns:a16="http://schemas.microsoft.com/office/drawing/2014/main" id="{303C9128-2AAE-30D3-E5E8-2EEFD95E79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6561" y="5306801"/>
                      <a:ext cx="60070" cy="12700"/>
                    </a:xfrm>
                    <a:custGeom>
                      <a:avLst/>
                      <a:gdLst>
                        <a:gd name="csX0" fmla="*/ 0 w 60070"/>
                        <a:gd name="csY0" fmla="*/ 0 h 12700"/>
                        <a:gd name="csX1" fmla="*/ 60071 w 6007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070" h="12700">
                          <a:moveTo>
                            <a:pt x="0" y="0"/>
                          </a:moveTo>
                          <a:lnTo>
                            <a:pt x="60071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8" name="Freeform 1627">
                      <a:extLst>
                        <a:ext uri="{FF2B5EF4-FFF2-40B4-BE49-F238E27FC236}">
                          <a16:creationId xmlns:a16="http://schemas.microsoft.com/office/drawing/2014/main" id="{5F7F2A05-CEB3-92D6-65FB-7A57AA8DE3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659" y="5306801"/>
                      <a:ext cx="12700" cy="77088"/>
                    </a:xfrm>
                    <a:custGeom>
                      <a:avLst/>
                      <a:gdLst>
                        <a:gd name="csX0" fmla="*/ 0 w 12700"/>
                        <a:gd name="csY0" fmla="*/ 0 h 77088"/>
                        <a:gd name="csX1" fmla="*/ 0 w 12700"/>
                        <a:gd name="csY1" fmla="*/ 77089 h 7708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7088">
                          <a:moveTo>
                            <a:pt x="0" y="0"/>
                          </a:moveTo>
                          <a:lnTo>
                            <a:pt x="0" y="7708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29" name="Freeform 1628">
                      <a:extLst>
                        <a:ext uri="{FF2B5EF4-FFF2-40B4-BE49-F238E27FC236}">
                          <a16:creationId xmlns:a16="http://schemas.microsoft.com/office/drawing/2014/main" id="{2B5C3ECF-759D-E2AE-B201-155A03673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6561" y="5383890"/>
                      <a:ext cx="60070" cy="12700"/>
                    </a:xfrm>
                    <a:custGeom>
                      <a:avLst/>
                      <a:gdLst>
                        <a:gd name="csX0" fmla="*/ 0 w 60070"/>
                        <a:gd name="csY0" fmla="*/ 0 h 12700"/>
                        <a:gd name="csX1" fmla="*/ 60071 w 6007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070" h="12700">
                          <a:moveTo>
                            <a:pt x="0" y="0"/>
                          </a:moveTo>
                          <a:lnTo>
                            <a:pt x="60071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0" name="Freeform 1629">
                      <a:extLst>
                        <a:ext uri="{FF2B5EF4-FFF2-40B4-BE49-F238E27FC236}">
                          <a16:creationId xmlns:a16="http://schemas.microsoft.com/office/drawing/2014/main" id="{150DFB53-407D-82E6-6C10-9F6189F76E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0336" y="541030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1" name="Freeform 1630">
                      <a:extLst>
                        <a:ext uri="{FF2B5EF4-FFF2-40B4-BE49-F238E27FC236}">
                          <a16:creationId xmlns:a16="http://schemas.microsoft.com/office/drawing/2014/main" id="{CE0F5C05-3EE4-E537-AFC1-A87D72DDA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0603" y="521929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2" name="Freeform 1631">
                      <a:extLst>
                        <a:ext uri="{FF2B5EF4-FFF2-40B4-BE49-F238E27FC236}">
                          <a16:creationId xmlns:a16="http://schemas.microsoft.com/office/drawing/2014/main" id="{F2C1B717-D988-8CAB-EFC3-C9B883C69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1045" y="543380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3" name="Freeform 1632">
                      <a:extLst>
                        <a:ext uri="{FF2B5EF4-FFF2-40B4-BE49-F238E27FC236}">
                          <a16:creationId xmlns:a16="http://schemas.microsoft.com/office/drawing/2014/main" id="{22F971DB-9CCE-D92B-E5C0-EA4EF6504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532" y="541424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4" name="Freeform 1633">
                      <a:extLst>
                        <a:ext uri="{FF2B5EF4-FFF2-40B4-BE49-F238E27FC236}">
                          <a16:creationId xmlns:a16="http://schemas.microsoft.com/office/drawing/2014/main" id="{15B47AC5-2879-E31B-6818-81A4B47F3A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1345" y="53257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5" name="Freeform 1634">
                      <a:extLst>
                        <a:ext uri="{FF2B5EF4-FFF2-40B4-BE49-F238E27FC236}">
                          <a16:creationId xmlns:a16="http://schemas.microsoft.com/office/drawing/2014/main" id="{A693DBAE-22FA-6C3D-F626-FBE16F89F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9134" y="537830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6" name="Freeform 1635">
                      <a:extLst>
                        <a:ext uri="{FF2B5EF4-FFF2-40B4-BE49-F238E27FC236}">
                          <a16:creationId xmlns:a16="http://schemas.microsoft.com/office/drawing/2014/main" id="{1FCE2F04-9D5F-F270-44E6-F637B0191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4266" y="532674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7" name="Freeform 1636">
                      <a:extLst>
                        <a:ext uri="{FF2B5EF4-FFF2-40B4-BE49-F238E27FC236}">
                          <a16:creationId xmlns:a16="http://schemas.microsoft.com/office/drawing/2014/main" id="{F1D4FE31-A1BB-0AFD-5A8E-84D4E015AF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7577" y="519085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8" name="Freeform 1637">
                      <a:extLst>
                        <a:ext uri="{FF2B5EF4-FFF2-40B4-BE49-F238E27FC236}">
                          <a16:creationId xmlns:a16="http://schemas.microsoft.com/office/drawing/2014/main" id="{B69BE122-CA13-BD7B-1C7F-5A52776DF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1853" y="530959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39" name="Freeform 1638">
                      <a:extLst>
                        <a:ext uri="{FF2B5EF4-FFF2-40B4-BE49-F238E27FC236}">
                          <a16:creationId xmlns:a16="http://schemas.microsoft.com/office/drawing/2014/main" id="{21F4B77E-37EF-4DCF-307F-D14C3AC2C0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4722" y="530388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0" name="Freeform 1639">
                      <a:extLst>
                        <a:ext uri="{FF2B5EF4-FFF2-40B4-BE49-F238E27FC236}">
                          <a16:creationId xmlns:a16="http://schemas.microsoft.com/office/drawing/2014/main" id="{53A08859-1D8A-1EE5-D099-6D064DB01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5884" y="53583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1" name="Freeform 1640">
                      <a:extLst>
                        <a:ext uri="{FF2B5EF4-FFF2-40B4-BE49-F238E27FC236}">
                          <a16:creationId xmlns:a16="http://schemas.microsoft.com/office/drawing/2014/main" id="{FA5EB3A3-C6F3-7D28-3D7C-BE45CFE37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230" y="54256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2" name="Freeform 1641">
                      <a:extLst>
                        <a:ext uri="{FF2B5EF4-FFF2-40B4-BE49-F238E27FC236}">
                          <a16:creationId xmlns:a16="http://schemas.microsoft.com/office/drawing/2014/main" id="{E96C46C6-73E3-2604-3354-7A8D2C861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0235" y="53802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3" name="Freeform 1642">
                      <a:extLst>
                        <a:ext uri="{FF2B5EF4-FFF2-40B4-BE49-F238E27FC236}">
                          <a16:creationId xmlns:a16="http://schemas.microsoft.com/office/drawing/2014/main" id="{74857533-3E8C-E6BF-0D85-003DF51B3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0156" y="553235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4" name="Freeform 1643">
                      <a:extLst>
                        <a:ext uri="{FF2B5EF4-FFF2-40B4-BE49-F238E27FC236}">
                          <a16:creationId xmlns:a16="http://schemas.microsoft.com/office/drawing/2014/main" id="{66AA3E18-C92B-D40F-A828-E16F9DCA0B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7483" y="525117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5" name="Freeform 1644">
                      <a:extLst>
                        <a:ext uri="{FF2B5EF4-FFF2-40B4-BE49-F238E27FC236}">
                          <a16:creationId xmlns:a16="http://schemas.microsoft.com/office/drawing/2014/main" id="{00C21586-B00F-2706-74D0-C2B339239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0362" y="516316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6" name="Freeform 1645">
                      <a:extLst>
                        <a:ext uri="{FF2B5EF4-FFF2-40B4-BE49-F238E27FC236}">
                          <a16:creationId xmlns:a16="http://schemas.microsoft.com/office/drawing/2014/main" id="{97454E78-6D6E-A552-88FD-299F5AA5E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241" y="541551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7" name="Freeform 1646">
                      <a:extLst>
                        <a:ext uri="{FF2B5EF4-FFF2-40B4-BE49-F238E27FC236}">
                          <a16:creationId xmlns:a16="http://schemas.microsoft.com/office/drawing/2014/main" id="{EA47F908-1D56-FD18-AB5E-C12A76C57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5965" y="523619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8" name="Freeform 1647">
                      <a:extLst>
                        <a:ext uri="{FF2B5EF4-FFF2-40B4-BE49-F238E27FC236}">
                          <a16:creationId xmlns:a16="http://schemas.microsoft.com/office/drawing/2014/main" id="{EB22BB9E-5E22-C124-8A54-172A0C4AF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96" y="533029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49" name="Freeform 1648">
                      <a:extLst>
                        <a:ext uri="{FF2B5EF4-FFF2-40B4-BE49-F238E27FC236}">
                          <a16:creationId xmlns:a16="http://schemas.microsoft.com/office/drawing/2014/main" id="{CFAB2F34-D7F6-BC58-4FBC-815A187667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9300" y="533664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50" name="Freeform 1649">
                      <a:extLst>
                        <a:ext uri="{FF2B5EF4-FFF2-40B4-BE49-F238E27FC236}">
                          <a16:creationId xmlns:a16="http://schemas.microsoft.com/office/drawing/2014/main" id="{2155D8B8-2138-8A4F-CE24-BB70AA1A5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9714" y="53929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51" name="TextBox 1650">
                      <a:extLst>
                        <a:ext uri="{FF2B5EF4-FFF2-40B4-BE49-F238E27FC236}">
                          <a16:creationId xmlns:a16="http://schemas.microsoft.com/office/drawing/2014/main" id="{A1FADC4E-9478-1D3A-E88F-DA5319FC8F1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750470" y="4962593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1652" name="Freeform 1651">
                      <a:extLst>
                        <a:ext uri="{FF2B5EF4-FFF2-40B4-BE49-F238E27FC236}">
                          <a16:creationId xmlns:a16="http://schemas.microsoft.com/office/drawing/2014/main" id="{CEF0A359-16A3-0BE4-C432-DA29331EF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5188" y="5135479"/>
                      <a:ext cx="135254" cy="12700"/>
                    </a:xfrm>
                    <a:custGeom>
                      <a:avLst/>
                      <a:gdLst>
                        <a:gd name="csX0" fmla="*/ 0 w 135254"/>
                        <a:gd name="csY0" fmla="*/ 0 h 12700"/>
                        <a:gd name="csX1" fmla="*/ 135255 w 13525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35254" h="12700">
                          <a:moveTo>
                            <a:pt x="0" y="0"/>
                          </a:moveTo>
                          <a:lnTo>
                            <a:pt x="135255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53" name="TextBox 1652">
                      <a:extLst>
                        <a:ext uri="{FF2B5EF4-FFF2-40B4-BE49-F238E27FC236}">
                          <a16:creationId xmlns:a16="http://schemas.microsoft.com/office/drawing/2014/main" id="{54F976B1-93A4-16E7-9A74-A97F1D57F49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26117" y="4962593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1654" name="Freeform 1653">
                      <a:extLst>
                        <a:ext uri="{FF2B5EF4-FFF2-40B4-BE49-F238E27FC236}">
                          <a16:creationId xmlns:a16="http://schemas.microsoft.com/office/drawing/2014/main" id="{AA18E1E7-7F04-CDA1-248E-952D7009A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0542" y="5135479"/>
                      <a:ext cx="436118" cy="12700"/>
                    </a:xfrm>
                    <a:custGeom>
                      <a:avLst/>
                      <a:gdLst>
                        <a:gd name="csX0" fmla="*/ 0 w 436118"/>
                        <a:gd name="csY0" fmla="*/ 0 h 12700"/>
                        <a:gd name="csX1" fmla="*/ 436118 w 43611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36118" h="12700">
                          <a:moveTo>
                            <a:pt x="0" y="0"/>
                          </a:moveTo>
                          <a:lnTo>
                            <a:pt x="436118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55" name="TextBox 1654">
                      <a:extLst>
                        <a:ext uri="{FF2B5EF4-FFF2-40B4-BE49-F238E27FC236}">
                          <a16:creationId xmlns:a16="http://schemas.microsoft.com/office/drawing/2014/main" id="{092DACC6-5185-75DD-3E5E-68E6D185AEC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8173" y="4904707"/>
                      <a:ext cx="415499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0.27</a:t>
                      </a:r>
                    </a:p>
                  </p:txBody>
                </p:sp>
                <p:sp>
                  <p:nvSpPr>
                    <p:cNvPr id="1656" name="Freeform 1655">
                      <a:extLst>
                        <a:ext uri="{FF2B5EF4-FFF2-40B4-BE49-F238E27FC236}">
                          <a16:creationId xmlns:a16="http://schemas.microsoft.com/office/drawing/2014/main" id="{8F334AD3-F4F3-7B82-1A12-9D48A1EC5D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5188" y="5022576"/>
                      <a:ext cx="601472" cy="12700"/>
                    </a:xfrm>
                    <a:custGeom>
                      <a:avLst/>
                      <a:gdLst>
                        <a:gd name="csX0" fmla="*/ 0 w 601472"/>
                        <a:gd name="csY0" fmla="*/ 0 h 12700"/>
                        <a:gd name="csX1" fmla="*/ 601472 w 601472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01472" h="12700">
                          <a:moveTo>
                            <a:pt x="0" y="0"/>
                          </a:moveTo>
                          <a:lnTo>
                            <a:pt x="60147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657" name="Graphic 1513">
                    <a:extLst>
                      <a:ext uri="{FF2B5EF4-FFF2-40B4-BE49-F238E27FC236}">
                        <a16:creationId xmlns:a16="http://schemas.microsoft.com/office/drawing/2014/main" id="{3AB3D92B-DA6B-2A95-88B1-151E16D3C7EB}"/>
                      </a:ext>
                    </a:extLst>
                  </p:cNvPr>
                  <p:cNvGrpSpPr/>
                  <p:nvPr/>
                </p:nvGrpSpPr>
                <p:grpSpPr>
                  <a:xfrm>
                    <a:off x="1354711" y="4652629"/>
                    <a:ext cx="1185540" cy="1190718"/>
                    <a:chOff x="1354711" y="4652629"/>
                    <a:chExt cx="1185540" cy="1190718"/>
                  </a:xfrm>
                </p:grpSpPr>
                <p:sp>
                  <p:nvSpPr>
                    <p:cNvPr id="1658" name="Freeform 1657">
                      <a:extLst>
                        <a:ext uri="{FF2B5EF4-FFF2-40B4-BE49-F238E27FC236}">
                          <a16:creationId xmlns:a16="http://schemas.microsoft.com/office/drawing/2014/main" id="{4D9A2121-C360-9515-AF0A-BCF4E5F6C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5017" y="4954885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59" name="TextBox 1658">
                      <a:extLst>
                        <a:ext uri="{FF2B5EF4-FFF2-40B4-BE49-F238E27FC236}">
                          <a16:creationId xmlns:a16="http://schemas.microsoft.com/office/drawing/2014/main" id="{C03E1AB9-68E5-0AA7-0313-5FDC5AEBA06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14642" y="552516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1660" name="TextBox 1659">
                      <a:extLst>
                        <a:ext uri="{FF2B5EF4-FFF2-40B4-BE49-F238E27FC236}">
                          <a16:creationId xmlns:a16="http://schemas.microsoft.com/office/drawing/2014/main" id="{20C9D510-BC3B-960C-AA50-5275B725C9D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14642" y="527751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5%</a:t>
                      </a:r>
                    </a:p>
                  </p:txBody>
                </p:sp>
                <p:sp>
                  <p:nvSpPr>
                    <p:cNvPr id="1661" name="TextBox 1660">
                      <a:extLst>
                        <a:ext uri="{FF2B5EF4-FFF2-40B4-BE49-F238E27FC236}">
                          <a16:creationId xmlns:a16="http://schemas.microsoft.com/office/drawing/2014/main" id="{EAE37AD7-9196-9CD2-3DA8-E16737EA3B1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4711" y="5029733"/>
                      <a:ext cx="39145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10%</a:t>
                      </a: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EDD3467-49D1-539C-C6A7-5301D3C84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0220" y="5632049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3" name="Freeform 1662">
                      <a:extLst>
                        <a:ext uri="{FF2B5EF4-FFF2-40B4-BE49-F238E27FC236}">
                          <a16:creationId xmlns:a16="http://schemas.microsoft.com/office/drawing/2014/main" id="{961E9F5C-7970-AC16-2292-A8B887B9A4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0220" y="5384399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4" name="Freeform 1663">
                      <a:extLst>
                        <a:ext uri="{FF2B5EF4-FFF2-40B4-BE49-F238E27FC236}">
                          <a16:creationId xmlns:a16="http://schemas.microsoft.com/office/drawing/2014/main" id="{5A7F2096-6A37-FB26-FEA7-CDA91F4E8C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0220" y="5136622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5" name="Freeform 1664">
                      <a:extLst>
                        <a:ext uri="{FF2B5EF4-FFF2-40B4-BE49-F238E27FC236}">
                          <a16:creationId xmlns:a16="http://schemas.microsoft.com/office/drawing/2014/main" id="{9F08E451-48C0-2DED-3CDF-282A40FD6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5017" y="5632049"/>
                      <a:ext cx="781811" cy="12700"/>
                    </a:xfrm>
                    <a:custGeom>
                      <a:avLst/>
                      <a:gdLst>
                        <a:gd name="csX0" fmla="*/ 0 w 781811"/>
                        <a:gd name="csY0" fmla="*/ 0 h 12700"/>
                        <a:gd name="csX1" fmla="*/ 781812 w 78181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781811" h="12700">
                          <a:moveTo>
                            <a:pt x="0" y="0"/>
                          </a:moveTo>
                          <a:lnTo>
                            <a:pt x="78181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6" name="Freeform 1665">
                      <a:extLst>
                        <a:ext uri="{FF2B5EF4-FFF2-40B4-BE49-F238E27FC236}">
                          <a16:creationId xmlns:a16="http://schemas.microsoft.com/office/drawing/2014/main" id="{9E0670CA-C9DA-B394-0CA1-62EFF91A95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5188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7" name="Freeform 1666">
                      <a:extLst>
                        <a:ext uri="{FF2B5EF4-FFF2-40B4-BE49-F238E27FC236}">
                          <a16:creationId xmlns:a16="http://schemas.microsoft.com/office/drawing/2014/main" id="{307DD1E9-4CFF-768B-60F9-960889DC5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6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8" name="Freeform 1667">
                      <a:extLst>
                        <a:ext uri="{FF2B5EF4-FFF2-40B4-BE49-F238E27FC236}">
                          <a16:creationId xmlns:a16="http://schemas.microsoft.com/office/drawing/2014/main" id="{17489558-1B81-EA75-0EE5-87E4335712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923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69" name="Freeform 1668">
                      <a:extLst>
                        <a:ext uri="{FF2B5EF4-FFF2-40B4-BE49-F238E27FC236}">
                          <a16:creationId xmlns:a16="http://schemas.microsoft.com/office/drawing/2014/main" id="{EAF37601-683E-2DDD-5D20-F1598E89AC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292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70" name="Freeform 1669">
                      <a:extLst>
                        <a:ext uri="{FF2B5EF4-FFF2-40B4-BE49-F238E27FC236}">
                          <a16:creationId xmlns:a16="http://schemas.microsoft.com/office/drawing/2014/main" id="{31FB04A9-A3AB-A750-1945-BACE1A168C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659" y="5632049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71" name="TextBox 1670">
                      <a:extLst>
                        <a:ext uri="{FF2B5EF4-FFF2-40B4-BE49-F238E27FC236}">
                          <a16:creationId xmlns:a16="http://schemas.microsoft.com/office/drawing/2014/main" id="{FEEA035F-CF22-7B15-97A9-0D2D537515E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680374" y="5627903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672" name="TextBox 1671">
                      <a:extLst>
                        <a:ext uri="{FF2B5EF4-FFF2-40B4-BE49-F238E27FC236}">
                          <a16:creationId xmlns:a16="http://schemas.microsoft.com/office/drawing/2014/main" id="{683E4649-9792-B95F-A3C4-EC286396D21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858794" y="5627903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673" name="TextBox 1672">
                      <a:extLst>
                        <a:ext uri="{FF2B5EF4-FFF2-40B4-BE49-F238E27FC236}">
                          <a16:creationId xmlns:a16="http://schemas.microsoft.com/office/drawing/2014/main" id="{5EB68B6C-9C71-C71E-4086-0A14FF6F422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80309" y="5627903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674" name="TextBox 1673">
                      <a:extLst>
                        <a:ext uri="{FF2B5EF4-FFF2-40B4-BE49-F238E27FC236}">
                          <a16:creationId xmlns:a16="http://schemas.microsoft.com/office/drawing/2014/main" id="{5DD634C5-3A8E-668A-8796-D2EC4111B52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105830" y="5627903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675" name="TextBox 1674">
                      <a:extLst>
                        <a:ext uri="{FF2B5EF4-FFF2-40B4-BE49-F238E27FC236}">
                          <a16:creationId xmlns:a16="http://schemas.microsoft.com/office/drawing/2014/main" id="{58F4D455-068C-A7BC-0F56-58738BBE93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93067" y="5627903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678" name="TextBox 1677">
                      <a:extLst>
                        <a:ext uri="{FF2B5EF4-FFF2-40B4-BE49-F238E27FC236}">
                          <a16:creationId xmlns:a16="http://schemas.microsoft.com/office/drawing/2014/main" id="{1122E400-A08C-5ABE-E73B-C1B58E60E14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762101" y="4652629"/>
                      <a:ext cx="59663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4</a:t>
                      </a:r>
                      <a:r>
                        <a:rPr lang="en-US" sz="100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_TGN</a:t>
                      </a:r>
                      <a:endPara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endParaRPr>
                    </a:p>
                  </p:txBody>
                </p:sp>
              </p:grpSp>
            </p:grpSp>
            <p:grpSp>
              <p:nvGrpSpPr>
                <p:cNvPr id="1679" name="Graphic 1517">
                  <a:extLst>
                    <a:ext uri="{FF2B5EF4-FFF2-40B4-BE49-F238E27FC236}">
                      <a16:creationId xmlns:a16="http://schemas.microsoft.com/office/drawing/2014/main" id="{138DD808-66F4-D316-EED6-3FBCF34A582D}"/>
                    </a:ext>
                  </a:extLst>
                </p:cNvPr>
                <p:cNvGrpSpPr/>
                <p:nvPr/>
              </p:nvGrpSpPr>
              <p:grpSpPr>
                <a:xfrm>
                  <a:off x="3369072" y="4649086"/>
                  <a:ext cx="1180473" cy="1190718"/>
                  <a:chOff x="2470796" y="4661384"/>
                  <a:chExt cx="1180473" cy="1190718"/>
                </a:xfrm>
              </p:grpSpPr>
              <p:grpSp>
                <p:nvGrpSpPr>
                  <p:cNvPr id="1682" name="Graphic 1517">
                    <a:extLst>
                      <a:ext uri="{FF2B5EF4-FFF2-40B4-BE49-F238E27FC236}">
                        <a16:creationId xmlns:a16="http://schemas.microsoft.com/office/drawing/2014/main" id="{3EDB4C37-2A27-AC4C-F0ED-D6612293F67E}"/>
                      </a:ext>
                    </a:extLst>
                  </p:cNvPr>
                  <p:cNvGrpSpPr/>
                  <p:nvPr/>
                </p:nvGrpSpPr>
                <p:grpSpPr>
                  <a:xfrm>
                    <a:off x="2726096" y="4858445"/>
                    <a:ext cx="898990" cy="793408"/>
                    <a:chOff x="2726096" y="4858445"/>
                    <a:chExt cx="898990" cy="793408"/>
                  </a:xfrm>
                </p:grpSpPr>
                <p:sp>
                  <p:nvSpPr>
                    <p:cNvPr id="1683" name="Freeform 1682">
                      <a:extLst>
                        <a:ext uri="{FF2B5EF4-FFF2-40B4-BE49-F238E27FC236}">
                          <a16:creationId xmlns:a16="http://schemas.microsoft.com/office/drawing/2014/main" id="{DBC8C971-E58E-A527-52F6-BC66259A80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045" y="4963640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4" name="Freeform 1683">
                      <a:extLst>
                        <a:ext uri="{FF2B5EF4-FFF2-40B4-BE49-F238E27FC236}">
                          <a16:creationId xmlns:a16="http://schemas.microsoft.com/office/drawing/2014/main" id="{A770E688-6689-5193-D9DD-5F0C8B34AD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9813" y="5422618"/>
                      <a:ext cx="97409" cy="218186"/>
                    </a:xfrm>
                    <a:custGeom>
                      <a:avLst/>
                      <a:gdLst>
                        <a:gd name="csX0" fmla="*/ 0 w 97409"/>
                        <a:gd name="csY0" fmla="*/ 0 h 218186"/>
                        <a:gd name="csX1" fmla="*/ 97409 w 97409"/>
                        <a:gd name="csY1" fmla="*/ 0 h 218186"/>
                        <a:gd name="csX2" fmla="*/ 97409 w 97409"/>
                        <a:gd name="csY2" fmla="*/ 218186 h 218186"/>
                        <a:gd name="csX3" fmla="*/ 0 w 97409"/>
                        <a:gd name="csY3" fmla="*/ 218186 h 21818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18186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18186"/>
                          </a:lnTo>
                          <a:lnTo>
                            <a:pt x="0" y="218186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5" name="Freeform 1684">
                      <a:extLst>
                        <a:ext uri="{FF2B5EF4-FFF2-40B4-BE49-F238E27FC236}">
                          <a16:creationId xmlns:a16="http://schemas.microsoft.com/office/drawing/2014/main" id="{0FBFD5C0-4B42-15C7-18B7-E10D546A8A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2119" y="5469735"/>
                      <a:ext cx="97409" cy="171069"/>
                    </a:xfrm>
                    <a:custGeom>
                      <a:avLst/>
                      <a:gdLst>
                        <a:gd name="csX0" fmla="*/ 0 w 97409"/>
                        <a:gd name="csY0" fmla="*/ 0 h 171069"/>
                        <a:gd name="csX1" fmla="*/ 97409 w 97409"/>
                        <a:gd name="csY1" fmla="*/ 0 h 171069"/>
                        <a:gd name="csX2" fmla="*/ 97409 w 97409"/>
                        <a:gd name="csY2" fmla="*/ 171069 h 171069"/>
                        <a:gd name="csX3" fmla="*/ 0 w 97409"/>
                        <a:gd name="csY3" fmla="*/ 171069 h 17106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171069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171069"/>
                          </a:lnTo>
                          <a:lnTo>
                            <a:pt x="0" y="171069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6" name="Freeform 1685">
                      <a:extLst>
                        <a:ext uri="{FF2B5EF4-FFF2-40B4-BE49-F238E27FC236}">
                          <a16:creationId xmlns:a16="http://schemas.microsoft.com/office/drawing/2014/main" id="{7723B0AC-5D53-4511-C00C-021B6AF8AD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4425" y="5408140"/>
                      <a:ext cx="97409" cy="232664"/>
                    </a:xfrm>
                    <a:custGeom>
                      <a:avLst/>
                      <a:gdLst>
                        <a:gd name="csX0" fmla="*/ 0 w 97409"/>
                        <a:gd name="csY0" fmla="*/ 0 h 232664"/>
                        <a:gd name="csX1" fmla="*/ 97409 w 97409"/>
                        <a:gd name="csY1" fmla="*/ 0 h 232664"/>
                        <a:gd name="csX2" fmla="*/ 97409 w 97409"/>
                        <a:gd name="csY2" fmla="*/ 232664 h 232664"/>
                        <a:gd name="csX3" fmla="*/ 0 w 97409"/>
                        <a:gd name="csY3" fmla="*/ 232664 h 23266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2664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2664"/>
                          </a:lnTo>
                          <a:lnTo>
                            <a:pt x="0" y="232664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7" name="Freeform 1686">
                      <a:extLst>
                        <a:ext uri="{FF2B5EF4-FFF2-40B4-BE49-F238E27FC236}">
                          <a16:creationId xmlns:a16="http://schemas.microsoft.com/office/drawing/2014/main" id="{EA7A90E6-4EFC-11D7-3AC3-E97C2DE3E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731" y="5412458"/>
                      <a:ext cx="97409" cy="228345"/>
                    </a:xfrm>
                    <a:custGeom>
                      <a:avLst/>
                      <a:gdLst>
                        <a:gd name="csX0" fmla="*/ 0 w 97409"/>
                        <a:gd name="csY0" fmla="*/ 0 h 228345"/>
                        <a:gd name="csX1" fmla="*/ 97409 w 97409"/>
                        <a:gd name="csY1" fmla="*/ 0 h 228345"/>
                        <a:gd name="csX2" fmla="*/ 97409 w 97409"/>
                        <a:gd name="csY2" fmla="*/ 228346 h 228345"/>
                        <a:gd name="csX3" fmla="*/ 0 w 97409"/>
                        <a:gd name="csY3" fmla="*/ 228346 h 22834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834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8346"/>
                          </a:lnTo>
                          <a:lnTo>
                            <a:pt x="0" y="228346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8" name="Freeform 1687">
                      <a:extLst>
                        <a:ext uri="{FF2B5EF4-FFF2-40B4-BE49-F238E27FC236}">
                          <a16:creationId xmlns:a16="http://schemas.microsoft.com/office/drawing/2014/main" id="{2096559A-01AB-6AB8-4218-40318365D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9037" y="5373977"/>
                      <a:ext cx="97409" cy="266827"/>
                    </a:xfrm>
                    <a:custGeom>
                      <a:avLst/>
                      <a:gdLst>
                        <a:gd name="csX0" fmla="*/ 0 w 97409"/>
                        <a:gd name="csY0" fmla="*/ 0 h 266827"/>
                        <a:gd name="csX1" fmla="*/ 97409 w 97409"/>
                        <a:gd name="csY1" fmla="*/ 0 h 266827"/>
                        <a:gd name="csX2" fmla="*/ 97409 w 97409"/>
                        <a:gd name="csY2" fmla="*/ 266827 h 266827"/>
                        <a:gd name="csX3" fmla="*/ 0 w 97409"/>
                        <a:gd name="csY3" fmla="*/ 266827 h 26682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66827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66827"/>
                          </a:lnTo>
                          <a:lnTo>
                            <a:pt x="0" y="266827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89" name="Freeform 1688">
                      <a:extLst>
                        <a:ext uri="{FF2B5EF4-FFF2-40B4-BE49-F238E27FC236}">
                          <a16:creationId xmlns:a16="http://schemas.microsoft.com/office/drawing/2014/main" id="{9408AD04-A0DA-326A-3041-F41100DA06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6069" y="5390359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0" name="Freeform 1689">
                      <a:extLst>
                        <a:ext uri="{FF2B5EF4-FFF2-40B4-BE49-F238E27FC236}">
                          <a16:creationId xmlns:a16="http://schemas.microsoft.com/office/drawing/2014/main" id="{B3A0C51A-CA09-5859-382D-5434A90B86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53" y="5390359"/>
                      <a:ext cx="12700" cy="64643"/>
                    </a:xfrm>
                    <a:custGeom>
                      <a:avLst/>
                      <a:gdLst>
                        <a:gd name="csX0" fmla="*/ 0 w 12700"/>
                        <a:gd name="csY0" fmla="*/ 0 h 64643"/>
                        <a:gd name="csX1" fmla="*/ 0 w 12700"/>
                        <a:gd name="csY1" fmla="*/ 64643 h 6464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4643">
                          <a:moveTo>
                            <a:pt x="0" y="0"/>
                          </a:moveTo>
                          <a:lnTo>
                            <a:pt x="0" y="64643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1" name="Freeform 1690">
                      <a:extLst>
                        <a:ext uri="{FF2B5EF4-FFF2-40B4-BE49-F238E27FC236}">
                          <a16:creationId xmlns:a16="http://schemas.microsoft.com/office/drawing/2014/main" id="{B6F93A82-12AF-C92F-A008-FDFA09001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6069" y="545500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2" name="Freeform 1691">
                      <a:extLst>
                        <a:ext uri="{FF2B5EF4-FFF2-40B4-BE49-F238E27FC236}">
                          <a16:creationId xmlns:a16="http://schemas.microsoft.com/office/drawing/2014/main" id="{4047937C-DE0C-2A4E-D774-4F78B0FE5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374" y="5437223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3" name="Freeform 1692">
                      <a:extLst>
                        <a:ext uri="{FF2B5EF4-FFF2-40B4-BE49-F238E27FC236}">
                          <a16:creationId xmlns:a16="http://schemas.microsoft.com/office/drawing/2014/main" id="{EF6EBDCE-8F5A-B8ED-40F2-4518F643E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759" y="5437223"/>
                      <a:ext cx="12700" cy="65023"/>
                    </a:xfrm>
                    <a:custGeom>
                      <a:avLst/>
                      <a:gdLst>
                        <a:gd name="csX0" fmla="*/ 0 w 12700"/>
                        <a:gd name="csY0" fmla="*/ 0 h 65023"/>
                        <a:gd name="csX1" fmla="*/ 0 w 12700"/>
                        <a:gd name="csY1" fmla="*/ 65024 h 6502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5023">
                          <a:moveTo>
                            <a:pt x="0" y="0"/>
                          </a:moveTo>
                          <a:lnTo>
                            <a:pt x="0" y="65024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4" name="Freeform 1693">
                      <a:extLst>
                        <a:ext uri="{FF2B5EF4-FFF2-40B4-BE49-F238E27FC236}">
                          <a16:creationId xmlns:a16="http://schemas.microsoft.com/office/drawing/2014/main" id="{76DCEF35-A117-FC8F-544D-9A1EA34AF0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374" y="550224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5" name="Freeform 1694">
                      <a:extLst>
                        <a:ext uri="{FF2B5EF4-FFF2-40B4-BE49-F238E27FC236}">
                          <a16:creationId xmlns:a16="http://schemas.microsoft.com/office/drawing/2014/main" id="{FA8F2152-8BD9-8010-0B52-F275D85FC9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0680" y="5317588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6" name="Freeform 1695">
                      <a:extLst>
                        <a:ext uri="{FF2B5EF4-FFF2-40B4-BE49-F238E27FC236}">
                          <a16:creationId xmlns:a16="http://schemas.microsoft.com/office/drawing/2014/main" id="{4FA0FB6D-369C-D3CB-4413-A3F5E0637D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066" y="5317588"/>
                      <a:ext cx="12700" cy="181229"/>
                    </a:xfrm>
                    <a:custGeom>
                      <a:avLst/>
                      <a:gdLst>
                        <a:gd name="csX0" fmla="*/ 0 w 12700"/>
                        <a:gd name="csY0" fmla="*/ 0 h 181229"/>
                        <a:gd name="csX1" fmla="*/ 0 w 12700"/>
                        <a:gd name="csY1" fmla="*/ 181229 h 18122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81229">
                          <a:moveTo>
                            <a:pt x="0" y="0"/>
                          </a:moveTo>
                          <a:lnTo>
                            <a:pt x="0" y="18122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7" name="Freeform 1696">
                      <a:extLst>
                        <a:ext uri="{FF2B5EF4-FFF2-40B4-BE49-F238E27FC236}">
                          <a16:creationId xmlns:a16="http://schemas.microsoft.com/office/drawing/2014/main" id="{BDE51971-B304-DB35-6044-8CB8FDCB78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0680" y="549881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8" name="Freeform 1697">
                      <a:extLst>
                        <a:ext uri="{FF2B5EF4-FFF2-40B4-BE49-F238E27FC236}">
                          <a16:creationId xmlns:a16="http://schemas.microsoft.com/office/drawing/2014/main" id="{1FAAED28-D88F-F34B-65DD-CBDF45C02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5293" y="531606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699" name="Freeform 1698">
                      <a:extLst>
                        <a:ext uri="{FF2B5EF4-FFF2-40B4-BE49-F238E27FC236}">
                          <a16:creationId xmlns:a16="http://schemas.microsoft.com/office/drawing/2014/main" id="{857D8A5E-1ADC-AF6D-DB3A-575E9380F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7677" y="5316065"/>
                      <a:ext cx="12700" cy="115951"/>
                    </a:xfrm>
                    <a:custGeom>
                      <a:avLst/>
                      <a:gdLst>
                        <a:gd name="csX0" fmla="*/ 0 w 12700"/>
                        <a:gd name="csY0" fmla="*/ 0 h 115951"/>
                        <a:gd name="csX1" fmla="*/ 0 w 12700"/>
                        <a:gd name="csY1" fmla="*/ 115951 h 11595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15951">
                          <a:moveTo>
                            <a:pt x="0" y="0"/>
                          </a:moveTo>
                          <a:lnTo>
                            <a:pt x="0" y="11595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0" name="Freeform 1699">
                      <a:extLst>
                        <a:ext uri="{FF2B5EF4-FFF2-40B4-BE49-F238E27FC236}">
                          <a16:creationId xmlns:a16="http://schemas.microsoft.com/office/drawing/2014/main" id="{3311B9BA-46C4-B2EA-8FE1-2050D7CE5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5293" y="543201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1" name="Freeform 1700">
                      <a:extLst>
                        <a:ext uri="{FF2B5EF4-FFF2-40B4-BE49-F238E27FC236}">
                          <a16:creationId xmlns:a16="http://schemas.microsoft.com/office/drawing/2014/main" id="{583B24B3-D511-6834-5B9C-735B469B5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8494" y="548065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2" name="Freeform 1701">
                      <a:extLst>
                        <a:ext uri="{FF2B5EF4-FFF2-40B4-BE49-F238E27FC236}">
                          <a16:creationId xmlns:a16="http://schemas.microsoft.com/office/drawing/2014/main" id="{B713550D-1508-C66F-3C72-24BED02B5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6950" y="538794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3" name="Freeform 1702">
                      <a:extLst>
                        <a:ext uri="{FF2B5EF4-FFF2-40B4-BE49-F238E27FC236}">
                          <a16:creationId xmlns:a16="http://schemas.microsoft.com/office/drawing/2014/main" id="{71FCDDF2-996B-E9CD-8F7B-577D2E8A2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868" y="54123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4" name="Freeform 1703">
                      <a:extLst>
                        <a:ext uri="{FF2B5EF4-FFF2-40B4-BE49-F238E27FC236}">
                          <a16:creationId xmlns:a16="http://schemas.microsoft.com/office/drawing/2014/main" id="{C60B0F26-DBD4-EF01-05E0-7748A03E6B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0439" y="546871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5" name="Freeform 1704">
                      <a:extLst>
                        <a:ext uri="{FF2B5EF4-FFF2-40B4-BE49-F238E27FC236}">
                          <a16:creationId xmlns:a16="http://schemas.microsoft.com/office/drawing/2014/main" id="{CCA297C6-E185-0CC8-0B8E-0FA42FDD9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4992" y="540902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6" name="Freeform 1705">
                      <a:extLst>
                        <a:ext uri="{FF2B5EF4-FFF2-40B4-BE49-F238E27FC236}">
                          <a16:creationId xmlns:a16="http://schemas.microsoft.com/office/drawing/2014/main" id="{04E4ADC8-A4F4-AB03-36B6-3C416CD7B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0279" y="550872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7" name="Freeform 1706">
                      <a:extLst>
                        <a:ext uri="{FF2B5EF4-FFF2-40B4-BE49-F238E27FC236}">
                          <a16:creationId xmlns:a16="http://schemas.microsoft.com/office/drawing/2014/main" id="{DD49B491-B28E-4F0C-D8E7-824F5B2F08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8167" y="53135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8" name="Freeform 1707">
                      <a:extLst>
                        <a:ext uri="{FF2B5EF4-FFF2-40B4-BE49-F238E27FC236}">
                          <a16:creationId xmlns:a16="http://schemas.microsoft.com/office/drawing/2014/main" id="{353EB548-4C27-C7BD-E256-6B466EA69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7833" y="51712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09" name="Freeform 1708">
                      <a:extLst>
                        <a:ext uri="{FF2B5EF4-FFF2-40B4-BE49-F238E27FC236}">
                          <a16:creationId xmlns:a16="http://schemas.microsoft.com/office/drawing/2014/main" id="{E6CCA944-2FB1-58A3-4B4D-10EF029289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500" y="538616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0" name="Freeform 1709">
                      <a:extLst>
                        <a:ext uri="{FF2B5EF4-FFF2-40B4-BE49-F238E27FC236}">
                          <a16:creationId xmlns:a16="http://schemas.microsoft.com/office/drawing/2014/main" id="{A1004357-3B96-6463-FC05-C0534B07B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6375" y="519185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1" name="Freeform 1710">
                      <a:extLst>
                        <a:ext uri="{FF2B5EF4-FFF2-40B4-BE49-F238E27FC236}">
                          <a16:creationId xmlns:a16="http://schemas.microsoft.com/office/drawing/2014/main" id="{100756D0-9A15-DA2F-E161-9697357EF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9023" y="54128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2" name="Freeform 1711">
                      <a:extLst>
                        <a:ext uri="{FF2B5EF4-FFF2-40B4-BE49-F238E27FC236}">
                          <a16:creationId xmlns:a16="http://schemas.microsoft.com/office/drawing/2014/main" id="{9E485262-6E33-6DEC-4192-F067304104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6756" y="540623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3" name="Freeform 1712">
                      <a:extLst>
                        <a:ext uri="{FF2B5EF4-FFF2-40B4-BE49-F238E27FC236}">
                          <a16:creationId xmlns:a16="http://schemas.microsoft.com/office/drawing/2014/main" id="{D73C6DBE-8049-8551-9EFC-5BA472C8F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4517" y="554784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4" name="Freeform 1713">
                      <a:extLst>
                        <a:ext uri="{FF2B5EF4-FFF2-40B4-BE49-F238E27FC236}">
                          <a16:creationId xmlns:a16="http://schemas.microsoft.com/office/drawing/2014/main" id="{F5663DB2-8613-E4A6-2476-BE50034C7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4852" y="552637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5" name="Freeform 1714">
                      <a:extLst>
                        <a:ext uri="{FF2B5EF4-FFF2-40B4-BE49-F238E27FC236}">
                          <a16:creationId xmlns:a16="http://schemas.microsoft.com/office/drawing/2014/main" id="{70CA14C0-6FE2-CB8F-D1F4-43DCB89636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8501" y="538896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6" name="Freeform 1715">
                      <a:extLst>
                        <a:ext uri="{FF2B5EF4-FFF2-40B4-BE49-F238E27FC236}">
                          <a16:creationId xmlns:a16="http://schemas.microsoft.com/office/drawing/2014/main" id="{38CC86C5-7789-5FB9-A952-AA5274BC9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4771" y="535848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7" name="Freeform 1716">
                      <a:extLst>
                        <a:ext uri="{FF2B5EF4-FFF2-40B4-BE49-F238E27FC236}">
                          <a16:creationId xmlns:a16="http://schemas.microsoft.com/office/drawing/2014/main" id="{4FC1A167-48D2-D331-769F-E8708F9FF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0526" y="529942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8" name="Freeform 1717">
                      <a:extLst>
                        <a:ext uri="{FF2B5EF4-FFF2-40B4-BE49-F238E27FC236}">
                          <a16:creationId xmlns:a16="http://schemas.microsoft.com/office/drawing/2014/main" id="{0661F4BE-D79E-BF0E-59E5-EE1460AC5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0280" y="539531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19" name="Freeform 1718">
                      <a:extLst>
                        <a:ext uri="{FF2B5EF4-FFF2-40B4-BE49-F238E27FC236}">
                          <a16:creationId xmlns:a16="http://schemas.microsoft.com/office/drawing/2014/main" id="{8B556D3B-9647-8485-8017-3201DDE712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964" y="56157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0" name="Freeform 1719">
                      <a:extLst>
                        <a:ext uri="{FF2B5EF4-FFF2-40B4-BE49-F238E27FC236}">
                          <a16:creationId xmlns:a16="http://schemas.microsoft.com/office/drawing/2014/main" id="{0E634B6B-699F-F316-5061-661B22C00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370" y="539442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705852F2-DBC6-E241-11CE-3E0C0120DB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5934" y="541156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2" name="Freeform 1721">
                      <a:extLst>
                        <a:ext uri="{FF2B5EF4-FFF2-40B4-BE49-F238E27FC236}">
                          <a16:creationId xmlns:a16="http://schemas.microsoft.com/office/drawing/2014/main" id="{3E1770CF-B35F-3552-460E-4AD065A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1042" y="54125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3" name="TextBox 1722">
                      <a:extLst>
                        <a:ext uri="{FF2B5EF4-FFF2-40B4-BE49-F238E27FC236}">
                          <a16:creationId xmlns:a16="http://schemas.microsoft.com/office/drawing/2014/main" id="{99A799E3-56BB-7C29-7D18-0B5BADFF0B0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726096" y="5026238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0.096</a:t>
                      </a:r>
                    </a:p>
                  </p:txBody>
                </p:sp>
                <p:sp>
                  <p:nvSpPr>
                    <p:cNvPr id="1724" name="Freeform 1723">
                      <a:extLst>
                        <a:ext uri="{FF2B5EF4-FFF2-40B4-BE49-F238E27FC236}">
                          <a16:creationId xmlns:a16="http://schemas.microsoft.com/office/drawing/2014/main" id="{84DB117D-B64B-00DC-37E6-101FFCCD0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54" y="5144234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5" name="TextBox 1724">
                      <a:extLst>
                        <a:ext uri="{FF2B5EF4-FFF2-40B4-BE49-F238E27FC236}">
                          <a16:creationId xmlns:a16="http://schemas.microsoft.com/office/drawing/2014/main" id="{C2FE27A3-5328-C27D-818A-E852597EF37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79788" y="4971348"/>
                      <a:ext cx="4251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***</a:t>
                      </a:r>
                    </a:p>
                  </p:txBody>
                </p:sp>
                <p:sp>
                  <p:nvSpPr>
                    <p:cNvPr id="1726" name="Freeform 1725">
                      <a:extLst>
                        <a:ext uri="{FF2B5EF4-FFF2-40B4-BE49-F238E27FC236}">
                          <a16:creationId xmlns:a16="http://schemas.microsoft.com/office/drawing/2014/main" id="{9BBBE675-D933-0152-0ABB-16A40BE46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7016" y="5144234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27" name="TextBox 1726">
                      <a:extLst>
                        <a:ext uri="{FF2B5EF4-FFF2-40B4-BE49-F238E27FC236}">
                          <a16:creationId xmlns:a16="http://schemas.microsoft.com/office/drawing/2014/main" id="{935690D9-7C77-F287-3A3C-11E10C68786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990507" y="4858445"/>
                      <a:ext cx="4251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***</a:t>
                      </a:r>
                    </a:p>
                  </p:txBody>
                </p:sp>
                <p:sp>
                  <p:nvSpPr>
                    <p:cNvPr id="1728" name="Freeform 1727">
                      <a:extLst>
                        <a:ext uri="{FF2B5EF4-FFF2-40B4-BE49-F238E27FC236}">
                          <a16:creationId xmlns:a16="http://schemas.microsoft.com/office/drawing/2014/main" id="{BEEB48F0-319F-88AD-4CF8-609BF4B6E1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54" y="5031331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729" name="Graphic 1517">
                    <a:extLst>
                      <a:ext uri="{FF2B5EF4-FFF2-40B4-BE49-F238E27FC236}">
                        <a16:creationId xmlns:a16="http://schemas.microsoft.com/office/drawing/2014/main" id="{A28F061A-BEB6-0A82-2749-B6CB5187AAFF}"/>
                      </a:ext>
                    </a:extLst>
                  </p:cNvPr>
                  <p:cNvGrpSpPr/>
                  <p:nvPr/>
                </p:nvGrpSpPr>
                <p:grpSpPr>
                  <a:xfrm>
                    <a:off x="2470796" y="4661384"/>
                    <a:ext cx="1180473" cy="1190718"/>
                    <a:chOff x="2470796" y="4661384"/>
                    <a:chExt cx="1180473" cy="1190718"/>
                  </a:xfrm>
                </p:grpSpPr>
                <p:sp>
                  <p:nvSpPr>
                    <p:cNvPr id="1730" name="Freeform 1729">
                      <a:extLst>
                        <a:ext uri="{FF2B5EF4-FFF2-40B4-BE49-F238E27FC236}">
                          <a16:creationId xmlns:a16="http://schemas.microsoft.com/office/drawing/2014/main" id="{4042EC1E-1ACD-3892-D0BB-2B0BB4B5F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045" y="4963640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31" name="TextBox 1730">
                      <a:extLst>
                        <a:ext uri="{FF2B5EF4-FFF2-40B4-BE49-F238E27FC236}">
                          <a16:creationId xmlns:a16="http://schemas.microsoft.com/office/drawing/2014/main" id="{796F53BE-A331-BD0B-B846-B8A4607FDB6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70796" y="5533915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1732" name="TextBox 1731">
                      <a:extLst>
                        <a:ext uri="{FF2B5EF4-FFF2-40B4-BE49-F238E27FC236}">
                          <a16:creationId xmlns:a16="http://schemas.microsoft.com/office/drawing/2014/main" id="{9749FD8D-5EC3-B9D8-2A2A-3F3C911B9A4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70796" y="5359925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3%</a:t>
                      </a:r>
                    </a:p>
                  </p:txBody>
                </p:sp>
                <p:sp>
                  <p:nvSpPr>
                    <p:cNvPr id="1733" name="TextBox 1732">
                      <a:extLst>
                        <a:ext uri="{FF2B5EF4-FFF2-40B4-BE49-F238E27FC236}">
                          <a16:creationId xmlns:a16="http://schemas.microsoft.com/office/drawing/2014/main" id="{7BE75E7D-A6BA-8287-7B91-91560ED77FD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70796" y="518580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6%</a:t>
                      </a:r>
                    </a:p>
                  </p:txBody>
                </p:sp>
                <p:sp>
                  <p:nvSpPr>
                    <p:cNvPr id="1734" name="TextBox 1733">
                      <a:extLst>
                        <a:ext uri="{FF2B5EF4-FFF2-40B4-BE49-F238E27FC236}">
                          <a16:creationId xmlns:a16="http://schemas.microsoft.com/office/drawing/2014/main" id="{E2A88B7B-5EBF-E933-25B0-A692EBC1C6C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70796" y="501181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9%</a:t>
                      </a:r>
                    </a:p>
                  </p:txBody>
                </p:sp>
                <p:sp>
                  <p:nvSpPr>
                    <p:cNvPr id="1735" name="Freeform 1734">
                      <a:extLst>
                        <a:ext uri="{FF2B5EF4-FFF2-40B4-BE49-F238E27FC236}">
                          <a16:creationId xmlns:a16="http://schemas.microsoft.com/office/drawing/2014/main" id="{1895F7C1-C606-4FEA-1B64-58B8FF110B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246" y="564080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36" name="Freeform 1735">
                      <a:extLst>
                        <a:ext uri="{FF2B5EF4-FFF2-40B4-BE49-F238E27FC236}">
                          <a16:creationId xmlns:a16="http://schemas.microsoft.com/office/drawing/2014/main" id="{F9E5FDB5-E969-8C86-4DB0-3903E3B32C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246" y="5466813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37" name="Freeform 1736">
                      <a:extLst>
                        <a:ext uri="{FF2B5EF4-FFF2-40B4-BE49-F238E27FC236}">
                          <a16:creationId xmlns:a16="http://schemas.microsoft.com/office/drawing/2014/main" id="{93DEAB46-F7A3-F000-45F5-37D792C688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246" y="529269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38" name="Freeform 1737">
                      <a:extLst>
                        <a:ext uri="{FF2B5EF4-FFF2-40B4-BE49-F238E27FC236}">
                          <a16:creationId xmlns:a16="http://schemas.microsoft.com/office/drawing/2014/main" id="{46F8B51A-2A09-2858-BF81-494E1B7598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246" y="5118706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39" name="Freeform 1738">
                      <a:extLst>
                        <a:ext uri="{FF2B5EF4-FFF2-40B4-BE49-F238E27FC236}">
                          <a16:creationId xmlns:a16="http://schemas.microsoft.com/office/drawing/2014/main" id="{E5F4F01A-B5EA-EB9F-0EB0-250A7C7B6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045" y="5640804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0" name="Freeform 1739">
                      <a:extLst>
                        <a:ext uri="{FF2B5EF4-FFF2-40B4-BE49-F238E27FC236}">
                          <a16:creationId xmlns:a16="http://schemas.microsoft.com/office/drawing/2014/main" id="{D421F0EC-0D90-0861-5F96-D81A41FFE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53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1" name="Freeform 1740">
                      <a:extLst>
                        <a:ext uri="{FF2B5EF4-FFF2-40B4-BE49-F238E27FC236}">
                          <a16:creationId xmlns:a16="http://schemas.microsoft.com/office/drawing/2014/main" id="{B72B9822-607B-81A9-F135-97A25A70FA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759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2" name="Freeform 1741">
                      <a:extLst>
                        <a:ext uri="{FF2B5EF4-FFF2-40B4-BE49-F238E27FC236}">
                          <a16:creationId xmlns:a16="http://schemas.microsoft.com/office/drawing/2014/main" id="{BE17D3F7-0B96-CD60-FDD3-F14F5D87B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066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3" name="Freeform 1742">
                      <a:extLst>
                        <a:ext uri="{FF2B5EF4-FFF2-40B4-BE49-F238E27FC236}">
                          <a16:creationId xmlns:a16="http://schemas.microsoft.com/office/drawing/2014/main" id="{1EA74023-ED74-C2E0-A7B5-B60A65AB60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371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4" name="Freeform 1743">
                      <a:extLst>
                        <a:ext uri="{FF2B5EF4-FFF2-40B4-BE49-F238E27FC236}">
                          <a16:creationId xmlns:a16="http://schemas.microsoft.com/office/drawing/2014/main" id="{94697DB9-B998-7EC9-0AE0-D59AED47F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7677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45" name="TextBox 1744">
                      <a:extLst>
                        <a:ext uri="{FF2B5EF4-FFF2-40B4-BE49-F238E27FC236}">
                          <a16:creationId xmlns:a16="http://schemas.microsoft.com/office/drawing/2014/main" id="{06C5461C-1C0B-580B-8DD5-241AF43402B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743640" y="5636658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746" name="TextBox 1745">
                      <a:extLst>
                        <a:ext uri="{FF2B5EF4-FFF2-40B4-BE49-F238E27FC236}">
                          <a16:creationId xmlns:a16="http://schemas.microsoft.com/office/drawing/2014/main" id="{770C804B-C589-B130-5AB4-6D88C2D589A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933998" y="5636658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747" name="TextBox 1746">
                      <a:extLst>
                        <a:ext uri="{FF2B5EF4-FFF2-40B4-BE49-F238E27FC236}">
                          <a16:creationId xmlns:a16="http://schemas.microsoft.com/office/drawing/2014/main" id="{0991FFE3-B7D2-806E-9992-3CC079DFD7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67451" y="5636658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748" name="TextBox 1747">
                      <a:extLst>
                        <a:ext uri="{FF2B5EF4-FFF2-40B4-BE49-F238E27FC236}">
                          <a16:creationId xmlns:a16="http://schemas.microsoft.com/office/drawing/2014/main" id="{AA48F51D-054E-D258-9ED5-9EF6BBCA709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204910" y="5636658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749" name="TextBox 1748">
                      <a:extLst>
                        <a:ext uri="{FF2B5EF4-FFF2-40B4-BE49-F238E27FC236}">
                          <a16:creationId xmlns:a16="http://schemas.microsoft.com/office/drawing/2014/main" id="{F8ADDE8C-96DB-631D-DDE2-938E66DDC2A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404085" y="5636658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752" name="TextBox 1751">
                      <a:extLst>
                        <a:ext uri="{FF2B5EF4-FFF2-40B4-BE49-F238E27FC236}">
                          <a16:creationId xmlns:a16="http://schemas.microsoft.com/office/drawing/2014/main" id="{7BDF12A9-2ED5-64C3-F778-8EA302EDB90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782863" y="4661384"/>
                      <a:ext cx="667170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7</a:t>
                      </a:r>
                      <a:r>
                        <a:rPr lang="en-US" sz="100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_GLUT</a:t>
                      </a:r>
                      <a:endParaRPr lang="en-US" sz="1000" spc="0" baseline="0">
                        <a:ln/>
                        <a:solidFill>
                          <a:srgbClr val="000000"/>
                        </a:solidFill>
                        <a:latin typeface="Arial"/>
                        <a:cs typeface="Arial"/>
                        <a:sym typeface="Arial"/>
                        <a:rtl val="0"/>
                      </a:endParaRPr>
                    </a:p>
                  </p:txBody>
                </p:sp>
              </p:grpSp>
            </p:grpSp>
            <p:grpSp>
              <p:nvGrpSpPr>
                <p:cNvPr id="1753" name="Graphic 1519">
                  <a:extLst>
                    <a:ext uri="{FF2B5EF4-FFF2-40B4-BE49-F238E27FC236}">
                      <a16:creationId xmlns:a16="http://schemas.microsoft.com/office/drawing/2014/main" id="{4A1F5D78-7840-7B72-09E3-9D73722A6DF9}"/>
                    </a:ext>
                  </a:extLst>
                </p:cNvPr>
                <p:cNvGrpSpPr/>
                <p:nvPr/>
              </p:nvGrpSpPr>
              <p:grpSpPr>
                <a:xfrm>
                  <a:off x="4482735" y="4649086"/>
                  <a:ext cx="1193001" cy="1190718"/>
                  <a:chOff x="3847775" y="4661384"/>
                  <a:chExt cx="1193001" cy="1190718"/>
                </a:xfrm>
              </p:grpSpPr>
              <p:grpSp>
                <p:nvGrpSpPr>
                  <p:cNvPr id="1756" name="Graphic 1519">
                    <a:extLst>
                      <a:ext uri="{FF2B5EF4-FFF2-40B4-BE49-F238E27FC236}">
                        <a16:creationId xmlns:a16="http://schemas.microsoft.com/office/drawing/2014/main" id="{A8AE4002-8481-209F-2088-8F9FA856D10E}"/>
                      </a:ext>
                    </a:extLst>
                  </p:cNvPr>
                  <p:cNvGrpSpPr/>
                  <p:nvPr/>
                </p:nvGrpSpPr>
                <p:grpSpPr>
                  <a:xfrm>
                    <a:off x="4221648" y="4858445"/>
                    <a:ext cx="775039" cy="782485"/>
                    <a:chOff x="4221648" y="4858445"/>
                    <a:chExt cx="775039" cy="782485"/>
                  </a:xfrm>
                </p:grpSpPr>
                <p:sp>
                  <p:nvSpPr>
                    <p:cNvPr id="1757" name="Freeform 1756">
                      <a:extLst>
                        <a:ext uri="{FF2B5EF4-FFF2-40B4-BE49-F238E27FC236}">
                          <a16:creationId xmlns:a16="http://schemas.microsoft.com/office/drawing/2014/main" id="{E139C3DC-E6CD-9CCF-73D0-5F26C00EF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7839" y="4963640"/>
                      <a:ext cx="688848" cy="677290"/>
                    </a:xfrm>
                    <a:custGeom>
                      <a:avLst/>
                      <a:gdLst>
                        <a:gd name="csX0" fmla="*/ 0 w 688848"/>
                        <a:gd name="csY0" fmla="*/ 0 h 677290"/>
                        <a:gd name="csX1" fmla="*/ 688848 w 688848"/>
                        <a:gd name="csY1" fmla="*/ 0 h 677290"/>
                        <a:gd name="csX2" fmla="*/ 688848 w 688848"/>
                        <a:gd name="csY2" fmla="*/ 677291 h 677290"/>
                        <a:gd name="csX3" fmla="*/ 0 w 688848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688848" h="677290">
                          <a:moveTo>
                            <a:pt x="0" y="0"/>
                          </a:moveTo>
                          <a:lnTo>
                            <a:pt x="688848" y="0"/>
                          </a:lnTo>
                          <a:lnTo>
                            <a:pt x="688848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58" name="Freeform 1757">
                      <a:extLst>
                        <a:ext uri="{FF2B5EF4-FFF2-40B4-BE49-F238E27FC236}">
                          <a16:creationId xmlns:a16="http://schemas.microsoft.com/office/drawing/2014/main" id="{FFC5DFC9-0945-7E66-AC65-E5B0108ED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7590" y="5397472"/>
                      <a:ext cx="79501" cy="243331"/>
                    </a:xfrm>
                    <a:custGeom>
                      <a:avLst/>
                      <a:gdLst>
                        <a:gd name="csX0" fmla="*/ 0 w 79501"/>
                        <a:gd name="csY0" fmla="*/ 0 h 243331"/>
                        <a:gd name="csX1" fmla="*/ 79502 w 79501"/>
                        <a:gd name="csY1" fmla="*/ 0 h 243331"/>
                        <a:gd name="csX2" fmla="*/ 79502 w 79501"/>
                        <a:gd name="csY2" fmla="*/ 243332 h 243331"/>
                        <a:gd name="csX3" fmla="*/ 0 w 79501"/>
                        <a:gd name="csY3" fmla="*/ 243332 h 24333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9501" h="243331">
                          <a:moveTo>
                            <a:pt x="0" y="0"/>
                          </a:moveTo>
                          <a:lnTo>
                            <a:pt x="79502" y="0"/>
                          </a:lnTo>
                          <a:lnTo>
                            <a:pt x="79502" y="243332"/>
                          </a:lnTo>
                          <a:lnTo>
                            <a:pt x="0" y="243332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59" name="Freeform 1758">
                      <a:extLst>
                        <a:ext uri="{FF2B5EF4-FFF2-40B4-BE49-F238E27FC236}">
                          <a16:creationId xmlns:a16="http://schemas.microsoft.com/office/drawing/2014/main" id="{DF068BB1-EE72-02A0-DFBF-59C23C8E3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0051" y="5427317"/>
                      <a:ext cx="79502" cy="213613"/>
                    </a:xfrm>
                    <a:custGeom>
                      <a:avLst/>
                      <a:gdLst>
                        <a:gd name="csX0" fmla="*/ 0 w 79502"/>
                        <a:gd name="csY0" fmla="*/ 0 h 213613"/>
                        <a:gd name="csX1" fmla="*/ 79502 w 79502"/>
                        <a:gd name="csY1" fmla="*/ 0 h 213613"/>
                        <a:gd name="csX2" fmla="*/ 79502 w 79502"/>
                        <a:gd name="csY2" fmla="*/ 213614 h 213613"/>
                        <a:gd name="csX3" fmla="*/ 0 w 79502"/>
                        <a:gd name="csY3" fmla="*/ 213614 h 21361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9502" h="213613">
                          <a:moveTo>
                            <a:pt x="0" y="0"/>
                          </a:moveTo>
                          <a:lnTo>
                            <a:pt x="79502" y="0"/>
                          </a:lnTo>
                          <a:lnTo>
                            <a:pt x="79502" y="213614"/>
                          </a:lnTo>
                          <a:lnTo>
                            <a:pt x="0" y="213614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0" name="Freeform 1759">
                      <a:extLst>
                        <a:ext uri="{FF2B5EF4-FFF2-40B4-BE49-F238E27FC236}">
                          <a16:creationId xmlns:a16="http://schemas.microsoft.com/office/drawing/2014/main" id="{B77D132E-7B47-E691-87D3-050E5ED6D1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2512" y="5376644"/>
                      <a:ext cx="79502" cy="264159"/>
                    </a:xfrm>
                    <a:custGeom>
                      <a:avLst/>
                      <a:gdLst>
                        <a:gd name="csX0" fmla="*/ 0 w 79502"/>
                        <a:gd name="csY0" fmla="*/ 0 h 264159"/>
                        <a:gd name="csX1" fmla="*/ 79502 w 79502"/>
                        <a:gd name="csY1" fmla="*/ 0 h 264159"/>
                        <a:gd name="csX2" fmla="*/ 79502 w 79502"/>
                        <a:gd name="csY2" fmla="*/ 264160 h 264159"/>
                        <a:gd name="csX3" fmla="*/ 0 w 79502"/>
                        <a:gd name="csY3" fmla="*/ 264160 h 26415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9502" h="264159">
                          <a:moveTo>
                            <a:pt x="0" y="0"/>
                          </a:moveTo>
                          <a:lnTo>
                            <a:pt x="79502" y="0"/>
                          </a:lnTo>
                          <a:lnTo>
                            <a:pt x="79502" y="264160"/>
                          </a:lnTo>
                          <a:lnTo>
                            <a:pt x="0" y="264160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1" name="Freeform 1760">
                      <a:extLst>
                        <a:ext uri="{FF2B5EF4-FFF2-40B4-BE49-F238E27FC236}">
                          <a16:creationId xmlns:a16="http://schemas.microsoft.com/office/drawing/2014/main" id="{186AD665-667B-CB6D-A20E-82005D9EC6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4973" y="5360134"/>
                      <a:ext cx="79502" cy="280796"/>
                    </a:xfrm>
                    <a:custGeom>
                      <a:avLst/>
                      <a:gdLst>
                        <a:gd name="csX0" fmla="*/ 0 w 79502"/>
                        <a:gd name="csY0" fmla="*/ 0 h 280796"/>
                        <a:gd name="csX1" fmla="*/ 79502 w 79502"/>
                        <a:gd name="csY1" fmla="*/ 0 h 280796"/>
                        <a:gd name="csX2" fmla="*/ 79502 w 79502"/>
                        <a:gd name="csY2" fmla="*/ 280797 h 280796"/>
                        <a:gd name="csX3" fmla="*/ 0 w 79502"/>
                        <a:gd name="csY3" fmla="*/ 280797 h 28079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9502" h="280796">
                          <a:moveTo>
                            <a:pt x="0" y="0"/>
                          </a:moveTo>
                          <a:lnTo>
                            <a:pt x="79502" y="0"/>
                          </a:lnTo>
                          <a:lnTo>
                            <a:pt x="79502" y="280797"/>
                          </a:lnTo>
                          <a:lnTo>
                            <a:pt x="0" y="280797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2" name="Freeform 1761">
                      <a:extLst>
                        <a:ext uri="{FF2B5EF4-FFF2-40B4-BE49-F238E27FC236}">
                          <a16:creationId xmlns:a16="http://schemas.microsoft.com/office/drawing/2014/main" id="{9274B0BC-C857-4D25-B512-9E54D7712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7434" y="5480149"/>
                      <a:ext cx="79502" cy="160654"/>
                    </a:xfrm>
                    <a:custGeom>
                      <a:avLst/>
                      <a:gdLst>
                        <a:gd name="csX0" fmla="*/ 0 w 79502"/>
                        <a:gd name="csY0" fmla="*/ 0 h 160654"/>
                        <a:gd name="csX1" fmla="*/ 79502 w 79502"/>
                        <a:gd name="csY1" fmla="*/ 0 h 160654"/>
                        <a:gd name="csX2" fmla="*/ 79502 w 79502"/>
                        <a:gd name="csY2" fmla="*/ 160655 h 160654"/>
                        <a:gd name="csX3" fmla="*/ 0 w 79502"/>
                        <a:gd name="csY3" fmla="*/ 160655 h 16065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9502" h="160654">
                          <a:moveTo>
                            <a:pt x="0" y="0"/>
                          </a:moveTo>
                          <a:lnTo>
                            <a:pt x="79502" y="0"/>
                          </a:lnTo>
                          <a:lnTo>
                            <a:pt x="79502" y="160655"/>
                          </a:lnTo>
                          <a:lnTo>
                            <a:pt x="0" y="160655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3" name="Freeform 1762">
                      <a:extLst>
                        <a:ext uri="{FF2B5EF4-FFF2-40B4-BE49-F238E27FC236}">
                          <a16:creationId xmlns:a16="http://schemas.microsoft.com/office/drawing/2014/main" id="{813EDBE6-F4CB-AD62-474C-3C8C8C092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924" y="5361530"/>
                      <a:ext cx="52959" cy="12700"/>
                    </a:xfrm>
                    <a:custGeom>
                      <a:avLst/>
                      <a:gdLst>
                        <a:gd name="csX0" fmla="*/ 0 w 52959"/>
                        <a:gd name="csY0" fmla="*/ 0 h 12700"/>
                        <a:gd name="csX1" fmla="*/ 52959 w 52959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9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4" name="Freeform 1763">
                      <a:extLst>
                        <a:ext uri="{FF2B5EF4-FFF2-40B4-BE49-F238E27FC236}">
                          <a16:creationId xmlns:a16="http://schemas.microsoft.com/office/drawing/2014/main" id="{212838A6-C1A1-B8EB-AED1-359A435D47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341" y="5361530"/>
                      <a:ext cx="12700" cy="72009"/>
                    </a:xfrm>
                    <a:custGeom>
                      <a:avLst/>
                      <a:gdLst>
                        <a:gd name="csX0" fmla="*/ 0 w 12700"/>
                        <a:gd name="csY0" fmla="*/ 0 h 72009"/>
                        <a:gd name="csX1" fmla="*/ 0 w 12700"/>
                        <a:gd name="csY1" fmla="*/ 72009 h 7200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2009">
                          <a:moveTo>
                            <a:pt x="0" y="0"/>
                          </a:moveTo>
                          <a:lnTo>
                            <a:pt x="0" y="7200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5" name="Freeform 1764">
                      <a:extLst>
                        <a:ext uri="{FF2B5EF4-FFF2-40B4-BE49-F238E27FC236}">
                          <a16:creationId xmlns:a16="http://schemas.microsoft.com/office/drawing/2014/main" id="{1F90379F-86B8-D0AA-8C02-16BD6CF9F2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924" y="5433540"/>
                      <a:ext cx="52959" cy="12700"/>
                    </a:xfrm>
                    <a:custGeom>
                      <a:avLst/>
                      <a:gdLst>
                        <a:gd name="csX0" fmla="*/ 0 w 52959"/>
                        <a:gd name="csY0" fmla="*/ 0 h 12700"/>
                        <a:gd name="csX1" fmla="*/ 52959 w 52959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9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6" name="Freeform 1765">
                      <a:extLst>
                        <a:ext uri="{FF2B5EF4-FFF2-40B4-BE49-F238E27FC236}">
                          <a16:creationId xmlns:a16="http://schemas.microsoft.com/office/drawing/2014/main" id="{4C88CDA3-9D98-582A-C957-DFBDA784A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3385" y="5409791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7" name="Freeform 1766">
                      <a:extLst>
                        <a:ext uri="{FF2B5EF4-FFF2-40B4-BE49-F238E27FC236}">
                          <a16:creationId xmlns:a16="http://schemas.microsoft.com/office/drawing/2014/main" id="{7BFF1E25-4ADD-EC41-A094-2F58A6A781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802" y="5409791"/>
                      <a:ext cx="12700" cy="34925"/>
                    </a:xfrm>
                    <a:custGeom>
                      <a:avLst/>
                      <a:gdLst>
                        <a:gd name="csX0" fmla="*/ 0 w 12700"/>
                        <a:gd name="csY0" fmla="*/ 0 h 34925"/>
                        <a:gd name="csX1" fmla="*/ 0 w 12700"/>
                        <a:gd name="csY1" fmla="*/ 34925 h 3492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925">
                          <a:moveTo>
                            <a:pt x="0" y="0"/>
                          </a:moveTo>
                          <a:lnTo>
                            <a:pt x="0" y="3492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8" name="Freeform 1767">
                      <a:extLst>
                        <a:ext uri="{FF2B5EF4-FFF2-40B4-BE49-F238E27FC236}">
                          <a16:creationId xmlns:a16="http://schemas.microsoft.com/office/drawing/2014/main" id="{BC78A070-5627-8A2E-6AB4-C5A560B6B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3385" y="5444716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69" name="Freeform 1768">
                      <a:extLst>
                        <a:ext uri="{FF2B5EF4-FFF2-40B4-BE49-F238E27FC236}">
                          <a16:creationId xmlns:a16="http://schemas.microsoft.com/office/drawing/2014/main" id="{DDD444A8-A302-1548-7418-89DEB4090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5846" y="5189319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0" name="Freeform 1769">
                      <a:extLst>
                        <a:ext uri="{FF2B5EF4-FFF2-40B4-BE49-F238E27FC236}">
                          <a16:creationId xmlns:a16="http://schemas.microsoft.com/office/drawing/2014/main" id="{DE12C2A3-ACB8-53BD-AE0E-2408FCA5F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2263" y="5189319"/>
                      <a:ext cx="12700" cy="374649"/>
                    </a:xfrm>
                    <a:custGeom>
                      <a:avLst/>
                      <a:gdLst>
                        <a:gd name="csX0" fmla="*/ 0 w 12700"/>
                        <a:gd name="csY0" fmla="*/ 0 h 374649"/>
                        <a:gd name="csX1" fmla="*/ 0 w 12700"/>
                        <a:gd name="csY1" fmla="*/ 374650 h 37464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74649">
                          <a:moveTo>
                            <a:pt x="0" y="0"/>
                          </a:moveTo>
                          <a:lnTo>
                            <a:pt x="0" y="37465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1" name="Freeform 1770">
                      <a:extLst>
                        <a:ext uri="{FF2B5EF4-FFF2-40B4-BE49-F238E27FC236}">
                          <a16:creationId xmlns:a16="http://schemas.microsoft.com/office/drawing/2014/main" id="{DD1A42F5-5DB9-0461-02AD-1F11B4843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5846" y="5563968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2" name="Freeform 1771">
                      <a:extLst>
                        <a:ext uri="{FF2B5EF4-FFF2-40B4-BE49-F238E27FC236}">
                          <a16:creationId xmlns:a16="http://schemas.microsoft.com/office/drawing/2014/main" id="{4A037E60-E386-B90C-76D7-61028737F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0769" y="5462115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3" name="Freeform 1772">
                      <a:extLst>
                        <a:ext uri="{FF2B5EF4-FFF2-40B4-BE49-F238E27FC236}">
                          <a16:creationId xmlns:a16="http://schemas.microsoft.com/office/drawing/2014/main" id="{61F349DB-CAAD-B465-8502-D80C316ED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7185" y="5462115"/>
                      <a:ext cx="12700" cy="36067"/>
                    </a:xfrm>
                    <a:custGeom>
                      <a:avLst/>
                      <a:gdLst>
                        <a:gd name="csX0" fmla="*/ 0 w 12700"/>
                        <a:gd name="csY0" fmla="*/ 0 h 36067"/>
                        <a:gd name="csX1" fmla="*/ 0 w 12700"/>
                        <a:gd name="csY1" fmla="*/ 36068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6067">
                          <a:moveTo>
                            <a:pt x="0" y="0"/>
                          </a:moveTo>
                          <a:lnTo>
                            <a:pt x="0" y="36068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4" name="Freeform 1773">
                      <a:extLst>
                        <a:ext uri="{FF2B5EF4-FFF2-40B4-BE49-F238E27FC236}">
                          <a16:creationId xmlns:a16="http://schemas.microsoft.com/office/drawing/2014/main" id="{F1487C3B-58DC-307E-9D63-C549B8C15B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0769" y="5498182"/>
                      <a:ext cx="52958" cy="12700"/>
                    </a:xfrm>
                    <a:custGeom>
                      <a:avLst/>
                      <a:gdLst>
                        <a:gd name="csX0" fmla="*/ 0 w 52958"/>
                        <a:gd name="csY0" fmla="*/ 0 h 12700"/>
                        <a:gd name="csX1" fmla="*/ 52959 w 5295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58" h="12700">
                          <a:moveTo>
                            <a:pt x="0" y="0"/>
                          </a:moveTo>
                          <a:lnTo>
                            <a:pt x="52959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5" name="Freeform 1774">
                      <a:extLst>
                        <a:ext uri="{FF2B5EF4-FFF2-40B4-BE49-F238E27FC236}">
                          <a16:creationId xmlns:a16="http://schemas.microsoft.com/office/drawing/2014/main" id="{2362CF8C-7471-76CD-0DFB-92B65EC30E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5278" y="517052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6" name="Freeform 1775">
                      <a:extLst>
                        <a:ext uri="{FF2B5EF4-FFF2-40B4-BE49-F238E27FC236}">
                          <a16:creationId xmlns:a16="http://schemas.microsoft.com/office/drawing/2014/main" id="{FA05739A-D925-BEED-82FF-3602DB8F1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3325" y="5458559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7" name="Freeform 1776">
                      <a:extLst>
                        <a:ext uri="{FF2B5EF4-FFF2-40B4-BE49-F238E27FC236}">
                          <a16:creationId xmlns:a16="http://schemas.microsoft.com/office/drawing/2014/main" id="{7CAA570C-6C3B-8FBE-89D7-DA754C758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6180" y="541372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8" name="Freeform 1777">
                      <a:extLst>
                        <a:ext uri="{FF2B5EF4-FFF2-40B4-BE49-F238E27FC236}">
                          <a16:creationId xmlns:a16="http://schemas.microsoft.com/office/drawing/2014/main" id="{C348EBE4-F842-57E2-9C8D-F2F6BB49E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07914" y="548992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79" name="Freeform 1778">
                      <a:extLst>
                        <a:ext uri="{FF2B5EF4-FFF2-40B4-BE49-F238E27FC236}">
                          <a16:creationId xmlns:a16="http://schemas.microsoft.com/office/drawing/2014/main" id="{6F4846FE-679C-4ECC-E27C-87FAC7FD7D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3117" y="533829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0" name="Freeform 1779">
                      <a:extLst>
                        <a:ext uri="{FF2B5EF4-FFF2-40B4-BE49-F238E27FC236}">
                          <a16:creationId xmlns:a16="http://schemas.microsoft.com/office/drawing/2014/main" id="{47F0E6F8-5032-D048-6F81-8CDBA9E49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9659" y="542338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1" name="Freeform 1780">
                      <a:extLst>
                        <a:ext uri="{FF2B5EF4-FFF2-40B4-BE49-F238E27FC236}">
                          <a16:creationId xmlns:a16="http://schemas.microsoft.com/office/drawing/2014/main" id="{FB95BE13-8CBE-AED5-AAF8-A524FBEAB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5657" y="54261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2" name="Freeform 1781">
                      <a:extLst>
                        <a:ext uri="{FF2B5EF4-FFF2-40B4-BE49-F238E27FC236}">
                          <a16:creationId xmlns:a16="http://schemas.microsoft.com/office/drawing/2014/main" id="{D0B7480B-D456-0F1E-5C27-837C7710F6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89499" y="540534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3" name="Freeform 1782">
                      <a:extLst>
                        <a:ext uri="{FF2B5EF4-FFF2-40B4-BE49-F238E27FC236}">
                          <a16:creationId xmlns:a16="http://schemas.microsoft.com/office/drawing/2014/main" id="{AB729524-AC82-C50B-D2F6-90E192064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3498" y="540267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4" name="Freeform 1783">
                      <a:extLst>
                        <a:ext uri="{FF2B5EF4-FFF2-40B4-BE49-F238E27FC236}">
                          <a16:creationId xmlns:a16="http://schemas.microsoft.com/office/drawing/2014/main" id="{040759C7-32A5-08D5-93CB-CB9EA2628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04612" y="552675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5" name="Freeform 1784">
                      <a:extLst>
                        <a:ext uri="{FF2B5EF4-FFF2-40B4-BE49-F238E27FC236}">
                          <a16:creationId xmlns:a16="http://schemas.microsoft.com/office/drawing/2014/main" id="{0E540869-E51D-DE85-F509-FCE2EDB4F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8164" y="547672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6" name="Freeform 1785">
                      <a:extLst>
                        <a:ext uri="{FF2B5EF4-FFF2-40B4-BE49-F238E27FC236}">
                          <a16:creationId xmlns:a16="http://schemas.microsoft.com/office/drawing/2014/main" id="{53BB8D39-D517-3958-89B5-8D8F62CAD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04993" y="545373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7" name="Freeform 1786">
                      <a:extLst>
                        <a:ext uri="{FF2B5EF4-FFF2-40B4-BE49-F238E27FC236}">
                          <a16:creationId xmlns:a16="http://schemas.microsoft.com/office/drawing/2014/main" id="{8FE6EE95-4E91-4A45-566D-DC193994A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0864" y="540979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8" name="Freeform 1787">
                      <a:extLst>
                        <a:ext uri="{FF2B5EF4-FFF2-40B4-BE49-F238E27FC236}">
                          <a16:creationId xmlns:a16="http://schemas.microsoft.com/office/drawing/2014/main" id="{3831279C-B12D-7699-70E0-97D05AA74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5291" y="5450050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89" name="Freeform 1788">
                      <a:extLst>
                        <a:ext uri="{FF2B5EF4-FFF2-40B4-BE49-F238E27FC236}">
                          <a16:creationId xmlns:a16="http://schemas.microsoft.com/office/drawing/2014/main" id="{9F85EBE6-BECF-BE6F-C6F0-74323FAEB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8135" y="547214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0" name="Freeform 1789">
                      <a:extLst>
                        <a:ext uri="{FF2B5EF4-FFF2-40B4-BE49-F238E27FC236}">
                          <a16:creationId xmlns:a16="http://schemas.microsoft.com/office/drawing/2014/main" id="{1746811A-4956-87C7-4C04-F22BDD1A5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0991" y="52246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1" name="Freeform 1790">
                      <a:extLst>
                        <a:ext uri="{FF2B5EF4-FFF2-40B4-BE49-F238E27FC236}">
                          <a16:creationId xmlns:a16="http://schemas.microsoft.com/office/drawing/2014/main" id="{F9727EA2-5966-85B7-6F7B-35CAFDA19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6929" y="554517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2" name="Freeform 1791">
                      <a:extLst>
                        <a:ext uri="{FF2B5EF4-FFF2-40B4-BE49-F238E27FC236}">
                          <a16:creationId xmlns:a16="http://schemas.microsoft.com/office/drawing/2014/main" id="{87A7EA1D-6104-11BD-3331-B7F4027159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1608" y="544281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3" name="Freeform 1792">
                      <a:extLst>
                        <a:ext uri="{FF2B5EF4-FFF2-40B4-BE49-F238E27FC236}">
                          <a16:creationId xmlns:a16="http://schemas.microsoft.com/office/drawing/2014/main" id="{5637C58C-CC90-7B7D-1A8F-5C0ED02E4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133" y="539163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4" name="Freeform 1793">
                      <a:extLst>
                        <a:ext uri="{FF2B5EF4-FFF2-40B4-BE49-F238E27FC236}">
                          <a16:creationId xmlns:a16="http://schemas.microsoft.com/office/drawing/2014/main" id="{6A384924-9245-FE94-5467-AFD42F4F5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8341" y="534222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5" name="Freeform 1794">
                      <a:extLst>
                        <a:ext uri="{FF2B5EF4-FFF2-40B4-BE49-F238E27FC236}">
                          <a16:creationId xmlns:a16="http://schemas.microsoft.com/office/drawing/2014/main" id="{1B8A5333-7745-65E1-12A7-1EDEB3B9D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2436" y="533244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6" name="Freeform 1795">
                      <a:extLst>
                        <a:ext uri="{FF2B5EF4-FFF2-40B4-BE49-F238E27FC236}">
                          <a16:creationId xmlns:a16="http://schemas.microsoft.com/office/drawing/2014/main" id="{38910F5A-E8D2-7E15-0732-0B5D55317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2243" y="53747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7" name="TextBox 1796">
                      <a:extLst>
                        <a:ext uri="{FF2B5EF4-FFF2-40B4-BE49-F238E27FC236}">
                          <a16:creationId xmlns:a16="http://schemas.microsoft.com/office/drawing/2014/main" id="{3E255ABF-9466-E99F-F43D-ABB0B5FD39F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221648" y="5026238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0.439</a:t>
                      </a: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617C93FC-6B4D-9983-5BC9-B47ACAA8F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341" y="5144234"/>
                      <a:ext cx="119253" cy="12700"/>
                    </a:xfrm>
                    <a:custGeom>
                      <a:avLst/>
                      <a:gdLst>
                        <a:gd name="csX0" fmla="*/ 0 w 119253"/>
                        <a:gd name="csY0" fmla="*/ 0 h 12700"/>
                        <a:gd name="csX1" fmla="*/ 119253 w 119253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19253" h="12700">
                          <a:moveTo>
                            <a:pt x="0" y="0"/>
                          </a:moveTo>
                          <a:lnTo>
                            <a:pt x="119253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799" name="TextBox 1798">
                      <a:extLst>
                        <a:ext uri="{FF2B5EF4-FFF2-40B4-BE49-F238E27FC236}">
                          <a16:creationId xmlns:a16="http://schemas.microsoft.com/office/drawing/2014/main" id="{BCB4E49A-CAEF-7A77-65A8-D408F63763B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552677" y="4971348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603DDE4A-AC0A-7C45-0833-BE843320C0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3010" y="5144234"/>
                      <a:ext cx="384175" cy="12700"/>
                    </a:xfrm>
                    <a:custGeom>
                      <a:avLst/>
                      <a:gdLst>
                        <a:gd name="csX0" fmla="*/ 0 w 384175"/>
                        <a:gd name="csY0" fmla="*/ 0 h 12700"/>
                        <a:gd name="csX1" fmla="*/ 384175 w 38417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84175" h="12700">
                          <a:moveTo>
                            <a:pt x="0" y="0"/>
                          </a:moveTo>
                          <a:lnTo>
                            <a:pt x="384175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01" name="TextBox 1800">
                      <a:extLst>
                        <a:ext uri="{FF2B5EF4-FFF2-40B4-BE49-F238E27FC236}">
                          <a16:creationId xmlns:a16="http://schemas.microsoft.com/office/drawing/2014/main" id="{BA152112-B637-6E7C-2B07-1E4EF69650F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439704" y="4858445"/>
                      <a:ext cx="4251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***</a:t>
                      </a: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F01A1CA7-9587-0501-75FE-591BA862F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341" y="5031331"/>
                      <a:ext cx="529844" cy="12700"/>
                    </a:xfrm>
                    <a:custGeom>
                      <a:avLst/>
                      <a:gdLst>
                        <a:gd name="csX0" fmla="*/ 0 w 529844"/>
                        <a:gd name="csY0" fmla="*/ 0 h 12700"/>
                        <a:gd name="csX1" fmla="*/ 529844 w 52984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29844" h="12700">
                          <a:moveTo>
                            <a:pt x="0" y="0"/>
                          </a:moveTo>
                          <a:lnTo>
                            <a:pt x="52984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803" name="Graphic 1519">
                    <a:extLst>
                      <a:ext uri="{FF2B5EF4-FFF2-40B4-BE49-F238E27FC236}">
                        <a16:creationId xmlns:a16="http://schemas.microsoft.com/office/drawing/2014/main" id="{911C75B1-4503-4D35-1761-C2BE15C5365E}"/>
                      </a:ext>
                    </a:extLst>
                  </p:cNvPr>
                  <p:cNvGrpSpPr/>
                  <p:nvPr/>
                </p:nvGrpSpPr>
                <p:grpSpPr>
                  <a:xfrm>
                    <a:off x="3847775" y="4661384"/>
                    <a:ext cx="1193001" cy="1190718"/>
                    <a:chOff x="3847775" y="4661384"/>
                    <a:chExt cx="1193001" cy="1190718"/>
                  </a:xfrm>
                </p:grpSpPr>
                <p:sp>
                  <p:nvSpPr>
                    <p:cNvPr id="1804" name="Freeform 1803">
                      <a:extLst>
                        <a:ext uri="{FF2B5EF4-FFF2-40B4-BE49-F238E27FC236}">
                          <a16:creationId xmlns:a16="http://schemas.microsoft.com/office/drawing/2014/main" id="{EFDC0DC5-2634-AB68-ADEB-67A3BBA8E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7838" y="4963640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05" name="TextBox 1804">
                      <a:extLst>
                        <a:ext uri="{FF2B5EF4-FFF2-40B4-BE49-F238E27FC236}">
                          <a16:creationId xmlns:a16="http://schemas.microsoft.com/office/drawing/2014/main" id="{5D4480C3-999B-79F2-778B-ED4A75D45CE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907706" y="5533915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0.0%</a:t>
                      </a:r>
                    </a:p>
                  </p:txBody>
                </p:sp>
                <p:sp>
                  <p:nvSpPr>
                    <p:cNvPr id="1806" name="TextBox 1805">
                      <a:extLst>
                        <a:ext uri="{FF2B5EF4-FFF2-40B4-BE49-F238E27FC236}">
                          <a16:creationId xmlns:a16="http://schemas.microsoft.com/office/drawing/2014/main" id="{5FDB3FF4-59FF-683C-AB10-7DFB20CE3F2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907706" y="5381134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2.5%</a:t>
                      </a:r>
                    </a:p>
                  </p:txBody>
                </p:sp>
                <p:sp>
                  <p:nvSpPr>
                    <p:cNvPr id="1807" name="TextBox 1806">
                      <a:extLst>
                        <a:ext uri="{FF2B5EF4-FFF2-40B4-BE49-F238E27FC236}">
                          <a16:creationId xmlns:a16="http://schemas.microsoft.com/office/drawing/2014/main" id="{9B4CDA16-D368-EA75-BA7E-52C7B96CADE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907706" y="5228226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5.0%</a:t>
                      </a:r>
                    </a:p>
                  </p:txBody>
                </p:sp>
                <p:sp>
                  <p:nvSpPr>
                    <p:cNvPr id="1808" name="TextBox 1807">
                      <a:extLst>
                        <a:ext uri="{FF2B5EF4-FFF2-40B4-BE49-F238E27FC236}">
                          <a16:creationId xmlns:a16="http://schemas.microsoft.com/office/drawing/2014/main" id="{62F648AE-AC83-9FB6-4ECA-E3F6D0C3142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907706" y="5075445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7.5%</a:t>
                      </a:r>
                    </a:p>
                  </p:txBody>
                </p:sp>
                <p:sp>
                  <p:nvSpPr>
                    <p:cNvPr id="1809" name="TextBox 1808">
                      <a:extLst>
                        <a:ext uri="{FF2B5EF4-FFF2-40B4-BE49-F238E27FC236}">
                          <a16:creationId xmlns:a16="http://schemas.microsoft.com/office/drawing/2014/main" id="{253CFE92-EB0B-0FBB-D110-37868634D0B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847775" y="4922537"/>
                      <a:ext cx="47801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10.0%</a:t>
                      </a:r>
                    </a:p>
                  </p:txBody>
                </p:sp>
                <p:sp>
                  <p:nvSpPr>
                    <p:cNvPr id="1810" name="Freeform 1809">
                      <a:extLst>
                        <a:ext uri="{FF2B5EF4-FFF2-40B4-BE49-F238E27FC236}">
                          <a16:creationId xmlns:a16="http://schemas.microsoft.com/office/drawing/2014/main" id="{8D46817C-205F-9CC9-5221-6DB563E68F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041" y="5640804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1" name="Freeform 1810">
                      <a:extLst>
                        <a:ext uri="{FF2B5EF4-FFF2-40B4-BE49-F238E27FC236}">
                          <a16:creationId xmlns:a16="http://schemas.microsoft.com/office/drawing/2014/main" id="{05A9F74D-FBAE-B53A-0AB9-DC4D5A2F78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041" y="5488023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2" name="Freeform 1811">
                      <a:extLst>
                        <a:ext uri="{FF2B5EF4-FFF2-40B4-BE49-F238E27FC236}">
                          <a16:creationId xmlns:a16="http://schemas.microsoft.com/office/drawing/2014/main" id="{7279B3CC-A52A-897B-EC66-D909431318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041" y="5335115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3" name="Freeform 1812">
                      <a:extLst>
                        <a:ext uri="{FF2B5EF4-FFF2-40B4-BE49-F238E27FC236}">
                          <a16:creationId xmlns:a16="http://schemas.microsoft.com/office/drawing/2014/main" id="{B14C9938-DA65-A606-9802-D90422823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041" y="5182334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4" name="Freeform 1813">
                      <a:extLst>
                        <a:ext uri="{FF2B5EF4-FFF2-40B4-BE49-F238E27FC236}">
                          <a16:creationId xmlns:a16="http://schemas.microsoft.com/office/drawing/2014/main" id="{E65EE974-B614-33A9-EC00-7049830AB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041" y="5029426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5" name="Freeform 1814">
                      <a:extLst>
                        <a:ext uri="{FF2B5EF4-FFF2-40B4-BE49-F238E27FC236}">
                          <a16:creationId xmlns:a16="http://schemas.microsoft.com/office/drawing/2014/main" id="{825D2BF2-3B0A-F7B4-CD1C-DD045AE23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7838" y="5640804"/>
                      <a:ext cx="688847" cy="12700"/>
                    </a:xfrm>
                    <a:custGeom>
                      <a:avLst/>
                      <a:gdLst>
                        <a:gd name="csX0" fmla="*/ 0 w 688847"/>
                        <a:gd name="csY0" fmla="*/ 0 h 12700"/>
                        <a:gd name="csX1" fmla="*/ 688848 w 68884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88847" h="12700">
                          <a:moveTo>
                            <a:pt x="0" y="0"/>
                          </a:moveTo>
                          <a:lnTo>
                            <a:pt x="688848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6" name="Freeform 1815">
                      <a:extLst>
                        <a:ext uri="{FF2B5EF4-FFF2-40B4-BE49-F238E27FC236}">
                          <a16:creationId xmlns:a16="http://schemas.microsoft.com/office/drawing/2014/main" id="{C0C3A1DF-7DE6-D74B-E354-9DF980E67E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341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7" name="Freeform 1816">
                      <a:extLst>
                        <a:ext uri="{FF2B5EF4-FFF2-40B4-BE49-F238E27FC236}">
                          <a16:creationId xmlns:a16="http://schemas.microsoft.com/office/drawing/2014/main" id="{2C24CA1B-6D69-A213-1524-8A2C38618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802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8" name="Freeform 1817">
                      <a:extLst>
                        <a:ext uri="{FF2B5EF4-FFF2-40B4-BE49-F238E27FC236}">
                          <a16:creationId xmlns:a16="http://schemas.microsoft.com/office/drawing/2014/main" id="{80582E69-1CF4-D752-3C6A-905C648CA9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2263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19" name="Freeform 1818">
                      <a:extLst>
                        <a:ext uri="{FF2B5EF4-FFF2-40B4-BE49-F238E27FC236}">
                          <a16:creationId xmlns:a16="http://schemas.microsoft.com/office/drawing/2014/main" id="{133E1297-CB0A-8E00-D274-1B518373D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4724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20" name="Freeform 1819">
                      <a:extLst>
                        <a:ext uri="{FF2B5EF4-FFF2-40B4-BE49-F238E27FC236}">
                          <a16:creationId xmlns:a16="http://schemas.microsoft.com/office/drawing/2014/main" id="{4397EE35-6CBF-A8C9-B39A-E5365BEFE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7185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21" name="TextBox 1820">
                      <a:extLst>
                        <a:ext uri="{FF2B5EF4-FFF2-40B4-BE49-F238E27FC236}">
                          <a16:creationId xmlns:a16="http://schemas.microsoft.com/office/drawing/2014/main" id="{DB9ADB83-96E3-16BD-7BA2-2D86D517A20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252527" y="5636658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822" name="TextBox 1821">
                      <a:extLst>
                        <a:ext uri="{FF2B5EF4-FFF2-40B4-BE49-F238E27FC236}">
                          <a16:creationId xmlns:a16="http://schemas.microsoft.com/office/drawing/2014/main" id="{DC45822B-91A9-9E75-FC01-AA2F5301410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413040" y="5636658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823" name="TextBox 1822">
                      <a:extLst>
                        <a:ext uri="{FF2B5EF4-FFF2-40B4-BE49-F238E27FC236}">
                          <a16:creationId xmlns:a16="http://schemas.microsoft.com/office/drawing/2014/main" id="{5A665A4B-499B-9727-4E66-7A60852EAAF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516648" y="5636658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824" name="TextBox 1823">
                      <a:extLst>
                        <a:ext uri="{FF2B5EF4-FFF2-40B4-BE49-F238E27FC236}">
                          <a16:creationId xmlns:a16="http://schemas.microsoft.com/office/drawing/2014/main" id="{05D6A347-C5FB-B80C-92B1-09F8F7A8E53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624262" y="5636658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825" name="TextBox 1824">
                      <a:extLst>
                        <a:ext uri="{FF2B5EF4-FFF2-40B4-BE49-F238E27FC236}">
                          <a16:creationId xmlns:a16="http://schemas.microsoft.com/office/drawing/2014/main" id="{FB582E0A-43D9-B6DC-0C8A-533691B24D4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93592" y="5636658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828" name="TextBox 1827">
                      <a:extLst>
                        <a:ext uri="{FF2B5EF4-FFF2-40B4-BE49-F238E27FC236}">
                          <a16:creationId xmlns:a16="http://schemas.microsoft.com/office/drawing/2014/main" id="{1559FDD1-C8C0-00A3-ED51-68C2A6878F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309656" y="4661384"/>
                      <a:ext cx="667170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9_Mixed</a:t>
                      </a:r>
                    </a:p>
                  </p:txBody>
                </p:sp>
              </p:grpSp>
            </p:grpSp>
            <p:grpSp>
              <p:nvGrpSpPr>
                <p:cNvPr id="1829" name="Graphic 1521">
                  <a:extLst>
                    <a:ext uri="{FF2B5EF4-FFF2-40B4-BE49-F238E27FC236}">
                      <a16:creationId xmlns:a16="http://schemas.microsoft.com/office/drawing/2014/main" id="{F0D71716-223A-1565-4656-28387F523603}"/>
                    </a:ext>
                  </a:extLst>
                </p:cNvPr>
                <p:cNvGrpSpPr/>
                <p:nvPr/>
              </p:nvGrpSpPr>
              <p:grpSpPr>
                <a:xfrm>
                  <a:off x="5622551" y="4649086"/>
                  <a:ext cx="1180473" cy="1190718"/>
                  <a:chOff x="5247756" y="4661384"/>
                  <a:chExt cx="1180473" cy="1190718"/>
                </a:xfrm>
              </p:grpSpPr>
              <p:grpSp>
                <p:nvGrpSpPr>
                  <p:cNvPr id="1832" name="Graphic 1521">
                    <a:extLst>
                      <a:ext uri="{FF2B5EF4-FFF2-40B4-BE49-F238E27FC236}">
                        <a16:creationId xmlns:a16="http://schemas.microsoft.com/office/drawing/2014/main" id="{785189C7-C9DD-90D6-3885-251B6447D81D}"/>
                      </a:ext>
                    </a:extLst>
                  </p:cNvPr>
                  <p:cNvGrpSpPr/>
                  <p:nvPr/>
                </p:nvGrpSpPr>
                <p:grpSpPr>
                  <a:xfrm>
                    <a:off x="5555955" y="4858445"/>
                    <a:ext cx="797451" cy="782486"/>
                    <a:chOff x="5555955" y="4858445"/>
                    <a:chExt cx="797451" cy="782486"/>
                  </a:xfrm>
                </p:grpSpPr>
                <p:sp>
                  <p:nvSpPr>
                    <p:cNvPr id="1834" name="Freeform 1833">
                      <a:extLst>
                        <a:ext uri="{FF2B5EF4-FFF2-40B4-BE49-F238E27FC236}">
                          <a16:creationId xmlns:a16="http://schemas.microsoft.com/office/drawing/2014/main" id="{84E5523C-D19D-E70A-CF4B-E14817964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6773" y="5439890"/>
                      <a:ext cx="97409" cy="201041"/>
                    </a:xfrm>
                    <a:custGeom>
                      <a:avLst/>
                      <a:gdLst>
                        <a:gd name="csX0" fmla="*/ 0 w 97409"/>
                        <a:gd name="csY0" fmla="*/ 0 h 201041"/>
                        <a:gd name="csX1" fmla="*/ 97409 w 97409"/>
                        <a:gd name="csY1" fmla="*/ 0 h 201041"/>
                        <a:gd name="csX2" fmla="*/ 97409 w 97409"/>
                        <a:gd name="csY2" fmla="*/ 201041 h 201041"/>
                        <a:gd name="csX3" fmla="*/ 0 w 97409"/>
                        <a:gd name="csY3" fmla="*/ 201041 h 20104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0104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01041"/>
                          </a:lnTo>
                          <a:lnTo>
                            <a:pt x="0" y="201041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35" name="Freeform 1834">
                      <a:extLst>
                        <a:ext uri="{FF2B5EF4-FFF2-40B4-BE49-F238E27FC236}">
                          <a16:creationId xmlns:a16="http://schemas.microsoft.com/office/drawing/2014/main" id="{CDEF3C91-72AF-949F-B5E2-70303FC958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9079" y="5373469"/>
                      <a:ext cx="97409" cy="267462"/>
                    </a:xfrm>
                    <a:custGeom>
                      <a:avLst/>
                      <a:gdLst>
                        <a:gd name="csX0" fmla="*/ 0 w 97409"/>
                        <a:gd name="csY0" fmla="*/ 0 h 267462"/>
                        <a:gd name="csX1" fmla="*/ 97409 w 97409"/>
                        <a:gd name="csY1" fmla="*/ 0 h 267462"/>
                        <a:gd name="csX2" fmla="*/ 97409 w 97409"/>
                        <a:gd name="csY2" fmla="*/ 267462 h 267462"/>
                        <a:gd name="csX3" fmla="*/ 0 w 97409"/>
                        <a:gd name="csY3" fmla="*/ 267462 h 26746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6746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67462"/>
                          </a:lnTo>
                          <a:lnTo>
                            <a:pt x="0" y="267462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36" name="Freeform 1835">
                      <a:extLst>
                        <a:ext uri="{FF2B5EF4-FFF2-40B4-BE49-F238E27FC236}">
                          <a16:creationId xmlns:a16="http://schemas.microsoft.com/office/drawing/2014/main" id="{57F0E21D-47CB-7CE4-389B-22FF9230C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1385" y="5435191"/>
                      <a:ext cx="97409" cy="205612"/>
                    </a:xfrm>
                    <a:custGeom>
                      <a:avLst/>
                      <a:gdLst>
                        <a:gd name="csX0" fmla="*/ 0 w 97409"/>
                        <a:gd name="csY0" fmla="*/ 0 h 205612"/>
                        <a:gd name="csX1" fmla="*/ 97409 w 97409"/>
                        <a:gd name="csY1" fmla="*/ 0 h 205612"/>
                        <a:gd name="csX2" fmla="*/ 97409 w 97409"/>
                        <a:gd name="csY2" fmla="*/ 205613 h 205612"/>
                        <a:gd name="csX3" fmla="*/ 0 w 97409"/>
                        <a:gd name="csY3" fmla="*/ 205613 h 20561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0561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05613"/>
                          </a:lnTo>
                          <a:lnTo>
                            <a:pt x="0" y="205613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37" name="Freeform 1836">
                      <a:extLst>
                        <a:ext uri="{FF2B5EF4-FFF2-40B4-BE49-F238E27FC236}">
                          <a16:creationId xmlns:a16="http://schemas.microsoft.com/office/drawing/2014/main" id="{C46B362A-9F5B-A59A-C90B-DAF47F83E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3691" y="5521043"/>
                      <a:ext cx="97409" cy="119761"/>
                    </a:xfrm>
                    <a:custGeom>
                      <a:avLst/>
                      <a:gdLst>
                        <a:gd name="csX0" fmla="*/ 0 w 97409"/>
                        <a:gd name="csY0" fmla="*/ 0 h 119761"/>
                        <a:gd name="csX1" fmla="*/ 97409 w 97409"/>
                        <a:gd name="csY1" fmla="*/ 0 h 119761"/>
                        <a:gd name="csX2" fmla="*/ 97409 w 97409"/>
                        <a:gd name="csY2" fmla="*/ 119761 h 119761"/>
                        <a:gd name="csX3" fmla="*/ 0 w 97409"/>
                        <a:gd name="csY3" fmla="*/ 119761 h 11976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11976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119761"/>
                          </a:lnTo>
                          <a:lnTo>
                            <a:pt x="0" y="119761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38" name="Freeform 1837">
                      <a:extLst>
                        <a:ext uri="{FF2B5EF4-FFF2-40B4-BE49-F238E27FC236}">
                          <a16:creationId xmlns:a16="http://schemas.microsoft.com/office/drawing/2014/main" id="{C08429BD-2DD3-486B-B050-77F34C1C1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5997" y="5395059"/>
                      <a:ext cx="97409" cy="245745"/>
                    </a:xfrm>
                    <a:custGeom>
                      <a:avLst/>
                      <a:gdLst>
                        <a:gd name="csX0" fmla="*/ 0 w 97409"/>
                        <a:gd name="csY0" fmla="*/ 0 h 245745"/>
                        <a:gd name="csX1" fmla="*/ 97409 w 97409"/>
                        <a:gd name="csY1" fmla="*/ 0 h 245745"/>
                        <a:gd name="csX2" fmla="*/ 97409 w 97409"/>
                        <a:gd name="csY2" fmla="*/ 245745 h 245745"/>
                        <a:gd name="csX3" fmla="*/ 0 w 97409"/>
                        <a:gd name="csY3" fmla="*/ 245745 h 24574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4574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45745"/>
                          </a:lnTo>
                          <a:lnTo>
                            <a:pt x="0" y="245745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39" name="Freeform 1838">
                      <a:extLst>
                        <a:ext uri="{FF2B5EF4-FFF2-40B4-BE49-F238E27FC236}">
                          <a16:creationId xmlns:a16="http://schemas.microsoft.com/office/drawing/2014/main" id="{1F12DD1D-8E73-3F0A-7D7C-360799D459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3029" y="5414744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0" name="Freeform 1839">
                      <a:extLst>
                        <a:ext uri="{FF2B5EF4-FFF2-40B4-BE49-F238E27FC236}">
                          <a16:creationId xmlns:a16="http://schemas.microsoft.com/office/drawing/2014/main" id="{0DBECB75-DB62-5100-31CA-F4499DA25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5413" y="5414744"/>
                      <a:ext cx="12700" cy="50165"/>
                    </a:xfrm>
                    <a:custGeom>
                      <a:avLst/>
                      <a:gdLst>
                        <a:gd name="csX0" fmla="*/ 0 w 12700"/>
                        <a:gd name="csY0" fmla="*/ 0 h 50165"/>
                        <a:gd name="csX1" fmla="*/ 0 w 12700"/>
                        <a:gd name="csY1" fmla="*/ 50165 h 5016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50165">
                          <a:moveTo>
                            <a:pt x="0" y="0"/>
                          </a:moveTo>
                          <a:lnTo>
                            <a:pt x="0" y="5016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1" name="Freeform 1840">
                      <a:extLst>
                        <a:ext uri="{FF2B5EF4-FFF2-40B4-BE49-F238E27FC236}">
                          <a16:creationId xmlns:a16="http://schemas.microsoft.com/office/drawing/2014/main" id="{C4036351-4D43-9463-6590-FC817B2BB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3029" y="5464909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2" name="Freeform 1841">
                      <a:extLst>
                        <a:ext uri="{FF2B5EF4-FFF2-40B4-BE49-F238E27FC236}">
                          <a16:creationId xmlns:a16="http://schemas.microsoft.com/office/drawing/2014/main" id="{8B71DA70-126D-5C5B-93D2-2230A098D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5334" y="5317970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3" name="Freeform 1842">
                      <a:extLst>
                        <a:ext uri="{FF2B5EF4-FFF2-40B4-BE49-F238E27FC236}">
                          <a16:creationId xmlns:a16="http://schemas.microsoft.com/office/drawing/2014/main" id="{889D44A8-E09B-C184-3F1F-E63BD4AE5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719" y="5317970"/>
                      <a:ext cx="12700" cy="110870"/>
                    </a:xfrm>
                    <a:custGeom>
                      <a:avLst/>
                      <a:gdLst>
                        <a:gd name="csX0" fmla="*/ 0 w 12700"/>
                        <a:gd name="csY0" fmla="*/ 0 h 110870"/>
                        <a:gd name="csX1" fmla="*/ 0 w 12700"/>
                        <a:gd name="csY1" fmla="*/ 110871 h 11087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10870">
                          <a:moveTo>
                            <a:pt x="0" y="0"/>
                          </a:moveTo>
                          <a:lnTo>
                            <a:pt x="0" y="11087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4" name="Freeform 1843">
                      <a:extLst>
                        <a:ext uri="{FF2B5EF4-FFF2-40B4-BE49-F238E27FC236}">
                          <a16:creationId xmlns:a16="http://schemas.microsoft.com/office/drawing/2014/main" id="{38E0831A-82CE-58D0-F8AA-C70422F2D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5334" y="542884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5" name="Freeform 1844">
                      <a:extLst>
                        <a:ext uri="{FF2B5EF4-FFF2-40B4-BE49-F238E27FC236}">
                          <a16:creationId xmlns:a16="http://schemas.microsoft.com/office/drawing/2014/main" id="{2A4A92EE-AB28-7352-5149-01518CF817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7640" y="5363309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6" name="Freeform 1845">
                      <a:extLst>
                        <a:ext uri="{FF2B5EF4-FFF2-40B4-BE49-F238E27FC236}">
                          <a16:creationId xmlns:a16="http://schemas.microsoft.com/office/drawing/2014/main" id="{3B36F406-5D5F-E973-4AB9-5623CADB16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80026" y="5363309"/>
                      <a:ext cx="12700" cy="143891"/>
                    </a:xfrm>
                    <a:custGeom>
                      <a:avLst/>
                      <a:gdLst>
                        <a:gd name="csX0" fmla="*/ 0 w 12700"/>
                        <a:gd name="csY0" fmla="*/ 0 h 143891"/>
                        <a:gd name="csX1" fmla="*/ 0 w 12700"/>
                        <a:gd name="csY1" fmla="*/ 143891 h 14389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43891">
                          <a:moveTo>
                            <a:pt x="0" y="0"/>
                          </a:moveTo>
                          <a:lnTo>
                            <a:pt x="0" y="14389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7" name="Freeform 1846">
                      <a:extLst>
                        <a:ext uri="{FF2B5EF4-FFF2-40B4-BE49-F238E27FC236}">
                          <a16:creationId xmlns:a16="http://schemas.microsoft.com/office/drawing/2014/main" id="{083A899E-1083-DE04-6657-7E3EEBA1A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7640" y="5507200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8" name="Freeform 1847">
                      <a:extLst>
                        <a:ext uri="{FF2B5EF4-FFF2-40B4-BE49-F238E27FC236}">
                          <a16:creationId xmlns:a16="http://schemas.microsoft.com/office/drawing/2014/main" id="{4DCD0989-8407-96B8-A2D1-082BCCE1BA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2253" y="536064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49" name="Freeform 1848">
                      <a:extLst>
                        <a:ext uri="{FF2B5EF4-FFF2-40B4-BE49-F238E27FC236}">
                          <a16:creationId xmlns:a16="http://schemas.microsoft.com/office/drawing/2014/main" id="{4E4A30AA-F7A9-781B-C2FE-1A3438281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4637" y="5360641"/>
                      <a:ext cx="12700" cy="68961"/>
                    </a:xfrm>
                    <a:custGeom>
                      <a:avLst/>
                      <a:gdLst>
                        <a:gd name="csX0" fmla="*/ 0 w 12700"/>
                        <a:gd name="csY0" fmla="*/ 0 h 68961"/>
                        <a:gd name="csX1" fmla="*/ 0 w 12700"/>
                        <a:gd name="csY1" fmla="*/ 68961 h 6896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8961">
                          <a:moveTo>
                            <a:pt x="0" y="0"/>
                          </a:moveTo>
                          <a:lnTo>
                            <a:pt x="0" y="6896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0" name="Freeform 1849">
                      <a:extLst>
                        <a:ext uri="{FF2B5EF4-FFF2-40B4-BE49-F238E27FC236}">
                          <a16:creationId xmlns:a16="http://schemas.microsoft.com/office/drawing/2014/main" id="{DDD811C7-B5D1-C259-DB20-1367E5BE1C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2253" y="542960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1" name="Freeform 1850">
                      <a:extLst>
                        <a:ext uri="{FF2B5EF4-FFF2-40B4-BE49-F238E27FC236}">
                          <a16:creationId xmlns:a16="http://schemas.microsoft.com/office/drawing/2014/main" id="{DB571E5F-7F5E-7554-07BD-1B30DC81BC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5454" y="534451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2" name="Freeform 1851">
                      <a:extLst>
                        <a:ext uri="{FF2B5EF4-FFF2-40B4-BE49-F238E27FC236}">
                          <a16:creationId xmlns:a16="http://schemas.microsoft.com/office/drawing/2014/main" id="{5B5B7DE2-9B3B-0EDF-B71A-AD04D28C8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3910" y="517065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3" name="Freeform 1852">
                      <a:extLst>
                        <a:ext uri="{FF2B5EF4-FFF2-40B4-BE49-F238E27FC236}">
                          <a16:creationId xmlns:a16="http://schemas.microsoft.com/office/drawing/2014/main" id="{5DF385BA-8B3A-D1EE-F7A3-894418065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2828" y="53363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4" name="Freeform 1853">
                      <a:extLst>
                        <a:ext uri="{FF2B5EF4-FFF2-40B4-BE49-F238E27FC236}">
                          <a16:creationId xmlns:a16="http://schemas.microsoft.com/office/drawing/2014/main" id="{52009226-FD09-FA13-DFD0-6212BA62D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7399" y="532647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5" name="Freeform 1854">
                      <a:extLst>
                        <a:ext uri="{FF2B5EF4-FFF2-40B4-BE49-F238E27FC236}">
                          <a16:creationId xmlns:a16="http://schemas.microsoft.com/office/drawing/2014/main" id="{873E0CCD-547A-20B4-48AC-9A82EF3FAB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1952" y="5460718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6" name="Freeform 1855">
                      <a:extLst>
                        <a:ext uri="{FF2B5EF4-FFF2-40B4-BE49-F238E27FC236}">
                          <a16:creationId xmlns:a16="http://schemas.microsoft.com/office/drawing/2014/main" id="{8B119923-FD3F-8F1A-4AAB-462A9E7B5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7239" y="523427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7" name="Freeform 1856">
                      <a:extLst>
                        <a:ext uri="{FF2B5EF4-FFF2-40B4-BE49-F238E27FC236}">
                          <a16:creationId xmlns:a16="http://schemas.microsoft.com/office/drawing/2014/main" id="{E00A8A28-02F7-6170-1C3F-B9BE34779D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5127" y="531530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8" name="Freeform 1857">
                      <a:extLst>
                        <a:ext uri="{FF2B5EF4-FFF2-40B4-BE49-F238E27FC236}">
                          <a16:creationId xmlns:a16="http://schemas.microsoft.com/office/drawing/2014/main" id="{1D818AD8-3AE9-737A-87A7-10FE5FE892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4793" y="54123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59" name="Freeform 1858">
                      <a:extLst>
                        <a:ext uri="{FF2B5EF4-FFF2-40B4-BE49-F238E27FC236}">
                          <a16:creationId xmlns:a16="http://schemas.microsoft.com/office/drawing/2014/main" id="{DAFB3F2B-DEE2-33A7-6E22-E36B0D2B1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2460" y="543163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0" name="Freeform 1859">
                      <a:extLst>
                        <a:ext uri="{FF2B5EF4-FFF2-40B4-BE49-F238E27FC236}">
                          <a16:creationId xmlns:a16="http://schemas.microsoft.com/office/drawing/2014/main" id="{49082517-F454-D422-A7DF-F9FBE8BD3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3335" y="54769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9ECD52F6-8E78-F352-6EDC-50784F3EF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5983" y="54382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2" name="Freeform 1861">
                      <a:extLst>
                        <a:ext uri="{FF2B5EF4-FFF2-40B4-BE49-F238E27FC236}">
                          <a16:creationId xmlns:a16="http://schemas.microsoft.com/office/drawing/2014/main" id="{89006B67-3453-94F6-B49F-1862C7B73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3716" y="54061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3" name="Freeform 1862">
                      <a:extLst>
                        <a:ext uri="{FF2B5EF4-FFF2-40B4-BE49-F238E27FC236}">
                          <a16:creationId xmlns:a16="http://schemas.microsoft.com/office/drawing/2014/main" id="{D413B450-2621-1A68-C8AC-2D305B033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1477" y="539455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4" name="Freeform 1863">
                      <a:extLst>
                        <a:ext uri="{FF2B5EF4-FFF2-40B4-BE49-F238E27FC236}">
                          <a16:creationId xmlns:a16="http://schemas.microsoft.com/office/drawing/2014/main" id="{AE375291-3778-AB0E-3D4C-0E856FA3BA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1812" y="533232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5" name="Freeform 1864">
                      <a:extLst>
                        <a:ext uri="{FF2B5EF4-FFF2-40B4-BE49-F238E27FC236}">
                          <a16:creationId xmlns:a16="http://schemas.microsoft.com/office/drawing/2014/main" id="{6FC53D46-936C-7C95-4D5F-DBE08B452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5461" y="540509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6" name="Freeform 1865">
                      <a:extLst>
                        <a:ext uri="{FF2B5EF4-FFF2-40B4-BE49-F238E27FC236}">
                          <a16:creationId xmlns:a16="http://schemas.microsoft.com/office/drawing/2014/main" id="{AC81BF75-B241-E65C-22E1-9E5CB07CB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1731" y="549183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7" name="Freeform 1866">
                      <a:extLst>
                        <a:ext uri="{FF2B5EF4-FFF2-40B4-BE49-F238E27FC236}">
                          <a16:creationId xmlns:a16="http://schemas.microsoft.com/office/drawing/2014/main" id="{8C0D1493-BAE1-CF09-BB47-87BD920524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7486" y="54885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8" name="Freeform 1867">
                      <a:extLst>
                        <a:ext uri="{FF2B5EF4-FFF2-40B4-BE49-F238E27FC236}">
                          <a16:creationId xmlns:a16="http://schemas.microsoft.com/office/drawing/2014/main" id="{91F4A0CA-F079-3D5A-E013-7B17A45F7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7240" y="553844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69" name="Freeform 1868">
                      <a:extLst>
                        <a:ext uri="{FF2B5EF4-FFF2-40B4-BE49-F238E27FC236}">
                          <a16:creationId xmlns:a16="http://schemas.microsoft.com/office/drawing/2014/main" id="{0FBEF916-FCCB-0316-C5B9-65170597F9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8924" y="517344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0" name="Freeform 1869">
                      <a:extLst>
                        <a:ext uri="{FF2B5EF4-FFF2-40B4-BE49-F238E27FC236}">
                          <a16:creationId xmlns:a16="http://schemas.microsoft.com/office/drawing/2014/main" id="{1D147EF6-531B-DFAD-58B5-3912C3BE0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6330" y="550313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1" name="Freeform 1870">
                      <a:extLst>
                        <a:ext uri="{FF2B5EF4-FFF2-40B4-BE49-F238E27FC236}">
                          <a16:creationId xmlns:a16="http://schemas.microsoft.com/office/drawing/2014/main" id="{EAD9D52F-3F1C-5713-1131-7542086E2D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2894" y="543595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2" name="Freeform 1871">
                      <a:extLst>
                        <a:ext uri="{FF2B5EF4-FFF2-40B4-BE49-F238E27FC236}">
                          <a16:creationId xmlns:a16="http://schemas.microsoft.com/office/drawing/2014/main" id="{319605C7-04ED-8D9A-BE80-E4A77902C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8002" y="549983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3" name="TextBox 1872">
                      <a:extLst>
                        <a:ext uri="{FF2B5EF4-FFF2-40B4-BE49-F238E27FC236}">
                          <a16:creationId xmlns:a16="http://schemas.microsoft.com/office/drawing/2014/main" id="{85519274-206A-93CB-6615-CDD582F492D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55955" y="4971348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1874" name="Freeform 1873">
                      <a:extLst>
                        <a:ext uri="{FF2B5EF4-FFF2-40B4-BE49-F238E27FC236}">
                          <a16:creationId xmlns:a16="http://schemas.microsoft.com/office/drawing/2014/main" id="{6534BCBF-5107-E661-571B-B4F308386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5414" y="5144234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5" name="TextBox 1874">
                      <a:extLst>
                        <a:ext uri="{FF2B5EF4-FFF2-40B4-BE49-F238E27FC236}">
                          <a16:creationId xmlns:a16="http://schemas.microsoft.com/office/drawing/2014/main" id="{4E272BB4-FCDE-70B6-0F4D-FC0B43B8972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843924" y="5026238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0.327</a:t>
                      </a:r>
                    </a:p>
                  </p:txBody>
                </p:sp>
                <p:sp>
                  <p:nvSpPr>
                    <p:cNvPr id="1876" name="Freeform 1875">
                      <a:extLst>
                        <a:ext uri="{FF2B5EF4-FFF2-40B4-BE49-F238E27FC236}">
                          <a16:creationId xmlns:a16="http://schemas.microsoft.com/office/drawing/2014/main" id="{703235B5-7766-55DF-BAE0-C52C263C1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3976" y="5144234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77" name="TextBox 1876">
                      <a:extLst>
                        <a:ext uri="{FF2B5EF4-FFF2-40B4-BE49-F238E27FC236}">
                          <a16:creationId xmlns:a16="http://schemas.microsoft.com/office/drawing/2014/main" id="{90981342-FA9F-E00C-CB7A-53E4C4FDB74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847617" y="4858445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1878" name="Freeform 1877">
                      <a:extLst>
                        <a:ext uri="{FF2B5EF4-FFF2-40B4-BE49-F238E27FC236}">
                          <a16:creationId xmlns:a16="http://schemas.microsoft.com/office/drawing/2014/main" id="{B0E706D4-D07A-D51E-2441-CA3BCC128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5414" y="5031331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879" name="Graphic 1521">
                    <a:extLst>
                      <a:ext uri="{FF2B5EF4-FFF2-40B4-BE49-F238E27FC236}">
                        <a16:creationId xmlns:a16="http://schemas.microsoft.com/office/drawing/2014/main" id="{209B4C44-2250-91D6-EE50-BF5B9225F528}"/>
                      </a:ext>
                    </a:extLst>
                  </p:cNvPr>
                  <p:cNvGrpSpPr/>
                  <p:nvPr/>
                </p:nvGrpSpPr>
                <p:grpSpPr>
                  <a:xfrm>
                    <a:off x="5247756" y="4661384"/>
                    <a:ext cx="1180473" cy="1190718"/>
                    <a:chOff x="5247756" y="4661384"/>
                    <a:chExt cx="1180473" cy="1190718"/>
                  </a:xfrm>
                </p:grpSpPr>
                <p:sp>
                  <p:nvSpPr>
                    <p:cNvPr id="1880" name="Freeform 1879">
                      <a:extLst>
                        <a:ext uri="{FF2B5EF4-FFF2-40B4-BE49-F238E27FC236}">
                          <a16:creationId xmlns:a16="http://schemas.microsoft.com/office/drawing/2014/main" id="{269AD178-F46F-B9E5-F9FA-BFC1100C0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8005" y="4963640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81" name="TextBox 1880">
                      <a:extLst>
                        <a:ext uri="{FF2B5EF4-FFF2-40B4-BE49-F238E27FC236}">
                          <a16:creationId xmlns:a16="http://schemas.microsoft.com/office/drawing/2014/main" id="{F371C063-0D8E-4CB1-B7B3-7C2467CCC9D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5533915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1882" name="TextBox 1881">
                      <a:extLst>
                        <a:ext uri="{FF2B5EF4-FFF2-40B4-BE49-F238E27FC236}">
                          <a16:creationId xmlns:a16="http://schemas.microsoft.com/office/drawing/2014/main" id="{FF172FE2-F77E-1139-6635-C48C9E2079A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5422409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1883" name="TextBox 1882">
                      <a:extLst>
                        <a:ext uri="{FF2B5EF4-FFF2-40B4-BE49-F238E27FC236}">
                          <a16:creationId xmlns:a16="http://schemas.microsoft.com/office/drawing/2014/main" id="{2B242D04-46D8-19D9-983B-130AD81B5B1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5310776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1884" name="TextBox 1883">
                      <a:extLst>
                        <a:ext uri="{FF2B5EF4-FFF2-40B4-BE49-F238E27FC236}">
                          <a16:creationId xmlns:a16="http://schemas.microsoft.com/office/drawing/2014/main" id="{028CE330-EFD1-A0F1-1DA2-965A124B46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519927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3%</a:t>
                      </a:r>
                    </a:p>
                  </p:txBody>
                </p:sp>
                <p:sp>
                  <p:nvSpPr>
                    <p:cNvPr id="1885" name="TextBox 1884">
                      <a:extLst>
                        <a:ext uri="{FF2B5EF4-FFF2-40B4-BE49-F238E27FC236}">
                          <a16:creationId xmlns:a16="http://schemas.microsoft.com/office/drawing/2014/main" id="{01CAE2A4-04F9-0DE5-8C12-07F5C3F5AF2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5087637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4%</a:t>
                      </a:r>
                    </a:p>
                  </p:txBody>
                </p:sp>
                <p:sp>
                  <p:nvSpPr>
                    <p:cNvPr id="1886" name="TextBox 1885">
                      <a:extLst>
                        <a:ext uri="{FF2B5EF4-FFF2-40B4-BE49-F238E27FC236}">
                          <a16:creationId xmlns:a16="http://schemas.microsoft.com/office/drawing/2014/main" id="{C6DEBE66-A20C-3A2D-7AE7-BD4AF7A2306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4976131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5%</a:t>
                      </a:r>
                    </a:p>
                  </p:txBody>
                </p:sp>
                <p:sp>
                  <p:nvSpPr>
                    <p:cNvPr id="1887" name="TextBox 1886">
                      <a:extLst>
                        <a:ext uri="{FF2B5EF4-FFF2-40B4-BE49-F238E27FC236}">
                          <a16:creationId xmlns:a16="http://schemas.microsoft.com/office/drawing/2014/main" id="{750FA2B1-EF24-A68C-19FF-E8274E1C467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7756" y="486449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6%</a:t>
                      </a:r>
                    </a:p>
                  </p:txBody>
                </p:sp>
                <p:sp>
                  <p:nvSpPr>
                    <p:cNvPr id="1888" name="Freeform 1887">
                      <a:extLst>
                        <a:ext uri="{FF2B5EF4-FFF2-40B4-BE49-F238E27FC236}">
                          <a16:creationId xmlns:a16="http://schemas.microsoft.com/office/drawing/2014/main" id="{3D4A7584-DD5A-6A3A-39AD-EBBDD4D06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64080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89" name="Freeform 1888">
                      <a:extLst>
                        <a:ext uri="{FF2B5EF4-FFF2-40B4-BE49-F238E27FC236}">
                          <a16:creationId xmlns:a16="http://schemas.microsoft.com/office/drawing/2014/main" id="{A8249142-37F4-A80E-086A-DC07C5C017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529298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0" name="Freeform 1889">
                      <a:extLst>
                        <a:ext uri="{FF2B5EF4-FFF2-40B4-BE49-F238E27FC236}">
                          <a16:creationId xmlns:a16="http://schemas.microsoft.com/office/drawing/2014/main" id="{81D56649-3469-2E0F-0445-7CA739C4F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417665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1" name="Freeform 1890">
                      <a:extLst>
                        <a:ext uri="{FF2B5EF4-FFF2-40B4-BE49-F238E27FC236}">
                          <a16:creationId xmlns:a16="http://schemas.microsoft.com/office/drawing/2014/main" id="{41D77F0A-4B98-715B-A0FC-5471106960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306159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2" name="Freeform 1891">
                      <a:extLst>
                        <a:ext uri="{FF2B5EF4-FFF2-40B4-BE49-F238E27FC236}">
                          <a16:creationId xmlns:a16="http://schemas.microsoft.com/office/drawing/2014/main" id="{A3E8CF19-4AAE-B45F-E352-1DF8E98CA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194526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3" name="Freeform 1892">
                      <a:extLst>
                        <a:ext uri="{FF2B5EF4-FFF2-40B4-BE49-F238E27FC236}">
                          <a16:creationId xmlns:a16="http://schemas.microsoft.com/office/drawing/2014/main" id="{4C5F181C-29B4-18E8-FCCD-2492CF36C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5083020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4" name="Freeform 1893">
                      <a:extLst>
                        <a:ext uri="{FF2B5EF4-FFF2-40B4-BE49-F238E27FC236}">
                          <a16:creationId xmlns:a16="http://schemas.microsoft.com/office/drawing/2014/main" id="{2B5C6C21-5325-CF37-CD28-EEB73F685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3206" y="497138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5" name="Freeform 1894">
                      <a:extLst>
                        <a:ext uri="{FF2B5EF4-FFF2-40B4-BE49-F238E27FC236}">
                          <a16:creationId xmlns:a16="http://schemas.microsoft.com/office/drawing/2014/main" id="{6DC55D93-7595-798A-F2E0-9F2846679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8005" y="5640804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6" name="Freeform 1895">
                      <a:extLst>
                        <a:ext uri="{FF2B5EF4-FFF2-40B4-BE49-F238E27FC236}">
                          <a16:creationId xmlns:a16="http://schemas.microsoft.com/office/drawing/2014/main" id="{CB337EA2-7BB0-088D-A26A-F28400938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5413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7" name="Freeform 1896">
                      <a:extLst>
                        <a:ext uri="{FF2B5EF4-FFF2-40B4-BE49-F238E27FC236}">
                          <a16:creationId xmlns:a16="http://schemas.microsoft.com/office/drawing/2014/main" id="{69D82CA6-8D0A-0DA0-C035-630AF4CF61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719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8" name="Freeform 1897">
                      <a:extLst>
                        <a:ext uri="{FF2B5EF4-FFF2-40B4-BE49-F238E27FC236}">
                          <a16:creationId xmlns:a16="http://schemas.microsoft.com/office/drawing/2014/main" id="{7F286A0A-E113-D85D-E1F9-86B586A07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80026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899" name="Freeform 1898">
                      <a:extLst>
                        <a:ext uri="{FF2B5EF4-FFF2-40B4-BE49-F238E27FC236}">
                          <a16:creationId xmlns:a16="http://schemas.microsoft.com/office/drawing/2014/main" id="{72A369AF-5613-2167-FAA4-ED3D1FA16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2331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00" name="Freeform 1899">
                      <a:extLst>
                        <a:ext uri="{FF2B5EF4-FFF2-40B4-BE49-F238E27FC236}">
                          <a16:creationId xmlns:a16="http://schemas.microsoft.com/office/drawing/2014/main" id="{AE91F892-2993-CAE4-E660-EAA13ECFE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4637" y="564080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01" name="TextBox 1900">
                      <a:extLst>
                        <a:ext uri="{FF2B5EF4-FFF2-40B4-BE49-F238E27FC236}">
                          <a16:creationId xmlns:a16="http://schemas.microsoft.com/office/drawing/2014/main" id="{24268DA1-03ED-5CB2-274D-6888F2FAB0F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20600" y="5636658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902" name="TextBox 1901">
                      <a:extLst>
                        <a:ext uri="{FF2B5EF4-FFF2-40B4-BE49-F238E27FC236}">
                          <a16:creationId xmlns:a16="http://schemas.microsoft.com/office/drawing/2014/main" id="{E7F643A9-EA42-3735-EC3D-C86FC021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710958" y="5636658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903" name="TextBox 1902">
                      <a:extLst>
                        <a:ext uri="{FF2B5EF4-FFF2-40B4-BE49-F238E27FC236}">
                          <a16:creationId xmlns:a16="http://schemas.microsoft.com/office/drawing/2014/main" id="{F2FBB865-7EF6-3704-B12D-E3BDF748AAB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844411" y="5636658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904" name="TextBox 1903">
                      <a:extLst>
                        <a:ext uri="{FF2B5EF4-FFF2-40B4-BE49-F238E27FC236}">
                          <a16:creationId xmlns:a16="http://schemas.microsoft.com/office/drawing/2014/main" id="{D3297F0D-68C2-35E5-45FF-A3060AC113F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81870" y="5636658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905" name="TextBox 1904">
                      <a:extLst>
                        <a:ext uri="{FF2B5EF4-FFF2-40B4-BE49-F238E27FC236}">
                          <a16:creationId xmlns:a16="http://schemas.microsoft.com/office/drawing/2014/main" id="{B8648AAB-618A-8164-DF86-8EE5864851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81045" y="5636658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908" name="TextBox 1907">
                      <a:extLst>
                        <a:ext uri="{FF2B5EF4-FFF2-40B4-BE49-F238E27FC236}">
                          <a16:creationId xmlns:a16="http://schemas.microsoft.com/office/drawing/2014/main" id="{B149538E-1BF4-9168-D995-8D2170DF6AE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652926" y="4661384"/>
                      <a:ext cx="574196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14Vsst</a:t>
                      </a:r>
                    </a:p>
                  </p:txBody>
                </p:sp>
              </p:grpSp>
            </p:grpSp>
            <p:grpSp>
              <p:nvGrpSpPr>
                <p:cNvPr id="1909" name="Graphic 1523">
                  <a:extLst>
                    <a:ext uri="{FF2B5EF4-FFF2-40B4-BE49-F238E27FC236}">
                      <a16:creationId xmlns:a16="http://schemas.microsoft.com/office/drawing/2014/main" id="{58F6A78C-F7A3-7897-725D-E77E42888CF2}"/>
                    </a:ext>
                  </a:extLst>
                </p:cNvPr>
                <p:cNvGrpSpPr/>
                <p:nvPr/>
              </p:nvGrpSpPr>
              <p:grpSpPr>
                <a:xfrm>
                  <a:off x="-11822" y="5735510"/>
                  <a:ext cx="1180473" cy="1190718"/>
                  <a:chOff x="-19061" y="5982950"/>
                  <a:chExt cx="1180473" cy="1190718"/>
                </a:xfrm>
              </p:grpSpPr>
              <p:grpSp>
                <p:nvGrpSpPr>
                  <p:cNvPr id="1912" name="Graphic 1523">
                    <a:extLst>
                      <a:ext uri="{FF2B5EF4-FFF2-40B4-BE49-F238E27FC236}">
                        <a16:creationId xmlns:a16="http://schemas.microsoft.com/office/drawing/2014/main" id="{E275BC57-E38A-C292-3D29-7B446E7A8334}"/>
                      </a:ext>
                    </a:extLst>
                  </p:cNvPr>
                  <p:cNvGrpSpPr/>
                  <p:nvPr/>
                </p:nvGrpSpPr>
                <p:grpSpPr>
                  <a:xfrm>
                    <a:off x="289138" y="6235028"/>
                    <a:ext cx="846091" cy="727469"/>
                    <a:chOff x="289138" y="6235028"/>
                    <a:chExt cx="846091" cy="727469"/>
                  </a:xfrm>
                </p:grpSpPr>
                <p:sp>
                  <p:nvSpPr>
                    <p:cNvPr id="1913" name="Freeform 1912">
                      <a:extLst>
                        <a:ext uri="{FF2B5EF4-FFF2-40B4-BE49-F238E27FC236}">
                          <a16:creationId xmlns:a16="http://schemas.microsoft.com/office/drawing/2014/main" id="{76B3FAE1-59F9-FD48-DC36-34235C8B7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88" y="6285206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4" name="Freeform 1913">
                      <a:extLst>
                        <a:ext uri="{FF2B5EF4-FFF2-40B4-BE49-F238E27FC236}">
                          <a16:creationId xmlns:a16="http://schemas.microsoft.com/office/drawing/2014/main" id="{7B1B5361-43AE-CCBA-2EA5-61EDB44172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56" y="6729325"/>
                      <a:ext cx="97409" cy="233045"/>
                    </a:xfrm>
                    <a:custGeom>
                      <a:avLst/>
                      <a:gdLst>
                        <a:gd name="csX0" fmla="*/ 0 w 97409"/>
                        <a:gd name="csY0" fmla="*/ 0 h 233045"/>
                        <a:gd name="csX1" fmla="*/ 97409 w 97409"/>
                        <a:gd name="csY1" fmla="*/ 0 h 233045"/>
                        <a:gd name="csX2" fmla="*/ 97409 w 97409"/>
                        <a:gd name="csY2" fmla="*/ 233045 h 233045"/>
                        <a:gd name="csX3" fmla="*/ 0 w 97409"/>
                        <a:gd name="csY3" fmla="*/ 233045 h 23304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304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3045"/>
                          </a:lnTo>
                          <a:lnTo>
                            <a:pt x="0" y="233045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5" name="Freeform 1914">
                      <a:extLst>
                        <a:ext uri="{FF2B5EF4-FFF2-40B4-BE49-F238E27FC236}">
                          <a16:creationId xmlns:a16="http://schemas.microsoft.com/office/drawing/2014/main" id="{6A74EF1C-293D-667F-3F83-A86B03070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262" y="6668365"/>
                      <a:ext cx="97409" cy="294132"/>
                    </a:xfrm>
                    <a:custGeom>
                      <a:avLst/>
                      <a:gdLst>
                        <a:gd name="csX0" fmla="*/ 0 w 97409"/>
                        <a:gd name="csY0" fmla="*/ 0 h 294132"/>
                        <a:gd name="csX1" fmla="*/ 97409 w 97409"/>
                        <a:gd name="csY1" fmla="*/ 0 h 294132"/>
                        <a:gd name="csX2" fmla="*/ 97409 w 97409"/>
                        <a:gd name="csY2" fmla="*/ 294132 h 294132"/>
                        <a:gd name="csX3" fmla="*/ 0 w 97409"/>
                        <a:gd name="csY3" fmla="*/ 294132 h 29413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9413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94132"/>
                          </a:lnTo>
                          <a:lnTo>
                            <a:pt x="0" y="294132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6" name="Freeform 1915">
                      <a:extLst>
                        <a:ext uri="{FF2B5EF4-FFF2-40B4-BE49-F238E27FC236}">
                          <a16:creationId xmlns:a16="http://schemas.microsoft.com/office/drawing/2014/main" id="{676FECB3-8203-B4BB-842B-ABBB56060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567" y="6735548"/>
                      <a:ext cx="97409" cy="226822"/>
                    </a:xfrm>
                    <a:custGeom>
                      <a:avLst/>
                      <a:gdLst>
                        <a:gd name="csX0" fmla="*/ 0 w 97409"/>
                        <a:gd name="csY0" fmla="*/ 0 h 226822"/>
                        <a:gd name="csX1" fmla="*/ 97409 w 97409"/>
                        <a:gd name="csY1" fmla="*/ 0 h 226822"/>
                        <a:gd name="csX2" fmla="*/ 97409 w 97409"/>
                        <a:gd name="csY2" fmla="*/ 226822 h 226822"/>
                        <a:gd name="csX3" fmla="*/ 0 w 97409"/>
                        <a:gd name="csY3" fmla="*/ 226822 h 22682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682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6822"/>
                          </a:lnTo>
                          <a:lnTo>
                            <a:pt x="0" y="226822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7" name="Freeform 1916">
                      <a:extLst>
                        <a:ext uri="{FF2B5EF4-FFF2-40B4-BE49-F238E27FC236}">
                          <a16:creationId xmlns:a16="http://schemas.microsoft.com/office/drawing/2014/main" id="{F5C660BA-2FE8-3C2C-F356-B05F4D60D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6873" y="6716498"/>
                      <a:ext cx="97409" cy="245872"/>
                    </a:xfrm>
                    <a:custGeom>
                      <a:avLst/>
                      <a:gdLst>
                        <a:gd name="csX0" fmla="*/ 0 w 97409"/>
                        <a:gd name="csY0" fmla="*/ 0 h 245872"/>
                        <a:gd name="csX1" fmla="*/ 97409 w 97409"/>
                        <a:gd name="csY1" fmla="*/ 0 h 245872"/>
                        <a:gd name="csX2" fmla="*/ 97409 w 97409"/>
                        <a:gd name="csY2" fmla="*/ 245872 h 245872"/>
                        <a:gd name="csX3" fmla="*/ 0 w 97409"/>
                        <a:gd name="csY3" fmla="*/ 245872 h 24587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4587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45872"/>
                          </a:lnTo>
                          <a:lnTo>
                            <a:pt x="0" y="245872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8" name="Freeform 1917">
                      <a:extLst>
                        <a:ext uri="{FF2B5EF4-FFF2-40B4-BE49-F238E27FC236}">
                          <a16:creationId xmlns:a16="http://schemas.microsoft.com/office/drawing/2014/main" id="{4A2A5C3D-0DD0-314A-F8D7-E3E348BE4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180" y="6698591"/>
                      <a:ext cx="97409" cy="263779"/>
                    </a:xfrm>
                    <a:custGeom>
                      <a:avLst/>
                      <a:gdLst>
                        <a:gd name="csX0" fmla="*/ 0 w 97409"/>
                        <a:gd name="csY0" fmla="*/ 0 h 263779"/>
                        <a:gd name="csX1" fmla="*/ 97409 w 97409"/>
                        <a:gd name="csY1" fmla="*/ 0 h 263779"/>
                        <a:gd name="csX2" fmla="*/ 97409 w 97409"/>
                        <a:gd name="csY2" fmla="*/ 263779 h 263779"/>
                        <a:gd name="csX3" fmla="*/ 0 w 97409"/>
                        <a:gd name="csY3" fmla="*/ 263779 h 26377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63779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63779"/>
                          </a:lnTo>
                          <a:lnTo>
                            <a:pt x="0" y="263779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19" name="Freeform 1918">
                      <a:extLst>
                        <a:ext uri="{FF2B5EF4-FFF2-40B4-BE49-F238E27FC236}">
                          <a16:creationId xmlns:a16="http://schemas.microsoft.com/office/drawing/2014/main" id="{D3386169-5230-2920-0400-B1339BB95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12" y="670684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0043F171-D908-6080-72F4-B2D24E791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96" y="6706846"/>
                      <a:ext cx="12700" cy="45084"/>
                    </a:xfrm>
                    <a:custGeom>
                      <a:avLst/>
                      <a:gdLst>
                        <a:gd name="csX0" fmla="*/ 0 w 12700"/>
                        <a:gd name="csY0" fmla="*/ 0 h 45084"/>
                        <a:gd name="csX1" fmla="*/ 0 w 12700"/>
                        <a:gd name="csY1" fmla="*/ 45085 h 4508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45084">
                          <a:moveTo>
                            <a:pt x="0" y="0"/>
                          </a:moveTo>
                          <a:lnTo>
                            <a:pt x="0" y="4508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1" name="Freeform 1920">
                      <a:extLst>
                        <a:ext uri="{FF2B5EF4-FFF2-40B4-BE49-F238E27FC236}">
                          <a16:creationId xmlns:a16="http://schemas.microsoft.com/office/drawing/2014/main" id="{6C233EC0-6206-B5E2-B97C-23A99F266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12" y="675193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2" name="Freeform 1921">
                      <a:extLst>
                        <a:ext uri="{FF2B5EF4-FFF2-40B4-BE49-F238E27FC236}">
                          <a16:creationId xmlns:a16="http://schemas.microsoft.com/office/drawing/2014/main" id="{685DB0CA-BEC5-9645-42BB-FDA87D8E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8517" y="6632043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3" name="Freeform 1922">
                      <a:extLst>
                        <a:ext uri="{FF2B5EF4-FFF2-40B4-BE49-F238E27FC236}">
                          <a16:creationId xmlns:a16="http://schemas.microsoft.com/office/drawing/2014/main" id="{79B4A922-8393-A75E-4871-AC34DEB28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902" y="6632043"/>
                      <a:ext cx="12700" cy="72643"/>
                    </a:xfrm>
                    <a:custGeom>
                      <a:avLst/>
                      <a:gdLst>
                        <a:gd name="csX0" fmla="*/ 0 w 12700"/>
                        <a:gd name="csY0" fmla="*/ 0 h 72643"/>
                        <a:gd name="csX1" fmla="*/ 0 w 12700"/>
                        <a:gd name="csY1" fmla="*/ 72644 h 7264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2643">
                          <a:moveTo>
                            <a:pt x="0" y="0"/>
                          </a:moveTo>
                          <a:lnTo>
                            <a:pt x="0" y="72644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4" name="Freeform 1923">
                      <a:extLst>
                        <a:ext uri="{FF2B5EF4-FFF2-40B4-BE49-F238E27FC236}">
                          <a16:creationId xmlns:a16="http://schemas.microsoft.com/office/drawing/2014/main" id="{C52F691C-A54D-827F-0D30-EA2304D54E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8517" y="670468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5" name="Freeform 1924">
                      <a:extLst>
                        <a:ext uri="{FF2B5EF4-FFF2-40B4-BE49-F238E27FC236}">
                          <a16:creationId xmlns:a16="http://schemas.microsoft.com/office/drawing/2014/main" id="{DF70FD5F-25A6-BC75-2D2B-7EEF327103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823" y="665223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6" name="Freeform 1925">
                      <a:extLst>
                        <a:ext uri="{FF2B5EF4-FFF2-40B4-BE49-F238E27FC236}">
                          <a16:creationId xmlns:a16="http://schemas.microsoft.com/office/drawing/2014/main" id="{1BD2F4F7-6505-16C2-F4E4-2D0378EDA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209" y="6652236"/>
                      <a:ext cx="12700" cy="166750"/>
                    </a:xfrm>
                    <a:custGeom>
                      <a:avLst/>
                      <a:gdLst>
                        <a:gd name="csX0" fmla="*/ 0 w 12700"/>
                        <a:gd name="csY0" fmla="*/ 0 h 166750"/>
                        <a:gd name="csX1" fmla="*/ 0 w 12700"/>
                        <a:gd name="csY1" fmla="*/ 166751 h 16675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66750">
                          <a:moveTo>
                            <a:pt x="0" y="0"/>
                          </a:moveTo>
                          <a:lnTo>
                            <a:pt x="0" y="166751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7" name="Freeform 1926">
                      <a:extLst>
                        <a:ext uri="{FF2B5EF4-FFF2-40B4-BE49-F238E27FC236}">
                          <a16:creationId xmlns:a16="http://schemas.microsoft.com/office/drawing/2014/main" id="{CD88A9E2-9BD2-E9DE-93FC-262A74507F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823" y="681898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8" name="Freeform 1927">
                      <a:extLst>
                        <a:ext uri="{FF2B5EF4-FFF2-40B4-BE49-F238E27FC236}">
                          <a16:creationId xmlns:a16="http://schemas.microsoft.com/office/drawing/2014/main" id="{502C28BA-2B47-DCB5-3752-7C5861932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436" y="6661888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29" name="Freeform 1928">
                      <a:extLst>
                        <a:ext uri="{FF2B5EF4-FFF2-40B4-BE49-F238E27FC236}">
                          <a16:creationId xmlns:a16="http://schemas.microsoft.com/office/drawing/2014/main" id="{4DC4A269-52C3-F8EA-4DAB-B7C27E5BB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820" y="6661888"/>
                      <a:ext cx="12700" cy="73279"/>
                    </a:xfrm>
                    <a:custGeom>
                      <a:avLst/>
                      <a:gdLst>
                        <a:gd name="csX0" fmla="*/ 0 w 12700"/>
                        <a:gd name="csY0" fmla="*/ 0 h 73279"/>
                        <a:gd name="csX1" fmla="*/ 0 w 12700"/>
                        <a:gd name="csY1" fmla="*/ 73279 h 7327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3279">
                          <a:moveTo>
                            <a:pt x="0" y="0"/>
                          </a:moveTo>
                          <a:lnTo>
                            <a:pt x="0" y="7327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0" name="Freeform 1929">
                      <a:extLst>
                        <a:ext uri="{FF2B5EF4-FFF2-40B4-BE49-F238E27FC236}">
                          <a16:creationId xmlns:a16="http://schemas.microsoft.com/office/drawing/2014/main" id="{C446F140-6D80-96E8-DE13-0EFC0461FC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436" y="673516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1" name="Freeform 1930">
                      <a:extLst>
                        <a:ext uri="{FF2B5EF4-FFF2-40B4-BE49-F238E27FC236}">
                          <a16:creationId xmlns:a16="http://schemas.microsoft.com/office/drawing/2014/main" id="{20BFFDEE-FA4A-B069-0ACF-901FB12581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36" y="663394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2" name="Freeform 1931">
                      <a:extLst>
                        <a:ext uri="{FF2B5EF4-FFF2-40B4-BE49-F238E27FC236}">
                          <a16:creationId xmlns:a16="http://schemas.microsoft.com/office/drawing/2014/main" id="{18EEDFC2-740F-89FE-8E2B-C8EDA569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7093" y="669782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3" name="Freeform 1932">
                      <a:extLst>
                        <a:ext uri="{FF2B5EF4-FFF2-40B4-BE49-F238E27FC236}">
                          <a16:creationId xmlns:a16="http://schemas.microsoft.com/office/drawing/2014/main" id="{877270FD-A74E-AF7D-33AA-9ADFB1EA8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011" y="673389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4" name="Freeform 1933">
                      <a:extLst>
                        <a:ext uri="{FF2B5EF4-FFF2-40B4-BE49-F238E27FC236}">
                          <a16:creationId xmlns:a16="http://schemas.microsoft.com/office/drawing/2014/main" id="{3A6740EB-CCA7-1541-257A-C2B3A1AA79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0582" y="6775807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5" name="Freeform 1934">
                      <a:extLst>
                        <a:ext uri="{FF2B5EF4-FFF2-40B4-BE49-F238E27FC236}">
                          <a16:creationId xmlns:a16="http://schemas.microsoft.com/office/drawing/2014/main" id="{C03FB86D-6129-04A3-B0F0-A9C5C671E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35" y="66476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6" name="Freeform 1935">
                      <a:extLst>
                        <a:ext uri="{FF2B5EF4-FFF2-40B4-BE49-F238E27FC236}">
                          <a16:creationId xmlns:a16="http://schemas.microsoft.com/office/drawing/2014/main" id="{61559DF5-3C6B-448C-CB31-4B6AA3CCF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422" y="67330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7" name="Freeform 1936">
                      <a:extLst>
                        <a:ext uri="{FF2B5EF4-FFF2-40B4-BE49-F238E27FC236}">
                          <a16:creationId xmlns:a16="http://schemas.microsoft.com/office/drawing/2014/main" id="{1EE84AD8-1FC8-EAF0-A935-92C281B71E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10" y="672424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8" name="Freeform 1937">
                      <a:extLst>
                        <a:ext uri="{FF2B5EF4-FFF2-40B4-BE49-F238E27FC236}">
                          <a16:creationId xmlns:a16="http://schemas.microsoft.com/office/drawing/2014/main" id="{244034BE-59A1-27A0-1065-6461698FF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976" y="6770981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39" name="Freeform 1938">
                      <a:extLst>
                        <a:ext uri="{FF2B5EF4-FFF2-40B4-BE49-F238E27FC236}">
                          <a16:creationId xmlns:a16="http://schemas.microsoft.com/office/drawing/2014/main" id="{308C9881-7EFC-F315-61DC-E4D7E25C6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643" y="664677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0" name="Freeform 1939">
                      <a:extLst>
                        <a:ext uri="{FF2B5EF4-FFF2-40B4-BE49-F238E27FC236}">
                          <a16:creationId xmlns:a16="http://schemas.microsoft.com/office/drawing/2014/main" id="{47EF2933-4CED-3EE9-5361-7334F7E47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518" y="657159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1" name="Freeform 1940">
                      <a:extLst>
                        <a:ext uri="{FF2B5EF4-FFF2-40B4-BE49-F238E27FC236}">
                          <a16:creationId xmlns:a16="http://schemas.microsoft.com/office/drawing/2014/main" id="{E9C19B67-DA96-EBA6-525D-4A1F8CE8C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66" y="6781141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2" name="Freeform 1941">
                      <a:extLst>
                        <a:ext uri="{FF2B5EF4-FFF2-40B4-BE49-F238E27FC236}">
                          <a16:creationId xmlns:a16="http://schemas.microsoft.com/office/drawing/2014/main" id="{3FA79D2B-610A-18B4-CBBB-95B4A058C7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899" y="661667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3" name="Freeform 1942">
                      <a:extLst>
                        <a:ext uri="{FF2B5EF4-FFF2-40B4-BE49-F238E27FC236}">
                          <a16:creationId xmlns:a16="http://schemas.microsoft.com/office/drawing/2014/main" id="{230AD81E-F929-DA67-D260-2047CF345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660" y="671192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4" name="Freeform 1943">
                      <a:extLst>
                        <a:ext uri="{FF2B5EF4-FFF2-40B4-BE49-F238E27FC236}">
                          <a16:creationId xmlns:a16="http://schemas.microsoft.com/office/drawing/2014/main" id="{5B386E5C-742D-D69B-2A7E-D9F3C67C5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95" y="659851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5" name="Freeform 1944">
                      <a:extLst>
                        <a:ext uri="{FF2B5EF4-FFF2-40B4-BE49-F238E27FC236}">
                          <a16:creationId xmlns:a16="http://schemas.microsoft.com/office/drawing/2014/main" id="{7B60C89C-2B5A-145C-832F-16EAFED48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644" y="66150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6" name="Freeform 1945">
                      <a:extLst>
                        <a:ext uri="{FF2B5EF4-FFF2-40B4-BE49-F238E27FC236}">
                          <a16:creationId xmlns:a16="http://schemas.microsoft.com/office/drawing/2014/main" id="{DD851329-AC99-6630-0338-61B71D390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914" y="675637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7" name="Freeform 1946">
                      <a:extLst>
                        <a:ext uri="{FF2B5EF4-FFF2-40B4-BE49-F238E27FC236}">
                          <a16:creationId xmlns:a16="http://schemas.microsoft.com/office/drawing/2014/main" id="{0FCA0538-7BDE-653B-593A-EEF1B66FF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669" y="680069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8" name="Freeform 1947">
                      <a:extLst>
                        <a:ext uri="{FF2B5EF4-FFF2-40B4-BE49-F238E27FC236}">
                          <a16:creationId xmlns:a16="http://schemas.microsoft.com/office/drawing/2014/main" id="{921C5857-CC39-2A3A-65B1-E0B12E5978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3" y="649285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49" name="Freeform 1948">
                      <a:extLst>
                        <a:ext uri="{FF2B5EF4-FFF2-40B4-BE49-F238E27FC236}">
                          <a16:creationId xmlns:a16="http://schemas.microsoft.com/office/drawing/2014/main" id="{60C2B5DB-0825-6478-282A-68CD0C83E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107" y="678203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0" name="Freeform 1949">
                      <a:extLst>
                        <a:ext uri="{FF2B5EF4-FFF2-40B4-BE49-F238E27FC236}">
                          <a16:creationId xmlns:a16="http://schemas.microsoft.com/office/drawing/2014/main" id="{86FA6B73-5437-B042-EA72-D8A0D7469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513" y="66984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1" name="Freeform 1950">
                      <a:extLst>
                        <a:ext uri="{FF2B5EF4-FFF2-40B4-BE49-F238E27FC236}">
                          <a16:creationId xmlns:a16="http://schemas.microsoft.com/office/drawing/2014/main" id="{C0FF864B-0FDF-6781-C26C-FBF683E5B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077" y="66277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2" name="Freeform 1951">
                      <a:extLst>
                        <a:ext uri="{FF2B5EF4-FFF2-40B4-BE49-F238E27FC236}">
                          <a16:creationId xmlns:a16="http://schemas.microsoft.com/office/drawing/2014/main" id="{3BC2FBA7-B026-EE17-EFBE-4611F062E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185" y="661921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3" name="TextBox 1952">
                      <a:extLst>
                        <a:ext uri="{FF2B5EF4-FFF2-40B4-BE49-F238E27FC236}">
                          <a16:creationId xmlns:a16="http://schemas.microsoft.com/office/drawing/2014/main" id="{1D5DD2C3-4D34-7FE1-5491-2A07CD3C3AD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9138" y="6292914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1954" name="Freeform 1953">
                      <a:extLst>
                        <a:ext uri="{FF2B5EF4-FFF2-40B4-BE49-F238E27FC236}">
                          <a16:creationId xmlns:a16="http://schemas.microsoft.com/office/drawing/2014/main" id="{C271F8A0-9526-17D8-0730-2C10E9947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97" y="6465800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5" name="TextBox 1954">
                      <a:extLst>
                        <a:ext uri="{FF2B5EF4-FFF2-40B4-BE49-F238E27FC236}">
                          <a16:creationId xmlns:a16="http://schemas.microsoft.com/office/drawing/2014/main" id="{E203B980-9F16-03F5-37E9-558E953C022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77107" y="6347804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0.086</a:t>
                      </a:r>
                    </a:p>
                  </p:txBody>
                </p:sp>
                <p:sp>
                  <p:nvSpPr>
                    <p:cNvPr id="1956" name="Freeform 1955">
                      <a:extLst>
                        <a:ext uri="{FF2B5EF4-FFF2-40B4-BE49-F238E27FC236}">
                          <a16:creationId xmlns:a16="http://schemas.microsoft.com/office/drawing/2014/main" id="{CFF557DA-8DB7-835C-7462-1955B35834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159" y="6465800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57" name="TextBox 1956">
                      <a:extLst>
                        <a:ext uri="{FF2B5EF4-FFF2-40B4-BE49-F238E27FC236}">
                          <a16:creationId xmlns:a16="http://schemas.microsoft.com/office/drawing/2014/main" id="{A23F60D7-BD0A-7B18-EF22-7C178278BE7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87826" y="6235028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0.272</a:t>
                      </a:r>
                    </a:p>
                  </p:txBody>
                </p:sp>
                <p:sp>
                  <p:nvSpPr>
                    <p:cNvPr id="1958" name="Freeform 1957">
                      <a:extLst>
                        <a:ext uri="{FF2B5EF4-FFF2-40B4-BE49-F238E27FC236}">
                          <a16:creationId xmlns:a16="http://schemas.microsoft.com/office/drawing/2014/main" id="{D37217F8-96E5-B274-2153-5175DA737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97" y="6352897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1959" name="Graphic 1523">
                    <a:extLst>
                      <a:ext uri="{FF2B5EF4-FFF2-40B4-BE49-F238E27FC236}">
                        <a16:creationId xmlns:a16="http://schemas.microsoft.com/office/drawing/2014/main" id="{F075087F-D4AA-C0DC-2D15-808DB2518066}"/>
                      </a:ext>
                    </a:extLst>
                  </p:cNvPr>
                  <p:cNvGrpSpPr/>
                  <p:nvPr/>
                </p:nvGrpSpPr>
                <p:grpSpPr>
                  <a:xfrm>
                    <a:off x="-19061" y="5982950"/>
                    <a:ext cx="1180473" cy="1190718"/>
                    <a:chOff x="-19061" y="5982950"/>
                    <a:chExt cx="1180473" cy="1190718"/>
                  </a:xfrm>
                </p:grpSpPr>
                <p:sp>
                  <p:nvSpPr>
                    <p:cNvPr id="1960" name="Freeform 1959">
                      <a:extLst>
                        <a:ext uri="{FF2B5EF4-FFF2-40B4-BE49-F238E27FC236}">
                          <a16:creationId xmlns:a16="http://schemas.microsoft.com/office/drawing/2014/main" id="{41B06147-7019-3335-1A4E-5238C2F37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88" y="6285206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61" name="TextBox 1960">
                      <a:extLst>
                        <a:ext uri="{FF2B5EF4-FFF2-40B4-BE49-F238E27FC236}">
                          <a16:creationId xmlns:a16="http://schemas.microsoft.com/office/drawing/2014/main" id="{AF3961D1-7766-F82F-77C8-8E08CC3966F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855481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1962" name="TextBox 1961">
                      <a:extLst>
                        <a:ext uri="{FF2B5EF4-FFF2-40B4-BE49-F238E27FC236}">
                          <a16:creationId xmlns:a16="http://schemas.microsoft.com/office/drawing/2014/main" id="{9156EBA0-3EF4-ABA1-625D-8933E38DC8C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722512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1963" name="TextBox 1962">
                      <a:extLst>
                        <a:ext uri="{FF2B5EF4-FFF2-40B4-BE49-F238E27FC236}">
                          <a16:creationId xmlns:a16="http://schemas.microsoft.com/office/drawing/2014/main" id="{5DA515FB-4DEC-F8F4-017A-0E2D262FDC8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589416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1964" name="TextBox 1963">
                      <a:extLst>
                        <a:ext uri="{FF2B5EF4-FFF2-40B4-BE49-F238E27FC236}">
                          <a16:creationId xmlns:a16="http://schemas.microsoft.com/office/drawing/2014/main" id="{FD8150CD-1FAB-6F98-669A-6DC1B454D3C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456447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3%</a:t>
                      </a:r>
                    </a:p>
                  </p:txBody>
                </p:sp>
                <p:sp>
                  <p:nvSpPr>
                    <p:cNvPr id="1965" name="TextBox 1964">
                      <a:extLst>
                        <a:ext uri="{FF2B5EF4-FFF2-40B4-BE49-F238E27FC236}">
                          <a16:creationId xmlns:a16="http://schemas.microsoft.com/office/drawing/2014/main" id="{CD8BA221-E7FB-1D50-4257-67B5B0F6EB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323351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4%</a:t>
                      </a:r>
                    </a:p>
                  </p:txBody>
                </p:sp>
                <p:sp>
                  <p:nvSpPr>
                    <p:cNvPr id="1966" name="TextBox 1965">
                      <a:extLst>
                        <a:ext uri="{FF2B5EF4-FFF2-40B4-BE49-F238E27FC236}">
                          <a16:creationId xmlns:a16="http://schemas.microsoft.com/office/drawing/2014/main" id="{F7D908B6-5038-AA70-670E-A7CFEF11C5E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19061" y="6190382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5%</a:t>
                      </a:r>
                    </a:p>
                  </p:txBody>
                </p:sp>
                <p:sp>
                  <p:nvSpPr>
                    <p:cNvPr id="1967" name="Freeform 1966">
                      <a:extLst>
                        <a:ext uri="{FF2B5EF4-FFF2-40B4-BE49-F238E27FC236}">
                          <a16:creationId xmlns:a16="http://schemas.microsoft.com/office/drawing/2014/main" id="{46188F3D-D86C-FC06-26DD-B20A83AB4F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962370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68" name="Freeform 1967">
                      <a:extLst>
                        <a:ext uri="{FF2B5EF4-FFF2-40B4-BE49-F238E27FC236}">
                          <a16:creationId xmlns:a16="http://schemas.microsoft.com/office/drawing/2014/main" id="{9D65D9AE-5896-7FBB-B63B-4442F0800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829400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69" name="Freeform 1968">
                      <a:extLst>
                        <a:ext uri="{FF2B5EF4-FFF2-40B4-BE49-F238E27FC236}">
                          <a16:creationId xmlns:a16="http://schemas.microsoft.com/office/drawing/2014/main" id="{A07C7F19-8C08-D53E-1BB5-BE7E76B026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69630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0" name="Freeform 1969">
                      <a:extLst>
                        <a:ext uri="{FF2B5EF4-FFF2-40B4-BE49-F238E27FC236}">
                          <a16:creationId xmlns:a16="http://schemas.microsoft.com/office/drawing/2014/main" id="{F2D2DF7A-50BD-851B-1E4F-DD09521CA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563336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1" name="Freeform 1970">
                      <a:extLst>
                        <a:ext uri="{FF2B5EF4-FFF2-40B4-BE49-F238E27FC236}">
                          <a16:creationId xmlns:a16="http://schemas.microsoft.com/office/drawing/2014/main" id="{C474ACF8-2132-C143-159D-FB4D313980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430239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2" name="Freeform 1971">
                      <a:extLst>
                        <a:ext uri="{FF2B5EF4-FFF2-40B4-BE49-F238E27FC236}">
                          <a16:creationId xmlns:a16="http://schemas.microsoft.com/office/drawing/2014/main" id="{81853BD7-C9A4-26DA-65FB-E27CD54D7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89" y="6297270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3" name="Freeform 1972">
                      <a:extLst>
                        <a:ext uri="{FF2B5EF4-FFF2-40B4-BE49-F238E27FC236}">
                          <a16:creationId xmlns:a16="http://schemas.microsoft.com/office/drawing/2014/main" id="{4AA2E4DB-F2E4-2D86-EC46-A40B86FDE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88" y="6962370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4" name="Freeform 1973">
                      <a:extLst>
                        <a:ext uri="{FF2B5EF4-FFF2-40B4-BE49-F238E27FC236}">
                          <a16:creationId xmlns:a16="http://schemas.microsoft.com/office/drawing/2014/main" id="{344F61D0-CADC-3443-CA0D-CF6B08071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96" y="696237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5" name="Freeform 1974">
                      <a:extLst>
                        <a:ext uri="{FF2B5EF4-FFF2-40B4-BE49-F238E27FC236}">
                          <a16:creationId xmlns:a16="http://schemas.microsoft.com/office/drawing/2014/main" id="{C1E60B7A-062A-CE36-1B98-40EF72BA5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902" y="696237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6" name="Freeform 1975">
                      <a:extLst>
                        <a:ext uri="{FF2B5EF4-FFF2-40B4-BE49-F238E27FC236}">
                          <a16:creationId xmlns:a16="http://schemas.microsoft.com/office/drawing/2014/main" id="{B1718F88-1682-F236-8277-77DB2AEF86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209" y="696237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7" name="Freeform 1976">
                      <a:extLst>
                        <a:ext uri="{FF2B5EF4-FFF2-40B4-BE49-F238E27FC236}">
                          <a16:creationId xmlns:a16="http://schemas.microsoft.com/office/drawing/2014/main" id="{0C2EA0BB-45EF-D655-3C29-C7643D64F5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514" y="696237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8" name="Freeform 1977">
                      <a:extLst>
                        <a:ext uri="{FF2B5EF4-FFF2-40B4-BE49-F238E27FC236}">
                          <a16:creationId xmlns:a16="http://schemas.microsoft.com/office/drawing/2014/main" id="{836C7F6B-DF4B-2270-675F-EC4C2B29E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820" y="696237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79" name="TextBox 1978">
                      <a:extLst>
                        <a:ext uri="{FF2B5EF4-FFF2-40B4-BE49-F238E27FC236}">
                          <a16:creationId xmlns:a16="http://schemas.microsoft.com/office/drawing/2014/main" id="{0B3898FA-97A5-E081-B966-6DFF71D3278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53783" y="6958224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1980" name="TextBox 1979">
                      <a:extLst>
                        <a:ext uri="{FF2B5EF4-FFF2-40B4-BE49-F238E27FC236}">
                          <a16:creationId xmlns:a16="http://schemas.microsoft.com/office/drawing/2014/main" id="{05C6C3E2-D3B2-CAC1-EBBF-8B769690A64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44141" y="6958224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1981" name="TextBox 1980">
                      <a:extLst>
                        <a:ext uri="{FF2B5EF4-FFF2-40B4-BE49-F238E27FC236}">
                          <a16:creationId xmlns:a16="http://schemas.microsoft.com/office/drawing/2014/main" id="{E28599FE-FD00-1851-B180-4BEC64C0087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77594" y="6958224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1982" name="TextBox 1981">
                      <a:extLst>
                        <a:ext uri="{FF2B5EF4-FFF2-40B4-BE49-F238E27FC236}">
                          <a16:creationId xmlns:a16="http://schemas.microsoft.com/office/drawing/2014/main" id="{279421F2-8F7B-E5F0-7218-E9D0DE205F7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15053" y="6958224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1983" name="TextBox 1982">
                      <a:extLst>
                        <a:ext uri="{FF2B5EF4-FFF2-40B4-BE49-F238E27FC236}">
                          <a16:creationId xmlns:a16="http://schemas.microsoft.com/office/drawing/2014/main" id="{7EE5A65A-6CD0-AE76-A0D6-D437D2E17EA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14228" y="6958224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1986" name="TextBox 1985">
                      <a:extLst>
                        <a:ext uri="{FF2B5EF4-FFF2-40B4-BE49-F238E27FC236}">
                          <a16:creationId xmlns:a16="http://schemas.microsoft.com/office/drawing/2014/main" id="{27759683-2676-F5EC-8BD0-677022CC9C4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75690" y="5982950"/>
                      <a:ext cx="595036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17_PSi</a:t>
                      </a:r>
                    </a:p>
                  </p:txBody>
                </p:sp>
              </p:grpSp>
            </p:grpSp>
            <p:grpSp>
              <p:nvGrpSpPr>
                <p:cNvPr id="1987" name="Graphic 1525">
                  <a:extLst>
                    <a:ext uri="{FF2B5EF4-FFF2-40B4-BE49-F238E27FC236}">
                      <a16:creationId xmlns:a16="http://schemas.microsoft.com/office/drawing/2014/main" id="{E61D9795-E4E2-0538-0253-5A7A04E96F25}"/>
                    </a:ext>
                  </a:extLst>
                </p:cNvPr>
                <p:cNvGrpSpPr/>
                <p:nvPr/>
              </p:nvGrpSpPr>
              <p:grpSpPr>
                <a:xfrm>
                  <a:off x="1115466" y="5735510"/>
                  <a:ext cx="1180473" cy="1190718"/>
                  <a:chOff x="1352539" y="5867797"/>
                  <a:chExt cx="1180473" cy="1190718"/>
                </a:xfrm>
              </p:grpSpPr>
              <p:grpSp>
                <p:nvGrpSpPr>
                  <p:cNvPr id="1990" name="Graphic 1525">
                    <a:extLst>
                      <a:ext uri="{FF2B5EF4-FFF2-40B4-BE49-F238E27FC236}">
                        <a16:creationId xmlns:a16="http://schemas.microsoft.com/office/drawing/2014/main" id="{40D7A146-E8B3-0A84-1D35-2D18EBEA50B1}"/>
                      </a:ext>
                    </a:extLst>
                  </p:cNvPr>
                  <p:cNvGrpSpPr/>
                  <p:nvPr/>
                </p:nvGrpSpPr>
                <p:grpSpPr>
                  <a:xfrm>
                    <a:off x="1662788" y="6064858"/>
                    <a:ext cx="844041" cy="784772"/>
                    <a:chOff x="1662788" y="6064858"/>
                    <a:chExt cx="844041" cy="784772"/>
                  </a:xfrm>
                </p:grpSpPr>
                <p:sp>
                  <p:nvSpPr>
                    <p:cNvPr id="1991" name="Freeform 1990">
                      <a:extLst>
                        <a:ext uri="{FF2B5EF4-FFF2-40B4-BE49-F238E27FC236}">
                          <a16:creationId xmlns:a16="http://schemas.microsoft.com/office/drawing/2014/main" id="{6A6620C3-5712-2900-D2C5-9ECA9D4B1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2788" y="6170053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2" name="Freeform 1991">
                      <a:extLst>
                        <a:ext uri="{FF2B5EF4-FFF2-40B4-BE49-F238E27FC236}">
                          <a16:creationId xmlns:a16="http://schemas.microsoft.com/office/drawing/2014/main" id="{1AD7E3A7-F2E0-FD75-85C0-21FE0EB4F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1556" y="6630047"/>
                      <a:ext cx="97409" cy="217296"/>
                    </a:xfrm>
                    <a:custGeom>
                      <a:avLst/>
                      <a:gdLst>
                        <a:gd name="csX0" fmla="*/ 0 w 97409"/>
                        <a:gd name="csY0" fmla="*/ 0 h 217296"/>
                        <a:gd name="csX1" fmla="*/ 97409 w 97409"/>
                        <a:gd name="csY1" fmla="*/ 0 h 217296"/>
                        <a:gd name="csX2" fmla="*/ 97409 w 97409"/>
                        <a:gd name="csY2" fmla="*/ 217297 h 217296"/>
                        <a:gd name="csX3" fmla="*/ 0 w 97409"/>
                        <a:gd name="csY3" fmla="*/ 217297 h 21729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17296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17297"/>
                          </a:lnTo>
                          <a:lnTo>
                            <a:pt x="0" y="217297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3" name="Freeform 1992">
                      <a:extLst>
                        <a:ext uri="{FF2B5EF4-FFF2-40B4-BE49-F238E27FC236}">
                          <a16:creationId xmlns:a16="http://schemas.microsoft.com/office/drawing/2014/main" id="{5003EEB5-6699-EED2-D436-F4CFF702C8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3862" y="6617601"/>
                      <a:ext cx="97409" cy="229615"/>
                    </a:xfrm>
                    <a:custGeom>
                      <a:avLst/>
                      <a:gdLst>
                        <a:gd name="csX0" fmla="*/ 0 w 97409"/>
                        <a:gd name="csY0" fmla="*/ 0 h 229615"/>
                        <a:gd name="csX1" fmla="*/ 97409 w 97409"/>
                        <a:gd name="csY1" fmla="*/ 0 h 229615"/>
                        <a:gd name="csX2" fmla="*/ 97409 w 97409"/>
                        <a:gd name="csY2" fmla="*/ 229616 h 229615"/>
                        <a:gd name="csX3" fmla="*/ 0 w 97409"/>
                        <a:gd name="csY3" fmla="*/ 229616 h 22961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961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9616"/>
                          </a:lnTo>
                          <a:lnTo>
                            <a:pt x="0" y="229616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D980ADA8-CEBC-823E-8A5E-6764A9394D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6168" y="6659638"/>
                      <a:ext cx="97409" cy="187579"/>
                    </a:xfrm>
                    <a:custGeom>
                      <a:avLst/>
                      <a:gdLst>
                        <a:gd name="csX0" fmla="*/ 0 w 97409"/>
                        <a:gd name="csY0" fmla="*/ 0 h 187579"/>
                        <a:gd name="csX1" fmla="*/ 97409 w 97409"/>
                        <a:gd name="csY1" fmla="*/ 0 h 187579"/>
                        <a:gd name="csX2" fmla="*/ 97409 w 97409"/>
                        <a:gd name="csY2" fmla="*/ 187579 h 187579"/>
                        <a:gd name="csX3" fmla="*/ 0 w 97409"/>
                        <a:gd name="csY3" fmla="*/ 187579 h 18757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187579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187579"/>
                          </a:lnTo>
                          <a:lnTo>
                            <a:pt x="0" y="187579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5" name="Freeform 1994">
                      <a:extLst>
                        <a:ext uri="{FF2B5EF4-FFF2-40B4-BE49-F238E27FC236}">
                          <a16:creationId xmlns:a16="http://schemas.microsoft.com/office/drawing/2014/main" id="{13D03C72-704F-26E9-7CB2-C7EEB151E6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474" y="6569722"/>
                      <a:ext cx="97409" cy="277621"/>
                    </a:xfrm>
                    <a:custGeom>
                      <a:avLst/>
                      <a:gdLst>
                        <a:gd name="csX0" fmla="*/ 0 w 97409"/>
                        <a:gd name="csY0" fmla="*/ 0 h 277621"/>
                        <a:gd name="csX1" fmla="*/ 97409 w 97409"/>
                        <a:gd name="csY1" fmla="*/ 0 h 277621"/>
                        <a:gd name="csX2" fmla="*/ 97409 w 97409"/>
                        <a:gd name="csY2" fmla="*/ 277622 h 277621"/>
                        <a:gd name="csX3" fmla="*/ 0 w 97409"/>
                        <a:gd name="csY3" fmla="*/ 277622 h 27762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7762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77622"/>
                          </a:lnTo>
                          <a:lnTo>
                            <a:pt x="0" y="277622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6" name="Freeform 1995">
                      <a:extLst>
                        <a:ext uri="{FF2B5EF4-FFF2-40B4-BE49-F238E27FC236}">
                          <a16:creationId xmlns:a16="http://schemas.microsoft.com/office/drawing/2014/main" id="{9B5959C5-A073-1717-72A7-27CB5F968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780" y="6610997"/>
                      <a:ext cx="97409" cy="236346"/>
                    </a:xfrm>
                    <a:custGeom>
                      <a:avLst/>
                      <a:gdLst>
                        <a:gd name="csX0" fmla="*/ 0 w 97409"/>
                        <a:gd name="csY0" fmla="*/ 0 h 236346"/>
                        <a:gd name="csX1" fmla="*/ 97409 w 97409"/>
                        <a:gd name="csY1" fmla="*/ 0 h 236346"/>
                        <a:gd name="csX2" fmla="*/ 97409 w 97409"/>
                        <a:gd name="csY2" fmla="*/ 236347 h 236346"/>
                        <a:gd name="csX3" fmla="*/ 0 w 97409"/>
                        <a:gd name="csY3" fmla="*/ 236347 h 23634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6346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6347"/>
                          </a:lnTo>
                          <a:lnTo>
                            <a:pt x="0" y="236347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7" name="Freeform 1996">
                      <a:extLst>
                        <a:ext uri="{FF2B5EF4-FFF2-40B4-BE49-F238E27FC236}">
                          <a16:creationId xmlns:a16="http://schemas.microsoft.com/office/drawing/2014/main" id="{BC67F5D0-5B04-4188-FCB2-92C86B5DB9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7812" y="657061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8" name="Freeform 1997">
                      <a:extLst>
                        <a:ext uri="{FF2B5EF4-FFF2-40B4-BE49-F238E27FC236}">
                          <a16:creationId xmlns:a16="http://schemas.microsoft.com/office/drawing/2014/main" id="{C82600AD-388A-9856-B79F-2FBA044BEB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0196" y="6570611"/>
                      <a:ext cx="12700" cy="118744"/>
                    </a:xfrm>
                    <a:custGeom>
                      <a:avLst/>
                      <a:gdLst>
                        <a:gd name="csX0" fmla="*/ 0 w 12700"/>
                        <a:gd name="csY0" fmla="*/ 0 h 118744"/>
                        <a:gd name="csX1" fmla="*/ 0 w 12700"/>
                        <a:gd name="csY1" fmla="*/ 118745 h 11874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18744">
                          <a:moveTo>
                            <a:pt x="0" y="0"/>
                          </a:moveTo>
                          <a:lnTo>
                            <a:pt x="0" y="11874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1999" name="Freeform 1998">
                      <a:extLst>
                        <a:ext uri="{FF2B5EF4-FFF2-40B4-BE49-F238E27FC236}">
                          <a16:creationId xmlns:a16="http://schemas.microsoft.com/office/drawing/2014/main" id="{D897AF06-B3E3-FCCC-9C60-7F47082F7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7812" y="668935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0" name="Freeform 1999">
                      <a:extLst>
                        <a:ext uri="{FF2B5EF4-FFF2-40B4-BE49-F238E27FC236}">
                          <a16:creationId xmlns:a16="http://schemas.microsoft.com/office/drawing/2014/main" id="{4575F749-EB90-4AC4-7DED-660D2C9FB1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0117" y="657543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1" name="Freeform 2000">
                      <a:extLst>
                        <a:ext uri="{FF2B5EF4-FFF2-40B4-BE49-F238E27FC236}">
                          <a16:creationId xmlns:a16="http://schemas.microsoft.com/office/drawing/2014/main" id="{C5CB7D6B-AB21-CD84-BB79-D18BBE4B7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2502" y="6575436"/>
                      <a:ext cx="12700" cy="84455"/>
                    </a:xfrm>
                    <a:custGeom>
                      <a:avLst/>
                      <a:gdLst>
                        <a:gd name="csX0" fmla="*/ 0 w 12700"/>
                        <a:gd name="csY0" fmla="*/ 0 h 84455"/>
                        <a:gd name="csX1" fmla="*/ 0 w 12700"/>
                        <a:gd name="csY1" fmla="*/ 84455 h 8445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84455">
                          <a:moveTo>
                            <a:pt x="0" y="0"/>
                          </a:moveTo>
                          <a:lnTo>
                            <a:pt x="0" y="8445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2" name="Freeform 2001">
                      <a:extLst>
                        <a:ext uri="{FF2B5EF4-FFF2-40B4-BE49-F238E27FC236}">
                          <a16:creationId xmlns:a16="http://schemas.microsoft.com/office/drawing/2014/main" id="{FD1EF752-5EFE-9B85-C439-DD19B24C4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0117" y="665989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3" name="Freeform 2002">
                      <a:extLst>
                        <a:ext uri="{FF2B5EF4-FFF2-40B4-BE49-F238E27FC236}">
                          <a16:creationId xmlns:a16="http://schemas.microsoft.com/office/drawing/2014/main" id="{61DFAB08-8D3A-C5C1-53C3-F8AF4E848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2423" y="659601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4" name="Freeform 2003">
                      <a:extLst>
                        <a:ext uri="{FF2B5EF4-FFF2-40B4-BE49-F238E27FC236}">
                          <a16:creationId xmlns:a16="http://schemas.microsoft.com/office/drawing/2014/main" id="{CD08E0B8-34EA-1EA7-305B-BCA9A67E2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4809" y="6596011"/>
                      <a:ext cx="12700" cy="127253"/>
                    </a:xfrm>
                    <a:custGeom>
                      <a:avLst/>
                      <a:gdLst>
                        <a:gd name="csX0" fmla="*/ 0 w 12700"/>
                        <a:gd name="csY0" fmla="*/ 0 h 127253"/>
                        <a:gd name="csX1" fmla="*/ 0 w 12700"/>
                        <a:gd name="csY1" fmla="*/ 127254 h 12725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27253">
                          <a:moveTo>
                            <a:pt x="0" y="0"/>
                          </a:moveTo>
                          <a:lnTo>
                            <a:pt x="0" y="127254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5" name="Freeform 2004">
                      <a:extLst>
                        <a:ext uri="{FF2B5EF4-FFF2-40B4-BE49-F238E27FC236}">
                          <a16:creationId xmlns:a16="http://schemas.microsoft.com/office/drawing/2014/main" id="{8B03F3EA-0503-C2AC-4F5E-3883FB34C5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2423" y="6723264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6" name="Freeform 2005">
                      <a:extLst>
                        <a:ext uri="{FF2B5EF4-FFF2-40B4-BE49-F238E27FC236}">
                          <a16:creationId xmlns:a16="http://schemas.microsoft.com/office/drawing/2014/main" id="{E70A5D42-C43D-245A-1B17-02DEF812E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036" y="6577976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7" name="Freeform 2006">
                      <a:extLst>
                        <a:ext uri="{FF2B5EF4-FFF2-40B4-BE49-F238E27FC236}">
                          <a16:creationId xmlns:a16="http://schemas.microsoft.com/office/drawing/2014/main" id="{626EE231-F5A8-008E-51FC-7E5A746C4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9420" y="6577976"/>
                      <a:ext cx="12700" cy="65913"/>
                    </a:xfrm>
                    <a:custGeom>
                      <a:avLst/>
                      <a:gdLst>
                        <a:gd name="csX0" fmla="*/ 0 w 12700"/>
                        <a:gd name="csY0" fmla="*/ 0 h 65913"/>
                        <a:gd name="csX1" fmla="*/ 0 w 12700"/>
                        <a:gd name="csY1" fmla="*/ 65913 h 6591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5913">
                          <a:moveTo>
                            <a:pt x="0" y="0"/>
                          </a:moveTo>
                          <a:lnTo>
                            <a:pt x="0" y="65913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8" name="Freeform 2007">
                      <a:extLst>
                        <a:ext uri="{FF2B5EF4-FFF2-40B4-BE49-F238E27FC236}">
                          <a16:creationId xmlns:a16="http://schemas.microsoft.com/office/drawing/2014/main" id="{C37DB0F7-382D-CDBF-21E8-0C1D68575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036" y="6643890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09" name="Freeform 2008">
                      <a:extLst>
                        <a:ext uri="{FF2B5EF4-FFF2-40B4-BE49-F238E27FC236}">
                          <a16:creationId xmlns:a16="http://schemas.microsoft.com/office/drawing/2014/main" id="{218FC0FA-247C-FBAC-8214-B6FF951E6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237" y="657746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0" name="Freeform 2009">
                      <a:extLst>
                        <a:ext uri="{FF2B5EF4-FFF2-40B4-BE49-F238E27FC236}">
                          <a16:creationId xmlns:a16="http://schemas.microsoft.com/office/drawing/2014/main" id="{C94E14A1-E834-751A-BC53-D2EC25E7A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8693" y="645631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1" name="Freeform 2010">
                      <a:extLst>
                        <a:ext uri="{FF2B5EF4-FFF2-40B4-BE49-F238E27FC236}">
                          <a16:creationId xmlns:a16="http://schemas.microsoft.com/office/drawing/2014/main" id="{EB598442-D1CA-1340-6123-AE02193FB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7611" y="659931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2" name="Freeform 2011">
                      <a:extLst>
                        <a:ext uri="{FF2B5EF4-FFF2-40B4-BE49-F238E27FC236}">
                          <a16:creationId xmlns:a16="http://schemas.microsoft.com/office/drawing/2014/main" id="{807F1BC5-2DB8-7E59-5EC0-F56AB4EB6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2182" y="657175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3" name="Freeform 2012">
                      <a:extLst>
                        <a:ext uri="{FF2B5EF4-FFF2-40B4-BE49-F238E27FC236}">
                          <a16:creationId xmlns:a16="http://schemas.microsoft.com/office/drawing/2014/main" id="{2995A0ED-4B42-5D75-DD56-940B18A27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6735" y="637782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4" name="Freeform 2013">
                      <a:extLst>
                        <a:ext uri="{FF2B5EF4-FFF2-40B4-BE49-F238E27FC236}">
                          <a16:creationId xmlns:a16="http://schemas.microsoft.com/office/drawing/2014/main" id="{2E719938-287F-777D-7AB5-3B49ECF589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2022" y="67311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5" name="Freeform 2014">
                      <a:extLst>
                        <a:ext uri="{FF2B5EF4-FFF2-40B4-BE49-F238E27FC236}">
                          <a16:creationId xmlns:a16="http://schemas.microsoft.com/office/drawing/2014/main" id="{4808D10B-6607-FC2E-DD22-D863D32C7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9910" y="67698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6" name="Freeform 2015">
                      <a:extLst>
                        <a:ext uri="{FF2B5EF4-FFF2-40B4-BE49-F238E27FC236}">
                          <a16:creationId xmlns:a16="http://schemas.microsoft.com/office/drawing/2014/main" id="{0ABCF908-A715-1D8D-E698-BB66C445E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9576" y="648260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7" name="Freeform 2016">
                      <a:extLst>
                        <a:ext uri="{FF2B5EF4-FFF2-40B4-BE49-F238E27FC236}">
                          <a16:creationId xmlns:a16="http://schemas.microsoft.com/office/drawing/2014/main" id="{B93150B2-2398-5292-8D34-3A6FACD45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7243" y="675526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8" name="Freeform 2017">
                      <a:extLst>
                        <a:ext uri="{FF2B5EF4-FFF2-40B4-BE49-F238E27FC236}">
                          <a16:creationId xmlns:a16="http://schemas.microsoft.com/office/drawing/2014/main" id="{51729C84-3986-4A30-90DB-62A58ACA9C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8118" y="65678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19" name="Freeform 2018">
                      <a:extLst>
                        <a:ext uri="{FF2B5EF4-FFF2-40B4-BE49-F238E27FC236}">
                          <a16:creationId xmlns:a16="http://schemas.microsoft.com/office/drawing/2014/main" id="{B22C0647-E19A-B169-47B6-4B5751186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0766" y="659131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0" name="Freeform 2019">
                      <a:extLst>
                        <a:ext uri="{FF2B5EF4-FFF2-40B4-BE49-F238E27FC236}">
                          <a16:creationId xmlns:a16="http://schemas.microsoft.com/office/drawing/2014/main" id="{355A0C67-CB51-6D3F-06A1-BE35A2F9A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8499" y="659740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1" name="Freeform 2020">
                      <a:extLst>
                        <a:ext uri="{FF2B5EF4-FFF2-40B4-BE49-F238E27FC236}">
                          <a16:creationId xmlns:a16="http://schemas.microsoft.com/office/drawing/2014/main" id="{86383731-3DF4-8642-0FE6-1BB4C9191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260" y="663309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2" name="Freeform 2021">
                      <a:extLst>
                        <a:ext uri="{FF2B5EF4-FFF2-40B4-BE49-F238E27FC236}">
                          <a16:creationId xmlns:a16="http://schemas.microsoft.com/office/drawing/2014/main" id="{68949950-F36B-32D5-0CC1-03575F783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6595" y="664223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3" name="Freeform 2022">
                      <a:extLst>
                        <a:ext uri="{FF2B5EF4-FFF2-40B4-BE49-F238E27FC236}">
                          <a16:creationId xmlns:a16="http://schemas.microsoft.com/office/drawing/2014/main" id="{A293DD16-713D-E835-D87C-476733490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0244" y="660629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4" name="Freeform 2023">
                      <a:extLst>
                        <a:ext uri="{FF2B5EF4-FFF2-40B4-BE49-F238E27FC236}">
                          <a16:creationId xmlns:a16="http://schemas.microsoft.com/office/drawing/2014/main" id="{B7FC3011-7A7D-2D11-03D8-6C5082A1F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514" y="654508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5" name="Freeform 2024">
                      <a:extLst>
                        <a:ext uri="{FF2B5EF4-FFF2-40B4-BE49-F238E27FC236}">
                          <a16:creationId xmlns:a16="http://schemas.microsoft.com/office/drawing/2014/main" id="{3585EA4C-FD29-6990-7271-7157D428C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2269" y="670485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6" name="Freeform 2025">
                      <a:extLst>
                        <a:ext uri="{FF2B5EF4-FFF2-40B4-BE49-F238E27FC236}">
                          <a16:creationId xmlns:a16="http://schemas.microsoft.com/office/drawing/2014/main" id="{AD0892FA-3D1B-EF25-BFA9-B59CC6FEB7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2023" y="653657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7" name="Freeform 2026">
                      <a:extLst>
                        <a:ext uri="{FF2B5EF4-FFF2-40B4-BE49-F238E27FC236}">
                          <a16:creationId xmlns:a16="http://schemas.microsoft.com/office/drawing/2014/main" id="{900F8FBA-0170-1C78-5348-5FA7D661F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3707" y="681356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8" name="Freeform 2027">
                      <a:extLst>
                        <a:ext uri="{FF2B5EF4-FFF2-40B4-BE49-F238E27FC236}">
                          <a16:creationId xmlns:a16="http://schemas.microsoft.com/office/drawing/2014/main" id="{9ED939AA-DC59-C262-B7C5-B9F2B4D77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1113" y="655168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29" name="Freeform 2028">
                      <a:extLst>
                        <a:ext uri="{FF2B5EF4-FFF2-40B4-BE49-F238E27FC236}">
                          <a16:creationId xmlns:a16="http://schemas.microsoft.com/office/drawing/2014/main" id="{2D2E5506-CBDE-E166-236B-9CDDFDC71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677" y="660325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30" name="Freeform 2029">
                      <a:extLst>
                        <a:ext uri="{FF2B5EF4-FFF2-40B4-BE49-F238E27FC236}">
                          <a16:creationId xmlns:a16="http://schemas.microsoft.com/office/drawing/2014/main" id="{EF91BE71-0E38-77FB-E6DD-28F4727D4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2785" y="654559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31" name="TextBox 2030">
                      <a:extLst>
                        <a:ext uri="{FF2B5EF4-FFF2-40B4-BE49-F238E27FC236}">
                          <a16:creationId xmlns:a16="http://schemas.microsoft.com/office/drawing/2014/main" id="{ADD75DF5-7808-9C71-40D6-BF9A550B57A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700813" y="6177761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2032" name="Freeform 2031">
                      <a:extLst>
                        <a:ext uri="{FF2B5EF4-FFF2-40B4-BE49-F238E27FC236}">
                          <a16:creationId xmlns:a16="http://schemas.microsoft.com/office/drawing/2014/main" id="{B14857F5-BD2F-EA62-BDBE-D10C3A158B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0197" y="6350647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33" name="TextBox 2032">
                      <a:extLst>
                        <a:ext uri="{FF2B5EF4-FFF2-40B4-BE49-F238E27FC236}">
                          <a16:creationId xmlns:a16="http://schemas.microsoft.com/office/drawing/2014/main" id="{1E35AB5A-62BA-19AC-4F08-A5ED8A0D0A8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48707" y="6232651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0.715</a:t>
                      </a:r>
                    </a:p>
                  </p:txBody>
                </p:sp>
                <p:sp>
                  <p:nvSpPr>
                    <p:cNvPr id="2034" name="Freeform 2033">
                      <a:extLst>
                        <a:ext uri="{FF2B5EF4-FFF2-40B4-BE49-F238E27FC236}">
                          <a16:creationId xmlns:a16="http://schemas.microsoft.com/office/drawing/2014/main" id="{56C8C0E5-282A-408E-F9DE-D1F824A7A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8759" y="6350647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35" name="TextBox 2034">
                      <a:extLst>
                        <a:ext uri="{FF2B5EF4-FFF2-40B4-BE49-F238E27FC236}">
                          <a16:creationId xmlns:a16="http://schemas.microsoft.com/office/drawing/2014/main" id="{39D7FCC9-DAC6-A60E-F45C-1A29847311E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2325" y="6064858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2036" name="Freeform 2035">
                      <a:extLst>
                        <a:ext uri="{FF2B5EF4-FFF2-40B4-BE49-F238E27FC236}">
                          <a16:creationId xmlns:a16="http://schemas.microsoft.com/office/drawing/2014/main" id="{9DB9E91A-2594-C2E8-CEBA-0642D85CB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0197" y="6237744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2037" name="Graphic 1525">
                    <a:extLst>
                      <a:ext uri="{FF2B5EF4-FFF2-40B4-BE49-F238E27FC236}">
                        <a16:creationId xmlns:a16="http://schemas.microsoft.com/office/drawing/2014/main" id="{DB7DD11B-A343-9B4A-ABE1-3A5C14B73786}"/>
                      </a:ext>
                    </a:extLst>
                  </p:cNvPr>
                  <p:cNvGrpSpPr/>
                  <p:nvPr/>
                </p:nvGrpSpPr>
                <p:grpSpPr>
                  <a:xfrm>
                    <a:off x="1352539" y="5867797"/>
                    <a:ext cx="1180473" cy="1190718"/>
                    <a:chOff x="1352539" y="5867797"/>
                    <a:chExt cx="1180473" cy="1190718"/>
                  </a:xfrm>
                </p:grpSpPr>
                <p:sp>
                  <p:nvSpPr>
                    <p:cNvPr id="2038" name="Freeform 2037">
                      <a:extLst>
                        <a:ext uri="{FF2B5EF4-FFF2-40B4-BE49-F238E27FC236}">
                          <a16:creationId xmlns:a16="http://schemas.microsoft.com/office/drawing/2014/main" id="{813B8D29-B2E8-DB2C-21BD-CD05149A8E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2788" y="6170053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39" name="TextBox 2038">
                      <a:extLst>
                        <a:ext uri="{FF2B5EF4-FFF2-40B4-BE49-F238E27FC236}">
                          <a16:creationId xmlns:a16="http://schemas.microsoft.com/office/drawing/2014/main" id="{997E33BE-5A8E-7B4B-1216-E638F6C2B2B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74032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2040" name="TextBox 2039">
                      <a:extLst>
                        <a:ext uri="{FF2B5EF4-FFF2-40B4-BE49-F238E27FC236}">
                          <a16:creationId xmlns:a16="http://schemas.microsoft.com/office/drawing/2014/main" id="{0D02BB5D-FE76-BCFA-155D-A9B872449D4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611042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2041" name="TextBox 2040">
                      <a:extLst>
                        <a:ext uri="{FF2B5EF4-FFF2-40B4-BE49-F238E27FC236}">
                          <a16:creationId xmlns:a16="http://schemas.microsoft.com/office/drawing/2014/main" id="{3C225A3F-16E9-E92B-40F9-6D97CFE2729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481756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2042" name="TextBox 2041">
                      <a:extLst>
                        <a:ext uri="{FF2B5EF4-FFF2-40B4-BE49-F238E27FC236}">
                          <a16:creationId xmlns:a16="http://schemas.microsoft.com/office/drawing/2014/main" id="{BB2A99F9-2FBC-4A1E-5025-2E10D3E8926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35247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3%</a:t>
                      </a:r>
                    </a:p>
                  </p:txBody>
                </p:sp>
                <p:sp>
                  <p:nvSpPr>
                    <p:cNvPr id="2043" name="TextBox 2042">
                      <a:extLst>
                        <a:ext uri="{FF2B5EF4-FFF2-40B4-BE49-F238E27FC236}">
                          <a16:creationId xmlns:a16="http://schemas.microsoft.com/office/drawing/2014/main" id="{F2FD26B8-5EBA-564D-C04F-12CBA121F9F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223184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4%</a:t>
                      </a:r>
                    </a:p>
                  </p:txBody>
                </p:sp>
                <p:sp>
                  <p:nvSpPr>
                    <p:cNvPr id="2044" name="TextBox 2043">
                      <a:extLst>
                        <a:ext uri="{FF2B5EF4-FFF2-40B4-BE49-F238E27FC236}">
                          <a16:creationId xmlns:a16="http://schemas.microsoft.com/office/drawing/2014/main" id="{B262E5C5-190C-AF42-A820-8B161A3F2DC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52539" y="609389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5%</a:t>
                      </a:r>
                    </a:p>
                  </p:txBody>
                </p:sp>
                <p:sp>
                  <p:nvSpPr>
                    <p:cNvPr id="2045" name="Freeform 2044">
                      <a:extLst>
                        <a:ext uri="{FF2B5EF4-FFF2-40B4-BE49-F238E27FC236}">
                          <a16:creationId xmlns:a16="http://schemas.microsoft.com/office/drawing/2014/main" id="{EC5C1D41-5952-B250-AFDA-42168313D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84721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46" name="Freeform 2045">
                      <a:extLst>
                        <a:ext uri="{FF2B5EF4-FFF2-40B4-BE49-F238E27FC236}">
                          <a16:creationId xmlns:a16="http://schemas.microsoft.com/office/drawing/2014/main" id="{A95FD713-FB9A-5AC0-1EEB-E280454CE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717930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47" name="Freeform 2046">
                      <a:extLst>
                        <a:ext uri="{FF2B5EF4-FFF2-40B4-BE49-F238E27FC236}">
                          <a16:creationId xmlns:a16="http://schemas.microsoft.com/office/drawing/2014/main" id="{EF343BD2-4EF3-6C59-1018-0D130BB73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58864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48" name="Freeform 2047">
                      <a:extLst>
                        <a:ext uri="{FF2B5EF4-FFF2-40B4-BE49-F238E27FC236}">
                          <a16:creationId xmlns:a16="http://schemas.microsoft.com/office/drawing/2014/main" id="{51E4EE80-6968-96CE-85B5-E216CC1AA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459358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49" name="Freeform 2048">
                      <a:extLst>
                        <a:ext uri="{FF2B5EF4-FFF2-40B4-BE49-F238E27FC236}">
                          <a16:creationId xmlns:a16="http://schemas.microsoft.com/office/drawing/2014/main" id="{E259F9C4-1D01-9E0A-11AA-8B94F3D5C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330072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0" name="Freeform 2049">
                      <a:extLst>
                        <a:ext uri="{FF2B5EF4-FFF2-40B4-BE49-F238E27FC236}">
                          <a16:creationId xmlns:a16="http://schemas.microsoft.com/office/drawing/2014/main" id="{974B98E9-1987-FE50-46CE-6791D58ED8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989" y="620078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1" name="Freeform 2050">
                      <a:extLst>
                        <a:ext uri="{FF2B5EF4-FFF2-40B4-BE49-F238E27FC236}">
                          <a16:creationId xmlns:a16="http://schemas.microsoft.com/office/drawing/2014/main" id="{803189E7-E0FE-7770-C5B4-C3B4111A4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2788" y="6847217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2" name="Freeform 2051">
                      <a:extLst>
                        <a:ext uri="{FF2B5EF4-FFF2-40B4-BE49-F238E27FC236}">
                          <a16:creationId xmlns:a16="http://schemas.microsoft.com/office/drawing/2014/main" id="{6BA06F68-A5EB-1E4B-5B6D-D3EF4B90A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0196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3" name="Freeform 2052">
                      <a:extLst>
                        <a:ext uri="{FF2B5EF4-FFF2-40B4-BE49-F238E27FC236}">
                          <a16:creationId xmlns:a16="http://schemas.microsoft.com/office/drawing/2014/main" id="{26E57BC7-CAD9-FDAC-44D2-C784E00DE5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2502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4" name="Freeform 2053">
                      <a:extLst>
                        <a:ext uri="{FF2B5EF4-FFF2-40B4-BE49-F238E27FC236}">
                          <a16:creationId xmlns:a16="http://schemas.microsoft.com/office/drawing/2014/main" id="{0CCFE070-F3B7-9012-E209-F599306B63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4809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5E12077F-16C4-F7C9-BAA4-417B9D3F8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114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6" name="Freeform 2055">
                      <a:extLst>
                        <a:ext uri="{FF2B5EF4-FFF2-40B4-BE49-F238E27FC236}">
                          <a16:creationId xmlns:a16="http://schemas.microsoft.com/office/drawing/2014/main" id="{D8D60E2F-A809-B989-8DFF-64071A0CD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9420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57" name="TextBox 2056">
                      <a:extLst>
                        <a:ext uri="{FF2B5EF4-FFF2-40B4-BE49-F238E27FC236}">
                          <a16:creationId xmlns:a16="http://schemas.microsoft.com/office/drawing/2014/main" id="{1371E4A2-0BF0-E845-9B8F-70781709761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625383" y="6843071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2058" name="TextBox 2057">
                      <a:extLst>
                        <a:ext uri="{FF2B5EF4-FFF2-40B4-BE49-F238E27FC236}">
                          <a16:creationId xmlns:a16="http://schemas.microsoft.com/office/drawing/2014/main" id="{419147BC-0A40-FA8E-B5AB-72AB8BF6FC5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815741" y="6843071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2059" name="TextBox 2058">
                      <a:extLst>
                        <a:ext uri="{FF2B5EF4-FFF2-40B4-BE49-F238E27FC236}">
                          <a16:creationId xmlns:a16="http://schemas.microsoft.com/office/drawing/2014/main" id="{6BA26ED0-9176-8CF2-7C33-2CB29B0736E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49194" y="6843071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2060" name="TextBox 2059">
                      <a:extLst>
                        <a:ext uri="{FF2B5EF4-FFF2-40B4-BE49-F238E27FC236}">
                          <a16:creationId xmlns:a16="http://schemas.microsoft.com/office/drawing/2014/main" id="{42AFA916-5875-A204-CB40-CFE0D2A20B8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86653" y="6843071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2061" name="TextBox 2060">
                      <a:extLst>
                        <a:ext uri="{FF2B5EF4-FFF2-40B4-BE49-F238E27FC236}">
                          <a16:creationId xmlns:a16="http://schemas.microsoft.com/office/drawing/2014/main" id="{2A4C6ECB-5085-A626-D403-19C2E9F0494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85828" y="6843071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2064" name="TextBox 2063">
                      <a:extLst>
                        <a:ext uri="{FF2B5EF4-FFF2-40B4-BE49-F238E27FC236}">
                          <a16:creationId xmlns:a16="http://schemas.microsoft.com/office/drawing/2014/main" id="{D0E65648-1F70-1782-C9AD-CDAE7ADC889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754503" y="5867797"/>
                      <a:ext cx="58060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18_PG</a:t>
                      </a:r>
                    </a:p>
                  </p:txBody>
                </p:sp>
              </p:grpSp>
            </p:grpSp>
            <p:grpSp>
              <p:nvGrpSpPr>
                <p:cNvPr id="2065" name="Graphic 1527">
                  <a:extLst>
                    <a:ext uri="{FF2B5EF4-FFF2-40B4-BE49-F238E27FC236}">
                      <a16:creationId xmlns:a16="http://schemas.microsoft.com/office/drawing/2014/main" id="{8DD090C0-876A-D4CD-42C7-50F93D341A91}"/>
                    </a:ext>
                  </a:extLst>
                </p:cNvPr>
                <p:cNvGrpSpPr/>
                <p:nvPr/>
              </p:nvGrpSpPr>
              <p:grpSpPr>
                <a:xfrm>
                  <a:off x="2242327" y="5735510"/>
                  <a:ext cx="1180473" cy="1190718"/>
                  <a:chOff x="2851710" y="5742088"/>
                  <a:chExt cx="1180473" cy="1190718"/>
                </a:xfrm>
              </p:grpSpPr>
              <p:grpSp>
                <p:nvGrpSpPr>
                  <p:cNvPr id="2068" name="Graphic 1527">
                    <a:extLst>
                      <a:ext uri="{FF2B5EF4-FFF2-40B4-BE49-F238E27FC236}">
                        <a16:creationId xmlns:a16="http://schemas.microsoft.com/office/drawing/2014/main" id="{6956A527-7A40-2F15-1DE6-B5CCD91CBD0D}"/>
                      </a:ext>
                    </a:extLst>
                  </p:cNvPr>
                  <p:cNvGrpSpPr/>
                  <p:nvPr/>
                </p:nvGrpSpPr>
                <p:grpSpPr>
                  <a:xfrm>
                    <a:off x="3107010" y="5994166"/>
                    <a:ext cx="898990" cy="727468"/>
                    <a:chOff x="3107010" y="5994166"/>
                    <a:chExt cx="898990" cy="727468"/>
                  </a:xfrm>
                </p:grpSpPr>
                <p:sp>
                  <p:nvSpPr>
                    <p:cNvPr id="2069" name="Freeform 2068">
                      <a:extLst>
                        <a:ext uri="{FF2B5EF4-FFF2-40B4-BE49-F238E27FC236}">
                          <a16:creationId xmlns:a16="http://schemas.microsoft.com/office/drawing/2014/main" id="{99AE987B-B995-E185-B4A5-0764AD614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1959" y="6044344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0" name="Freeform 2069">
                      <a:extLst>
                        <a:ext uri="{FF2B5EF4-FFF2-40B4-BE49-F238E27FC236}">
                          <a16:creationId xmlns:a16="http://schemas.microsoft.com/office/drawing/2014/main" id="{D500D985-B32E-0C8C-BA5F-ED1BA686B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0727" y="6421915"/>
                      <a:ext cx="97409" cy="299593"/>
                    </a:xfrm>
                    <a:custGeom>
                      <a:avLst/>
                      <a:gdLst>
                        <a:gd name="csX0" fmla="*/ 0 w 97409"/>
                        <a:gd name="csY0" fmla="*/ 0 h 299593"/>
                        <a:gd name="csX1" fmla="*/ 97409 w 97409"/>
                        <a:gd name="csY1" fmla="*/ 0 h 299593"/>
                        <a:gd name="csX2" fmla="*/ 97409 w 97409"/>
                        <a:gd name="csY2" fmla="*/ 299593 h 299593"/>
                        <a:gd name="csX3" fmla="*/ 0 w 97409"/>
                        <a:gd name="csY3" fmla="*/ 299593 h 29959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99593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99593"/>
                          </a:lnTo>
                          <a:lnTo>
                            <a:pt x="0" y="299593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1" name="Freeform 2070">
                      <a:extLst>
                        <a:ext uri="{FF2B5EF4-FFF2-40B4-BE49-F238E27FC236}">
                          <a16:creationId xmlns:a16="http://schemas.microsoft.com/office/drawing/2014/main" id="{A8516A42-2827-AE05-17C6-9A4557519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033" y="6491511"/>
                      <a:ext cx="97409" cy="229997"/>
                    </a:xfrm>
                    <a:custGeom>
                      <a:avLst/>
                      <a:gdLst>
                        <a:gd name="csX0" fmla="*/ 0 w 97409"/>
                        <a:gd name="csY0" fmla="*/ 0 h 229997"/>
                        <a:gd name="csX1" fmla="*/ 97409 w 97409"/>
                        <a:gd name="csY1" fmla="*/ 0 h 229997"/>
                        <a:gd name="csX2" fmla="*/ 97409 w 97409"/>
                        <a:gd name="csY2" fmla="*/ 229997 h 229997"/>
                        <a:gd name="csX3" fmla="*/ 0 w 97409"/>
                        <a:gd name="csY3" fmla="*/ 229997 h 2299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9997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9997"/>
                          </a:lnTo>
                          <a:lnTo>
                            <a:pt x="0" y="229997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2" name="Freeform 2071">
                      <a:extLst>
                        <a:ext uri="{FF2B5EF4-FFF2-40B4-BE49-F238E27FC236}">
                          <a16:creationId xmlns:a16="http://schemas.microsoft.com/office/drawing/2014/main" id="{0BFDC48C-91B0-1424-0B35-84EA39D89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5339" y="6493035"/>
                      <a:ext cx="97409" cy="228473"/>
                    </a:xfrm>
                    <a:custGeom>
                      <a:avLst/>
                      <a:gdLst>
                        <a:gd name="csX0" fmla="*/ 0 w 97409"/>
                        <a:gd name="csY0" fmla="*/ 0 h 228473"/>
                        <a:gd name="csX1" fmla="*/ 97409 w 97409"/>
                        <a:gd name="csY1" fmla="*/ 0 h 228473"/>
                        <a:gd name="csX2" fmla="*/ 97409 w 97409"/>
                        <a:gd name="csY2" fmla="*/ 228473 h 228473"/>
                        <a:gd name="csX3" fmla="*/ 0 w 97409"/>
                        <a:gd name="csY3" fmla="*/ 228473 h 22847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8473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8473"/>
                          </a:lnTo>
                          <a:lnTo>
                            <a:pt x="0" y="228473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3" name="Freeform 2072">
                      <a:extLst>
                        <a:ext uri="{FF2B5EF4-FFF2-40B4-BE49-F238E27FC236}">
                          <a16:creationId xmlns:a16="http://schemas.microsoft.com/office/drawing/2014/main" id="{850D9C7C-306C-1DEE-7E9B-AF3812A78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645" y="6493416"/>
                      <a:ext cx="97409" cy="228092"/>
                    </a:xfrm>
                    <a:custGeom>
                      <a:avLst/>
                      <a:gdLst>
                        <a:gd name="csX0" fmla="*/ 0 w 97409"/>
                        <a:gd name="csY0" fmla="*/ 0 h 228092"/>
                        <a:gd name="csX1" fmla="*/ 97409 w 97409"/>
                        <a:gd name="csY1" fmla="*/ 0 h 228092"/>
                        <a:gd name="csX2" fmla="*/ 97409 w 97409"/>
                        <a:gd name="csY2" fmla="*/ 228092 h 228092"/>
                        <a:gd name="csX3" fmla="*/ 0 w 97409"/>
                        <a:gd name="csY3" fmla="*/ 228092 h 22809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2809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28092"/>
                          </a:lnTo>
                          <a:lnTo>
                            <a:pt x="0" y="228092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4" name="Freeform 2073">
                      <a:extLst>
                        <a:ext uri="{FF2B5EF4-FFF2-40B4-BE49-F238E27FC236}">
                          <a16:creationId xmlns:a16="http://schemas.microsoft.com/office/drawing/2014/main" id="{534A1532-002D-14BA-EF60-5B26DA5B09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951" y="6401976"/>
                      <a:ext cx="97409" cy="319531"/>
                    </a:xfrm>
                    <a:custGeom>
                      <a:avLst/>
                      <a:gdLst>
                        <a:gd name="csX0" fmla="*/ 0 w 97409"/>
                        <a:gd name="csY0" fmla="*/ 0 h 319531"/>
                        <a:gd name="csX1" fmla="*/ 97409 w 97409"/>
                        <a:gd name="csY1" fmla="*/ 0 h 319531"/>
                        <a:gd name="csX2" fmla="*/ 97409 w 97409"/>
                        <a:gd name="csY2" fmla="*/ 319532 h 319531"/>
                        <a:gd name="csX3" fmla="*/ 0 w 97409"/>
                        <a:gd name="csY3" fmla="*/ 319532 h 31953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31953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319532"/>
                          </a:lnTo>
                          <a:lnTo>
                            <a:pt x="0" y="319532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5" name="Freeform 2074">
                      <a:extLst>
                        <a:ext uri="{FF2B5EF4-FFF2-40B4-BE49-F238E27FC236}">
                          <a16:creationId xmlns:a16="http://schemas.microsoft.com/office/drawing/2014/main" id="{3B2A0585-E5C2-F7F3-AB98-19E81C7F60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6983" y="638889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6" name="Freeform 2075">
                      <a:extLst>
                        <a:ext uri="{FF2B5EF4-FFF2-40B4-BE49-F238E27FC236}">
                          <a16:creationId xmlns:a16="http://schemas.microsoft.com/office/drawing/2014/main" id="{E963A18A-FBE3-A27D-C2A7-37D69F0B8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367" y="6388895"/>
                      <a:ext cx="12700" cy="66166"/>
                    </a:xfrm>
                    <a:custGeom>
                      <a:avLst/>
                      <a:gdLst>
                        <a:gd name="csX0" fmla="*/ 0 w 12700"/>
                        <a:gd name="csY0" fmla="*/ 0 h 66166"/>
                        <a:gd name="csX1" fmla="*/ 0 w 12700"/>
                        <a:gd name="csY1" fmla="*/ 66167 h 6616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6166">
                          <a:moveTo>
                            <a:pt x="0" y="0"/>
                          </a:moveTo>
                          <a:lnTo>
                            <a:pt x="0" y="6616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7" name="Freeform 2076">
                      <a:extLst>
                        <a:ext uri="{FF2B5EF4-FFF2-40B4-BE49-F238E27FC236}">
                          <a16:creationId xmlns:a16="http://schemas.microsoft.com/office/drawing/2014/main" id="{DC57FD8F-A8C2-B125-2FB9-8FC9AB7B49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6983" y="645506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8" name="Freeform 2077">
                      <a:extLst>
                        <a:ext uri="{FF2B5EF4-FFF2-40B4-BE49-F238E27FC236}">
                          <a16:creationId xmlns:a16="http://schemas.microsoft.com/office/drawing/2014/main" id="{B36F4F2F-96CA-A49B-8A50-5D1BB4B21E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9288" y="6442234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79" name="Freeform 2078">
                      <a:extLst>
                        <a:ext uri="{FF2B5EF4-FFF2-40B4-BE49-F238E27FC236}">
                          <a16:creationId xmlns:a16="http://schemas.microsoft.com/office/drawing/2014/main" id="{9A1D8621-66F7-84EA-9052-BA327AD8EC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673" y="6442234"/>
                      <a:ext cx="12700" cy="98552"/>
                    </a:xfrm>
                    <a:custGeom>
                      <a:avLst/>
                      <a:gdLst>
                        <a:gd name="csX0" fmla="*/ 0 w 12700"/>
                        <a:gd name="csY0" fmla="*/ 0 h 98552"/>
                        <a:gd name="csX1" fmla="*/ 0 w 12700"/>
                        <a:gd name="csY1" fmla="*/ 98552 h 9855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98552">
                          <a:moveTo>
                            <a:pt x="0" y="0"/>
                          </a:moveTo>
                          <a:lnTo>
                            <a:pt x="0" y="98552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0" name="Freeform 2079">
                      <a:extLst>
                        <a:ext uri="{FF2B5EF4-FFF2-40B4-BE49-F238E27FC236}">
                          <a16:creationId xmlns:a16="http://schemas.microsoft.com/office/drawing/2014/main" id="{492CA0AA-7225-CAD9-7E6A-E584FDADC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9288" y="654078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1" name="Freeform 2080">
                      <a:extLst>
                        <a:ext uri="{FF2B5EF4-FFF2-40B4-BE49-F238E27FC236}">
                          <a16:creationId xmlns:a16="http://schemas.microsoft.com/office/drawing/2014/main" id="{457DF8D4-8794-E6EC-AA51-2B56AA22B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1594" y="6432583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2" name="Freeform 2081">
                      <a:extLst>
                        <a:ext uri="{FF2B5EF4-FFF2-40B4-BE49-F238E27FC236}">
                          <a16:creationId xmlns:a16="http://schemas.microsoft.com/office/drawing/2014/main" id="{EA6332DE-2931-AA15-A832-58241E20A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3980" y="6432583"/>
                      <a:ext cx="12700" cy="120904"/>
                    </a:xfrm>
                    <a:custGeom>
                      <a:avLst/>
                      <a:gdLst>
                        <a:gd name="csX0" fmla="*/ 0 w 12700"/>
                        <a:gd name="csY0" fmla="*/ 0 h 120904"/>
                        <a:gd name="csX1" fmla="*/ 0 w 12700"/>
                        <a:gd name="csY1" fmla="*/ 120904 h 12090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20904">
                          <a:moveTo>
                            <a:pt x="0" y="0"/>
                          </a:moveTo>
                          <a:lnTo>
                            <a:pt x="0" y="120904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3" name="Freeform 2082">
                      <a:extLst>
                        <a:ext uri="{FF2B5EF4-FFF2-40B4-BE49-F238E27FC236}">
                          <a16:creationId xmlns:a16="http://schemas.microsoft.com/office/drawing/2014/main" id="{32C6B2BE-6868-51B8-070D-DF26E61EE9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1594" y="655348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4" name="Freeform 2083">
                      <a:extLst>
                        <a:ext uri="{FF2B5EF4-FFF2-40B4-BE49-F238E27FC236}">
                          <a16:creationId xmlns:a16="http://schemas.microsoft.com/office/drawing/2014/main" id="{0EEEA6E0-6E29-F504-BB78-3A6D16AEE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207" y="6387370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5" name="Freeform 2084">
                      <a:extLst>
                        <a:ext uri="{FF2B5EF4-FFF2-40B4-BE49-F238E27FC236}">
                          <a16:creationId xmlns:a16="http://schemas.microsoft.com/office/drawing/2014/main" id="{5951AF4B-862F-8F1E-E8FD-3697B113FA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591" y="6387370"/>
                      <a:ext cx="12700" cy="29337"/>
                    </a:xfrm>
                    <a:custGeom>
                      <a:avLst/>
                      <a:gdLst>
                        <a:gd name="csX0" fmla="*/ 0 w 12700"/>
                        <a:gd name="csY0" fmla="*/ 0 h 29337"/>
                        <a:gd name="csX1" fmla="*/ 0 w 12700"/>
                        <a:gd name="csY1" fmla="*/ 29337 h 2933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9337">
                          <a:moveTo>
                            <a:pt x="0" y="0"/>
                          </a:moveTo>
                          <a:lnTo>
                            <a:pt x="0" y="2933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6" name="Freeform 2085">
                      <a:extLst>
                        <a:ext uri="{FF2B5EF4-FFF2-40B4-BE49-F238E27FC236}">
                          <a16:creationId xmlns:a16="http://schemas.microsoft.com/office/drawing/2014/main" id="{15E5444B-109B-7524-D1B8-04B92573F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207" y="6416708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7" name="Freeform 2086">
                      <a:extLst>
                        <a:ext uri="{FF2B5EF4-FFF2-40B4-BE49-F238E27FC236}">
                          <a16:creationId xmlns:a16="http://schemas.microsoft.com/office/drawing/2014/main" id="{47AF88AE-1DA4-3FC3-7972-356F7301D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9408" y="6535326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8" name="Freeform 2087">
                      <a:extLst>
                        <a:ext uri="{FF2B5EF4-FFF2-40B4-BE49-F238E27FC236}">
                          <a16:creationId xmlns:a16="http://schemas.microsoft.com/office/drawing/2014/main" id="{62FEC949-FFC1-7F6E-DEA6-44DC725CD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864" y="645239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89" name="Freeform 2088">
                      <a:extLst>
                        <a:ext uri="{FF2B5EF4-FFF2-40B4-BE49-F238E27FC236}">
                          <a16:creationId xmlns:a16="http://schemas.microsoft.com/office/drawing/2014/main" id="{37EEC3E3-DB8C-69BD-F1AA-D85066D82E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782" y="645137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0" name="Freeform 2089">
                      <a:extLst>
                        <a:ext uri="{FF2B5EF4-FFF2-40B4-BE49-F238E27FC236}">
                          <a16:creationId xmlns:a16="http://schemas.microsoft.com/office/drawing/2014/main" id="{E98927DD-6919-6F75-E1F2-542D585DD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353" y="644261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1" name="Freeform 2090">
                      <a:extLst>
                        <a:ext uri="{FF2B5EF4-FFF2-40B4-BE49-F238E27FC236}">
                          <a16:creationId xmlns:a16="http://schemas.microsoft.com/office/drawing/2014/main" id="{D789D2A1-C307-78C8-9793-3D9E48B562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906" y="651005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2" name="Freeform 2091">
                      <a:extLst>
                        <a:ext uri="{FF2B5EF4-FFF2-40B4-BE49-F238E27FC236}">
                          <a16:creationId xmlns:a16="http://schemas.microsoft.com/office/drawing/2014/main" id="{2067E879-ED93-F604-A87F-D3DCE9B5D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193" y="638914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3" name="Freeform 2092">
                      <a:extLst>
                        <a:ext uri="{FF2B5EF4-FFF2-40B4-BE49-F238E27FC236}">
                          <a16:creationId xmlns:a16="http://schemas.microsoft.com/office/drawing/2014/main" id="{14C49541-21D7-E2A9-F0B7-D6FF507D9B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9081" y="638254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4" name="Freeform 2093">
                      <a:extLst>
                        <a:ext uri="{FF2B5EF4-FFF2-40B4-BE49-F238E27FC236}">
                          <a16:creationId xmlns:a16="http://schemas.microsoft.com/office/drawing/2014/main" id="{E8D40AA0-4969-8B4E-0034-C6267DACAB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8747" y="636032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5" name="Freeform 2094">
                      <a:extLst>
                        <a:ext uri="{FF2B5EF4-FFF2-40B4-BE49-F238E27FC236}">
                          <a16:creationId xmlns:a16="http://schemas.microsoft.com/office/drawing/2014/main" id="{B22D43C0-470F-A217-A094-0CB0E2175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6414" y="62805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6" name="Freeform 2095">
                      <a:extLst>
                        <a:ext uri="{FF2B5EF4-FFF2-40B4-BE49-F238E27FC236}">
                          <a16:creationId xmlns:a16="http://schemas.microsoft.com/office/drawing/2014/main" id="{D51A8421-552F-2DAB-2F18-6A665503EB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289" y="63567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7" name="Freeform 2096">
                      <a:extLst>
                        <a:ext uri="{FF2B5EF4-FFF2-40B4-BE49-F238E27FC236}">
                          <a16:creationId xmlns:a16="http://schemas.microsoft.com/office/drawing/2014/main" id="{C535511E-CBE5-0370-68C5-ADCFDE04B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937" y="63975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8" name="Freeform 2097">
                      <a:extLst>
                        <a:ext uri="{FF2B5EF4-FFF2-40B4-BE49-F238E27FC236}">
                          <a16:creationId xmlns:a16="http://schemas.microsoft.com/office/drawing/2014/main" id="{115A2D44-C708-588D-8E1D-209F8C765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670" y="640565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099" name="Freeform 2098">
                      <a:extLst>
                        <a:ext uri="{FF2B5EF4-FFF2-40B4-BE49-F238E27FC236}">
                          <a16:creationId xmlns:a16="http://schemas.microsoft.com/office/drawing/2014/main" id="{611103B0-E99B-D47D-CADD-C59A80AAC7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5431" y="64760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0" name="Freeform 2099">
                      <a:extLst>
                        <a:ext uri="{FF2B5EF4-FFF2-40B4-BE49-F238E27FC236}">
                          <a16:creationId xmlns:a16="http://schemas.microsoft.com/office/drawing/2014/main" id="{0A5F39E9-30CA-0888-60E1-3C35B8064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5766" y="652326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1" name="Freeform 2100">
                      <a:extLst>
                        <a:ext uri="{FF2B5EF4-FFF2-40B4-BE49-F238E27FC236}">
                          <a16:creationId xmlns:a16="http://schemas.microsoft.com/office/drawing/2014/main" id="{CE74DF98-9523-CF40-F1DD-2A8211B74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9415" y="634927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2" name="Freeform 2101">
                      <a:extLst>
                        <a:ext uri="{FF2B5EF4-FFF2-40B4-BE49-F238E27FC236}">
                          <a16:creationId xmlns:a16="http://schemas.microsoft.com/office/drawing/2014/main" id="{5A558C40-E8D4-8C92-38CA-270ED3785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5685" y="637708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3" name="Freeform 2102">
                      <a:extLst>
                        <a:ext uri="{FF2B5EF4-FFF2-40B4-BE49-F238E27FC236}">
                          <a16:creationId xmlns:a16="http://schemas.microsoft.com/office/drawing/2014/main" id="{2F0E578B-9436-0C05-5B98-F565EDAD8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440" y="641442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4" name="Freeform 2103">
                      <a:extLst>
                        <a:ext uri="{FF2B5EF4-FFF2-40B4-BE49-F238E27FC236}">
                          <a16:creationId xmlns:a16="http://schemas.microsoft.com/office/drawing/2014/main" id="{4F0DB024-5A73-3027-B8CA-CA4398D1C7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194" y="625198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5" name="Freeform 2104">
                      <a:extLst>
                        <a:ext uri="{FF2B5EF4-FFF2-40B4-BE49-F238E27FC236}">
                          <a16:creationId xmlns:a16="http://schemas.microsoft.com/office/drawing/2014/main" id="{A181135C-ED37-3568-1A2A-632BE5384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878" y="668328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6" name="Freeform 2105">
                      <a:extLst>
                        <a:ext uri="{FF2B5EF4-FFF2-40B4-BE49-F238E27FC236}">
                          <a16:creationId xmlns:a16="http://schemas.microsoft.com/office/drawing/2014/main" id="{F9F8F402-20A9-2307-0A97-8A824122D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284" y="647550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B245AD05-03AF-1883-7C78-43C4F1C92A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848" y="6528976"/>
                      <a:ext cx="36068" cy="36067"/>
                    </a:xfrm>
                    <a:custGeom>
                      <a:avLst/>
                      <a:gdLst>
                        <a:gd name="csX0" fmla="*/ 36068 w 36068"/>
                        <a:gd name="csY0" fmla="*/ 18034 h 36067"/>
                        <a:gd name="csX1" fmla="*/ 18034 w 36068"/>
                        <a:gd name="csY1" fmla="*/ 36068 h 36067"/>
                        <a:gd name="csX2" fmla="*/ 0 w 36068"/>
                        <a:gd name="csY2" fmla="*/ 18034 h 36067"/>
                        <a:gd name="csX3" fmla="*/ 18034 w 36068"/>
                        <a:gd name="csY3" fmla="*/ 0 h 36067"/>
                        <a:gd name="csX4" fmla="*/ 36068 w 36068"/>
                        <a:gd name="csY4" fmla="*/ 18034 h 36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7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8" name="Freeform 2107">
                      <a:extLst>
                        <a:ext uri="{FF2B5EF4-FFF2-40B4-BE49-F238E27FC236}">
                          <a16:creationId xmlns:a16="http://schemas.microsoft.com/office/drawing/2014/main" id="{40B38BC9-11B9-F0B6-244B-3CC73E3F0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956" y="64231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09" name="TextBox 2108">
                      <a:extLst>
                        <a:ext uri="{FF2B5EF4-FFF2-40B4-BE49-F238E27FC236}">
                          <a16:creationId xmlns:a16="http://schemas.microsoft.com/office/drawing/2014/main" id="{0F6421D9-B11A-A620-590B-77FBD552572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107010" y="6106942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0.053</a:t>
                      </a:r>
                    </a:p>
                  </p:txBody>
                </p:sp>
                <p:sp>
                  <p:nvSpPr>
                    <p:cNvPr id="2110" name="Freeform 2109">
                      <a:extLst>
                        <a:ext uri="{FF2B5EF4-FFF2-40B4-BE49-F238E27FC236}">
                          <a16:creationId xmlns:a16="http://schemas.microsoft.com/office/drawing/2014/main" id="{35199C97-D57D-F310-9C66-09D8DBED55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368" y="6224938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11" name="TextBox 2110">
                      <a:extLst>
                        <a:ext uri="{FF2B5EF4-FFF2-40B4-BE49-F238E27FC236}">
                          <a16:creationId xmlns:a16="http://schemas.microsoft.com/office/drawing/2014/main" id="{E8A5024B-D20A-0A73-BBCD-B0F0503CC46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500777" y="6052052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2112" name="Freeform 2111">
                      <a:extLst>
                        <a:ext uri="{FF2B5EF4-FFF2-40B4-BE49-F238E27FC236}">
                          <a16:creationId xmlns:a16="http://schemas.microsoft.com/office/drawing/2014/main" id="{B424951D-6299-F91B-C751-148CCD68A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7930" y="6224938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13" name="TextBox 2112">
                      <a:extLst>
                        <a:ext uri="{FF2B5EF4-FFF2-40B4-BE49-F238E27FC236}">
                          <a16:creationId xmlns:a16="http://schemas.microsoft.com/office/drawing/2014/main" id="{D0AE6401-4B18-0163-EE85-8028C32AE0F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358597" y="5994166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0.515</a:t>
                      </a:r>
                    </a:p>
                  </p:txBody>
                </p:sp>
                <p:sp>
                  <p:nvSpPr>
                    <p:cNvPr id="2114" name="Freeform 2113">
                      <a:extLst>
                        <a:ext uri="{FF2B5EF4-FFF2-40B4-BE49-F238E27FC236}">
                          <a16:creationId xmlns:a16="http://schemas.microsoft.com/office/drawing/2014/main" id="{D22B6E30-6F53-762C-23C3-9CAD29CC12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368" y="6112035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2115" name="Graphic 1527">
                    <a:extLst>
                      <a:ext uri="{FF2B5EF4-FFF2-40B4-BE49-F238E27FC236}">
                        <a16:creationId xmlns:a16="http://schemas.microsoft.com/office/drawing/2014/main" id="{E9205718-4376-5C1B-81F1-E026864F5A7C}"/>
                      </a:ext>
                    </a:extLst>
                  </p:cNvPr>
                  <p:cNvGrpSpPr/>
                  <p:nvPr/>
                </p:nvGrpSpPr>
                <p:grpSpPr>
                  <a:xfrm>
                    <a:off x="2851710" y="5742088"/>
                    <a:ext cx="1180473" cy="1190718"/>
                    <a:chOff x="2851710" y="5742088"/>
                    <a:chExt cx="1180473" cy="1190718"/>
                  </a:xfrm>
                </p:grpSpPr>
                <p:sp>
                  <p:nvSpPr>
                    <p:cNvPr id="2116" name="Freeform 2115">
                      <a:extLst>
                        <a:ext uri="{FF2B5EF4-FFF2-40B4-BE49-F238E27FC236}">
                          <a16:creationId xmlns:a16="http://schemas.microsoft.com/office/drawing/2014/main" id="{8873792B-5FC3-D13E-32BF-E680B5034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1959" y="6044344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17" name="TextBox 2116">
                      <a:extLst>
                        <a:ext uri="{FF2B5EF4-FFF2-40B4-BE49-F238E27FC236}">
                          <a16:creationId xmlns:a16="http://schemas.microsoft.com/office/drawing/2014/main" id="{4B349445-F1C2-A8D8-8773-4D6FC78E9AD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51710" y="6614619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2118" name="TextBox 2117">
                      <a:extLst>
                        <a:ext uri="{FF2B5EF4-FFF2-40B4-BE49-F238E27FC236}">
                          <a16:creationId xmlns:a16="http://schemas.microsoft.com/office/drawing/2014/main" id="{DE000BDB-2161-0A34-E035-C47F4878B43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51710" y="6448376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2119" name="TextBox 2118">
                      <a:extLst>
                        <a:ext uri="{FF2B5EF4-FFF2-40B4-BE49-F238E27FC236}">
                          <a16:creationId xmlns:a16="http://schemas.microsoft.com/office/drawing/2014/main" id="{4E1439A3-1499-A6A7-DCF7-14B67E2ACF8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51710" y="6282006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2120" name="TextBox 2119">
                      <a:extLst>
                        <a:ext uri="{FF2B5EF4-FFF2-40B4-BE49-F238E27FC236}">
                          <a16:creationId xmlns:a16="http://schemas.microsoft.com/office/drawing/2014/main" id="{F433D50D-56EA-8912-B312-FABFB5B82DA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51710" y="6115763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3%</a:t>
                      </a:r>
                    </a:p>
                  </p:txBody>
                </p:sp>
                <p:sp>
                  <p:nvSpPr>
                    <p:cNvPr id="2121" name="TextBox 2120">
                      <a:extLst>
                        <a:ext uri="{FF2B5EF4-FFF2-40B4-BE49-F238E27FC236}">
                          <a16:creationId xmlns:a16="http://schemas.microsoft.com/office/drawing/2014/main" id="{B3A243A0-9E3A-6851-D855-EFBD184B5CC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51710" y="5949520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4%</a:t>
                      </a:r>
                    </a:p>
                  </p:txBody>
                </p:sp>
                <p:sp>
                  <p:nvSpPr>
                    <p:cNvPr id="2122" name="Freeform 2121">
                      <a:extLst>
                        <a:ext uri="{FF2B5EF4-FFF2-40B4-BE49-F238E27FC236}">
                          <a16:creationId xmlns:a16="http://schemas.microsoft.com/office/drawing/2014/main" id="{0E24981C-BF06-B8FE-A2F3-68881C32D8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160" y="6721508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3" name="Freeform 2122">
                      <a:extLst>
                        <a:ext uri="{FF2B5EF4-FFF2-40B4-BE49-F238E27FC236}">
                          <a16:creationId xmlns:a16="http://schemas.microsoft.com/office/drawing/2014/main" id="{CABFADEA-956C-EDF5-3B32-D8860AFDE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160" y="655526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4" name="Freeform 2123">
                      <a:extLst>
                        <a:ext uri="{FF2B5EF4-FFF2-40B4-BE49-F238E27FC236}">
                          <a16:creationId xmlns:a16="http://schemas.microsoft.com/office/drawing/2014/main" id="{4B2CA791-7FBA-9D17-B518-9B3D35C0FB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160" y="6388895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5" name="Freeform 2124">
                      <a:extLst>
                        <a:ext uri="{FF2B5EF4-FFF2-40B4-BE49-F238E27FC236}">
                          <a16:creationId xmlns:a16="http://schemas.microsoft.com/office/drawing/2014/main" id="{B24BE6C4-23E1-0FA1-501D-44EC285739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160" y="6222652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6" name="Freeform 2125">
                      <a:extLst>
                        <a:ext uri="{FF2B5EF4-FFF2-40B4-BE49-F238E27FC236}">
                          <a16:creationId xmlns:a16="http://schemas.microsoft.com/office/drawing/2014/main" id="{077673A5-F439-4B57-A0F2-C2E1C5FEEF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160" y="6056408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7" name="Freeform 2126">
                      <a:extLst>
                        <a:ext uri="{FF2B5EF4-FFF2-40B4-BE49-F238E27FC236}">
                          <a16:creationId xmlns:a16="http://schemas.microsoft.com/office/drawing/2014/main" id="{BE82DB0F-AEC6-A6FA-9721-9A33545E5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1959" y="6721508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8" name="Freeform 2127">
                      <a:extLst>
                        <a:ext uri="{FF2B5EF4-FFF2-40B4-BE49-F238E27FC236}">
                          <a16:creationId xmlns:a16="http://schemas.microsoft.com/office/drawing/2014/main" id="{12292E18-12E3-B29E-1DDE-5516D8BF5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367" y="67215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29" name="Freeform 2128">
                      <a:extLst>
                        <a:ext uri="{FF2B5EF4-FFF2-40B4-BE49-F238E27FC236}">
                          <a16:creationId xmlns:a16="http://schemas.microsoft.com/office/drawing/2014/main" id="{F27764AF-EA73-EB6E-97AC-091B57110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673" y="67215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30" name="Freeform 2129">
                      <a:extLst>
                        <a:ext uri="{FF2B5EF4-FFF2-40B4-BE49-F238E27FC236}">
                          <a16:creationId xmlns:a16="http://schemas.microsoft.com/office/drawing/2014/main" id="{985F72D6-5FCD-4CE6-C001-D4DD0D569A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3980" y="67215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31" name="Freeform 2130">
                      <a:extLst>
                        <a:ext uri="{FF2B5EF4-FFF2-40B4-BE49-F238E27FC236}">
                          <a16:creationId xmlns:a16="http://schemas.microsoft.com/office/drawing/2014/main" id="{BD50923A-1EAD-A0C8-36D7-9A764059F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285" y="67215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32" name="Freeform 2131">
                      <a:extLst>
                        <a:ext uri="{FF2B5EF4-FFF2-40B4-BE49-F238E27FC236}">
                          <a16:creationId xmlns:a16="http://schemas.microsoft.com/office/drawing/2014/main" id="{DB538834-76B4-0CD6-8884-224CD1431E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591" y="67215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33" name="TextBox 2132">
                      <a:extLst>
                        <a:ext uri="{FF2B5EF4-FFF2-40B4-BE49-F238E27FC236}">
                          <a16:creationId xmlns:a16="http://schemas.microsoft.com/office/drawing/2014/main" id="{A1176673-A7F8-A382-5C38-1AC5EF0C590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124554" y="6717362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2134" name="TextBox 2133">
                      <a:extLst>
                        <a:ext uri="{FF2B5EF4-FFF2-40B4-BE49-F238E27FC236}">
                          <a16:creationId xmlns:a16="http://schemas.microsoft.com/office/drawing/2014/main" id="{67FE08D6-11E2-2022-4809-BB97FC70927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314912" y="6717362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2135" name="TextBox 2134">
                      <a:extLst>
                        <a:ext uri="{FF2B5EF4-FFF2-40B4-BE49-F238E27FC236}">
                          <a16:creationId xmlns:a16="http://schemas.microsoft.com/office/drawing/2014/main" id="{74298140-B1CE-5EF5-AA93-8CF7C1DC42C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448365" y="6717362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2136" name="TextBox 2135">
                      <a:extLst>
                        <a:ext uri="{FF2B5EF4-FFF2-40B4-BE49-F238E27FC236}">
                          <a16:creationId xmlns:a16="http://schemas.microsoft.com/office/drawing/2014/main" id="{D23425F9-7138-0919-B873-B5726AD1CCE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585824" y="6717362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2137" name="TextBox 2136">
                      <a:extLst>
                        <a:ext uri="{FF2B5EF4-FFF2-40B4-BE49-F238E27FC236}">
                          <a16:creationId xmlns:a16="http://schemas.microsoft.com/office/drawing/2014/main" id="{A40162CF-4515-E78B-F55D-288125C3647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784999" y="6717362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2140" name="TextBox 2139">
                      <a:extLst>
                        <a:ext uri="{FF2B5EF4-FFF2-40B4-BE49-F238E27FC236}">
                          <a16:creationId xmlns:a16="http://schemas.microsoft.com/office/drawing/2014/main" id="{F1527389-5ACA-82D4-5847-570C799944D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168716" y="5742088"/>
                      <a:ext cx="750526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19_GABA</a:t>
                      </a:r>
                    </a:p>
                  </p:txBody>
                </p:sp>
              </p:grpSp>
            </p:grpSp>
            <p:grpSp>
              <p:nvGrpSpPr>
                <p:cNvPr id="2141" name="Graphic 1529">
                  <a:extLst>
                    <a:ext uri="{FF2B5EF4-FFF2-40B4-BE49-F238E27FC236}">
                      <a16:creationId xmlns:a16="http://schemas.microsoft.com/office/drawing/2014/main" id="{6F6A2338-1A73-7A52-4EB5-CCF17FCF65A2}"/>
                    </a:ext>
                  </a:extLst>
                </p:cNvPr>
                <p:cNvGrpSpPr/>
                <p:nvPr/>
              </p:nvGrpSpPr>
              <p:grpSpPr>
                <a:xfrm>
                  <a:off x="3369072" y="5735510"/>
                  <a:ext cx="1180473" cy="1190718"/>
                  <a:chOff x="4308613" y="5867797"/>
                  <a:chExt cx="1180473" cy="1190718"/>
                </a:xfrm>
              </p:grpSpPr>
              <p:grpSp>
                <p:nvGrpSpPr>
                  <p:cNvPr id="2144" name="Graphic 1529">
                    <a:extLst>
                      <a:ext uri="{FF2B5EF4-FFF2-40B4-BE49-F238E27FC236}">
                        <a16:creationId xmlns:a16="http://schemas.microsoft.com/office/drawing/2014/main" id="{B5ECD009-9CDE-D112-C866-FE721341C957}"/>
                      </a:ext>
                    </a:extLst>
                  </p:cNvPr>
                  <p:cNvGrpSpPr/>
                  <p:nvPr/>
                </p:nvGrpSpPr>
                <p:grpSpPr>
                  <a:xfrm>
                    <a:off x="4563913" y="6064858"/>
                    <a:ext cx="898990" cy="782486"/>
                    <a:chOff x="4563913" y="6064858"/>
                    <a:chExt cx="898990" cy="782486"/>
                  </a:xfrm>
                </p:grpSpPr>
                <p:sp>
                  <p:nvSpPr>
                    <p:cNvPr id="2145" name="Freeform 2144">
                      <a:extLst>
                        <a:ext uri="{FF2B5EF4-FFF2-40B4-BE49-F238E27FC236}">
                          <a16:creationId xmlns:a16="http://schemas.microsoft.com/office/drawing/2014/main" id="{A7B18C44-2B9E-88BD-860E-92AE0E4BDA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8862" y="6170053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46" name="Freeform 2145">
                      <a:extLst>
                        <a:ext uri="{FF2B5EF4-FFF2-40B4-BE49-F238E27FC236}">
                          <a16:creationId xmlns:a16="http://schemas.microsoft.com/office/drawing/2014/main" id="{AC6DF7A2-A746-62A1-5AC6-62C0DE97B7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630" y="6524129"/>
                      <a:ext cx="97409" cy="323088"/>
                    </a:xfrm>
                    <a:custGeom>
                      <a:avLst/>
                      <a:gdLst>
                        <a:gd name="csX0" fmla="*/ 0 w 97409"/>
                        <a:gd name="csY0" fmla="*/ 0 h 323088"/>
                        <a:gd name="csX1" fmla="*/ 97409 w 97409"/>
                        <a:gd name="csY1" fmla="*/ 0 h 323088"/>
                        <a:gd name="csX2" fmla="*/ 97409 w 97409"/>
                        <a:gd name="csY2" fmla="*/ 323088 h 323088"/>
                        <a:gd name="csX3" fmla="*/ 0 w 97409"/>
                        <a:gd name="csY3" fmla="*/ 323088 h 32308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323088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323088"/>
                          </a:lnTo>
                          <a:lnTo>
                            <a:pt x="0" y="323088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47" name="Freeform 2146">
                      <a:extLst>
                        <a:ext uri="{FF2B5EF4-FFF2-40B4-BE49-F238E27FC236}">
                          <a16:creationId xmlns:a16="http://schemas.microsoft.com/office/drawing/2014/main" id="{65F4EDF5-784B-751A-AEC6-0D1A18C130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9936" y="6491363"/>
                      <a:ext cx="97409" cy="355854"/>
                    </a:xfrm>
                    <a:custGeom>
                      <a:avLst/>
                      <a:gdLst>
                        <a:gd name="csX0" fmla="*/ 0 w 97409"/>
                        <a:gd name="csY0" fmla="*/ 0 h 355854"/>
                        <a:gd name="csX1" fmla="*/ 97409 w 97409"/>
                        <a:gd name="csY1" fmla="*/ 0 h 355854"/>
                        <a:gd name="csX2" fmla="*/ 97409 w 97409"/>
                        <a:gd name="csY2" fmla="*/ 355854 h 355854"/>
                        <a:gd name="csX3" fmla="*/ 0 w 97409"/>
                        <a:gd name="csY3" fmla="*/ 355854 h 35585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355854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355854"/>
                          </a:lnTo>
                          <a:lnTo>
                            <a:pt x="0" y="355854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48" name="Freeform 2147">
                      <a:extLst>
                        <a:ext uri="{FF2B5EF4-FFF2-40B4-BE49-F238E27FC236}">
                          <a16:creationId xmlns:a16="http://schemas.microsoft.com/office/drawing/2014/main" id="{377492CF-7015-1ECA-CB80-4D42473FA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2242" y="6609854"/>
                      <a:ext cx="97409" cy="237362"/>
                    </a:xfrm>
                    <a:custGeom>
                      <a:avLst/>
                      <a:gdLst>
                        <a:gd name="csX0" fmla="*/ 0 w 97409"/>
                        <a:gd name="csY0" fmla="*/ 0 h 237362"/>
                        <a:gd name="csX1" fmla="*/ 97409 w 97409"/>
                        <a:gd name="csY1" fmla="*/ 0 h 237362"/>
                        <a:gd name="csX2" fmla="*/ 97409 w 97409"/>
                        <a:gd name="csY2" fmla="*/ 237363 h 237362"/>
                        <a:gd name="csX3" fmla="*/ 0 w 97409"/>
                        <a:gd name="csY3" fmla="*/ 237363 h 23736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7362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7363"/>
                          </a:lnTo>
                          <a:lnTo>
                            <a:pt x="0" y="237363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49" name="Freeform 2148">
                      <a:extLst>
                        <a:ext uri="{FF2B5EF4-FFF2-40B4-BE49-F238E27FC236}">
                          <a16:creationId xmlns:a16="http://schemas.microsoft.com/office/drawing/2014/main" id="{E23DDBB0-C08B-3077-347F-D6D5FAD6F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4548" y="6460629"/>
                      <a:ext cx="97409" cy="386715"/>
                    </a:xfrm>
                    <a:custGeom>
                      <a:avLst/>
                      <a:gdLst>
                        <a:gd name="csX0" fmla="*/ 0 w 97409"/>
                        <a:gd name="csY0" fmla="*/ 0 h 386715"/>
                        <a:gd name="csX1" fmla="*/ 97409 w 97409"/>
                        <a:gd name="csY1" fmla="*/ 0 h 386715"/>
                        <a:gd name="csX2" fmla="*/ 97409 w 97409"/>
                        <a:gd name="csY2" fmla="*/ 386715 h 386715"/>
                        <a:gd name="csX3" fmla="*/ 0 w 97409"/>
                        <a:gd name="csY3" fmla="*/ 386715 h 38671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38671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386715"/>
                          </a:lnTo>
                          <a:lnTo>
                            <a:pt x="0" y="386715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0" name="Freeform 2149">
                      <a:extLst>
                        <a:ext uri="{FF2B5EF4-FFF2-40B4-BE49-F238E27FC236}">
                          <a16:creationId xmlns:a16="http://schemas.microsoft.com/office/drawing/2014/main" id="{D4162DF0-DF74-1BC6-985E-FBC011388B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6854" y="6612902"/>
                      <a:ext cx="97409" cy="234441"/>
                    </a:xfrm>
                    <a:custGeom>
                      <a:avLst/>
                      <a:gdLst>
                        <a:gd name="csX0" fmla="*/ 0 w 97409"/>
                        <a:gd name="csY0" fmla="*/ 0 h 234441"/>
                        <a:gd name="csX1" fmla="*/ 97409 w 97409"/>
                        <a:gd name="csY1" fmla="*/ 0 h 234441"/>
                        <a:gd name="csX2" fmla="*/ 97409 w 97409"/>
                        <a:gd name="csY2" fmla="*/ 234442 h 234441"/>
                        <a:gd name="csX3" fmla="*/ 0 w 97409"/>
                        <a:gd name="csY3" fmla="*/ 234442 h 23444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444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4442"/>
                          </a:lnTo>
                          <a:lnTo>
                            <a:pt x="0" y="234442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1" name="Freeform 2150">
                      <a:extLst>
                        <a:ext uri="{FF2B5EF4-FFF2-40B4-BE49-F238E27FC236}">
                          <a16:creationId xmlns:a16="http://schemas.microsoft.com/office/drawing/2014/main" id="{6395D2C7-F56D-4245-4010-1F5367435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3886" y="6488950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2" name="Freeform 2151">
                      <a:extLst>
                        <a:ext uri="{FF2B5EF4-FFF2-40B4-BE49-F238E27FC236}">
                          <a16:creationId xmlns:a16="http://schemas.microsoft.com/office/drawing/2014/main" id="{DDC57DAB-09D8-9839-9D5F-B4E904DC5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6270" y="6488950"/>
                      <a:ext cx="12700" cy="70484"/>
                    </a:xfrm>
                    <a:custGeom>
                      <a:avLst/>
                      <a:gdLst>
                        <a:gd name="csX0" fmla="*/ 0 w 12700"/>
                        <a:gd name="csY0" fmla="*/ 0 h 70484"/>
                        <a:gd name="csX1" fmla="*/ 0 w 12700"/>
                        <a:gd name="csY1" fmla="*/ 70485 h 7048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0484">
                          <a:moveTo>
                            <a:pt x="0" y="0"/>
                          </a:moveTo>
                          <a:lnTo>
                            <a:pt x="0" y="7048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3" name="Freeform 2152">
                      <a:extLst>
                        <a:ext uri="{FF2B5EF4-FFF2-40B4-BE49-F238E27FC236}">
                          <a16:creationId xmlns:a16="http://schemas.microsoft.com/office/drawing/2014/main" id="{00257A1C-E423-155F-2CB9-5CC1AEF7A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3886" y="655943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4" name="Freeform 2153">
                      <a:extLst>
                        <a:ext uri="{FF2B5EF4-FFF2-40B4-BE49-F238E27FC236}">
                          <a16:creationId xmlns:a16="http://schemas.microsoft.com/office/drawing/2014/main" id="{5BDAB2FA-0F7A-9489-4DA2-216EC5E0C4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6191" y="645643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5" name="Freeform 2154">
                      <a:extLst>
                        <a:ext uri="{FF2B5EF4-FFF2-40B4-BE49-F238E27FC236}">
                          <a16:creationId xmlns:a16="http://schemas.microsoft.com/office/drawing/2014/main" id="{36B5C71A-9B7E-9FF9-16B5-DEE8CE843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8576" y="6456437"/>
                      <a:ext cx="12700" cy="69850"/>
                    </a:xfrm>
                    <a:custGeom>
                      <a:avLst/>
                      <a:gdLst>
                        <a:gd name="csX0" fmla="*/ 0 w 12700"/>
                        <a:gd name="csY0" fmla="*/ 0 h 69850"/>
                        <a:gd name="csX1" fmla="*/ 0 w 12700"/>
                        <a:gd name="csY1" fmla="*/ 69850 h 6985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9850">
                          <a:moveTo>
                            <a:pt x="0" y="0"/>
                          </a:moveTo>
                          <a:lnTo>
                            <a:pt x="0" y="6985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6" name="Freeform 2155">
                      <a:extLst>
                        <a:ext uri="{FF2B5EF4-FFF2-40B4-BE49-F238E27FC236}">
                          <a16:creationId xmlns:a16="http://schemas.microsoft.com/office/drawing/2014/main" id="{93108DD7-8F4F-F8FF-6F91-7DF1A58C63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6191" y="652628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7" name="Freeform 2156">
                      <a:extLst>
                        <a:ext uri="{FF2B5EF4-FFF2-40B4-BE49-F238E27FC236}">
                          <a16:creationId xmlns:a16="http://schemas.microsoft.com/office/drawing/2014/main" id="{13382A3A-F201-18D3-A836-6B66B10223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8497" y="659753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8" name="Freeform 2157">
                      <a:extLst>
                        <a:ext uri="{FF2B5EF4-FFF2-40B4-BE49-F238E27FC236}">
                          <a16:creationId xmlns:a16="http://schemas.microsoft.com/office/drawing/2014/main" id="{7F72F90D-5EA3-15B0-8F40-5F0B438C8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0883" y="6597535"/>
                      <a:ext cx="12700" cy="24637"/>
                    </a:xfrm>
                    <a:custGeom>
                      <a:avLst/>
                      <a:gdLst>
                        <a:gd name="csX0" fmla="*/ 0 w 12700"/>
                        <a:gd name="csY0" fmla="*/ 0 h 24637"/>
                        <a:gd name="csX1" fmla="*/ 0 w 12700"/>
                        <a:gd name="csY1" fmla="*/ 24638 h 2463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4637">
                          <a:moveTo>
                            <a:pt x="0" y="0"/>
                          </a:moveTo>
                          <a:lnTo>
                            <a:pt x="0" y="24638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59" name="Freeform 2158">
                      <a:extLst>
                        <a:ext uri="{FF2B5EF4-FFF2-40B4-BE49-F238E27FC236}">
                          <a16:creationId xmlns:a16="http://schemas.microsoft.com/office/drawing/2014/main" id="{BB9B6425-0F08-704C-42E7-6598DCDD1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8497" y="662217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0" name="Freeform 2159">
                      <a:extLst>
                        <a:ext uri="{FF2B5EF4-FFF2-40B4-BE49-F238E27FC236}">
                          <a16:creationId xmlns:a16="http://schemas.microsoft.com/office/drawing/2014/main" id="{A145BCEC-5DCC-18C6-0D02-820721C81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3110" y="6569848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1" name="Freeform 2160">
                      <a:extLst>
                        <a:ext uri="{FF2B5EF4-FFF2-40B4-BE49-F238E27FC236}">
                          <a16:creationId xmlns:a16="http://schemas.microsoft.com/office/drawing/2014/main" id="{7FB5B5F8-2AA7-BB7F-8927-7BADFFC97A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494" y="6569848"/>
                      <a:ext cx="12700" cy="85979"/>
                    </a:xfrm>
                    <a:custGeom>
                      <a:avLst/>
                      <a:gdLst>
                        <a:gd name="csX0" fmla="*/ 0 w 12700"/>
                        <a:gd name="csY0" fmla="*/ 0 h 85979"/>
                        <a:gd name="csX1" fmla="*/ 0 w 12700"/>
                        <a:gd name="csY1" fmla="*/ 85979 h 8597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85979">
                          <a:moveTo>
                            <a:pt x="0" y="0"/>
                          </a:moveTo>
                          <a:lnTo>
                            <a:pt x="0" y="85979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2" name="Freeform 2161">
                      <a:extLst>
                        <a:ext uri="{FF2B5EF4-FFF2-40B4-BE49-F238E27FC236}">
                          <a16:creationId xmlns:a16="http://schemas.microsoft.com/office/drawing/2014/main" id="{D1651141-C1D8-AEFE-7C9A-6F0621E98E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3110" y="6655828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3" name="Freeform 2162">
                      <a:extLst>
                        <a:ext uri="{FF2B5EF4-FFF2-40B4-BE49-F238E27FC236}">
                          <a16:creationId xmlns:a16="http://schemas.microsoft.com/office/drawing/2014/main" id="{DFE512D8-D118-3C9D-D368-5F5F979C81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36311" y="660337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4" name="Freeform 2163">
                      <a:extLst>
                        <a:ext uri="{FF2B5EF4-FFF2-40B4-BE49-F238E27FC236}">
                          <a16:creationId xmlns:a16="http://schemas.microsoft.com/office/drawing/2014/main" id="{EDD99370-D208-B333-B724-EBEE5ACB1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4767" y="660756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5" name="Freeform 2164">
                      <a:extLst>
                        <a:ext uri="{FF2B5EF4-FFF2-40B4-BE49-F238E27FC236}">
                          <a16:creationId xmlns:a16="http://schemas.microsoft.com/office/drawing/2014/main" id="{24FCD10E-F38A-85E8-C73B-150815EED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3685" y="64004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6" name="Freeform 2165">
                      <a:extLst>
                        <a:ext uri="{FF2B5EF4-FFF2-40B4-BE49-F238E27FC236}">
                          <a16:creationId xmlns:a16="http://schemas.microsoft.com/office/drawing/2014/main" id="{5093F76B-55EA-FB0F-C699-5BB21654F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9032" y="646888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1748F318-FAC1-DCE9-9B02-FEE23D434A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809" y="661722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8" name="Freeform 2167">
                      <a:extLst>
                        <a:ext uri="{FF2B5EF4-FFF2-40B4-BE49-F238E27FC236}">
                          <a16:creationId xmlns:a16="http://schemas.microsoft.com/office/drawing/2014/main" id="{C5A7251F-FD84-1587-7F26-4324AFFB2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8096" y="668668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69" name="Freeform 2168">
                      <a:extLst>
                        <a:ext uri="{FF2B5EF4-FFF2-40B4-BE49-F238E27FC236}">
                          <a16:creationId xmlns:a16="http://schemas.microsoft.com/office/drawing/2014/main" id="{E44B33A6-C466-57A1-9437-D0A9A11AE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5984" y="648425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0" name="Freeform 2169">
                      <a:extLst>
                        <a:ext uri="{FF2B5EF4-FFF2-40B4-BE49-F238E27FC236}">
                          <a16:creationId xmlns:a16="http://schemas.microsoft.com/office/drawing/2014/main" id="{BD06B001-E97D-393C-A099-2DA0C146C9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5650" y="664731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1" name="Freeform 2170">
                      <a:extLst>
                        <a:ext uri="{FF2B5EF4-FFF2-40B4-BE49-F238E27FC236}">
                          <a16:creationId xmlns:a16="http://schemas.microsoft.com/office/drawing/2014/main" id="{27727A2C-6766-A28D-82C8-B8963EEEB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3317" y="643154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2" name="Freeform 2171">
                      <a:extLst>
                        <a:ext uri="{FF2B5EF4-FFF2-40B4-BE49-F238E27FC236}">
                          <a16:creationId xmlns:a16="http://schemas.microsoft.com/office/drawing/2014/main" id="{50D9C36A-75DF-F146-9884-BB7E1439F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4192" y="653467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3" name="Freeform 2172">
                      <a:extLst>
                        <a:ext uri="{FF2B5EF4-FFF2-40B4-BE49-F238E27FC236}">
                          <a16:creationId xmlns:a16="http://schemas.microsoft.com/office/drawing/2014/main" id="{B893514A-42B9-714A-6649-B1E7D1CFD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6840" y="642367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4" name="Freeform 2173">
                      <a:extLst>
                        <a:ext uri="{FF2B5EF4-FFF2-40B4-BE49-F238E27FC236}">
                          <a16:creationId xmlns:a16="http://schemas.microsoft.com/office/drawing/2014/main" id="{E063F7AD-A362-73E0-A81D-CEBF4A3186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7655" y="637706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5" name="Freeform 2174">
                      <a:extLst>
                        <a:ext uri="{FF2B5EF4-FFF2-40B4-BE49-F238E27FC236}">
                          <a16:creationId xmlns:a16="http://schemas.microsoft.com/office/drawing/2014/main" id="{53EE8F62-584F-CE5B-77AF-70E758559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1558" y="650927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6" name="Freeform 2175">
                      <a:extLst>
                        <a:ext uri="{FF2B5EF4-FFF2-40B4-BE49-F238E27FC236}">
                          <a16:creationId xmlns:a16="http://schemas.microsoft.com/office/drawing/2014/main" id="{7863310F-A438-CBE1-D54A-EEFED21102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0363" y="661048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7" name="Freeform 2176">
                      <a:extLst>
                        <a:ext uri="{FF2B5EF4-FFF2-40B4-BE49-F238E27FC236}">
                          <a16:creationId xmlns:a16="http://schemas.microsoft.com/office/drawing/2014/main" id="{D465E954-B4E0-1C60-E359-A31822696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1706" y="65805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8" name="Freeform 2177">
                      <a:extLst>
                        <a:ext uri="{FF2B5EF4-FFF2-40B4-BE49-F238E27FC236}">
                          <a16:creationId xmlns:a16="http://schemas.microsoft.com/office/drawing/2014/main" id="{7A14BECD-5EA6-1E34-9F9B-A0A008667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4894" y="649669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79" name="Freeform 2178">
                      <a:extLst>
                        <a:ext uri="{FF2B5EF4-FFF2-40B4-BE49-F238E27FC236}">
                          <a16:creationId xmlns:a16="http://schemas.microsoft.com/office/drawing/2014/main" id="{D693593E-A2A3-DA2E-CA1F-392F382F6F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6037" y="640614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0" name="Freeform 2179">
                      <a:extLst>
                        <a:ext uri="{FF2B5EF4-FFF2-40B4-BE49-F238E27FC236}">
                          <a16:creationId xmlns:a16="http://schemas.microsoft.com/office/drawing/2014/main" id="{B6CCC719-5D97-42C0-572F-3C7E7F1F0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2709" y="644310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1" name="Freeform 2180">
                      <a:extLst>
                        <a:ext uri="{FF2B5EF4-FFF2-40B4-BE49-F238E27FC236}">
                          <a16:creationId xmlns:a16="http://schemas.microsoft.com/office/drawing/2014/main" id="{D4820D49-81B1-30F5-6492-903051D54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9781" y="658508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2" name="Freeform 2181">
                      <a:extLst>
                        <a:ext uri="{FF2B5EF4-FFF2-40B4-BE49-F238E27FC236}">
                          <a16:creationId xmlns:a16="http://schemas.microsoft.com/office/drawing/2014/main" id="{782032DF-44F0-0881-9E2E-9AA0DA62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2575" y="643878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3" name="TextBox 2182">
                      <a:extLst>
                        <a:ext uri="{FF2B5EF4-FFF2-40B4-BE49-F238E27FC236}">
                          <a16:creationId xmlns:a16="http://schemas.microsoft.com/office/drawing/2014/main" id="{B2041BCC-10D8-EA6B-995A-AA862B305AD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563913" y="6232651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0.378</a:t>
                      </a:r>
                    </a:p>
                  </p:txBody>
                </p:sp>
                <p:sp>
                  <p:nvSpPr>
                    <p:cNvPr id="2184" name="Freeform 2183">
                      <a:extLst>
                        <a:ext uri="{FF2B5EF4-FFF2-40B4-BE49-F238E27FC236}">
                          <a16:creationId xmlns:a16="http://schemas.microsoft.com/office/drawing/2014/main" id="{39894C03-2315-623C-7655-CA4D3BD2A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6271" y="6350647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5" name="TextBox 2184">
                      <a:extLst>
                        <a:ext uri="{FF2B5EF4-FFF2-40B4-BE49-F238E27FC236}">
                          <a16:creationId xmlns:a16="http://schemas.microsoft.com/office/drawing/2014/main" id="{2C619AB9-1AE6-F896-8061-649DE17D15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57680" y="6177761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2186" name="Freeform 2185">
                      <a:extLst>
                        <a:ext uri="{FF2B5EF4-FFF2-40B4-BE49-F238E27FC236}">
                          <a16:creationId xmlns:a16="http://schemas.microsoft.com/office/drawing/2014/main" id="{0583D4B8-3677-E23E-96B0-C4A1B8F27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4833" y="6350647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87" name="TextBox 2186">
                      <a:extLst>
                        <a:ext uri="{FF2B5EF4-FFF2-40B4-BE49-F238E27FC236}">
                          <a16:creationId xmlns:a16="http://schemas.microsoft.com/office/drawing/2014/main" id="{B9B42ABF-EFFF-E38F-6E78-23564A78E5B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08474" y="6064858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2188" name="Freeform 2187">
                      <a:extLst>
                        <a:ext uri="{FF2B5EF4-FFF2-40B4-BE49-F238E27FC236}">
                          <a16:creationId xmlns:a16="http://schemas.microsoft.com/office/drawing/2014/main" id="{83119B91-23C9-5699-88A2-CFE005E8D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6271" y="6237744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2189" name="Graphic 1529">
                    <a:extLst>
                      <a:ext uri="{FF2B5EF4-FFF2-40B4-BE49-F238E27FC236}">
                        <a16:creationId xmlns:a16="http://schemas.microsoft.com/office/drawing/2014/main" id="{E40DA6E8-591B-4795-8B82-D5F197DD8818}"/>
                      </a:ext>
                    </a:extLst>
                  </p:cNvPr>
                  <p:cNvGrpSpPr/>
                  <p:nvPr/>
                </p:nvGrpSpPr>
                <p:grpSpPr>
                  <a:xfrm>
                    <a:off x="4308613" y="5867797"/>
                    <a:ext cx="1180473" cy="1190718"/>
                    <a:chOff x="4308613" y="5867797"/>
                    <a:chExt cx="1180473" cy="1190718"/>
                  </a:xfrm>
                </p:grpSpPr>
                <p:sp>
                  <p:nvSpPr>
                    <p:cNvPr id="2190" name="Freeform 2189">
                      <a:extLst>
                        <a:ext uri="{FF2B5EF4-FFF2-40B4-BE49-F238E27FC236}">
                          <a16:creationId xmlns:a16="http://schemas.microsoft.com/office/drawing/2014/main" id="{0FAED2F7-C2BD-9173-31CE-27A1B8C8B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8862" y="6170053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1" name="TextBox 2190">
                      <a:extLst>
                        <a:ext uri="{FF2B5EF4-FFF2-40B4-BE49-F238E27FC236}">
                          <a16:creationId xmlns:a16="http://schemas.microsoft.com/office/drawing/2014/main" id="{AB27BBF3-3261-AB9B-A464-0C56E5A2592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308613" y="6740328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2192" name="TextBox 2191">
                      <a:extLst>
                        <a:ext uri="{FF2B5EF4-FFF2-40B4-BE49-F238E27FC236}">
                          <a16:creationId xmlns:a16="http://schemas.microsoft.com/office/drawing/2014/main" id="{74B365B9-F1A0-0D04-2538-283CD728EFD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308613" y="6508807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2193" name="TextBox 2192">
                      <a:extLst>
                        <a:ext uri="{FF2B5EF4-FFF2-40B4-BE49-F238E27FC236}">
                          <a16:creationId xmlns:a16="http://schemas.microsoft.com/office/drawing/2014/main" id="{6083624B-B235-9377-DC8B-4508954B5E4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308613" y="6277159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2194" name="Freeform 2193">
                      <a:extLst>
                        <a:ext uri="{FF2B5EF4-FFF2-40B4-BE49-F238E27FC236}">
                          <a16:creationId xmlns:a16="http://schemas.microsoft.com/office/drawing/2014/main" id="{ECA521C6-25F3-0438-C64B-14CA63B96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063" y="684721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5" name="Freeform 2194">
                      <a:extLst>
                        <a:ext uri="{FF2B5EF4-FFF2-40B4-BE49-F238E27FC236}">
                          <a16:creationId xmlns:a16="http://schemas.microsoft.com/office/drawing/2014/main" id="{AA60B0AA-7749-70B3-02CE-9F2DA10D2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063" y="6615696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6" name="Freeform 2195">
                      <a:extLst>
                        <a:ext uri="{FF2B5EF4-FFF2-40B4-BE49-F238E27FC236}">
                          <a16:creationId xmlns:a16="http://schemas.microsoft.com/office/drawing/2014/main" id="{8C130B42-89A1-27AA-1213-3E652423C6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063" y="6384047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7" name="Freeform 2196">
                      <a:extLst>
                        <a:ext uri="{FF2B5EF4-FFF2-40B4-BE49-F238E27FC236}">
                          <a16:creationId xmlns:a16="http://schemas.microsoft.com/office/drawing/2014/main" id="{19785075-36A9-DB43-F4BA-E438208113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8862" y="6847217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8" name="Freeform 2197">
                      <a:extLst>
                        <a:ext uri="{FF2B5EF4-FFF2-40B4-BE49-F238E27FC236}">
                          <a16:creationId xmlns:a16="http://schemas.microsoft.com/office/drawing/2014/main" id="{0E1FD00C-8CE3-10A2-6A3C-7394CDCCC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6270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199" name="Freeform 2198">
                      <a:extLst>
                        <a:ext uri="{FF2B5EF4-FFF2-40B4-BE49-F238E27FC236}">
                          <a16:creationId xmlns:a16="http://schemas.microsoft.com/office/drawing/2014/main" id="{05B1CEBB-AABB-6EAD-EFA3-BFC517EF3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8576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00" name="Freeform 2199">
                      <a:extLst>
                        <a:ext uri="{FF2B5EF4-FFF2-40B4-BE49-F238E27FC236}">
                          <a16:creationId xmlns:a16="http://schemas.microsoft.com/office/drawing/2014/main" id="{FD239109-E9F1-951E-4E1B-8DB7FB7234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0883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01" name="Freeform 2200">
                      <a:extLst>
                        <a:ext uri="{FF2B5EF4-FFF2-40B4-BE49-F238E27FC236}">
                          <a16:creationId xmlns:a16="http://schemas.microsoft.com/office/drawing/2014/main" id="{B5668E5F-0D11-9775-F74B-35DDFB62A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188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02" name="Freeform 2201">
                      <a:extLst>
                        <a:ext uri="{FF2B5EF4-FFF2-40B4-BE49-F238E27FC236}">
                          <a16:creationId xmlns:a16="http://schemas.microsoft.com/office/drawing/2014/main" id="{CB7B09C9-9AE9-388F-8220-2F93766BB3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494" y="6847217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03" name="TextBox 2202">
                      <a:extLst>
                        <a:ext uri="{FF2B5EF4-FFF2-40B4-BE49-F238E27FC236}">
                          <a16:creationId xmlns:a16="http://schemas.microsoft.com/office/drawing/2014/main" id="{C0214791-03E9-CCB6-E32D-B6EA251D28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581457" y="6843071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2204" name="TextBox 2203">
                      <a:extLst>
                        <a:ext uri="{FF2B5EF4-FFF2-40B4-BE49-F238E27FC236}">
                          <a16:creationId xmlns:a16="http://schemas.microsoft.com/office/drawing/2014/main" id="{4B1D3ED2-4A5A-2EE3-0196-4C17334F56C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71815" y="6843071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2205" name="TextBox 2204">
                      <a:extLst>
                        <a:ext uri="{FF2B5EF4-FFF2-40B4-BE49-F238E27FC236}">
                          <a16:creationId xmlns:a16="http://schemas.microsoft.com/office/drawing/2014/main" id="{17DEB9DB-2BB4-34AF-5823-CD928D0F587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05268" y="6843071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2206" name="TextBox 2205">
                      <a:extLst>
                        <a:ext uri="{FF2B5EF4-FFF2-40B4-BE49-F238E27FC236}">
                          <a16:creationId xmlns:a16="http://schemas.microsoft.com/office/drawing/2014/main" id="{8BFFE3D8-CAC9-F6A4-33CB-D95832B4D76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042727" y="6843071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2207" name="TextBox 2206">
                      <a:extLst>
                        <a:ext uri="{FF2B5EF4-FFF2-40B4-BE49-F238E27FC236}">
                          <a16:creationId xmlns:a16="http://schemas.microsoft.com/office/drawing/2014/main" id="{43371857-BEA9-B999-467B-845BCDED70E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241902" y="6843071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2210" name="TextBox 2209">
                      <a:extLst>
                        <a:ext uri="{FF2B5EF4-FFF2-40B4-BE49-F238E27FC236}">
                          <a16:creationId xmlns:a16="http://schemas.microsoft.com/office/drawing/2014/main" id="{7347B253-89FE-21E7-0D49-38CF5F7BD5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17791" y="5867797"/>
                      <a:ext cx="566182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22_PS</a:t>
                      </a:r>
                    </a:p>
                  </p:txBody>
                </p:sp>
              </p:grpSp>
            </p:grpSp>
            <p:grpSp>
              <p:nvGrpSpPr>
                <p:cNvPr id="2211" name="Graphic 1531">
                  <a:extLst>
                    <a:ext uri="{FF2B5EF4-FFF2-40B4-BE49-F238E27FC236}">
                      <a16:creationId xmlns:a16="http://schemas.microsoft.com/office/drawing/2014/main" id="{4D41370B-1B66-DC6A-5285-F4E829CA4F0B}"/>
                    </a:ext>
                  </a:extLst>
                </p:cNvPr>
                <p:cNvGrpSpPr/>
                <p:nvPr/>
              </p:nvGrpSpPr>
              <p:grpSpPr>
                <a:xfrm>
                  <a:off x="4496360" y="5735510"/>
                  <a:ext cx="1180473" cy="1190718"/>
                  <a:chOff x="5646453" y="6007654"/>
                  <a:chExt cx="1180473" cy="1190718"/>
                </a:xfrm>
              </p:grpSpPr>
              <p:grpSp>
                <p:nvGrpSpPr>
                  <p:cNvPr id="2214" name="Graphic 1531">
                    <a:extLst>
                      <a:ext uri="{FF2B5EF4-FFF2-40B4-BE49-F238E27FC236}">
                        <a16:creationId xmlns:a16="http://schemas.microsoft.com/office/drawing/2014/main" id="{2E8CC517-3DA9-6463-B068-BD333F4DC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01753" y="6204715"/>
                    <a:ext cx="898990" cy="782486"/>
                    <a:chOff x="5901753" y="6204715"/>
                    <a:chExt cx="898990" cy="782486"/>
                  </a:xfrm>
                </p:grpSpPr>
                <p:sp>
                  <p:nvSpPr>
                    <p:cNvPr id="2215" name="Freeform 2214">
                      <a:extLst>
                        <a:ext uri="{FF2B5EF4-FFF2-40B4-BE49-F238E27FC236}">
                          <a16:creationId xmlns:a16="http://schemas.microsoft.com/office/drawing/2014/main" id="{03255BE1-CAAE-FA13-2CDD-EE69B12CB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6702" y="6309910"/>
                      <a:ext cx="844041" cy="677290"/>
                    </a:xfrm>
                    <a:custGeom>
                      <a:avLst/>
                      <a:gdLst>
                        <a:gd name="csX0" fmla="*/ 0 w 844041"/>
                        <a:gd name="csY0" fmla="*/ 0 h 677290"/>
                        <a:gd name="csX1" fmla="*/ 844042 w 844041"/>
                        <a:gd name="csY1" fmla="*/ 0 h 677290"/>
                        <a:gd name="csX2" fmla="*/ 844042 w 844041"/>
                        <a:gd name="csY2" fmla="*/ 677291 h 677290"/>
                        <a:gd name="csX3" fmla="*/ 0 w 84404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44041" h="677290">
                          <a:moveTo>
                            <a:pt x="0" y="0"/>
                          </a:moveTo>
                          <a:lnTo>
                            <a:pt x="844042" y="0"/>
                          </a:lnTo>
                          <a:lnTo>
                            <a:pt x="844042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16" name="Freeform 2215">
                      <a:extLst>
                        <a:ext uri="{FF2B5EF4-FFF2-40B4-BE49-F238E27FC236}">
                          <a16:creationId xmlns:a16="http://schemas.microsoft.com/office/drawing/2014/main" id="{68939DBD-8E20-31A8-4CC9-491D4011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5470" y="6747171"/>
                      <a:ext cx="97409" cy="239903"/>
                    </a:xfrm>
                    <a:custGeom>
                      <a:avLst/>
                      <a:gdLst>
                        <a:gd name="csX0" fmla="*/ 0 w 97409"/>
                        <a:gd name="csY0" fmla="*/ 0 h 239903"/>
                        <a:gd name="csX1" fmla="*/ 97409 w 97409"/>
                        <a:gd name="csY1" fmla="*/ 0 h 239903"/>
                        <a:gd name="csX2" fmla="*/ 97409 w 97409"/>
                        <a:gd name="csY2" fmla="*/ 239903 h 239903"/>
                        <a:gd name="csX3" fmla="*/ 0 w 97409"/>
                        <a:gd name="csY3" fmla="*/ 239903 h 23990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39903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39903"/>
                          </a:lnTo>
                          <a:lnTo>
                            <a:pt x="0" y="239903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17" name="Freeform 2216">
                      <a:extLst>
                        <a:ext uri="{FF2B5EF4-FFF2-40B4-BE49-F238E27FC236}">
                          <a16:creationId xmlns:a16="http://schemas.microsoft.com/office/drawing/2014/main" id="{7A274A66-480B-5243-1C57-C9DF5508D3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7776" y="6714659"/>
                      <a:ext cx="97409" cy="272415"/>
                    </a:xfrm>
                    <a:custGeom>
                      <a:avLst/>
                      <a:gdLst>
                        <a:gd name="csX0" fmla="*/ 0 w 97409"/>
                        <a:gd name="csY0" fmla="*/ 0 h 272415"/>
                        <a:gd name="csX1" fmla="*/ 97409 w 97409"/>
                        <a:gd name="csY1" fmla="*/ 0 h 272415"/>
                        <a:gd name="csX2" fmla="*/ 97409 w 97409"/>
                        <a:gd name="csY2" fmla="*/ 272415 h 272415"/>
                        <a:gd name="csX3" fmla="*/ 0 w 97409"/>
                        <a:gd name="csY3" fmla="*/ 272415 h 27241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72415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72415"/>
                          </a:lnTo>
                          <a:lnTo>
                            <a:pt x="0" y="272415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18" name="Freeform 2217">
                      <a:extLst>
                        <a:ext uri="{FF2B5EF4-FFF2-40B4-BE49-F238E27FC236}">
                          <a16:creationId xmlns:a16="http://schemas.microsoft.com/office/drawing/2014/main" id="{A223B399-B2BA-A48C-E506-4572EDF29B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0082" y="6801527"/>
                      <a:ext cx="97409" cy="185674"/>
                    </a:xfrm>
                    <a:custGeom>
                      <a:avLst/>
                      <a:gdLst>
                        <a:gd name="csX0" fmla="*/ 0 w 97409"/>
                        <a:gd name="csY0" fmla="*/ 0 h 185674"/>
                        <a:gd name="csX1" fmla="*/ 97409 w 97409"/>
                        <a:gd name="csY1" fmla="*/ 0 h 185674"/>
                        <a:gd name="csX2" fmla="*/ 97409 w 97409"/>
                        <a:gd name="csY2" fmla="*/ 185674 h 185674"/>
                        <a:gd name="csX3" fmla="*/ 0 w 97409"/>
                        <a:gd name="csY3" fmla="*/ 185674 h 18567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185674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185674"/>
                          </a:lnTo>
                          <a:lnTo>
                            <a:pt x="0" y="185674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19" name="Freeform 2218">
                      <a:extLst>
                        <a:ext uri="{FF2B5EF4-FFF2-40B4-BE49-F238E27FC236}">
                          <a16:creationId xmlns:a16="http://schemas.microsoft.com/office/drawing/2014/main" id="{42EA7688-90DD-B7CD-0B8E-32BC5933E3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2388" y="6739043"/>
                      <a:ext cx="97409" cy="248031"/>
                    </a:xfrm>
                    <a:custGeom>
                      <a:avLst/>
                      <a:gdLst>
                        <a:gd name="csX0" fmla="*/ 0 w 97409"/>
                        <a:gd name="csY0" fmla="*/ 0 h 248031"/>
                        <a:gd name="csX1" fmla="*/ 97409 w 97409"/>
                        <a:gd name="csY1" fmla="*/ 0 h 248031"/>
                        <a:gd name="csX2" fmla="*/ 97409 w 97409"/>
                        <a:gd name="csY2" fmla="*/ 248031 h 248031"/>
                        <a:gd name="csX3" fmla="*/ 0 w 97409"/>
                        <a:gd name="csY3" fmla="*/ 248031 h 24803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248031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248031"/>
                          </a:lnTo>
                          <a:lnTo>
                            <a:pt x="0" y="248031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0" name="Freeform 2219">
                      <a:extLst>
                        <a:ext uri="{FF2B5EF4-FFF2-40B4-BE49-F238E27FC236}">
                          <a16:creationId xmlns:a16="http://schemas.microsoft.com/office/drawing/2014/main" id="{16598DDF-54AF-C325-1CCE-ED891CFBB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54694" y="6856264"/>
                      <a:ext cx="97409" cy="130937"/>
                    </a:xfrm>
                    <a:custGeom>
                      <a:avLst/>
                      <a:gdLst>
                        <a:gd name="csX0" fmla="*/ 0 w 97409"/>
                        <a:gd name="csY0" fmla="*/ 0 h 130937"/>
                        <a:gd name="csX1" fmla="*/ 97409 w 97409"/>
                        <a:gd name="csY1" fmla="*/ 0 h 130937"/>
                        <a:gd name="csX2" fmla="*/ 97409 w 97409"/>
                        <a:gd name="csY2" fmla="*/ 130937 h 130937"/>
                        <a:gd name="csX3" fmla="*/ 0 w 97409"/>
                        <a:gd name="csY3" fmla="*/ 130937 h 13093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97409" h="130937">
                          <a:moveTo>
                            <a:pt x="0" y="0"/>
                          </a:moveTo>
                          <a:lnTo>
                            <a:pt x="97409" y="0"/>
                          </a:lnTo>
                          <a:lnTo>
                            <a:pt x="97409" y="130937"/>
                          </a:lnTo>
                          <a:lnTo>
                            <a:pt x="0" y="130937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1" name="Freeform 2220">
                      <a:extLst>
                        <a:ext uri="{FF2B5EF4-FFF2-40B4-BE49-F238E27FC236}">
                          <a16:creationId xmlns:a16="http://schemas.microsoft.com/office/drawing/2014/main" id="{6CABC339-3D9D-929A-0084-6531E64B9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1726" y="672431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2" name="Freeform 2221">
                      <a:extLst>
                        <a:ext uri="{FF2B5EF4-FFF2-40B4-BE49-F238E27FC236}">
                          <a16:creationId xmlns:a16="http://schemas.microsoft.com/office/drawing/2014/main" id="{3D37211C-F0FD-6670-4C19-70EAD95C0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4110" y="6724311"/>
                      <a:ext cx="12700" cy="45846"/>
                    </a:xfrm>
                    <a:custGeom>
                      <a:avLst/>
                      <a:gdLst>
                        <a:gd name="csX0" fmla="*/ 0 w 12700"/>
                        <a:gd name="csY0" fmla="*/ 0 h 45846"/>
                        <a:gd name="csX1" fmla="*/ 0 w 12700"/>
                        <a:gd name="csY1" fmla="*/ 45847 h 4584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45846">
                          <a:moveTo>
                            <a:pt x="0" y="0"/>
                          </a:moveTo>
                          <a:lnTo>
                            <a:pt x="0" y="4584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3" name="Freeform 2222">
                      <a:extLst>
                        <a:ext uri="{FF2B5EF4-FFF2-40B4-BE49-F238E27FC236}">
                          <a16:creationId xmlns:a16="http://schemas.microsoft.com/office/drawing/2014/main" id="{07141C49-7897-E299-69AE-8D3C36046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1726" y="677015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4" name="Freeform 2223">
                      <a:extLst>
                        <a:ext uri="{FF2B5EF4-FFF2-40B4-BE49-F238E27FC236}">
                          <a16:creationId xmlns:a16="http://schemas.microsoft.com/office/drawing/2014/main" id="{68373108-A580-60C7-AA74-0E6C1FC53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4031" y="6669065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5" name="Freeform 2224">
                      <a:extLst>
                        <a:ext uri="{FF2B5EF4-FFF2-40B4-BE49-F238E27FC236}">
                          <a16:creationId xmlns:a16="http://schemas.microsoft.com/office/drawing/2014/main" id="{3DF3B5C5-4CDC-D62A-540B-9DCB723798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416" y="6669065"/>
                      <a:ext cx="12700" cy="91186"/>
                    </a:xfrm>
                    <a:custGeom>
                      <a:avLst/>
                      <a:gdLst>
                        <a:gd name="csX0" fmla="*/ 0 w 12700"/>
                        <a:gd name="csY0" fmla="*/ 0 h 91186"/>
                        <a:gd name="csX1" fmla="*/ 0 w 12700"/>
                        <a:gd name="csY1" fmla="*/ 91186 h 91186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91186">
                          <a:moveTo>
                            <a:pt x="0" y="0"/>
                          </a:moveTo>
                          <a:lnTo>
                            <a:pt x="0" y="91186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6" name="Freeform 2225">
                      <a:extLst>
                        <a:ext uri="{FF2B5EF4-FFF2-40B4-BE49-F238E27FC236}">
                          <a16:creationId xmlns:a16="http://schemas.microsoft.com/office/drawing/2014/main" id="{1D28B3BC-DCFB-60C4-4F02-48C7FB603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4031" y="6760251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7" name="Freeform 2226">
                      <a:extLst>
                        <a:ext uri="{FF2B5EF4-FFF2-40B4-BE49-F238E27FC236}">
                          <a16:creationId xmlns:a16="http://schemas.microsoft.com/office/drawing/2014/main" id="{B3E09846-B836-F731-5DA6-157A95D61E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6337" y="6726597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8" name="Freeform 2227">
                      <a:extLst>
                        <a:ext uri="{FF2B5EF4-FFF2-40B4-BE49-F238E27FC236}">
                          <a16:creationId xmlns:a16="http://schemas.microsoft.com/office/drawing/2014/main" id="{DEDE5100-C91E-90E1-0DF1-FD1702931A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8723" y="6726597"/>
                      <a:ext cx="12700" cy="149732"/>
                    </a:xfrm>
                    <a:custGeom>
                      <a:avLst/>
                      <a:gdLst>
                        <a:gd name="csX0" fmla="*/ 0 w 12700"/>
                        <a:gd name="csY0" fmla="*/ 0 h 149732"/>
                        <a:gd name="csX1" fmla="*/ 0 w 12700"/>
                        <a:gd name="csY1" fmla="*/ 149733 h 14973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49732">
                          <a:moveTo>
                            <a:pt x="0" y="0"/>
                          </a:moveTo>
                          <a:lnTo>
                            <a:pt x="0" y="149733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29" name="Freeform 2228">
                      <a:extLst>
                        <a:ext uri="{FF2B5EF4-FFF2-40B4-BE49-F238E27FC236}">
                          <a16:creationId xmlns:a16="http://schemas.microsoft.com/office/drawing/2014/main" id="{00202F7E-0C16-016C-A767-5E2C8C4A9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6337" y="6876329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0" name="Freeform 2229">
                      <a:extLst>
                        <a:ext uri="{FF2B5EF4-FFF2-40B4-BE49-F238E27FC236}">
                          <a16:creationId xmlns:a16="http://schemas.microsoft.com/office/drawing/2014/main" id="{99F0AED5-EB6C-9BD4-985B-BF6773926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950" y="6820322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1" name="Freeform 2230">
                      <a:extLst>
                        <a:ext uri="{FF2B5EF4-FFF2-40B4-BE49-F238E27FC236}">
                          <a16:creationId xmlns:a16="http://schemas.microsoft.com/office/drawing/2014/main" id="{3B713BFC-5801-CEB0-7317-A38DD3E30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3334" y="6820322"/>
                      <a:ext cx="12700" cy="71881"/>
                    </a:xfrm>
                    <a:custGeom>
                      <a:avLst/>
                      <a:gdLst>
                        <a:gd name="csX0" fmla="*/ 0 w 12700"/>
                        <a:gd name="csY0" fmla="*/ 0 h 71881"/>
                        <a:gd name="csX1" fmla="*/ 0 w 12700"/>
                        <a:gd name="csY1" fmla="*/ 71882 h 7188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1881">
                          <a:moveTo>
                            <a:pt x="0" y="0"/>
                          </a:moveTo>
                          <a:lnTo>
                            <a:pt x="0" y="71882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2" name="Freeform 2231">
                      <a:extLst>
                        <a:ext uri="{FF2B5EF4-FFF2-40B4-BE49-F238E27FC236}">
                          <a16:creationId xmlns:a16="http://schemas.microsoft.com/office/drawing/2014/main" id="{B93A4F13-CCD9-1557-7EEB-5648D0F4E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950" y="6892204"/>
                      <a:ext cx="64897" cy="12700"/>
                    </a:xfrm>
                    <a:custGeom>
                      <a:avLst/>
                      <a:gdLst>
                        <a:gd name="csX0" fmla="*/ 0 w 64897"/>
                        <a:gd name="csY0" fmla="*/ 0 h 12700"/>
                        <a:gd name="csX1" fmla="*/ 64897 w 648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897" h="12700">
                          <a:moveTo>
                            <a:pt x="0" y="0"/>
                          </a:moveTo>
                          <a:lnTo>
                            <a:pt x="64897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3" name="Freeform 2232">
                      <a:extLst>
                        <a:ext uri="{FF2B5EF4-FFF2-40B4-BE49-F238E27FC236}">
                          <a16:creationId xmlns:a16="http://schemas.microsoft.com/office/drawing/2014/main" id="{19117945-D3D6-19FF-F563-B1C2D28E9A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4151" y="670792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4" name="Freeform 2233">
                      <a:extLst>
                        <a:ext uri="{FF2B5EF4-FFF2-40B4-BE49-F238E27FC236}">
                          <a16:creationId xmlns:a16="http://schemas.microsoft.com/office/drawing/2014/main" id="{4DF3F0CD-332E-A6A0-0028-3FC400913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2607" y="690515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5" name="Freeform 2234">
                      <a:extLst>
                        <a:ext uri="{FF2B5EF4-FFF2-40B4-BE49-F238E27FC236}">
                          <a16:creationId xmlns:a16="http://schemas.microsoft.com/office/drawing/2014/main" id="{8F9F6003-620E-091F-0DAC-819FD1BEF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1525" y="675618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6" name="Freeform 2235">
                      <a:extLst>
                        <a:ext uri="{FF2B5EF4-FFF2-40B4-BE49-F238E27FC236}">
                          <a16:creationId xmlns:a16="http://schemas.microsoft.com/office/drawing/2014/main" id="{62FF8F4F-5B6A-E585-B44A-45AF8EEDA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6096" y="694122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7" name="Freeform 2236">
                      <a:extLst>
                        <a:ext uri="{FF2B5EF4-FFF2-40B4-BE49-F238E27FC236}">
                          <a16:creationId xmlns:a16="http://schemas.microsoft.com/office/drawing/2014/main" id="{A75B5485-3BD7-2FDA-835B-1F97E17C3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0649" y="674501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8" name="Freeform 2237">
                      <a:extLst>
                        <a:ext uri="{FF2B5EF4-FFF2-40B4-BE49-F238E27FC236}">
                          <a16:creationId xmlns:a16="http://schemas.microsoft.com/office/drawing/2014/main" id="{C3AC5E65-D6E7-2AAD-32C6-ED80A88A0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5936" y="693360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39" name="Freeform 2238">
                      <a:extLst>
                        <a:ext uri="{FF2B5EF4-FFF2-40B4-BE49-F238E27FC236}">
                          <a16:creationId xmlns:a16="http://schemas.microsoft.com/office/drawing/2014/main" id="{1A13B642-C270-1CC3-0B85-6AFB16A654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3824" y="665052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0" name="Freeform 2239">
                      <a:extLst>
                        <a:ext uri="{FF2B5EF4-FFF2-40B4-BE49-F238E27FC236}">
                          <a16:creationId xmlns:a16="http://schemas.microsoft.com/office/drawing/2014/main" id="{79EBE5A6-0647-8305-1BDF-2783A749C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3490" y="682641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1" name="Freeform 2240">
                      <a:extLst>
                        <a:ext uri="{FF2B5EF4-FFF2-40B4-BE49-F238E27FC236}">
                          <a16:creationId xmlns:a16="http://schemas.microsoft.com/office/drawing/2014/main" id="{5B090297-9638-99B2-AD19-96FF67398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1157" y="680673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2" name="Freeform 2241">
                      <a:extLst>
                        <a:ext uri="{FF2B5EF4-FFF2-40B4-BE49-F238E27FC236}">
                          <a16:creationId xmlns:a16="http://schemas.microsoft.com/office/drawing/2014/main" id="{000A6379-E456-57A6-59A6-0F33715EDD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2032" y="671275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3" name="Freeform 2242">
                      <a:extLst>
                        <a:ext uri="{FF2B5EF4-FFF2-40B4-BE49-F238E27FC236}">
                          <a16:creationId xmlns:a16="http://schemas.microsoft.com/office/drawing/2014/main" id="{F67C019A-7C76-D019-F564-F2726590D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4680" y="677066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4" name="Freeform 2243">
                      <a:extLst>
                        <a:ext uri="{FF2B5EF4-FFF2-40B4-BE49-F238E27FC236}">
                          <a16:creationId xmlns:a16="http://schemas.microsoft.com/office/drawing/2014/main" id="{45BE5E4E-09BC-7F31-94EC-4885BC5AF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2413" y="683086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5" name="Freeform 2244">
                      <a:extLst>
                        <a:ext uri="{FF2B5EF4-FFF2-40B4-BE49-F238E27FC236}">
                          <a16:creationId xmlns:a16="http://schemas.microsoft.com/office/drawing/2014/main" id="{2A078553-48BB-21B1-87F9-33E0157BF7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0174" y="670615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6" name="Freeform 2245">
                      <a:extLst>
                        <a:ext uri="{FF2B5EF4-FFF2-40B4-BE49-F238E27FC236}">
                          <a16:creationId xmlns:a16="http://schemas.microsoft.com/office/drawing/2014/main" id="{3AF619CC-5A1D-6C53-6983-B7DBB9F948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0509" y="665166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7" name="Freeform 2246">
                      <a:extLst>
                        <a:ext uri="{FF2B5EF4-FFF2-40B4-BE49-F238E27FC236}">
                          <a16:creationId xmlns:a16="http://schemas.microsoft.com/office/drawing/2014/main" id="{030213F0-6AEA-DA97-90D6-5F98FBA7C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4158" y="678336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8" name="Freeform 2247">
                      <a:extLst>
                        <a:ext uri="{FF2B5EF4-FFF2-40B4-BE49-F238E27FC236}">
                          <a16:creationId xmlns:a16="http://schemas.microsoft.com/office/drawing/2014/main" id="{36F88308-36D3-D0CF-C0B0-94A22E0A8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0428" y="669713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49" name="Freeform 2248">
                      <a:extLst>
                        <a:ext uri="{FF2B5EF4-FFF2-40B4-BE49-F238E27FC236}">
                          <a16:creationId xmlns:a16="http://schemas.microsoft.com/office/drawing/2014/main" id="{0CBA7407-CC35-6F09-5388-AC0B0D270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6183" y="685778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0" name="Freeform 2249">
                      <a:extLst>
                        <a:ext uri="{FF2B5EF4-FFF2-40B4-BE49-F238E27FC236}">
                          <a16:creationId xmlns:a16="http://schemas.microsoft.com/office/drawing/2014/main" id="{8125FC63-5407-0A90-373E-470805BC5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5937" y="674234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1" name="Freeform 2250">
                      <a:extLst>
                        <a:ext uri="{FF2B5EF4-FFF2-40B4-BE49-F238E27FC236}">
                          <a16:creationId xmlns:a16="http://schemas.microsoft.com/office/drawing/2014/main" id="{59DF9D02-7B7C-E6C4-735A-F3BCD82243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7621" y="651768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2" name="Freeform 2251">
                      <a:extLst>
                        <a:ext uri="{FF2B5EF4-FFF2-40B4-BE49-F238E27FC236}">
                          <a16:creationId xmlns:a16="http://schemas.microsoft.com/office/drawing/2014/main" id="{362E5995-13F0-82A6-6A9A-63D78C27AF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5027" y="672113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3" name="Freeform 2252">
                      <a:extLst>
                        <a:ext uri="{FF2B5EF4-FFF2-40B4-BE49-F238E27FC236}">
                          <a16:creationId xmlns:a16="http://schemas.microsoft.com/office/drawing/2014/main" id="{C8597979-6464-696A-5FE6-BC628DBB3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1591" y="664595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4" name="Freeform 2253">
                      <a:extLst>
                        <a:ext uri="{FF2B5EF4-FFF2-40B4-BE49-F238E27FC236}">
                          <a16:creationId xmlns:a16="http://schemas.microsoft.com/office/drawing/2014/main" id="{82D06DA9-D88B-23D3-4690-11E2E9811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6699" y="665700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5" name="TextBox 2254">
                      <a:extLst>
                        <a:ext uri="{FF2B5EF4-FFF2-40B4-BE49-F238E27FC236}">
                          <a16:creationId xmlns:a16="http://schemas.microsoft.com/office/drawing/2014/main" id="{C47D24F0-330A-E869-FF6F-02F8E4B4BC8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01753" y="6372508"/>
                      <a:ext cx="450765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0.229</a:t>
                      </a:r>
                    </a:p>
                  </p:txBody>
                </p:sp>
                <p:sp>
                  <p:nvSpPr>
                    <p:cNvPr id="2256" name="Freeform 2255">
                      <a:extLst>
                        <a:ext uri="{FF2B5EF4-FFF2-40B4-BE49-F238E27FC236}">
                          <a16:creationId xmlns:a16="http://schemas.microsoft.com/office/drawing/2014/main" id="{463B9D07-3608-0BC5-D00C-CE59E7653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4111" y="6490504"/>
                      <a:ext cx="146050" cy="12700"/>
                    </a:xfrm>
                    <a:custGeom>
                      <a:avLst/>
                      <a:gdLst>
                        <a:gd name="csX0" fmla="*/ 0 w 146050"/>
                        <a:gd name="csY0" fmla="*/ 0 h 12700"/>
                        <a:gd name="csX1" fmla="*/ 146050 w 1460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6050" h="12700">
                          <a:moveTo>
                            <a:pt x="0" y="0"/>
                          </a:moveTo>
                          <a:lnTo>
                            <a:pt x="146050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7" name="TextBox 2256">
                      <a:extLst>
                        <a:ext uri="{FF2B5EF4-FFF2-40B4-BE49-F238E27FC236}">
                          <a16:creationId xmlns:a16="http://schemas.microsoft.com/office/drawing/2014/main" id="{E2C4668D-BD53-2655-A6F9-C9B17C58130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255445" y="6317618"/>
                      <a:ext cx="4251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***</a:t>
                      </a:r>
                    </a:p>
                  </p:txBody>
                </p:sp>
                <p:sp>
                  <p:nvSpPr>
                    <p:cNvPr id="2258" name="Freeform 2257">
                      <a:extLst>
                        <a:ext uri="{FF2B5EF4-FFF2-40B4-BE49-F238E27FC236}">
                          <a16:creationId xmlns:a16="http://schemas.microsoft.com/office/drawing/2014/main" id="{188C476F-18D2-6C82-0127-BEA917D18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32673" y="6490504"/>
                      <a:ext cx="470661" cy="12700"/>
                    </a:xfrm>
                    <a:custGeom>
                      <a:avLst/>
                      <a:gdLst>
                        <a:gd name="csX0" fmla="*/ 0 w 470661"/>
                        <a:gd name="csY0" fmla="*/ 0 h 12700"/>
                        <a:gd name="csX1" fmla="*/ 470662 w 47066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70661" h="12700">
                          <a:moveTo>
                            <a:pt x="0" y="0"/>
                          </a:moveTo>
                          <a:lnTo>
                            <a:pt x="470662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59" name="TextBox 2258">
                      <a:extLst>
                        <a:ext uri="{FF2B5EF4-FFF2-40B4-BE49-F238E27FC236}">
                          <a16:creationId xmlns:a16="http://schemas.microsoft.com/office/drawing/2014/main" id="{DC48A275-B950-A4C9-0C9F-7879F2A6901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206239" y="6204715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2260" name="Freeform 2259">
                      <a:extLst>
                        <a:ext uri="{FF2B5EF4-FFF2-40B4-BE49-F238E27FC236}">
                          <a16:creationId xmlns:a16="http://schemas.microsoft.com/office/drawing/2014/main" id="{4536A86D-A40A-F209-5777-C48C373E3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4111" y="6377601"/>
                      <a:ext cx="649224" cy="12700"/>
                    </a:xfrm>
                    <a:custGeom>
                      <a:avLst/>
                      <a:gdLst>
                        <a:gd name="csX0" fmla="*/ 0 w 649224"/>
                        <a:gd name="csY0" fmla="*/ 0 h 12700"/>
                        <a:gd name="csX1" fmla="*/ 649224 w 64922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649224" h="12700">
                          <a:moveTo>
                            <a:pt x="0" y="0"/>
                          </a:moveTo>
                          <a:lnTo>
                            <a:pt x="649224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2261" name="Graphic 1531">
                    <a:extLst>
                      <a:ext uri="{FF2B5EF4-FFF2-40B4-BE49-F238E27FC236}">
                        <a16:creationId xmlns:a16="http://schemas.microsoft.com/office/drawing/2014/main" id="{4186ED6E-2C70-DA71-1985-E53734C5875A}"/>
                      </a:ext>
                    </a:extLst>
                  </p:cNvPr>
                  <p:cNvGrpSpPr/>
                  <p:nvPr/>
                </p:nvGrpSpPr>
                <p:grpSpPr>
                  <a:xfrm>
                    <a:off x="5646453" y="6007654"/>
                    <a:ext cx="1180473" cy="1190718"/>
                    <a:chOff x="5646453" y="6007654"/>
                    <a:chExt cx="1180473" cy="1190718"/>
                  </a:xfrm>
                </p:grpSpPr>
                <p:sp>
                  <p:nvSpPr>
                    <p:cNvPr id="2262" name="Freeform 2261">
                      <a:extLst>
                        <a:ext uri="{FF2B5EF4-FFF2-40B4-BE49-F238E27FC236}">
                          <a16:creationId xmlns:a16="http://schemas.microsoft.com/office/drawing/2014/main" id="{E2A1C153-3F3B-BED3-1BE0-96A71DB24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6702" y="6309910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63" name="TextBox 2262">
                      <a:extLst>
                        <a:ext uri="{FF2B5EF4-FFF2-40B4-BE49-F238E27FC236}">
                          <a16:creationId xmlns:a16="http://schemas.microsoft.com/office/drawing/2014/main" id="{023D5344-1D0E-8C48-C1F2-3E97834538B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646453" y="6880185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0%</a:t>
                      </a:r>
                    </a:p>
                  </p:txBody>
                </p:sp>
                <p:sp>
                  <p:nvSpPr>
                    <p:cNvPr id="2264" name="TextBox 2263">
                      <a:extLst>
                        <a:ext uri="{FF2B5EF4-FFF2-40B4-BE49-F238E27FC236}">
                          <a16:creationId xmlns:a16="http://schemas.microsoft.com/office/drawing/2014/main" id="{61368523-7B94-77F4-C471-967009AA2F9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646453" y="6649172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1%</a:t>
                      </a:r>
                    </a:p>
                  </p:txBody>
                </p:sp>
                <p:sp>
                  <p:nvSpPr>
                    <p:cNvPr id="2265" name="TextBox 2264">
                      <a:extLst>
                        <a:ext uri="{FF2B5EF4-FFF2-40B4-BE49-F238E27FC236}">
                          <a16:creationId xmlns:a16="http://schemas.microsoft.com/office/drawing/2014/main" id="{B2A43F0D-DB39-8945-476B-952FDAD0356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646453" y="6418032"/>
                      <a:ext cx="33374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2%</a:t>
                      </a:r>
                    </a:p>
                  </p:txBody>
                </p:sp>
                <p:sp>
                  <p:nvSpPr>
                    <p:cNvPr id="2266" name="Freeform 2265">
                      <a:extLst>
                        <a:ext uri="{FF2B5EF4-FFF2-40B4-BE49-F238E27FC236}">
                          <a16:creationId xmlns:a16="http://schemas.microsoft.com/office/drawing/2014/main" id="{9D21944E-BB48-4BB8-DC41-312A0B0D2C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1903" y="6987074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67" name="Freeform 2266">
                      <a:extLst>
                        <a:ext uri="{FF2B5EF4-FFF2-40B4-BE49-F238E27FC236}">
                          <a16:creationId xmlns:a16="http://schemas.microsoft.com/office/drawing/2014/main" id="{86933597-2203-A8F1-C443-30E4158940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1903" y="6756061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68" name="Freeform 2267">
                      <a:extLst>
                        <a:ext uri="{FF2B5EF4-FFF2-40B4-BE49-F238E27FC236}">
                          <a16:creationId xmlns:a16="http://schemas.microsoft.com/office/drawing/2014/main" id="{CB0DF07A-BD10-B469-467F-BFB7F735C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1903" y="6524921"/>
                      <a:ext cx="34798" cy="12700"/>
                    </a:xfrm>
                    <a:custGeom>
                      <a:avLst/>
                      <a:gdLst>
                        <a:gd name="csX0" fmla="*/ 0 w 34798"/>
                        <a:gd name="csY0" fmla="*/ 0 h 12700"/>
                        <a:gd name="csX1" fmla="*/ 34798 w 34798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8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69" name="Freeform 2268">
                      <a:extLst>
                        <a:ext uri="{FF2B5EF4-FFF2-40B4-BE49-F238E27FC236}">
                          <a16:creationId xmlns:a16="http://schemas.microsoft.com/office/drawing/2014/main" id="{BA1AA596-1B7D-84F8-CD76-9C0928613D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6702" y="6987074"/>
                      <a:ext cx="844041" cy="12700"/>
                    </a:xfrm>
                    <a:custGeom>
                      <a:avLst/>
                      <a:gdLst>
                        <a:gd name="csX0" fmla="*/ 0 w 844041"/>
                        <a:gd name="csY0" fmla="*/ 0 h 12700"/>
                        <a:gd name="csX1" fmla="*/ 844042 w 84404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844041" h="12700">
                          <a:moveTo>
                            <a:pt x="0" y="0"/>
                          </a:moveTo>
                          <a:lnTo>
                            <a:pt x="84404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0" name="Freeform 2269">
                      <a:extLst>
                        <a:ext uri="{FF2B5EF4-FFF2-40B4-BE49-F238E27FC236}">
                          <a16:creationId xmlns:a16="http://schemas.microsoft.com/office/drawing/2014/main" id="{492E0182-0737-C07E-00F1-9D49806CE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4110" y="698707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1" name="Freeform 2270">
                      <a:extLst>
                        <a:ext uri="{FF2B5EF4-FFF2-40B4-BE49-F238E27FC236}">
                          <a16:creationId xmlns:a16="http://schemas.microsoft.com/office/drawing/2014/main" id="{2778B864-0B04-63D4-CC27-3F5C26FA8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416" y="698707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2" name="Freeform 2271">
                      <a:extLst>
                        <a:ext uri="{FF2B5EF4-FFF2-40B4-BE49-F238E27FC236}">
                          <a16:creationId xmlns:a16="http://schemas.microsoft.com/office/drawing/2014/main" id="{50E8B56F-1821-CA44-02CC-4DE2E0160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8723" y="698707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3" name="Freeform 2272">
                      <a:extLst>
                        <a:ext uri="{FF2B5EF4-FFF2-40B4-BE49-F238E27FC236}">
                          <a16:creationId xmlns:a16="http://schemas.microsoft.com/office/drawing/2014/main" id="{EEE0EA8D-973D-E547-45A3-9549439FA0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1028" y="698707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4" name="Freeform 2273">
                      <a:extLst>
                        <a:ext uri="{FF2B5EF4-FFF2-40B4-BE49-F238E27FC236}">
                          <a16:creationId xmlns:a16="http://schemas.microsoft.com/office/drawing/2014/main" id="{729B0DC1-0D51-65CE-DC63-009056859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3334" y="6987074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75" name="TextBox 2274">
                      <a:extLst>
                        <a:ext uri="{FF2B5EF4-FFF2-40B4-BE49-F238E27FC236}">
                          <a16:creationId xmlns:a16="http://schemas.microsoft.com/office/drawing/2014/main" id="{14A8D340-E80F-222F-1FDC-DF2E1AD2790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19297" y="6982928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2276" name="TextBox 2275">
                      <a:extLst>
                        <a:ext uri="{FF2B5EF4-FFF2-40B4-BE49-F238E27FC236}">
                          <a16:creationId xmlns:a16="http://schemas.microsoft.com/office/drawing/2014/main" id="{0541389D-B244-A863-1689-C15056C1549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09655" y="6982928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2277" name="TextBox 2276">
                      <a:extLst>
                        <a:ext uri="{FF2B5EF4-FFF2-40B4-BE49-F238E27FC236}">
                          <a16:creationId xmlns:a16="http://schemas.microsoft.com/office/drawing/2014/main" id="{174F197C-D01F-CFAE-757F-5D74BAFD845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243108" y="6982928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2278" name="TextBox 2277">
                      <a:extLst>
                        <a:ext uri="{FF2B5EF4-FFF2-40B4-BE49-F238E27FC236}">
                          <a16:creationId xmlns:a16="http://schemas.microsoft.com/office/drawing/2014/main" id="{EEE72757-6F2B-7A57-EE6D-6BF080198D0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380567" y="6982928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2279" name="TextBox 2278">
                      <a:extLst>
                        <a:ext uri="{FF2B5EF4-FFF2-40B4-BE49-F238E27FC236}">
                          <a16:creationId xmlns:a16="http://schemas.microsoft.com/office/drawing/2014/main" id="{29448229-6F32-2DDF-67C7-B7BFE8E29E8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579742" y="6982928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2282" name="TextBox 2281">
                      <a:extLst>
                        <a:ext uri="{FF2B5EF4-FFF2-40B4-BE49-F238E27FC236}">
                          <a16:creationId xmlns:a16="http://schemas.microsoft.com/office/drawing/2014/main" id="{428CBB56-D548-5204-3EC6-42FC2199A20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69871" y="6007654"/>
                      <a:ext cx="737702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24_Mixed</a:t>
                      </a:r>
                    </a:p>
                  </p:txBody>
                </p:sp>
              </p:grpSp>
            </p:grpSp>
            <p:grpSp>
              <p:nvGrpSpPr>
                <p:cNvPr id="2287" name="Graphic 2285">
                  <a:extLst>
                    <a:ext uri="{FF2B5EF4-FFF2-40B4-BE49-F238E27FC236}">
                      <a16:creationId xmlns:a16="http://schemas.microsoft.com/office/drawing/2014/main" id="{1F95A48C-EC94-1F28-8069-9555B72DC7C1}"/>
                    </a:ext>
                  </a:extLst>
                </p:cNvPr>
                <p:cNvGrpSpPr/>
                <p:nvPr/>
              </p:nvGrpSpPr>
              <p:grpSpPr>
                <a:xfrm>
                  <a:off x="1107451" y="4649086"/>
                  <a:ext cx="1188061" cy="1190718"/>
                  <a:chOff x="1315692" y="4489740"/>
                  <a:chExt cx="1188061" cy="1190718"/>
                </a:xfrm>
              </p:grpSpPr>
              <p:grpSp>
                <p:nvGrpSpPr>
                  <p:cNvPr id="2290" name="Graphic 2285">
                    <a:extLst>
                      <a:ext uri="{FF2B5EF4-FFF2-40B4-BE49-F238E27FC236}">
                        <a16:creationId xmlns:a16="http://schemas.microsoft.com/office/drawing/2014/main" id="{799B9CF5-6321-178C-E592-7AF0CCC2E009}"/>
                      </a:ext>
                    </a:extLst>
                  </p:cNvPr>
                  <p:cNvGrpSpPr/>
                  <p:nvPr/>
                </p:nvGrpSpPr>
                <p:grpSpPr>
                  <a:xfrm>
                    <a:off x="1659712" y="4686801"/>
                    <a:ext cx="807064" cy="782486"/>
                    <a:chOff x="1659712" y="4686801"/>
                    <a:chExt cx="807064" cy="782486"/>
                  </a:xfrm>
                </p:grpSpPr>
                <p:sp>
                  <p:nvSpPr>
                    <p:cNvPr id="2291" name="Freeform 2290">
                      <a:extLst>
                        <a:ext uri="{FF2B5EF4-FFF2-40B4-BE49-F238E27FC236}">
                          <a16:creationId xmlns:a16="http://schemas.microsoft.com/office/drawing/2014/main" id="{04E12030-84C7-67A1-6F9F-F664AD7BA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5825" y="4791996"/>
                      <a:ext cx="750951" cy="677290"/>
                    </a:xfrm>
                    <a:custGeom>
                      <a:avLst/>
                      <a:gdLst>
                        <a:gd name="csX0" fmla="*/ 0 w 750951"/>
                        <a:gd name="csY0" fmla="*/ 0 h 677290"/>
                        <a:gd name="csX1" fmla="*/ 750951 w 750951"/>
                        <a:gd name="csY1" fmla="*/ 0 h 677290"/>
                        <a:gd name="csX2" fmla="*/ 750951 w 750951"/>
                        <a:gd name="csY2" fmla="*/ 677291 h 677290"/>
                        <a:gd name="csX3" fmla="*/ 0 w 750951"/>
                        <a:gd name="csY3" fmla="*/ 677291 h 6772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750951" h="677290">
                          <a:moveTo>
                            <a:pt x="0" y="0"/>
                          </a:moveTo>
                          <a:lnTo>
                            <a:pt x="750951" y="0"/>
                          </a:lnTo>
                          <a:lnTo>
                            <a:pt x="750951" y="677291"/>
                          </a:lnTo>
                          <a:lnTo>
                            <a:pt x="0" y="6772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2" name="Freeform 2291">
                      <a:extLst>
                        <a:ext uri="{FF2B5EF4-FFF2-40B4-BE49-F238E27FC236}">
                          <a16:creationId xmlns:a16="http://schemas.microsoft.com/office/drawing/2014/main" id="{2E4AEE61-0986-8E8D-6830-01A279CEA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9132" y="5197888"/>
                      <a:ext cx="86614" cy="271399"/>
                    </a:xfrm>
                    <a:custGeom>
                      <a:avLst/>
                      <a:gdLst>
                        <a:gd name="csX0" fmla="*/ 0 w 86614"/>
                        <a:gd name="csY0" fmla="*/ 0 h 271399"/>
                        <a:gd name="csX1" fmla="*/ 86614 w 86614"/>
                        <a:gd name="csY1" fmla="*/ 0 h 271399"/>
                        <a:gd name="csX2" fmla="*/ 86614 w 86614"/>
                        <a:gd name="csY2" fmla="*/ 271399 h 271399"/>
                        <a:gd name="csX3" fmla="*/ 0 w 86614"/>
                        <a:gd name="csY3" fmla="*/ 271399 h 271399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6614" h="271399">
                          <a:moveTo>
                            <a:pt x="0" y="0"/>
                          </a:moveTo>
                          <a:lnTo>
                            <a:pt x="86614" y="0"/>
                          </a:lnTo>
                          <a:lnTo>
                            <a:pt x="86614" y="271399"/>
                          </a:lnTo>
                          <a:lnTo>
                            <a:pt x="0" y="271399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3" name="Freeform 2292">
                      <a:extLst>
                        <a:ext uri="{FF2B5EF4-FFF2-40B4-BE49-F238E27FC236}">
                          <a16:creationId xmlns:a16="http://schemas.microsoft.com/office/drawing/2014/main" id="{3D30AB71-86B8-0D44-17DD-5A47B5AF6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3531" y="5187093"/>
                      <a:ext cx="86614" cy="282067"/>
                    </a:xfrm>
                    <a:custGeom>
                      <a:avLst/>
                      <a:gdLst>
                        <a:gd name="csX0" fmla="*/ 0 w 86614"/>
                        <a:gd name="csY0" fmla="*/ 0 h 282067"/>
                        <a:gd name="csX1" fmla="*/ 86614 w 86614"/>
                        <a:gd name="csY1" fmla="*/ 0 h 282067"/>
                        <a:gd name="csX2" fmla="*/ 86614 w 86614"/>
                        <a:gd name="csY2" fmla="*/ 282067 h 282067"/>
                        <a:gd name="csX3" fmla="*/ 0 w 86614"/>
                        <a:gd name="csY3" fmla="*/ 282067 h 28206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6614" h="282067">
                          <a:moveTo>
                            <a:pt x="0" y="0"/>
                          </a:moveTo>
                          <a:lnTo>
                            <a:pt x="86614" y="0"/>
                          </a:lnTo>
                          <a:lnTo>
                            <a:pt x="86614" y="282067"/>
                          </a:lnTo>
                          <a:lnTo>
                            <a:pt x="0" y="282067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4" name="Freeform 2293">
                      <a:extLst>
                        <a:ext uri="{FF2B5EF4-FFF2-40B4-BE49-F238E27FC236}">
                          <a16:creationId xmlns:a16="http://schemas.microsoft.com/office/drawing/2014/main" id="{D872C028-963C-1786-8A93-2D1F6D4E1D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057" y="5259229"/>
                      <a:ext cx="86614" cy="209931"/>
                    </a:xfrm>
                    <a:custGeom>
                      <a:avLst/>
                      <a:gdLst>
                        <a:gd name="csX0" fmla="*/ 0 w 86614"/>
                        <a:gd name="csY0" fmla="*/ 0 h 209931"/>
                        <a:gd name="csX1" fmla="*/ 86614 w 86614"/>
                        <a:gd name="csY1" fmla="*/ 0 h 209931"/>
                        <a:gd name="csX2" fmla="*/ 86614 w 86614"/>
                        <a:gd name="csY2" fmla="*/ 209931 h 209931"/>
                        <a:gd name="csX3" fmla="*/ 0 w 86614"/>
                        <a:gd name="csY3" fmla="*/ 209931 h 20993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6614" h="209931">
                          <a:moveTo>
                            <a:pt x="0" y="0"/>
                          </a:moveTo>
                          <a:lnTo>
                            <a:pt x="86614" y="0"/>
                          </a:lnTo>
                          <a:lnTo>
                            <a:pt x="86614" y="209931"/>
                          </a:lnTo>
                          <a:lnTo>
                            <a:pt x="0" y="209931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5" name="Freeform 2294">
                      <a:extLst>
                        <a:ext uri="{FF2B5EF4-FFF2-40B4-BE49-F238E27FC236}">
                          <a16:creationId xmlns:a16="http://schemas.microsoft.com/office/drawing/2014/main" id="{A7488587-328D-177E-08C0-A22E8E4BD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456" y="5274088"/>
                      <a:ext cx="86614" cy="195072"/>
                    </a:xfrm>
                    <a:custGeom>
                      <a:avLst/>
                      <a:gdLst>
                        <a:gd name="csX0" fmla="*/ 0 w 86614"/>
                        <a:gd name="csY0" fmla="*/ 0 h 195072"/>
                        <a:gd name="csX1" fmla="*/ 86614 w 86614"/>
                        <a:gd name="csY1" fmla="*/ 0 h 195072"/>
                        <a:gd name="csX2" fmla="*/ 86614 w 86614"/>
                        <a:gd name="csY2" fmla="*/ 195072 h 195072"/>
                        <a:gd name="csX3" fmla="*/ 0 w 86614"/>
                        <a:gd name="csY3" fmla="*/ 195072 h 19507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6614" h="195072">
                          <a:moveTo>
                            <a:pt x="0" y="0"/>
                          </a:moveTo>
                          <a:lnTo>
                            <a:pt x="86614" y="0"/>
                          </a:lnTo>
                          <a:lnTo>
                            <a:pt x="86614" y="195072"/>
                          </a:lnTo>
                          <a:lnTo>
                            <a:pt x="0" y="195072"/>
                          </a:lnTo>
                          <a:close/>
                        </a:path>
                      </a:pathLst>
                    </a:custGeom>
                    <a:solidFill>
                      <a:srgbClr val="7BAFDE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6" name="Freeform 2295">
                      <a:extLst>
                        <a:ext uri="{FF2B5EF4-FFF2-40B4-BE49-F238E27FC236}">
                          <a16:creationId xmlns:a16="http://schemas.microsoft.com/office/drawing/2014/main" id="{B5A4D01A-51BD-AFC2-EB0E-9214E34FF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855" y="5147596"/>
                      <a:ext cx="86614" cy="321564"/>
                    </a:xfrm>
                    <a:custGeom>
                      <a:avLst/>
                      <a:gdLst>
                        <a:gd name="csX0" fmla="*/ 0 w 86614"/>
                        <a:gd name="csY0" fmla="*/ 0 h 321564"/>
                        <a:gd name="csX1" fmla="*/ 86614 w 86614"/>
                        <a:gd name="csY1" fmla="*/ 0 h 321564"/>
                        <a:gd name="csX2" fmla="*/ 86614 w 86614"/>
                        <a:gd name="csY2" fmla="*/ 321564 h 321564"/>
                        <a:gd name="csX3" fmla="*/ 0 w 86614"/>
                        <a:gd name="csY3" fmla="*/ 321564 h 32156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86614" h="321564">
                          <a:moveTo>
                            <a:pt x="0" y="0"/>
                          </a:moveTo>
                          <a:lnTo>
                            <a:pt x="86614" y="0"/>
                          </a:lnTo>
                          <a:lnTo>
                            <a:pt x="86614" y="321564"/>
                          </a:lnTo>
                          <a:lnTo>
                            <a:pt x="0" y="321564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noFill/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7" name="Freeform 2296">
                      <a:extLst>
                        <a:ext uri="{FF2B5EF4-FFF2-40B4-BE49-F238E27FC236}">
                          <a16:creationId xmlns:a16="http://schemas.microsoft.com/office/drawing/2014/main" id="{3D81E688-7F7D-B978-ACEA-37EAED1B7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3609" y="5183155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418F11F4-7FF3-E585-B28B-584C0121C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2566" y="5183155"/>
                      <a:ext cx="12700" cy="29337"/>
                    </a:xfrm>
                    <a:custGeom>
                      <a:avLst/>
                      <a:gdLst>
                        <a:gd name="csX0" fmla="*/ 0 w 12700"/>
                        <a:gd name="csY0" fmla="*/ 0 h 29337"/>
                        <a:gd name="csX1" fmla="*/ 0 w 12700"/>
                        <a:gd name="csY1" fmla="*/ 29337 h 2933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9337">
                          <a:moveTo>
                            <a:pt x="0" y="0"/>
                          </a:moveTo>
                          <a:lnTo>
                            <a:pt x="0" y="29337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C0E174E8-167A-7B11-4D8D-DEFD8371D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3609" y="5212493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FEF14F6F-E80C-D210-A874-2A70F8A1E3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8009" y="5156740"/>
                      <a:ext cx="57784" cy="12700"/>
                    </a:xfrm>
                    <a:custGeom>
                      <a:avLst/>
                      <a:gdLst>
                        <a:gd name="csX0" fmla="*/ 0 w 57784"/>
                        <a:gd name="csY0" fmla="*/ 0 h 12700"/>
                        <a:gd name="csX1" fmla="*/ 57785 w 5778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4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52B5E5F0-85BC-3537-0D62-A46B3AE05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6965" y="5156740"/>
                      <a:ext cx="12700" cy="60705"/>
                    </a:xfrm>
                    <a:custGeom>
                      <a:avLst/>
                      <a:gdLst>
                        <a:gd name="csX0" fmla="*/ 0 w 12700"/>
                        <a:gd name="csY0" fmla="*/ 0 h 60705"/>
                        <a:gd name="csX1" fmla="*/ 0 w 12700"/>
                        <a:gd name="csY1" fmla="*/ 60706 h 6070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0705">
                          <a:moveTo>
                            <a:pt x="0" y="0"/>
                          </a:moveTo>
                          <a:lnTo>
                            <a:pt x="0" y="60706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2" name="Freeform 2301">
                      <a:extLst>
                        <a:ext uri="{FF2B5EF4-FFF2-40B4-BE49-F238E27FC236}">
                          <a16:creationId xmlns:a16="http://schemas.microsoft.com/office/drawing/2014/main" id="{7BDB9485-4CC6-5733-C646-71090C8A8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8009" y="5217446"/>
                      <a:ext cx="57784" cy="12700"/>
                    </a:xfrm>
                    <a:custGeom>
                      <a:avLst/>
                      <a:gdLst>
                        <a:gd name="csX0" fmla="*/ 0 w 57784"/>
                        <a:gd name="csY0" fmla="*/ 0 h 12700"/>
                        <a:gd name="csX1" fmla="*/ 57785 w 5778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4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3" name="Freeform 2302">
                      <a:extLst>
                        <a:ext uri="{FF2B5EF4-FFF2-40B4-BE49-F238E27FC236}">
                          <a16:creationId xmlns:a16="http://schemas.microsoft.com/office/drawing/2014/main" id="{F3718EA6-E469-35EA-F918-08495E0C51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408" y="5245386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4" name="Freeform 2303">
                      <a:extLst>
                        <a:ext uri="{FF2B5EF4-FFF2-40B4-BE49-F238E27FC236}">
                          <a16:creationId xmlns:a16="http://schemas.microsoft.com/office/drawing/2014/main" id="{E26C71AC-084A-C82B-0A01-B787900DB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1363" y="5245386"/>
                      <a:ext cx="12700" cy="27812"/>
                    </a:xfrm>
                    <a:custGeom>
                      <a:avLst/>
                      <a:gdLst>
                        <a:gd name="csX0" fmla="*/ 0 w 12700"/>
                        <a:gd name="csY0" fmla="*/ 0 h 27812"/>
                        <a:gd name="csX1" fmla="*/ 0 w 12700"/>
                        <a:gd name="csY1" fmla="*/ 27813 h 2781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7812">
                          <a:moveTo>
                            <a:pt x="0" y="0"/>
                          </a:moveTo>
                          <a:lnTo>
                            <a:pt x="0" y="27813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5" name="Freeform 2304">
                      <a:extLst>
                        <a:ext uri="{FF2B5EF4-FFF2-40B4-BE49-F238E27FC236}">
                          <a16:creationId xmlns:a16="http://schemas.microsoft.com/office/drawing/2014/main" id="{7CD67CB3-F94D-AD9C-4D09-56DD64B46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408" y="5273198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6" name="Freeform 2305">
                      <a:extLst>
                        <a:ext uri="{FF2B5EF4-FFF2-40B4-BE49-F238E27FC236}">
                          <a16:creationId xmlns:a16="http://schemas.microsoft.com/office/drawing/2014/main" id="{343261DB-9503-C664-73F4-571BAF713A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1205" y="5127022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7" name="Freeform 2306">
                      <a:extLst>
                        <a:ext uri="{FF2B5EF4-FFF2-40B4-BE49-F238E27FC236}">
                          <a16:creationId xmlns:a16="http://schemas.microsoft.com/office/drawing/2014/main" id="{55139C52-8299-3461-756B-650E4D914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61" y="5127022"/>
                      <a:ext cx="12700" cy="41275"/>
                    </a:xfrm>
                    <a:custGeom>
                      <a:avLst/>
                      <a:gdLst>
                        <a:gd name="csX0" fmla="*/ 0 w 12700"/>
                        <a:gd name="csY0" fmla="*/ 0 h 41275"/>
                        <a:gd name="csX1" fmla="*/ 0 w 12700"/>
                        <a:gd name="csY1" fmla="*/ 41275 h 4127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41275">
                          <a:moveTo>
                            <a:pt x="0" y="0"/>
                          </a:moveTo>
                          <a:lnTo>
                            <a:pt x="0" y="41275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8" name="Freeform 2307">
                      <a:extLst>
                        <a:ext uri="{FF2B5EF4-FFF2-40B4-BE49-F238E27FC236}">
                          <a16:creationId xmlns:a16="http://schemas.microsoft.com/office/drawing/2014/main" id="{DCF6B697-55DB-7220-682F-7B7A85EC1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1205" y="5168297"/>
                      <a:ext cx="57785" cy="12700"/>
                    </a:xfrm>
                    <a:custGeom>
                      <a:avLst/>
                      <a:gdLst>
                        <a:gd name="csX0" fmla="*/ 0 w 57785"/>
                        <a:gd name="csY0" fmla="*/ 0 h 12700"/>
                        <a:gd name="csX1" fmla="*/ 57785 w 57785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85" h="12700">
                          <a:moveTo>
                            <a:pt x="0" y="0"/>
                          </a:moveTo>
                          <a:lnTo>
                            <a:pt x="57785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09" name="Freeform 2308">
                      <a:extLst>
                        <a:ext uri="{FF2B5EF4-FFF2-40B4-BE49-F238E27FC236}">
                          <a16:creationId xmlns:a16="http://schemas.microsoft.com/office/drawing/2014/main" id="{66019A8E-7297-BE4E-35F1-161DCDA766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268" y="522697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0" name="Freeform 2309">
                      <a:extLst>
                        <a:ext uri="{FF2B5EF4-FFF2-40B4-BE49-F238E27FC236}">
                          <a16:creationId xmlns:a16="http://schemas.microsoft.com/office/drawing/2014/main" id="{9713B792-4BF3-C753-35F6-F1C971FA2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1504" y="516791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1" name="Freeform 2310">
                      <a:extLst>
                        <a:ext uri="{FF2B5EF4-FFF2-40B4-BE49-F238E27FC236}">
                          <a16:creationId xmlns:a16="http://schemas.microsoft.com/office/drawing/2014/main" id="{B730DA57-DAFF-A5D8-3505-04A7E4246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2708" y="523573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2" name="Freeform 2311">
                      <a:extLst>
                        <a:ext uri="{FF2B5EF4-FFF2-40B4-BE49-F238E27FC236}">
                          <a16:creationId xmlns:a16="http://schemas.microsoft.com/office/drawing/2014/main" id="{122DD67A-7A2E-7C73-5497-C86801D8D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1653" y="508638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3" name="Freeform 2312">
                      <a:extLst>
                        <a:ext uri="{FF2B5EF4-FFF2-40B4-BE49-F238E27FC236}">
                          <a16:creationId xmlns:a16="http://schemas.microsoft.com/office/drawing/2014/main" id="{75436B13-DEAE-A45E-CF11-DA019FB40D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596" y="524437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4" name="Freeform 2313">
                      <a:extLst>
                        <a:ext uri="{FF2B5EF4-FFF2-40B4-BE49-F238E27FC236}">
                          <a16:creationId xmlns:a16="http://schemas.microsoft.com/office/drawing/2014/main" id="{97921FA4-4E15-F95A-A5EA-7B1E37865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2636" y="508003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5" name="Freeform 2314">
                      <a:extLst>
                        <a:ext uri="{FF2B5EF4-FFF2-40B4-BE49-F238E27FC236}">
                          <a16:creationId xmlns:a16="http://schemas.microsoft.com/office/drawing/2014/main" id="{F80BD61B-97E5-57ED-A856-63715E0C7C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1263" y="51505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6" name="Freeform 2315">
                      <a:extLst>
                        <a:ext uri="{FF2B5EF4-FFF2-40B4-BE49-F238E27FC236}">
                          <a16:creationId xmlns:a16="http://schemas.microsoft.com/office/drawing/2014/main" id="{C9B1735C-8CE1-E081-3422-6AFE46DF18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1587" y="518582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7" name="Freeform 2316">
                      <a:extLst>
                        <a:ext uri="{FF2B5EF4-FFF2-40B4-BE49-F238E27FC236}">
                          <a16:creationId xmlns:a16="http://schemas.microsoft.com/office/drawing/2014/main" id="{F500F71B-4353-58D7-9EDC-D776CFB7F1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977" y="519852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8" name="Freeform 2317">
                      <a:extLst>
                        <a:ext uri="{FF2B5EF4-FFF2-40B4-BE49-F238E27FC236}">
                          <a16:creationId xmlns:a16="http://schemas.microsoft.com/office/drawing/2014/main" id="{3E8FCDAC-AE8D-3FA1-878A-65FB6C8851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7970" y="513591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19" name="Freeform 2318">
                      <a:extLst>
                        <a:ext uri="{FF2B5EF4-FFF2-40B4-BE49-F238E27FC236}">
                          <a16:creationId xmlns:a16="http://schemas.microsoft.com/office/drawing/2014/main" id="{4E2088C3-13BD-A71B-6CB2-E5DC10DDF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3262" y="515458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0" name="Freeform 2319">
                      <a:extLst>
                        <a:ext uri="{FF2B5EF4-FFF2-40B4-BE49-F238E27FC236}">
                          <a16:creationId xmlns:a16="http://schemas.microsoft.com/office/drawing/2014/main" id="{8D5C2F2E-20D0-5E30-0210-9773AA878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8478" y="509552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1" name="Freeform 2320">
                      <a:extLst>
                        <a:ext uri="{FF2B5EF4-FFF2-40B4-BE49-F238E27FC236}">
                          <a16:creationId xmlns:a16="http://schemas.microsoft.com/office/drawing/2014/main" id="{282CE13B-3DC2-BAA0-30C0-75FB4673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6978" y="516499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2" name="Freeform 2321">
                      <a:extLst>
                        <a:ext uri="{FF2B5EF4-FFF2-40B4-BE49-F238E27FC236}">
                          <a16:creationId xmlns:a16="http://schemas.microsoft.com/office/drawing/2014/main" id="{2AAE7833-8E03-D3F1-D96B-98E75BA279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1819" y="518391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3" name="Freeform 2322">
                      <a:extLst>
                        <a:ext uri="{FF2B5EF4-FFF2-40B4-BE49-F238E27FC236}">
                          <a16:creationId xmlns:a16="http://schemas.microsoft.com/office/drawing/2014/main" id="{DF2BF05E-8F62-5F6F-56A8-6F1BE2830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985" y="519344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4" name="Freeform 2323">
                      <a:extLst>
                        <a:ext uri="{FF2B5EF4-FFF2-40B4-BE49-F238E27FC236}">
                          <a16:creationId xmlns:a16="http://schemas.microsoft.com/office/drawing/2014/main" id="{EF95B4DE-1EAD-1F3D-F019-843020B18C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7232" y="516651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5" name="Freeform 2324">
                      <a:extLst>
                        <a:ext uri="{FF2B5EF4-FFF2-40B4-BE49-F238E27FC236}">
                          <a16:creationId xmlns:a16="http://schemas.microsoft.com/office/drawing/2014/main" id="{4D57500B-77E0-658A-975F-014F40C9E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046" y="525491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6" name="Freeform 2325">
                      <a:extLst>
                        <a:ext uri="{FF2B5EF4-FFF2-40B4-BE49-F238E27FC236}">
                          <a16:creationId xmlns:a16="http://schemas.microsoft.com/office/drawing/2014/main" id="{784B04AB-4C23-F0D1-A865-054181602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882" y="524195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7" name="Freeform 2326">
                      <a:extLst>
                        <a:ext uri="{FF2B5EF4-FFF2-40B4-BE49-F238E27FC236}">
                          <a16:creationId xmlns:a16="http://schemas.microsoft.com/office/drawing/2014/main" id="{69B63243-262C-48B0-5966-974B4418E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8169" y="499976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8" name="Freeform 2327">
                      <a:extLst>
                        <a:ext uri="{FF2B5EF4-FFF2-40B4-BE49-F238E27FC236}">
                          <a16:creationId xmlns:a16="http://schemas.microsoft.com/office/drawing/2014/main" id="{BE250FC7-903B-452A-D015-DC7786F11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380" y="525618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29" name="Freeform 2328">
                      <a:extLst>
                        <a:ext uri="{FF2B5EF4-FFF2-40B4-BE49-F238E27FC236}">
                          <a16:creationId xmlns:a16="http://schemas.microsoft.com/office/drawing/2014/main" id="{E35AFF42-C814-8E08-4990-BA4F97DD1B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0488" y="517261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30" name="Freeform 2329">
                      <a:extLst>
                        <a:ext uri="{FF2B5EF4-FFF2-40B4-BE49-F238E27FC236}">
                          <a16:creationId xmlns:a16="http://schemas.microsoft.com/office/drawing/2014/main" id="{74A4ACE4-0440-1826-35B5-D4B3FEF3E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8390" y="518125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31" name="TextBox 2330">
                      <a:extLst>
                        <a:ext uri="{FF2B5EF4-FFF2-40B4-BE49-F238E27FC236}">
                          <a16:creationId xmlns:a16="http://schemas.microsoft.com/office/drawing/2014/main" id="{7BEE253A-14DA-3FA2-9C24-8CCBBA18269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659712" y="4854594"/>
                      <a:ext cx="415499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5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p = 0.51</a:t>
                      </a:r>
                    </a:p>
                  </p:txBody>
                </p:sp>
                <p:sp>
                  <p:nvSpPr>
                    <p:cNvPr id="2332" name="Freeform 2331">
                      <a:extLst>
                        <a:ext uri="{FF2B5EF4-FFF2-40B4-BE49-F238E27FC236}">
                          <a16:creationId xmlns:a16="http://schemas.microsoft.com/office/drawing/2014/main" id="{ECC8117F-6360-FEED-462D-124D9D1E8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2566" y="4972590"/>
                      <a:ext cx="129921" cy="12700"/>
                    </a:xfrm>
                    <a:custGeom>
                      <a:avLst/>
                      <a:gdLst>
                        <a:gd name="csX0" fmla="*/ 0 w 129921"/>
                        <a:gd name="csY0" fmla="*/ 0 h 12700"/>
                        <a:gd name="csX1" fmla="*/ 129921 w 129921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9921" h="12700">
                          <a:moveTo>
                            <a:pt x="0" y="0"/>
                          </a:moveTo>
                          <a:lnTo>
                            <a:pt x="129921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33" name="TextBox 2332">
                      <a:extLst>
                        <a:ext uri="{FF2B5EF4-FFF2-40B4-BE49-F238E27FC236}">
                          <a16:creationId xmlns:a16="http://schemas.microsoft.com/office/drawing/2014/main" id="{9693C06F-AD3B-079D-8AE8-95E8AF834D9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38330" y="4799704"/>
                      <a:ext cx="264817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</a:t>
                      </a:r>
                    </a:p>
                  </p:txBody>
                </p:sp>
                <p:sp>
                  <p:nvSpPr>
                    <p:cNvPr id="2334" name="Freeform 2333">
                      <a:extLst>
                        <a:ext uri="{FF2B5EF4-FFF2-40B4-BE49-F238E27FC236}">
                          <a16:creationId xmlns:a16="http://schemas.microsoft.com/office/drawing/2014/main" id="{9F62A65B-0A86-999C-384B-ED8215005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1316" y="4972590"/>
                      <a:ext cx="418846" cy="12700"/>
                    </a:xfrm>
                    <a:custGeom>
                      <a:avLst/>
                      <a:gdLst>
                        <a:gd name="csX0" fmla="*/ 0 w 418846"/>
                        <a:gd name="csY0" fmla="*/ 0 h 12700"/>
                        <a:gd name="csX1" fmla="*/ 418846 w 418846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418846" h="12700">
                          <a:moveTo>
                            <a:pt x="0" y="0"/>
                          </a:moveTo>
                          <a:lnTo>
                            <a:pt x="418846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35" name="TextBox 2334">
                      <a:extLst>
                        <a:ext uri="{FF2B5EF4-FFF2-40B4-BE49-F238E27FC236}">
                          <a16:creationId xmlns:a16="http://schemas.microsoft.com/office/drawing/2014/main" id="{8320D7E2-B7CE-3CB1-387B-685C35E137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8880" y="4686801"/>
                      <a:ext cx="344966" cy="33855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6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**</a:t>
                      </a:r>
                    </a:p>
                  </p:txBody>
                </p:sp>
                <p:sp>
                  <p:nvSpPr>
                    <p:cNvPr id="2336" name="Freeform 2335">
                      <a:extLst>
                        <a:ext uri="{FF2B5EF4-FFF2-40B4-BE49-F238E27FC236}">
                          <a16:creationId xmlns:a16="http://schemas.microsoft.com/office/drawing/2014/main" id="{138A850B-D36F-87F9-41E1-0353BFBB3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2566" y="4859687"/>
                      <a:ext cx="577596" cy="12700"/>
                    </a:xfrm>
                    <a:custGeom>
                      <a:avLst/>
                      <a:gdLst>
                        <a:gd name="csX0" fmla="*/ 0 w 577596"/>
                        <a:gd name="csY0" fmla="*/ 0 h 12700"/>
                        <a:gd name="csX1" fmla="*/ 577596 w 577596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577596" h="12700">
                          <a:moveTo>
                            <a:pt x="0" y="0"/>
                          </a:moveTo>
                          <a:lnTo>
                            <a:pt x="577596" y="0"/>
                          </a:lnTo>
                        </a:path>
                      </a:pathLst>
                    </a:custGeom>
                    <a:ln w="13589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</p:grpSp>
              <p:grpSp>
                <p:nvGrpSpPr>
                  <p:cNvPr id="2337" name="Graphic 2285">
                    <a:extLst>
                      <a:ext uri="{FF2B5EF4-FFF2-40B4-BE49-F238E27FC236}">
                        <a16:creationId xmlns:a16="http://schemas.microsoft.com/office/drawing/2014/main" id="{4C196FDF-EB3A-3226-2584-C067790BD2CC}"/>
                      </a:ext>
                    </a:extLst>
                  </p:cNvPr>
                  <p:cNvGrpSpPr/>
                  <p:nvPr/>
                </p:nvGrpSpPr>
                <p:grpSpPr>
                  <a:xfrm>
                    <a:off x="1315692" y="4489740"/>
                    <a:ext cx="1188061" cy="1190718"/>
                    <a:chOff x="1315692" y="4489740"/>
                    <a:chExt cx="1188061" cy="1190718"/>
                  </a:xfrm>
                </p:grpSpPr>
                <p:sp>
                  <p:nvSpPr>
                    <p:cNvPr id="2338" name="Freeform 2337">
                      <a:extLst>
                        <a:ext uri="{FF2B5EF4-FFF2-40B4-BE49-F238E27FC236}">
                          <a16:creationId xmlns:a16="http://schemas.microsoft.com/office/drawing/2014/main" id="{D910118A-40B0-C5EA-6264-FEC7F5C77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5824" y="4791996"/>
                      <a:ext cx="12700" cy="677163"/>
                    </a:xfrm>
                    <a:custGeom>
                      <a:avLst/>
                      <a:gdLst>
                        <a:gd name="csX0" fmla="*/ 0 w 12700"/>
                        <a:gd name="csY0" fmla="*/ 677164 h 677163"/>
                        <a:gd name="csX1" fmla="*/ 0 w 12700"/>
                        <a:gd name="csY1" fmla="*/ 0 h 6771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677163">
                          <a:moveTo>
                            <a:pt x="0" y="6771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39" name="TextBox 2338">
                      <a:extLst>
                        <a:ext uri="{FF2B5EF4-FFF2-40B4-BE49-F238E27FC236}">
                          <a16:creationId xmlns:a16="http://schemas.microsoft.com/office/drawing/2014/main" id="{4B66A7E6-EB60-5EE4-031F-74822C04C1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15692" y="5362271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0.0%</a:t>
                      </a:r>
                    </a:p>
                  </p:txBody>
                </p:sp>
                <p:sp>
                  <p:nvSpPr>
                    <p:cNvPr id="2340" name="TextBox 2339">
                      <a:extLst>
                        <a:ext uri="{FF2B5EF4-FFF2-40B4-BE49-F238E27FC236}">
                          <a16:creationId xmlns:a16="http://schemas.microsoft.com/office/drawing/2014/main" id="{7576A4A0-B964-0047-F8D1-E78ACF85E1A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15692" y="5184598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2.5%</a:t>
                      </a:r>
                    </a:p>
                  </p:txBody>
                </p:sp>
                <p:sp>
                  <p:nvSpPr>
                    <p:cNvPr id="2341" name="TextBox 2340">
                      <a:extLst>
                        <a:ext uri="{FF2B5EF4-FFF2-40B4-BE49-F238E27FC236}">
                          <a16:creationId xmlns:a16="http://schemas.microsoft.com/office/drawing/2014/main" id="{3B65E936-8692-444E-0805-6FB75B01664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15692" y="5006798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5.0%</a:t>
                      </a:r>
                    </a:p>
                  </p:txBody>
                </p:sp>
                <p:sp>
                  <p:nvSpPr>
                    <p:cNvPr id="2342" name="TextBox 2341">
                      <a:extLst>
                        <a:ext uri="{FF2B5EF4-FFF2-40B4-BE49-F238E27FC236}">
                          <a16:creationId xmlns:a16="http://schemas.microsoft.com/office/drawing/2014/main" id="{66741C62-CA5B-F743-4706-5E03E5493B2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315692" y="4828998"/>
                      <a:ext cx="42030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7.5%</a:t>
                      </a:r>
                    </a:p>
                  </p:txBody>
                </p:sp>
                <p:sp>
                  <p:nvSpPr>
                    <p:cNvPr id="2343" name="Freeform 2342">
                      <a:extLst>
                        <a:ext uri="{FF2B5EF4-FFF2-40B4-BE49-F238E27FC236}">
                          <a16:creationId xmlns:a16="http://schemas.microsoft.com/office/drawing/2014/main" id="{F7DEDA16-C1C6-3D91-CE60-4DC63549B7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027" y="5469160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4" name="Freeform 2343">
                      <a:extLst>
                        <a:ext uri="{FF2B5EF4-FFF2-40B4-BE49-F238E27FC236}">
                          <a16:creationId xmlns:a16="http://schemas.microsoft.com/office/drawing/2014/main" id="{B4FC8EC2-1A48-885E-1E8F-26E7E05E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027" y="5291486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5" name="Freeform 2344">
                      <a:extLst>
                        <a:ext uri="{FF2B5EF4-FFF2-40B4-BE49-F238E27FC236}">
                          <a16:creationId xmlns:a16="http://schemas.microsoft.com/office/drawing/2014/main" id="{722463BD-3C1A-1837-665B-DCAF24D20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027" y="5113686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6" name="Freeform 2345">
                      <a:extLst>
                        <a:ext uri="{FF2B5EF4-FFF2-40B4-BE49-F238E27FC236}">
                          <a16:creationId xmlns:a16="http://schemas.microsoft.com/office/drawing/2014/main" id="{D2A18966-E938-1C81-69A4-51DAD6FBD1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027" y="4935886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7" name="Freeform 2346">
                      <a:extLst>
                        <a:ext uri="{FF2B5EF4-FFF2-40B4-BE49-F238E27FC236}">
                          <a16:creationId xmlns:a16="http://schemas.microsoft.com/office/drawing/2014/main" id="{2E75F1CD-968B-EF18-783E-BB34CEC2A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5824" y="5469160"/>
                      <a:ext cx="750950" cy="12700"/>
                    </a:xfrm>
                    <a:custGeom>
                      <a:avLst/>
                      <a:gdLst>
                        <a:gd name="csX0" fmla="*/ 0 w 750950"/>
                        <a:gd name="csY0" fmla="*/ 0 h 12700"/>
                        <a:gd name="csX1" fmla="*/ 750951 w 750950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750950" h="12700">
                          <a:moveTo>
                            <a:pt x="0" y="0"/>
                          </a:moveTo>
                          <a:lnTo>
                            <a:pt x="750951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8" name="Freeform 2347">
                      <a:extLst>
                        <a:ext uri="{FF2B5EF4-FFF2-40B4-BE49-F238E27FC236}">
                          <a16:creationId xmlns:a16="http://schemas.microsoft.com/office/drawing/2014/main" id="{5F7F6E6D-AFE3-CF2C-7DD6-A2D6B3253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2566" y="546916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49" name="Freeform 2348">
                      <a:extLst>
                        <a:ext uri="{FF2B5EF4-FFF2-40B4-BE49-F238E27FC236}">
                          <a16:creationId xmlns:a16="http://schemas.microsoft.com/office/drawing/2014/main" id="{4AF8CE14-56CD-B93F-8754-064B75DAEF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6965" y="546916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50" name="Freeform 2349">
                      <a:extLst>
                        <a:ext uri="{FF2B5EF4-FFF2-40B4-BE49-F238E27FC236}">
                          <a16:creationId xmlns:a16="http://schemas.microsoft.com/office/drawing/2014/main" id="{BA65F6EB-CEED-F708-98A5-3665CB09E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1363" y="546916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51" name="Freeform 2350">
                      <a:extLst>
                        <a:ext uri="{FF2B5EF4-FFF2-40B4-BE49-F238E27FC236}">
                          <a16:creationId xmlns:a16="http://schemas.microsoft.com/office/drawing/2014/main" id="{4E725153-0B3A-44C4-BBA6-FF63CFCD6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763" y="546916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52" name="Freeform 2351">
                      <a:extLst>
                        <a:ext uri="{FF2B5EF4-FFF2-40B4-BE49-F238E27FC236}">
                          <a16:creationId xmlns:a16="http://schemas.microsoft.com/office/drawing/2014/main" id="{F8779DA7-8BBB-DD41-300E-56FAB3454A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61" y="5469160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000"/>
                    </a:p>
                  </p:txBody>
                </p:sp>
                <p:sp>
                  <p:nvSpPr>
                    <p:cNvPr id="2353" name="TextBox 2352">
                      <a:extLst>
                        <a:ext uri="{FF2B5EF4-FFF2-40B4-BE49-F238E27FC236}">
                          <a16:creationId xmlns:a16="http://schemas.microsoft.com/office/drawing/2014/main" id="{8838E5DD-65D9-978D-5E53-3DFD5C0DD1D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667752" y="5465014"/>
                      <a:ext cx="26962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2354" name="TextBox 2353">
                      <a:extLst>
                        <a:ext uri="{FF2B5EF4-FFF2-40B4-BE49-F238E27FC236}">
                          <a16:creationId xmlns:a16="http://schemas.microsoft.com/office/drawing/2014/main" id="{C8E9213E-45AC-D2CA-F298-33A3E9EC50A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840203" y="5465014"/>
                      <a:ext cx="213521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2355" name="TextBox 2354">
                      <a:extLst>
                        <a:ext uri="{FF2B5EF4-FFF2-40B4-BE49-F238E27FC236}">
                          <a16:creationId xmlns:a16="http://schemas.microsoft.com/office/drawing/2014/main" id="{0886C757-EF51-8259-C77D-4233B93B23B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749" y="5465014"/>
                      <a:ext cx="271228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2356" name="TextBox 2355">
                      <a:extLst>
                        <a:ext uri="{FF2B5EF4-FFF2-40B4-BE49-F238E27FC236}">
                          <a16:creationId xmlns:a16="http://schemas.microsoft.com/office/drawing/2014/main" id="{D7B8B408-5A79-C38F-5EAC-75AC5E1D279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75301" y="5465014"/>
                      <a:ext cx="320922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2357" name="TextBox 2356">
                      <a:extLst>
                        <a:ext uri="{FF2B5EF4-FFF2-40B4-BE49-F238E27FC236}">
                          <a16:creationId xmlns:a16="http://schemas.microsoft.com/office/drawing/2014/main" id="{ABEB61CF-94AF-2512-EEAC-D498EE25CC1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6569" y="5465014"/>
                      <a:ext cx="247184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8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2360" name="TextBox 2359">
                      <a:extLst>
                        <a:ext uri="{FF2B5EF4-FFF2-40B4-BE49-F238E27FC236}">
                          <a16:creationId xmlns:a16="http://schemas.microsoft.com/office/drawing/2014/main" id="{8C267926-3C18-A78C-C3F9-25CA8FC6489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750503" y="4489740"/>
                      <a:ext cx="601448" cy="24468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6_NPO</a:t>
                      </a:r>
                    </a:p>
                  </p:txBody>
                </p:sp>
              </p:grpSp>
            </p:grpSp>
          </p:grpSp>
        </p:grpSp>
        <p:sp>
          <p:nvSpPr>
            <p:cNvPr id="2447" name="TextBox 2446">
              <a:extLst>
                <a:ext uri="{FF2B5EF4-FFF2-40B4-BE49-F238E27FC236}">
                  <a16:creationId xmlns:a16="http://schemas.microsoft.com/office/drawing/2014/main" id="{DE8B6C09-F0BB-7290-E72F-66A7AAA46D98}"/>
                </a:ext>
              </a:extLst>
            </p:cNvPr>
            <p:cNvSpPr txBox="1"/>
            <p:nvPr/>
          </p:nvSpPr>
          <p:spPr>
            <a:xfrm>
              <a:off x="3932" y="4617075"/>
              <a:ext cx="68965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Neurons</a:t>
              </a:r>
            </a:p>
          </p:txBody>
        </p:sp>
      </p:grpSp>
      <p:sp>
        <p:nvSpPr>
          <p:cNvPr id="2451" name="TextBox 2450">
            <a:extLst>
              <a:ext uri="{FF2B5EF4-FFF2-40B4-BE49-F238E27FC236}">
                <a16:creationId xmlns:a16="http://schemas.microsoft.com/office/drawing/2014/main" id="{D7936FCA-ED50-C9FE-989E-8C3BEE4E332F}"/>
              </a:ext>
            </a:extLst>
          </p:cNvPr>
          <p:cNvSpPr txBox="1"/>
          <p:nvPr/>
        </p:nvSpPr>
        <p:spPr>
          <a:xfrm>
            <a:off x="-7707" y="-6092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latin typeface="Helvetica" pitchFamily="2" charset="0"/>
              </a:rPr>
              <a:t>a</a:t>
            </a:r>
            <a:endParaRPr lang="en-US" sz="4800" b="1" dirty="0">
              <a:latin typeface="Helvetica" pitchFamily="2" charset="0"/>
            </a:endParaRPr>
          </a:p>
        </p:txBody>
      </p:sp>
      <p:sp>
        <p:nvSpPr>
          <p:cNvPr id="2452" name="TextBox 2451">
            <a:extLst>
              <a:ext uri="{FF2B5EF4-FFF2-40B4-BE49-F238E27FC236}">
                <a16:creationId xmlns:a16="http://schemas.microsoft.com/office/drawing/2014/main" id="{891CFFAF-7B6F-A37D-C5E7-607514AF317D}"/>
              </a:ext>
            </a:extLst>
          </p:cNvPr>
          <p:cNvSpPr txBox="1"/>
          <p:nvPr/>
        </p:nvSpPr>
        <p:spPr>
          <a:xfrm>
            <a:off x="19128" y="2727315"/>
            <a:ext cx="298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  <a:endParaRPr lang="en-US" sz="4800" b="1">
              <a:latin typeface="Helvetica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1978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8" name="Rectangle 1737">
            <a:extLst>
              <a:ext uri="{FF2B5EF4-FFF2-40B4-BE49-F238E27FC236}">
                <a16:creationId xmlns:a16="http://schemas.microsoft.com/office/drawing/2014/main" id="{4962284E-0678-0BFD-4610-20B9CA33C7A4}"/>
              </a:ext>
            </a:extLst>
          </p:cNvPr>
          <p:cNvSpPr/>
          <p:nvPr/>
        </p:nvSpPr>
        <p:spPr>
          <a:xfrm>
            <a:off x="74486" y="415400"/>
            <a:ext cx="3200400" cy="5932093"/>
          </a:xfrm>
          <a:prstGeom prst="rect">
            <a:avLst/>
          </a:prstGeom>
          <a:noFill/>
          <a:ln w="12700" cap="rnd">
            <a:noFill/>
            <a:prstDash val="solid"/>
            <a:round/>
          </a:ln>
        </p:spPr>
        <p:txBody>
          <a:bodyPr/>
          <a:lstStyle/>
          <a:p>
            <a:endParaRPr lang="en-US" sz="1400"/>
          </a:p>
        </p:txBody>
      </p:sp>
      <p:grpSp>
        <p:nvGrpSpPr>
          <p:cNvPr id="5097" name="Group 5096">
            <a:extLst>
              <a:ext uri="{FF2B5EF4-FFF2-40B4-BE49-F238E27FC236}">
                <a16:creationId xmlns:a16="http://schemas.microsoft.com/office/drawing/2014/main" id="{A7D7B2AB-A80C-3894-B6C6-E63202E4A463}"/>
              </a:ext>
            </a:extLst>
          </p:cNvPr>
          <p:cNvGrpSpPr/>
          <p:nvPr/>
        </p:nvGrpSpPr>
        <p:grpSpPr>
          <a:xfrm>
            <a:off x="137986" y="533100"/>
            <a:ext cx="2257551" cy="5317226"/>
            <a:chOff x="156265" y="1759570"/>
            <a:chExt cx="2257551" cy="5317226"/>
          </a:xfrm>
        </p:grpSpPr>
        <p:sp>
          <p:nvSpPr>
            <p:cNvPr id="1740" name="Rectangle 1739">
              <a:extLst>
                <a:ext uri="{FF2B5EF4-FFF2-40B4-BE49-F238E27FC236}">
                  <a16:creationId xmlns:a16="http://schemas.microsoft.com/office/drawing/2014/main" id="{589E3F18-19D3-BF52-4D2B-4BDFCF8941C1}"/>
                </a:ext>
              </a:extLst>
            </p:cNvPr>
            <p:cNvSpPr/>
            <p:nvPr/>
          </p:nvSpPr>
          <p:spPr>
            <a:xfrm>
              <a:off x="156265" y="1759570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1" name="Rectangle 1740">
              <a:extLst>
                <a:ext uri="{FF2B5EF4-FFF2-40B4-BE49-F238E27FC236}">
                  <a16:creationId xmlns:a16="http://schemas.microsoft.com/office/drawing/2014/main" id="{94499166-45AC-22E2-8A9F-7BA8D8C1A345}"/>
                </a:ext>
              </a:extLst>
            </p:cNvPr>
            <p:cNvSpPr/>
            <p:nvPr/>
          </p:nvSpPr>
          <p:spPr>
            <a:xfrm>
              <a:off x="156265" y="1842667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2" name="Rectangle 1741">
              <a:extLst>
                <a:ext uri="{FF2B5EF4-FFF2-40B4-BE49-F238E27FC236}">
                  <a16:creationId xmlns:a16="http://schemas.microsoft.com/office/drawing/2014/main" id="{AA55E887-DD31-31FD-4FEA-B497B6D7315A}"/>
                </a:ext>
              </a:extLst>
            </p:cNvPr>
            <p:cNvSpPr/>
            <p:nvPr/>
          </p:nvSpPr>
          <p:spPr>
            <a:xfrm>
              <a:off x="156265" y="1925763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3" name="Rectangle 1742">
              <a:extLst>
                <a:ext uri="{FF2B5EF4-FFF2-40B4-BE49-F238E27FC236}">
                  <a16:creationId xmlns:a16="http://schemas.microsoft.com/office/drawing/2014/main" id="{DF90C4AF-9515-8B78-86E8-019D6CA7E2DD}"/>
                </a:ext>
              </a:extLst>
            </p:cNvPr>
            <p:cNvSpPr/>
            <p:nvPr/>
          </p:nvSpPr>
          <p:spPr>
            <a:xfrm>
              <a:off x="156265" y="2008859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A5D0F0CD-7951-C410-28A3-6155390E0999}"/>
                </a:ext>
              </a:extLst>
            </p:cNvPr>
            <p:cNvSpPr/>
            <p:nvPr/>
          </p:nvSpPr>
          <p:spPr>
            <a:xfrm>
              <a:off x="156265" y="2091956"/>
              <a:ext cx="62738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FAC5899C-0D03-B9E9-311A-B00A0904E6F4}"/>
                </a:ext>
              </a:extLst>
            </p:cNvPr>
            <p:cNvSpPr/>
            <p:nvPr/>
          </p:nvSpPr>
          <p:spPr>
            <a:xfrm>
              <a:off x="156265" y="2175052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6" name="Rectangle 1745">
              <a:extLst>
                <a:ext uri="{FF2B5EF4-FFF2-40B4-BE49-F238E27FC236}">
                  <a16:creationId xmlns:a16="http://schemas.microsoft.com/office/drawing/2014/main" id="{D85E1D89-1D8A-BE0D-65DB-220637F1BC9A}"/>
                </a:ext>
              </a:extLst>
            </p:cNvPr>
            <p:cNvSpPr/>
            <p:nvPr/>
          </p:nvSpPr>
          <p:spPr>
            <a:xfrm>
              <a:off x="156265" y="225814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7" name="Rectangle 1746">
              <a:extLst>
                <a:ext uri="{FF2B5EF4-FFF2-40B4-BE49-F238E27FC236}">
                  <a16:creationId xmlns:a16="http://schemas.microsoft.com/office/drawing/2014/main" id="{218509A8-3A19-EF7A-C34D-B67E4D81E36B}"/>
                </a:ext>
              </a:extLst>
            </p:cNvPr>
            <p:cNvSpPr/>
            <p:nvPr/>
          </p:nvSpPr>
          <p:spPr>
            <a:xfrm>
              <a:off x="156265" y="2341245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8" name="Rectangle 1747">
              <a:extLst>
                <a:ext uri="{FF2B5EF4-FFF2-40B4-BE49-F238E27FC236}">
                  <a16:creationId xmlns:a16="http://schemas.microsoft.com/office/drawing/2014/main" id="{6C869F44-CC24-F163-5826-F0512633DEC7}"/>
                </a:ext>
              </a:extLst>
            </p:cNvPr>
            <p:cNvSpPr/>
            <p:nvPr/>
          </p:nvSpPr>
          <p:spPr>
            <a:xfrm>
              <a:off x="156265" y="2424106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49" name="Rectangle 1748">
              <a:extLst>
                <a:ext uri="{FF2B5EF4-FFF2-40B4-BE49-F238E27FC236}">
                  <a16:creationId xmlns:a16="http://schemas.microsoft.com/office/drawing/2014/main" id="{CD7C7DB4-BBFC-6F1F-8C44-565E3F6337F7}"/>
                </a:ext>
              </a:extLst>
            </p:cNvPr>
            <p:cNvSpPr/>
            <p:nvPr/>
          </p:nvSpPr>
          <p:spPr>
            <a:xfrm>
              <a:off x="156265" y="2507202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0" name="Rectangle 1749">
              <a:extLst>
                <a:ext uri="{FF2B5EF4-FFF2-40B4-BE49-F238E27FC236}">
                  <a16:creationId xmlns:a16="http://schemas.microsoft.com/office/drawing/2014/main" id="{6B447D25-C0DA-9688-0534-E64FD817ADE5}"/>
                </a:ext>
              </a:extLst>
            </p:cNvPr>
            <p:cNvSpPr/>
            <p:nvPr/>
          </p:nvSpPr>
          <p:spPr>
            <a:xfrm>
              <a:off x="156265" y="2590299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1" name="Rectangle 1750">
              <a:extLst>
                <a:ext uri="{FF2B5EF4-FFF2-40B4-BE49-F238E27FC236}">
                  <a16:creationId xmlns:a16="http://schemas.microsoft.com/office/drawing/2014/main" id="{8D5258F4-94AA-D4E4-2483-3ACC9F408E25}"/>
                </a:ext>
              </a:extLst>
            </p:cNvPr>
            <p:cNvSpPr/>
            <p:nvPr/>
          </p:nvSpPr>
          <p:spPr>
            <a:xfrm>
              <a:off x="156265" y="2673395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2" name="Rectangle 1751">
              <a:extLst>
                <a:ext uri="{FF2B5EF4-FFF2-40B4-BE49-F238E27FC236}">
                  <a16:creationId xmlns:a16="http://schemas.microsoft.com/office/drawing/2014/main" id="{6086433B-972F-13EB-44BE-D1361709B6BC}"/>
                </a:ext>
              </a:extLst>
            </p:cNvPr>
            <p:cNvSpPr/>
            <p:nvPr/>
          </p:nvSpPr>
          <p:spPr>
            <a:xfrm>
              <a:off x="156265" y="27564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3" name="Rectangle 1752">
              <a:extLst>
                <a:ext uri="{FF2B5EF4-FFF2-40B4-BE49-F238E27FC236}">
                  <a16:creationId xmlns:a16="http://schemas.microsoft.com/office/drawing/2014/main" id="{0BECE059-7C83-F896-CA00-C8AE472237BA}"/>
                </a:ext>
              </a:extLst>
            </p:cNvPr>
            <p:cNvSpPr/>
            <p:nvPr/>
          </p:nvSpPr>
          <p:spPr>
            <a:xfrm>
              <a:off x="156265" y="2839588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3580A18B-B4A3-C24B-E9D1-DA392058126A}"/>
                </a:ext>
              </a:extLst>
            </p:cNvPr>
            <p:cNvSpPr/>
            <p:nvPr/>
          </p:nvSpPr>
          <p:spPr>
            <a:xfrm>
              <a:off x="156265" y="2922684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64A5D5BD-792A-0BD1-622B-D922349B4189}"/>
                </a:ext>
              </a:extLst>
            </p:cNvPr>
            <p:cNvSpPr/>
            <p:nvPr/>
          </p:nvSpPr>
          <p:spPr>
            <a:xfrm>
              <a:off x="156265" y="3005780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6" name="Rectangle 1755">
              <a:extLst>
                <a:ext uri="{FF2B5EF4-FFF2-40B4-BE49-F238E27FC236}">
                  <a16:creationId xmlns:a16="http://schemas.microsoft.com/office/drawing/2014/main" id="{D8EEE161-4029-BA7A-5CE6-4443B7DF6400}"/>
                </a:ext>
              </a:extLst>
            </p:cNvPr>
            <p:cNvSpPr/>
            <p:nvPr/>
          </p:nvSpPr>
          <p:spPr>
            <a:xfrm>
              <a:off x="156265" y="308887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7" name="Rectangle 1756">
              <a:extLst>
                <a:ext uri="{FF2B5EF4-FFF2-40B4-BE49-F238E27FC236}">
                  <a16:creationId xmlns:a16="http://schemas.microsoft.com/office/drawing/2014/main" id="{706D6815-CD4A-40D8-5DA1-0BC1FF3F3B92}"/>
                </a:ext>
              </a:extLst>
            </p:cNvPr>
            <p:cNvSpPr/>
            <p:nvPr/>
          </p:nvSpPr>
          <p:spPr>
            <a:xfrm>
              <a:off x="156265" y="3171973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8" name="Rectangle 1757">
              <a:extLst>
                <a:ext uri="{FF2B5EF4-FFF2-40B4-BE49-F238E27FC236}">
                  <a16:creationId xmlns:a16="http://schemas.microsoft.com/office/drawing/2014/main" id="{9042A16C-58A6-D203-C8EC-DEC78872967D}"/>
                </a:ext>
              </a:extLst>
            </p:cNvPr>
            <p:cNvSpPr/>
            <p:nvPr/>
          </p:nvSpPr>
          <p:spPr>
            <a:xfrm>
              <a:off x="156265" y="325507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59" name="Rectangle 1758">
              <a:extLst>
                <a:ext uri="{FF2B5EF4-FFF2-40B4-BE49-F238E27FC236}">
                  <a16:creationId xmlns:a16="http://schemas.microsoft.com/office/drawing/2014/main" id="{E56EA81A-70E7-817B-F4D3-A422A1AA01DF}"/>
                </a:ext>
              </a:extLst>
            </p:cNvPr>
            <p:cNvSpPr/>
            <p:nvPr/>
          </p:nvSpPr>
          <p:spPr>
            <a:xfrm>
              <a:off x="156265" y="333816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0" name="Rectangle 1759">
              <a:extLst>
                <a:ext uri="{FF2B5EF4-FFF2-40B4-BE49-F238E27FC236}">
                  <a16:creationId xmlns:a16="http://schemas.microsoft.com/office/drawing/2014/main" id="{1960C8B4-6E47-F6BD-D45D-0C9E20A3283E}"/>
                </a:ext>
              </a:extLst>
            </p:cNvPr>
            <p:cNvSpPr/>
            <p:nvPr/>
          </p:nvSpPr>
          <p:spPr>
            <a:xfrm>
              <a:off x="156265" y="342126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1" name="Rectangle 1760">
              <a:extLst>
                <a:ext uri="{FF2B5EF4-FFF2-40B4-BE49-F238E27FC236}">
                  <a16:creationId xmlns:a16="http://schemas.microsoft.com/office/drawing/2014/main" id="{205151EF-C977-2E2C-9974-D597544F52F4}"/>
                </a:ext>
              </a:extLst>
            </p:cNvPr>
            <p:cNvSpPr/>
            <p:nvPr/>
          </p:nvSpPr>
          <p:spPr>
            <a:xfrm>
              <a:off x="156265" y="35043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2" name="Rectangle 1761">
              <a:extLst>
                <a:ext uri="{FF2B5EF4-FFF2-40B4-BE49-F238E27FC236}">
                  <a16:creationId xmlns:a16="http://schemas.microsoft.com/office/drawing/2014/main" id="{DF25BF8E-D9DA-64DC-85C3-A6023B50695C}"/>
                </a:ext>
              </a:extLst>
            </p:cNvPr>
            <p:cNvSpPr/>
            <p:nvPr/>
          </p:nvSpPr>
          <p:spPr>
            <a:xfrm>
              <a:off x="156265" y="358722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3" name="Rectangle 1762">
              <a:extLst>
                <a:ext uri="{FF2B5EF4-FFF2-40B4-BE49-F238E27FC236}">
                  <a16:creationId xmlns:a16="http://schemas.microsoft.com/office/drawing/2014/main" id="{6101574F-CE4C-BD08-2C69-9B687F0E8AE1}"/>
                </a:ext>
              </a:extLst>
            </p:cNvPr>
            <p:cNvSpPr/>
            <p:nvPr/>
          </p:nvSpPr>
          <p:spPr>
            <a:xfrm>
              <a:off x="156265" y="367031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0CAD7DD-96BF-FFD1-CC26-CADFB771F7FC}"/>
                </a:ext>
              </a:extLst>
            </p:cNvPr>
            <p:cNvSpPr/>
            <p:nvPr/>
          </p:nvSpPr>
          <p:spPr>
            <a:xfrm>
              <a:off x="156265" y="375341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A04900B-04C0-DB43-1E1C-B04FD24D2E5D}"/>
                </a:ext>
              </a:extLst>
            </p:cNvPr>
            <p:cNvSpPr/>
            <p:nvPr/>
          </p:nvSpPr>
          <p:spPr>
            <a:xfrm>
              <a:off x="156265" y="3836509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6" name="Rectangle 1765">
              <a:extLst>
                <a:ext uri="{FF2B5EF4-FFF2-40B4-BE49-F238E27FC236}">
                  <a16:creationId xmlns:a16="http://schemas.microsoft.com/office/drawing/2014/main" id="{666E738D-FAD1-7B3F-B364-53861970B86E}"/>
                </a:ext>
              </a:extLst>
            </p:cNvPr>
            <p:cNvSpPr/>
            <p:nvPr/>
          </p:nvSpPr>
          <p:spPr>
            <a:xfrm>
              <a:off x="156265" y="39196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7" name="Rectangle 1766">
              <a:extLst>
                <a:ext uri="{FF2B5EF4-FFF2-40B4-BE49-F238E27FC236}">
                  <a16:creationId xmlns:a16="http://schemas.microsoft.com/office/drawing/2014/main" id="{98B29BDC-B080-D1AC-37CB-307A31FA8AA6}"/>
                </a:ext>
              </a:extLst>
            </p:cNvPr>
            <p:cNvSpPr/>
            <p:nvPr/>
          </p:nvSpPr>
          <p:spPr>
            <a:xfrm>
              <a:off x="156265" y="400270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8" name="Rectangle 1767">
              <a:extLst>
                <a:ext uri="{FF2B5EF4-FFF2-40B4-BE49-F238E27FC236}">
                  <a16:creationId xmlns:a16="http://schemas.microsoft.com/office/drawing/2014/main" id="{F687E7F6-0403-F749-698F-EEA8797559D3}"/>
                </a:ext>
              </a:extLst>
            </p:cNvPr>
            <p:cNvSpPr/>
            <p:nvPr/>
          </p:nvSpPr>
          <p:spPr>
            <a:xfrm>
              <a:off x="156265" y="408579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69" name="Rectangle 1768">
              <a:extLst>
                <a:ext uri="{FF2B5EF4-FFF2-40B4-BE49-F238E27FC236}">
                  <a16:creationId xmlns:a16="http://schemas.microsoft.com/office/drawing/2014/main" id="{ECBF4846-08FC-5183-8C75-EA87F5F3B034}"/>
                </a:ext>
              </a:extLst>
            </p:cNvPr>
            <p:cNvSpPr/>
            <p:nvPr/>
          </p:nvSpPr>
          <p:spPr>
            <a:xfrm>
              <a:off x="156265" y="416889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0" name="Rectangle 1769">
              <a:extLst>
                <a:ext uri="{FF2B5EF4-FFF2-40B4-BE49-F238E27FC236}">
                  <a16:creationId xmlns:a16="http://schemas.microsoft.com/office/drawing/2014/main" id="{EB917D80-5B03-9BE1-64DE-6C8A62C19BAA}"/>
                </a:ext>
              </a:extLst>
            </p:cNvPr>
            <p:cNvSpPr/>
            <p:nvPr/>
          </p:nvSpPr>
          <p:spPr>
            <a:xfrm>
              <a:off x="156265" y="42519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1" name="Rectangle 1770">
              <a:extLst>
                <a:ext uri="{FF2B5EF4-FFF2-40B4-BE49-F238E27FC236}">
                  <a16:creationId xmlns:a16="http://schemas.microsoft.com/office/drawing/2014/main" id="{78526979-2368-A202-EF1F-D4C9A3923E74}"/>
                </a:ext>
              </a:extLst>
            </p:cNvPr>
            <p:cNvSpPr/>
            <p:nvPr/>
          </p:nvSpPr>
          <p:spPr>
            <a:xfrm>
              <a:off x="156265" y="433508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2" name="Rectangle 1771">
              <a:extLst>
                <a:ext uri="{FF2B5EF4-FFF2-40B4-BE49-F238E27FC236}">
                  <a16:creationId xmlns:a16="http://schemas.microsoft.com/office/drawing/2014/main" id="{FB568653-D6A8-09D9-B22D-038621614B57}"/>
                </a:ext>
              </a:extLst>
            </p:cNvPr>
            <p:cNvSpPr/>
            <p:nvPr/>
          </p:nvSpPr>
          <p:spPr>
            <a:xfrm>
              <a:off x="156265" y="441818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3" name="Rectangle 1772">
              <a:extLst>
                <a:ext uri="{FF2B5EF4-FFF2-40B4-BE49-F238E27FC236}">
                  <a16:creationId xmlns:a16="http://schemas.microsoft.com/office/drawing/2014/main" id="{C0A47115-1AD2-9D04-A065-B83F2E3F415D}"/>
                </a:ext>
              </a:extLst>
            </p:cNvPr>
            <p:cNvSpPr/>
            <p:nvPr/>
          </p:nvSpPr>
          <p:spPr>
            <a:xfrm>
              <a:off x="156265" y="450128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F54036B8-6036-79A5-7EC5-83FCAD64A991}"/>
                </a:ext>
              </a:extLst>
            </p:cNvPr>
            <p:cNvSpPr/>
            <p:nvPr/>
          </p:nvSpPr>
          <p:spPr>
            <a:xfrm>
              <a:off x="156265" y="458437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753B77FF-5C6E-823C-54AD-0EEF050C5B21}"/>
                </a:ext>
              </a:extLst>
            </p:cNvPr>
            <p:cNvSpPr/>
            <p:nvPr/>
          </p:nvSpPr>
          <p:spPr>
            <a:xfrm>
              <a:off x="156265" y="466747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6" name="Rectangle 1775">
              <a:extLst>
                <a:ext uri="{FF2B5EF4-FFF2-40B4-BE49-F238E27FC236}">
                  <a16:creationId xmlns:a16="http://schemas.microsoft.com/office/drawing/2014/main" id="{7FB020AA-987B-6B0C-CCA4-BF9CD4D9C741}"/>
                </a:ext>
              </a:extLst>
            </p:cNvPr>
            <p:cNvSpPr/>
            <p:nvPr/>
          </p:nvSpPr>
          <p:spPr>
            <a:xfrm>
              <a:off x="156265" y="475033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7" name="Rectangle 1776">
              <a:extLst>
                <a:ext uri="{FF2B5EF4-FFF2-40B4-BE49-F238E27FC236}">
                  <a16:creationId xmlns:a16="http://schemas.microsoft.com/office/drawing/2014/main" id="{E6713E5C-609C-DFE5-851D-2C60D5C11112}"/>
                </a:ext>
              </a:extLst>
            </p:cNvPr>
            <p:cNvSpPr/>
            <p:nvPr/>
          </p:nvSpPr>
          <p:spPr>
            <a:xfrm>
              <a:off x="156265" y="483343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8" name="Rectangle 1777">
              <a:extLst>
                <a:ext uri="{FF2B5EF4-FFF2-40B4-BE49-F238E27FC236}">
                  <a16:creationId xmlns:a16="http://schemas.microsoft.com/office/drawing/2014/main" id="{010FE66E-89BE-28C6-BACD-33135C82EED2}"/>
                </a:ext>
              </a:extLst>
            </p:cNvPr>
            <p:cNvSpPr/>
            <p:nvPr/>
          </p:nvSpPr>
          <p:spPr>
            <a:xfrm>
              <a:off x="156265" y="491652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79" name="Rectangle 1778">
              <a:extLst>
                <a:ext uri="{FF2B5EF4-FFF2-40B4-BE49-F238E27FC236}">
                  <a16:creationId xmlns:a16="http://schemas.microsoft.com/office/drawing/2014/main" id="{064918B9-7A9B-E92E-A979-73D700038C75}"/>
                </a:ext>
              </a:extLst>
            </p:cNvPr>
            <p:cNvSpPr/>
            <p:nvPr/>
          </p:nvSpPr>
          <p:spPr>
            <a:xfrm>
              <a:off x="156265" y="4999621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0" name="Rectangle 1779">
              <a:extLst>
                <a:ext uri="{FF2B5EF4-FFF2-40B4-BE49-F238E27FC236}">
                  <a16:creationId xmlns:a16="http://schemas.microsoft.com/office/drawing/2014/main" id="{1A9CDD19-0457-54CA-E283-A4D551A5C6C9}"/>
                </a:ext>
              </a:extLst>
            </p:cNvPr>
            <p:cNvSpPr/>
            <p:nvPr/>
          </p:nvSpPr>
          <p:spPr>
            <a:xfrm>
              <a:off x="156265" y="508271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1" name="Rectangle 1780">
              <a:extLst>
                <a:ext uri="{FF2B5EF4-FFF2-40B4-BE49-F238E27FC236}">
                  <a16:creationId xmlns:a16="http://schemas.microsoft.com/office/drawing/2014/main" id="{7ECEB87E-A2D4-52FE-5AF1-A3D7E382ADB2}"/>
                </a:ext>
              </a:extLst>
            </p:cNvPr>
            <p:cNvSpPr/>
            <p:nvPr/>
          </p:nvSpPr>
          <p:spPr>
            <a:xfrm>
              <a:off x="156265" y="516581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2" name="Rectangle 1781">
              <a:extLst>
                <a:ext uri="{FF2B5EF4-FFF2-40B4-BE49-F238E27FC236}">
                  <a16:creationId xmlns:a16="http://schemas.microsoft.com/office/drawing/2014/main" id="{51B4E3CB-C5B7-1F89-C055-DD5F5DE6B7B8}"/>
                </a:ext>
              </a:extLst>
            </p:cNvPr>
            <p:cNvSpPr/>
            <p:nvPr/>
          </p:nvSpPr>
          <p:spPr>
            <a:xfrm>
              <a:off x="156265" y="524891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3" name="Rectangle 1782">
              <a:extLst>
                <a:ext uri="{FF2B5EF4-FFF2-40B4-BE49-F238E27FC236}">
                  <a16:creationId xmlns:a16="http://schemas.microsoft.com/office/drawing/2014/main" id="{05AE27D3-0995-BB4B-48D0-4AD7C187A8F9}"/>
                </a:ext>
              </a:extLst>
            </p:cNvPr>
            <p:cNvSpPr/>
            <p:nvPr/>
          </p:nvSpPr>
          <p:spPr>
            <a:xfrm>
              <a:off x="156265" y="5332008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1BE42975-9115-2985-836A-65746FDA1D5F}"/>
                </a:ext>
              </a:extLst>
            </p:cNvPr>
            <p:cNvSpPr/>
            <p:nvPr/>
          </p:nvSpPr>
          <p:spPr>
            <a:xfrm>
              <a:off x="156265" y="54151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F353099F-447E-1A0B-879E-150479BFF0EB}"/>
                </a:ext>
              </a:extLst>
            </p:cNvPr>
            <p:cNvSpPr/>
            <p:nvPr/>
          </p:nvSpPr>
          <p:spPr>
            <a:xfrm>
              <a:off x="156265" y="549820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6" name="Rectangle 1785">
              <a:extLst>
                <a:ext uri="{FF2B5EF4-FFF2-40B4-BE49-F238E27FC236}">
                  <a16:creationId xmlns:a16="http://schemas.microsoft.com/office/drawing/2014/main" id="{B008F758-BA60-908C-19D2-CB41A6CC4F7E}"/>
                </a:ext>
              </a:extLst>
            </p:cNvPr>
            <p:cNvSpPr/>
            <p:nvPr/>
          </p:nvSpPr>
          <p:spPr>
            <a:xfrm>
              <a:off x="156265" y="558129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7" name="Rectangle 1786">
              <a:extLst>
                <a:ext uri="{FF2B5EF4-FFF2-40B4-BE49-F238E27FC236}">
                  <a16:creationId xmlns:a16="http://schemas.microsoft.com/office/drawing/2014/main" id="{C0DA17FC-22A8-E677-E1DC-6EF44E2E3219}"/>
                </a:ext>
              </a:extLst>
            </p:cNvPr>
            <p:cNvSpPr/>
            <p:nvPr/>
          </p:nvSpPr>
          <p:spPr>
            <a:xfrm>
              <a:off x="156265" y="566439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8" name="Rectangle 1787">
              <a:extLst>
                <a:ext uri="{FF2B5EF4-FFF2-40B4-BE49-F238E27FC236}">
                  <a16:creationId xmlns:a16="http://schemas.microsoft.com/office/drawing/2014/main" id="{F326F6FA-B10F-D5A1-ECC6-2AC0495172C9}"/>
                </a:ext>
              </a:extLst>
            </p:cNvPr>
            <p:cNvSpPr/>
            <p:nvPr/>
          </p:nvSpPr>
          <p:spPr>
            <a:xfrm>
              <a:off x="156265" y="5747490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89" name="Rectangle 1788">
              <a:extLst>
                <a:ext uri="{FF2B5EF4-FFF2-40B4-BE49-F238E27FC236}">
                  <a16:creationId xmlns:a16="http://schemas.microsoft.com/office/drawing/2014/main" id="{698D1E9A-6685-2704-1846-7139461F27A4}"/>
                </a:ext>
              </a:extLst>
            </p:cNvPr>
            <p:cNvSpPr/>
            <p:nvPr/>
          </p:nvSpPr>
          <p:spPr>
            <a:xfrm>
              <a:off x="156265" y="5830586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0" name="Rectangle 1789">
              <a:extLst>
                <a:ext uri="{FF2B5EF4-FFF2-40B4-BE49-F238E27FC236}">
                  <a16:creationId xmlns:a16="http://schemas.microsoft.com/office/drawing/2014/main" id="{10D5CF0C-96CE-FAF9-E53A-100354D0B842}"/>
                </a:ext>
              </a:extLst>
            </p:cNvPr>
            <p:cNvSpPr/>
            <p:nvPr/>
          </p:nvSpPr>
          <p:spPr>
            <a:xfrm>
              <a:off x="156265" y="5913447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1" name="Rectangle 1790">
              <a:extLst>
                <a:ext uri="{FF2B5EF4-FFF2-40B4-BE49-F238E27FC236}">
                  <a16:creationId xmlns:a16="http://schemas.microsoft.com/office/drawing/2014/main" id="{6FFAB00A-87D6-23C8-F740-FF72F43B6ABD}"/>
                </a:ext>
              </a:extLst>
            </p:cNvPr>
            <p:cNvSpPr/>
            <p:nvPr/>
          </p:nvSpPr>
          <p:spPr>
            <a:xfrm>
              <a:off x="156265" y="599654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2" name="Rectangle 1791">
              <a:extLst>
                <a:ext uri="{FF2B5EF4-FFF2-40B4-BE49-F238E27FC236}">
                  <a16:creationId xmlns:a16="http://schemas.microsoft.com/office/drawing/2014/main" id="{2B85E37C-02CC-53BD-B511-7EFA03D25B2A}"/>
                </a:ext>
              </a:extLst>
            </p:cNvPr>
            <p:cNvSpPr/>
            <p:nvPr/>
          </p:nvSpPr>
          <p:spPr>
            <a:xfrm>
              <a:off x="156265" y="607964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3" name="Rectangle 1792">
              <a:extLst>
                <a:ext uri="{FF2B5EF4-FFF2-40B4-BE49-F238E27FC236}">
                  <a16:creationId xmlns:a16="http://schemas.microsoft.com/office/drawing/2014/main" id="{091A6E1C-47D0-E87C-E5DF-002F26F3569D}"/>
                </a:ext>
              </a:extLst>
            </p:cNvPr>
            <p:cNvSpPr/>
            <p:nvPr/>
          </p:nvSpPr>
          <p:spPr>
            <a:xfrm>
              <a:off x="156265" y="616273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AE1CCEE2-0D56-77FC-3559-D5C2EB8A6512}"/>
                </a:ext>
              </a:extLst>
            </p:cNvPr>
            <p:cNvSpPr/>
            <p:nvPr/>
          </p:nvSpPr>
          <p:spPr>
            <a:xfrm>
              <a:off x="156265" y="6245833"/>
              <a:ext cx="62738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2F9ADB11-0E6C-BA26-8819-5DEFA92C7B72}"/>
                </a:ext>
              </a:extLst>
            </p:cNvPr>
            <p:cNvSpPr/>
            <p:nvPr/>
          </p:nvSpPr>
          <p:spPr>
            <a:xfrm>
              <a:off x="156265" y="6328929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6" name="Rectangle 1795">
              <a:extLst>
                <a:ext uri="{FF2B5EF4-FFF2-40B4-BE49-F238E27FC236}">
                  <a16:creationId xmlns:a16="http://schemas.microsoft.com/office/drawing/2014/main" id="{CEA4FA39-DFD8-F35D-F9D7-08507C167027}"/>
                </a:ext>
              </a:extLst>
            </p:cNvPr>
            <p:cNvSpPr/>
            <p:nvPr/>
          </p:nvSpPr>
          <p:spPr>
            <a:xfrm>
              <a:off x="156265" y="6412026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7" name="Rectangle 1796">
              <a:extLst>
                <a:ext uri="{FF2B5EF4-FFF2-40B4-BE49-F238E27FC236}">
                  <a16:creationId xmlns:a16="http://schemas.microsoft.com/office/drawing/2014/main" id="{3C1C5255-5D01-177F-F8F1-39EBAB9C06EB}"/>
                </a:ext>
              </a:extLst>
            </p:cNvPr>
            <p:cNvSpPr/>
            <p:nvPr/>
          </p:nvSpPr>
          <p:spPr>
            <a:xfrm>
              <a:off x="156265" y="6495122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8" name="Rectangle 1797">
              <a:extLst>
                <a:ext uri="{FF2B5EF4-FFF2-40B4-BE49-F238E27FC236}">
                  <a16:creationId xmlns:a16="http://schemas.microsoft.com/office/drawing/2014/main" id="{5FC092E5-06C7-DD50-899B-4CDD2E71683F}"/>
                </a:ext>
              </a:extLst>
            </p:cNvPr>
            <p:cNvSpPr/>
            <p:nvPr/>
          </p:nvSpPr>
          <p:spPr>
            <a:xfrm>
              <a:off x="156265" y="6578219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799" name="Rectangle 1798">
              <a:extLst>
                <a:ext uri="{FF2B5EF4-FFF2-40B4-BE49-F238E27FC236}">
                  <a16:creationId xmlns:a16="http://schemas.microsoft.com/office/drawing/2014/main" id="{3FED0A73-FCBC-E8FD-CCDE-DB7299203D43}"/>
                </a:ext>
              </a:extLst>
            </p:cNvPr>
            <p:cNvSpPr/>
            <p:nvPr/>
          </p:nvSpPr>
          <p:spPr>
            <a:xfrm>
              <a:off x="156265" y="666131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0" name="Rectangle 1799">
              <a:extLst>
                <a:ext uri="{FF2B5EF4-FFF2-40B4-BE49-F238E27FC236}">
                  <a16:creationId xmlns:a16="http://schemas.microsoft.com/office/drawing/2014/main" id="{5BEF4F29-995A-DC97-BD57-B3C23E130FF4}"/>
                </a:ext>
              </a:extLst>
            </p:cNvPr>
            <p:cNvSpPr/>
            <p:nvPr/>
          </p:nvSpPr>
          <p:spPr>
            <a:xfrm>
              <a:off x="156265" y="674441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1" name="Rectangle 1800">
              <a:extLst>
                <a:ext uri="{FF2B5EF4-FFF2-40B4-BE49-F238E27FC236}">
                  <a16:creationId xmlns:a16="http://schemas.microsoft.com/office/drawing/2014/main" id="{57BCECED-FDC9-48A0-2E4E-1AEA024785F9}"/>
                </a:ext>
              </a:extLst>
            </p:cNvPr>
            <p:cNvSpPr/>
            <p:nvPr/>
          </p:nvSpPr>
          <p:spPr>
            <a:xfrm>
              <a:off x="156265" y="6827508"/>
              <a:ext cx="62738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2" name="Rectangle 1801">
              <a:extLst>
                <a:ext uri="{FF2B5EF4-FFF2-40B4-BE49-F238E27FC236}">
                  <a16:creationId xmlns:a16="http://schemas.microsoft.com/office/drawing/2014/main" id="{68A5D721-C3BD-3592-31B3-B12B1E55559A}"/>
                </a:ext>
              </a:extLst>
            </p:cNvPr>
            <p:cNvSpPr/>
            <p:nvPr/>
          </p:nvSpPr>
          <p:spPr>
            <a:xfrm>
              <a:off x="156265" y="691060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3" name="Rectangle 1802">
              <a:extLst>
                <a:ext uri="{FF2B5EF4-FFF2-40B4-BE49-F238E27FC236}">
                  <a16:creationId xmlns:a16="http://schemas.microsoft.com/office/drawing/2014/main" id="{7DF0ED8B-C3A2-6CF5-57EC-B12B0AD362F8}"/>
                </a:ext>
              </a:extLst>
            </p:cNvPr>
            <p:cNvSpPr/>
            <p:nvPr/>
          </p:nvSpPr>
          <p:spPr>
            <a:xfrm>
              <a:off x="156265" y="699370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76123810-C15C-DE3A-2817-202689265BB1}"/>
                </a:ext>
              </a:extLst>
            </p:cNvPr>
            <p:cNvSpPr/>
            <p:nvPr/>
          </p:nvSpPr>
          <p:spPr>
            <a:xfrm>
              <a:off x="219003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953BA1E0-F206-9CE8-2001-67C0D62F63CD}"/>
                </a:ext>
              </a:extLst>
            </p:cNvPr>
            <p:cNvSpPr/>
            <p:nvPr/>
          </p:nvSpPr>
          <p:spPr>
            <a:xfrm>
              <a:off x="219003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6" name="Rectangle 1805">
              <a:extLst>
                <a:ext uri="{FF2B5EF4-FFF2-40B4-BE49-F238E27FC236}">
                  <a16:creationId xmlns:a16="http://schemas.microsoft.com/office/drawing/2014/main" id="{51B2353E-4646-DE3B-60A5-01C6A5234E1E}"/>
                </a:ext>
              </a:extLst>
            </p:cNvPr>
            <p:cNvSpPr/>
            <p:nvPr/>
          </p:nvSpPr>
          <p:spPr>
            <a:xfrm>
              <a:off x="219003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7" name="Rectangle 1806">
              <a:extLst>
                <a:ext uri="{FF2B5EF4-FFF2-40B4-BE49-F238E27FC236}">
                  <a16:creationId xmlns:a16="http://schemas.microsoft.com/office/drawing/2014/main" id="{38250992-FBFE-05F6-3612-F00F1FD8056B}"/>
                </a:ext>
              </a:extLst>
            </p:cNvPr>
            <p:cNvSpPr/>
            <p:nvPr/>
          </p:nvSpPr>
          <p:spPr>
            <a:xfrm>
              <a:off x="219003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8" name="Rectangle 1807">
              <a:extLst>
                <a:ext uri="{FF2B5EF4-FFF2-40B4-BE49-F238E27FC236}">
                  <a16:creationId xmlns:a16="http://schemas.microsoft.com/office/drawing/2014/main" id="{FE7FC214-C0EE-F0E0-F6CB-4AF68E502B7B}"/>
                </a:ext>
              </a:extLst>
            </p:cNvPr>
            <p:cNvSpPr/>
            <p:nvPr/>
          </p:nvSpPr>
          <p:spPr>
            <a:xfrm>
              <a:off x="219003" y="209195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09" name="Rectangle 1808">
              <a:extLst>
                <a:ext uri="{FF2B5EF4-FFF2-40B4-BE49-F238E27FC236}">
                  <a16:creationId xmlns:a16="http://schemas.microsoft.com/office/drawing/2014/main" id="{F3A46E12-7600-AAC0-7C8F-1B1D73127A93}"/>
                </a:ext>
              </a:extLst>
            </p:cNvPr>
            <p:cNvSpPr/>
            <p:nvPr/>
          </p:nvSpPr>
          <p:spPr>
            <a:xfrm>
              <a:off x="219003" y="2175052"/>
              <a:ext cx="62737" cy="83096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0" name="Rectangle 1809">
              <a:extLst>
                <a:ext uri="{FF2B5EF4-FFF2-40B4-BE49-F238E27FC236}">
                  <a16:creationId xmlns:a16="http://schemas.microsoft.com/office/drawing/2014/main" id="{543C4914-1702-0C2B-B709-152DE85C5EA5}"/>
                </a:ext>
              </a:extLst>
            </p:cNvPr>
            <p:cNvSpPr/>
            <p:nvPr/>
          </p:nvSpPr>
          <p:spPr>
            <a:xfrm>
              <a:off x="219003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1" name="Rectangle 1810">
              <a:extLst>
                <a:ext uri="{FF2B5EF4-FFF2-40B4-BE49-F238E27FC236}">
                  <a16:creationId xmlns:a16="http://schemas.microsoft.com/office/drawing/2014/main" id="{54DEBFA5-F7D6-A110-0057-926FB838A33D}"/>
                </a:ext>
              </a:extLst>
            </p:cNvPr>
            <p:cNvSpPr/>
            <p:nvPr/>
          </p:nvSpPr>
          <p:spPr>
            <a:xfrm>
              <a:off x="219003" y="2341245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2" name="Rectangle 1811">
              <a:extLst>
                <a:ext uri="{FF2B5EF4-FFF2-40B4-BE49-F238E27FC236}">
                  <a16:creationId xmlns:a16="http://schemas.microsoft.com/office/drawing/2014/main" id="{D23CB7F3-8397-A66F-319A-FA8C23CE72D3}"/>
                </a:ext>
              </a:extLst>
            </p:cNvPr>
            <p:cNvSpPr/>
            <p:nvPr/>
          </p:nvSpPr>
          <p:spPr>
            <a:xfrm>
              <a:off x="219003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3" name="Rectangle 1812">
              <a:extLst>
                <a:ext uri="{FF2B5EF4-FFF2-40B4-BE49-F238E27FC236}">
                  <a16:creationId xmlns:a16="http://schemas.microsoft.com/office/drawing/2014/main" id="{275BA99A-897A-EEAA-1B50-9671DE03CEC6}"/>
                </a:ext>
              </a:extLst>
            </p:cNvPr>
            <p:cNvSpPr/>
            <p:nvPr/>
          </p:nvSpPr>
          <p:spPr>
            <a:xfrm>
              <a:off x="219003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FF67305E-E864-5174-1655-CED53B8A1794}"/>
                </a:ext>
              </a:extLst>
            </p:cNvPr>
            <p:cNvSpPr/>
            <p:nvPr/>
          </p:nvSpPr>
          <p:spPr>
            <a:xfrm>
              <a:off x="219003" y="259029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A45F79B-2D2B-A473-7D16-03A7E6E9D9FA}"/>
                </a:ext>
              </a:extLst>
            </p:cNvPr>
            <p:cNvSpPr/>
            <p:nvPr/>
          </p:nvSpPr>
          <p:spPr>
            <a:xfrm>
              <a:off x="219003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6" name="Rectangle 1815">
              <a:extLst>
                <a:ext uri="{FF2B5EF4-FFF2-40B4-BE49-F238E27FC236}">
                  <a16:creationId xmlns:a16="http://schemas.microsoft.com/office/drawing/2014/main" id="{2793160F-6E10-9B99-509D-2336F0083C34}"/>
                </a:ext>
              </a:extLst>
            </p:cNvPr>
            <p:cNvSpPr/>
            <p:nvPr/>
          </p:nvSpPr>
          <p:spPr>
            <a:xfrm>
              <a:off x="219003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7" name="Rectangle 1816">
              <a:extLst>
                <a:ext uri="{FF2B5EF4-FFF2-40B4-BE49-F238E27FC236}">
                  <a16:creationId xmlns:a16="http://schemas.microsoft.com/office/drawing/2014/main" id="{FA00D837-65C1-E95E-5447-97495F7EC476}"/>
                </a:ext>
              </a:extLst>
            </p:cNvPr>
            <p:cNvSpPr/>
            <p:nvPr/>
          </p:nvSpPr>
          <p:spPr>
            <a:xfrm>
              <a:off x="219003" y="283958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8" name="Rectangle 1817">
              <a:extLst>
                <a:ext uri="{FF2B5EF4-FFF2-40B4-BE49-F238E27FC236}">
                  <a16:creationId xmlns:a16="http://schemas.microsoft.com/office/drawing/2014/main" id="{1F822912-1855-7C47-E470-F067B1441128}"/>
                </a:ext>
              </a:extLst>
            </p:cNvPr>
            <p:cNvSpPr/>
            <p:nvPr/>
          </p:nvSpPr>
          <p:spPr>
            <a:xfrm>
              <a:off x="219003" y="292268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19" name="Rectangle 1818">
              <a:extLst>
                <a:ext uri="{FF2B5EF4-FFF2-40B4-BE49-F238E27FC236}">
                  <a16:creationId xmlns:a16="http://schemas.microsoft.com/office/drawing/2014/main" id="{114170DF-C2EB-DCB1-3A4F-CB17527F3718}"/>
                </a:ext>
              </a:extLst>
            </p:cNvPr>
            <p:cNvSpPr/>
            <p:nvPr/>
          </p:nvSpPr>
          <p:spPr>
            <a:xfrm>
              <a:off x="219003" y="300578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0" name="Rectangle 1819">
              <a:extLst>
                <a:ext uri="{FF2B5EF4-FFF2-40B4-BE49-F238E27FC236}">
                  <a16:creationId xmlns:a16="http://schemas.microsoft.com/office/drawing/2014/main" id="{2E88F6A3-914F-E234-E900-09A628CBDF6A}"/>
                </a:ext>
              </a:extLst>
            </p:cNvPr>
            <p:cNvSpPr/>
            <p:nvPr/>
          </p:nvSpPr>
          <p:spPr>
            <a:xfrm>
              <a:off x="219003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1" name="Rectangle 1820">
              <a:extLst>
                <a:ext uri="{FF2B5EF4-FFF2-40B4-BE49-F238E27FC236}">
                  <a16:creationId xmlns:a16="http://schemas.microsoft.com/office/drawing/2014/main" id="{E27A0E03-1600-EC0B-ECE8-A06353215C93}"/>
                </a:ext>
              </a:extLst>
            </p:cNvPr>
            <p:cNvSpPr/>
            <p:nvPr/>
          </p:nvSpPr>
          <p:spPr>
            <a:xfrm>
              <a:off x="219003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2" name="Rectangle 1821">
              <a:extLst>
                <a:ext uri="{FF2B5EF4-FFF2-40B4-BE49-F238E27FC236}">
                  <a16:creationId xmlns:a16="http://schemas.microsoft.com/office/drawing/2014/main" id="{25B9DF92-20C0-411F-924E-BEBDAFC97C49}"/>
                </a:ext>
              </a:extLst>
            </p:cNvPr>
            <p:cNvSpPr/>
            <p:nvPr/>
          </p:nvSpPr>
          <p:spPr>
            <a:xfrm>
              <a:off x="219003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3" name="Rectangle 1822">
              <a:extLst>
                <a:ext uri="{FF2B5EF4-FFF2-40B4-BE49-F238E27FC236}">
                  <a16:creationId xmlns:a16="http://schemas.microsoft.com/office/drawing/2014/main" id="{0F368249-BBF2-94C5-05BF-4A021DA76ABE}"/>
                </a:ext>
              </a:extLst>
            </p:cNvPr>
            <p:cNvSpPr/>
            <p:nvPr/>
          </p:nvSpPr>
          <p:spPr>
            <a:xfrm>
              <a:off x="219003" y="333816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62BE4020-5AE6-A2DF-8DCB-1FE561C262FA}"/>
                </a:ext>
              </a:extLst>
            </p:cNvPr>
            <p:cNvSpPr/>
            <p:nvPr/>
          </p:nvSpPr>
          <p:spPr>
            <a:xfrm>
              <a:off x="219003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E0C04C66-E854-D736-222F-CA5CDB62DD07}"/>
                </a:ext>
              </a:extLst>
            </p:cNvPr>
            <p:cNvSpPr/>
            <p:nvPr/>
          </p:nvSpPr>
          <p:spPr>
            <a:xfrm>
              <a:off x="219003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6" name="Rectangle 1825">
              <a:extLst>
                <a:ext uri="{FF2B5EF4-FFF2-40B4-BE49-F238E27FC236}">
                  <a16:creationId xmlns:a16="http://schemas.microsoft.com/office/drawing/2014/main" id="{27D04A56-DC20-1599-36D4-60FB83035494}"/>
                </a:ext>
              </a:extLst>
            </p:cNvPr>
            <p:cNvSpPr/>
            <p:nvPr/>
          </p:nvSpPr>
          <p:spPr>
            <a:xfrm>
              <a:off x="219003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7" name="Rectangle 1826">
              <a:extLst>
                <a:ext uri="{FF2B5EF4-FFF2-40B4-BE49-F238E27FC236}">
                  <a16:creationId xmlns:a16="http://schemas.microsoft.com/office/drawing/2014/main" id="{7005DA5D-978B-1451-B81A-7045B613AE8B}"/>
                </a:ext>
              </a:extLst>
            </p:cNvPr>
            <p:cNvSpPr/>
            <p:nvPr/>
          </p:nvSpPr>
          <p:spPr>
            <a:xfrm>
              <a:off x="219003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8" name="Rectangle 1827">
              <a:extLst>
                <a:ext uri="{FF2B5EF4-FFF2-40B4-BE49-F238E27FC236}">
                  <a16:creationId xmlns:a16="http://schemas.microsoft.com/office/drawing/2014/main" id="{CDD432D1-4B21-A673-3D44-43CF68054DEF}"/>
                </a:ext>
              </a:extLst>
            </p:cNvPr>
            <p:cNvSpPr/>
            <p:nvPr/>
          </p:nvSpPr>
          <p:spPr>
            <a:xfrm>
              <a:off x="219003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29" name="Rectangle 1828">
              <a:extLst>
                <a:ext uri="{FF2B5EF4-FFF2-40B4-BE49-F238E27FC236}">
                  <a16:creationId xmlns:a16="http://schemas.microsoft.com/office/drawing/2014/main" id="{0CF1475C-B8D5-384F-BEE8-4B701465D995}"/>
                </a:ext>
              </a:extLst>
            </p:cNvPr>
            <p:cNvSpPr/>
            <p:nvPr/>
          </p:nvSpPr>
          <p:spPr>
            <a:xfrm>
              <a:off x="219003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0" name="Rectangle 1829">
              <a:extLst>
                <a:ext uri="{FF2B5EF4-FFF2-40B4-BE49-F238E27FC236}">
                  <a16:creationId xmlns:a16="http://schemas.microsoft.com/office/drawing/2014/main" id="{2264B119-B118-EFFF-9339-BA76C1C5451A}"/>
                </a:ext>
              </a:extLst>
            </p:cNvPr>
            <p:cNvSpPr/>
            <p:nvPr/>
          </p:nvSpPr>
          <p:spPr>
            <a:xfrm>
              <a:off x="219003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1" name="Rectangle 1830">
              <a:extLst>
                <a:ext uri="{FF2B5EF4-FFF2-40B4-BE49-F238E27FC236}">
                  <a16:creationId xmlns:a16="http://schemas.microsoft.com/office/drawing/2014/main" id="{B7F2A181-DF12-BCDD-39DD-DC9EB085602B}"/>
                </a:ext>
              </a:extLst>
            </p:cNvPr>
            <p:cNvSpPr/>
            <p:nvPr/>
          </p:nvSpPr>
          <p:spPr>
            <a:xfrm>
              <a:off x="219003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2" name="Rectangle 1831">
              <a:extLst>
                <a:ext uri="{FF2B5EF4-FFF2-40B4-BE49-F238E27FC236}">
                  <a16:creationId xmlns:a16="http://schemas.microsoft.com/office/drawing/2014/main" id="{0DABD68B-3406-F3FD-E7CC-B7039B44109B}"/>
                </a:ext>
              </a:extLst>
            </p:cNvPr>
            <p:cNvSpPr/>
            <p:nvPr/>
          </p:nvSpPr>
          <p:spPr>
            <a:xfrm>
              <a:off x="219003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3" name="Rectangle 1832">
              <a:extLst>
                <a:ext uri="{FF2B5EF4-FFF2-40B4-BE49-F238E27FC236}">
                  <a16:creationId xmlns:a16="http://schemas.microsoft.com/office/drawing/2014/main" id="{36134EB1-7858-E25B-18DD-1EFE0D8F4B79}"/>
                </a:ext>
              </a:extLst>
            </p:cNvPr>
            <p:cNvSpPr/>
            <p:nvPr/>
          </p:nvSpPr>
          <p:spPr>
            <a:xfrm>
              <a:off x="219003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2D60DE97-C171-2028-4524-CF4F0645DE97}"/>
                </a:ext>
              </a:extLst>
            </p:cNvPr>
            <p:cNvSpPr/>
            <p:nvPr/>
          </p:nvSpPr>
          <p:spPr>
            <a:xfrm>
              <a:off x="219003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C9AFAA8A-1CB3-8F70-24E4-75E4E7DFF5BC}"/>
                </a:ext>
              </a:extLst>
            </p:cNvPr>
            <p:cNvSpPr/>
            <p:nvPr/>
          </p:nvSpPr>
          <p:spPr>
            <a:xfrm>
              <a:off x="219003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6" name="Rectangle 1835">
              <a:extLst>
                <a:ext uri="{FF2B5EF4-FFF2-40B4-BE49-F238E27FC236}">
                  <a16:creationId xmlns:a16="http://schemas.microsoft.com/office/drawing/2014/main" id="{BC56221E-76F3-0214-2F44-CD5CB6AF58E7}"/>
                </a:ext>
              </a:extLst>
            </p:cNvPr>
            <p:cNvSpPr/>
            <p:nvPr/>
          </p:nvSpPr>
          <p:spPr>
            <a:xfrm>
              <a:off x="219003" y="441818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7" name="Rectangle 1836">
              <a:extLst>
                <a:ext uri="{FF2B5EF4-FFF2-40B4-BE49-F238E27FC236}">
                  <a16:creationId xmlns:a16="http://schemas.microsoft.com/office/drawing/2014/main" id="{CF144D57-D27F-BBC8-6C97-FCCA5EF8B985}"/>
                </a:ext>
              </a:extLst>
            </p:cNvPr>
            <p:cNvSpPr/>
            <p:nvPr/>
          </p:nvSpPr>
          <p:spPr>
            <a:xfrm>
              <a:off x="219003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8" name="Rectangle 1837">
              <a:extLst>
                <a:ext uri="{FF2B5EF4-FFF2-40B4-BE49-F238E27FC236}">
                  <a16:creationId xmlns:a16="http://schemas.microsoft.com/office/drawing/2014/main" id="{36039332-D6FA-6BB6-1D2F-8391ABF47D52}"/>
                </a:ext>
              </a:extLst>
            </p:cNvPr>
            <p:cNvSpPr/>
            <p:nvPr/>
          </p:nvSpPr>
          <p:spPr>
            <a:xfrm>
              <a:off x="219003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39" name="Rectangle 1838">
              <a:extLst>
                <a:ext uri="{FF2B5EF4-FFF2-40B4-BE49-F238E27FC236}">
                  <a16:creationId xmlns:a16="http://schemas.microsoft.com/office/drawing/2014/main" id="{DB5F6250-9DF8-1331-E9A1-F51135A1904B}"/>
                </a:ext>
              </a:extLst>
            </p:cNvPr>
            <p:cNvSpPr/>
            <p:nvPr/>
          </p:nvSpPr>
          <p:spPr>
            <a:xfrm>
              <a:off x="219003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0" name="Rectangle 1839">
              <a:extLst>
                <a:ext uri="{FF2B5EF4-FFF2-40B4-BE49-F238E27FC236}">
                  <a16:creationId xmlns:a16="http://schemas.microsoft.com/office/drawing/2014/main" id="{274180EA-407D-3AE6-18B3-2591991FDE46}"/>
                </a:ext>
              </a:extLst>
            </p:cNvPr>
            <p:cNvSpPr/>
            <p:nvPr/>
          </p:nvSpPr>
          <p:spPr>
            <a:xfrm>
              <a:off x="219003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1" name="Rectangle 1840">
              <a:extLst>
                <a:ext uri="{FF2B5EF4-FFF2-40B4-BE49-F238E27FC236}">
                  <a16:creationId xmlns:a16="http://schemas.microsoft.com/office/drawing/2014/main" id="{3BF35B5F-B52D-7CFF-CBF5-9B677893BB26}"/>
                </a:ext>
              </a:extLst>
            </p:cNvPr>
            <p:cNvSpPr/>
            <p:nvPr/>
          </p:nvSpPr>
          <p:spPr>
            <a:xfrm>
              <a:off x="219003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2" name="Rectangle 1841">
              <a:extLst>
                <a:ext uri="{FF2B5EF4-FFF2-40B4-BE49-F238E27FC236}">
                  <a16:creationId xmlns:a16="http://schemas.microsoft.com/office/drawing/2014/main" id="{5B808418-E321-7189-F5A0-02730890D951}"/>
                </a:ext>
              </a:extLst>
            </p:cNvPr>
            <p:cNvSpPr/>
            <p:nvPr/>
          </p:nvSpPr>
          <p:spPr>
            <a:xfrm>
              <a:off x="219003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3" name="Rectangle 1842">
              <a:extLst>
                <a:ext uri="{FF2B5EF4-FFF2-40B4-BE49-F238E27FC236}">
                  <a16:creationId xmlns:a16="http://schemas.microsoft.com/office/drawing/2014/main" id="{83A289B1-37A8-1E25-477E-6F2ABAB0A3FD}"/>
                </a:ext>
              </a:extLst>
            </p:cNvPr>
            <p:cNvSpPr/>
            <p:nvPr/>
          </p:nvSpPr>
          <p:spPr>
            <a:xfrm>
              <a:off x="219003" y="499962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4" name="Rectangle 1843">
              <a:extLst>
                <a:ext uri="{FF2B5EF4-FFF2-40B4-BE49-F238E27FC236}">
                  <a16:creationId xmlns:a16="http://schemas.microsoft.com/office/drawing/2014/main" id="{1A8B72F8-66C7-F601-CCB4-C9CFBC84B86A}"/>
                </a:ext>
              </a:extLst>
            </p:cNvPr>
            <p:cNvSpPr/>
            <p:nvPr/>
          </p:nvSpPr>
          <p:spPr>
            <a:xfrm>
              <a:off x="219003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5" name="Rectangle 1844">
              <a:extLst>
                <a:ext uri="{FF2B5EF4-FFF2-40B4-BE49-F238E27FC236}">
                  <a16:creationId xmlns:a16="http://schemas.microsoft.com/office/drawing/2014/main" id="{EF9FB708-2B52-729D-5678-CF8D221DFF80}"/>
                </a:ext>
              </a:extLst>
            </p:cNvPr>
            <p:cNvSpPr/>
            <p:nvPr/>
          </p:nvSpPr>
          <p:spPr>
            <a:xfrm>
              <a:off x="219003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6" name="Rectangle 1845">
              <a:extLst>
                <a:ext uri="{FF2B5EF4-FFF2-40B4-BE49-F238E27FC236}">
                  <a16:creationId xmlns:a16="http://schemas.microsoft.com/office/drawing/2014/main" id="{68D469D4-851E-ECD0-49EC-7129276DCCEF}"/>
                </a:ext>
              </a:extLst>
            </p:cNvPr>
            <p:cNvSpPr/>
            <p:nvPr/>
          </p:nvSpPr>
          <p:spPr>
            <a:xfrm>
              <a:off x="219003" y="524891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7" name="Rectangle 1846">
              <a:extLst>
                <a:ext uri="{FF2B5EF4-FFF2-40B4-BE49-F238E27FC236}">
                  <a16:creationId xmlns:a16="http://schemas.microsoft.com/office/drawing/2014/main" id="{0DA7EB92-BE38-CD25-8E45-D7585ECA9631}"/>
                </a:ext>
              </a:extLst>
            </p:cNvPr>
            <p:cNvSpPr/>
            <p:nvPr/>
          </p:nvSpPr>
          <p:spPr>
            <a:xfrm>
              <a:off x="219003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8" name="Rectangle 1847">
              <a:extLst>
                <a:ext uri="{FF2B5EF4-FFF2-40B4-BE49-F238E27FC236}">
                  <a16:creationId xmlns:a16="http://schemas.microsoft.com/office/drawing/2014/main" id="{0B1061E3-ECD2-0FDF-7CB3-3A88443D9D40}"/>
                </a:ext>
              </a:extLst>
            </p:cNvPr>
            <p:cNvSpPr/>
            <p:nvPr/>
          </p:nvSpPr>
          <p:spPr>
            <a:xfrm>
              <a:off x="219003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49" name="Rectangle 1848">
              <a:extLst>
                <a:ext uri="{FF2B5EF4-FFF2-40B4-BE49-F238E27FC236}">
                  <a16:creationId xmlns:a16="http://schemas.microsoft.com/office/drawing/2014/main" id="{7868AAEA-3921-5BD6-7CC8-709B1B6762D6}"/>
                </a:ext>
              </a:extLst>
            </p:cNvPr>
            <p:cNvSpPr/>
            <p:nvPr/>
          </p:nvSpPr>
          <p:spPr>
            <a:xfrm>
              <a:off x="219003" y="549820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0" name="Rectangle 1849">
              <a:extLst>
                <a:ext uri="{FF2B5EF4-FFF2-40B4-BE49-F238E27FC236}">
                  <a16:creationId xmlns:a16="http://schemas.microsoft.com/office/drawing/2014/main" id="{9B5143CD-76BC-1BCC-4549-546FB1D4BEB3}"/>
                </a:ext>
              </a:extLst>
            </p:cNvPr>
            <p:cNvSpPr/>
            <p:nvPr/>
          </p:nvSpPr>
          <p:spPr>
            <a:xfrm>
              <a:off x="219003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1" name="Rectangle 1850">
              <a:extLst>
                <a:ext uri="{FF2B5EF4-FFF2-40B4-BE49-F238E27FC236}">
                  <a16:creationId xmlns:a16="http://schemas.microsoft.com/office/drawing/2014/main" id="{7333D23B-ADBE-463C-E056-E3A0B386ABC6}"/>
                </a:ext>
              </a:extLst>
            </p:cNvPr>
            <p:cNvSpPr/>
            <p:nvPr/>
          </p:nvSpPr>
          <p:spPr>
            <a:xfrm>
              <a:off x="219003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2" name="Rectangle 1851">
              <a:extLst>
                <a:ext uri="{FF2B5EF4-FFF2-40B4-BE49-F238E27FC236}">
                  <a16:creationId xmlns:a16="http://schemas.microsoft.com/office/drawing/2014/main" id="{AA17B1D2-BF76-D6CB-54AE-E416DD395CD6}"/>
                </a:ext>
              </a:extLst>
            </p:cNvPr>
            <p:cNvSpPr/>
            <p:nvPr/>
          </p:nvSpPr>
          <p:spPr>
            <a:xfrm>
              <a:off x="219003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3" name="Rectangle 1852">
              <a:extLst>
                <a:ext uri="{FF2B5EF4-FFF2-40B4-BE49-F238E27FC236}">
                  <a16:creationId xmlns:a16="http://schemas.microsoft.com/office/drawing/2014/main" id="{7F51824D-2F91-03B6-8DA4-C0A123240C12}"/>
                </a:ext>
              </a:extLst>
            </p:cNvPr>
            <p:cNvSpPr/>
            <p:nvPr/>
          </p:nvSpPr>
          <p:spPr>
            <a:xfrm>
              <a:off x="219003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4" name="Rectangle 1853">
              <a:extLst>
                <a:ext uri="{FF2B5EF4-FFF2-40B4-BE49-F238E27FC236}">
                  <a16:creationId xmlns:a16="http://schemas.microsoft.com/office/drawing/2014/main" id="{B8FEDAD1-1166-B3E6-E323-B9BB00A36E81}"/>
                </a:ext>
              </a:extLst>
            </p:cNvPr>
            <p:cNvSpPr/>
            <p:nvPr/>
          </p:nvSpPr>
          <p:spPr>
            <a:xfrm>
              <a:off x="219003" y="591344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5" name="Rectangle 1854">
              <a:extLst>
                <a:ext uri="{FF2B5EF4-FFF2-40B4-BE49-F238E27FC236}">
                  <a16:creationId xmlns:a16="http://schemas.microsoft.com/office/drawing/2014/main" id="{C9629B87-C0DF-24FB-C3C1-6B6AA56689FE}"/>
                </a:ext>
              </a:extLst>
            </p:cNvPr>
            <p:cNvSpPr/>
            <p:nvPr/>
          </p:nvSpPr>
          <p:spPr>
            <a:xfrm>
              <a:off x="219003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C2E00379-0F62-6FC0-80A5-6197D7D1875F}"/>
                </a:ext>
              </a:extLst>
            </p:cNvPr>
            <p:cNvSpPr/>
            <p:nvPr/>
          </p:nvSpPr>
          <p:spPr>
            <a:xfrm>
              <a:off x="219003" y="607964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A8BA2406-6F1C-6C81-495F-3448A9D0E1B7}"/>
                </a:ext>
              </a:extLst>
            </p:cNvPr>
            <p:cNvSpPr/>
            <p:nvPr/>
          </p:nvSpPr>
          <p:spPr>
            <a:xfrm>
              <a:off x="219003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B86C783F-6EB2-BFDF-D6D2-276E18CC4DD4}"/>
                </a:ext>
              </a:extLst>
            </p:cNvPr>
            <p:cNvSpPr/>
            <p:nvPr/>
          </p:nvSpPr>
          <p:spPr>
            <a:xfrm>
              <a:off x="219003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59" name="Rectangle 1858">
              <a:extLst>
                <a:ext uri="{FF2B5EF4-FFF2-40B4-BE49-F238E27FC236}">
                  <a16:creationId xmlns:a16="http://schemas.microsoft.com/office/drawing/2014/main" id="{576CEE2E-1E75-2C5C-C9F6-FC2DD1F183E5}"/>
                </a:ext>
              </a:extLst>
            </p:cNvPr>
            <p:cNvSpPr/>
            <p:nvPr/>
          </p:nvSpPr>
          <p:spPr>
            <a:xfrm>
              <a:off x="219003" y="632892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0" name="Rectangle 1859">
              <a:extLst>
                <a:ext uri="{FF2B5EF4-FFF2-40B4-BE49-F238E27FC236}">
                  <a16:creationId xmlns:a16="http://schemas.microsoft.com/office/drawing/2014/main" id="{99CDFADF-6455-1CC2-322F-D94E8E942692}"/>
                </a:ext>
              </a:extLst>
            </p:cNvPr>
            <p:cNvSpPr/>
            <p:nvPr/>
          </p:nvSpPr>
          <p:spPr>
            <a:xfrm>
              <a:off x="219003" y="64120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9A2855A6-F41E-6D2E-B17B-9202D0574E0B}"/>
                </a:ext>
              </a:extLst>
            </p:cNvPr>
            <p:cNvSpPr/>
            <p:nvPr/>
          </p:nvSpPr>
          <p:spPr>
            <a:xfrm>
              <a:off x="219003" y="649512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E4E922CB-31BC-7ED8-9FDA-844708C5F26A}"/>
                </a:ext>
              </a:extLst>
            </p:cNvPr>
            <p:cNvSpPr/>
            <p:nvPr/>
          </p:nvSpPr>
          <p:spPr>
            <a:xfrm>
              <a:off x="219003" y="657821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723A895D-40BA-E6D6-33D4-B5115E3BD593}"/>
                </a:ext>
              </a:extLst>
            </p:cNvPr>
            <p:cNvSpPr/>
            <p:nvPr/>
          </p:nvSpPr>
          <p:spPr>
            <a:xfrm>
              <a:off x="219003" y="6661315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5F4F457-5F96-BDDB-D511-47174C97AED9}"/>
                </a:ext>
              </a:extLst>
            </p:cNvPr>
            <p:cNvSpPr/>
            <p:nvPr/>
          </p:nvSpPr>
          <p:spPr>
            <a:xfrm>
              <a:off x="219003" y="674441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F7A01D7B-31BB-5026-FE4F-75D4BA7A77F0}"/>
                </a:ext>
              </a:extLst>
            </p:cNvPr>
            <p:cNvSpPr/>
            <p:nvPr/>
          </p:nvSpPr>
          <p:spPr>
            <a:xfrm>
              <a:off x="219003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05396DC9-84B6-CD69-D757-15E1D4EE1601}"/>
                </a:ext>
              </a:extLst>
            </p:cNvPr>
            <p:cNvSpPr/>
            <p:nvPr/>
          </p:nvSpPr>
          <p:spPr>
            <a:xfrm>
              <a:off x="219003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7" name="Rectangle 1866">
              <a:extLst>
                <a:ext uri="{FF2B5EF4-FFF2-40B4-BE49-F238E27FC236}">
                  <a16:creationId xmlns:a16="http://schemas.microsoft.com/office/drawing/2014/main" id="{74CE1665-6866-3BFA-761A-DF8BFFD7A457}"/>
                </a:ext>
              </a:extLst>
            </p:cNvPr>
            <p:cNvSpPr/>
            <p:nvPr/>
          </p:nvSpPr>
          <p:spPr>
            <a:xfrm>
              <a:off x="219003" y="699370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5A0723C2-7205-8613-7F6E-A78086D2C35D}"/>
                </a:ext>
              </a:extLst>
            </p:cNvPr>
            <p:cNvSpPr/>
            <p:nvPr/>
          </p:nvSpPr>
          <p:spPr>
            <a:xfrm>
              <a:off x="281741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E77B2C3-9C3D-1B66-BF80-E85E002262A2}"/>
                </a:ext>
              </a:extLst>
            </p:cNvPr>
            <p:cNvSpPr/>
            <p:nvPr/>
          </p:nvSpPr>
          <p:spPr>
            <a:xfrm>
              <a:off x="281741" y="1842667"/>
              <a:ext cx="62737" cy="83095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B549AA5B-B5F0-53BD-667A-6AA5E9EC03D0}"/>
                </a:ext>
              </a:extLst>
            </p:cNvPr>
            <p:cNvSpPr/>
            <p:nvPr/>
          </p:nvSpPr>
          <p:spPr>
            <a:xfrm>
              <a:off x="281741" y="1925763"/>
              <a:ext cx="62737" cy="83095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28D4BC73-DA48-D91F-6F22-FF7565B534AD}"/>
                </a:ext>
              </a:extLst>
            </p:cNvPr>
            <p:cNvSpPr/>
            <p:nvPr/>
          </p:nvSpPr>
          <p:spPr>
            <a:xfrm>
              <a:off x="281741" y="2008859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EC7A15B6-FA66-AC4D-DE04-D7275AE64D95}"/>
                </a:ext>
              </a:extLst>
            </p:cNvPr>
            <p:cNvSpPr/>
            <p:nvPr/>
          </p:nvSpPr>
          <p:spPr>
            <a:xfrm>
              <a:off x="281741" y="209195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3" name="Rectangle 1872">
              <a:extLst>
                <a:ext uri="{FF2B5EF4-FFF2-40B4-BE49-F238E27FC236}">
                  <a16:creationId xmlns:a16="http://schemas.microsoft.com/office/drawing/2014/main" id="{B2B93437-EA0A-16FC-C59E-B1AFA91B5B5D}"/>
                </a:ext>
              </a:extLst>
            </p:cNvPr>
            <p:cNvSpPr/>
            <p:nvPr/>
          </p:nvSpPr>
          <p:spPr>
            <a:xfrm>
              <a:off x="281741" y="2175052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4" name="Rectangle 1873">
              <a:extLst>
                <a:ext uri="{FF2B5EF4-FFF2-40B4-BE49-F238E27FC236}">
                  <a16:creationId xmlns:a16="http://schemas.microsoft.com/office/drawing/2014/main" id="{20B92071-4E9F-5B76-1FAC-8506DC24AF03}"/>
                </a:ext>
              </a:extLst>
            </p:cNvPr>
            <p:cNvSpPr/>
            <p:nvPr/>
          </p:nvSpPr>
          <p:spPr>
            <a:xfrm>
              <a:off x="281741" y="2258148"/>
              <a:ext cx="62737" cy="83096"/>
            </a:xfrm>
            <a:prstGeom prst="rect">
              <a:avLst/>
            </a:prstGeom>
            <a:solidFill>
              <a:srgbClr val="FF7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5" name="Rectangle 1874">
              <a:extLst>
                <a:ext uri="{FF2B5EF4-FFF2-40B4-BE49-F238E27FC236}">
                  <a16:creationId xmlns:a16="http://schemas.microsoft.com/office/drawing/2014/main" id="{41B28E9B-570D-16D4-3039-E86372F18235}"/>
                </a:ext>
              </a:extLst>
            </p:cNvPr>
            <p:cNvSpPr/>
            <p:nvPr/>
          </p:nvSpPr>
          <p:spPr>
            <a:xfrm>
              <a:off x="281741" y="234124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548328C0-E7B8-91FC-894C-452BDB14A633}"/>
                </a:ext>
              </a:extLst>
            </p:cNvPr>
            <p:cNvSpPr/>
            <p:nvPr/>
          </p:nvSpPr>
          <p:spPr>
            <a:xfrm>
              <a:off x="281741" y="242410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484F4911-315F-5D57-926E-9768C1330A37}"/>
                </a:ext>
              </a:extLst>
            </p:cNvPr>
            <p:cNvSpPr/>
            <p:nvPr/>
          </p:nvSpPr>
          <p:spPr>
            <a:xfrm>
              <a:off x="281741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B461871F-D0F1-FB17-6A93-D62EF47C62F6}"/>
                </a:ext>
              </a:extLst>
            </p:cNvPr>
            <p:cNvSpPr/>
            <p:nvPr/>
          </p:nvSpPr>
          <p:spPr>
            <a:xfrm>
              <a:off x="281741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C0D78FB4-3722-DCEE-0562-1EDCC1C0CA3E}"/>
                </a:ext>
              </a:extLst>
            </p:cNvPr>
            <p:cNvSpPr/>
            <p:nvPr/>
          </p:nvSpPr>
          <p:spPr>
            <a:xfrm>
              <a:off x="281741" y="267339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1ADCEDD-02D5-AAC7-9158-60CA05A9C082}"/>
                </a:ext>
              </a:extLst>
            </p:cNvPr>
            <p:cNvSpPr/>
            <p:nvPr/>
          </p:nvSpPr>
          <p:spPr>
            <a:xfrm>
              <a:off x="281741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92A4BDA6-3E0A-7FBD-2F13-7D6EC189CDB8}"/>
                </a:ext>
              </a:extLst>
            </p:cNvPr>
            <p:cNvSpPr/>
            <p:nvPr/>
          </p:nvSpPr>
          <p:spPr>
            <a:xfrm>
              <a:off x="281741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2" name="Rectangle 1881">
              <a:extLst>
                <a:ext uri="{FF2B5EF4-FFF2-40B4-BE49-F238E27FC236}">
                  <a16:creationId xmlns:a16="http://schemas.microsoft.com/office/drawing/2014/main" id="{47DD4329-43FF-6EDE-0792-50EB710A92ED}"/>
                </a:ext>
              </a:extLst>
            </p:cNvPr>
            <p:cNvSpPr/>
            <p:nvPr/>
          </p:nvSpPr>
          <p:spPr>
            <a:xfrm>
              <a:off x="281741" y="292268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3" name="Rectangle 1882">
              <a:extLst>
                <a:ext uri="{FF2B5EF4-FFF2-40B4-BE49-F238E27FC236}">
                  <a16:creationId xmlns:a16="http://schemas.microsoft.com/office/drawing/2014/main" id="{563C9FDC-EA4B-4DAD-D0D3-CC32B5C3B17B}"/>
                </a:ext>
              </a:extLst>
            </p:cNvPr>
            <p:cNvSpPr/>
            <p:nvPr/>
          </p:nvSpPr>
          <p:spPr>
            <a:xfrm>
              <a:off x="281741" y="300578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4" name="Rectangle 1883">
              <a:extLst>
                <a:ext uri="{FF2B5EF4-FFF2-40B4-BE49-F238E27FC236}">
                  <a16:creationId xmlns:a16="http://schemas.microsoft.com/office/drawing/2014/main" id="{641A9BBE-7DBB-388F-18EA-9204975326BC}"/>
                </a:ext>
              </a:extLst>
            </p:cNvPr>
            <p:cNvSpPr/>
            <p:nvPr/>
          </p:nvSpPr>
          <p:spPr>
            <a:xfrm>
              <a:off x="281741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03D9EE93-6531-FC9B-E8E4-0DEC3B879804}"/>
                </a:ext>
              </a:extLst>
            </p:cNvPr>
            <p:cNvSpPr/>
            <p:nvPr/>
          </p:nvSpPr>
          <p:spPr>
            <a:xfrm>
              <a:off x="281741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D460F805-9698-6CCC-C1BA-A6E70AE3957A}"/>
                </a:ext>
              </a:extLst>
            </p:cNvPr>
            <p:cNvSpPr/>
            <p:nvPr/>
          </p:nvSpPr>
          <p:spPr>
            <a:xfrm>
              <a:off x="281741" y="325507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3B0608A4-73E3-7935-D7D9-83ED8664956F}"/>
                </a:ext>
              </a:extLst>
            </p:cNvPr>
            <p:cNvSpPr/>
            <p:nvPr/>
          </p:nvSpPr>
          <p:spPr>
            <a:xfrm>
              <a:off x="281741" y="333816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B44D21BD-3816-4890-AB9D-C1D6CFB93895}"/>
                </a:ext>
              </a:extLst>
            </p:cNvPr>
            <p:cNvSpPr/>
            <p:nvPr/>
          </p:nvSpPr>
          <p:spPr>
            <a:xfrm>
              <a:off x="281741" y="3421262"/>
              <a:ext cx="62737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0DD03FDE-5748-F67A-1770-FF0FE7D16A6E}"/>
                </a:ext>
              </a:extLst>
            </p:cNvPr>
            <p:cNvSpPr/>
            <p:nvPr/>
          </p:nvSpPr>
          <p:spPr>
            <a:xfrm>
              <a:off x="281741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0" name="Rectangle 1889">
              <a:extLst>
                <a:ext uri="{FF2B5EF4-FFF2-40B4-BE49-F238E27FC236}">
                  <a16:creationId xmlns:a16="http://schemas.microsoft.com/office/drawing/2014/main" id="{27189159-0417-53D9-E41B-E984A4D15C0B}"/>
                </a:ext>
              </a:extLst>
            </p:cNvPr>
            <p:cNvSpPr/>
            <p:nvPr/>
          </p:nvSpPr>
          <p:spPr>
            <a:xfrm>
              <a:off x="281741" y="3587220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1" name="Rectangle 1890">
              <a:extLst>
                <a:ext uri="{FF2B5EF4-FFF2-40B4-BE49-F238E27FC236}">
                  <a16:creationId xmlns:a16="http://schemas.microsoft.com/office/drawing/2014/main" id="{8191E6BE-AB1F-CD8D-09FA-8A4DF346B096}"/>
                </a:ext>
              </a:extLst>
            </p:cNvPr>
            <p:cNvSpPr/>
            <p:nvPr/>
          </p:nvSpPr>
          <p:spPr>
            <a:xfrm>
              <a:off x="281741" y="367031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65D26FBD-BD5D-5DA8-C6C7-1DCE3091E972}"/>
                </a:ext>
              </a:extLst>
            </p:cNvPr>
            <p:cNvSpPr/>
            <p:nvPr/>
          </p:nvSpPr>
          <p:spPr>
            <a:xfrm>
              <a:off x="281741" y="3753412"/>
              <a:ext cx="62737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3" name="Rectangle 1892">
              <a:extLst>
                <a:ext uri="{FF2B5EF4-FFF2-40B4-BE49-F238E27FC236}">
                  <a16:creationId xmlns:a16="http://schemas.microsoft.com/office/drawing/2014/main" id="{6B1CBCB8-A811-FF59-A507-E764BD9662CC}"/>
                </a:ext>
              </a:extLst>
            </p:cNvPr>
            <p:cNvSpPr/>
            <p:nvPr/>
          </p:nvSpPr>
          <p:spPr>
            <a:xfrm>
              <a:off x="281741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4" name="Rectangle 1893">
              <a:extLst>
                <a:ext uri="{FF2B5EF4-FFF2-40B4-BE49-F238E27FC236}">
                  <a16:creationId xmlns:a16="http://schemas.microsoft.com/office/drawing/2014/main" id="{FAA4DE32-E91E-1591-45D2-F6EBBE79A9C4}"/>
                </a:ext>
              </a:extLst>
            </p:cNvPr>
            <p:cNvSpPr/>
            <p:nvPr/>
          </p:nvSpPr>
          <p:spPr>
            <a:xfrm>
              <a:off x="281741" y="39196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3444A913-1B8D-4C8C-E88A-ABC3E2B3DF42}"/>
                </a:ext>
              </a:extLst>
            </p:cNvPr>
            <p:cNvSpPr/>
            <p:nvPr/>
          </p:nvSpPr>
          <p:spPr>
            <a:xfrm>
              <a:off x="281741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F82363C9-DCC2-C48A-0E9D-D99AEEDD3D64}"/>
                </a:ext>
              </a:extLst>
            </p:cNvPr>
            <p:cNvSpPr/>
            <p:nvPr/>
          </p:nvSpPr>
          <p:spPr>
            <a:xfrm>
              <a:off x="281741" y="4085798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8D005076-15C5-F3E2-D676-9B3CC0915E3C}"/>
                </a:ext>
              </a:extLst>
            </p:cNvPr>
            <p:cNvSpPr/>
            <p:nvPr/>
          </p:nvSpPr>
          <p:spPr>
            <a:xfrm>
              <a:off x="281741" y="41688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C4931B6D-8523-5DB5-BD76-E7D4EC7F5B6B}"/>
                </a:ext>
              </a:extLst>
            </p:cNvPr>
            <p:cNvSpPr/>
            <p:nvPr/>
          </p:nvSpPr>
          <p:spPr>
            <a:xfrm>
              <a:off x="281741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573B6083-B2DB-6F9F-C44B-446E8F5FDAA8}"/>
                </a:ext>
              </a:extLst>
            </p:cNvPr>
            <p:cNvSpPr/>
            <p:nvPr/>
          </p:nvSpPr>
          <p:spPr>
            <a:xfrm>
              <a:off x="281741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1E0E3723-4FA3-B2A5-3666-21D4420C3395}"/>
                </a:ext>
              </a:extLst>
            </p:cNvPr>
            <p:cNvSpPr/>
            <p:nvPr/>
          </p:nvSpPr>
          <p:spPr>
            <a:xfrm>
              <a:off x="281741" y="441818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1006B79B-6944-6122-30E9-334CC35D17B9}"/>
                </a:ext>
              </a:extLst>
            </p:cNvPr>
            <p:cNvSpPr/>
            <p:nvPr/>
          </p:nvSpPr>
          <p:spPr>
            <a:xfrm>
              <a:off x="281741" y="45012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2" name="Rectangle 1901">
              <a:extLst>
                <a:ext uri="{FF2B5EF4-FFF2-40B4-BE49-F238E27FC236}">
                  <a16:creationId xmlns:a16="http://schemas.microsoft.com/office/drawing/2014/main" id="{0216BE86-7923-1372-35D1-18FAE0259F1A}"/>
                </a:ext>
              </a:extLst>
            </p:cNvPr>
            <p:cNvSpPr/>
            <p:nvPr/>
          </p:nvSpPr>
          <p:spPr>
            <a:xfrm>
              <a:off x="281741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3" name="Rectangle 1902">
              <a:extLst>
                <a:ext uri="{FF2B5EF4-FFF2-40B4-BE49-F238E27FC236}">
                  <a16:creationId xmlns:a16="http://schemas.microsoft.com/office/drawing/2014/main" id="{1BE3F2BC-6259-0E24-7107-46A268540377}"/>
                </a:ext>
              </a:extLst>
            </p:cNvPr>
            <p:cNvSpPr/>
            <p:nvPr/>
          </p:nvSpPr>
          <p:spPr>
            <a:xfrm>
              <a:off x="281741" y="466747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4" name="Rectangle 1903">
              <a:extLst>
                <a:ext uri="{FF2B5EF4-FFF2-40B4-BE49-F238E27FC236}">
                  <a16:creationId xmlns:a16="http://schemas.microsoft.com/office/drawing/2014/main" id="{835290B8-A074-A6C8-B14A-DB4BBC69D6BB}"/>
                </a:ext>
              </a:extLst>
            </p:cNvPr>
            <p:cNvSpPr/>
            <p:nvPr/>
          </p:nvSpPr>
          <p:spPr>
            <a:xfrm>
              <a:off x="281741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5" name="Rectangle 1904">
              <a:extLst>
                <a:ext uri="{FF2B5EF4-FFF2-40B4-BE49-F238E27FC236}">
                  <a16:creationId xmlns:a16="http://schemas.microsoft.com/office/drawing/2014/main" id="{9D631331-F2B0-1A6E-87F1-539BD1BF0AB8}"/>
                </a:ext>
              </a:extLst>
            </p:cNvPr>
            <p:cNvSpPr/>
            <p:nvPr/>
          </p:nvSpPr>
          <p:spPr>
            <a:xfrm>
              <a:off x="281741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5AE23AD2-67EF-B2C7-07B2-ECADEF6A0778}"/>
                </a:ext>
              </a:extLst>
            </p:cNvPr>
            <p:cNvSpPr/>
            <p:nvPr/>
          </p:nvSpPr>
          <p:spPr>
            <a:xfrm>
              <a:off x="281741" y="4916526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D7B6BCB7-A578-9AD0-920F-205ECDB7D35A}"/>
                </a:ext>
              </a:extLst>
            </p:cNvPr>
            <p:cNvSpPr/>
            <p:nvPr/>
          </p:nvSpPr>
          <p:spPr>
            <a:xfrm>
              <a:off x="281741" y="499962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087B1BE1-0CFF-78C6-FAD7-897A1E79B748}"/>
                </a:ext>
              </a:extLst>
            </p:cNvPr>
            <p:cNvSpPr/>
            <p:nvPr/>
          </p:nvSpPr>
          <p:spPr>
            <a:xfrm>
              <a:off x="281741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BB29CA52-CA06-8438-5F47-404D962DF45C}"/>
                </a:ext>
              </a:extLst>
            </p:cNvPr>
            <p:cNvSpPr/>
            <p:nvPr/>
          </p:nvSpPr>
          <p:spPr>
            <a:xfrm>
              <a:off x="281741" y="516581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F814EC31-DBD1-DD5F-0543-92FD48F8E817}"/>
                </a:ext>
              </a:extLst>
            </p:cNvPr>
            <p:cNvSpPr/>
            <p:nvPr/>
          </p:nvSpPr>
          <p:spPr>
            <a:xfrm>
              <a:off x="281741" y="524891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BF0CC454-4919-8FF5-7726-366F37303394}"/>
                </a:ext>
              </a:extLst>
            </p:cNvPr>
            <p:cNvSpPr/>
            <p:nvPr/>
          </p:nvSpPr>
          <p:spPr>
            <a:xfrm>
              <a:off x="281741" y="53320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2" name="Rectangle 1911">
              <a:extLst>
                <a:ext uri="{FF2B5EF4-FFF2-40B4-BE49-F238E27FC236}">
                  <a16:creationId xmlns:a16="http://schemas.microsoft.com/office/drawing/2014/main" id="{FE5F8487-D48B-A21B-8B02-4E3F437DAA53}"/>
                </a:ext>
              </a:extLst>
            </p:cNvPr>
            <p:cNvSpPr/>
            <p:nvPr/>
          </p:nvSpPr>
          <p:spPr>
            <a:xfrm>
              <a:off x="281741" y="54151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3" name="Rectangle 1912">
              <a:extLst>
                <a:ext uri="{FF2B5EF4-FFF2-40B4-BE49-F238E27FC236}">
                  <a16:creationId xmlns:a16="http://schemas.microsoft.com/office/drawing/2014/main" id="{9976CCB3-300C-E67E-DB1E-BF1F43AA179F}"/>
                </a:ext>
              </a:extLst>
            </p:cNvPr>
            <p:cNvSpPr/>
            <p:nvPr/>
          </p:nvSpPr>
          <p:spPr>
            <a:xfrm>
              <a:off x="281741" y="5498201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4" name="Rectangle 1913">
              <a:extLst>
                <a:ext uri="{FF2B5EF4-FFF2-40B4-BE49-F238E27FC236}">
                  <a16:creationId xmlns:a16="http://schemas.microsoft.com/office/drawing/2014/main" id="{4C6EE3F7-5702-52DB-2316-CFE0DECDCE4E}"/>
                </a:ext>
              </a:extLst>
            </p:cNvPr>
            <p:cNvSpPr/>
            <p:nvPr/>
          </p:nvSpPr>
          <p:spPr>
            <a:xfrm>
              <a:off x="281741" y="558129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5" name="Rectangle 1914">
              <a:extLst>
                <a:ext uri="{FF2B5EF4-FFF2-40B4-BE49-F238E27FC236}">
                  <a16:creationId xmlns:a16="http://schemas.microsoft.com/office/drawing/2014/main" id="{D8EF6DCA-8F03-9456-4F53-C523CB7A3FA9}"/>
                </a:ext>
              </a:extLst>
            </p:cNvPr>
            <p:cNvSpPr/>
            <p:nvPr/>
          </p:nvSpPr>
          <p:spPr>
            <a:xfrm>
              <a:off x="281741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C1779200-245F-E51A-A7C2-68AB2348027C}"/>
                </a:ext>
              </a:extLst>
            </p:cNvPr>
            <p:cNvSpPr/>
            <p:nvPr/>
          </p:nvSpPr>
          <p:spPr>
            <a:xfrm>
              <a:off x="281741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49F07040-B3E7-A2E7-952B-7B20EB6DD8A0}"/>
                </a:ext>
              </a:extLst>
            </p:cNvPr>
            <p:cNvSpPr/>
            <p:nvPr/>
          </p:nvSpPr>
          <p:spPr>
            <a:xfrm>
              <a:off x="281741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D2BF54C9-A0A9-0DFE-3F96-6B79D9C56F1F}"/>
                </a:ext>
              </a:extLst>
            </p:cNvPr>
            <p:cNvSpPr/>
            <p:nvPr/>
          </p:nvSpPr>
          <p:spPr>
            <a:xfrm>
              <a:off x="281741" y="5913447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21027B27-EBFE-EF81-33EE-7254E901A961}"/>
                </a:ext>
              </a:extLst>
            </p:cNvPr>
            <p:cNvSpPr/>
            <p:nvPr/>
          </p:nvSpPr>
          <p:spPr>
            <a:xfrm>
              <a:off x="281741" y="5996544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0" name="Rectangle 1919">
              <a:extLst>
                <a:ext uri="{FF2B5EF4-FFF2-40B4-BE49-F238E27FC236}">
                  <a16:creationId xmlns:a16="http://schemas.microsoft.com/office/drawing/2014/main" id="{F0DA9773-34D9-391E-FB7C-4F3E9BB947C9}"/>
                </a:ext>
              </a:extLst>
            </p:cNvPr>
            <p:cNvSpPr/>
            <p:nvPr/>
          </p:nvSpPr>
          <p:spPr>
            <a:xfrm>
              <a:off x="281741" y="6079640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1" name="Rectangle 1920">
              <a:extLst>
                <a:ext uri="{FF2B5EF4-FFF2-40B4-BE49-F238E27FC236}">
                  <a16:creationId xmlns:a16="http://schemas.microsoft.com/office/drawing/2014/main" id="{DF00C3D7-A0E0-B4AC-5CE1-4C349E636B7A}"/>
                </a:ext>
              </a:extLst>
            </p:cNvPr>
            <p:cNvSpPr/>
            <p:nvPr/>
          </p:nvSpPr>
          <p:spPr>
            <a:xfrm>
              <a:off x="281741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2" name="Rectangle 1921">
              <a:extLst>
                <a:ext uri="{FF2B5EF4-FFF2-40B4-BE49-F238E27FC236}">
                  <a16:creationId xmlns:a16="http://schemas.microsoft.com/office/drawing/2014/main" id="{D7F64F0D-9953-7FD3-8937-56B40DA7F248}"/>
                </a:ext>
              </a:extLst>
            </p:cNvPr>
            <p:cNvSpPr/>
            <p:nvPr/>
          </p:nvSpPr>
          <p:spPr>
            <a:xfrm>
              <a:off x="281741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3" name="Rectangle 1922">
              <a:extLst>
                <a:ext uri="{FF2B5EF4-FFF2-40B4-BE49-F238E27FC236}">
                  <a16:creationId xmlns:a16="http://schemas.microsoft.com/office/drawing/2014/main" id="{36620E75-586A-FFEF-704A-6A7CA63A38F7}"/>
                </a:ext>
              </a:extLst>
            </p:cNvPr>
            <p:cNvSpPr/>
            <p:nvPr/>
          </p:nvSpPr>
          <p:spPr>
            <a:xfrm>
              <a:off x="281741" y="632892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4" name="Rectangle 1923">
              <a:extLst>
                <a:ext uri="{FF2B5EF4-FFF2-40B4-BE49-F238E27FC236}">
                  <a16:creationId xmlns:a16="http://schemas.microsoft.com/office/drawing/2014/main" id="{741EDDC3-B7FD-EE46-42EC-6E460112FA9D}"/>
                </a:ext>
              </a:extLst>
            </p:cNvPr>
            <p:cNvSpPr/>
            <p:nvPr/>
          </p:nvSpPr>
          <p:spPr>
            <a:xfrm>
              <a:off x="281741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5" name="Rectangle 1924">
              <a:extLst>
                <a:ext uri="{FF2B5EF4-FFF2-40B4-BE49-F238E27FC236}">
                  <a16:creationId xmlns:a16="http://schemas.microsoft.com/office/drawing/2014/main" id="{E4C2750B-2880-281B-FFDF-A10A7E147A20}"/>
                </a:ext>
              </a:extLst>
            </p:cNvPr>
            <p:cNvSpPr/>
            <p:nvPr/>
          </p:nvSpPr>
          <p:spPr>
            <a:xfrm>
              <a:off x="281741" y="649512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6" name="Rectangle 1925">
              <a:extLst>
                <a:ext uri="{FF2B5EF4-FFF2-40B4-BE49-F238E27FC236}">
                  <a16:creationId xmlns:a16="http://schemas.microsoft.com/office/drawing/2014/main" id="{05E71481-4BF7-A848-66A4-BB0AAD7D7723}"/>
                </a:ext>
              </a:extLst>
            </p:cNvPr>
            <p:cNvSpPr/>
            <p:nvPr/>
          </p:nvSpPr>
          <p:spPr>
            <a:xfrm>
              <a:off x="281741" y="657821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7" name="Rectangle 1926">
              <a:extLst>
                <a:ext uri="{FF2B5EF4-FFF2-40B4-BE49-F238E27FC236}">
                  <a16:creationId xmlns:a16="http://schemas.microsoft.com/office/drawing/2014/main" id="{4815C4F9-77E2-B0D4-81E1-0E4AAE70FE24}"/>
                </a:ext>
              </a:extLst>
            </p:cNvPr>
            <p:cNvSpPr/>
            <p:nvPr/>
          </p:nvSpPr>
          <p:spPr>
            <a:xfrm>
              <a:off x="281741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8" name="Rectangle 1927">
              <a:extLst>
                <a:ext uri="{FF2B5EF4-FFF2-40B4-BE49-F238E27FC236}">
                  <a16:creationId xmlns:a16="http://schemas.microsoft.com/office/drawing/2014/main" id="{08C3C413-0C4F-510C-6EAF-55A3926A85AA}"/>
                </a:ext>
              </a:extLst>
            </p:cNvPr>
            <p:cNvSpPr/>
            <p:nvPr/>
          </p:nvSpPr>
          <p:spPr>
            <a:xfrm>
              <a:off x="281741" y="6744411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29" name="Rectangle 1928">
              <a:extLst>
                <a:ext uri="{FF2B5EF4-FFF2-40B4-BE49-F238E27FC236}">
                  <a16:creationId xmlns:a16="http://schemas.microsoft.com/office/drawing/2014/main" id="{7DC478C1-22D8-5590-1E3A-E7D5D9FFC0BA}"/>
                </a:ext>
              </a:extLst>
            </p:cNvPr>
            <p:cNvSpPr/>
            <p:nvPr/>
          </p:nvSpPr>
          <p:spPr>
            <a:xfrm>
              <a:off x="281741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0" name="Rectangle 1929">
              <a:extLst>
                <a:ext uri="{FF2B5EF4-FFF2-40B4-BE49-F238E27FC236}">
                  <a16:creationId xmlns:a16="http://schemas.microsoft.com/office/drawing/2014/main" id="{D067B19F-F301-7EA4-6723-AAC72EED8B71}"/>
                </a:ext>
              </a:extLst>
            </p:cNvPr>
            <p:cNvSpPr/>
            <p:nvPr/>
          </p:nvSpPr>
          <p:spPr>
            <a:xfrm>
              <a:off x="281741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1" name="Rectangle 1930">
              <a:extLst>
                <a:ext uri="{FF2B5EF4-FFF2-40B4-BE49-F238E27FC236}">
                  <a16:creationId xmlns:a16="http://schemas.microsoft.com/office/drawing/2014/main" id="{F8848FAF-1BC7-5956-63A3-2DA95B30A0AD}"/>
                </a:ext>
              </a:extLst>
            </p:cNvPr>
            <p:cNvSpPr/>
            <p:nvPr/>
          </p:nvSpPr>
          <p:spPr>
            <a:xfrm>
              <a:off x="281741" y="699370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2" name="Rectangle 1931">
              <a:extLst>
                <a:ext uri="{FF2B5EF4-FFF2-40B4-BE49-F238E27FC236}">
                  <a16:creationId xmlns:a16="http://schemas.microsoft.com/office/drawing/2014/main" id="{BE215B7D-56A5-6F4C-D997-64B752779EC0}"/>
                </a:ext>
              </a:extLst>
            </p:cNvPr>
            <p:cNvSpPr/>
            <p:nvPr/>
          </p:nvSpPr>
          <p:spPr>
            <a:xfrm>
              <a:off x="344351" y="1759570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3" name="Rectangle 1932">
              <a:extLst>
                <a:ext uri="{FF2B5EF4-FFF2-40B4-BE49-F238E27FC236}">
                  <a16:creationId xmlns:a16="http://schemas.microsoft.com/office/drawing/2014/main" id="{3A10C278-E921-FEC9-0692-C87712DEE3D5}"/>
                </a:ext>
              </a:extLst>
            </p:cNvPr>
            <p:cNvSpPr/>
            <p:nvPr/>
          </p:nvSpPr>
          <p:spPr>
            <a:xfrm>
              <a:off x="344351" y="1842667"/>
              <a:ext cx="62738" cy="83095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4" name="Rectangle 1933">
              <a:extLst>
                <a:ext uri="{FF2B5EF4-FFF2-40B4-BE49-F238E27FC236}">
                  <a16:creationId xmlns:a16="http://schemas.microsoft.com/office/drawing/2014/main" id="{9DEAA572-B21E-BA31-24C2-CA52D99F9CB1}"/>
                </a:ext>
              </a:extLst>
            </p:cNvPr>
            <p:cNvSpPr/>
            <p:nvPr/>
          </p:nvSpPr>
          <p:spPr>
            <a:xfrm>
              <a:off x="344351" y="1925763"/>
              <a:ext cx="62738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5" name="Rectangle 1934">
              <a:extLst>
                <a:ext uri="{FF2B5EF4-FFF2-40B4-BE49-F238E27FC236}">
                  <a16:creationId xmlns:a16="http://schemas.microsoft.com/office/drawing/2014/main" id="{AF2EEB22-B819-42FF-843A-256512CB894F}"/>
                </a:ext>
              </a:extLst>
            </p:cNvPr>
            <p:cNvSpPr/>
            <p:nvPr/>
          </p:nvSpPr>
          <p:spPr>
            <a:xfrm>
              <a:off x="344351" y="2008859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6" name="Rectangle 1935">
              <a:extLst>
                <a:ext uri="{FF2B5EF4-FFF2-40B4-BE49-F238E27FC236}">
                  <a16:creationId xmlns:a16="http://schemas.microsoft.com/office/drawing/2014/main" id="{52DF45CE-62B7-AD12-C363-561209D219B9}"/>
                </a:ext>
              </a:extLst>
            </p:cNvPr>
            <p:cNvSpPr/>
            <p:nvPr/>
          </p:nvSpPr>
          <p:spPr>
            <a:xfrm>
              <a:off x="344351" y="2091956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7" name="Rectangle 1936">
              <a:extLst>
                <a:ext uri="{FF2B5EF4-FFF2-40B4-BE49-F238E27FC236}">
                  <a16:creationId xmlns:a16="http://schemas.microsoft.com/office/drawing/2014/main" id="{D3D60F95-51F0-DE86-41AB-ADC68C7FF0E2}"/>
                </a:ext>
              </a:extLst>
            </p:cNvPr>
            <p:cNvSpPr/>
            <p:nvPr/>
          </p:nvSpPr>
          <p:spPr>
            <a:xfrm>
              <a:off x="344351" y="2175052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8" name="Rectangle 1937">
              <a:extLst>
                <a:ext uri="{FF2B5EF4-FFF2-40B4-BE49-F238E27FC236}">
                  <a16:creationId xmlns:a16="http://schemas.microsoft.com/office/drawing/2014/main" id="{B2AEB34D-1EAE-F435-98D4-716301CD88BD}"/>
                </a:ext>
              </a:extLst>
            </p:cNvPr>
            <p:cNvSpPr/>
            <p:nvPr/>
          </p:nvSpPr>
          <p:spPr>
            <a:xfrm>
              <a:off x="344351" y="2258148"/>
              <a:ext cx="62738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39" name="Rectangle 1938">
              <a:extLst>
                <a:ext uri="{FF2B5EF4-FFF2-40B4-BE49-F238E27FC236}">
                  <a16:creationId xmlns:a16="http://schemas.microsoft.com/office/drawing/2014/main" id="{A8D446C9-D3AC-7812-D6D9-83F61AC3240A}"/>
                </a:ext>
              </a:extLst>
            </p:cNvPr>
            <p:cNvSpPr/>
            <p:nvPr/>
          </p:nvSpPr>
          <p:spPr>
            <a:xfrm>
              <a:off x="344351" y="2341245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0" name="Rectangle 1939">
              <a:extLst>
                <a:ext uri="{FF2B5EF4-FFF2-40B4-BE49-F238E27FC236}">
                  <a16:creationId xmlns:a16="http://schemas.microsoft.com/office/drawing/2014/main" id="{C8F09B7C-02D9-AB4D-3E47-35913B4F0D40}"/>
                </a:ext>
              </a:extLst>
            </p:cNvPr>
            <p:cNvSpPr/>
            <p:nvPr/>
          </p:nvSpPr>
          <p:spPr>
            <a:xfrm>
              <a:off x="344351" y="2424106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1" name="Rectangle 1940">
              <a:extLst>
                <a:ext uri="{FF2B5EF4-FFF2-40B4-BE49-F238E27FC236}">
                  <a16:creationId xmlns:a16="http://schemas.microsoft.com/office/drawing/2014/main" id="{665A4D58-1843-9363-9AB7-20042F5A66F9}"/>
                </a:ext>
              </a:extLst>
            </p:cNvPr>
            <p:cNvSpPr/>
            <p:nvPr/>
          </p:nvSpPr>
          <p:spPr>
            <a:xfrm>
              <a:off x="344351" y="2507202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2" name="Rectangle 1941">
              <a:extLst>
                <a:ext uri="{FF2B5EF4-FFF2-40B4-BE49-F238E27FC236}">
                  <a16:creationId xmlns:a16="http://schemas.microsoft.com/office/drawing/2014/main" id="{6559DD9E-3C30-3935-0E5D-FF70F66DB39F}"/>
                </a:ext>
              </a:extLst>
            </p:cNvPr>
            <p:cNvSpPr/>
            <p:nvPr/>
          </p:nvSpPr>
          <p:spPr>
            <a:xfrm>
              <a:off x="344351" y="2590299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3" name="Rectangle 1942">
              <a:extLst>
                <a:ext uri="{FF2B5EF4-FFF2-40B4-BE49-F238E27FC236}">
                  <a16:creationId xmlns:a16="http://schemas.microsoft.com/office/drawing/2014/main" id="{8E2F6B53-4DCF-1EE1-B831-29BF6C722C2E}"/>
                </a:ext>
              </a:extLst>
            </p:cNvPr>
            <p:cNvSpPr/>
            <p:nvPr/>
          </p:nvSpPr>
          <p:spPr>
            <a:xfrm>
              <a:off x="344351" y="2673395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4" name="Rectangle 1943">
              <a:extLst>
                <a:ext uri="{FF2B5EF4-FFF2-40B4-BE49-F238E27FC236}">
                  <a16:creationId xmlns:a16="http://schemas.microsoft.com/office/drawing/2014/main" id="{90F49153-6EA8-04D3-C332-11726AC4D81A}"/>
                </a:ext>
              </a:extLst>
            </p:cNvPr>
            <p:cNvSpPr/>
            <p:nvPr/>
          </p:nvSpPr>
          <p:spPr>
            <a:xfrm>
              <a:off x="344351" y="27564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5" name="Rectangle 1944">
              <a:extLst>
                <a:ext uri="{FF2B5EF4-FFF2-40B4-BE49-F238E27FC236}">
                  <a16:creationId xmlns:a16="http://schemas.microsoft.com/office/drawing/2014/main" id="{1BF4EF32-3084-CD32-80D6-4EC6174B99C1}"/>
                </a:ext>
              </a:extLst>
            </p:cNvPr>
            <p:cNvSpPr/>
            <p:nvPr/>
          </p:nvSpPr>
          <p:spPr>
            <a:xfrm>
              <a:off x="344351" y="2839588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6" name="Rectangle 1945">
              <a:extLst>
                <a:ext uri="{FF2B5EF4-FFF2-40B4-BE49-F238E27FC236}">
                  <a16:creationId xmlns:a16="http://schemas.microsoft.com/office/drawing/2014/main" id="{D6AD202C-34A9-8103-6938-CF3751956F79}"/>
                </a:ext>
              </a:extLst>
            </p:cNvPr>
            <p:cNvSpPr/>
            <p:nvPr/>
          </p:nvSpPr>
          <p:spPr>
            <a:xfrm>
              <a:off x="344351" y="2922684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7" name="Rectangle 1946">
              <a:extLst>
                <a:ext uri="{FF2B5EF4-FFF2-40B4-BE49-F238E27FC236}">
                  <a16:creationId xmlns:a16="http://schemas.microsoft.com/office/drawing/2014/main" id="{24DDE969-B318-409F-87F0-0E7D7E820DBD}"/>
                </a:ext>
              </a:extLst>
            </p:cNvPr>
            <p:cNvSpPr/>
            <p:nvPr/>
          </p:nvSpPr>
          <p:spPr>
            <a:xfrm>
              <a:off x="344351" y="300578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8" name="Rectangle 1947">
              <a:extLst>
                <a:ext uri="{FF2B5EF4-FFF2-40B4-BE49-F238E27FC236}">
                  <a16:creationId xmlns:a16="http://schemas.microsoft.com/office/drawing/2014/main" id="{F60046AF-46CF-F853-AA99-A66C6C65B4A1}"/>
                </a:ext>
              </a:extLst>
            </p:cNvPr>
            <p:cNvSpPr/>
            <p:nvPr/>
          </p:nvSpPr>
          <p:spPr>
            <a:xfrm>
              <a:off x="344351" y="308887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49" name="Rectangle 1948">
              <a:extLst>
                <a:ext uri="{FF2B5EF4-FFF2-40B4-BE49-F238E27FC236}">
                  <a16:creationId xmlns:a16="http://schemas.microsoft.com/office/drawing/2014/main" id="{9FA93BBC-1AF9-71F4-07BE-400B3DEF8421}"/>
                </a:ext>
              </a:extLst>
            </p:cNvPr>
            <p:cNvSpPr/>
            <p:nvPr/>
          </p:nvSpPr>
          <p:spPr>
            <a:xfrm>
              <a:off x="344351" y="3171973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0" name="Rectangle 1949">
              <a:extLst>
                <a:ext uri="{FF2B5EF4-FFF2-40B4-BE49-F238E27FC236}">
                  <a16:creationId xmlns:a16="http://schemas.microsoft.com/office/drawing/2014/main" id="{240D66A4-6CA4-40E5-3535-5574FBE61CEF}"/>
                </a:ext>
              </a:extLst>
            </p:cNvPr>
            <p:cNvSpPr/>
            <p:nvPr/>
          </p:nvSpPr>
          <p:spPr>
            <a:xfrm>
              <a:off x="344351" y="325507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1" name="Rectangle 1950">
              <a:extLst>
                <a:ext uri="{FF2B5EF4-FFF2-40B4-BE49-F238E27FC236}">
                  <a16:creationId xmlns:a16="http://schemas.microsoft.com/office/drawing/2014/main" id="{8312182A-FD31-0EB8-4817-A674578D909D}"/>
                </a:ext>
              </a:extLst>
            </p:cNvPr>
            <p:cNvSpPr/>
            <p:nvPr/>
          </p:nvSpPr>
          <p:spPr>
            <a:xfrm>
              <a:off x="344351" y="3338166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2" name="Rectangle 1951">
              <a:extLst>
                <a:ext uri="{FF2B5EF4-FFF2-40B4-BE49-F238E27FC236}">
                  <a16:creationId xmlns:a16="http://schemas.microsoft.com/office/drawing/2014/main" id="{ED260BEF-7D06-486F-6A72-44389FE9C791}"/>
                </a:ext>
              </a:extLst>
            </p:cNvPr>
            <p:cNvSpPr/>
            <p:nvPr/>
          </p:nvSpPr>
          <p:spPr>
            <a:xfrm>
              <a:off x="344351" y="342126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3" name="Rectangle 1952">
              <a:extLst>
                <a:ext uri="{FF2B5EF4-FFF2-40B4-BE49-F238E27FC236}">
                  <a16:creationId xmlns:a16="http://schemas.microsoft.com/office/drawing/2014/main" id="{75E34A95-6EC6-36B4-1531-D0805D991B0B}"/>
                </a:ext>
              </a:extLst>
            </p:cNvPr>
            <p:cNvSpPr/>
            <p:nvPr/>
          </p:nvSpPr>
          <p:spPr>
            <a:xfrm>
              <a:off x="344351" y="35043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4" name="Rectangle 1953">
              <a:extLst>
                <a:ext uri="{FF2B5EF4-FFF2-40B4-BE49-F238E27FC236}">
                  <a16:creationId xmlns:a16="http://schemas.microsoft.com/office/drawing/2014/main" id="{47BAA18C-40B6-62F1-20CD-49882214027A}"/>
                </a:ext>
              </a:extLst>
            </p:cNvPr>
            <p:cNvSpPr/>
            <p:nvPr/>
          </p:nvSpPr>
          <p:spPr>
            <a:xfrm>
              <a:off x="344351" y="358722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5" name="Rectangle 1954">
              <a:extLst>
                <a:ext uri="{FF2B5EF4-FFF2-40B4-BE49-F238E27FC236}">
                  <a16:creationId xmlns:a16="http://schemas.microsoft.com/office/drawing/2014/main" id="{D12478A5-7597-7294-F1F0-C814982E2A3E}"/>
                </a:ext>
              </a:extLst>
            </p:cNvPr>
            <p:cNvSpPr/>
            <p:nvPr/>
          </p:nvSpPr>
          <p:spPr>
            <a:xfrm>
              <a:off x="344351" y="3670316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6" name="Rectangle 1955">
              <a:extLst>
                <a:ext uri="{FF2B5EF4-FFF2-40B4-BE49-F238E27FC236}">
                  <a16:creationId xmlns:a16="http://schemas.microsoft.com/office/drawing/2014/main" id="{67A0E5D0-7E10-1B54-3626-B2F4F23E1030}"/>
                </a:ext>
              </a:extLst>
            </p:cNvPr>
            <p:cNvSpPr/>
            <p:nvPr/>
          </p:nvSpPr>
          <p:spPr>
            <a:xfrm>
              <a:off x="344351" y="3753412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7" name="Rectangle 1956">
              <a:extLst>
                <a:ext uri="{FF2B5EF4-FFF2-40B4-BE49-F238E27FC236}">
                  <a16:creationId xmlns:a16="http://schemas.microsoft.com/office/drawing/2014/main" id="{3ACBA3D4-2336-98EE-6DE8-3683F67595F5}"/>
                </a:ext>
              </a:extLst>
            </p:cNvPr>
            <p:cNvSpPr/>
            <p:nvPr/>
          </p:nvSpPr>
          <p:spPr>
            <a:xfrm>
              <a:off x="344351" y="3836509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8" name="Rectangle 1957">
              <a:extLst>
                <a:ext uri="{FF2B5EF4-FFF2-40B4-BE49-F238E27FC236}">
                  <a16:creationId xmlns:a16="http://schemas.microsoft.com/office/drawing/2014/main" id="{BBF2E59F-724F-622A-C88F-5902537626C3}"/>
                </a:ext>
              </a:extLst>
            </p:cNvPr>
            <p:cNvSpPr/>
            <p:nvPr/>
          </p:nvSpPr>
          <p:spPr>
            <a:xfrm>
              <a:off x="344351" y="39196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59" name="Rectangle 1958">
              <a:extLst>
                <a:ext uri="{FF2B5EF4-FFF2-40B4-BE49-F238E27FC236}">
                  <a16:creationId xmlns:a16="http://schemas.microsoft.com/office/drawing/2014/main" id="{1F91B512-68C1-35BA-5859-9DF2F9914884}"/>
                </a:ext>
              </a:extLst>
            </p:cNvPr>
            <p:cNvSpPr/>
            <p:nvPr/>
          </p:nvSpPr>
          <p:spPr>
            <a:xfrm>
              <a:off x="344351" y="4002702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0" name="Rectangle 1959">
              <a:extLst>
                <a:ext uri="{FF2B5EF4-FFF2-40B4-BE49-F238E27FC236}">
                  <a16:creationId xmlns:a16="http://schemas.microsoft.com/office/drawing/2014/main" id="{F4A35BAF-41ED-A802-B478-F35098A8101B}"/>
                </a:ext>
              </a:extLst>
            </p:cNvPr>
            <p:cNvSpPr/>
            <p:nvPr/>
          </p:nvSpPr>
          <p:spPr>
            <a:xfrm>
              <a:off x="344351" y="408579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1" name="Rectangle 1960">
              <a:extLst>
                <a:ext uri="{FF2B5EF4-FFF2-40B4-BE49-F238E27FC236}">
                  <a16:creationId xmlns:a16="http://schemas.microsoft.com/office/drawing/2014/main" id="{C4791424-1E67-6CFB-BDB1-F530A1D0D2E7}"/>
                </a:ext>
              </a:extLst>
            </p:cNvPr>
            <p:cNvSpPr/>
            <p:nvPr/>
          </p:nvSpPr>
          <p:spPr>
            <a:xfrm>
              <a:off x="344351" y="416889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2" name="Rectangle 1961">
              <a:extLst>
                <a:ext uri="{FF2B5EF4-FFF2-40B4-BE49-F238E27FC236}">
                  <a16:creationId xmlns:a16="http://schemas.microsoft.com/office/drawing/2014/main" id="{9C5C4963-64DB-1012-F1C8-20AF2B60A06E}"/>
                </a:ext>
              </a:extLst>
            </p:cNvPr>
            <p:cNvSpPr/>
            <p:nvPr/>
          </p:nvSpPr>
          <p:spPr>
            <a:xfrm>
              <a:off x="344351" y="42519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3" name="Rectangle 1962">
              <a:extLst>
                <a:ext uri="{FF2B5EF4-FFF2-40B4-BE49-F238E27FC236}">
                  <a16:creationId xmlns:a16="http://schemas.microsoft.com/office/drawing/2014/main" id="{32979A70-A1BE-BEFA-6393-FA9DC3274608}"/>
                </a:ext>
              </a:extLst>
            </p:cNvPr>
            <p:cNvSpPr/>
            <p:nvPr/>
          </p:nvSpPr>
          <p:spPr>
            <a:xfrm>
              <a:off x="344351" y="433508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4" name="Rectangle 1963">
              <a:extLst>
                <a:ext uri="{FF2B5EF4-FFF2-40B4-BE49-F238E27FC236}">
                  <a16:creationId xmlns:a16="http://schemas.microsoft.com/office/drawing/2014/main" id="{420D7B05-1169-980B-DD6E-A0B45CB18BB6}"/>
                </a:ext>
              </a:extLst>
            </p:cNvPr>
            <p:cNvSpPr/>
            <p:nvPr/>
          </p:nvSpPr>
          <p:spPr>
            <a:xfrm>
              <a:off x="344351" y="4418183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5" name="Rectangle 1964">
              <a:extLst>
                <a:ext uri="{FF2B5EF4-FFF2-40B4-BE49-F238E27FC236}">
                  <a16:creationId xmlns:a16="http://schemas.microsoft.com/office/drawing/2014/main" id="{2A617F5C-11AC-26AC-E0F2-085A41C95705}"/>
                </a:ext>
              </a:extLst>
            </p:cNvPr>
            <p:cNvSpPr/>
            <p:nvPr/>
          </p:nvSpPr>
          <p:spPr>
            <a:xfrm>
              <a:off x="344351" y="4501280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6" name="Rectangle 1965">
              <a:extLst>
                <a:ext uri="{FF2B5EF4-FFF2-40B4-BE49-F238E27FC236}">
                  <a16:creationId xmlns:a16="http://schemas.microsoft.com/office/drawing/2014/main" id="{1F9B7A09-B632-9FC0-47A7-9DA497646E79}"/>
                </a:ext>
              </a:extLst>
            </p:cNvPr>
            <p:cNvSpPr/>
            <p:nvPr/>
          </p:nvSpPr>
          <p:spPr>
            <a:xfrm>
              <a:off x="344351" y="458437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7" name="Rectangle 1966">
              <a:extLst>
                <a:ext uri="{FF2B5EF4-FFF2-40B4-BE49-F238E27FC236}">
                  <a16:creationId xmlns:a16="http://schemas.microsoft.com/office/drawing/2014/main" id="{7BBC0D00-C713-CBD4-19C6-BAB0C4B73109}"/>
                </a:ext>
              </a:extLst>
            </p:cNvPr>
            <p:cNvSpPr/>
            <p:nvPr/>
          </p:nvSpPr>
          <p:spPr>
            <a:xfrm>
              <a:off x="344351" y="4667473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8" name="Rectangle 1967">
              <a:extLst>
                <a:ext uri="{FF2B5EF4-FFF2-40B4-BE49-F238E27FC236}">
                  <a16:creationId xmlns:a16="http://schemas.microsoft.com/office/drawing/2014/main" id="{98697C1F-8755-7160-BACA-38AA9861FFA6}"/>
                </a:ext>
              </a:extLst>
            </p:cNvPr>
            <p:cNvSpPr/>
            <p:nvPr/>
          </p:nvSpPr>
          <p:spPr>
            <a:xfrm>
              <a:off x="344351" y="475033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69" name="Rectangle 1968">
              <a:extLst>
                <a:ext uri="{FF2B5EF4-FFF2-40B4-BE49-F238E27FC236}">
                  <a16:creationId xmlns:a16="http://schemas.microsoft.com/office/drawing/2014/main" id="{845A6541-5C4E-DE88-2165-A43B8C01E7DA}"/>
                </a:ext>
              </a:extLst>
            </p:cNvPr>
            <p:cNvSpPr/>
            <p:nvPr/>
          </p:nvSpPr>
          <p:spPr>
            <a:xfrm>
              <a:off x="344351" y="483343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0" name="Rectangle 1969">
              <a:extLst>
                <a:ext uri="{FF2B5EF4-FFF2-40B4-BE49-F238E27FC236}">
                  <a16:creationId xmlns:a16="http://schemas.microsoft.com/office/drawing/2014/main" id="{E1E881EB-CAB1-264D-C4B3-6001DB6131B4}"/>
                </a:ext>
              </a:extLst>
            </p:cNvPr>
            <p:cNvSpPr/>
            <p:nvPr/>
          </p:nvSpPr>
          <p:spPr>
            <a:xfrm>
              <a:off x="344351" y="4916526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1" name="Rectangle 1970">
              <a:extLst>
                <a:ext uri="{FF2B5EF4-FFF2-40B4-BE49-F238E27FC236}">
                  <a16:creationId xmlns:a16="http://schemas.microsoft.com/office/drawing/2014/main" id="{33833201-21A5-9331-1478-0F44A08CCA6D}"/>
                </a:ext>
              </a:extLst>
            </p:cNvPr>
            <p:cNvSpPr/>
            <p:nvPr/>
          </p:nvSpPr>
          <p:spPr>
            <a:xfrm>
              <a:off x="344351" y="4999621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2" name="Rectangle 1971">
              <a:extLst>
                <a:ext uri="{FF2B5EF4-FFF2-40B4-BE49-F238E27FC236}">
                  <a16:creationId xmlns:a16="http://schemas.microsoft.com/office/drawing/2014/main" id="{4439FA7D-F708-F163-F009-41CA835EF5D8}"/>
                </a:ext>
              </a:extLst>
            </p:cNvPr>
            <p:cNvSpPr/>
            <p:nvPr/>
          </p:nvSpPr>
          <p:spPr>
            <a:xfrm>
              <a:off x="344351" y="508271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3" name="Rectangle 1972">
              <a:extLst>
                <a:ext uri="{FF2B5EF4-FFF2-40B4-BE49-F238E27FC236}">
                  <a16:creationId xmlns:a16="http://schemas.microsoft.com/office/drawing/2014/main" id="{0073866A-A746-DE6E-FB13-822F6219BFA2}"/>
                </a:ext>
              </a:extLst>
            </p:cNvPr>
            <p:cNvSpPr/>
            <p:nvPr/>
          </p:nvSpPr>
          <p:spPr>
            <a:xfrm>
              <a:off x="344351" y="516581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4" name="Rectangle 1973">
              <a:extLst>
                <a:ext uri="{FF2B5EF4-FFF2-40B4-BE49-F238E27FC236}">
                  <a16:creationId xmlns:a16="http://schemas.microsoft.com/office/drawing/2014/main" id="{5B8B5450-561D-3AEC-95A8-A65A619B36DA}"/>
                </a:ext>
              </a:extLst>
            </p:cNvPr>
            <p:cNvSpPr/>
            <p:nvPr/>
          </p:nvSpPr>
          <p:spPr>
            <a:xfrm>
              <a:off x="344351" y="5248912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5" name="Rectangle 1974">
              <a:extLst>
                <a:ext uri="{FF2B5EF4-FFF2-40B4-BE49-F238E27FC236}">
                  <a16:creationId xmlns:a16="http://schemas.microsoft.com/office/drawing/2014/main" id="{B036A5C9-E9B2-5EC3-0973-4D29925C064C}"/>
                </a:ext>
              </a:extLst>
            </p:cNvPr>
            <p:cNvSpPr/>
            <p:nvPr/>
          </p:nvSpPr>
          <p:spPr>
            <a:xfrm>
              <a:off x="344351" y="5332008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6" name="Rectangle 1975">
              <a:extLst>
                <a:ext uri="{FF2B5EF4-FFF2-40B4-BE49-F238E27FC236}">
                  <a16:creationId xmlns:a16="http://schemas.microsoft.com/office/drawing/2014/main" id="{F465B67C-53B6-B376-1349-1B2F25B0DF8B}"/>
                </a:ext>
              </a:extLst>
            </p:cNvPr>
            <p:cNvSpPr/>
            <p:nvPr/>
          </p:nvSpPr>
          <p:spPr>
            <a:xfrm>
              <a:off x="344351" y="5415105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7" name="Rectangle 1976">
              <a:extLst>
                <a:ext uri="{FF2B5EF4-FFF2-40B4-BE49-F238E27FC236}">
                  <a16:creationId xmlns:a16="http://schemas.microsoft.com/office/drawing/2014/main" id="{9B8A202B-5C7A-D6BC-59A7-7A56E220A145}"/>
                </a:ext>
              </a:extLst>
            </p:cNvPr>
            <p:cNvSpPr/>
            <p:nvPr/>
          </p:nvSpPr>
          <p:spPr>
            <a:xfrm>
              <a:off x="344351" y="5498201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8" name="Rectangle 1977">
              <a:extLst>
                <a:ext uri="{FF2B5EF4-FFF2-40B4-BE49-F238E27FC236}">
                  <a16:creationId xmlns:a16="http://schemas.microsoft.com/office/drawing/2014/main" id="{3DA39B1A-2ABF-91A0-FE71-744330AB21FA}"/>
                </a:ext>
              </a:extLst>
            </p:cNvPr>
            <p:cNvSpPr/>
            <p:nvPr/>
          </p:nvSpPr>
          <p:spPr>
            <a:xfrm>
              <a:off x="344351" y="5581297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79" name="Rectangle 1978">
              <a:extLst>
                <a:ext uri="{FF2B5EF4-FFF2-40B4-BE49-F238E27FC236}">
                  <a16:creationId xmlns:a16="http://schemas.microsoft.com/office/drawing/2014/main" id="{0F6E5828-0DE0-AC17-6CE1-FEE26B8EA3FA}"/>
                </a:ext>
              </a:extLst>
            </p:cNvPr>
            <p:cNvSpPr/>
            <p:nvPr/>
          </p:nvSpPr>
          <p:spPr>
            <a:xfrm>
              <a:off x="344351" y="566439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0" name="Rectangle 1979">
              <a:extLst>
                <a:ext uri="{FF2B5EF4-FFF2-40B4-BE49-F238E27FC236}">
                  <a16:creationId xmlns:a16="http://schemas.microsoft.com/office/drawing/2014/main" id="{B28CBC8C-914D-CAB8-6C6C-FDD8F7182785}"/>
                </a:ext>
              </a:extLst>
            </p:cNvPr>
            <p:cNvSpPr/>
            <p:nvPr/>
          </p:nvSpPr>
          <p:spPr>
            <a:xfrm>
              <a:off x="344351" y="574749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1" name="Rectangle 1980">
              <a:extLst>
                <a:ext uri="{FF2B5EF4-FFF2-40B4-BE49-F238E27FC236}">
                  <a16:creationId xmlns:a16="http://schemas.microsoft.com/office/drawing/2014/main" id="{8403C7B2-5501-20FA-9A07-B361369035E9}"/>
                </a:ext>
              </a:extLst>
            </p:cNvPr>
            <p:cNvSpPr/>
            <p:nvPr/>
          </p:nvSpPr>
          <p:spPr>
            <a:xfrm>
              <a:off x="344351" y="5830586"/>
              <a:ext cx="62738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2" name="Rectangle 1981">
              <a:extLst>
                <a:ext uri="{FF2B5EF4-FFF2-40B4-BE49-F238E27FC236}">
                  <a16:creationId xmlns:a16="http://schemas.microsoft.com/office/drawing/2014/main" id="{698623DE-885D-61E3-569A-9D2413D71E05}"/>
                </a:ext>
              </a:extLst>
            </p:cNvPr>
            <p:cNvSpPr/>
            <p:nvPr/>
          </p:nvSpPr>
          <p:spPr>
            <a:xfrm>
              <a:off x="344351" y="5913447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3" name="Rectangle 1982">
              <a:extLst>
                <a:ext uri="{FF2B5EF4-FFF2-40B4-BE49-F238E27FC236}">
                  <a16:creationId xmlns:a16="http://schemas.microsoft.com/office/drawing/2014/main" id="{E288B7A5-F112-ED8B-7F4A-0A4A2ABB5B91}"/>
                </a:ext>
              </a:extLst>
            </p:cNvPr>
            <p:cNvSpPr/>
            <p:nvPr/>
          </p:nvSpPr>
          <p:spPr>
            <a:xfrm>
              <a:off x="344351" y="5996544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4" name="Rectangle 1983">
              <a:extLst>
                <a:ext uri="{FF2B5EF4-FFF2-40B4-BE49-F238E27FC236}">
                  <a16:creationId xmlns:a16="http://schemas.microsoft.com/office/drawing/2014/main" id="{9352FE0C-BBD1-BA5C-7DEC-423E9C9BC0B8}"/>
                </a:ext>
              </a:extLst>
            </p:cNvPr>
            <p:cNvSpPr/>
            <p:nvPr/>
          </p:nvSpPr>
          <p:spPr>
            <a:xfrm>
              <a:off x="344351" y="6079640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5" name="Rectangle 1984">
              <a:extLst>
                <a:ext uri="{FF2B5EF4-FFF2-40B4-BE49-F238E27FC236}">
                  <a16:creationId xmlns:a16="http://schemas.microsoft.com/office/drawing/2014/main" id="{54BAF97B-B8DC-2FFA-F386-78B25E302D7E}"/>
                </a:ext>
              </a:extLst>
            </p:cNvPr>
            <p:cNvSpPr/>
            <p:nvPr/>
          </p:nvSpPr>
          <p:spPr>
            <a:xfrm>
              <a:off x="344351" y="616273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6" name="Rectangle 1985">
              <a:extLst>
                <a:ext uri="{FF2B5EF4-FFF2-40B4-BE49-F238E27FC236}">
                  <a16:creationId xmlns:a16="http://schemas.microsoft.com/office/drawing/2014/main" id="{59A99C96-89E1-99B3-EEA0-3DFFD0AEB7FD}"/>
                </a:ext>
              </a:extLst>
            </p:cNvPr>
            <p:cNvSpPr/>
            <p:nvPr/>
          </p:nvSpPr>
          <p:spPr>
            <a:xfrm>
              <a:off x="344351" y="6245833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7" name="Rectangle 1986">
              <a:extLst>
                <a:ext uri="{FF2B5EF4-FFF2-40B4-BE49-F238E27FC236}">
                  <a16:creationId xmlns:a16="http://schemas.microsoft.com/office/drawing/2014/main" id="{B3D18FA8-EB9F-8BAE-01A3-93F500EB4E18}"/>
                </a:ext>
              </a:extLst>
            </p:cNvPr>
            <p:cNvSpPr/>
            <p:nvPr/>
          </p:nvSpPr>
          <p:spPr>
            <a:xfrm>
              <a:off x="344351" y="6328929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8" name="Rectangle 1987">
              <a:extLst>
                <a:ext uri="{FF2B5EF4-FFF2-40B4-BE49-F238E27FC236}">
                  <a16:creationId xmlns:a16="http://schemas.microsoft.com/office/drawing/2014/main" id="{D2E5EF84-9CB1-171D-96A5-449D54EA2E6D}"/>
                </a:ext>
              </a:extLst>
            </p:cNvPr>
            <p:cNvSpPr/>
            <p:nvPr/>
          </p:nvSpPr>
          <p:spPr>
            <a:xfrm>
              <a:off x="344351" y="6412026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89" name="Rectangle 1988">
              <a:extLst>
                <a:ext uri="{FF2B5EF4-FFF2-40B4-BE49-F238E27FC236}">
                  <a16:creationId xmlns:a16="http://schemas.microsoft.com/office/drawing/2014/main" id="{F7B033A0-3672-3A0A-7878-266DD451D5C3}"/>
                </a:ext>
              </a:extLst>
            </p:cNvPr>
            <p:cNvSpPr/>
            <p:nvPr/>
          </p:nvSpPr>
          <p:spPr>
            <a:xfrm>
              <a:off x="344351" y="6495122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0" name="Rectangle 1989">
              <a:extLst>
                <a:ext uri="{FF2B5EF4-FFF2-40B4-BE49-F238E27FC236}">
                  <a16:creationId xmlns:a16="http://schemas.microsoft.com/office/drawing/2014/main" id="{14748E9D-1F5B-2F36-E413-C05819157C4E}"/>
                </a:ext>
              </a:extLst>
            </p:cNvPr>
            <p:cNvSpPr/>
            <p:nvPr/>
          </p:nvSpPr>
          <p:spPr>
            <a:xfrm>
              <a:off x="344351" y="6578219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1" name="Rectangle 1990">
              <a:extLst>
                <a:ext uri="{FF2B5EF4-FFF2-40B4-BE49-F238E27FC236}">
                  <a16:creationId xmlns:a16="http://schemas.microsoft.com/office/drawing/2014/main" id="{7E7C2582-565A-1B68-3EC6-6D83AB509645}"/>
                </a:ext>
              </a:extLst>
            </p:cNvPr>
            <p:cNvSpPr/>
            <p:nvPr/>
          </p:nvSpPr>
          <p:spPr>
            <a:xfrm>
              <a:off x="344351" y="6661315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2" name="Rectangle 1991">
              <a:extLst>
                <a:ext uri="{FF2B5EF4-FFF2-40B4-BE49-F238E27FC236}">
                  <a16:creationId xmlns:a16="http://schemas.microsoft.com/office/drawing/2014/main" id="{635D01FC-0704-6685-47E3-3283E7790A98}"/>
                </a:ext>
              </a:extLst>
            </p:cNvPr>
            <p:cNvSpPr/>
            <p:nvPr/>
          </p:nvSpPr>
          <p:spPr>
            <a:xfrm>
              <a:off x="344351" y="6744411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3" name="Rectangle 1992">
              <a:extLst>
                <a:ext uri="{FF2B5EF4-FFF2-40B4-BE49-F238E27FC236}">
                  <a16:creationId xmlns:a16="http://schemas.microsoft.com/office/drawing/2014/main" id="{190B737C-8D89-52FE-FBEF-53425934C683}"/>
                </a:ext>
              </a:extLst>
            </p:cNvPr>
            <p:cNvSpPr/>
            <p:nvPr/>
          </p:nvSpPr>
          <p:spPr>
            <a:xfrm>
              <a:off x="344351" y="6827508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4" name="Rectangle 1993">
              <a:extLst>
                <a:ext uri="{FF2B5EF4-FFF2-40B4-BE49-F238E27FC236}">
                  <a16:creationId xmlns:a16="http://schemas.microsoft.com/office/drawing/2014/main" id="{90E0FF6E-3D06-32F8-A029-384C1402FF15}"/>
                </a:ext>
              </a:extLst>
            </p:cNvPr>
            <p:cNvSpPr/>
            <p:nvPr/>
          </p:nvSpPr>
          <p:spPr>
            <a:xfrm>
              <a:off x="344351" y="691060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5" name="Rectangle 1994">
              <a:extLst>
                <a:ext uri="{FF2B5EF4-FFF2-40B4-BE49-F238E27FC236}">
                  <a16:creationId xmlns:a16="http://schemas.microsoft.com/office/drawing/2014/main" id="{1C3CD799-D088-8E48-C6C5-2823B50E0CC7}"/>
                </a:ext>
              </a:extLst>
            </p:cNvPr>
            <p:cNvSpPr/>
            <p:nvPr/>
          </p:nvSpPr>
          <p:spPr>
            <a:xfrm>
              <a:off x="344351" y="699370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6" name="Rectangle 1995">
              <a:extLst>
                <a:ext uri="{FF2B5EF4-FFF2-40B4-BE49-F238E27FC236}">
                  <a16:creationId xmlns:a16="http://schemas.microsoft.com/office/drawing/2014/main" id="{102BB5C9-2F9F-EDBC-CC0B-1788E6F22A5C}"/>
                </a:ext>
              </a:extLst>
            </p:cNvPr>
            <p:cNvSpPr/>
            <p:nvPr/>
          </p:nvSpPr>
          <p:spPr>
            <a:xfrm>
              <a:off x="407090" y="1759570"/>
              <a:ext cx="62738" cy="83095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7" name="Rectangle 1996">
              <a:extLst>
                <a:ext uri="{FF2B5EF4-FFF2-40B4-BE49-F238E27FC236}">
                  <a16:creationId xmlns:a16="http://schemas.microsoft.com/office/drawing/2014/main" id="{84F257A0-679F-842C-F108-36C1E1B9C9CE}"/>
                </a:ext>
              </a:extLst>
            </p:cNvPr>
            <p:cNvSpPr/>
            <p:nvPr/>
          </p:nvSpPr>
          <p:spPr>
            <a:xfrm>
              <a:off x="407090" y="1842667"/>
              <a:ext cx="62738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8" name="Rectangle 1997">
              <a:extLst>
                <a:ext uri="{FF2B5EF4-FFF2-40B4-BE49-F238E27FC236}">
                  <a16:creationId xmlns:a16="http://schemas.microsoft.com/office/drawing/2014/main" id="{7AEC398E-6AC2-0C7C-0D6B-D645A9D9D29C}"/>
                </a:ext>
              </a:extLst>
            </p:cNvPr>
            <p:cNvSpPr/>
            <p:nvPr/>
          </p:nvSpPr>
          <p:spPr>
            <a:xfrm>
              <a:off x="407090" y="1925763"/>
              <a:ext cx="62738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999" name="Rectangle 1998">
              <a:extLst>
                <a:ext uri="{FF2B5EF4-FFF2-40B4-BE49-F238E27FC236}">
                  <a16:creationId xmlns:a16="http://schemas.microsoft.com/office/drawing/2014/main" id="{BDCC4435-95DE-F366-7E04-126928B50142}"/>
                </a:ext>
              </a:extLst>
            </p:cNvPr>
            <p:cNvSpPr/>
            <p:nvPr/>
          </p:nvSpPr>
          <p:spPr>
            <a:xfrm>
              <a:off x="407090" y="20088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0" name="Rectangle 1999">
              <a:extLst>
                <a:ext uri="{FF2B5EF4-FFF2-40B4-BE49-F238E27FC236}">
                  <a16:creationId xmlns:a16="http://schemas.microsoft.com/office/drawing/2014/main" id="{9CB434AE-C081-D378-B588-A0DEA2024DD0}"/>
                </a:ext>
              </a:extLst>
            </p:cNvPr>
            <p:cNvSpPr/>
            <p:nvPr/>
          </p:nvSpPr>
          <p:spPr>
            <a:xfrm>
              <a:off x="407090" y="2091956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1" name="Rectangle 2000">
              <a:extLst>
                <a:ext uri="{FF2B5EF4-FFF2-40B4-BE49-F238E27FC236}">
                  <a16:creationId xmlns:a16="http://schemas.microsoft.com/office/drawing/2014/main" id="{5FEFFE6D-1035-ECAA-3E01-1DE1163D2C6C}"/>
                </a:ext>
              </a:extLst>
            </p:cNvPr>
            <p:cNvSpPr/>
            <p:nvPr/>
          </p:nvSpPr>
          <p:spPr>
            <a:xfrm>
              <a:off x="407090" y="2175052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2" name="Rectangle 2001">
              <a:extLst>
                <a:ext uri="{FF2B5EF4-FFF2-40B4-BE49-F238E27FC236}">
                  <a16:creationId xmlns:a16="http://schemas.microsoft.com/office/drawing/2014/main" id="{95E6892F-86D1-8902-B572-D74905BC07D7}"/>
                </a:ext>
              </a:extLst>
            </p:cNvPr>
            <p:cNvSpPr/>
            <p:nvPr/>
          </p:nvSpPr>
          <p:spPr>
            <a:xfrm>
              <a:off x="407090" y="2258148"/>
              <a:ext cx="62738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3" name="Rectangle 2002">
              <a:extLst>
                <a:ext uri="{FF2B5EF4-FFF2-40B4-BE49-F238E27FC236}">
                  <a16:creationId xmlns:a16="http://schemas.microsoft.com/office/drawing/2014/main" id="{726B50F0-12D7-187C-630F-9787BD61F5C4}"/>
                </a:ext>
              </a:extLst>
            </p:cNvPr>
            <p:cNvSpPr/>
            <p:nvPr/>
          </p:nvSpPr>
          <p:spPr>
            <a:xfrm>
              <a:off x="407090" y="2341245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4" name="Rectangle 2003">
              <a:extLst>
                <a:ext uri="{FF2B5EF4-FFF2-40B4-BE49-F238E27FC236}">
                  <a16:creationId xmlns:a16="http://schemas.microsoft.com/office/drawing/2014/main" id="{DEE676F2-81B2-897C-8E9E-B71F41FD5F3B}"/>
                </a:ext>
              </a:extLst>
            </p:cNvPr>
            <p:cNvSpPr/>
            <p:nvPr/>
          </p:nvSpPr>
          <p:spPr>
            <a:xfrm>
              <a:off x="407090" y="2424106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5" name="Rectangle 2004">
              <a:extLst>
                <a:ext uri="{FF2B5EF4-FFF2-40B4-BE49-F238E27FC236}">
                  <a16:creationId xmlns:a16="http://schemas.microsoft.com/office/drawing/2014/main" id="{94C9F0D5-D0CC-38F4-DCA0-D208259A81A1}"/>
                </a:ext>
              </a:extLst>
            </p:cNvPr>
            <p:cNvSpPr/>
            <p:nvPr/>
          </p:nvSpPr>
          <p:spPr>
            <a:xfrm>
              <a:off x="407090" y="2507202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6" name="Rectangle 2005">
              <a:extLst>
                <a:ext uri="{FF2B5EF4-FFF2-40B4-BE49-F238E27FC236}">
                  <a16:creationId xmlns:a16="http://schemas.microsoft.com/office/drawing/2014/main" id="{5D8DD929-E621-98CD-B634-F6B718111495}"/>
                </a:ext>
              </a:extLst>
            </p:cNvPr>
            <p:cNvSpPr/>
            <p:nvPr/>
          </p:nvSpPr>
          <p:spPr>
            <a:xfrm>
              <a:off x="407090" y="2590299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7" name="Rectangle 2006">
              <a:extLst>
                <a:ext uri="{FF2B5EF4-FFF2-40B4-BE49-F238E27FC236}">
                  <a16:creationId xmlns:a16="http://schemas.microsoft.com/office/drawing/2014/main" id="{1456AEE3-4AD5-1C68-AC0E-4F5BE8518A6F}"/>
                </a:ext>
              </a:extLst>
            </p:cNvPr>
            <p:cNvSpPr/>
            <p:nvPr/>
          </p:nvSpPr>
          <p:spPr>
            <a:xfrm>
              <a:off x="407090" y="2673395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8" name="Rectangle 2007">
              <a:extLst>
                <a:ext uri="{FF2B5EF4-FFF2-40B4-BE49-F238E27FC236}">
                  <a16:creationId xmlns:a16="http://schemas.microsoft.com/office/drawing/2014/main" id="{A75AA37C-0B02-DCEE-BE8D-527D3C025675}"/>
                </a:ext>
              </a:extLst>
            </p:cNvPr>
            <p:cNvSpPr/>
            <p:nvPr/>
          </p:nvSpPr>
          <p:spPr>
            <a:xfrm>
              <a:off x="407090" y="27564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09" name="Rectangle 2008">
              <a:extLst>
                <a:ext uri="{FF2B5EF4-FFF2-40B4-BE49-F238E27FC236}">
                  <a16:creationId xmlns:a16="http://schemas.microsoft.com/office/drawing/2014/main" id="{59D7F391-F500-BB10-0F1C-80220B75AFE8}"/>
                </a:ext>
              </a:extLst>
            </p:cNvPr>
            <p:cNvSpPr/>
            <p:nvPr/>
          </p:nvSpPr>
          <p:spPr>
            <a:xfrm>
              <a:off x="407090" y="2839588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0" name="Rectangle 2009">
              <a:extLst>
                <a:ext uri="{FF2B5EF4-FFF2-40B4-BE49-F238E27FC236}">
                  <a16:creationId xmlns:a16="http://schemas.microsoft.com/office/drawing/2014/main" id="{7D24AF17-585B-AC8D-AFBC-BB8F24756FFD}"/>
                </a:ext>
              </a:extLst>
            </p:cNvPr>
            <p:cNvSpPr/>
            <p:nvPr/>
          </p:nvSpPr>
          <p:spPr>
            <a:xfrm>
              <a:off x="407090" y="2922684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1" name="Rectangle 2010">
              <a:extLst>
                <a:ext uri="{FF2B5EF4-FFF2-40B4-BE49-F238E27FC236}">
                  <a16:creationId xmlns:a16="http://schemas.microsoft.com/office/drawing/2014/main" id="{15D46420-D5FB-0944-5B4F-0038F9FD062B}"/>
                </a:ext>
              </a:extLst>
            </p:cNvPr>
            <p:cNvSpPr/>
            <p:nvPr/>
          </p:nvSpPr>
          <p:spPr>
            <a:xfrm>
              <a:off x="407090" y="300578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2" name="Rectangle 2011">
              <a:extLst>
                <a:ext uri="{FF2B5EF4-FFF2-40B4-BE49-F238E27FC236}">
                  <a16:creationId xmlns:a16="http://schemas.microsoft.com/office/drawing/2014/main" id="{257D0F21-1428-E2CA-8BAF-9B5912DD85D3}"/>
                </a:ext>
              </a:extLst>
            </p:cNvPr>
            <p:cNvSpPr/>
            <p:nvPr/>
          </p:nvSpPr>
          <p:spPr>
            <a:xfrm>
              <a:off x="407090" y="308887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3" name="Rectangle 2012">
              <a:extLst>
                <a:ext uri="{FF2B5EF4-FFF2-40B4-BE49-F238E27FC236}">
                  <a16:creationId xmlns:a16="http://schemas.microsoft.com/office/drawing/2014/main" id="{79BD756B-84B4-A194-1424-3CEDD3964B93}"/>
                </a:ext>
              </a:extLst>
            </p:cNvPr>
            <p:cNvSpPr/>
            <p:nvPr/>
          </p:nvSpPr>
          <p:spPr>
            <a:xfrm>
              <a:off x="407090" y="3171973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4" name="Rectangle 2013">
              <a:extLst>
                <a:ext uri="{FF2B5EF4-FFF2-40B4-BE49-F238E27FC236}">
                  <a16:creationId xmlns:a16="http://schemas.microsoft.com/office/drawing/2014/main" id="{3BAE7D35-57AA-829F-E15F-160CEFE937C7}"/>
                </a:ext>
              </a:extLst>
            </p:cNvPr>
            <p:cNvSpPr/>
            <p:nvPr/>
          </p:nvSpPr>
          <p:spPr>
            <a:xfrm>
              <a:off x="407090" y="325507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5" name="Rectangle 2014">
              <a:extLst>
                <a:ext uri="{FF2B5EF4-FFF2-40B4-BE49-F238E27FC236}">
                  <a16:creationId xmlns:a16="http://schemas.microsoft.com/office/drawing/2014/main" id="{FA75ACFE-6AE2-1958-5F70-1AFDAEEDA0DB}"/>
                </a:ext>
              </a:extLst>
            </p:cNvPr>
            <p:cNvSpPr/>
            <p:nvPr/>
          </p:nvSpPr>
          <p:spPr>
            <a:xfrm>
              <a:off x="407090" y="3338166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6" name="Rectangle 2015">
              <a:extLst>
                <a:ext uri="{FF2B5EF4-FFF2-40B4-BE49-F238E27FC236}">
                  <a16:creationId xmlns:a16="http://schemas.microsoft.com/office/drawing/2014/main" id="{5B6139D2-7C75-EA81-7C20-D5A0EECA5F38}"/>
                </a:ext>
              </a:extLst>
            </p:cNvPr>
            <p:cNvSpPr/>
            <p:nvPr/>
          </p:nvSpPr>
          <p:spPr>
            <a:xfrm>
              <a:off x="407090" y="342126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7" name="Rectangle 2016">
              <a:extLst>
                <a:ext uri="{FF2B5EF4-FFF2-40B4-BE49-F238E27FC236}">
                  <a16:creationId xmlns:a16="http://schemas.microsoft.com/office/drawing/2014/main" id="{8C54971B-9796-DF3D-0666-C4C59415A4A3}"/>
                </a:ext>
              </a:extLst>
            </p:cNvPr>
            <p:cNvSpPr/>
            <p:nvPr/>
          </p:nvSpPr>
          <p:spPr>
            <a:xfrm>
              <a:off x="407090" y="35043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8" name="Rectangle 2017">
              <a:extLst>
                <a:ext uri="{FF2B5EF4-FFF2-40B4-BE49-F238E27FC236}">
                  <a16:creationId xmlns:a16="http://schemas.microsoft.com/office/drawing/2014/main" id="{FC7CB56D-0CEB-F83B-8071-8FDB38D8CE08}"/>
                </a:ext>
              </a:extLst>
            </p:cNvPr>
            <p:cNvSpPr/>
            <p:nvPr/>
          </p:nvSpPr>
          <p:spPr>
            <a:xfrm>
              <a:off x="407090" y="3587220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19" name="Rectangle 2018">
              <a:extLst>
                <a:ext uri="{FF2B5EF4-FFF2-40B4-BE49-F238E27FC236}">
                  <a16:creationId xmlns:a16="http://schemas.microsoft.com/office/drawing/2014/main" id="{125F5911-209F-95AC-21A1-AF55CAAF1A29}"/>
                </a:ext>
              </a:extLst>
            </p:cNvPr>
            <p:cNvSpPr/>
            <p:nvPr/>
          </p:nvSpPr>
          <p:spPr>
            <a:xfrm>
              <a:off x="407090" y="3670316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0" name="Rectangle 2019">
              <a:extLst>
                <a:ext uri="{FF2B5EF4-FFF2-40B4-BE49-F238E27FC236}">
                  <a16:creationId xmlns:a16="http://schemas.microsoft.com/office/drawing/2014/main" id="{500A0FD1-10CB-0847-96E1-236A9E8A61E1}"/>
                </a:ext>
              </a:extLst>
            </p:cNvPr>
            <p:cNvSpPr/>
            <p:nvPr/>
          </p:nvSpPr>
          <p:spPr>
            <a:xfrm>
              <a:off x="407090" y="375341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1" name="Rectangle 2020">
              <a:extLst>
                <a:ext uri="{FF2B5EF4-FFF2-40B4-BE49-F238E27FC236}">
                  <a16:creationId xmlns:a16="http://schemas.microsoft.com/office/drawing/2014/main" id="{80505F1E-1320-A346-71F8-61DE9BA2C8F0}"/>
                </a:ext>
              </a:extLst>
            </p:cNvPr>
            <p:cNvSpPr/>
            <p:nvPr/>
          </p:nvSpPr>
          <p:spPr>
            <a:xfrm>
              <a:off x="407090" y="383650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2" name="Rectangle 2021">
              <a:extLst>
                <a:ext uri="{FF2B5EF4-FFF2-40B4-BE49-F238E27FC236}">
                  <a16:creationId xmlns:a16="http://schemas.microsoft.com/office/drawing/2014/main" id="{AD836980-A90C-06D8-42F6-0529E83461BD}"/>
                </a:ext>
              </a:extLst>
            </p:cNvPr>
            <p:cNvSpPr/>
            <p:nvPr/>
          </p:nvSpPr>
          <p:spPr>
            <a:xfrm>
              <a:off x="407090" y="39196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3" name="Rectangle 2022">
              <a:extLst>
                <a:ext uri="{FF2B5EF4-FFF2-40B4-BE49-F238E27FC236}">
                  <a16:creationId xmlns:a16="http://schemas.microsoft.com/office/drawing/2014/main" id="{351EA4C2-4736-4523-23A9-84AF4B9B037E}"/>
                </a:ext>
              </a:extLst>
            </p:cNvPr>
            <p:cNvSpPr/>
            <p:nvPr/>
          </p:nvSpPr>
          <p:spPr>
            <a:xfrm>
              <a:off x="407090" y="4002702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4" name="Rectangle 2023">
              <a:extLst>
                <a:ext uri="{FF2B5EF4-FFF2-40B4-BE49-F238E27FC236}">
                  <a16:creationId xmlns:a16="http://schemas.microsoft.com/office/drawing/2014/main" id="{745EB8F8-18F3-3F0F-7FDF-7C7B82E32CD3}"/>
                </a:ext>
              </a:extLst>
            </p:cNvPr>
            <p:cNvSpPr/>
            <p:nvPr/>
          </p:nvSpPr>
          <p:spPr>
            <a:xfrm>
              <a:off x="407090" y="408579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5" name="Rectangle 2024">
              <a:extLst>
                <a:ext uri="{FF2B5EF4-FFF2-40B4-BE49-F238E27FC236}">
                  <a16:creationId xmlns:a16="http://schemas.microsoft.com/office/drawing/2014/main" id="{35330850-3E11-2700-AE78-01E2CAFA2269}"/>
                </a:ext>
              </a:extLst>
            </p:cNvPr>
            <p:cNvSpPr/>
            <p:nvPr/>
          </p:nvSpPr>
          <p:spPr>
            <a:xfrm>
              <a:off x="407090" y="4168894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6" name="Rectangle 2025">
              <a:extLst>
                <a:ext uri="{FF2B5EF4-FFF2-40B4-BE49-F238E27FC236}">
                  <a16:creationId xmlns:a16="http://schemas.microsoft.com/office/drawing/2014/main" id="{79A9EA19-2A08-56DF-FEEE-35E776D2F7E6}"/>
                </a:ext>
              </a:extLst>
            </p:cNvPr>
            <p:cNvSpPr/>
            <p:nvPr/>
          </p:nvSpPr>
          <p:spPr>
            <a:xfrm>
              <a:off x="407090" y="42519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7" name="Rectangle 2026">
              <a:extLst>
                <a:ext uri="{FF2B5EF4-FFF2-40B4-BE49-F238E27FC236}">
                  <a16:creationId xmlns:a16="http://schemas.microsoft.com/office/drawing/2014/main" id="{6DBED084-EB33-0712-DF25-D4DB234F11C0}"/>
                </a:ext>
              </a:extLst>
            </p:cNvPr>
            <p:cNvSpPr/>
            <p:nvPr/>
          </p:nvSpPr>
          <p:spPr>
            <a:xfrm>
              <a:off x="407090" y="4335087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8" name="Rectangle 2027">
              <a:extLst>
                <a:ext uri="{FF2B5EF4-FFF2-40B4-BE49-F238E27FC236}">
                  <a16:creationId xmlns:a16="http://schemas.microsoft.com/office/drawing/2014/main" id="{5D6789A0-541F-8691-C788-D76E6A1726E3}"/>
                </a:ext>
              </a:extLst>
            </p:cNvPr>
            <p:cNvSpPr/>
            <p:nvPr/>
          </p:nvSpPr>
          <p:spPr>
            <a:xfrm>
              <a:off x="407090" y="4418183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29" name="Rectangle 2028">
              <a:extLst>
                <a:ext uri="{FF2B5EF4-FFF2-40B4-BE49-F238E27FC236}">
                  <a16:creationId xmlns:a16="http://schemas.microsoft.com/office/drawing/2014/main" id="{425D9C53-E7CB-083B-01F3-008E1091D631}"/>
                </a:ext>
              </a:extLst>
            </p:cNvPr>
            <p:cNvSpPr/>
            <p:nvPr/>
          </p:nvSpPr>
          <p:spPr>
            <a:xfrm>
              <a:off x="407090" y="450128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0" name="Rectangle 2029">
              <a:extLst>
                <a:ext uri="{FF2B5EF4-FFF2-40B4-BE49-F238E27FC236}">
                  <a16:creationId xmlns:a16="http://schemas.microsoft.com/office/drawing/2014/main" id="{17D26887-DA81-AE84-F15A-B5722DE97650}"/>
                </a:ext>
              </a:extLst>
            </p:cNvPr>
            <p:cNvSpPr/>
            <p:nvPr/>
          </p:nvSpPr>
          <p:spPr>
            <a:xfrm>
              <a:off x="407090" y="458437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1" name="Rectangle 2030">
              <a:extLst>
                <a:ext uri="{FF2B5EF4-FFF2-40B4-BE49-F238E27FC236}">
                  <a16:creationId xmlns:a16="http://schemas.microsoft.com/office/drawing/2014/main" id="{A2D1A237-C6FA-AE5A-1F66-6C44FABABAB2}"/>
                </a:ext>
              </a:extLst>
            </p:cNvPr>
            <p:cNvSpPr/>
            <p:nvPr/>
          </p:nvSpPr>
          <p:spPr>
            <a:xfrm>
              <a:off x="407090" y="4667473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2" name="Rectangle 2031">
              <a:extLst>
                <a:ext uri="{FF2B5EF4-FFF2-40B4-BE49-F238E27FC236}">
                  <a16:creationId xmlns:a16="http://schemas.microsoft.com/office/drawing/2014/main" id="{46B8038A-9469-1CB1-7F9B-D3D421ED4A61}"/>
                </a:ext>
              </a:extLst>
            </p:cNvPr>
            <p:cNvSpPr/>
            <p:nvPr/>
          </p:nvSpPr>
          <p:spPr>
            <a:xfrm>
              <a:off x="407090" y="4750334"/>
              <a:ext cx="62738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3" name="Rectangle 2032">
              <a:extLst>
                <a:ext uri="{FF2B5EF4-FFF2-40B4-BE49-F238E27FC236}">
                  <a16:creationId xmlns:a16="http://schemas.microsoft.com/office/drawing/2014/main" id="{3437FE06-A4C8-40FA-2B3F-66121E797081}"/>
                </a:ext>
              </a:extLst>
            </p:cNvPr>
            <p:cNvSpPr/>
            <p:nvPr/>
          </p:nvSpPr>
          <p:spPr>
            <a:xfrm>
              <a:off x="407090" y="4833430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4" name="Rectangle 2033">
              <a:extLst>
                <a:ext uri="{FF2B5EF4-FFF2-40B4-BE49-F238E27FC236}">
                  <a16:creationId xmlns:a16="http://schemas.microsoft.com/office/drawing/2014/main" id="{3FFFA8E0-B7E7-5243-592C-CDD85836E4AF}"/>
                </a:ext>
              </a:extLst>
            </p:cNvPr>
            <p:cNvSpPr/>
            <p:nvPr/>
          </p:nvSpPr>
          <p:spPr>
            <a:xfrm>
              <a:off x="407090" y="4916526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5" name="Rectangle 2034">
              <a:extLst>
                <a:ext uri="{FF2B5EF4-FFF2-40B4-BE49-F238E27FC236}">
                  <a16:creationId xmlns:a16="http://schemas.microsoft.com/office/drawing/2014/main" id="{C975BAEB-2D54-104F-3A20-4066CA751E9B}"/>
                </a:ext>
              </a:extLst>
            </p:cNvPr>
            <p:cNvSpPr/>
            <p:nvPr/>
          </p:nvSpPr>
          <p:spPr>
            <a:xfrm>
              <a:off x="407090" y="4999621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6" name="Rectangle 2035">
              <a:extLst>
                <a:ext uri="{FF2B5EF4-FFF2-40B4-BE49-F238E27FC236}">
                  <a16:creationId xmlns:a16="http://schemas.microsoft.com/office/drawing/2014/main" id="{41630BB6-E006-7594-D56A-4EB879FFFB49}"/>
                </a:ext>
              </a:extLst>
            </p:cNvPr>
            <p:cNvSpPr/>
            <p:nvPr/>
          </p:nvSpPr>
          <p:spPr>
            <a:xfrm>
              <a:off x="407090" y="508271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7" name="Rectangle 2036">
              <a:extLst>
                <a:ext uri="{FF2B5EF4-FFF2-40B4-BE49-F238E27FC236}">
                  <a16:creationId xmlns:a16="http://schemas.microsoft.com/office/drawing/2014/main" id="{29F41637-C04C-40FF-05AB-BFCCF134569D}"/>
                </a:ext>
              </a:extLst>
            </p:cNvPr>
            <p:cNvSpPr/>
            <p:nvPr/>
          </p:nvSpPr>
          <p:spPr>
            <a:xfrm>
              <a:off x="407090" y="516581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8" name="Rectangle 2037">
              <a:extLst>
                <a:ext uri="{FF2B5EF4-FFF2-40B4-BE49-F238E27FC236}">
                  <a16:creationId xmlns:a16="http://schemas.microsoft.com/office/drawing/2014/main" id="{517A2883-9B2D-5219-4753-17887BA49E10}"/>
                </a:ext>
              </a:extLst>
            </p:cNvPr>
            <p:cNvSpPr/>
            <p:nvPr/>
          </p:nvSpPr>
          <p:spPr>
            <a:xfrm>
              <a:off x="407090" y="5248912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39" name="Rectangle 2038">
              <a:extLst>
                <a:ext uri="{FF2B5EF4-FFF2-40B4-BE49-F238E27FC236}">
                  <a16:creationId xmlns:a16="http://schemas.microsoft.com/office/drawing/2014/main" id="{6DE333F0-59F5-63BD-526A-2EF40FDE9735}"/>
                </a:ext>
              </a:extLst>
            </p:cNvPr>
            <p:cNvSpPr/>
            <p:nvPr/>
          </p:nvSpPr>
          <p:spPr>
            <a:xfrm>
              <a:off x="407090" y="5332008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0" name="Rectangle 2039">
              <a:extLst>
                <a:ext uri="{FF2B5EF4-FFF2-40B4-BE49-F238E27FC236}">
                  <a16:creationId xmlns:a16="http://schemas.microsoft.com/office/drawing/2014/main" id="{A4859BE7-1270-6871-52A1-A44F9C1CCA1F}"/>
                </a:ext>
              </a:extLst>
            </p:cNvPr>
            <p:cNvSpPr/>
            <p:nvPr/>
          </p:nvSpPr>
          <p:spPr>
            <a:xfrm>
              <a:off x="407090" y="5415105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1" name="Rectangle 2040">
              <a:extLst>
                <a:ext uri="{FF2B5EF4-FFF2-40B4-BE49-F238E27FC236}">
                  <a16:creationId xmlns:a16="http://schemas.microsoft.com/office/drawing/2014/main" id="{BFB2ACC4-4B66-3225-C15F-665F632D4749}"/>
                </a:ext>
              </a:extLst>
            </p:cNvPr>
            <p:cNvSpPr/>
            <p:nvPr/>
          </p:nvSpPr>
          <p:spPr>
            <a:xfrm>
              <a:off x="407090" y="5498201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2" name="Rectangle 2041">
              <a:extLst>
                <a:ext uri="{FF2B5EF4-FFF2-40B4-BE49-F238E27FC236}">
                  <a16:creationId xmlns:a16="http://schemas.microsoft.com/office/drawing/2014/main" id="{769DAE4A-E31E-D9D7-1DF0-63E72A60B4BE}"/>
                </a:ext>
              </a:extLst>
            </p:cNvPr>
            <p:cNvSpPr/>
            <p:nvPr/>
          </p:nvSpPr>
          <p:spPr>
            <a:xfrm>
              <a:off x="407090" y="558129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3" name="Rectangle 2042">
              <a:extLst>
                <a:ext uri="{FF2B5EF4-FFF2-40B4-BE49-F238E27FC236}">
                  <a16:creationId xmlns:a16="http://schemas.microsoft.com/office/drawing/2014/main" id="{BDA0065C-BEC0-63E2-C56A-D349202D21E2}"/>
                </a:ext>
              </a:extLst>
            </p:cNvPr>
            <p:cNvSpPr/>
            <p:nvPr/>
          </p:nvSpPr>
          <p:spPr>
            <a:xfrm>
              <a:off x="407090" y="5664394"/>
              <a:ext cx="62738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4" name="Rectangle 2043">
              <a:extLst>
                <a:ext uri="{FF2B5EF4-FFF2-40B4-BE49-F238E27FC236}">
                  <a16:creationId xmlns:a16="http://schemas.microsoft.com/office/drawing/2014/main" id="{F41FC902-D336-AB99-4400-6E19FC2AFBDF}"/>
                </a:ext>
              </a:extLst>
            </p:cNvPr>
            <p:cNvSpPr/>
            <p:nvPr/>
          </p:nvSpPr>
          <p:spPr>
            <a:xfrm>
              <a:off x="407090" y="574749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5" name="Rectangle 2044">
              <a:extLst>
                <a:ext uri="{FF2B5EF4-FFF2-40B4-BE49-F238E27FC236}">
                  <a16:creationId xmlns:a16="http://schemas.microsoft.com/office/drawing/2014/main" id="{D4BC38C9-7DA8-5982-3A2F-C325F8603AC0}"/>
                </a:ext>
              </a:extLst>
            </p:cNvPr>
            <p:cNvSpPr/>
            <p:nvPr/>
          </p:nvSpPr>
          <p:spPr>
            <a:xfrm>
              <a:off x="407090" y="5830586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6" name="Rectangle 2045">
              <a:extLst>
                <a:ext uri="{FF2B5EF4-FFF2-40B4-BE49-F238E27FC236}">
                  <a16:creationId xmlns:a16="http://schemas.microsoft.com/office/drawing/2014/main" id="{C0B479C5-E74E-242E-A6CE-3C8D8FE461D7}"/>
                </a:ext>
              </a:extLst>
            </p:cNvPr>
            <p:cNvSpPr/>
            <p:nvPr/>
          </p:nvSpPr>
          <p:spPr>
            <a:xfrm>
              <a:off x="407090" y="5913447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7" name="Rectangle 2046">
              <a:extLst>
                <a:ext uri="{FF2B5EF4-FFF2-40B4-BE49-F238E27FC236}">
                  <a16:creationId xmlns:a16="http://schemas.microsoft.com/office/drawing/2014/main" id="{7B83B1BA-6D00-B11D-E640-B72C9D1A90B9}"/>
                </a:ext>
              </a:extLst>
            </p:cNvPr>
            <p:cNvSpPr/>
            <p:nvPr/>
          </p:nvSpPr>
          <p:spPr>
            <a:xfrm>
              <a:off x="407090" y="5996544"/>
              <a:ext cx="62738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8" name="Rectangle 2047">
              <a:extLst>
                <a:ext uri="{FF2B5EF4-FFF2-40B4-BE49-F238E27FC236}">
                  <a16:creationId xmlns:a16="http://schemas.microsoft.com/office/drawing/2014/main" id="{B9B579FD-6E76-3859-DE3C-F54AE0758176}"/>
                </a:ext>
              </a:extLst>
            </p:cNvPr>
            <p:cNvSpPr/>
            <p:nvPr/>
          </p:nvSpPr>
          <p:spPr>
            <a:xfrm>
              <a:off x="407090" y="607964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49" name="Rectangle 2048">
              <a:extLst>
                <a:ext uri="{FF2B5EF4-FFF2-40B4-BE49-F238E27FC236}">
                  <a16:creationId xmlns:a16="http://schemas.microsoft.com/office/drawing/2014/main" id="{5BCCFB13-B749-B836-8B38-FC5924E042FF}"/>
                </a:ext>
              </a:extLst>
            </p:cNvPr>
            <p:cNvSpPr/>
            <p:nvPr/>
          </p:nvSpPr>
          <p:spPr>
            <a:xfrm>
              <a:off x="407090" y="616273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0" name="Rectangle 2049">
              <a:extLst>
                <a:ext uri="{FF2B5EF4-FFF2-40B4-BE49-F238E27FC236}">
                  <a16:creationId xmlns:a16="http://schemas.microsoft.com/office/drawing/2014/main" id="{603DBFC0-38D6-7DA5-79E0-CBC99E6386F2}"/>
                </a:ext>
              </a:extLst>
            </p:cNvPr>
            <p:cNvSpPr/>
            <p:nvPr/>
          </p:nvSpPr>
          <p:spPr>
            <a:xfrm>
              <a:off x="407090" y="624583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1" name="Rectangle 2050">
              <a:extLst>
                <a:ext uri="{FF2B5EF4-FFF2-40B4-BE49-F238E27FC236}">
                  <a16:creationId xmlns:a16="http://schemas.microsoft.com/office/drawing/2014/main" id="{DA5CBF86-65FE-9DD0-5E4C-31896A36C68E}"/>
                </a:ext>
              </a:extLst>
            </p:cNvPr>
            <p:cNvSpPr/>
            <p:nvPr/>
          </p:nvSpPr>
          <p:spPr>
            <a:xfrm>
              <a:off x="407090" y="6328929"/>
              <a:ext cx="62738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2" name="Rectangle 2051">
              <a:extLst>
                <a:ext uri="{FF2B5EF4-FFF2-40B4-BE49-F238E27FC236}">
                  <a16:creationId xmlns:a16="http://schemas.microsoft.com/office/drawing/2014/main" id="{2FDB83C3-2E85-72B5-A6FC-7E0874B613B1}"/>
                </a:ext>
              </a:extLst>
            </p:cNvPr>
            <p:cNvSpPr/>
            <p:nvPr/>
          </p:nvSpPr>
          <p:spPr>
            <a:xfrm>
              <a:off x="407090" y="6412026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3" name="Rectangle 2052">
              <a:extLst>
                <a:ext uri="{FF2B5EF4-FFF2-40B4-BE49-F238E27FC236}">
                  <a16:creationId xmlns:a16="http://schemas.microsoft.com/office/drawing/2014/main" id="{A939D747-BBAB-B4A3-37EE-8E143D17D610}"/>
                </a:ext>
              </a:extLst>
            </p:cNvPr>
            <p:cNvSpPr/>
            <p:nvPr/>
          </p:nvSpPr>
          <p:spPr>
            <a:xfrm>
              <a:off x="407090" y="6495122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4" name="Rectangle 2053">
              <a:extLst>
                <a:ext uri="{FF2B5EF4-FFF2-40B4-BE49-F238E27FC236}">
                  <a16:creationId xmlns:a16="http://schemas.microsoft.com/office/drawing/2014/main" id="{CBB052BC-D3D9-8590-056A-2A19EBD7A322}"/>
                </a:ext>
              </a:extLst>
            </p:cNvPr>
            <p:cNvSpPr/>
            <p:nvPr/>
          </p:nvSpPr>
          <p:spPr>
            <a:xfrm>
              <a:off x="407090" y="6578219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5" name="Rectangle 2054">
              <a:extLst>
                <a:ext uri="{FF2B5EF4-FFF2-40B4-BE49-F238E27FC236}">
                  <a16:creationId xmlns:a16="http://schemas.microsoft.com/office/drawing/2014/main" id="{E209ACA0-0E68-599D-2696-380D18CF7B63}"/>
                </a:ext>
              </a:extLst>
            </p:cNvPr>
            <p:cNvSpPr/>
            <p:nvPr/>
          </p:nvSpPr>
          <p:spPr>
            <a:xfrm>
              <a:off x="407090" y="6661315"/>
              <a:ext cx="62738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6" name="Rectangle 2055">
              <a:extLst>
                <a:ext uri="{FF2B5EF4-FFF2-40B4-BE49-F238E27FC236}">
                  <a16:creationId xmlns:a16="http://schemas.microsoft.com/office/drawing/2014/main" id="{CF31E53D-6E06-BE75-DA62-0BD0A53A51FC}"/>
                </a:ext>
              </a:extLst>
            </p:cNvPr>
            <p:cNvSpPr/>
            <p:nvPr/>
          </p:nvSpPr>
          <p:spPr>
            <a:xfrm>
              <a:off x="407090" y="6744411"/>
              <a:ext cx="62738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7" name="Rectangle 2056">
              <a:extLst>
                <a:ext uri="{FF2B5EF4-FFF2-40B4-BE49-F238E27FC236}">
                  <a16:creationId xmlns:a16="http://schemas.microsoft.com/office/drawing/2014/main" id="{F775EA9F-0823-4CD7-6C87-8EB8F2C7753F}"/>
                </a:ext>
              </a:extLst>
            </p:cNvPr>
            <p:cNvSpPr/>
            <p:nvPr/>
          </p:nvSpPr>
          <p:spPr>
            <a:xfrm>
              <a:off x="407090" y="6827508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8" name="Rectangle 2057">
              <a:extLst>
                <a:ext uri="{FF2B5EF4-FFF2-40B4-BE49-F238E27FC236}">
                  <a16:creationId xmlns:a16="http://schemas.microsoft.com/office/drawing/2014/main" id="{DC65BF5B-77AA-F575-4838-CC1059739E97}"/>
                </a:ext>
              </a:extLst>
            </p:cNvPr>
            <p:cNvSpPr/>
            <p:nvPr/>
          </p:nvSpPr>
          <p:spPr>
            <a:xfrm>
              <a:off x="407090" y="6910604"/>
              <a:ext cx="62738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59" name="Rectangle 2058">
              <a:extLst>
                <a:ext uri="{FF2B5EF4-FFF2-40B4-BE49-F238E27FC236}">
                  <a16:creationId xmlns:a16="http://schemas.microsoft.com/office/drawing/2014/main" id="{B946EE16-4071-42A4-5D89-CCAF2294A172}"/>
                </a:ext>
              </a:extLst>
            </p:cNvPr>
            <p:cNvSpPr/>
            <p:nvPr/>
          </p:nvSpPr>
          <p:spPr>
            <a:xfrm>
              <a:off x="407090" y="6993700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0" name="Rectangle 2059">
              <a:extLst>
                <a:ext uri="{FF2B5EF4-FFF2-40B4-BE49-F238E27FC236}">
                  <a16:creationId xmlns:a16="http://schemas.microsoft.com/office/drawing/2014/main" id="{68119E92-5DEA-866E-9124-172263EC21AD}"/>
                </a:ext>
              </a:extLst>
            </p:cNvPr>
            <p:cNvSpPr/>
            <p:nvPr/>
          </p:nvSpPr>
          <p:spPr>
            <a:xfrm>
              <a:off x="469828" y="1759570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1" name="Rectangle 2060">
              <a:extLst>
                <a:ext uri="{FF2B5EF4-FFF2-40B4-BE49-F238E27FC236}">
                  <a16:creationId xmlns:a16="http://schemas.microsoft.com/office/drawing/2014/main" id="{CDC3A87E-F0E4-BBF9-5ECD-8B694854B682}"/>
                </a:ext>
              </a:extLst>
            </p:cNvPr>
            <p:cNvSpPr/>
            <p:nvPr/>
          </p:nvSpPr>
          <p:spPr>
            <a:xfrm>
              <a:off x="469828" y="1842667"/>
              <a:ext cx="62738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2" name="Rectangle 2061">
              <a:extLst>
                <a:ext uri="{FF2B5EF4-FFF2-40B4-BE49-F238E27FC236}">
                  <a16:creationId xmlns:a16="http://schemas.microsoft.com/office/drawing/2014/main" id="{F1F8312E-BA62-50EC-4CAC-1516B263C6F9}"/>
                </a:ext>
              </a:extLst>
            </p:cNvPr>
            <p:cNvSpPr/>
            <p:nvPr/>
          </p:nvSpPr>
          <p:spPr>
            <a:xfrm>
              <a:off x="469828" y="1925763"/>
              <a:ext cx="62738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3" name="Rectangle 2062">
              <a:extLst>
                <a:ext uri="{FF2B5EF4-FFF2-40B4-BE49-F238E27FC236}">
                  <a16:creationId xmlns:a16="http://schemas.microsoft.com/office/drawing/2014/main" id="{27C3D705-2E77-09BF-22ED-DE6A2A91E001}"/>
                </a:ext>
              </a:extLst>
            </p:cNvPr>
            <p:cNvSpPr/>
            <p:nvPr/>
          </p:nvSpPr>
          <p:spPr>
            <a:xfrm>
              <a:off x="469828" y="20088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4" name="Rectangle 2063">
              <a:extLst>
                <a:ext uri="{FF2B5EF4-FFF2-40B4-BE49-F238E27FC236}">
                  <a16:creationId xmlns:a16="http://schemas.microsoft.com/office/drawing/2014/main" id="{0C43A254-5EDA-3F61-2044-04C123C49832}"/>
                </a:ext>
              </a:extLst>
            </p:cNvPr>
            <p:cNvSpPr/>
            <p:nvPr/>
          </p:nvSpPr>
          <p:spPr>
            <a:xfrm>
              <a:off x="469828" y="209195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5" name="Rectangle 2064">
              <a:extLst>
                <a:ext uri="{FF2B5EF4-FFF2-40B4-BE49-F238E27FC236}">
                  <a16:creationId xmlns:a16="http://schemas.microsoft.com/office/drawing/2014/main" id="{3E88C089-52E5-7A1A-15E1-22915E09CDF4}"/>
                </a:ext>
              </a:extLst>
            </p:cNvPr>
            <p:cNvSpPr/>
            <p:nvPr/>
          </p:nvSpPr>
          <p:spPr>
            <a:xfrm>
              <a:off x="469828" y="217505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6" name="Rectangle 2065">
              <a:extLst>
                <a:ext uri="{FF2B5EF4-FFF2-40B4-BE49-F238E27FC236}">
                  <a16:creationId xmlns:a16="http://schemas.microsoft.com/office/drawing/2014/main" id="{693E0F19-7C73-663E-DD3E-FC1D1C43252C}"/>
                </a:ext>
              </a:extLst>
            </p:cNvPr>
            <p:cNvSpPr/>
            <p:nvPr/>
          </p:nvSpPr>
          <p:spPr>
            <a:xfrm>
              <a:off x="469828" y="2258148"/>
              <a:ext cx="62738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7" name="Rectangle 2066">
              <a:extLst>
                <a:ext uri="{FF2B5EF4-FFF2-40B4-BE49-F238E27FC236}">
                  <a16:creationId xmlns:a16="http://schemas.microsoft.com/office/drawing/2014/main" id="{2F0C48BA-176F-5C06-A06B-1225DC0F9A14}"/>
                </a:ext>
              </a:extLst>
            </p:cNvPr>
            <p:cNvSpPr/>
            <p:nvPr/>
          </p:nvSpPr>
          <p:spPr>
            <a:xfrm>
              <a:off x="469828" y="234124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8" name="Rectangle 2067">
              <a:extLst>
                <a:ext uri="{FF2B5EF4-FFF2-40B4-BE49-F238E27FC236}">
                  <a16:creationId xmlns:a16="http://schemas.microsoft.com/office/drawing/2014/main" id="{776F9F1D-FBA1-068C-CD3B-FF6046EFFFB6}"/>
                </a:ext>
              </a:extLst>
            </p:cNvPr>
            <p:cNvSpPr/>
            <p:nvPr/>
          </p:nvSpPr>
          <p:spPr>
            <a:xfrm>
              <a:off x="469828" y="242410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69" name="Rectangle 2068">
              <a:extLst>
                <a:ext uri="{FF2B5EF4-FFF2-40B4-BE49-F238E27FC236}">
                  <a16:creationId xmlns:a16="http://schemas.microsoft.com/office/drawing/2014/main" id="{9ACFE5D2-90F9-C178-D363-E3FEF8F8E1A9}"/>
                </a:ext>
              </a:extLst>
            </p:cNvPr>
            <p:cNvSpPr/>
            <p:nvPr/>
          </p:nvSpPr>
          <p:spPr>
            <a:xfrm>
              <a:off x="469828" y="250720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0" name="Rectangle 2069">
              <a:extLst>
                <a:ext uri="{FF2B5EF4-FFF2-40B4-BE49-F238E27FC236}">
                  <a16:creationId xmlns:a16="http://schemas.microsoft.com/office/drawing/2014/main" id="{D7CAEA69-E659-E4BC-43D6-B2F7C31D6775}"/>
                </a:ext>
              </a:extLst>
            </p:cNvPr>
            <p:cNvSpPr/>
            <p:nvPr/>
          </p:nvSpPr>
          <p:spPr>
            <a:xfrm>
              <a:off x="469828" y="259029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1" name="Rectangle 2070">
              <a:extLst>
                <a:ext uri="{FF2B5EF4-FFF2-40B4-BE49-F238E27FC236}">
                  <a16:creationId xmlns:a16="http://schemas.microsoft.com/office/drawing/2014/main" id="{A1944BF6-3489-2502-172F-EEC9D38007AF}"/>
                </a:ext>
              </a:extLst>
            </p:cNvPr>
            <p:cNvSpPr/>
            <p:nvPr/>
          </p:nvSpPr>
          <p:spPr>
            <a:xfrm>
              <a:off x="469828" y="267339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2" name="Rectangle 2071">
              <a:extLst>
                <a:ext uri="{FF2B5EF4-FFF2-40B4-BE49-F238E27FC236}">
                  <a16:creationId xmlns:a16="http://schemas.microsoft.com/office/drawing/2014/main" id="{65BE2E86-1835-6D50-B28B-50A0B33C2CD1}"/>
                </a:ext>
              </a:extLst>
            </p:cNvPr>
            <p:cNvSpPr/>
            <p:nvPr/>
          </p:nvSpPr>
          <p:spPr>
            <a:xfrm>
              <a:off x="469828" y="27564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3" name="Rectangle 2072">
              <a:extLst>
                <a:ext uri="{FF2B5EF4-FFF2-40B4-BE49-F238E27FC236}">
                  <a16:creationId xmlns:a16="http://schemas.microsoft.com/office/drawing/2014/main" id="{49CBED8C-5AC9-A97D-87B6-2A4E135940B2}"/>
                </a:ext>
              </a:extLst>
            </p:cNvPr>
            <p:cNvSpPr/>
            <p:nvPr/>
          </p:nvSpPr>
          <p:spPr>
            <a:xfrm>
              <a:off x="469828" y="283958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4" name="Rectangle 2073">
              <a:extLst>
                <a:ext uri="{FF2B5EF4-FFF2-40B4-BE49-F238E27FC236}">
                  <a16:creationId xmlns:a16="http://schemas.microsoft.com/office/drawing/2014/main" id="{D2D3798E-9C08-9F96-4BBA-6AB8C21D4C2D}"/>
                </a:ext>
              </a:extLst>
            </p:cNvPr>
            <p:cNvSpPr/>
            <p:nvPr/>
          </p:nvSpPr>
          <p:spPr>
            <a:xfrm>
              <a:off x="469828" y="292268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5" name="Rectangle 2074">
              <a:extLst>
                <a:ext uri="{FF2B5EF4-FFF2-40B4-BE49-F238E27FC236}">
                  <a16:creationId xmlns:a16="http://schemas.microsoft.com/office/drawing/2014/main" id="{3A4F6774-6ED5-0462-0DCE-4E2D118D5747}"/>
                </a:ext>
              </a:extLst>
            </p:cNvPr>
            <p:cNvSpPr/>
            <p:nvPr/>
          </p:nvSpPr>
          <p:spPr>
            <a:xfrm>
              <a:off x="469828" y="300578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6" name="Rectangle 2075">
              <a:extLst>
                <a:ext uri="{FF2B5EF4-FFF2-40B4-BE49-F238E27FC236}">
                  <a16:creationId xmlns:a16="http://schemas.microsoft.com/office/drawing/2014/main" id="{44FD116C-4D97-7D00-C62B-52C54FE2FBD8}"/>
                </a:ext>
              </a:extLst>
            </p:cNvPr>
            <p:cNvSpPr/>
            <p:nvPr/>
          </p:nvSpPr>
          <p:spPr>
            <a:xfrm>
              <a:off x="469828" y="308887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7" name="Rectangle 2076">
              <a:extLst>
                <a:ext uri="{FF2B5EF4-FFF2-40B4-BE49-F238E27FC236}">
                  <a16:creationId xmlns:a16="http://schemas.microsoft.com/office/drawing/2014/main" id="{144D6D47-924B-8B79-6F5B-C10653CDD1AD}"/>
                </a:ext>
              </a:extLst>
            </p:cNvPr>
            <p:cNvSpPr/>
            <p:nvPr/>
          </p:nvSpPr>
          <p:spPr>
            <a:xfrm>
              <a:off x="469828" y="317197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8" name="Rectangle 2077">
              <a:extLst>
                <a:ext uri="{FF2B5EF4-FFF2-40B4-BE49-F238E27FC236}">
                  <a16:creationId xmlns:a16="http://schemas.microsoft.com/office/drawing/2014/main" id="{D674FCCC-5939-5527-6CEE-99EEB7E96175}"/>
                </a:ext>
              </a:extLst>
            </p:cNvPr>
            <p:cNvSpPr/>
            <p:nvPr/>
          </p:nvSpPr>
          <p:spPr>
            <a:xfrm>
              <a:off x="469828" y="325507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79" name="Rectangle 2078">
              <a:extLst>
                <a:ext uri="{FF2B5EF4-FFF2-40B4-BE49-F238E27FC236}">
                  <a16:creationId xmlns:a16="http://schemas.microsoft.com/office/drawing/2014/main" id="{141DC04E-E91E-F3DA-15FD-2F62B46FBECA}"/>
                </a:ext>
              </a:extLst>
            </p:cNvPr>
            <p:cNvSpPr/>
            <p:nvPr/>
          </p:nvSpPr>
          <p:spPr>
            <a:xfrm>
              <a:off x="469828" y="333816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0" name="Rectangle 2079">
              <a:extLst>
                <a:ext uri="{FF2B5EF4-FFF2-40B4-BE49-F238E27FC236}">
                  <a16:creationId xmlns:a16="http://schemas.microsoft.com/office/drawing/2014/main" id="{ADD1EE4C-2939-5DC6-DDBB-138DD758B281}"/>
                </a:ext>
              </a:extLst>
            </p:cNvPr>
            <p:cNvSpPr/>
            <p:nvPr/>
          </p:nvSpPr>
          <p:spPr>
            <a:xfrm>
              <a:off x="469828" y="342126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1" name="Rectangle 2080">
              <a:extLst>
                <a:ext uri="{FF2B5EF4-FFF2-40B4-BE49-F238E27FC236}">
                  <a16:creationId xmlns:a16="http://schemas.microsoft.com/office/drawing/2014/main" id="{52F36E6E-5E01-3605-7BDD-658A23C6E731}"/>
                </a:ext>
              </a:extLst>
            </p:cNvPr>
            <p:cNvSpPr/>
            <p:nvPr/>
          </p:nvSpPr>
          <p:spPr>
            <a:xfrm>
              <a:off x="469828" y="350435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2" name="Rectangle 2081">
              <a:extLst>
                <a:ext uri="{FF2B5EF4-FFF2-40B4-BE49-F238E27FC236}">
                  <a16:creationId xmlns:a16="http://schemas.microsoft.com/office/drawing/2014/main" id="{B8A8F88A-9F2B-BE89-2E69-6E4B6B566AB2}"/>
                </a:ext>
              </a:extLst>
            </p:cNvPr>
            <p:cNvSpPr/>
            <p:nvPr/>
          </p:nvSpPr>
          <p:spPr>
            <a:xfrm>
              <a:off x="469828" y="358722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3" name="Rectangle 2082">
              <a:extLst>
                <a:ext uri="{FF2B5EF4-FFF2-40B4-BE49-F238E27FC236}">
                  <a16:creationId xmlns:a16="http://schemas.microsoft.com/office/drawing/2014/main" id="{2E5DD04E-27B7-A0DE-AECF-FF758D1D4A1E}"/>
                </a:ext>
              </a:extLst>
            </p:cNvPr>
            <p:cNvSpPr/>
            <p:nvPr/>
          </p:nvSpPr>
          <p:spPr>
            <a:xfrm>
              <a:off x="469828" y="367031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4" name="Rectangle 2083">
              <a:extLst>
                <a:ext uri="{FF2B5EF4-FFF2-40B4-BE49-F238E27FC236}">
                  <a16:creationId xmlns:a16="http://schemas.microsoft.com/office/drawing/2014/main" id="{45358DDE-E58E-A753-998E-C58ABD887403}"/>
                </a:ext>
              </a:extLst>
            </p:cNvPr>
            <p:cNvSpPr/>
            <p:nvPr/>
          </p:nvSpPr>
          <p:spPr>
            <a:xfrm>
              <a:off x="469828" y="375341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5" name="Rectangle 2084">
              <a:extLst>
                <a:ext uri="{FF2B5EF4-FFF2-40B4-BE49-F238E27FC236}">
                  <a16:creationId xmlns:a16="http://schemas.microsoft.com/office/drawing/2014/main" id="{548540A5-FC54-D309-1823-DF3B7FFBD4E0}"/>
                </a:ext>
              </a:extLst>
            </p:cNvPr>
            <p:cNvSpPr/>
            <p:nvPr/>
          </p:nvSpPr>
          <p:spPr>
            <a:xfrm>
              <a:off x="469828" y="383650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6" name="Rectangle 2085">
              <a:extLst>
                <a:ext uri="{FF2B5EF4-FFF2-40B4-BE49-F238E27FC236}">
                  <a16:creationId xmlns:a16="http://schemas.microsoft.com/office/drawing/2014/main" id="{C0098EDB-F721-2808-19F9-0C1F99FCAF56}"/>
                </a:ext>
              </a:extLst>
            </p:cNvPr>
            <p:cNvSpPr/>
            <p:nvPr/>
          </p:nvSpPr>
          <p:spPr>
            <a:xfrm>
              <a:off x="469828" y="39196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7" name="Rectangle 2086">
              <a:extLst>
                <a:ext uri="{FF2B5EF4-FFF2-40B4-BE49-F238E27FC236}">
                  <a16:creationId xmlns:a16="http://schemas.microsoft.com/office/drawing/2014/main" id="{03A4FCE1-A8FF-40C4-8357-25D57E26EB66}"/>
                </a:ext>
              </a:extLst>
            </p:cNvPr>
            <p:cNvSpPr/>
            <p:nvPr/>
          </p:nvSpPr>
          <p:spPr>
            <a:xfrm>
              <a:off x="469828" y="400270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8" name="Rectangle 2087">
              <a:extLst>
                <a:ext uri="{FF2B5EF4-FFF2-40B4-BE49-F238E27FC236}">
                  <a16:creationId xmlns:a16="http://schemas.microsoft.com/office/drawing/2014/main" id="{1763AB6E-47ED-AEB7-EBCE-E5BF8399E229}"/>
                </a:ext>
              </a:extLst>
            </p:cNvPr>
            <p:cNvSpPr/>
            <p:nvPr/>
          </p:nvSpPr>
          <p:spPr>
            <a:xfrm>
              <a:off x="469828" y="408579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89" name="Rectangle 2088">
              <a:extLst>
                <a:ext uri="{FF2B5EF4-FFF2-40B4-BE49-F238E27FC236}">
                  <a16:creationId xmlns:a16="http://schemas.microsoft.com/office/drawing/2014/main" id="{A2DA36F0-2518-999A-95C2-8FC909F736A5}"/>
                </a:ext>
              </a:extLst>
            </p:cNvPr>
            <p:cNvSpPr/>
            <p:nvPr/>
          </p:nvSpPr>
          <p:spPr>
            <a:xfrm>
              <a:off x="469828" y="416889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0" name="Rectangle 2089">
              <a:extLst>
                <a:ext uri="{FF2B5EF4-FFF2-40B4-BE49-F238E27FC236}">
                  <a16:creationId xmlns:a16="http://schemas.microsoft.com/office/drawing/2014/main" id="{1EFFC22F-1F95-40E8-C9DE-72A650DF2B63}"/>
                </a:ext>
              </a:extLst>
            </p:cNvPr>
            <p:cNvSpPr/>
            <p:nvPr/>
          </p:nvSpPr>
          <p:spPr>
            <a:xfrm>
              <a:off x="469828" y="425199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1" name="Rectangle 2090">
              <a:extLst>
                <a:ext uri="{FF2B5EF4-FFF2-40B4-BE49-F238E27FC236}">
                  <a16:creationId xmlns:a16="http://schemas.microsoft.com/office/drawing/2014/main" id="{64DFBE4C-906B-9EC1-3D2C-F50D18521F61}"/>
                </a:ext>
              </a:extLst>
            </p:cNvPr>
            <p:cNvSpPr/>
            <p:nvPr/>
          </p:nvSpPr>
          <p:spPr>
            <a:xfrm>
              <a:off x="469828" y="433508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2" name="Rectangle 2091">
              <a:extLst>
                <a:ext uri="{FF2B5EF4-FFF2-40B4-BE49-F238E27FC236}">
                  <a16:creationId xmlns:a16="http://schemas.microsoft.com/office/drawing/2014/main" id="{74B16604-F418-1379-F359-FBF6713D3762}"/>
                </a:ext>
              </a:extLst>
            </p:cNvPr>
            <p:cNvSpPr/>
            <p:nvPr/>
          </p:nvSpPr>
          <p:spPr>
            <a:xfrm>
              <a:off x="469828" y="441818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3" name="Rectangle 2092">
              <a:extLst>
                <a:ext uri="{FF2B5EF4-FFF2-40B4-BE49-F238E27FC236}">
                  <a16:creationId xmlns:a16="http://schemas.microsoft.com/office/drawing/2014/main" id="{CF59726E-9D43-8276-D01D-4C8331F8A108}"/>
                </a:ext>
              </a:extLst>
            </p:cNvPr>
            <p:cNvSpPr/>
            <p:nvPr/>
          </p:nvSpPr>
          <p:spPr>
            <a:xfrm>
              <a:off x="469828" y="450128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4" name="Rectangle 2093">
              <a:extLst>
                <a:ext uri="{FF2B5EF4-FFF2-40B4-BE49-F238E27FC236}">
                  <a16:creationId xmlns:a16="http://schemas.microsoft.com/office/drawing/2014/main" id="{E871B2A7-8DB4-AC47-3319-6D9453637067}"/>
                </a:ext>
              </a:extLst>
            </p:cNvPr>
            <p:cNvSpPr/>
            <p:nvPr/>
          </p:nvSpPr>
          <p:spPr>
            <a:xfrm>
              <a:off x="469828" y="458437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5" name="Rectangle 2094">
              <a:extLst>
                <a:ext uri="{FF2B5EF4-FFF2-40B4-BE49-F238E27FC236}">
                  <a16:creationId xmlns:a16="http://schemas.microsoft.com/office/drawing/2014/main" id="{2ADD6448-42BB-BEA8-0BF2-D5E997769C39}"/>
                </a:ext>
              </a:extLst>
            </p:cNvPr>
            <p:cNvSpPr/>
            <p:nvPr/>
          </p:nvSpPr>
          <p:spPr>
            <a:xfrm>
              <a:off x="469828" y="466747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6" name="Rectangle 2095">
              <a:extLst>
                <a:ext uri="{FF2B5EF4-FFF2-40B4-BE49-F238E27FC236}">
                  <a16:creationId xmlns:a16="http://schemas.microsoft.com/office/drawing/2014/main" id="{E0F7720F-6516-CA24-D307-2B26EB036A12}"/>
                </a:ext>
              </a:extLst>
            </p:cNvPr>
            <p:cNvSpPr/>
            <p:nvPr/>
          </p:nvSpPr>
          <p:spPr>
            <a:xfrm>
              <a:off x="469828" y="475033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7" name="Rectangle 2096">
              <a:extLst>
                <a:ext uri="{FF2B5EF4-FFF2-40B4-BE49-F238E27FC236}">
                  <a16:creationId xmlns:a16="http://schemas.microsoft.com/office/drawing/2014/main" id="{39F59D27-3CB1-321B-6818-81B3F2FF67A2}"/>
                </a:ext>
              </a:extLst>
            </p:cNvPr>
            <p:cNvSpPr/>
            <p:nvPr/>
          </p:nvSpPr>
          <p:spPr>
            <a:xfrm>
              <a:off x="469828" y="483343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8" name="Rectangle 2097">
              <a:extLst>
                <a:ext uri="{FF2B5EF4-FFF2-40B4-BE49-F238E27FC236}">
                  <a16:creationId xmlns:a16="http://schemas.microsoft.com/office/drawing/2014/main" id="{A3185B25-C0CA-11D3-3039-F71924F3B6C7}"/>
                </a:ext>
              </a:extLst>
            </p:cNvPr>
            <p:cNvSpPr/>
            <p:nvPr/>
          </p:nvSpPr>
          <p:spPr>
            <a:xfrm>
              <a:off x="469828" y="491652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099" name="Rectangle 2098">
              <a:extLst>
                <a:ext uri="{FF2B5EF4-FFF2-40B4-BE49-F238E27FC236}">
                  <a16:creationId xmlns:a16="http://schemas.microsoft.com/office/drawing/2014/main" id="{382A2454-AA0F-8820-87A1-E61519F944E5}"/>
                </a:ext>
              </a:extLst>
            </p:cNvPr>
            <p:cNvSpPr/>
            <p:nvPr/>
          </p:nvSpPr>
          <p:spPr>
            <a:xfrm>
              <a:off x="469828" y="499962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0" name="Rectangle 2099">
              <a:extLst>
                <a:ext uri="{FF2B5EF4-FFF2-40B4-BE49-F238E27FC236}">
                  <a16:creationId xmlns:a16="http://schemas.microsoft.com/office/drawing/2014/main" id="{1B5AE43E-926E-0442-BFD5-937E78264E7C}"/>
                </a:ext>
              </a:extLst>
            </p:cNvPr>
            <p:cNvSpPr/>
            <p:nvPr/>
          </p:nvSpPr>
          <p:spPr>
            <a:xfrm>
              <a:off x="469828" y="508271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1" name="Rectangle 2100">
              <a:extLst>
                <a:ext uri="{FF2B5EF4-FFF2-40B4-BE49-F238E27FC236}">
                  <a16:creationId xmlns:a16="http://schemas.microsoft.com/office/drawing/2014/main" id="{939B8890-CF25-0E32-1585-1A606B13079D}"/>
                </a:ext>
              </a:extLst>
            </p:cNvPr>
            <p:cNvSpPr/>
            <p:nvPr/>
          </p:nvSpPr>
          <p:spPr>
            <a:xfrm>
              <a:off x="469828" y="516581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2" name="Rectangle 2101">
              <a:extLst>
                <a:ext uri="{FF2B5EF4-FFF2-40B4-BE49-F238E27FC236}">
                  <a16:creationId xmlns:a16="http://schemas.microsoft.com/office/drawing/2014/main" id="{8D5B2396-078D-8DF3-3595-4CF32DEDD6C9}"/>
                </a:ext>
              </a:extLst>
            </p:cNvPr>
            <p:cNvSpPr/>
            <p:nvPr/>
          </p:nvSpPr>
          <p:spPr>
            <a:xfrm>
              <a:off x="469828" y="5248912"/>
              <a:ext cx="62738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3" name="Rectangle 2102">
              <a:extLst>
                <a:ext uri="{FF2B5EF4-FFF2-40B4-BE49-F238E27FC236}">
                  <a16:creationId xmlns:a16="http://schemas.microsoft.com/office/drawing/2014/main" id="{F86C28C0-CF56-4FFF-D0A8-7F70161667BC}"/>
                </a:ext>
              </a:extLst>
            </p:cNvPr>
            <p:cNvSpPr/>
            <p:nvPr/>
          </p:nvSpPr>
          <p:spPr>
            <a:xfrm>
              <a:off x="469828" y="533200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4" name="Rectangle 2103">
              <a:extLst>
                <a:ext uri="{FF2B5EF4-FFF2-40B4-BE49-F238E27FC236}">
                  <a16:creationId xmlns:a16="http://schemas.microsoft.com/office/drawing/2014/main" id="{65C998B2-3F3D-06E7-2FAD-67FD6AC837B5}"/>
                </a:ext>
              </a:extLst>
            </p:cNvPr>
            <p:cNvSpPr/>
            <p:nvPr/>
          </p:nvSpPr>
          <p:spPr>
            <a:xfrm>
              <a:off x="469828" y="541510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5" name="Rectangle 2104">
              <a:extLst>
                <a:ext uri="{FF2B5EF4-FFF2-40B4-BE49-F238E27FC236}">
                  <a16:creationId xmlns:a16="http://schemas.microsoft.com/office/drawing/2014/main" id="{A391135D-7A20-D789-0472-4FD320FE6A48}"/>
                </a:ext>
              </a:extLst>
            </p:cNvPr>
            <p:cNvSpPr/>
            <p:nvPr/>
          </p:nvSpPr>
          <p:spPr>
            <a:xfrm>
              <a:off x="469828" y="5498201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6" name="Rectangle 2105">
              <a:extLst>
                <a:ext uri="{FF2B5EF4-FFF2-40B4-BE49-F238E27FC236}">
                  <a16:creationId xmlns:a16="http://schemas.microsoft.com/office/drawing/2014/main" id="{FBC019DB-A192-2BEB-8C17-0205EA23EAD3}"/>
                </a:ext>
              </a:extLst>
            </p:cNvPr>
            <p:cNvSpPr/>
            <p:nvPr/>
          </p:nvSpPr>
          <p:spPr>
            <a:xfrm>
              <a:off x="469828" y="558129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7" name="Rectangle 2106">
              <a:extLst>
                <a:ext uri="{FF2B5EF4-FFF2-40B4-BE49-F238E27FC236}">
                  <a16:creationId xmlns:a16="http://schemas.microsoft.com/office/drawing/2014/main" id="{C92875F1-461F-4D4B-51BA-0E5BCCD72A97}"/>
                </a:ext>
              </a:extLst>
            </p:cNvPr>
            <p:cNvSpPr/>
            <p:nvPr/>
          </p:nvSpPr>
          <p:spPr>
            <a:xfrm>
              <a:off x="469828" y="566439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8" name="Rectangle 2107">
              <a:extLst>
                <a:ext uri="{FF2B5EF4-FFF2-40B4-BE49-F238E27FC236}">
                  <a16:creationId xmlns:a16="http://schemas.microsoft.com/office/drawing/2014/main" id="{A47A2D6D-1D6E-BAF8-1BB9-DCEA7ADC1FF1}"/>
                </a:ext>
              </a:extLst>
            </p:cNvPr>
            <p:cNvSpPr/>
            <p:nvPr/>
          </p:nvSpPr>
          <p:spPr>
            <a:xfrm>
              <a:off x="469828" y="574749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09" name="Rectangle 2108">
              <a:extLst>
                <a:ext uri="{FF2B5EF4-FFF2-40B4-BE49-F238E27FC236}">
                  <a16:creationId xmlns:a16="http://schemas.microsoft.com/office/drawing/2014/main" id="{1A12435A-EE1E-3A79-1E6B-AADA9B0BEF2B}"/>
                </a:ext>
              </a:extLst>
            </p:cNvPr>
            <p:cNvSpPr/>
            <p:nvPr/>
          </p:nvSpPr>
          <p:spPr>
            <a:xfrm>
              <a:off x="469828" y="583058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0" name="Rectangle 2109">
              <a:extLst>
                <a:ext uri="{FF2B5EF4-FFF2-40B4-BE49-F238E27FC236}">
                  <a16:creationId xmlns:a16="http://schemas.microsoft.com/office/drawing/2014/main" id="{EA2FD161-E741-D343-B7A4-65049611B3AA}"/>
                </a:ext>
              </a:extLst>
            </p:cNvPr>
            <p:cNvSpPr/>
            <p:nvPr/>
          </p:nvSpPr>
          <p:spPr>
            <a:xfrm>
              <a:off x="469828" y="5913447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1" name="Rectangle 2110">
              <a:extLst>
                <a:ext uri="{FF2B5EF4-FFF2-40B4-BE49-F238E27FC236}">
                  <a16:creationId xmlns:a16="http://schemas.microsoft.com/office/drawing/2014/main" id="{641F41C7-EE00-9159-6A0E-658502D08013}"/>
                </a:ext>
              </a:extLst>
            </p:cNvPr>
            <p:cNvSpPr/>
            <p:nvPr/>
          </p:nvSpPr>
          <p:spPr>
            <a:xfrm>
              <a:off x="469828" y="5996544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2" name="Rectangle 2111">
              <a:extLst>
                <a:ext uri="{FF2B5EF4-FFF2-40B4-BE49-F238E27FC236}">
                  <a16:creationId xmlns:a16="http://schemas.microsoft.com/office/drawing/2014/main" id="{D2DEFEDD-326A-6F62-E064-8601F225CEAC}"/>
                </a:ext>
              </a:extLst>
            </p:cNvPr>
            <p:cNvSpPr/>
            <p:nvPr/>
          </p:nvSpPr>
          <p:spPr>
            <a:xfrm>
              <a:off x="469828" y="607964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3" name="Rectangle 2112">
              <a:extLst>
                <a:ext uri="{FF2B5EF4-FFF2-40B4-BE49-F238E27FC236}">
                  <a16:creationId xmlns:a16="http://schemas.microsoft.com/office/drawing/2014/main" id="{82CD5D10-A864-4AA8-50C8-7BD1323B36CF}"/>
                </a:ext>
              </a:extLst>
            </p:cNvPr>
            <p:cNvSpPr/>
            <p:nvPr/>
          </p:nvSpPr>
          <p:spPr>
            <a:xfrm>
              <a:off x="469828" y="6162737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4" name="Rectangle 2113">
              <a:extLst>
                <a:ext uri="{FF2B5EF4-FFF2-40B4-BE49-F238E27FC236}">
                  <a16:creationId xmlns:a16="http://schemas.microsoft.com/office/drawing/2014/main" id="{677FC431-A3BD-3CE1-5D66-3F31369BD2A5}"/>
                </a:ext>
              </a:extLst>
            </p:cNvPr>
            <p:cNvSpPr/>
            <p:nvPr/>
          </p:nvSpPr>
          <p:spPr>
            <a:xfrm>
              <a:off x="469828" y="6245833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5" name="Rectangle 2114">
              <a:extLst>
                <a:ext uri="{FF2B5EF4-FFF2-40B4-BE49-F238E27FC236}">
                  <a16:creationId xmlns:a16="http://schemas.microsoft.com/office/drawing/2014/main" id="{63A82438-6C71-1714-8CA4-B95784A46E1F}"/>
                </a:ext>
              </a:extLst>
            </p:cNvPr>
            <p:cNvSpPr/>
            <p:nvPr/>
          </p:nvSpPr>
          <p:spPr>
            <a:xfrm>
              <a:off x="469828" y="632892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6" name="Rectangle 2115">
              <a:extLst>
                <a:ext uri="{FF2B5EF4-FFF2-40B4-BE49-F238E27FC236}">
                  <a16:creationId xmlns:a16="http://schemas.microsoft.com/office/drawing/2014/main" id="{6D0C7B75-A6FA-629E-5400-6487418AD657}"/>
                </a:ext>
              </a:extLst>
            </p:cNvPr>
            <p:cNvSpPr/>
            <p:nvPr/>
          </p:nvSpPr>
          <p:spPr>
            <a:xfrm>
              <a:off x="469828" y="6412026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7" name="Rectangle 2116">
              <a:extLst>
                <a:ext uri="{FF2B5EF4-FFF2-40B4-BE49-F238E27FC236}">
                  <a16:creationId xmlns:a16="http://schemas.microsoft.com/office/drawing/2014/main" id="{F1845C08-CFEE-18B2-8233-D5A37A14230A}"/>
                </a:ext>
              </a:extLst>
            </p:cNvPr>
            <p:cNvSpPr/>
            <p:nvPr/>
          </p:nvSpPr>
          <p:spPr>
            <a:xfrm>
              <a:off x="469828" y="6495122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8" name="Rectangle 2117">
              <a:extLst>
                <a:ext uri="{FF2B5EF4-FFF2-40B4-BE49-F238E27FC236}">
                  <a16:creationId xmlns:a16="http://schemas.microsoft.com/office/drawing/2014/main" id="{B4E86CDD-F2B0-3E34-ACD7-064F39911182}"/>
                </a:ext>
              </a:extLst>
            </p:cNvPr>
            <p:cNvSpPr/>
            <p:nvPr/>
          </p:nvSpPr>
          <p:spPr>
            <a:xfrm>
              <a:off x="469828" y="6578219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19" name="Rectangle 2118">
              <a:extLst>
                <a:ext uri="{FF2B5EF4-FFF2-40B4-BE49-F238E27FC236}">
                  <a16:creationId xmlns:a16="http://schemas.microsoft.com/office/drawing/2014/main" id="{17BD6DBA-7C0C-77E6-E4CB-6B38050D01F2}"/>
                </a:ext>
              </a:extLst>
            </p:cNvPr>
            <p:cNvSpPr/>
            <p:nvPr/>
          </p:nvSpPr>
          <p:spPr>
            <a:xfrm>
              <a:off x="469828" y="6661315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0" name="Rectangle 2119">
              <a:extLst>
                <a:ext uri="{FF2B5EF4-FFF2-40B4-BE49-F238E27FC236}">
                  <a16:creationId xmlns:a16="http://schemas.microsoft.com/office/drawing/2014/main" id="{719C3A51-08BA-B941-ABEB-CD8F87F5CA9B}"/>
                </a:ext>
              </a:extLst>
            </p:cNvPr>
            <p:cNvSpPr/>
            <p:nvPr/>
          </p:nvSpPr>
          <p:spPr>
            <a:xfrm>
              <a:off x="469828" y="6744411"/>
              <a:ext cx="62738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1" name="Rectangle 2120">
              <a:extLst>
                <a:ext uri="{FF2B5EF4-FFF2-40B4-BE49-F238E27FC236}">
                  <a16:creationId xmlns:a16="http://schemas.microsoft.com/office/drawing/2014/main" id="{3BCB785C-71CE-6139-08A8-93DBD9CB29DF}"/>
                </a:ext>
              </a:extLst>
            </p:cNvPr>
            <p:cNvSpPr/>
            <p:nvPr/>
          </p:nvSpPr>
          <p:spPr>
            <a:xfrm>
              <a:off x="469828" y="6827508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2" name="Rectangle 2121">
              <a:extLst>
                <a:ext uri="{FF2B5EF4-FFF2-40B4-BE49-F238E27FC236}">
                  <a16:creationId xmlns:a16="http://schemas.microsoft.com/office/drawing/2014/main" id="{FE142BB4-EFFE-BDEF-4F8F-CD1511CAC66B}"/>
                </a:ext>
              </a:extLst>
            </p:cNvPr>
            <p:cNvSpPr/>
            <p:nvPr/>
          </p:nvSpPr>
          <p:spPr>
            <a:xfrm>
              <a:off x="469828" y="6910604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3" name="Rectangle 2122">
              <a:extLst>
                <a:ext uri="{FF2B5EF4-FFF2-40B4-BE49-F238E27FC236}">
                  <a16:creationId xmlns:a16="http://schemas.microsoft.com/office/drawing/2014/main" id="{4823BCD6-97C7-BAE7-A229-4AC0FF5FB39D}"/>
                </a:ext>
              </a:extLst>
            </p:cNvPr>
            <p:cNvSpPr/>
            <p:nvPr/>
          </p:nvSpPr>
          <p:spPr>
            <a:xfrm>
              <a:off x="469828" y="6993700"/>
              <a:ext cx="62738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4" name="Rectangle 2123">
              <a:extLst>
                <a:ext uri="{FF2B5EF4-FFF2-40B4-BE49-F238E27FC236}">
                  <a16:creationId xmlns:a16="http://schemas.microsoft.com/office/drawing/2014/main" id="{239F6F03-5D0C-F67E-5E46-FF552B979972}"/>
                </a:ext>
              </a:extLst>
            </p:cNvPr>
            <p:cNvSpPr/>
            <p:nvPr/>
          </p:nvSpPr>
          <p:spPr>
            <a:xfrm>
              <a:off x="532566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5" name="Rectangle 2124">
              <a:extLst>
                <a:ext uri="{FF2B5EF4-FFF2-40B4-BE49-F238E27FC236}">
                  <a16:creationId xmlns:a16="http://schemas.microsoft.com/office/drawing/2014/main" id="{EF8FC8FD-9593-2D71-B612-328B39E3CE59}"/>
                </a:ext>
              </a:extLst>
            </p:cNvPr>
            <p:cNvSpPr/>
            <p:nvPr/>
          </p:nvSpPr>
          <p:spPr>
            <a:xfrm>
              <a:off x="532566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6" name="Rectangle 2125">
              <a:extLst>
                <a:ext uri="{FF2B5EF4-FFF2-40B4-BE49-F238E27FC236}">
                  <a16:creationId xmlns:a16="http://schemas.microsoft.com/office/drawing/2014/main" id="{2724249D-0F91-9DAC-F727-62F520BFDF4E}"/>
                </a:ext>
              </a:extLst>
            </p:cNvPr>
            <p:cNvSpPr/>
            <p:nvPr/>
          </p:nvSpPr>
          <p:spPr>
            <a:xfrm>
              <a:off x="532566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7" name="Rectangle 2126">
              <a:extLst>
                <a:ext uri="{FF2B5EF4-FFF2-40B4-BE49-F238E27FC236}">
                  <a16:creationId xmlns:a16="http://schemas.microsoft.com/office/drawing/2014/main" id="{43F0111E-8B16-AB75-6755-D1ECBFF6675C}"/>
                </a:ext>
              </a:extLst>
            </p:cNvPr>
            <p:cNvSpPr/>
            <p:nvPr/>
          </p:nvSpPr>
          <p:spPr>
            <a:xfrm>
              <a:off x="532566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8" name="Rectangle 2127">
              <a:extLst>
                <a:ext uri="{FF2B5EF4-FFF2-40B4-BE49-F238E27FC236}">
                  <a16:creationId xmlns:a16="http://schemas.microsoft.com/office/drawing/2014/main" id="{F7F19475-7813-2A6B-54B3-5871605422B6}"/>
                </a:ext>
              </a:extLst>
            </p:cNvPr>
            <p:cNvSpPr/>
            <p:nvPr/>
          </p:nvSpPr>
          <p:spPr>
            <a:xfrm>
              <a:off x="532566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29" name="Rectangle 2128">
              <a:extLst>
                <a:ext uri="{FF2B5EF4-FFF2-40B4-BE49-F238E27FC236}">
                  <a16:creationId xmlns:a16="http://schemas.microsoft.com/office/drawing/2014/main" id="{64D930C8-E44A-8223-5DCE-5946F394FF8C}"/>
                </a:ext>
              </a:extLst>
            </p:cNvPr>
            <p:cNvSpPr/>
            <p:nvPr/>
          </p:nvSpPr>
          <p:spPr>
            <a:xfrm>
              <a:off x="532566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0" name="Rectangle 2129">
              <a:extLst>
                <a:ext uri="{FF2B5EF4-FFF2-40B4-BE49-F238E27FC236}">
                  <a16:creationId xmlns:a16="http://schemas.microsoft.com/office/drawing/2014/main" id="{E52F23C3-A5CD-92A2-9F86-603349DD0783}"/>
                </a:ext>
              </a:extLst>
            </p:cNvPr>
            <p:cNvSpPr/>
            <p:nvPr/>
          </p:nvSpPr>
          <p:spPr>
            <a:xfrm>
              <a:off x="532566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1" name="Rectangle 2130">
              <a:extLst>
                <a:ext uri="{FF2B5EF4-FFF2-40B4-BE49-F238E27FC236}">
                  <a16:creationId xmlns:a16="http://schemas.microsoft.com/office/drawing/2014/main" id="{439DAF90-97E3-648D-E2EF-33274DD1BB71}"/>
                </a:ext>
              </a:extLst>
            </p:cNvPr>
            <p:cNvSpPr/>
            <p:nvPr/>
          </p:nvSpPr>
          <p:spPr>
            <a:xfrm>
              <a:off x="532566" y="234124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2" name="Rectangle 2131">
              <a:extLst>
                <a:ext uri="{FF2B5EF4-FFF2-40B4-BE49-F238E27FC236}">
                  <a16:creationId xmlns:a16="http://schemas.microsoft.com/office/drawing/2014/main" id="{75FA910D-AC06-C5DF-4210-25C4FE42C219}"/>
                </a:ext>
              </a:extLst>
            </p:cNvPr>
            <p:cNvSpPr/>
            <p:nvPr/>
          </p:nvSpPr>
          <p:spPr>
            <a:xfrm>
              <a:off x="532566" y="2424106"/>
              <a:ext cx="62737" cy="83096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3" name="Rectangle 2132">
              <a:extLst>
                <a:ext uri="{FF2B5EF4-FFF2-40B4-BE49-F238E27FC236}">
                  <a16:creationId xmlns:a16="http://schemas.microsoft.com/office/drawing/2014/main" id="{80000578-5015-BBD2-1843-28929A33977C}"/>
                </a:ext>
              </a:extLst>
            </p:cNvPr>
            <p:cNvSpPr/>
            <p:nvPr/>
          </p:nvSpPr>
          <p:spPr>
            <a:xfrm>
              <a:off x="532566" y="2507202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4" name="Rectangle 2133">
              <a:extLst>
                <a:ext uri="{FF2B5EF4-FFF2-40B4-BE49-F238E27FC236}">
                  <a16:creationId xmlns:a16="http://schemas.microsoft.com/office/drawing/2014/main" id="{0D688050-4174-DA08-1E2D-F2BEB0EC09A0}"/>
                </a:ext>
              </a:extLst>
            </p:cNvPr>
            <p:cNvSpPr/>
            <p:nvPr/>
          </p:nvSpPr>
          <p:spPr>
            <a:xfrm>
              <a:off x="532566" y="2590299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5" name="Rectangle 2134">
              <a:extLst>
                <a:ext uri="{FF2B5EF4-FFF2-40B4-BE49-F238E27FC236}">
                  <a16:creationId xmlns:a16="http://schemas.microsoft.com/office/drawing/2014/main" id="{485B78CB-DEC0-9051-7D5C-6A422ECF20D2}"/>
                </a:ext>
              </a:extLst>
            </p:cNvPr>
            <p:cNvSpPr/>
            <p:nvPr/>
          </p:nvSpPr>
          <p:spPr>
            <a:xfrm>
              <a:off x="532566" y="267339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6" name="Rectangle 2135">
              <a:extLst>
                <a:ext uri="{FF2B5EF4-FFF2-40B4-BE49-F238E27FC236}">
                  <a16:creationId xmlns:a16="http://schemas.microsoft.com/office/drawing/2014/main" id="{B7614D5E-F4DC-599C-9E0A-6C555421F126}"/>
                </a:ext>
              </a:extLst>
            </p:cNvPr>
            <p:cNvSpPr/>
            <p:nvPr/>
          </p:nvSpPr>
          <p:spPr>
            <a:xfrm>
              <a:off x="532566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7" name="Rectangle 2136">
              <a:extLst>
                <a:ext uri="{FF2B5EF4-FFF2-40B4-BE49-F238E27FC236}">
                  <a16:creationId xmlns:a16="http://schemas.microsoft.com/office/drawing/2014/main" id="{B6B26E2C-CA95-779D-AA1E-73E9151C5A42}"/>
                </a:ext>
              </a:extLst>
            </p:cNvPr>
            <p:cNvSpPr/>
            <p:nvPr/>
          </p:nvSpPr>
          <p:spPr>
            <a:xfrm>
              <a:off x="532566" y="283958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8" name="Rectangle 2137">
              <a:extLst>
                <a:ext uri="{FF2B5EF4-FFF2-40B4-BE49-F238E27FC236}">
                  <a16:creationId xmlns:a16="http://schemas.microsoft.com/office/drawing/2014/main" id="{5E6E14E5-BB4F-A3A3-7B77-CE3FD72DB7E9}"/>
                </a:ext>
              </a:extLst>
            </p:cNvPr>
            <p:cNvSpPr/>
            <p:nvPr/>
          </p:nvSpPr>
          <p:spPr>
            <a:xfrm>
              <a:off x="532566" y="292268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39" name="Rectangle 2138">
              <a:extLst>
                <a:ext uri="{FF2B5EF4-FFF2-40B4-BE49-F238E27FC236}">
                  <a16:creationId xmlns:a16="http://schemas.microsoft.com/office/drawing/2014/main" id="{59D6CACC-AA81-36BB-2A3A-96540CA7AB69}"/>
                </a:ext>
              </a:extLst>
            </p:cNvPr>
            <p:cNvSpPr/>
            <p:nvPr/>
          </p:nvSpPr>
          <p:spPr>
            <a:xfrm>
              <a:off x="532566" y="300578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0" name="Rectangle 2139">
              <a:extLst>
                <a:ext uri="{FF2B5EF4-FFF2-40B4-BE49-F238E27FC236}">
                  <a16:creationId xmlns:a16="http://schemas.microsoft.com/office/drawing/2014/main" id="{9BF1C948-620E-56EE-CF0E-7C4CAFA4634C}"/>
                </a:ext>
              </a:extLst>
            </p:cNvPr>
            <p:cNvSpPr/>
            <p:nvPr/>
          </p:nvSpPr>
          <p:spPr>
            <a:xfrm>
              <a:off x="532566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1" name="Rectangle 2140">
              <a:extLst>
                <a:ext uri="{FF2B5EF4-FFF2-40B4-BE49-F238E27FC236}">
                  <a16:creationId xmlns:a16="http://schemas.microsoft.com/office/drawing/2014/main" id="{516DD23C-F902-CA2F-4D7C-E1226CDCF6F4}"/>
                </a:ext>
              </a:extLst>
            </p:cNvPr>
            <p:cNvSpPr/>
            <p:nvPr/>
          </p:nvSpPr>
          <p:spPr>
            <a:xfrm>
              <a:off x="532566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2" name="Rectangle 2141">
              <a:extLst>
                <a:ext uri="{FF2B5EF4-FFF2-40B4-BE49-F238E27FC236}">
                  <a16:creationId xmlns:a16="http://schemas.microsoft.com/office/drawing/2014/main" id="{E255FE59-F87B-FB0C-6C03-C65BF840F407}"/>
                </a:ext>
              </a:extLst>
            </p:cNvPr>
            <p:cNvSpPr/>
            <p:nvPr/>
          </p:nvSpPr>
          <p:spPr>
            <a:xfrm>
              <a:off x="532566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3" name="Rectangle 2142">
              <a:extLst>
                <a:ext uri="{FF2B5EF4-FFF2-40B4-BE49-F238E27FC236}">
                  <a16:creationId xmlns:a16="http://schemas.microsoft.com/office/drawing/2014/main" id="{48D1DF11-ACB5-DDA2-5C3D-C41D821C0AAB}"/>
                </a:ext>
              </a:extLst>
            </p:cNvPr>
            <p:cNvSpPr/>
            <p:nvPr/>
          </p:nvSpPr>
          <p:spPr>
            <a:xfrm>
              <a:off x="532566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4" name="Rectangle 2143">
              <a:extLst>
                <a:ext uri="{FF2B5EF4-FFF2-40B4-BE49-F238E27FC236}">
                  <a16:creationId xmlns:a16="http://schemas.microsoft.com/office/drawing/2014/main" id="{F68B5E17-DA08-FE60-3443-6FEA5E5B9ACD}"/>
                </a:ext>
              </a:extLst>
            </p:cNvPr>
            <p:cNvSpPr/>
            <p:nvPr/>
          </p:nvSpPr>
          <p:spPr>
            <a:xfrm>
              <a:off x="532566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5" name="Rectangle 2144">
              <a:extLst>
                <a:ext uri="{FF2B5EF4-FFF2-40B4-BE49-F238E27FC236}">
                  <a16:creationId xmlns:a16="http://schemas.microsoft.com/office/drawing/2014/main" id="{369EB5E3-ACAD-2B02-8A4E-9A1915E30662}"/>
                </a:ext>
              </a:extLst>
            </p:cNvPr>
            <p:cNvSpPr/>
            <p:nvPr/>
          </p:nvSpPr>
          <p:spPr>
            <a:xfrm>
              <a:off x="532566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6" name="Rectangle 2145">
              <a:extLst>
                <a:ext uri="{FF2B5EF4-FFF2-40B4-BE49-F238E27FC236}">
                  <a16:creationId xmlns:a16="http://schemas.microsoft.com/office/drawing/2014/main" id="{4D052E5E-FB7F-EA19-C55E-C4CC6D819EEF}"/>
                </a:ext>
              </a:extLst>
            </p:cNvPr>
            <p:cNvSpPr/>
            <p:nvPr/>
          </p:nvSpPr>
          <p:spPr>
            <a:xfrm>
              <a:off x="532566" y="358722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7" name="Rectangle 2146">
              <a:extLst>
                <a:ext uri="{FF2B5EF4-FFF2-40B4-BE49-F238E27FC236}">
                  <a16:creationId xmlns:a16="http://schemas.microsoft.com/office/drawing/2014/main" id="{0BC52876-51EF-FCEF-9A29-2D6849F59BF3}"/>
                </a:ext>
              </a:extLst>
            </p:cNvPr>
            <p:cNvSpPr/>
            <p:nvPr/>
          </p:nvSpPr>
          <p:spPr>
            <a:xfrm>
              <a:off x="532566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8" name="Rectangle 2147">
              <a:extLst>
                <a:ext uri="{FF2B5EF4-FFF2-40B4-BE49-F238E27FC236}">
                  <a16:creationId xmlns:a16="http://schemas.microsoft.com/office/drawing/2014/main" id="{FFD7400D-5642-9B0D-6AA9-18448C8DA3B0}"/>
                </a:ext>
              </a:extLst>
            </p:cNvPr>
            <p:cNvSpPr/>
            <p:nvPr/>
          </p:nvSpPr>
          <p:spPr>
            <a:xfrm>
              <a:off x="532566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49" name="Rectangle 2148">
              <a:extLst>
                <a:ext uri="{FF2B5EF4-FFF2-40B4-BE49-F238E27FC236}">
                  <a16:creationId xmlns:a16="http://schemas.microsoft.com/office/drawing/2014/main" id="{7C11D63C-0433-EEB6-AE46-AA12C6546EEF}"/>
                </a:ext>
              </a:extLst>
            </p:cNvPr>
            <p:cNvSpPr/>
            <p:nvPr/>
          </p:nvSpPr>
          <p:spPr>
            <a:xfrm>
              <a:off x="532566" y="383650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0" name="Rectangle 2149">
              <a:extLst>
                <a:ext uri="{FF2B5EF4-FFF2-40B4-BE49-F238E27FC236}">
                  <a16:creationId xmlns:a16="http://schemas.microsoft.com/office/drawing/2014/main" id="{788B3806-3A2D-D398-CDB3-8150E7F2094A}"/>
                </a:ext>
              </a:extLst>
            </p:cNvPr>
            <p:cNvSpPr/>
            <p:nvPr/>
          </p:nvSpPr>
          <p:spPr>
            <a:xfrm>
              <a:off x="532566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1" name="Rectangle 2150">
              <a:extLst>
                <a:ext uri="{FF2B5EF4-FFF2-40B4-BE49-F238E27FC236}">
                  <a16:creationId xmlns:a16="http://schemas.microsoft.com/office/drawing/2014/main" id="{B4ACB60D-3EE1-9B88-FEE0-970A221F10A7}"/>
                </a:ext>
              </a:extLst>
            </p:cNvPr>
            <p:cNvSpPr/>
            <p:nvPr/>
          </p:nvSpPr>
          <p:spPr>
            <a:xfrm>
              <a:off x="532566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2" name="Rectangle 2151">
              <a:extLst>
                <a:ext uri="{FF2B5EF4-FFF2-40B4-BE49-F238E27FC236}">
                  <a16:creationId xmlns:a16="http://schemas.microsoft.com/office/drawing/2014/main" id="{F40AB8DF-CBA2-152B-8BE6-65642EAC12B7}"/>
                </a:ext>
              </a:extLst>
            </p:cNvPr>
            <p:cNvSpPr/>
            <p:nvPr/>
          </p:nvSpPr>
          <p:spPr>
            <a:xfrm>
              <a:off x="532566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3" name="Rectangle 2152">
              <a:extLst>
                <a:ext uri="{FF2B5EF4-FFF2-40B4-BE49-F238E27FC236}">
                  <a16:creationId xmlns:a16="http://schemas.microsoft.com/office/drawing/2014/main" id="{5DADB3FF-D33D-4753-77BD-EBBD9934B132}"/>
                </a:ext>
              </a:extLst>
            </p:cNvPr>
            <p:cNvSpPr/>
            <p:nvPr/>
          </p:nvSpPr>
          <p:spPr>
            <a:xfrm>
              <a:off x="532566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4" name="Rectangle 2153">
              <a:extLst>
                <a:ext uri="{FF2B5EF4-FFF2-40B4-BE49-F238E27FC236}">
                  <a16:creationId xmlns:a16="http://schemas.microsoft.com/office/drawing/2014/main" id="{61F751E5-9E09-2234-3CEA-9D2D2F5B3D19}"/>
                </a:ext>
              </a:extLst>
            </p:cNvPr>
            <p:cNvSpPr/>
            <p:nvPr/>
          </p:nvSpPr>
          <p:spPr>
            <a:xfrm>
              <a:off x="532566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5" name="Rectangle 2154">
              <a:extLst>
                <a:ext uri="{FF2B5EF4-FFF2-40B4-BE49-F238E27FC236}">
                  <a16:creationId xmlns:a16="http://schemas.microsoft.com/office/drawing/2014/main" id="{6EDC375E-8ECC-DF7A-D793-673217E74C09}"/>
                </a:ext>
              </a:extLst>
            </p:cNvPr>
            <p:cNvSpPr/>
            <p:nvPr/>
          </p:nvSpPr>
          <p:spPr>
            <a:xfrm>
              <a:off x="532566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6" name="Rectangle 2155">
              <a:extLst>
                <a:ext uri="{FF2B5EF4-FFF2-40B4-BE49-F238E27FC236}">
                  <a16:creationId xmlns:a16="http://schemas.microsoft.com/office/drawing/2014/main" id="{D7F9F575-92B5-DC2A-2FFD-37FD140CB0B9}"/>
                </a:ext>
              </a:extLst>
            </p:cNvPr>
            <p:cNvSpPr/>
            <p:nvPr/>
          </p:nvSpPr>
          <p:spPr>
            <a:xfrm>
              <a:off x="532566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7" name="Rectangle 2156">
              <a:extLst>
                <a:ext uri="{FF2B5EF4-FFF2-40B4-BE49-F238E27FC236}">
                  <a16:creationId xmlns:a16="http://schemas.microsoft.com/office/drawing/2014/main" id="{A0BB393F-5D41-1A26-7786-DF2F41ECC246}"/>
                </a:ext>
              </a:extLst>
            </p:cNvPr>
            <p:cNvSpPr/>
            <p:nvPr/>
          </p:nvSpPr>
          <p:spPr>
            <a:xfrm>
              <a:off x="532566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8" name="Rectangle 2157">
              <a:extLst>
                <a:ext uri="{FF2B5EF4-FFF2-40B4-BE49-F238E27FC236}">
                  <a16:creationId xmlns:a16="http://schemas.microsoft.com/office/drawing/2014/main" id="{D00D1CBA-0C4E-D935-FB24-2F98FAC8CF84}"/>
                </a:ext>
              </a:extLst>
            </p:cNvPr>
            <p:cNvSpPr/>
            <p:nvPr/>
          </p:nvSpPr>
          <p:spPr>
            <a:xfrm>
              <a:off x="532566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59" name="Rectangle 2158">
              <a:extLst>
                <a:ext uri="{FF2B5EF4-FFF2-40B4-BE49-F238E27FC236}">
                  <a16:creationId xmlns:a16="http://schemas.microsoft.com/office/drawing/2014/main" id="{EA9030F2-1C97-7B86-39DA-85047B191F43}"/>
                </a:ext>
              </a:extLst>
            </p:cNvPr>
            <p:cNvSpPr/>
            <p:nvPr/>
          </p:nvSpPr>
          <p:spPr>
            <a:xfrm>
              <a:off x="532566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0" name="Rectangle 2159">
              <a:extLst>
                <a:ext uri="{FF2B5EF4-FFF2-40B4-BE49-F238E27FC236}">
                  <a16:creationId xmlns:a16="http://schemas.microsoft.com/office/drawing/2014/main" id="{7D5B9D7F-3FBA-F4A3-D8F8-8DFA5D0FD203}"/>
                </a:ext>
              </a:extLst>
            </p:cNvPr>
            <p:cNvSpPr/>
            <p:nvPr/>
          </p:nvSpPr>
          <p:spPr>
            <a:xfrm>
              <a:off x="532566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1" name="Rectangle 2160">
              <a:extLst>
                <a:ext uri="{FF2B5EF4-FFF2-40B4-BE49-F238E27FC236}">
                  <a16:creationId xmlns:a16="http://schemas.microsoft.com/office/drawing/2014/main" id="{3D637C8A-0846-824C-0F7B-1B5D777DD517}"/>
                </a:ext>
              </a:extLst>
            </p:cNvPr>
            <p:cNvSpPr/>
            <p:nvPr/>
          </p:nvSpPr>
          <p:spPr>
            <a:xfrm>
              <a:off x="532566" y="483343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2" name="Rectangle 2161">
              <a:extLst>
                <a:ext uri="{FF2B5EF4-FFF2-40B4-BE49-F238E27FC236}">
                  <a16:creationId xmlns:a16="http://schemas.microsoft.com/office/drawing/2014/main" id="{28C31FA7-5137-8983-BA95-916CA5799B3D}"/>
                </a:ext>
              </a:extLst>
            </p:cNvPr>
            <p:cNvSpPr/>
            <p:nvPr/>
          </p:nvSpPr>
          <p:spPr>
            <a:xfrm>
              <a:off x="532566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3" name="Rectangle 2162">
              <a:extLst>
                <a:ext uri="{FF2B5EF4-FFF2-40B4-BE49-F238E27FC236}">
                  <a16:creationId xmlns:a16="http://schemas.microsoft.com/office/drawing/2014/main" id="{4FE6612F-C692-58DD-6643-E88D3D37B0C9}"/>
                </a:ext>
              </a:extLst>
            </p:cNvPr>
            <p:cNvSpPr/>
            <p:nvPr/>
          </p:nvSpPr>
          <p:spPr>
            <a:xfrm>
              <a:off x="532566" y="4999621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4" name="Rectangle 2163">
              <a:extLst>
                <a:ext uri="{FF2B5EF4-FFF2-40B4-BE49-F238E27FC236}">
                  <a16:creationId xmlns:a16="http://schemas.microsoft.com/office/drawing/2014/main" id="{1AB568A3-478C-2633-5969-7ECB9A7EFE11}"/>
                </a:ext>
              </a:extLst>
            </p:cNvPr>
            <p:cNvSpPr/>
            <p:nvPr/>
          </p:nvSpPr>
          <p:spPr>
            <a:xfrm>
              <a:off x="532566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5" name="Rectangle 2164">
              <a:extLst>
                <a:ext uri="{FF2B5EF4-FFF2-40B4-BE49-F238E27FC236}">
                  <a16:creationId xmlns:a16="http://schemas.microsoft.com/office/drawing/2014/main" id="{F5CFCE5D-7E04-48F2-CF6A-770522390CC5}"/>
                </a:ext>
              </a:extLst>
            </p:cNvPr>
            <p:cNvSpPr/>
            <p:nvPr/>
          </p:nvSpPr>
          <p:spPr>
            <a:xfrm>
              <a:off x="532566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6" name="Rectangle 2165">
              <a:extLst>
                <a:ext uri="{FF2B5EF4-FFF2-40B4-BE49-F238E27FC236}">
                  <a16:creationId xmlns:a16="http://schemas.microsoft.com/office/drawing/2014/main" id="{1C72116B-41B3-8F15-B48D-A03BD8EEE968}"/>
                </a:ext>
              </a:extLst>
            </p:cNvPr>
            <p:cNvSpPr/>
            <p:nvPr/>
          </p:nvSpPr>
          <p:spPr>
            <a:xfrm>
              <a:off x="532566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7" name="Rectangle 2166">
              <a:extLst>
                <a:ext uri="{FF2B5EF4-FFF2-40B4-BE49-F238E27FC236}">
                  <a16:creationId xmlns:a16="http://schemas.microsoft.com/office/drawing/2014/main" id="{930FE130-1ADF-8688-4AD2-113097192775}"/>
                </a:ext>
              </a:extLst>
            </p:cNvPr>
            <p:cNvSpPr/>
            <p:nvPr/>
          </p:nvSpPr>
          <p:spPr>
            <a:xfrm>
              <a:off x="532566" y="533200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8" name="Rectangle 2167">
              <a:extLst>
                <a:ext uri="{FF2B5EF4-FFF2-40B4-BE49-F238E27FC236}">
                  <a16:creationId xmlns:a16="http://schemas.microsoft.com/office/drawing/2014/main" id="{B1970522-066B-2470-B92E-011FC428A105}"/>
                </a:ext>
              </a:extLst>
            </p:cNvPr>
            <p:cNvSpPr/>
            <p:nvPr/>
          </p:nvSpPr>
          <p:spPr>
            <a:xfrm>
              <a:off x="532566" y="54151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69" name="Rectangle 2168">
              <a:extLst>
                <a:ext uri="{FF2B5EF4-FFF2-40B4-BE49-F238E27FC236}">
                  <a16:creationId xmlns:a16="http://schemas.microsoft.com/office/drawing/2014/main" id="{D84D747F-ED91-7190-9AC5-6F84F6E3292A}"/>
                </a:ext>
              </a:extLst>
            </p:cNvPr>
            <p:cNvSpPr/>
            <p:nvPr/>
          </p:nvSpPr>
          <p:spPr>
            <a:xfrm>
              <a:off x="532566" y="549820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0" name="Rectangle 2169">
              <a:extLst>
                <a:ext uri="{FF2B5EF4-FFF2-40B4-BE49-F238E27FC236}">
                  <a16:creationId xmlns:a16="http://schemas.microsoft.com/office/drawing/2014/main" id="{E8DA9052-1DF7-24D1-4368-29534901C58E}"/>
                </a:ext>
              </a:extLst>
            </p:cNvPr>
            <p:cNvSpPr/>
            <p:nvPr/>
          </p:nvSpPr>
          <p:spPr>
            <a:xfrm>
              <a:off x="532566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1" name="Rectangle 2170">
              <a:extLst>
                <a:ext uri="{FF2B5EF4-FFF2-40B4-BE49-F238E27FC236}">
                  <a16:creationId xmlns:a16="http://schemas.microsoft.com/office/drawing/2014/main" id="{65E4A557-DE2A-E465-54B8-DF66B727B58B}"/>
                </a:ext>
              </a:extLst>
            </p:cNvPr>
            <p:cNvSpPr/>
            <p:nvPr/>
          </p:nvSpPr>
          <p:spPr>
            <a:xfrm>
              <a:off x="532566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2" name="Rectangle 2171">
              <a:extLst>
                <a:ext uri="{FF2B5EF4-FFF2-40B4-BE49-F238E27FC236}">
                  <a16:creationId xmlns:a16="http://schemas.microsoft.com/office/drawing/2014/main" id="{E008C287-4B6C-5B94-AFEB-090A521C4232}"/>
                </a:ext>
              </a:extLst>
            </p:cNvPr>
            <p:cNvSpPr/>
            <p:nvPr/>
          </p:nvSpPr>
          <p:spPr>
            <a:xfrm>
              <a:off x="532566" y="574749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3" name="Rectangle 2172">
              <a:extLst>
                <a:ext uri="{FF2B5EF4-FFF2-40B4-BE49-F238E27FC236}">
                  <a16:creationId xmlns:a16="http://schemas.microsoft.com/office/drawing/2014/main" id="{B0C3F46A-F997-40C9-8630-5ADE92490C2E}"/>
                </a:ext>
              </a:extLst>
            </p:cNvPr>
            <p:cNvSpPr/>
            <p:nvPr/>
          </p:nvSpPr>
          <p:spPr>
            <a:xfrm>
              <a:off x="532566" y="583058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4" name="Rectangle 2173">
              <a:extLst>
                <a:ext uri="{FF2B5EF4-FFF2-40B4-BE49-F238E27FC236}">
                  <a16:creationId xmlns:a16="http://schemas.microsoft.com/office/drawing/2014/main" id="{D322C812-F024-CDA8-672C-56D715CA9C15}"/>
                </a:ext>
              </a:extLst>
            </p:cNvPr>
            <p:cNvSpPr/>
            <p:nvPr/>
          </p:nvSpPr>
          <p:spPr>
            <a:xfrm>
              <a:off x="532566" y="591344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5" name="Rectangle 2174">
              <a:extLst>
                <a:ext uri="{FF2B5EF4-FFF2-40B4-BE49-F238E27FC236}">
                  <a16:creationId xmlns:a16="http://schemas.microsoft.com/office/drawing/2014/main" id="{A036D928-D0C4-B596-A948-F045CEE18F27}"/>
                </a:ext>
              </a:extLst>
            </p:cNvPr>
            <p:cNvSpPr/>
            <p:nvPr/>
          </p:nvSpPr>
          <p:spPr>
            <a:xfrm>
              <a:off x="532566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6" name="Rectangle 2175">
              <a:extLst>
                <a:ext uri="{FF2B5EF4-FFF2-40B4-BE49-F238E27FC236}">
                  <a16:creationId xmlns:a16="http://schemas.microsoft.com/office/drawing/2014/main" id="{1B94B698-5060-BB93-D10C-B9667D9CBD01}"/>
                </a:ext>
              </a:extLst>
            </p:cNvPr>
            <p:cNvSpPr/>
            <p:nvPr/>
          </p:nvSpPr>
          <p:spPr>
            <a:xfrm>
              <a:off x="532566" y="607964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7" name="Rectangle 2176">
              <a:extLst>
                <a:ext uri="{FF2B5EF4-FFF2-40B4-BE49-F238E27FC236}">
                  <a16:creationId xmlns:a16="http://schemas.microsoft.com/office/drawing/2014/main" id="{4D5A7C4C-7317-9705-A523-52F48043111E}"/>
                </a:ext>
              </a:extLst>
            </p:cNvPr>
            <p:cNvSpPr/>
            <p:nvPr/>
          </p:nvSpPr>
          <p:spPr>
            <a:xfrm>
              <a:off x="532566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8" name="Rectangle 2177">
              <a:extLst>
                <a:ext uri="{FF2B5EF4-FFF2-40B4-BE49-F238E27FC236}">
                  <a16:creationId xmlns:a16="http://schemas.microsoft.com/office/drawing/2014/main" id="{2C56FD63-5870-9C98-CD19-73D713508AFF}"/>
                </a:ext>
              </a:extLst>
            </p:cNvPr>
            <p:cNvSpPr/>
            <p:nvPr/>
          </p:nvSpPr>
          <p:spPr>
            <a:xfrm>
              <a:off x="532566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79" name="Rectangle 2178">
              <a:extLst>
                <a:ext uri="{FF2B5EF4-FFF2-40B4-BE49-F238E27FC236}">
                  <a16:creationId xmlns:a16="http://schemas.microsoft.com/office/drawing/2014/main" id="{73A4E011-EB1E-A17A-E1B6-DDAA1B07CE22}"/>
                </a:ext>
              </a:extLst>
            </p:cNvPr>
            <p:cNvSpPr/>
            <p:nvPr/>
          </p:nvSpPr>
          <p:spPr>
            <a:xfrm>
              <a:off x="532566" y="632892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0" name="Rectangle 2179">
              <a:extLst>
                <a:ext uri="{FF2B5EF4-FFF2-40B4-BE49-F238E27FC236}">
                  <a16:creationId xmlns:a16="http://schemas.microsoft.com/office/drawing/2014/main" id="{421CC56E-C602-BDC9-E08F-ECBA11734E50}"/>
                </a:ext>
              </a:extLst>
            </p:cNvPr>
            <p:cNvSpPr/>
            <p:nvPr/>
          </p:nvSpPr>
          <p:spPr>
            <a:xfrm>
              <a:off x="532566" y="641202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1" name="Rectangle 2180">
              <a:extLst>
                <a:ext uri="{FF2B5EF4-FFF2-40B4-BE49-F238E27FC236}">
                  <a16:creationId xmlns:a16="http://schemas.microsoft.com/office/drawing/2014/main" id="{EB47FD49-98F4-CEB7-EADC-F014431899D8}"/>
                </a:ext>
              </a:extLst>
            </p:cNvPr>
            <p:cNvSpPr/>
            <p:nvPr/>
          </p:nvSpPr>
          <p:spPr>
            <a:xfrm>
              <a:off x="532566" y="649512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2" name="Rectangle 2181">
              <a:extLst>
                <a:ext uri="{FF2B5EF4-FFF2-40B4-BE49-F238E27FC236}">
                  <a16:creationId xmlns:a16="http://schemas.microsoft.com/office/drawing/2014/main" id="{8D37CDF6-13AE-0A00-5D82-6EF76C1E3F49}"/>
                </a:ext>
              </a:extLst>
            </p:cNvPr>
            <p:cNvSpPr/>
            <p:nvPr/>
          </p:nvSpPr>
          <p:spPr>
            <a:xfrm>
              <a:off x="532566" y="657821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3" name="Rectangle 2182">
              <a:extLst>
                <a:ext uri="{FF2B5EF4-FFF2-40B4-BE49-F238E27FC236}">
                  <a16:creationId xmlns:a16="http://schemas.microsoft.com/office/drawing/2014/main" id="{BF0D72EB-DFDB-B849-C3E5-112AFAE8ADDD}"/>
                </a:ext>
              </a:extLst>
            </p:cNvPr>
            <p:cNvSpPr/>
            <p:nvPr/>
          </p:nvSpPr>
          <p:spPr>
            <a:xfrm>
              <a:off x="532566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4" name="Rectangle 2183">
              <a:extLst>
                <a:ext uri="{FF2B5EF4-FFF2-40B4-BE49-F238E27FC236}">
                  <a16:creationId xmlns:a16="http://schemas.microsoft.com/office/drawing/2014/main" id="{B61DC592-1828-BC5C-5871-B7CF830933C1}"/>
                </a:ext>
              </a:extLst>
            </p:cNvPr>
            <p:cNvSpPr/>
            <p:nvPr/>
          </p:nvSpPr>
          <p:spPr>
            <a:xfrm>
              <a:off x="532566" y="674441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5" name="Rectangle 2184">
              <a:extLst>
                <a:ext uri="{FF2B5EF4-FFF2-40B4-BE49-F238E27FC236}">
                  <a16:creationId xmlns:a16="http://schemas.microsoft.com/office/drawing/2014/main" id="{D0FF5704-5090-3578-3D23-95E3B7CB5526}"/>
                </a:ext>
              </a:extLst>
            </p:cNvPr>
            <p:cNvSpPr/>
            <p:nvPr/>
          </p:nvSpPr>
          <p:spPr>
            <a:xfrm>
              <a:off x="532566" y="68275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6" name="Rectangle 2185">
              <a:extLst>
                <a:ext uri="{FF2B5EF4-FFF2-40B4-BE49-F238E27FC236}">
                  <a16:creationId xmlns:a16="http://schemas.microsoft.com/office/drawing/2014/main" id="{97AEF8E2-D8FE-2FAB-61AB-38F92C88B39C}"/>
                </a:ext>
              </a:extLst>
            </p:cNvPr>
            <p:cNvSpPr/>
            <p:nvPr/>
          </p:nvSpPr>
          <p:spPr>
            <a:xfrm>
              <a:off x="532566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7" name="Rectangle 2186">
              <a:extLst>
                <a:ext uri="{FF2B5EF4-FFF2-40B4-BE49-F238E27FC236}">
                  <a16:creationId xmlns:a16="http://schemas.microsoft.com/office/drawing/2014/main" id="{2AF120C6-458F-DDDD-2A50-AEA4A42B0B03}"/>
                </a:ext>
              </a:extLst>
            </p:cNvPr>
            <p:cNvSpPr/>
            <p:nvPr/>
          </p:nvSpPr>
          <p:spPr>
            <a:xfrm>
              <a:off x="532566" y="699370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8" name="Rectangle 2187">
              <a:extLst>
                <a:ext uri="{FF2B5EF4-FFF2-40B4-BE49-F238E27FC236}">
                  <a16:creationId xmlns:a16="http://schemas.microsoft.com/office/drawing/2014/main" id="{99BAED17-E850-6819-3580-4E85EBD68AE3}"/>
                </a:ext>
              </a:extLst>
            </p:cNvPr>
            <p:cNvSpPr/>
            <p:nvPr/>
          </p:nvSpPr>
          <p:spPr>
            <a:xfrm>
              <a:off x="595177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89" name="Rectangle 2188">
              <a:extLst>
                <a:ext uri="{FF2B5EF4-FFF2-40B4-BE49-F238E27FC236}">
                  <a16:creationId xmlns:a16="http://schemas.microsoft.com/office/drawing/2014/main" id="{26203F29-6671-E850-DFDF-52998EE94BC0}"/>
                </a:ext>
              </a:extLst>
            </p:cNvPr>
            <p:cNvSpPr/>
            <p:nvPr/>
          </p:nvSpPr>
          <p:spPr>
            <a:xfrm>
              <a:off x="595177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0" name="Rectangle 2189">
              <a:extLst>
                <a:ext uri="{FF2B5EF4-FFF2-40B4-BE49-F238E27FC236}">
                  <a16:creationId xmlns:a16="http://schemas.microsoft.com/office/drawing/2014/main" id="{C2368708-669A-EC21-0B21-4F101B71FF79}"/>
                </a:ext>
              </a:extLst>
            </p:cNvPr>
            <p:cNvSpPr/>
            <p:nvPr/>
          </p:nvSpPr>
          <p:spPr>
            <a:xfrm>
              <a:off x="595177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1" name="Rectangle 2190">
              <a:extLst>
                <a:ext uri="{FF2B5EF4-FFF2-40B4-BE49-F238E27FC236}">
                  <a16:creationId xmlns:a16="http://schemas.microsoft.com/office/drawing/2014/main" id="{E7325908-BA04-CE31-CB0E-F42C19130DBC}"/>
                </a:ext>
              </a:extLst>
            </p:cNvPr>
            <p:cNvSpPr/>
            <p:nvPr/>
          </p:nvSpPr>
          <p:spPr>
            <a:xfrm>
              <a:off x="595177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2" name="Rectangle 2191">
              <a:extLst>
                <a:ext uri="{FF2B5EF4-FFF2-40B4-BE49-F238E27FC236}">
                  <a16:creationId xmlns:a16="http://schemas.microsoft.com/office/drawing/2014/main" id="{A6B26EE1-0B06-8AAB-51CA-9A569E569A23}"/>
                </a:ext>
              </a:extLst>
            </p:cNvPr>
            <p:cNvSpPr/>
            <p:nvPr/>
          </p:nvSpPr>
          <p:spPr>
            <a:xfrm>
              <a:off x="595177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3" name="Rectangle 2192">
              <a:extLst>
                <a:ext uri="{FF2B5EF4-FFF2-40B4-BE49-F238E27FC236}">
                  <a16:creationId xmlns:a16="http://schemas.microsoft.com/office/drawing/2014/main" id="{4C15E1F2-267B-6E38-622D-DFD623D00CA9}"/>
                </a:ext>
              </a:extLst>
            </p:cNvPr>
            <p:cNvSpPr/>
            <p:nvPr/>
          </p:nvSpPr>
          <p:spPr>
            <a:xfrm>
              <a:off x="595177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4" name="Rectangle 2193">
              <a:extLst>
                <a:ext uri="{FF2B5EF4-FFF2-40B4-BE49-F238E27FC236}">
                  <a16:creationId xmlns:a16="http://schemas.microsoft.com/office/drawing/2014/main" id="{8BBF7368-649C-9B40-5C4C-6EE19ED9F698}"/>
                </a:ext>
              </a:extLst>
            </p:cNvPr>
            <p:cNvSpPr/>
            <p:nvPr/>
          </p:nvSpPr>
          <p:spPr>
            <a:xfrm>
              <a:off x="595177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5" name="Rectangle 2194">
              <a:extLst>
                <a:ext uri="{FF2B5EF4-FFF2-40B4-BE49-F238E27FC236}">
                  <a16:creationId xmlns:a16="http://schemas.microsoft.com/office/drawing/2014/main" id="{37A21C00-A217-F8B3-2695-E12F22C2A948}"/>
                </a:ext>
              </a:extLst>
            </p:cNvPr>
            <p:cNvSpPr/>
            <p:nvPr/>
          </p:nvSpPr>
          <p:spPr>
            <a:xfrm>
              <a:off x="595177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6" name="Rectangle 2195">
              <a:extLst>
                <a:ext uri="{FF2B5EF4-FFF2-40B4-BE49-F238E27FC236}">
                  <a16:creationId xmlns:a16="http://schemas.microsoft.com/office/drawing/2014/main" id="{8DFCCD96-8848-9356-73F4-AE64AAD35B09}"/>
                </a:ext>
              </a:extLst>
            </p:cNvPr>
            <p:cNvSpPr/>
            <p:nvPr/>
          </p:nvSpPr>
          <p:spPr>
            <a:xfrm>
              <a:off x="595177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7" name="Rectangle 2196">
              <a:extLst>
                <a:ext uri="{FF2B5EF4-FFF2-40B4-BE49-F238E27FC236}">
                  <a16:creationId xmlns:a16="http://schemas.microsoft.com/office/drawing/2014/main" id="{08A1FD3B-1715-AD11-2F69-D56B8D019719}"/>
                </a:ext>
              </a:extLst>
            </p:cNvPr>
            <p:cNvSpPr/>
            <p:nvPr/>
          </p:nvSpPr>
          <p:spPr>
            <a:xfrm>
              <a:off x="595177" y="25072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8" name="Rectangle 2197">
              <a:extLst>
                <a:ext uri="{FF2B5EF4-FFF2-40B4-BE49-F238E27FC236}">
                  <a16:creationId xmlns:a16="http://schemas.microsoft.com/office/drawing/2014/main" id="{B42975FF-9BB3-C655-4095-379A91C01238}"/>
                </a:ext>
              </a:extLst>
            </p:cNvPr>
            <p:cNvSpPr/>
            <p:nvPr/>
          </p:nvSpPr>
          <p:spPr>
            <a:xfrm>
              <a:off x="595177" y="259029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199" name="Rectangle 2198">
              <a:extLst>
                <a:ext uri="{FF2B5EF4-FFF2-40B4-BE49-F238E27FC236}">
                  <a16:creationId xmlns:a16="http://schemas.microsoft.com/office/drawing/2014/main" id="{FC48E842-C631-952B-B47C-A12DC0C83EE0}"/>
                </a:ext>
              </a:extLst>
            </p:cNvPr>
            <p:cNvSpPr/>
            <p:nvPr/>
          </p:nvSpPr>
          <p:spPr>
            <a:xfrm>
              <a:off x="595177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0" name="Rectangle 2199">
              <a:extLst>
                <a:ext uri="{FF2B5EF4-FFF2-40B4-BE49-F238E27FC236}">
                  <a16:creationId xmlns:a16="http://schemas.microsoft.com/office/drawing/2014/main" id="{B63B1589-6338-70A8-1348-5CAF12C99F8F}"/>
                </a:ext>
              </a:extLst>
            </p:cNvPr>
            <p:cNvSpPr/>
            <p:nvPr/>
          </p:nvSpPr>
          <p:spPr>
            <a:xfrm>
              <a:off x="595177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1" name="Rectangle 2200">
              <a:extLst>
                <a:ext uri="{FF2B5EF4-FFF2-40B4-BE49-F238E27FC236}">
                  <a16:creationId xmlns:a16="http://schemas.microsoft.com/office/drawing/2014/main" id="{102FB7E1-3FA7-8277-B234-CC047A503A74}"/>
                </a:ext>
              </a:extLst>
            </p:cNvPr>
            <p:cNvSpPr/>
            <p:nvPr/>
          </p:nvSpPr>
          <p:spPr>
            <a:xfrm>
              <a:off x="595177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2" name="Rectangle 2201">
              <a:extLst>
                <a:ext uri="{FF2B5EF4-FFF2-40B4-BE49-F238E27FC236}">
                  <a16:creationId xmlns:a16="http://schemas.microsoft.com/office/drawing/2014/main" id="{0EE29DAD-E9A4-A7D9-1AC9-9B770C999171}"/>
                </a:ext>
              </a:extLst>
            </p:cNvPr>
            <p:cNvSpPr/>
            <p:nvPr/>
          </p:nvSpPr>
          <p:spPr>
            <a:xfrm>
              <a:off x="595177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3" name="Rectangle 2202">
              <a:extLst>
                <a:ext uri="{FF2B5EF4-FFF2-40B4-BE49-F238E27FC236}">
                  <a16:creationId xmlns:a16="http://schemas.microsoft.com/office/drawing/2014/main" id="{FB815D28-4B39-F746-E309-A3C4629ACE77}"/>
                </a:ext>
              </a:extLst>
            </p:cNvPr>
            <p:cNvSpPr/>
            <p:nvPr/>
          </p:nvSpPr>
          <p:spPr>
            <a:xfrm>
              <a:off x="595177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4" name="Rectangle 2203">
              <a:extLst>
                <a:ext uri="{FF2B5EF4-FFF2-40B4-BE49-F238E27FC236}">
                  <a16:creationId xmlns:a16="http://schemas.microsoft.com/office/drawing/2014/main" id="{EF5E7AB0-6696-A104-D3EF-07627295D8A2}"/>
                </a:ext>
              </a:extLst>
            </p:cNvPr>
            <p:cNvSpPr/>
            <p:nvPr/>
          </p:nvSpPr>
          <p:spPr>
            <a:xfrm>
              <a:off x="595177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5" name="Rectangle 2204">
              <a:extLst>
                <a:ext uri="{FF2B5EF4-FFF2-40B4-BE49-F238E27FC236}">
                  <a16:creationId xmlns:a16="http://schemas.microsoft.com/office/drawing/2014/main" id="{11770903-CBBF-8C6D-0C07-1AA045D3AC34}"/>
                </a:ext>
              </a:extLst>
            </p:cNvPr>
            <p:cNvSpPr/>
            <p:nvPr/>
          </p:nvSpPr>
          <p:spPr>
            <a:xfrm>
              <a:off x="595177" y="31719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6" name="Rectangle 2205">
              <a:extLst>
                <a:ext uri="{FF2B5EF4-FFF2-40B4-BE49-F238E27FC236}">
                  <a16:creationId xmlns:a16="http://schemas.microsoft.com/office/drawing/2014/main" id="{FB0939D4-4446-7226-FE31-31A147FCF7E7}"/>
                </a:ext>
              </a:extLst>
            </p:cNvPr>
            <p:cNvSpPr/>
            <p:nvPr/>
          </p:nvSpPr>
          <p:spPr>
            <a:xfrm>
              <a:off x="595177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7" name="Rectangle 2206">
              <a:extLst>
                <a:ext uri="{FF2B5EF4-FFF2-40B4-BE49-F238E27FC236}">
                  <a16:creationId xmlns:a16="http://schemas.microsoft.com/office/drawing/2014/main" id="{1E874E02-CBB2-3CFD-74F9-0C6084F23450}"/>
                </a:ext>
              </a:extLst>
            </p:cNvPr>
            <p:cNvSpPr/>
            <p:nvPr/>
          </p:nvSpPr>
          <p:spPr>
            <a:xfrm>
              <a:off x="595177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8" name="Rectangle 2207">
              <a:extLst>
                <a:ext uri="{FF2B5EF4-FFF2-40B4-BE49-F238E27FC236}">
                  <a16:creationId xmlns:a16="http://schemas.microsoft.com/office/drawing/2014/main" id="{3AD38D5D-444A-A7D0-1DA8-9C4B87F57B1B}"/>
                </a:ext>
              </a:extLst>
            </p:cNvPr>
            <p:cNvSpPr/>
            <p:nvPr/>
          </p:nvSpPr>
          <p:spPr>
            <a:xfrm>
              <a:off x="595177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09" name="Rectangle 2208">
              <a:extLst>
                <a:ext uri="{FF2B5EF4-FFF2-40B4-BE49-F238E27FC236}">
                  <a16:creationId xmlns:a16="http://schemas.microsoft.com/office/drawing/2014/main" id="{0438A27F-444B-7F91-2AE1-50408BDDB575}"/>
                </a:ext>
              </a:extLst>
            </p:cNvPr>
            <p:cNvSpPr/>
            <p:nvPr/>
          </p:nvSpPr>
          <p:spPr>
            <a:xfrm>
              <a:off x="595177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0" name="Rectangle 2209">
              <a:extLst>
                <a:ext uri="{FF2B5EF4-FFF2-40B4-BE49-F238E27FC236}">
                  <a16:creationId xmlns:a16="http://schemas.microsoft.com/office/drawing/2014/main" id="{36FAC086-22D9-656A-6A30-8DB0CA556272}"/>
                </a:ext>
              </a:extLst>
            </p:cNvPr>
            <p:cNvSpPr/>
            <p:nvPr/>
          </p:nvSpPr>
          <p:spPr>
            <a:xfrm>
              <a:off x="595177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1" name="Rectangle 2210">
              <a:extLst>
                <a:ext uri="{FF2B5EF4-FFF2-40B4-BE49-F238E27FC236}">
                  <a16:creationId xmlns:a16="http://schemas.microsoft.com/office/drawing/2014/main" id="{6D720B95-2075-3674-FD62-45B904C50C5A}"/>
                </a:ext>
              </a:extLst>
            </p:cNvPr>
            <p:cNvSpPr/>
            <p:nvPr/>
          </p:nvSpPr>
          <p:spPr>
            <a:xfrm>
              <a:off x="595177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2" name="Rectangle 2211">
              <a:extLst>
                <a:ext uri="{FF2B5EF4-FFF2-40B4-BE49-F238E27FC236}">
                  <a16:creationId xmlns:a16="http://schemas.microsoft.com/office/drawing/2014/main" id="{1F5E54DA-B361-0B0C-CA09-2EE2C1BE5421}"/>
                </a:ext>
              </a:extLst>
            </p:cNvPr>
            <p:cNvSpPr/>
            <p:nvPr/>
          </p:nvSpPr>
          <p:spPr>
            <a:xfrm>
              <a:off x="595177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3" name="Rectangle 2212">
              <a:extLst>
                <a:ext uri="{FF2B5EF4-FFF2-40B4-BE49-F238E27FC236}">
                  <a16:creationId xmlns:a16="http://schemas.microsoft.com/office/drawing/2014/main" id="{9721A1B4-4983-6EFD-BD03-FDFFF5616CBE}"/>
                </a:ext>
              </a:extLst>
            </p:cNvPr>
            <p:cNvSpPr/>
            <p:nvPr/>
          </p:nvSpPr>
          <p:spPr>
            <a:xfrm>
              <a:off x="595177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4" name="Rectangle 2213">
              <a:extLst>
                <a:ext uri="{FF2B5EF4-FFF2-40B4-BE49-F238E27FC236}">
                  <a16:creationId xmlns:a16="http://schemas.microsoft.com/office/drawing/2014/main" id="{13656DF2-D582-8144-D290-2E98626DD67B}"/>
                </a:ext>
              </a:extLst>
            </p:cNvPr>
            <p:cNvSpPr/>
            <p:nvPr/>
          </p:nvSpPr>
          <p:spPr>
            <a:xfrm>
              <a:off x="595177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5" name="Rectangle 2214">
              <a:extLst>
                <a:ext uri="{FF2B5EF4-FFF2-40B4-BE49-F238E27FC236}">
                  <a16:creationId xmlns:a16="http://schemas.microsoft.com/office/drawing/2014/main" id="{CE04A947-6D64-BD4B-B4C4-6EE108398B01}"/>
                </a:ext>
              </a:extLst>
            </p:cNvPr>
            <p:cNvSpPr/>
            <p:nvPr/>
          </p:nvSpPr>
          <p:spPr>
            <a:xfrm>
              <a:off x="595177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6" name="Rectangle 2215">
              <a:extLst>
                <a:ext uri="{FF2B5EF4-FFF2-40B4-BE49-F238E27FC236}">
                  <a16:creationId xmlns:a16="http://schemas.microsoft.com/office/drawing/2014/main" id="{5F38D4BA-75FF-D67B-D1CE-D5648C6AC6AB}"/>
                </a:ext>
              </a:extLst>
            </p:cNvPr>
            <p:cNvSpPr/>
            <p:nvPr/>
          </p:nvSpPr>
          <p:spPr>
            <a:xfrm>
              <a:off x="595177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7" name="Rectangle 2216">
              <a:extLst>
                <a:ext uri="{FF2B5EF4-FFF2-40B4-BE49-F238E27FC236}">
                  <a16:creationId xmlns:a16="http://schemas.microsoft.com/office/drawing/2014/main" id="{EA1EB446-9093-184E-17FD-650626414264}"/>
                </a:ext>
              </a:extLst>
            </p:cNvPr>
            <p:cNvSpPr/>
            <p:nvPr/>
          </p:nvSpPr>
          <p:spPr>
            <a:xfrm>
              <a:off x="595177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8" name="Rectangle 2217">
              <a:extLst>
                <a:ext uri="{FF2B5EF4-FFF2-40B4-BE49-F238E27FC236}">
                  <a16:creationId xmlns:a16="http://schemas.microsoft.com/office/drawing/2014/main" id="{05642499-BA4D-ACCF-E8C5-F413C9670D08}"/>
                </a:ext>
              </a:extLst>
            </p:cNvPr>
            <p:cNvSpPr/>
            <p:nvPr/>
          </p:nvSpPr>
          <p:spPr>
            <a:xfrm>
              <a:off x="595177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19" name="Rectangle 2218">
              <a:extLst>
                <a:ext uri="{FF2B5EF4-FFF2-40B4-BE49-F238E27FC236}">
                  <a16:creationId xmlns:a16="http://schemas.microsoft.com/office/drawing/2014/main" id="{86C86373-9057-6583-5EA6-40039A2BAF90}"/>
                </a:ext>
              </a:extLst>
            </p:cNvPr>
            <p:cNvSpPr/>
            <p:nvPr/>
          </p:nvSpPr>
          <p:spPr>
            <a:xfrm>
              <a:off x="595177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0" name="Rectangle 2219">
              <a:extLst>
                <a:ext uri="{FF2B5EF4-FFF2-40B4-BE49-F238E27FC236}">
                  <a16:creationId xmlns:a16="http://schemas.microsoft.com/office/drawing/2014/main" id="{BAC65DD1-BCED-C078-4292-35512343420C}"/>
                </a:ext>
              </a:extLst>
            </p:cNvPr>
            <p:cNvSpPr/>
            <p:nvPr/>
          </p:nvSpPr>
          <p:spPr>
            <a:xfrm>
              <a:off x="595177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1" name="Rectangle 2220">
              <a:extLst>
                <a:ext uri="{FF2B5EF4-FFF2-40B4-BE49-F238E27FC236}">
                  <a16:creationId xmlns:a16="http://schemas.microsoft.com/office/drawing/2014/main" id="{5A3DEF89-64E7-208B-9678-2EA49B9036A6}"/>
                </a:ext>
              </a:extLst>
            </p:cNvPr>
            <p:cNvSpPr/>
            <p:nvPr/>
          </p:nvSpPr>
          <p:spPr>
            <a:xfrm>
              <a:off x="595177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2" name="Rectangle 2221">
              <a:extLst>
                <a:ext uri="{FF2B5EF4-FFF2-40B4-BE49-F238E27FC236}">
                  <a16:creationId xmlns:a16="http://schemas.microsoft.com/office/drawing/2014/main" id="{E9A7794A-273D-0DA7-CE72-39E6EBFF3F09}"/>
                </a:ext>
              </a:extLst>
            </p:cNvPr>
            <p:cNvSpPr/>
            <p:nvPr/>
          </p:nvSpPr>
          <p:spPr>
            <a:xfrm>
              <a:off x="595177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3" name="Rectangle 2222">
              <a:extLst>
                <a:ext uri="{FF2B5EF4-FFF2-40B4-BE49-F238E27FC236}">
                  <a16:creationId xmlns:a16="http://schemas.microsoft.com/office/drawing/2014/main" id="{ACE6DAAB-9BB0-6645-36DF-EDA529F6F715}"/>
                </a:ext>
              </a:extLst>
            </p:cNvPr>
            <p:cNvSpPr/>
            <p:nvPr/>
          </p:nvSpPr>
          <p:spPr>
            <a:xfrm>
              <a:off x="595177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4" name="Rectangle 2223">
              <a:extLst>
                <a:ext uri="{FF2B5EF4-FFF2-40B4-BE49-F238E27FC236}">
                  <a16:creationId xmlns:a16="http://schemas.microsoft.com/office/drawing/2014/main" id="{514C2F39-842D-7258-D63C-8F71ED4A09AB}"/>
                </a:ext>
              </a:extLst>
            </p:cNvPr>
            <p:cNvSpPr/>
            <p:nvPr/>
          </p:nvSpPr>
          <p:spPr>
            <a:xfrm>
              <a:off x="595177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5" name="Rectangle 2224">
              <a:extLst>
                <a:ext uri="{FF2B5EF4-FFF2-40B4-BE49-F238E27FC236}">
                  <a16:creationId xmlns:a16="http://schemas.microsoft.com/office/drawing/2014/main" id="{EDF487DE-87D3-57AC-37A9-B540B7CEED31}"/>
                </a:ext>
              </a:extLst>
            </p:cNvPr>
            <p:cNvSpPr/>
            <p:nvPr/>
          </p:nvSpPr>
          <p:spPr>
            <a:xfrm>
              <a:off x="595177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6" name="Rectangle 2225">
              <a:extLst>
                <a:ext uri="{FF2B5EF4-FFF2-40B4-BE49-F238E27FC236}">
                  <a16:creationId xmlns:a16="http://schemas.microsoft.com/office/drawing/2014/main" id="{E90C281C-EDC5-1283-457F-106B188E1ABD}"/>
                </a:ext>
              </a:extLst>
            </p:cNvPr>
            <p:cNvSpPr/>
            <p:nvPr/>
          </p:nvSpPr>
          <p:spPr>
            <a:xfrm>
              <a:off x="595177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7" name="Rectangle 2226">
              <a:extLst>
                <a:ext uri="{FF2B5EF4-FFF2-40B4-BE49-F238E27FC236}">
                  <a16:creationId xmlns:a16="http://schemas.microsoft.com/office/drawing/2014/main" id="{ECF76D3C-10E3-981E-350D-DA26812844A7}"/>
                </a:ext>
              </a:extLst>
            </p:cNvPr>
            <p:cNvSpPr/>
            <p:nvPr/>
          </p:nvSpPr>
          <p:spPr>
            <a:xfrm>
              <a:off x="595177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8" name="Rectangle 2227">
              <a:extLst>
                <a:ext uri="{FF2B5EF4-FFF2-40B4-BE49-F238E27FC236}">
                  <a16:creationId xmlns:a16="http://schemas.microsoft.com/office/drawing/2014/main" id="{E7AEB1AC-BC55-EEA3-2044-6EF88FBE0242}"/>
                </a:ext>
              </a:extLst>
            </p:cNvPr>
            <p:cNvSpPr/>
            <p:nvPr/>
          </p:nvSpPr>
          <p:spPr>
            <a:xfrm>
              <a:off x="595177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29" name="Rectangle 2228">
              <a:extLst>
                <a:ext uri="{FF2B5EF4-FFF2-40B4-BE49-F238E27FC236}">
                  <a16:creationId xmlns:a16="http://schemas.microsoft.com/office/drawing/2014/main" id="{7E9F8F0F-A64B-27E6-F1B4-2A52CDB9F28B}"/>
                </a:ext>
              </a:extLst>
            </p:cNvPr>
            <p:cNvSpPr/>
            <p:nvPr/>
          </p:nvSpPr>
          <p:spPr>
            <a:xfrm>
              <a:off x="595177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0" name="Rectangle 2229">
              <a:extLst>
                <a:ext uri="{FF2B5EF4-FFF2-40B4-BE49-F238E27FC236}">
                  <a16:creationId xmlns:a16="http://schemas.microsoft.com/office/drawing/2014/main" id="{417015D6-E6DC-C7D8-D79A-81EB1A7F581C}"/>
                </a:ext>
              </a:extLst>
            </p:cNvPr>
            <p:cNvSpPr/>
            <p:nvPr/>
          </p:nvSpPr>
          <p:spPr>
            <a:xfrm>
              <a:off x="595177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1" name="Rectangle 2230">
              <a:extLst>
                <a:ext uri="{FF2B5EF4-FFF2-40B4-BE49-F238E27FC236}">
                  <a16:creationId xmlns:a16="http://schemas.microsoft.com/office/drawing/2014/main" id="{C06420C3-5A71-DA6E-CFAA-DF25411CC52E}"/>
                </a:ext>
              </a:extLst>
            </p:cNvPr>
            <p:cNvSpPr/>
            <p:nvPr/>
          </p:nvSpPr>
          <p:spPr>
            <a:xfrm>
              <a:off x="595177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2" name="Rectangle 2231">
              <a:extLst>
                <a:ext uri="{FF2B5EF4-FFF2-40B4-BE49-F238E27FC236}">
                  <a16:creationId xmlns:a16="http://schemas.microsoft.com/office/drawing/2014/main" id="{A0F8D440-23DC-DBFE-DE28-F32D241A6C73}"/>
                </a:ext>
              </a:extLst>
            </p:cNvPr>
            <p:cNvSpPr/>
            <p:nvPr/>
          </p:nvSpPr>
          <p:spPr>
            <a:xfrm>
              <a:off x="595177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3" name="Rectangle 2232">
              <a:extLst>
                <a:ext uri="{FF2B5EF4-FFF2-40B4-BE49-F238E27FC236}">
                  <a16:creationId xmlns:a16="http://schemas.microsoft.com/office/drawing/2014/main" id="{117CA5F8-B1EC-3B1A-DC38-DCC61032F108}"/>
                </a:ext>
              </a:extLst>
            </p:cNvPr>
            <p:cNvSpPr/>
            <p:nvPr/>
          </p:nvSpPr>
          <p:spPr>
            <a:xfrm>
              <a:off x="595177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4" name="Rectangle 2233">
              <a:extLst>
                <a:ext uri="{FF2B5EF4-FFF2-40B4-BE49-F238E27FC236}">
                  <a16:creationId xmlns:a16="http://schemas.microsoft.com/office/drawing/2014/main" id="{8FDB0420-09DF-065F-3C52-D736112B3D2C}"/>
                </a:ext>
              </a:extLst>
            </p:cNvPr>
            <p:cNvSpPr/>
            <p:nvPr/>
          </p:nvSpPr>
          <p:spPr>
            <a:xfrm>
              <a:off x="595177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5" name="Rectangle 2234">
              <a:extLst>
                <a:ext uri="{FF2B5EF4-FFF2-40B4-BE49-F238E27FC236}">
                  <a16:creationId xmlns:a16="http://schemas.microsoft.com/office/drawing/2014/main" id="{2B78BD5F-A669-070E-C001-1B0BC6ECBAB3}"/>
                </a:ext>
              </a:extLst>
            </p:cNvPr>
            <p:cNvSpPr/>
            <p:nvPr/>
          </p:nvSpPr>
          <p:spPr>
            <a:xfrm>
              <a:off x="595177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6" name="Rectangle 2235">
              <a:extLst>
                <a:ext uri="{FF2B5EF4-FFF2-40B4-BE49-F238E27FC236}">
                  <a16:creationId xmlns:a16="http://schemas.microsoft.com/office/drawing/2014/main" id="{93590CCA-081C-0356-68CA-CFDE6EC67E02}"/>
                </a:ext>
              </a:extLst>
            </p:cNvPr>
            <p:cNvSpPr/>
            <p:nvPr/>
          </p:nvSpPr>
          <p:spPr>
            <a:xfrm>
              <a:off x="595177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7" name="Rectangle 2236">
              <a:extLst>
                <a:ext uri="{FF2B5EF4-FFF2-40B4-BE49-F238E27FC236}">
                  <a16:creationId xmlns:a16="http://schemas.microsoft.com/office/drawing/2014/main" id="{A74E9CFE-000A-E2A6-17C7-CC1666E2C257}"/>
                </a:ext>
              </a:extLst>
            </p:cNvPr>
            <p:cNvSpPr/>
            <p:nvPr/>
          </p:nvSpPr>
          <p:spPr>
            <a:xfrm>
              <a:off x="595177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8" name="Rectangle 2237">
              <a:extLst>
                <a:ext uri="{FF2B5EF4-FFF2-40B4-BE49-F238E27FC236}">
                  <a16:creationId xmlns:a16="http://schemas.microsoft.com/office/drawing/2014/main" id="{4156AC34-60D8-4E65-F01C-D4176C61C350}"/>
                </a:ext>
              </a:extLst>
            </p:cNvPr>
            <p:cNvSpPr/>
            <p:nvPr/>
          </p:nvSpPr>
          <p:spPr>
            <a:xfrm>
              <a:off x="595177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39" name="Rectangle 2238">
              <a:extLst>
                <a:ext uri="{FF2B5EF4-FFF2-40B4-BE49-F238E27FC236}">
                  <a16:creationId xmlns:a16="http://schemas.microsoft.com/office/drawing/2014/main" id="{2AE18B03-3910-EEED-05A6-5F91C7F7DF0A}"/>
                </a:ext>
              </a:extLst>
            </p:cNvPr>
            <p:cNvSpPr/>
            <p:nvPr/>
          </p:nvSpPr>
          <p:spPr>
            <a:xfrm>
              <a:off x="595177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0" name="Rectangle 2239">
              <a:extLst>
                <a:ext uri="{FF2B5EF4-FFF2-40B4-BE49-F238E27FC236}">
                  <a16:creationId xmlns:a16="http://schemas.microsoft.com/office/drawing/2014/main" id="{C7C32A50-D80C-41AC-05D9-0AEAAC2FBD42}"/>
                </a:ext>
              </a:extLst>
            </p:cNvPr>
            <p:cNvSpPr/>
            <p:nvPr/>
          </p:nvSpPr>
          <p:spPr>
            <a:xfrm>
              <a:off x="595177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1" name="Rectangle 2240">
              <a:extLst>
                <a:ext uri="{FF2B5EF4-FFF2-40B4-BE49-F238E27FC236}">
                  <a16:creationId xmlns:a16="http://schemas.microsoft.com/office/drawing/2014/main" id="{4E3F559E-52FC-7826-0F77-870581CFB48B}"/>
                </a:ext>
              </a:extLst>
            </p:cNvPr>
            <p:cNvSpPr/>
            <p:nvPr/>
          </p:nvSpPr>
          <p:spPr>
            <a:xfrm>
              <a:off x="595177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2" name="Rectangle 2241">
              <a:extLst>
                <a:ext uri="{FF2B5EF4-FFF2-40B4-BE49-F238E27FC236}">
                  <a16:creationId xmlns:a16="http://schemas.microsoft.com/office/drawing/2014/main" id="{686865CD-1BB4-D818-7057-5EED7EF9A60D}"/>
                </a:ext>
              </a:extLst>
            </p:cNvPr>
            <p:cNvSpPr/>
            <p:nvPr/>
          </p:nvSpPr>
          <p:spPr>
            <a:xfrm>
              <a:off x="595177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3" name="Rectangle 2242">
              <a:extLst>
                <a:ext uri="{FF2B5EF4-FFF2-40B4-BE49-F238E27FC236}">
                  <a16:creationId xmlns:a16="http://schemas.microsoft.com/office/drawing/2014/main" id="{AD758511-A410-F834-7529-ECBE00B1DDB8}"/>
                </a:ext>
              </a:extLst>
            </p:cNvPr>
            <p:cNvSpPr/>
            <p:nvPr/>
          </p:nvSpPr>
          <p:spPr>
            <a:xfrm>
              <a:off x="595177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4" name="Rectangle 2243">
              <a:extLst>
                <a:ext uri="{FF2B5EF4-FFF2-40B4-BE49-F238E27FC236}">
                  <a16:creationId xmlns:a16="http://schemas.microsoft.com/office/drawing/2014/main" id="{2EB095EC-A727-E824-8116-C2CBC34B2E59}"/>
                </a:ext>
              </a:extLst>
            </p:cNvPr>
            <p:cNvSpPr/>
            <p:nvPr/>
          </p:nvSpPr>
          <p:spPr>
            <a:xfrm>
              <a:off x="595177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5" name="Rectangle 2244">
              <a:extLst>
                <a:ext uri="{FF2B5EF4-FFF2-40B4-BE49-F238E27FC236}">
                  <a16:creationId xmlns:a16="http://schemas.microsoft.com/office/drawing/2014/main" id="{26CDE2D8-F925-11AA-97A6-CDB4C8C369E0}"/>
                </a:ext>
              </a:extLst>
            </p:cNvPr>
            <p:cNvSpPr/>
            <p:nvPr/>
          </p:nvSpPr>
          <p:spPr>
            <a:xfrm>
              <a:off x="595177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6" name="Rectangle 2245">
              <a:extLst>
                <a:ext uri="{FF2B5EF4-FFF2-40B4-BE49-F238E27FC236}">
                  <a16:creationId xmlns:a16="http://schemas.microsoft.com/office/drawing/2014/main" id="{1DECE5F4-BDB9-50F0-8371-D091A6919963}"/>
                </a:ext>
              </a:extLst>
            </p:cNvPr>
            <p:cNvSpPr/>
            <p:nvPr/>
          </p:nvSpPr>
          <p:spPr>
            <a:xfrm>
              <a:off x="595177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7" name="Rectangle 2246">
              <a:extLst>
                <a:ext uri="{FF2B5EF4-FFF2-40B4-BE49-F238E27FC236}">
                  <a16:creationId xmlns:a16="http://schemas.microsoft.com/office/drawing/2014/main" id="{40DEA94F-099B-5821-1E34-62AFD245D54A}"/>
                </a:ext>
              </a:extLst>
            </p:cNvPr>
            <p:cNvSpPr/>
            <p:nvPr/>
          </p:nvSpPr>
          <p:spPr>
            <a:xfrm>
              <a:off x="595177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8" name="Rectangle 2247">
              <a:extLst>
                <a:ext uri="{FF2B5EF4-FFF2-40B4-BE49-F238E27FC236}">
                  <a16:creationId xmlns:a16="http://schemas.microsoft.com/office/drawing/2014/main" id="{188BEAEE-1BF4-8FA7-F5AE-4A16BC70A476}"/>
                </a:ext>
              </a:extLst>
            </p:cNvPr>
            <p:cNvSpPr/>
            <p:nvPr/>
          </p:nvSpPr>
          <p:spPr>
            <a:xfrm>
              <a:off x="595177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49" name="Rectangle 2248">
              <a:extLst>
                <a:ext uri="{FF2B5EF4-FFF2-40B4-BE49-F238E27FC236}">
                  <a16:creationId xmlns:a16="http://schemas.microsoft.com/office/drawing/2014/main" id="{5CF88E01-E81D-977E-DE20-8E6EA175DAC7}"/>
                </a:ext>
              </a:extLst>
            </p:cNvPr>
            <p:cNvSpPr/>
            <p:nvPr/>
          </p:nvSpPr>
          <p:spPr>
            <a:xfrm>
              <a:off x="595177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0" name="Rectangle 2249">
              <a:extLst>
                <a:ext uri="{FF2B5EF4-FFF2-40B4-BE49-F238E27FC236}">
                  <a16:creationId xmlns:a16="http://schemas.microsoft.com/office/drawing/2014/main" id="{5214A4E7-7BFB-3B91-1790-69DE8DCA1962}"/>
                </a:ext>
              </a:extLst>
            </p:cNvPr>
            <p:cNvSpPr/>
            <p:nvPr/>
          </p:nvSpPr>
          <p:spPr>
            <a:xfrm>
              <a:off x="595177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1" name="Rectangle 2250">
              <a:extLst>
                <a:ext uri="{FF2B5EF4-FFF2-40B4-BE49-F238E27FC236}">
                  <a16:creationId xmlns:a16="http://schemas.microsoft.com/office/drawing/2014/main" id="{3C5959AE-059C-F5E5-EBF7-FE01287F1C7E}"/>
                </a:ext>
              </a:extLst>
            </p:cNvPr>
            <p:cNvSpPr/>
            <p:nvPr/>
          </p:nvSpPr>
          <p:spPr>
            <a:xfrm>
              <a:off x="595177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2" name="Rectangle 2251">
              <a:extLst>
                <a:ext uri="{FF2B5EF4-FFF2-40B4-BE49-F238E27FC236}">
                  <a16:creationId xmlns:a16="http://schemas.microsoft.com/office/drawing/2014/main" id="{C036E318-5CA7-B8F5-EA10-911904DE5DA7}"/>
                </a:ext>
              </a:extLst>
            </p:cNvPr>
            <p:cNvSpPr/>
            <p:nvPr/>
          </p:nvSpPr>
          <p:spPr>
            <a:xfrm>
              <a:off x="657915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3" name="Rectangle 2252">
              <a:extLst>
                <a:ext uri="{FF2B5EF4-FFF2-40B4-BE49-F238E27FC236}">
                  <a16:creationId xmlns:a16="http://schemas.microsoft.com/office/drawing/2014/main" id="{6D4FF799-6BDF-0208-AE89-917022BCEC0C}"/>
                </a:ext>
              </a:extLst>
            </p:cNvPr>
            <p:cNvSpPr/>
            <p:nvPr/>
          </p:nvSpPr>
          <p:spPr>
            <a:xfrm>
              <a:off x="657915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4" name="Rectangle 2253">
              <a:extLst>
                <a:ext uri="{FF2B5EF4-FFF2-40B4-BE49-F238E27FC236}">
                  <a16:creationId xmlns:a16="http://schemas.microsoft.com/office/drawing/2014/main" id="{E546F307-EFAA-CEE4-F196-754C1C3E89E8}"/>
                </a:ext>
              </a:extLst>
            </p:cNvPr>
            <p:cNvSpPr/>
            <p:nvPr/>
          </p:nvSpPr>
          <p:spPr>
            <a:xfrm>
              <a:off x="657915" y="1925763"/>
              <a:ext cx="62737" cy="83095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5" name="Rectangle 2254">
              <a:extLst>
                <a:ext uri="{FF2B5EF4-FFF2-40B4-BE49-F238E27FC236}">
                  <a16:creationId xmlns:a16="http://schemas.microsoft.com/office/drawing/2014/main" id="{EB0F65F0-8632-D923-85F8-B6DE0A5E49A5}"/>
                </a:ext>
              </a:extLst>
            </p:cNvPr>
            <p:cNvSpPr/>
            <p:nvPr/>
          </p:nvSpPr>
          <p:spPr>
            <a:xfrm>
              <a:off x="657915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6" name="Rectangle 2255">
              <a:extLst>
                <a:ext uri="{FF2B5EF4-FFF2-40B4-BE49-F238E27FC236}">
                  <a16:creationId xmlns:a16="http://schemas.microsoft.com/office/drawing/2014/main" id="{E2C2FCA4-9583-4109-1DD6-591404D71309}"/>
                </a:ext>
              </a:extLst>
            </p:cNvPr>
            <p:cNvSpPr/>
            <p:nvPr/>
          </p:nvSpPr>
          <p:spPr>
            <a:xfrm>
              <a:off x="657915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7" name="Rectangle 2256">
              <a:extLst>
                <a:ext uri="{FF2B5EF4-FFF2-40B4-BE49-F238E27FC236}">
                  <a16:creationId xmlns:a16="http://schemas.microsoft.com/office/drawing/2014/main" id="{248C6DA7-4CAB-B6A8-A08B-2C112116FEF6}"/>
                </a:ext>
              </a:extLst>
            </p:cNvPr>
            <p:cNvSpPr/>
            <p:nvPr/>
          </p:nvSpPr>
          <p:spPr>
            <a:xfrm>
              <a:off x="657915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8" name="Rectangle 2257">
              <a:extLst>
                <a:ext uri="{FF2B5EF4-FFF2-40B4-BE49-F238E27FC236}">
                  <a16:creationId xmlns:a16="http://schemas.microsoft.com/office/drawing/2014/main" id="{6AD624B8-28AF-CDAD-3B76-23A14EF9118A}"/>
                </a:ext>
              </a:extLst>
            </p:cNvPr>
            <p:cNvSpPr/>
            <p:nvPr/>
          </p:nvSpPr>
          <p:spPr>
            <a:xfrm>
              <a:off x="657915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59" name="Rectangle 2258">
              <a:extLst>
                <a:ext uri="{FF2B5EF4-FFF2-40B4-BE49-F238E27FC236}">
                  <a16:creationId xmlns:a16="http://schemas.microsoft.com/office/drawing/2014/main" id="{4C0FF86A-C672-6EAF-99F7-DB8C2A4A0FC8}"/>
                </a:ext>
              </a:extLst>
            </p:cNvPr>
            <p:cNvSpPr/>
            <p:nvPr/>
          </p:nvSpPr>
          <p:spPr>
            <a:xfrm>
              <a:off x="657915" y="2341245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0" name="Rectangle 2259">
              <a:extLst>
                <a:ext uri="{FF2B5EF4-FFF2-40B4-BE49-F238E27FC236}">
                  <a16:creationId xmlns:a16="http://schemas.microsoft.com/office/drawing/2014/main" id="{F54DD093-FDDF-4384-73B6-910BB013605D}"/>
                </a:ext>
              </a:extLst>
            </p:cNvPr>
            <p:cNvSpPr/>
            <p:nvPr/>
          </p:nvSpPr>
          <p:spPr>
            <a:xfrm>
              <a:off x="657915" y="242410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1" name="Rectangle 2260">
              <a:extLst>
                <a:ext uri="{FF2B5EF4-FFF2-40B4-BE49-F238E27FC236}">
                  <a16:creationId xmlns:a16="http://schemas.microsoft.com/office/drawing/2014/main" id="{B43BB0DF-B68A-34BF-8FC6-48BD29FE7CF9}"/>
                </a:ext>
              </a:extLst>
            </p:cNvPr>
            <p:cNvSpPr/>
            <p:nvPr/>
          </p:nvSpPr>
          <p:spPr>
            <a:xfrm>
              <a:off x="657915" y="250720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2" name="Rectangle 2261">
              <a:extLst>
                <a:ext uri="{FF2B5EF4-FFF2-40B4-BE49-F238E27FC236}">
                  <a16:creationId xmlns:a16="http://schemas.microsoft.com/office/drawing/2014/main" id="{0D8D7976-59B1-02F4-82C0-158F53B87387}"/>
                </a:ext>
              </a:extLst>
            </p:cNvPr>
            <p:cNvSpPr/>
            <p:nvPr/>
          </p:nvSpPr>
          <p:spPr>
            <a:xfrm>
              <a:off x="657915" y="259029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3" name="Rectangle 2262">
              <a:extLst>
                <a:ext uri="{FF2B5EF4-FFF2-40B4-BE49-F238E27FC236}">
                  <a16:creationId xmlns:a16="http://schemas.microsoft.com/office/drawing/2014/main" id="{177B3764-A2D4-DBD2-954E-3C5ADA748010}"/>
                </a:ext>
              </a:extLst>
            </p:cNvPr>
            <p:cNvSpPr/>
            <p:nvPr/>
          </p:nvSpPr>
          <p:spPr>
            <a:xfrm>
              <a:off x="657915" y="267339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4" name="Rectangle 2263">
              <a:extLst>
                <a:ext uri="{FF2B5EF4-FFF2-40B4-BE49-F238E27FC236}">
                  <a16:creationId xmlns:a16="http://schemas.microsoft.com/office/drawing/2014/main" id="{B4228159-3785-1D7B-29E1-27EFEBD09D5C}"/>
                </a:ext>
              </a:extLst>
            </p:cNvPr>
            <p:cNvSpPr/>
            <p:nvPr/>
          </p:nvSpPr>
          <p:spPr>
            <a:xfrm>
              <a:off x="657915" y="27564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5" name="Rectangle 2264">
              <a:extLst>
                <a:ext uri="{FF2B5EF4-FFF2-40B4-BE49-F238E27FC236}">
                  <a16:creationId xmlns:a16="http://schemas.microsoft.com/office/drawing/2014/main" id="{5B4CA3FD-F604-444F-5CF5-E12F3D95F75B}"/>
                </a:ext>
              </a:extLst>
            </p:cNvPr>
            <p:cNvSpPr/>
            <p:nvPr/>
          </p:nvSpPr>
          <p:spPr>
            <a:xfrm>
              <a:off x="657915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6" name="Rectangle 2265">
              <a:extLst>
                <a:ext uri="{FF2B5EF4-FFF2-40B4-BE49-F238E27FC236}">
                  <a16:creationId xmlns:a16="http://schemas.microsoft.com/office/drawing/2014/main" id="{F1D9D702-D850-CDC4-343C-7548009ECE28}"/>
                </a:ext>
              </a:extLst>
            </p:cNvPr>
            <p:cNvSpPr/>
            <p:nvPr/>
          </p:nvSpPr>
          <p:spPr>
            <a:xfrm>
              <a:off x="657915" y="292268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7" name="Rectangle 2266">
              <a:extLst>
                <a:ext uri="{FF2B5EF4-FFF2-40B4-BE49-F238E27FC236}">
                  <a16:creationId xmlns:a16="http://schemas.microsoft.com/office/drawing/2014/main" id="{FC1F3A11-7629-7061-536F-962770E52A0A}"/>
                </a:ext>
              </a:extLst>
            </p:cNvPr>
            <p:cNvSpPr/>
            <p:nvPr/>
          </p:nvSpPr>
          <p:spPr>
            <a:xfrm>
              <a:off x="657915" y="30057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8" name="Rectangle 2267">
              <a:extLst>
                <a:ext uri="{FF2B5EF4-FFF2-40B4-BE49-F238E27FC236}">
                  <a16:creationId xmlns:a16="http://schemas.microsoft.com/office/drawing/2014/main" id="{1F273D59-DCF4-3D4F-7161-B354518CC738}"/>
                </a:ext>
              </a:extLst>
            </p:cNvPr>
            <p:cNvSpPr/>
            <p:nvPr/>
          </p:nvSpPr>
          <p:spPr>
            <a:xfrm>
              <a:off x="657915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69" name="Rectangle 2268">
              <a:extLst>
                <a:ext uri="{FF2B5EF4-FFF2-40B4-BE49-F238E27FC236}">
                  <a16:creationId xmlns:a16="http://schemas.microsoft.com/office/drawing/2014/main" id="{8AE06883-8B64-DBA6-6A78-D1A833A8E2D8}"/>
                </a:ext>
              </a:extLst>
            </p:cNvPr>
            <p:cNvSpPr/>
            <p:nvPr/>
          </p:nvSpPr>
          <p:spPr>
            <a:xfrm>
              <a:off x="657915" y="317197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0" name="Rectangle 2269">
              <a:extLst>
                <a:ext uri="{FF2B5EF4-FFF2-40B4-BE49-F238E27FC236}">
                  <a16:creationId xmlns:a16="http://schemas.microsoft.com/office/drawing/2014/main" id="{ADABF519-12DD-C78E-7FB1-AB9D0EBFB60A}"/>
                </a:ext>
              </a:extLst>
            </p:cNvPr>
            <p:cNvSpPr/>
            <p:nvPr/>
          </p:nvSpPr>
          <p:spPr>
            <a:xfrm>
              <a:off x="657915" y="325507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1" name="Rectangle 2270">
              <a:extLst>
                <a:ext uri="{FF2B5EF4-FFF2-40B4-BE49-F238E27FC236}">
                  <a16:creationId xmlns:a16="http://schemas.microsoft.com/office/drawing/2014/main" id="{D1FA88B3-5F68-A35E-7896-960AF754C8DF}"/>
                </a:ext>
              </a:extLst>
            </p:cNvPr>
            <p:cNvSpPr/>
            <p:nvPr/>
          </p:nvSpPr>
          <p:spPr>
            <a:xfrm>
              <a:off x="657915" y="3338166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2" name="Rectangle 2271">
              <a:extLst>
                <a:ext uri="{FF2B5EF4-FFF2-40B4-BE49-F238E27FC236}">
                  <a16:creationId xmlns:a16="http://schemas.microsoft.com/office/drawing/2014/main" id="{3895539D-58EE-A416-2B11-3C49E19C1277}"/>
                </a:ext>
              </a:extLst>
            </p:cNvPr>
            <p:cNvSpPr/>
            <p:nvPr/>
          </p:nvSpPr>
          <p:spPr>
            <a:xfrm>
              <a:off x="657915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3" name="Rectangle 2272">
              <a:extLst>
                <a:ext uri="{FF2B5EF4-FFF2-40B4-BE49-F238E27FC236}">
                  <a16:creationId xmlns:a16="http://schemas.microsoft.com/office/drawing/2014/main" id="{E40B1FBE-7CE6-617F-7EBE-E4465C410B3F}"/>
                </a:ext>
              </a:extLst>
            </p:cNvPr>
            <p:cNvSpPr/>
            <p:nvPr/>
          </p:nvSpPr>
          <p:spPr>
            <a:xfrm>
              <a:off x="657915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4" name="Rectangle 2273">
              <a:extLst>
                <a:ext uri="{FF2B5EF4-FFF2-40B4-BE49-F238E27FC236}">
                  <a16:creationId xmlns:a16="http://schemas.microsoft.com/office/drawing/2014/main" id="{D5C5EB0D-DEEF-C2FE-2FF2-C21F527D2857}"/>
                </a:ext>
              </a:extLst>
            </p:cNvPr>
            <p:cNvSpPr/>
            <p:nvPr/>
          </p:nvSpPr>
          <p:spPr>
            <a:xfrm>
              <a:off x="657915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5" name="Rectangle 2274">
              <a:extLst>
                <a:ext uri="{FF2B5EF4-FFF2-40B4-BE49-F238E27FC236}">
                  <a16:creationId xmlns:a16="http://schemas.microsoft.com/office/drawing/2014/main" id="{01D00BCC-01B8-9C7F-6F77-7B5E25A29BA0}"/>
                </a:ext>
              </a:extLst>
            </p:cNvPr>
            <p:cNvSpPr/>
            <p:nvPr/>
          </p:nvSpPr>
          <p:spPr>
            <a:xfrm>
              <a:off x="657915" y="367031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6" name="Rectangle 2275">
              <a:extLst>
                <a:ext uri="{FF2B5EF4-FFF2-40B4-BE49-F238E27FC236}">
                  <a16:creationId xmlns:a16="http://schemas.microsoft.com/office/drawing/2014/main" id="{A6FA1FA5-02F2-E1F2-D471-D2D1E1917C26}"/>
                </a:ext>
              </a:extLst>
            </p:cNvPr>
            <p:cNvSpPr/>
            <p:nvPr/>
          </p:nvSpPr>
          <p:spPr>
            <a:xfrm>
              <a:off x="657915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7" name="Rectangle 2276">
              <a:extLst>
                <a:ext uri="{FF2B5EF4-FFF2-40B4-BE49-F238E27FC236}">
                  <a16:creationId xmlns:a16="http://schemas.microsoft.com/office/drawing/2014/main" id="{AEDDB13D-C008-276D-A7DD-D14275A22377}"/>
                </a:ext>
              </a:extLst>
            </p:cNvPr>
            <p:cNvSpPr/>
            <p:nvPr/>
          </p:nvSpPr>
          <p:spPr>
            <a:xfrm>
              <a:off x="657915" y="3836509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8" name="Rectangle 2277">
              <a:extLst>
                <a:ext uri="{FF2B5EF4-FFF2-40B4-BE49-F238E27FC236}">
                  <a16:creationId xmlns:a16="http://schemas.microsoft.com/office/drawing/2014/main" id="{9FE6148D-1F75-2C36-7D5A-2C28B4C4F931}"/>
                </a:ext>
              </a:extLst>
            </p:cNvPr>
            <p:cNvSpPr/>
            <p:nvPr/>
          </p:nvSpPr>
          <p:spPr>
            <a:xfrm>
              <a:off x="657915" y="39196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79" name="Rectangle 2278">
              <a:extLst>
                <a:ext uri="{FF2B5EF4-FFF2-40B4-BE49-F238E27FC236}">
                  <a16:creationId xmlns:a16="http://schemas.microsoft.com/office/drawing/2014/main" id="{7997AAFF-5FEE-2AAE-45EA-591A9A385CF9}"/>
                </a:ext>
              </a:extLst>
            </p:cNvPr>
            <p:cNvSpPr/>
            <p:nvPr/>
          </p:nvSpPr>
          <p:spPr>
            <a:xfrm>
              <a:off x="657915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0" name="Rectangle 2279">
              <a:extLst>
                <a:ext uri="{FF2B5EF4-FFF2-40B4-BE49-F238E27FC236}">
                  <a16:creationId xmlns:a16="http://schemas.microsoft.com/office/drawing/2014/main" id="{F7DD7E3F-6513-52DB-ED8B-EB20C5C6439C}"/>
                </a:ext>
              </a:extLst>
            </p:cNvPr>
            <p:cNvSpPr/>
            <p:nvPr/>
          </p:nvSpPr>
          <p:spPr>
            <a:xfrm>
              <a:off x="657915" y="4085798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1" name="Rectangle 2280">
              <a:extLst>
                <a:ext uri="{FF2B5EF4-FFF2-40B4-BE49-F238E27FC236}">
                  <a16:creationId xmlns:a16="http://schemas.microsoft.com/office/drawing/2014/main" id="{465ECD64-08A3-2CFA-6985-AF8F498548CE}"/>
                </a:ext>
              </a:extLst>
            </p:cNvPr>
            <p:cNvSpPr/>
            <p:nvPr/>
          </p:nvSpPr>
          <p:spPr>
            <a:xfrm>
              <a:off x="657915" y="41688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2" name="Rectangle 2281">
              <a:extLst>
                <a:ext uri="{FF2B5EF4-FFF2-40B4-BE49-F238E27FC236}">
                  <a16:creationId xmlns:a16="http://schemas.microsoft.com/office/drawing/2014/main" id="{5A7BB38E-FF79-703B-4169-B55F3E191E4E}"/>
                </a:ext>
              </a:extLst>
            </p:cNvPr>
            <p:cNvSpPr/>
            <p:nvPr/>
          </p:nvSpPr>
          <p:spPr>
            <a:xfrm>
              <a:off x="657915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3" name="Rectangle 2282">
              <a:extLst>
                <a:ext uri="{FF2B5EF4-FFF2-40B4-BE49-F238E27FC236}">
                  <a16:creationId xmlns:a16="http://schemas.microsoft.com/office/drawing/2014/main" id="{84783F8C-849B-BC90-A19A-178E80B42A6C}"/>
                </a:ext>
              </a:extLst>
            </p:cNvPr>
            <p:cNvSpPr/>
            <p:nvPr/>
          </p:nvSpPr>
          <p:spPr>
            <a:xfrm>
              <a:off x="657915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4" name="Rectangle 2283">
              <a:extLst>
                <a:ext uri="{FF2B5EF4-FFF2-40B4-BE49-F238E27FC236}">
                  <a16:creationId xmlns:a16="http://schemas.microsoft.com/office/drawing/2014/main" id="{CB33BC67-C126-157A-494A-8D37CA840B07}"/>
                </a:ext>
              </a:extLst>
            </p:cNvPr>
            <p:cNvSpPr/>
            <p:nvPr/>
          </p:nvSpPr>
          <p:spPr>
            <a:xfrm>
              <a:off x="657915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5" name="Rectangle 2284">
              <a:extLst>
                <a:ext uri="{FF2B5EF4-FFF2-40B4-BE49-F238E27FC236}">
                  <a16:creationId xmlns:a16="http://schemas.microsoft.com/office/drawing/2014/main" id="{F330ED51-590D-0805-6C49-EC53C8E1473E}"/>
                </a:ext>
              </a:extLst>
            </p:cNvPr>
            <p:cNvSpPr/>
            <p:nvPr/>
          </p:nvSpPr>
          <p:spPr>
            <a:xfrm>
              <a:off x="657915" y="45012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6" name="Rectangle 2285">
              <a:extLst>
                <a:ext uri="{FF2B5EF4-FFF2-40B4-BE49-F238E27FC236}">
                  <a16:creationId xmlns:a16="http://schemas.microsoft.com/office/drawing/2014/main" id="{3E36264B-6896-CD46-37F0-D79610F98AA0}"/>
                </a:ext>
              </a:extLst>
            </p:cNvPr>
            <p:cNvSpPr/>
            <p:nvPr/>
          </p:nvSpPr>
          <p:spPr>
            <a:xfrm>
              <a:off x="657915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7" name="Rectangle 2286">
              <a:extLst>
                <a:ext uri="{FF2B5EF4-FFF2-40B4-BE49-F238E27FC236}">
                  <a16:creationId xmlns:a16="http://schemas.microsoft.com/office/drawing/2014/main" id="{7D7CA00E-5ACF-7C42-2B79-972C9F24B12F}"/>
                </a:ext>
              </a:extLst>
            </p:cNvPr>
            <p:cNvSpPr/>
            <p:nvPr/>
          </p:nvSpPr>
          <p:spPr>
            <a:xfrm>
              <a:off x="657915" y="46674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8" name="Rectangle 2287">
              <a:extLst>
                <a:ext uri="{FF2B5EF4-FFF2-40B4-BE49-F238E27FC236}">
                  <a16:creationId xmlns:a16="http://schemas.microsoft.com/office/drawing/2014/main" id="{8A99DD1E-CF4A-E4B4-33EE-9B5B87B70723}"/>
                </a:ext>
              </a:extLst>
            </p:cNvPr>
            <p:cNvSpPr/>
            <p:nvPr/>
          </p:nvSpPr>
          <p:spPr>
            <a:xfrm>
              <a:off x="657915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89" name="Rectangle 2288">
              <a:extLst>
                <a:ext uri="{FF2B5EF4-FFF2-40B4-BE49-F238E27FC236}">
                  <a16:creationId xmlns:a16="http://schemas.microsoft.com/office/drawing/2014/main" id="{1351B430-CEDB-3B52-FD09-0344A0181A78}"/>
                </a:ext>
              </a:extLst>
            </p:cNvPr>
            <p:cNvSpPr/>
            <p:nvPr/>
          </p:nvSpPr>
          <p:spPr>
            <a:xfrm>
              <a:off x="657915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0" name="Rectangle 2289">
              <a:extLst>
                <a:ext uri="{FF2B5EF4-FFF2-40B4-BE49-F238E27FC236}">
                  <a16:creationId xmlns:a16="http://schemas.microsoft.com/office/drawing/2014/main" id="{6B37C683-9A90-D5DD-3CC3-3B424728B376}"/>
                </a:ext>
              </a:extLst>
            </p:cNvPr>
            <p:cNvSpPr/>
            <p:nvPr/>
          </p:nvSpPr>
          <p:spPr>
            <a:xfrm>
              <a:off x="657915" y="49165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1" name="Rectangle 2290">
              <a:extLst>
                <a:ext uri="{FF2B5EF4-FFF2-40B4-BE49-F238E27FC236}">
                  <a16:creationId xmlns:a16="http://schemas.microsoft.com/office/drawing/2014/main" id="{94B33234-46E5-BF56-A1BB-1B888ACBB3D5}"/>
                </a:ext>
              </a:extLst>
            </p:cNvPr>
            <p:cNvSpPr/>
            <p:nvPr/>
          </p:nvSpPr>
          <p:spPr>
            <a:xfrm>
              <a:off x="657915" y="499962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2" name="Rectangle 2291">
              <a:extLst>
                <a:ext uri="{FF2B5EF4-FFF2-40B4-BE49-F238E27FC236}">
                  <a16:creationId xmlns:a16="http://schemas.microsoft.com/office/drawing/2014/main" id="{3359F536-EF56-32D9-605E-6F1044ABC7E7}"/>
                </a:ext>
              </a:extLst>
            </p:cNvPr>
            <p:cNvSpPr/>
            <p:nvPr/>
          </p:nvSpPr>
          <p:spPr>
            <a:xfrm>
              <a:off x="657915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3" name="Rectangle 2292">
              <a:extLst>
                <a:ext uri="{FF2B5EF4-FFF2-40B4-BE49-F238E27FC236}">
                  <a16:creationId xmlns:a16="http://schemas.microsoft.com/office/drawing/2014/main" id="{BFD36DEB-2833-6B65-660F-ACC73F77EEFE}"/>
                </a:ext>
              </a:extLst>
            </p:cNvPr>
            <p:cNvSpPr/>
            <p:nvPr/>
          </p:nvSpPr>
          <p:spPr>
            <a:xfrm>
              <a:off x="657915" y="516581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4" name="Rectangle 2293">
              <a:extLst>
                <a:ext uri="{FF2B5EF4-FFF2-40B4-BE49-F238E27FC236}">
                  <a16:creationId xmlns:a16="http://schemas.microsoft.com/office/drawing/2014/main" id="{D33A9880-8BA0-B5CC-FDA7-8D59626A1C28}"/>
                </a:ext>
              </a:extLst>
            </p:cNvPr>
            <p:cNvSpPr/>
            <p:nvPr/>
          </p:nvSpPr>
          <p:spPr>
            <a:xfrm>
              <a:off x="657915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5" name="Rectangle 2294">
              <a:extLst>
                <a:ext uri="{FF2B5EF4-FFF2-40B4-BE49-F238E27FC236}">
                  <a16:creationId xmlns:a16="http://schemas.microsoft.com/office/drawing/2014/main" id="{3CF5B028-01F6-7027-2B35-6F4365A63308}"/>
                </a:ext>
              </a:extLst>
            </p:cNvPr>
            <p:cNvSpPr/>
            <p:nvPr/>
          </p:nvSpPr>
          <p:spPr>
            <a:xfrm>
              <a:off x="657915" y="53320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6" name="Rectangle 2295">
              <a:extLst>
                <a:ext uri="{FF2B5EF4-FFF2-40B4-BE49-F238E27FC236}">
                  <a16:creationId xmlns:a16="http://schemas.microsoft.com/office/drawing/2014/main" id="{5E9307E9-D399-2A6E-7F45-229DC16F64CB}"/>
                </a:ext>
              </a:extLst>
            </p:cNvPr>
            <p:cNvSpPr/>
            <p:nvPr/>
          </p:nvSpPr>
          <p:spPr>
            <a:xfrm>
              <a:off x="657915" y="54151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7" name="Rectangle 2296">
              <a:extLst>
                <a:ext uri="{FF2B5EF4-FFF2-40B4-BE49-F238E27FC236}">
                  <a16:creationId xmlns:a16="http://schemas.microsoft.com/office/drawing/2014/main" id="{88B4D027-BAB0-499D-537F-4FAB4166DB98}"/>
                </a:ext>
              </a:extLst>
            </p:cNvPr>
            <p:cNvSpPr/>
            <p:nvPr/>
          </p:nvSpPr>
          <p:spPr>
            <a:xfrm>
              <a:off x="657915" y="5498201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8" name="Rectangle 2297">
              <a:extLst>
                <a:ext uri="{FF2B5EF4-FFF2-40B4-BE49-F238E27FC236}">
                  <a16:creationId xmlns:a16="http://schemas.microsoft.com/office/drawing/2014/main" id="{EDF88BFC-117E-6110-0AD1-EFF2971C7A5E}"/>
                </a:ext>
              </a:extLst>
            </p:cNvPr>
            <p:cNvSpPr/>
            <p:nvPr/>
          </p:nvSpPr>
          <p:spPr>
            <a:xfrm>
              <a:off x="657915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299" name="Rectangle 2298">
              <a:extLst>
                <a:ext uri="{FF2B5EF4-FFF2-40B4-BE49-F238E27FC236}">
                  <a16:creationId xmlns:a16="http://schemas.microsoft.com/office/drawing/2014/main" id="{80DB992F-0806-A5CC-70F1-9290D071789C}"/>
                </a:ext>
              </a:extLst>
            </p:cNvPr>
            <p:cNvSpPr/>
            <p:nvPr/>
          </p:nvSpPr>
          <p:spPr>
            <a:xfrm>
              <a:off x="657915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0" name="Rectangle 2299">
              <a:extLst>
                <a:ext uri="{FF2B5EF4-FFF2-40B4-BE49-F238E27FC236}">
                  <a16:creationId xmlns:a16="http://schemas.microsoft.com/office/drawing/2014/main" id="{5A8E776E-5B17-D144-818E-77EB066F5402}"/>
                </a:ext>
              </a:extLst>
            </p:cNvPr>
            <p:cNvSpPr/>
            <p:nvPr/>
          </p:nvSpPr>
          <p:spPr>
            <a:xfrm>
              <a:off x="657915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1" name="Rectangle 2300">
              <a:extLst>
                <a:ext uri="{FF2B5EF4-FFF2-40B4-BE49-F238E27FC236}">
                  <a16:creationId xmlns:a16="http://schemas.microsoft.com/office/drawing/2014/main" id="{3E3937AA-569B-F633-9965-4086507DA0B5}"/>
                </a:ext>
              </a:extLst>
            </p:cNvPr>
            <p:cNvSpPr/>
            <p:nvPr/>
          </p:nvSpPr>
          <p:spPr>
            <a:xfrm>
              <a:off x="657915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2" name="Rectangle 2301">
              <a:extLst>
                <a:ext uri="{FF2B5EF4-FFF2-40B4-BE49-F238E27FC236}">
                  <a16:creationId xmlns:a16="http://schemas.microsoft.com/office/drawing/2014/main" id="{BE0F24DA-3FA8-5844-EF34-17E93544BAC9}"/>
                </a:ext>
              </a:extLst>
            </p:cNvPr>
            <p:cNvSpPr/>
            <p:nvPr/>
          </p:nvSpPr>
          <p:spPr>
            <a:xfrm>
              <a:off x="657915" y="591344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3" name="Rectangle 2302">
              <a:extLst>
                <a:ext uri="{FF2B5EF4-FFF2-40B4-BE49-F238E27FC236}">
                  <a16:creationId xmlns:a16="http://schemas.microsoft.com/office/drawing/2014/main" id="{9304836C-5C9B-83BF-35E7-0338F8ABDC55}"/>
                </a:ext>
              </a:extLst>
            </p:cNvPr>
            <p:cNvSpPr/>
            <p:nvPr/>
          </p:nvSpPr>
          <p:spPr>
            <a:xfrm>
              <a:off x="657915" y="599654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4" name="Rectangle 2303">
              <a:extLst>
                <a:ext uri="{FF2B5EF4-FFF2-40B4-BE49-F238E27FC236}">
                  <a16:creationId xmlns:a16="http://schemas.microsoft.com/office/drawing/2014/main" id="{6755580F-BB39-B1D8-348C-702120D914F9}"/>
                </a:ext>
              </a:extLst>
            </p:cNvPr>
            <p:cNvSpPr/>
            <p:nvPr/>
          </p:nvSpPr>
          <p:spPr>
            <a:xfrm>
              <a:off x="657915" y="607964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5" name="Rectangle 2304">
              <a:extLst>
                <a:ext uri="{FF2B5EF4-FFF2-40B4-BE49-F238E27FC236}">
                  <a16:creationId xmlns:a16="http://schemas.microsoft.com/office/drawing/2014/main" id="{4BFC6EE8-2095-0735-F7FD-E569E9ABC0CD}"/>
                </a:ext>
              </a:extLst>
            </p:cNvPr>
            <p:cNvSpPr/>
            <p:nvPr/>
          </p:nvSpPr>
          <p:spPr>
            <a:xfrm>
              <a:off x="657915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6" name="Rectangle 2305">
              <a:extLst>
                <a:ext uri="{FF2B5EF4-FFF2-40B4-BE49-F238E27FC236}">
                  <a16:creationId xmlns:a16="http://schemas.microsoft.com/office/drawing/2014/main" id="{68432F98-6D48-2C52-B406-30FB82C95E5F}"/>
                </a:ext>
              </a:extLst>
            </p:cNvPr>
            <p:cNvSpPr/>
            <p:nvPr/>
          </p:nvSpPr>
          <p:spPr>
            <a:xfrm>
              <a:off x="657915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7" name="Rectangle 2306">
              <a:extLst>
                <a:ext uri="{FF2B5EF4-FFF2-40B4-BE49-F238E27FC236}">
                  <a16:creationId xmlns:a16="http://schemas.microsoft.com/office/drawing/2014/main" id="{CAC12EBA-B187-84B0-45F2-BD5A8125583A}"/>
                </a:ext>
              </a:extLst>
            </p:cNvPr>
            <p:cNvSpPr/>
            <p:nvPr/>
          </p:nvSpPr>
          <p:spPr>
            <a:xfrm>
              <a:off x="657915" y="632892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8" name="Rectangle 2307">
              <a:extLst>
                <a:ext uri="{FF2B5EF4-FFF2-40B4-BE49-F238E27FC236}">
                  <a16:creationId xmlns:a16="http://schemas.microsoft.com/office/drawing/2014/main" id="{49F6DE23-7488-0C11-B13E-004CB327861A}"/>
                </a:ext>
              </a:extLst>
            </p:cNvPr>
            <p:cNvSpPr/>
            <p:nvPr/>
          </p:nvSpPr>
          <p:spPr>
            <a:xfrm>
              <a:off x="657915" y="64120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09" name="Rectangle 2308">
              <a:extLst>
                <a:ext uri="{FF2B5EF4-FFF2-40B4-BE49-F238E27FC236}">
                  <a16:creationId xmlns:a16="http://schemas.microsoft.com/office/drawing/2014/main" id="{09ED66C0-191A-9E1E-2780-30E95D3B57DD}"/>
                </a:ext>
              </a:extLst>
            </p:cNvPr>
            <p:cNvSpPr/>
            <p:nvPr/>
          </p:nvSpPr>
          <p:spPr>
            <a:xfrm>
              <a:off x="657915" y="649512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0" name="Rectangle 2309">
              <a:extLst>
                <a:ext uri="{FF2B5EF4-FFF2-40B4-BE49-F238E27FC236}">
                  <a16:creationId xmlns:a16="http://schemas.microsoft.com/office/drawing/2014/main" id="{CCCF0FC3-EE1B-B057-884B-2C4382E5F4B8}"/>
                </a:ext>
              </a:extLst>
            </p:cNvPr>
            <p:cNvSpPr/>
            <p:nvPr/>
          </p:nvSpPr>
          <p:spPr>
            <a:xfrm>
              <a:off x="657915" y="657821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1" name="Rectangle 2310">
              <a:extLst>
                <a:ext uri="{FF2B5EF4-FFF2-40B4-BE49-F238E27FC236}">
                  <a16:creationId xmlns:a16="http://schemas.microsoft.com/office/drawing/2014/main" id="{79FC0F31-31B6-2412-CC5D-37E7F3367A13}"/>
                </a:ext>
              </a:extLst>
            </p:cNvPr>
            <p:cNvSpPr/>
            <p:nvPr/>
          </p:nvSpPr>
          <p:spPr>
            <a:xfrm>
              <a:off x="657915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2" name="Rectangle 2311">
              <a:extLst>
                <a:ext uri="{FF2B5EF4-FFF2-40B4-BE49-F238E27FC236}">
                  <a16:creationId xmlns:a16="http://schemas.microsoft.com/office/drawing/2014/main" id="{C4A3E096-9F59-6985-8E8A-62684A807DD3}"/>
                </a:ext>
              </a:extLst>
            </p:cNvPr>
            <p:cNvSpPr/>
            <p:nvPr/>
          </p:nvSpPr>
          <p:spPr>
            <a:xfrm>
              <a:off x="657915" y="674441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3" name="Rectangle 2312">
              <a:extLst>
                <a:ext uri="{FF2B5EF4-FFF2-40B4-BE49-F238E27FC236}">
                  <a16:creationId xmlns:a16="http://schemas.microsoft.com/office/drawing/2014/main" id="{846D418A-1428-7326-0521-18080597569A}"/>
                </a:ext>
              </a:extLst>
            </p:cNvPr>
            <p:cNvSpPr/>
            <p:nvPr/>
          </p:nvSpPr>
          <p:spPr>
            <a:xfrm>
              <a:off x="657915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4" name="Rectangle 2313">
              <a:extLst>
                <a:ext uri="{FF2B5EF4-FFF2-40B4-BE49-F238E27FC236}">
                  <a16:creationId xmlns:a16="http://schemas.microsoft.com/office/drawing/2014/main" id="{C3986CE0-7584-A0C1-5C79-24483EAEB2F3}"/>
                </a:ext>
              </a:extLst>
            </p:cNvPr>
            <p:cNvSpPr/>
            <p:nvPr/>
          </p:nvSpPr>
          <p:spPr>
            <a:xfrm>
              <a:off x="657915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5" name="Rectangle 2314">
              <a:extLst>
                <a:ext uri="{FF2B5EF4-FFF2-40B4-BE49-F238E27FC236}">
                  <a16:creationId xmlns:a16="http://schemas.microsoft.com/office/drawing/2014/main" id="{0EBEAE9A-3254-D635-70A3-37386ADE90A1}"/>
                </a:ext>
              </a:extLst>
            </p:cNvPr>
            <p:cNvSpPr/>
            <p:nvPr/>
          </p:nvSpPr>
          <p:spPr>
            <a:xfrm>
              <a:off x="657915" y="699370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6" name="Rectangle 2315">
              <a:extLst>
                <a:ext uri="{FF2B5EF4-FFF2-40B4-BE49-F238E27FC236}">
                  <a16:creationId xmlns:a16="http://schemas.microsoft.com/office/drawing/2014/main" id="{5AF311CC-DBD0-A9EE-D2AA-978DDA9C9077}"/>
                </a:ext>
              </a:extLst>
            </p:cNvPr>
            <p:cNvSpPr/>
            <p:nvPr/>
          </p:nvSpPr>
          <p:spPr>
            <a:xfrm>
              <a:off x="720653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7" name="Rectangle 2316">
              <a:extLst>
                <a:ext uri="{FF2B5EF4-FFF2-40B4-BE49-F238E27FC236}">
                  <a16:creationId xmlns:a16="http://schemas.microsoft.com/office/drawing/2014/main" id="{A6C462EF-560A-9735-5B00-5F38C0746977}"/>
                </a:ext>
              </a:extLst>
            </p:cNvPr>
            <p:cNvSpPr/>
            <p:nvPr/>
          </p:nvSpPr>
          <p:spPr>
            <a:xfrm>
              <a:off x="720653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8" name="Rectangle 2317">
              <a:extLst>
                <a:ext uri="{FF2B5EF4-FFF2-40B4-BE49-F238E27FC236}">
                  <a16:creationId xmlns:a16="http://schemas.microsoft.com/office/drawing/2014/main" id="{9D1647A8-FF92-1278-C83B-913142715F51}"/>
                </a:ext>
              </a:extLst>
            </p:cNvPr>
            <p:cNvSpPr/>
            <p:nvPr/>
          </p:nvSpPr>
          <p:spPr>
            <a:xfrm>
              <a:off x="720653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19" name="Rectangle 2318">
              <a:extLst>
                <a:ext uri="{FF2B5EF4-FFF2-40B4-BE49-F238E27FC236}">
                  <a16:creationId xmlns:a16="http://schemas.microsoft.com/office/drawing/2014/main" id="{561E15E7-AA6F-B43B-B91F-73C4EC15FD32}"/>
                </a:ext>
              </a:extLst>
            </p:cNvPr>
            <p:cNvSpPr/>
            <p:nvPr/>
          </p:nvSpPr>
          <p:spPr>
            <a:xfrm>
              <a:off x="720653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0" name="Rectangle 2319">
              <a:extLst>
                <a:ext uri="{FF2B5EF4-FFF2-40B4-BE49-F238E27FC236}">
                  <a16:creationId xmlns:a16="http://schemas.microsoft.com/office/drawing/2014/main" id="{EE8B32D5-11F5-E3B2-1DD6-941F332C6AA7}"/>
                </a:ext>
              </a:extLst>
            </p:cNvPr>
            <p:cNvSpPr/>
            <p:nvPr/>
          </p:nvSpPr>
          <p:spPr>
            <a:xfrm>
              <a:off x="720653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1" name="Rectangle 2320">
              <a:extLst>
                <a:ext uri="{FF2B5EF4-FFF2-40B4-BE49-F238E27FC236}">
                  <a16:creationId xmlns:a16="http://schemas.microsoft.com/office/drawing/2014/main" id="{B26796C3-0F9C-350D-A789-9A8A87946391}"/>
                </a:ext>
              </a:extLst>
            </p:cNvPr>
            <p:cNvSpPr/>
            <p:nvPr/>
          </p:nvSpPr>
          <p:spPr>
            <a:xfrm>
              <a:off x="720653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2" name="Rectangle 2321">
              <a:extLst>
                <a:ext uri="{FF2B5EF4-FFF2-40B4-BE49-F238E27FC236}">
                  <a16:creationId xmlns:a16="http://schemas.microsoft.com/office/drawing/2014/main" id="{B73893ED-D007-3A56-636E-8B21A614A13F}"/>
                </a:ext>
              </a:extLst>
            </p:cNvPr>
            <p:cNvSpPr/>
            <p:nvPr/>
          </p:nvSpPr>
          <p:spPr>
            <a:xfrm>
              <a:off x="720653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3" name="Rectangle 2322">
              <a:extLst>
                <a:ext uri="{FF2B5EF4-FFF2-40B4-BE49-F238E27FC236}">
                  <a16:creationId xmlns:a16="http://schemas.microsoft.com/office/drawing/2014/main" id="{7FE455D1-864B-3DEC-BFCC-C0BF587661F5}"/>
                </a:ext>
              </a:extLst>
            </p:cNvPr>
            <p:cNvSpPr/>
            <p:nvPr/>
          </p:nvSpPr>
          <p:spPr>
            <a:xfrm>
              <a:off x="720653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4" name="Rectangle 2323">
              <a:extLst>
                <a:ext uri="{FF2B5EF4-FFF2-40B4-BE49-F238E27FC236}">
                  <a16:creationId xmlns:a16="http://schemas.microsoft.com/office/drawing/2014/main" id="{AEBE907A-F265-A4A2-E546-CAE84BC52813}"/>
                </a:ext>
              </a:extLst>
            </p:cNvPr>
            <p:cNvSpPr/>
            <p:nvPr/>
          </p:nvSpPr>
          <p:spPr>
            <a:xfrm>
              <a:off x="720653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5" name="Rectangle 2324">
              <a:extLst>
                <a:ext uri="{FF2B5EF4-FFF2-40B4-BE49-F238E27FC236}">
                  <a16:creationId xmlns:a16="http://schemas.microsoft.com/office/drawing/2014/main" id="{6A653297-1412-5C8A-D907-29DE5FA623F5}"/>
                </a:ext>
              </a:extLst>
            </p:cNvPr>
            <p:cNvSpPr/>
            <p:nvPr/>
          </p:nvSpPr>
          <p:spPr>
            <a:xfrm>
              <a:off x="720653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6" name="Rectangle 2325">
              <a:extLst>
                <a:ext uri="{FF2B5EF4-FFF2-40B4-BE49-F238E27FC236}">
                  <a16:creationId xmlns:a16="http://schemas.microsoft.com/office/drawing/2014/main" id="{29842793-97C4-E128-E98E-C779D316B29B}"/>
                </a:ext>
              </a:extLst>
            </p:cNvPr>
            <p:cNvSpPr/>
            <p:nvPr/>
          </p:nvSpPr>
          <p:spPr>
            <a:xfrm>
              <a:off x="720653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7" name="Rectangle 2326">
              <a:extLst>
                <a:ext uri="{FF2B5EF4-FFF2-40B4-BE49-F238E27FC236}">
                  <a16:creationId xmlns:a16="http://schemas.microsoft.com/office/drawing/2014/main" id="{E2D0FCD7-7CEF-E4A5-22A9-B50742121FD3}"/>
                </a:ext>
              </a:extLst>
            </p:cNvPr>
            <p:cNvSpPr/>
            <p:nvPr/>
          </p:nvSpPr>
          <p:spPr>
            <a:xfrm>
              <a:off x="720653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8" name="Rectangle 2327">
              <a:extLst>
                <a:ext uri="{FF2B5EF4-FFF2-40B4-BE49-F238E27FC236}">
                  <a16:creationId xmlns:a16="http://schemas.microsoft.com/office/drawing/2014/main" id="{A07271BD-A0EF-5389-4E44-3A338DD140CB}"/>
                </a:ext>
              </a:extLst>
            </p:cNvPr>
            <p:cNvSpPr/>
            <p:nvPr/>
          </p:nvSpPr>
          <p:spPr>
            <a:xfrm>
              <a:off x="720653" y="27564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29" name="Rectangle 2328">
              <a:extLst>
                <a:ext uri="{FF2B5EF4-FFF2-40B4-BE49-F238E27FC236}">
                  <a16:creationId xmlns:a16="http://schemas.microsoft.com/office/drawing/2014/main" id="{5214B4D8-D63C-C872-ED67-C95A444EAD17}"/>
                </a:ext>
              </a:extLst>
            </p:cNvPr>
            <p:cNvSpPr/>
            <p:nvPr/>
          </p:nvSpPr>
          <p:spPr>
            <a:xfrm>
              <a:off x="720653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0" name="Rectangle 2329">
              <a:extLst>
                <a:ext uri="{FF2B5EF4-FFF2-40B4-BE49-F238E27FC236}">
                  <a16:creationId xmlns:a16="http://schemas.microsoft.com/office/drawing/2014/main" id="{D3CF818D-3ED6-EC78-8CEB-97E9CFA0C8C0}"/>
                </a:ext>
              </a:extLst>
            </p:cNvPr>
            <p:cNvSpPr/>
            <p:nvPr/>
          </p:nvSpPr>
          <p:spPr>
            <a:xfrm>
              <a:off x="720653" y="292268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1" name="Rectangle 2330">
              <a:extLst>
                <a:ext uri="{FF2B5EF4-FFF2-40B4-BE49-F238E27FC236}">
                  <a16:creationId xmlns:a16="http://schemas.microsoft.com/office/drawing/2014/main" id="{EA9B7B1A-F043-CDDA-4684-9DA36853F41C}"/>
                </a:ext>
              </a:extLst>
            </p:cNvPr>
            <p:cNvSpPr/>
            <p:nvPr/>
          </p:nvSpPr>
          <p:spPr>
            <a:xfrm>
              <a:off x="720653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2" name="Rectangle 2331">
              <a:extLst>
                <a:ext uri="{FF2B5EF4-FFF2-40B4-BE49-F238E27FC236}">
                  <a16:creationId xmlns:a16="http://schemas.microsoft.com/office/drawing/2014/main" id="{F47B266D-423C-57E2-C7FC-6DADB770F034}"/>
                </a:ext>
              </a:extLst>
            </p:cNvPr>
            <p:cNvSpPr/>
            <p:nvPr/>
          </p:nvSpPr>
          <p:spPr>
            <a:xfrm>
              <a:off x="720653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3" name="Rectangle 2332">
              <a:extLst>
                <a:ext uri="{FF2B5EF4-FFF2-40B4-BE49-F238E27FC236}">
                  <a16:creationId xmlns:a16="http://schemas.microsoft.com/office/drawing/2014/main" id="{3776FD2A-FE38-9775-2751-C5B03B656244}"/>
                </a:ext>
              </a:extLst>
            </p:cNvPr>
            <p:cNvSpPr/>
            <p:nvPr/>
          </p:nvSpPr>
          <p:spPr>
            <a:xfrm>
              <a:off x="720653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4" name="Rectangle 2333">
              <a:extLst>
                <a:ext uri="{FF2B5EF4-FFF2-40B4-BE49-F238E27FC236}">
                  <a16:creationId xmlns:a16="http://schemas.microsoft.com/office/drawing/2014/main" id="{FD6FD619-3021-7A6D-7168-EA057B6833E1}"/>
                </a:ext>
              </a:extLst>
            </p:cNvPr>
            <p:cNvSpPr/>
            <p:nvPr/>
          </p:nvSpPr>
          <p:spPr>
            <a:xfrm>
              <a:off x="720653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5" name="Rectangle 2334">
              <a:extLst>
                <a:ext uri="{FF2B5EF4-FFF2-40B4-BE49-F238E27FC236}">
                  <a16:creationId xmlns:a16="http://schemas.microsoft.com/office/drawing/2014/main" id="{1C1AE13E-D526-3B0D-0F99-5ED7AB25F155}"/>
                </a:ext>
              </a:extLst>
            </p:cNvPr>
            <p:cNvSpPr/>
            <p:nvPr/>
          </p:nvSpPr>
          <p:spPr>
            <a:xfrm>
              <a:off x="720653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6" name="Rectangle 2335">
              <a:extLst>
                <a:ext uri="{FF2B5EF4-FFF2-40B4-BE49-F238E27FC236}">
                  <a16:creationId xmlns:a16="http://schemas.microsoft.com/office/drawing/2014/main" id="{2C2784AF-7892-F867-6F2E-971C63A2C73D}"/>
                </a:ext>
              </a:extLst>
            </p:cNvPr>
            <p:cNvSpPr/>
            <p:nvPr/>
          </p:nvSpPr>
          <p:spPr>
            <a:xfrm>
              <a:off x="720653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7" name="Rectangle 2336">
              <a:extLst>
                <a:ext uri="{FF2B5EF4-FFF2-40B4-BE49-F238E27FC236}">
                  <a16:creationId xmlns:a16="http://schemas.microsoft.com/office/drawing/2014/main" id="{1ED320CF-94B3-0293-DCEE-E07F25C891C9}"/>
                </a:ext>
              </a:extLst>
            </p:cNvPr>
            <p:cNvSpPr/>
            <p:nvPr/>
          </p:nvSpPr>
          <p:spPr>
            <a:xfrm>
              <a:off x="720653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8" name="Rectangle 2337">
              <a:extLst>
                <a:ext uri="{FF2B5EF4-FFF2-40B4-BE49-F238E27FC236}">
                  <a16:creationId xmlns:a16="http://schemas.microsoft.com/office/drawing/2014/main" id="{AFBB35DC-C918-C141-135D-E7046F2BA202}"/>
                </a:ext>
              </a:extLst>
            </p:cNvPr>
            <p:cNvSpPr/>
            <p:nvPr/>
          </p:nvSpPr>
          <p:spPr>
            <a:xfrm>
              <a:off x="720653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39" name="Rectangle 2338">
              <a:extLst>
                <a:ext uri="{FF2B5EF4-FFF2-40B4-BE49-F238E27FC236}">
                  <a16:creationId xmlns:a16="http://schemas.microsoft.com/office/drawing/2014/main" id="{C7258AA2-ACCD-C9FA-B9DA-63ED37BF1DE0}"/>
                </a:ext>
              </a:extLst>
            </p:cNvPr>
            <p:cNvSpPr/>
            <p:nvPr/>
          </p:nvSpPr>
          <p:spPr>
            <a:xfrm>
              <a:off x="720653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0" name="Rectangle 2339">
              <a:extLst>
                <a:ext uri="{FF2B5EF4-FFF2-40B4-BE49-F238E27FC236}">
                  <a16:creationId xmlns:a16="http://schemas.microsoft.com/office/drawing/2014/main" id="{18ABA9C0-1E29-E6CD-4B01-418EF99BB285}"/>
                </a:ext>
              </a:extLst>
            </p:cNvPr>
            <p:cNvSpPr/>
            <p:nvPr/>
          </p:nvSpPr>
          <p:spPr>
            <a:xfrm>
              <a:off x="720653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1" name="Rectangle 2340">
              <a:extLst>
                <a:ext uri="{FF2B5EF4-FFF2-40B4-BE49-F238E27FC236}">
                  <a16:creationId xmlns:a16="http://schemas.microsoft.com/office/drawing/2014/main" id="{C9A3ADAF-814C-29B2-D548-8F73E683DE30}"/>
                </a:ext>
              </a:extLst>
            </p:cNvPr>
            <p:cNvSpPr/>
            <p:nvPr/>
          </p:nvSpPr>
          <p:spPr>
            <a:xfrm>
              <a:off x="720653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2" name="Rectangle 2341">
              <a:extLst>
                <a:ext uri="{FF2B5EF4-FFF2-40B4-BE49-F238E27FC236}">
                  <a16:creationId xmlns:a16="http://schemas.microsoft.com/office/drawing/2014/main" id="{607AA111-5FB3-84C0-1364-B29786FC8AB6}"/>
                </a:ext>
              </a:extLst>
            </p:cNvPr>
            <p:cNvSpPr/>
            <p:nvPr/>
          </p:nvSpPr>
          <p:spPr>
            <a:xfrm>
              <a:off x="720653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3" name="Rectangle 2342">
              <a:extLst>
                <a:ext uri="{FF2B5EF4-FFF2-40B4-BE49-F238E27FC236}">
                  <a16:creationId xmlns:a16="http://schemas.microsoft.com/office/drawing/2014/main" id="{FB065A44-492E-52BA-0D25-F2316C2D3049}"/>
                </a:ext>
              </a:extLst>
            </p:cNvPr>
            <p:cNvSpPr/>
            <p:nvPr/>
          </p:nvSpPr>
          <p:spPr>
            <a:xfrm>
              <a:off x="720653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4" name="Rectangle 2343">
              <a:extLst>
                <a:ext uri="{FF2B5EF4-FFF2-40B4-BE49-F238E27FC236}">
                  <a16:creationId xmlns:a16="http://schemas.microsoft.com/office/drawing/2014/main" id="{C50E17B9-B9D5-05DC-E79C-93B2AEC160C8}"/>
                </a:ext>
              </a:extLst>
            </p:cNvPr>
            <p:cNvSpPr/>
            <p:nvPr/>
          </p:nvSpPr>
          <p:spPr>
            <a:xfrm>
              <a:off x="720653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5" name="Rectangle 2344">
              <a:extLst>
                <a:ext uri="{FF2B5EF4-FFF2-40B4-BE49-F238E27FC236}">
                  <a16:creationId xmlns:a16="http://schemas.microsoft.com/office/drawing/2014/main" id="{8F75ADAF-DA6E-6EF0-F294-BBFFD115E244}"/>
                </a:ext>
              </a:extLst>
            </p:cNvPr>
            <p:cNvSpPr/>
            <p:nvPr/>
          </p:nvSpPr>
          <p:spPr>
            <a:xfrm>
              <a:off x="720653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6" name="Rectangle 2345">
              <a:extLst>
                <a:ext uri="{FF2B5EF4-FFF2-40B4-BE49-F238E27FC236}">
                  <a16:creationId xmlns:a16="http://schemas.microsoft.com/office/drawing/2014/main" id="{7E95F3CB-E0E9-2124-E7CB-35A563C36ED3}"/>
                </a:ext>
              </a:extLst>
            </p:cNvPr>
            <p:cNvSpPr/>
            <p:nvPr/>
          </p:nvSpPr>
          <p:spPr>
            <a:xfrm>
              <a:off x="720653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7" name="Rectangle 2346">
              <a:extLst>
                <a:ext uri="{FF2B5EF4-FFF2-40B4-BE49-F238E27FC236}">
                  <a16:creationId xmlns:a16="http://schemas.microsoft.com/office/drawing/2014/main" id="{AFF12F42-9EF4-EA56-09E7-A9E12D6E7B2B}"/>
                </a:ext>
              </a:extLst>
            </p:cNvPr>
            <p:cNvSpPr/>
            <p:nvPr/>
          </p:nvSpPr>
          <p:spPr>
            <a:xfrm>
              <a:off x="720653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8" name="Rectangle 2347">
              <a:extLst>
                <a:ext uri="{FF2B5EF4-FFF2-40B4-BE49-F238E27FC236}">
                  <a16:creationId xmlns:a16="http://schemas.microsoft.com/office/drawing/2014/main" id="{21ADD8F0-D144-D015-F2A0-4934919EF833}"/>
                </a:ext>
              </a:extLst>
            </p:cNvPr>
            <p:cNvSpPr/>
            <p:nvPr/>
          </p:nvSpPr>
          <p:spPr>
            <a:xfrm>
              <a:off x="720653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49" name="Rectangle 2348">
              <a:extLst>
                <a:ext uri="{FF2B5EF4-FFF2-40B4-BE49-F238E27FC236}">
                  <a16:creationId xmlns:a16="http://schemas.microsoft.com/office/drawing/2014/main" id="{881BBBC1-2B09-3589-755F-165569B65124}"/>
                </a:ext>
              </a:extLst>
            </p:cNvPr>
            <p:cNvSpPr/>
            <p:nvPr/>
          </p:nvSpPr>
          <p:spPr>
            <a:xfrm>
              <a:off x="720653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0" name="Rectangle 2349">
              <a:extLst>
                <a:ext uri="{FF2B5EF4-FFF2-40B4-BE49-F238E27FC236}">
                  <a16:creationId xmlns:a16="http://schemas.microsoft.com/office/drawing/2014/main" id="{CF7EB02B-000D-2532-9CE9-9C1FC51D288F}"/>
                </a:ext>
              </a:extLst>
            </p:cNvPr>
            <p:cNvSpPr/>
            <p:nvPr/>
          </p:nvSpPr>
          <p:spPr>
            <a:xfrm>
              <a:off x="720653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1" name="Rectangle 2350">
              <a:extLst>
                <a:ext uri="{FF2B5EF4-FFF2-40B4-BE49-F238E27FC236}">
                  <a16:creationId xmlns:a16="http://schemas.microsoft.com/office/drawing/2014/main" id="{8005366F-702D-6713-8F5A-B9F9E5816D62}"/>
                </a:ext>
              </a:extLst>
            </p:cNvPr>
            <p:cNvSpPr/>
            <p:nvPr/>
          </p:nvSpPr>
          <p:spPr>
            <a:xfrm>
              <a:off x="720653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2" name="Rectangle 2351">
              <a:extLst>
                <a:ext uri="{FF2B5EF4-FFF2-40B4-BE49-F238E27FC236}">
                  <a16:creationId xmlns:a16="http://schemas.microsoft.com/office/drawing/2014/main" id="{47AA5B0E-97C5-7D61-2550-C2CB55365398}"/>
                </a:ext>
              </a:extLst>
            </p:cNvPr>
            <p:cNvSpPr/>
            <p:nvPr/>
          </p:nvSpPr>
          <p:spPr>
            <a:xfrm>
              <a:off x="720653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3" name="Rectangle 2352">
              <a:extLst>
                <a:ext uri="{FF2B5EF4-FFF2-40B4-BE49-F238E27FC236}">
                  <a16:creationId xmlns:a16="http://schemas.microsoft.com/office/drawing/2014/main" id="{CA8F6311-6D7F-018C-1324-36B897FF2593}"/>
                </a:ext>
              </a:extLst>
            </p:cNvPr>
            <p:cNvSpPr/>
            <p:nvPr/>
          </p:nvSpPr>
          <p:spPr>
            <a:xfrm>
              <a:off x="720653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4" name="Rectangle 2353">
              <a:extLst>
                <a:ext uri="{FF2B5EF4-FFF2-40B4-BE49-F238E27FC236}">
                  <a16:creationId xmlns:a16="http://schemas.microsoft.com/office/drawing/2014/main" id="{C1600892-CFC9-CBA1-688D-68696EA9EAC2}"/>
                </a:ext>
              </a:extLst>
            </p:cNvPr>
            <p:cNvSpPr/>
            <p:nvPr/>
          </p:nvSpPr>
          <p:spPr>
            <a:xfrm>
              <a:off x="720653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5" name="Rectangle 2354">
              <a:extLst>
                <a:ext uri="{FF2B5EF4-FFF2-40B4-BE49-F238E27FC236}">
                  <a16:creationId xmlns:a16="http://schemas.microsoft.com/office/drawing/2014/main" id="{58835DDF-6ED5-B063-C160-45B7A142C0F5}"/>
                </a:ext>
              </a:extLst>
            </p:cNvPr>
            <p:cNvSpPr/>
            <p:nvPr/>
          </p:nvSpPr>
          <p:spPr>
            <a:xfrm>
              <a:off x="720653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6" name="Rectangle 2355">
              <a:extLst>
                <a:ext uri="{FF2B5EF4-FFF2-40B4-BE49-F238E27FC236}">
                  <a16:creationId xmlns:a16="http://schemas.microsoft.com/office/drawing/2014/main" id="{3DE5302B-5B87-A08A-5F5C-AF734B406270}"/>
                </a:ext>
              </a:extLst>
            </p:cNvPr>
            <p:cNvSpPr/>
            <p:nvPr/>
          </p:nvSpPr>
          <p:spPr>
            <a:xfrm>
              <a:off x="720653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7" name="Rectangle 2356">
              <a:extLst>
                <a:ext uri="{FF2B5EF4-FFF2-40B4-BE49-F238E27FC236}">
                  <a16:creationId xmlns:a16="http://schemas.microsoft.com/office/drawing/2014/main" id="{29816C76-E9CD-7C28-5618-A5F29C0408B9}"/>
                </a:ext>
              </a:extLst>
            </p:cNvPr>
            <p:cNvSpPr/>
            <p:nvPr/>
          </p:nvSpPr>
          <p:spPr>
            <a:xfrm>
              <a:off x="720653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8" name="Rectangle 2357">
              <a:extLst>
                <a:ext uri="{FF2B5EF4-FFF2-40B4-BE49-F238E27FC236}">
                  <a16:creationId xmlns:a16="http://schemas.microsoft.com/office/drawing/2014/main" id="{6E658A0C-7FD0-3ABF-86A2-E629ED944000}"/>
                </a:ext>
              </a:extLst>
            </p:cNvPr>
            <p:cNvSpPr/>
            <p:nvPr/>
          </p:nvSpPr>
          <p:spPr>
            <a:xfrm>
              <a:off x="720653" y="524891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59" name="Rectangle 2358">
              <a:extLst>
                <a:ext uri="{FF2B5EF4-FFF2-40B4-BE49-F238E27FC236}">
                  <a16:creationId xmlns:a16="http://schemas.microsoft.com/office/drawing/2014/main" id="{C5EED65F-BACF-3A63-D100-8829BDABF73D}"/>
                </a:ext>
              </a:extLst>
            </p:cNvPr>
            <p:cNvSpPr/>
            <p:nvPr/>
          </p:nvSpPr>
          <p:spPr>
            <a:xfrm>
              <a:off x="720653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0" name="Rectangle 2359">
              <a:extLst>
                <a:ext uri="{FF2B5EF4-FFF2-40B4-BE49-F238E27FC236}">
                  <a16:creationId xmlns:a16="http://schemas.microsoft.com/office/drawing/2014/main" id="{3E5864C4-77F7-A8C3-8117-FA0B01365AC6}"/>
                </a:ext>
              </a:extLst>
            </p:cNvPr>
            <p:cNvSpPr/>
            <p:nvPr/>
          </p:nvSpPr>
          <p:spPr>
            <a:xfrm>
              <a:off x="720653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1" name="Rectangle 2360">
              <a:extLst>
                <a:ext uri="{FF2B5EF4-FFF2-40B4-BE49-F238E27FC236}">
                  <a16:creationId xmlns:a16="http://schemas.microsoft.com/office/drawing/2014/main" id="{6E175C36-6947-39EB-B938-FA22FA3A972B}"/>
                </a:ext>
              </a:extLst>
            </p:cNvPr>
            <p:cNvSpPr/>
            <p:nvPr/>
          </p:nvSpPr>
          <p:spPr>
            <a:xfrm>
              <a:off x="720653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2" name="Rectangle 2361">
              <a:extLst>
                <a:ext uri="{FF2B5EF4-FFF2-40B4-BE49-F238E27FC236}">
                  <a16:creationId xmlns:a16="http://schemas.microsoft.com/office/drawing/2014/main" id="{DC2DDE0C-29B7-825B-C52E-4241C37783D8}"/>
                </a:ext>
              </a:extLst>
            </p:cNvPr>
            <p:cNvSpPr/>
            <p:nvPr/>
          </p:nvSpPr>
          <p:spPr>
            <a:xfrm>
              <a:off x="720653" y="558129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3" name="Rectangle 2362">
              <a:extLst>
                <a:ext uri="{FF2B5EF4-FFF2-40B4-BE49-F238E27FC236}">
                  <a16:creationId xmlns:a16="http://schemas.microsoft.com/office/drawing/2014/main" id="{42BA14FE-888F-C811-19DA-E0F47CB5BFF7}"/>
                </a:ext>
              </a:extLst>
            </p:cNvPr>
            <p:cNvSpPr/>
            <p:nvPr/>
          </p:nvSpPr>
          <p:spPr>
            <a:xfrm>
              <a:off x="720653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4" name="Rectangle 2363">
              <a:extLst>
                <a:ext uri="{FF2B5EF4-FFF2-40B4-BE49-F238E27FC236}">
                  <a16:creationId xmlns:a16="http://schemas.microsoft.com/office/drawing/2014/main" id="{F471A519-AF84-6F1D-78E5-BB8B5386C256}"/>
                </a:ext>
              </a:extLst>
            </p:cNvPr>
            <p:cNvSpPr/>
            <p:nvPr/>
          </p:nvSpPr>
          <p:spPr>
            <a:xfrm>
              <a:off x="720653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5" name="Rectangle 2364">
              <a:extLst>
                <a:ext uri="{FF2B5EF4-FFF2-40B4-BE49-F238E27FC236}">
                  <a16:creationId xmlns:a16="http://schemas.microsoft.com/office/drawing/2014/main" id="{F49EE5D6-EA8B-8E79-8877-E3D37C2A1B2E}"/>
                </a:ext>
              </a:extLst>
            </p:cNvPr>
            <p:cNvSpPr/>
            <p:nvPr/>
          </p:nvSpPr>
          <p:spPr>
            <a:xfrm>
              <a:off x="720653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6" name="Rectangle 2365">
              <a:extLst>
                <a:ext uri="{FF2B5EF4-FFF2-40B4-BE49-F238E27FC236}">
                  <a16:creationId xmlns:a16="http://schemas.microsoft.com/office/drawing/2014/main" id="{3F3364C0-D27A-83E9-08CE-0715B2644924}"/>
                </a:ext>
              </a:extLst>
            </p:cNvPr>
            <p:cNvSpPr/>
            <p:nvPr/>
          </p:nvSpPr>
          <p:spPr>
            <a:xfrm>
              <a:off x="720653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7" name="Rectangle 2366">
              <a:extLst>
                <a:ext uri="{FF2B5EF4-FFF2-40B4-BE49-F238E27FC236}">
                  <a16:creationId xmlns:a16="http://schemas.microsoft.com/office/drawing/2014/main" id="{0E4D0226-0759-5552-F26D-60CEF4E5E273}"/>
                </a:ext>
              </a:extLst>
            </p:cNvPr>
            <p:cNvSpPr/>
            <p:nvPr/>
          </p:nvSpPr>
          <p:spPr>
            <a:xfrm>
              <a:off x="720653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8" name="Rectangle 2367">
              <a:extLst>
                <a:ext uri="{FF2B5EF4-FFF2-40B4-BE49-F238E27FC236}">
                  <a16:creationId xmlns:a16="http://schemas.microsoft.com/office/drawing/2014/main" id="{1CEFC4C6-B8CB-0579-7B90-99EA10DFC596}"/>
                </a:ext>
              </a:extLst>
            </p:cNvPr>
            <p:cNvSpPr/>
            <p:nvPr/>
          </p:nvSpPr>
          <p:spPr>
            <a:xfrm>
              <a:off x="720653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69" name="Rectangle 2368">
              <a:extLst>
                <a:ext uri="{FF2B5EF4-FFF2-40B4-BE49-F238E27FC236}">
                  <a16:creationId xmlns:a16="http://schemas.microsoft.com/office/drawing/2014/main" id="{2F531FCD-D06A-5F3B-CDD7-A68821FB1508}"/>
                </a:ext>
              </a:extLst>
            </p:cNvPr>
            <p:cNvSpPr/>
            <p:nvPr/>
          </p:nvSpPr>
          <p:spPr>
            <a:xfrm>
              <a:off x="720653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0" name="Rectangle 2369">
              <a:extLst>
                <a:ext uri="{FF2B5EF4-FFF2-40B4-BE49-F238E27FC236}">
                  <a16:creationId xmlns:a16="http://schemas.microsoft.com/office/drawing/2014/main" id="{28D62F30-1F3A-ED16-230B-9E06EA5899E7}"/>
                </a:ext>
              </a:extLst>
            </p:cNvPr>
            <p:cNvSpPr/>
            <p:nvPr/>
          </p:nvSpPr>
          <p:spPr>
            <a:xfrm>
              <a:off x="720653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1" name="Rectangle 2370">
              <a:extLst>
                <a:ext uri="{FF2B5EF4-FFF2-40B4-BE49-F238E27FC236}">
                  <a16:creationId xmlns:a16="http://schemas.microsoft.com/office/drawing/2014/main" id="{03E648E4-AC8D-42EA-1509-7B070E083090}"/>
                </a:ext>
              </a:extLst>
            </p:cNvPr>
            <p:cNvSpPr/>
            <p:nvPr/>
          </p:nvSpPr>
          <p:spPr>
            <a:xfrm>
              <a:off x="720653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2" name="Rectangle 2371">
              <a:extLst>
                <a:ext uri="{FF2B5EF4-FFF2-40B4-BE49-F238E27FC236}">
                  <a16:creationId xmlns:a16="http://schemas.microsoft.com/office/drawing/2014/main" id="{C43D3532-9998-FF4F-F87C-572CF3A65B33}"/>
                </a:ext>
              </a:extLst>
            </p:cNvPr>
            <p:cNvSpPr/>
            <p:nvPr/>
          </p:nvSpPr>
          <p:spPr>
            <a:xfrm>
              <a:off x="720653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3" name="Rectangle 2372">
              <a:extLst>
                <a:ext uri="{FF2B5EF4-FFF2-40B4-BE49-F238E27FC236}">
                  <a16:creationId xmlns:a16="http://schemas.microsoft.com/office/drawing/2014/main" id="{7BC4CA33-101C-2D06-515A-F7A316E06EA2}"/>
                </a:ext>
              </a:extLst>
            </p:cNvPr>
            <p:cNvSpPr/>
            <p:nvPr/>
          </p:nvSpPr>
          <p:spPr>
            <a:xfrm>
              <a:off x="720653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4" name="Rectangle 2373">
              <a:extLst>
                <a:ext uri="{FF2B5EF4-FFF2-40B4-BE49-F238E27FC236}">
                  <a16:creationId xmlns:a16="http://schemas.microsoft.com/office/drawing/2014/main" id="{A30FA25D-BB2C-0863-F5D1-9DDE9E255045}"/>
                </a:ext>
              </a:extLst>
            </p:cNvPr>
            <p:cNvSpPr/>
            <p:nvPr/>
          </p:nvSpPr>
          <p:spPr>
            <a:xfrm>
              <a:off x="720653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5" name="Rectangle 2374">
              <a:extLst>
                <a:ext uri="{FF2B5EF4-FFF2-40B4-BE49-F238E27FC236}">
                  <a16:creationId xmlns:a16="http://schemas.microsoft.com/office/drawing/2014/main" id="{246EDFF9-2C5B-E80B-C2EF-7792259DAC83}"/>
                </a:ext>
              </a:extLst>
            </p:cNvPr>
            <p:cNvSpPr/>
            <p:nvPr/>
          </p:nvSpPr>
          <p:spPr>
            <a:xfrm>
              <a:off x="720653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6" name="Rectangle 2375">
              <a:extLst>
                <a:ext uri="{FF2B5EF4-FFF2-40B4-BE49-F238E27FC236}">
                  <a16:creationId xmlns:a16="http://schemas.microsoft.com/office/drawing/2014/main" id="{03244ADF-AD95-B486-4F07-D334CA8A43EF}"/>
                </a:ext>
              </a:extLst>
            </p:cNvPr>
            <p:cNvSpPr/>
            <p:nvPr/>
          </p:nvSpPr>
          <p:spPr>
            <a:xfrm>
              <a:off x="720653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7" name="Rectangle 2376">
              <a:extLst>
                <a:ext uri="{FF2B5EF4-FFF2-40B4-BE49-F238E27FC236}">
                  <a16:creationId xmlns:a16="http://schemas.microsoft.com/office/drawing/2014/main" id="{3C9B1CBD-C828-5900-3F6E-AD38B641507B}"/>
                </a:ext>
              </a:extLst>
            </p:cNvPr>
            <p:cNvSpPr/>
            <p:nvPr/>
          </p:nvSpPr>
          <p:spPr>
            <a:xfrm>
              <a:off x="720653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8" name="Rectangle 2377">
              <a:extLst>
                <a:ext uri="{FF2B5EF4-FFF2-40B4-BE49-F238E27FC236}">
                  <a16:creationId xmlns:a16="http://schemas.microsoft.com/office/drawing/2014/main" id="{A62024C9-6D6C-1C7C-1D63-4CDA2085CA6F}"/>
                </a:ext>
              </a:extLst>
            </p:cNvPr>
            <p:cNvSpPr/>
            <p:nvPr/>
          </p:nvSpPr>
          <p:spPr>
            <a:xfrm>
              <a:off x="720653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79" name="Rectangle 2378">
              <a:extLst>
                <a:ext uri="{FF2B5EF4-FFF2-40B4-BE49-F238E27FC236}">
                  <a16:creationId xmlns:a16="http://schemas.microsoft.com/office/drawing/2014/main" id="{82B296C8-D777-42E0-3760-B2B759A55904}"/>
                </a:ext>
              </a:extLst>
            </p:cNvPr>
            <p:cNvSpPr/>
            <p:nvPr/>
          </p:nvSpPr>
          <p:spPr>
            <a:xfrm>
              <a:off x="720653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0" name="Rectangle 2379">
              <a:extLst>
                <a:ext uri="{FF2B5EF4-FFF2-40B4-BE49-F238E27FC236}">
                  <a16:creationId xmlns:a16="http://schemas.microsoft.com/office/drawing/2014/main" id="{D29C83D1-F2A4-DD35-0E9F-35D5B3671146}"/>
                </a:ext>
              </a:extLst>
            </p:cNvPr>
            <p:cNvSpPr/>
            <p:nvPr/>
          </p:nvSpPr>
          <p:spPr>
            <a:xfrm>
              <a:off x="783391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1" name="Rectangle 2380">
              <a:extLst>
                <a:ext uri="{FF2B5EF4-FFF2-40B4-BE49-F238E27FC236}">
                  <a16:creationId xmlns:a16="http://schemas.microsoft.com/office/drawing/2014/main" id="{5236BB10-64CA-74A8-8374-56BEC5320BF1}"/>
                </a:ext>
              </a:extLst>
            </p:cNvPr>
            <p:cNvSpPr/>
            <p:nvPr/>
          </p:nvSpPr>
          <p:spPr>
            <a:xfrm>
              <a:off x="783391" y="1842667"/>
              <a:ext cx="62737" cy="83095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2" name="Rectangle 2381">
              <a:extLst>
                <a:ext uri="{FF2B5EF4-FFF2-40B4-BE49-F238E27FC236}">
                  <a16:creationId xmlns:a16="http://schemas.microsoft.com/office/drawing/2014/main" id="{F02F3BBA-02CD-3190-5D7B-48D793C77ED3}"/>
                </a:ext>
              </a:extLst>
            </p:cNvPr>
            <p:cNvSpPr/>
            <p:nvPr/>
          </p:nvSpPr>
          <p:spPr>
            <a:xfrm>
              <a:off x="783391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3" name="Rectangle 2382">
              <a:extLst>
                <a:ext uri="{FF2B5EF4-FFF2-40B4-BE49-F238E27FC236}">
                  <a16:creationId xmlns:a16="http://schemas.microsoft.com/office/drawing/2014/main" id="{3EA645F5-0775-4644-BDFF-AD0C5BEC01FE}"/>
                </a:ext>
              </a:extLst>
            </p:cNvPr>
            <p:cNvSpPr/>
            <p:nvPr/>
          </p:nvSpPr>
          <p:spPr>
            <a:xfrm>
              <a:off x="783391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4" name="Rectangle 2383">
              <a:extLst>
                <a:ext uri="{FF2B5EF4-FFF2-40B4-BE49-F238E27FC236}">
                  <a16:creationId xmlns:a16="http://schemas.microsoft.com/office/drawing/2014/main" id="{20F8F543-1F3B-C509-74FC-24D3753A62CA}"/>
                </a:ext>
              </a:extLst>
            </p:cNvPr>
            <p:cNvSpPr/>
            <p:nvPr/>
          </p:nvSpPr>
          <p:spPr>
            <a:xfrm>
              <a:off x="783391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5" name="Rectangle 2384">
              <a:extLst>
                <a:ext uri="{FF2B5EF4-FFF2-40B4-BE49-F238E27FC236}">
                  <a16:creationId xmlns:a16="http://schemas.microsoft.com/office/drawing/2014/main" id="{B8958849-B6A6-57D4-D58D-5D0510B36AAA}"/>
                </a:ext>
              </a:extLst>
            </p:cNvPr>
            <p:cNvSpPr/>
            <p:nvPr/>
          </p:nvSpPr>
          <p:spPr>
            <a:xfrm>
              <a:off x="783391" y="217505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6" name="Rectangle 2385">
              <a:extLst>
                <a:ext uri="{FF2B5EF4-FFF2-40B4-BE49-F238E27FC236}">
                  <a16:creationId xmlns:a16="http://schemas.microsoft.com/office/drawing/2014/main" id="{DF371B2B-CDE7-FB6E-D33A-322F39AB0E41}"/>
                </a:ext>
              </a:extLst>
            </p:cNvPr>
            <p:cNvSpPr/>
            <p:nvPr/>
          </p:nvSpPr>
          <p:spPr>
            <a:xfrm>
              <a:off x="783391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7" name="Rectangle 2386">
              <a:extLst>
                <a:ext uri="{FF2B5EF4-FFF2-40B4-BE49-F238E27FC236}">
                  <a16:creationId xmlns:a16="http://schemas.microsoft.com/office/drawing/2014/main" id="{8D068643-ECCD-ACED-E9DD-D2BD1174FCAD}"/>
                </a:ext>
              </a:extLst>
            </p:cNvPr>
            <p:cNvSpPr/>
            <p:nvPr/>
          </p:nvSpPr>
          <p:spPr>
            <a:xfrm>
              <a:off x="783391" y="234124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8" name="Rectangle 2387">
              <a:extLst>
                <a:ext uri="{FF2B5EF4-FFF2-40B4-BE49-F238E27FC236}">
                  <a16:creationId xmlns:a16="http://schemas.microsoft.com/office/drawing/2014/main" id="{76CABC7E-3E17-92D1-D916-ADECE0DE3F4D}"/>
                </a:ext>
              </a:extLst>
            </p:cNvPr>
            <p:cNvSpPr/>
            <p:nvPr/>
          </p:nvSpPr>
          <p:spPr>
            <a:xfrm>
              <a:off x="783391" y="242410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89" name="Rectangle 2388">
              <a:extLst>
                <a:ext uri="{FF2B5EF4-FFF2-40B4-BE49-F238E27FC236}">
                  <a16:creationId xmlns:a16="http://schemas.microsoft.com/office/drawing/2014/main" id="{680D3D5A-7392-9CAD-1676-A0D9E08C1CC3}"/>
                </a:ext>
              </a:extLst>
            </p:cNvPr>
            <p:cNvSpPr/>
            <p:nvPr/>
          </p:nvSpPr>
          <p:spPr>
            <a:xfrm>
              <a:off x="783391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0" name="Rectangle 2389">
              <a:extLst>
                <a:ext uri="{FF2B5EF4-FFF2-40B4-BE49-F238E27FC236}">
                  <a16:creationId xmlns:a16="http://schemas.microsoft.com/office/drawing/2014/main" id="{9C0081AA-8CCA-D651-A1DF-4A6369FADFB8}"/>
                </a:ext>
              </a:extLst>
            </p:cNvPr>
            <p:cNvSpPr/>
            <p:nvPr/>
          </p:nvSpPr>
          <p:spPr>
            <a:xfrm>
              <a:off x="783391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1" name="Rectangle 2390">
              <a:extLst>
                <a:ext uri="{FF2B5EF4-FFF2-40B4-BE49-F238E27FC236}">
                  <a16:creationId xmlns:a16="http://schemas.microsoft.com/office/drawing/2014/main" id="{9922D625-C944-CC26-1518-3AFB0C1C64DA}"/>
                </a:ext>
              </a:extLst>
            </p:cNvPr>
            <p:cNvSpPr/>
            <p:nvPr/>
          </p:nvSpPr>
          <p:spPr>
            <a:xfrm>
              <a:off x="783391" y="267339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2" name="Rectangle 2391">
              <a:extLst>
                <a:ext uri="{FF2B5EF4-FFF2-40B4-BE49-F238E27FC236}">
                  <a16:creationId xmlns:a16="http://schemas.microsoft.com/office/drawing/2014/main" id="{DF0F7170-AA92-641B-C6C8-295C40FE5CFC}"/>
                </a:ext>
              </a:extLst>
            </p:cNvPr>
            <p:cNvSpPr/>
            <p:nvPr/>
          </p:nvSpPr>
          <p:spPr>
            <a:xfrm>
              <a:off x="783391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3" name="Rectangle 2392">
              <a:extLst>
                <a:ext uri="{FF2B5EF4-FFF2-40B4-BE49-F238E27FC236}">
                  <a16:creationId xmlns:a16="http://schemas.microsoft.com/office/drawing/2014/main" id="{E4A574E9-6401-01A0-03D1-5A8D427D7560}"/>
                </a:ext>
              </a:extLst>
            </p:cNvPr>
            <p:cNvSpPr/>
            <p:nvPr/>
          </p:nvSpPr>
          <p:spPr>
            <a:xfrm>
              <a:off x="783391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4" name="Rectangle 2393">
              <a:extLst>
                <a:ext uri="{FF2B5EF4-FFF2-40B4-BE49-F238E27FC236}">
                  <a16:creationId xmlns:a16="http://schemas.microsoft.com/office/drawing/2014/main" id="{F03B6346-6A5A-5C50-055E-E65D066C3131}"/>
                </a:ext>
              </a:extLst>
            </p:cNvPr>
            <p:cNvSpPr/>
            <p:nvPr/>
          </p:nvSpPr>
          <p:spPr>
            <a:xfrm>
              <a:off x="783391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5" name="Rectangle 2394">
              <a:extLst>
                <a:ext uri="{FF2B5EF4-FFF2-40B4-BE49-F238E27FC236}">
                  <a16:creationId xmlns:a16="http://schemas.microsoft.com/office/drawing/2014/main" id="{203D18A3-A21E-A019-3D1E-7B128DA24AB8}"/>
                </a:ext>
              </a:extLst>
            </p:cNvPr>
            <p:cNvSpPr/>
            <p:nvPr/>
          </p:nvSpPr>
          <p:spPr>
            <a:xfrm>
              <a:off x="783391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6" name="Rectangle 2395">
              <a:extLst>
                <a:ext uri="{FF2B5EF4-FFF2-40B4-BE49-F238E27FC236}">
                  <a16:creationId xmlns:a16="http://schemas.microsoft.com/office/drawing/2014/main" id="{6F14B52E-2CB7-5B78-51FB-E42256F01362}"/>
                </a:ext>
              </a:extLst>
            </p:cNvPr>
            <p:cNvSpPr/>
            <p:nvPr/>
          </p:nvSpPr>
          <p:spPr>
            <a:xfrm>
              <a:off x="783391" y="3088877"/>
              <a:ext cx="62737" cy="83096"/>
            </a:xfrm>
            <a:prstGeom prst="rect">
              <a:avLst/>
            </a:prstGeom>
            <a:solidFill>
              <a:srgbClr val="8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7" name="Rectangle 2396">
              <a:extLst>
                <a:ext uri="{FF2B5EF4-FFF2-40B4-BE49-F238E27FC236}">
                  <a16:creationId xmlns:a16="http://schemas.microsoft.com/office/drawing/2014/main" id="{81EDD5AA-70DA-2CEE-BD72-4306BAF31D9A}"/>
                </a:ext>
              </a:extLst>
            </p:cNvPr>
            <p:cNvSpPr/>
            <p:nvPr/>
          </p:nvSpPr>
          <p:spPr>
            <a:xfrm>
              <a:off x="783391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8" name="Rectangle 2397">
              <a:extLst>
                <a:ext uri="{FF2B5EF4-FFF2-40B4-BE49-F238E27FC236}">
                  <a16:creationId xmlns:a16="http://schemas.microsoft.com/office/drawing/2014/main" id="{430328D6-F16C-60DF-6469-7FE515F64791}"/>
                </a:ext>
              </a:extLst>
            </p:cNvPr>
            <p:cNvSpPr/>
            <p:nvPr/>
          </p:nvSpPr>
          <p:spPr>
            <a:xfrm>
              <a:off x="783391" y="325507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399" name="Rectangle 2398">
              <a:extLst>
                <a:ext uri="{FF2B5EF4-FFF2-40B4-BE49-F238E27FC236}">
                  <a16:creationId xmlns:a16="http://schemas.microsoft.com/office/drawing/2014/main" id="{9DD244D5-B527-ECFF-CDD5-B71A183AE41B}"/>
                </a:ext>
              </a:extLst>
            </p:cNvPr>
            <p:cNvSpPr/>
            <p:nvPr/>
          </p:nvSpPr>
          <p:spPr>
            <a:xfrm>
              <a:off x="783391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0" name="Rectangle 2399">
              <a:extLst>
                <a:ext uri="{FF2B5EF4-FFF2-40B4-BE49-F238E27FC236}">
                  <a16:creationId xmlns:a16="http://schemas.microsoft.com/office/drawing/2014/main" id="{E3FA2E5C-C38F-538E-E519-C06F869CEB16}"/>
                </a:ext>
              </a:extLst>
            </p:cNvPr>
            <p:cNvSpPr/>
            <p:nvPr/>
          </p:nvSpPr>
          <p:spPr>
            <a:xfrm>
              <a:off x="783391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1" name="Rectangle 2400">
              <a:extLst>
                <a:ext uri="{FF2B5EF4-FFF2-40B4-BE49-F238E27FC236}">
                  <a16:creationId xmlns:a16="http://schemas.microsoft.com/office/drawing/2014/main" id="{67F79813-38A5-6A0B-DC4F-037FC34D621E}"/>
                </a:ext>
              </a:extLst>
            </p:cNvPr>
            <p:cNvSpPr/>
            <p:nvPr/>
          </p:nvSpPr>
          <p:spPr>
            <a:xfrm>
              <a:off x="783391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2" name="Rectangle 2401">
              <a:extLst>
                <a:ext uri="{FF2B5EF4-FFF2-40B4-BE49-F238E27FC236}">
                  <a16:creationId xmlns:a16="http://schemas.microsoft.com/office/drawing/2014/main" id="{9A39BB8E-19BC-C234-0DBA-D92E2045EC39}"/>
                </a:ext>
              </a:extLst>
            </p:cNvPr>
            <p:cNvSpPr/>
            <p:nvPr/>
          </p:nvSpPr>
          <p:spPr>
            <a:xfrm>
              <a:off x="783391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3" name="Rectangle 2402">
              <a:extLst>
                <a:ext uri="{FF2B5EF4-FFF2-40B4-BE49-F238E27FC236}">
                  <a16:creationId xmlns:a16="http://schemas.microsoft.com/office/drawing/2014/main" id="{48425FED-0E57-B04A-3244-0BBC9AD53F25}"/>
                </a:ext>
              </a:extLst>
            </p:cNvPr>
            <p:cNvSpPr/>
            <p:nvPr/>
          </p:nvSpPr>
          <p:spPr>
            <a:xfrm>
              <a:off x="783391" y="367031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4" name="Rectangle 2403">
              <a:extLst>
                <a:ext uri="{FF2B5EF4-FFF2-40B4-BE49-F238E27FC236}">
                  <a16:creationId xmlns:a16="http://schemas.microsoft.com/office/drawing/2014/main" id="{DC0A653E-772D-CB0E-5405-D8CF1041A44D}"/>
                </a:ext>
              </a:extLst>
            </p:cNvPr>
            <p:cNvSpPr/>
            <p:nvPr/>
          </p:nvSpPr>
          <p:spPr>
            <a:xfrm>
              <a:off x="783391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5" name="Rectangle 2404">
              <a:extLst>
                <a:ext uri="{FF2B5EF4-FFF2-40B4-BE49-F238E27FC236}">
                  <a16:creationId xmlns:a16="http://schemas.microsoft.com/office/drawing/2014/main" id="{D4F669F7-AE36-2AFF-312A-6064196A3049}"/>
                </a:ext>
              </a:extLst>
            </p:cNvPr>
            <p:cNvSpPr/>
            <p:nvPr/>
          </p:nvSpPr>
          <p:spPr>
            <a:xfrm>
              <a:off x="783391" y="383650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6" name="Rectangle 2405">
              <a:extLst>
                <a:ext uri="{FF2B5EF4-FFF2-40B4-BE49-F238E27FC236}">
                  <a16:creationId xmlns:a16="http://schemas.microsoft.com/office/drawing/2014/main" id="{56D85659-EF3E-420F-06B3-C6654FA9AC6D}"/>
                </a:ext>
              </a:extLst>
            </p:cNvPr>
            <p:cNvSpPr/>
            <p:nvPr/>
          </p:nvSpPr>
          <p:spPr>
            <a:xfrm>
              <a:off x="783391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7" name="Rectangle 2406">
              <a:extLst>
                <a:ext uri="{FF2B5EF4-FFF2-40B4-BE49-F238E27FC236}">
                  <a16:creationId xmlns:a16="http://schemas.microsoft.com/office/drawing/2014/main" id="{4B632768-A47A-4184-96B1-9DA329A81803}"/>
                </a:ext>
              </a:extLst>
            </p:cNvPr>
            <p:cNvSpPr/>
            <p:nvPr/>
          </p:nvSpPr>
          <p:spPr>
            <a:xfrm>
              <a:off x="783391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8" name="Rectangle 2407">
              <a:extLst>
                <a:ext uri="{FF2B5EF4-FFF2-40B4-BE49-F238E27FC236}">
                  <a16:creationId xmlns:a16="http://schemas.microsoft.com/office/drawing/2014/main" id="{A665A9FB-C78F-AB0F-BBE9-478BF9C6FD66}"/>
                </a:ext>
              </a:extLst>
            </p:cNvPr>
            <p:cNvSpPr/>
            <p:nvPr/>
          </p:nvSpPr>
          <p:spPr>
            <a:xfrm>
              <a:off x="783391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09" name="Rectangle 2408">
              <a:extLst>
                <a:ext uri="{FF2B5EF4-FFF2-40B4-BE49-F238E27FC236}">
                  <a16:creationId xmlns:a16="http://schemas.microsoft.com/office/drawing/2014/main" id="{2C05737D-8E7E-AAC5-3413-9872588C5ECE}"/>
                </a:ext>
              </a:extLst>
            </p:cNvPr>
            <p:cNvSpPr/>
            <p:nvPr/>
          </p:nvSpPr>
          <p:spPr>
            <a:xfrm>
              <a:off x="783391" y="41688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0" name="Rectangle 2409">
              <a:extLst>
                <a:ext uri="{FF2B5EF4-FFF2-40B4-BE49-F238E27FC236}">
                  <a16:creationId xmlns:a16="http://schemas.microsoft.com/office/drawing/2014/main" id="{60F8F039-E5F5-F29B-8AE9-EF15F16B3A2D}"/>
                </a:ext>
              </a:extLst>
            </p:cNvPr>
            <p:cNvSpPr/>
            <p:nvPr/>
          </p:nvSpPr>
          <p:spPr>
            <a:xfrm>
              <a:off x="783391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1" name="Rectangle 2410">
              <a:extLst>
                <a:ext uri="{FF2B5EF4-FFF2-40B4-BE49-F238E27FC236}">
                  <a16:creationId xmlns:a16="http://schemas.microsoft.com/office/drawing/2014/main" id="{A0595E01-67BC-3505-83D9-54B050927983}"/>
                </a:ext>
              </a:extLst>
            </p:cNvPr>
            <p:cNvSpPr/>
            <p:nvPr/>
          </p:nvSpPr>
          <p:spPr>
            <a:xfrm>
              <a:off x="783391" y="4335087"/>
              <a:ext cx="62737" cy="83096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2" name="Rectangle 2411">
              <a:extLst>
                <a:ext uri="{FF2B5EF4-FFF2-40B4-BE49-F238E27FC236}">
                  <a16:creationId xmlns:a16="http://schemas.microsoft.com/office/drawing/2014/main" id="{8D0F53E9-20CF-A3AD-586B-0A7340989587}"/>
                </a:ext>
              </a:extLst>
            </p:cNvPr>
            <p:cNvSpPr/>
            <p:nvPr/>
          </p:nvSpPr>
          <p:spPr>
            <a:xfrm>
              <a:off x="783391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3" name="Rectangle 2412">
              <a:extLst>
                <a:ext uri="{FF2B5EF4-FFF2-40B4-BE49-F238E27FC236}">
                  <a16:creationId xmlns:a16="http://schemas.microsoft.com/office/drawing/2014/main" id="{DF9640D7-6349-5806-E10D-DDBA0CD53E72}"/>
                </a:ext>
              </a:extLst>
            </p:cNvPr>
            <p:cNvSpPr/>
            <p:nvPr/>
          </p:nvSpPr>
          <p:spPr>
            <a:xfrm>
              <a:off x="783391" y="45012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4" name="Rectangle 2413">
              <a:extLst>
                <a:ext uri="{FF2B5EF4-FFF2-40B4-BE49-F238E27FC236}">
                  <a16:creationId xmlns:a16="http://schemas.microsoft.com/office/drawing/2014/main" id="{4C6E39A6-3036-5711-B85C-1067BFBB119C}"/>
                </a:ext>
              </a:extLst>
            </p:cNvPr>
            <p:cNvSpPr/>
            <p:nvPr/>
          </p:nvSpPr>
          <p:spPr>
            <a:xfrm>
              <a:off x="783391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5" name="Rectangle 2414">
              <a:extLst>
                <a:ext uri="{FF2B5EF4-FFF2-40B4-BE49-F238E27FC236}">
                  <a16:creationId xmlns:a16="http://schemas.microsoft.com/office/drawing/2014/main" id="{9655F37F-D0D0-BB7D-2369-F97EE0E839FC}"/>
                </a:ext>
              </a:extLst>
            </p:cNvPr>
            <p:cNvSpPr/>
            <p:nvPr/>
          </p:nvSpPr>
          <p:spPr>
            <a:xfrm>
              <a:off x="783391" y="46674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6" name="Rectangle 2415">
              <a:extLst>
                <a:ext uri="{FF2B5EF4-FFF2-40B4-BE49-F238E27FC236}">
                  <a16:creationId xmlns:a16="http://schemas.microsoft.com/office/drawing/2014/main" id="{9DEE0410-1AB5-3F72-3323-CBBCB8A70F2C}"/>
                </a:ext>
              </a:extLst>
            </p:cNvPr>
            <p:cNvSpPr/>
            <p:nvPr/>
          </p:nvSpPr>
          <p:spPr>
            <a:xfrm>
              <a:off x="783391" y="475033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7" name="Rectangle 2416">
              <a:extLst>
                <a:ext uri="{FF2B5EF4-FFF2-40B4-BE49-F238E27FC236}">
                  <a16:creationId xmlns:a16="http://schemas.microsoft.com/office/drawing/2014/main" id="{7BC70262-8793-8C41-278B-701D5FFCD372}"/>
                </a:ext>
              </a:extLst>
            </p:cNvPr>
            <p:cNvSpPr/>
            <p:nvPr/>
          </p:nvSpPr>
          <p:spPr>
            <a:xfrm>
              <a:off x="783391" y="483343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8" name="Rectangle 2417">
              <a:extLst>
                <a:ext uri="{FF2B5EF4-FFF2-40B4-BE49-F238E27FC236}">
                  <a16:creationId xmlns:a16="http://schemas.microsoft.com/office/drawing/2014/main" id="{E5A35CC8-7E18-7B48-376B-05C58DDAEF1A}"/>
                </a:ext>
              </a:extLst>
            </p:cNvPr>
            <p:cNvSpPr/>
            <p:nvPr/>
          </p:nvSpPr>
          <p:spPr>
            <a:xfrm>
              <a:off x="783391" y="491652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19" name="Rectangle 2418">
              <a:extLst>
                <a:ext uri="{FF2B5EF4-FFF2-40B4-BE49-F238E27FC236}">
                  <a16:creationId xmlns:a16="http://schemas.microsoft.com/office/drawing/2014/main" id="{C0B21C20-E3F0-5065-282D-C8726EE3B871}"/>
                </a:ext>
              </a:extLst>
            </p:cNvPr>
            <p:cNvSpPr/>
            <p:nvPr/>
          </p:nvSpPr>
          <p:spPr>
            <a:xfrm>
              <a:off x="783391" y="499962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0" name="Rectangle 2419">
              <a:extLst>
                <a:ext uri="{FF2B5EF4-FFF2-40B4-BE49-F238E27FC236}">
                  <a16:creationId xmlns:a16="http://schemas.microsoft.com/office/drawing/2014/main" id="{6B605828-0A47-F60F-D2A9-9718554B4D28}"/>
                </a:ext>
              </a:extLst>
            </p:cNvPr>
            <p:cNvSpPr/>
            <p:nvPr/>
          </p:nvSpPr>
          <p:spPr>
            <a:xfrm>
              <a:off x="783391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1" name="Rectangle 2420">
              <a:extLst>
                <a:ext uri="{FF2B5EF4-FFF2-40B4-BE49-F238E27FC236}">
                  <a16:creationId xmlns:a16="http://schemas.microsoft.com/office/drawing/2014/main" id="{75C9E834-A711-1B19-0F7D-B0578638DDD3}"/>
                </a:ext>
              </a:extLst>
            </p:cNvPr>
            <p:cNvSpPr/>
            <p:nvPr/>
          </p:nvSpPr>
          <p:spPr>
            <a:xfrm>
              <a:off x="783391" y="516581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2" name="Rectangle 2421">
              <a:extLst>
                <a:ext uri="{FF2B5EF4-FFF2-40B4-BE49-F238E27FC236}">
                  <a16:creationId xmlns:a16="http://schemas.microsoft.com/office/drawing/2014/main" id="{BFFF644F-CB17-4A05-B683-591CC41C5D4A}"/>
                </a:ext>
              </a:extLst>
            </p:cNvPr>
            <p:cNvSpPr/>
            <p:nvPr/>
          </p:nvSpPr>
          <p:spPr>
            <a:xfrm>
              <a:off x="783391" y="52489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3" name="Rectangle 2422">
              <a:extLst>
                <a:ext uri="{FF2B5EF4-FFF2-40B4-BE49-F238E27FC236}">
                  <a16:creationId xmlns:a16="http://schemas.microsoft.com/office/drawing/2014/main" id="{03DA1867-2E1F-92B5-D651-47949CE5A6FE}"/>
                </a:ext>
              </a:extLst>
            </p:cNvPr>
            <p:cNvSpPr/>
            <p:nvPr/>
          </p:nvSpPr>
          <p:spPr>
            <a:xfrm>
              <a:off x="783391" y="533200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4" name="Rectangle 2423">
              <a:extLst>
                <a:ext uri="{FF2B5EF4-FFF2-40B4-BE49-F238E27FC236}">
                  <a16:creationId xmlns:a16="http://schemas.microsoft.com/office/drawing/2014/main" id="{169D900F-8FE6-7FA4-5B73-3BD9D438B6D4}"/>
                </a:ext>
              </a:extLst>
            </p:cNvPr>
            <p:cNvSpPr/>
            <p:nvPr/>
          </p:nvSpPr>
          <p:spPr>
            <a:xfrm>
              <a:off x="783391" y="541510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5" name="Rectangle 2424">
              <a:extLst>
                <a:ext uri="{FF2B5EF4-FFF2-40B4-BE49-F238E27FC236}">
                  <a16:creationId xmlns:a16="http://schemas.microsoft.com/office/drawing/2014/main" id="{795C4FD9-3287-F74D-A435-F44E03C3C7A7}"/>
                </a:ext>
              </a:extLst>
            </p:cNvPr>
            <p:cNvSpPr/>
            <p:nvPr/>
          </p:nvSpPr>
          <p:spPr>
            <a:xfrm>
              <a:off x="783391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6" name="Rectangle 2425">
              <a:extLst>
                <a:ext uri="{FF2B5EF4-FFF2-40B4-BE49-F238E27FC236}">
                  <a16:creationId xmlns:a16="http://schemas.microsoft.com/office/drawing/2014/main" id="{7146E1F8-96E8-186E-67E7-0959668F02BC}"/>
                </a:ext>
              </a:extLst>
            </p:cNvPr>
            <p:cNvSpPr/>
            <p:nvPr/>
          </p:nvSpPr>
          <p:spPr>
            <a:xfrm>
              <a:off x="783391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7" name="Rectangle 2426">
              <a:extLst>
                <a:ext uri="{FF2B5EF4-FFF2-40B4-BE49-F238E27FC236}">
                  <a16:creationId xmlns:a16="http://schemas.microsoft.com/office/drawing/2014/main" id="{278B8A3C-7664-FF16-5578-1E14BD8E37CD}"/>
                </a:ext>
              </a:extLst>
            </p:cNvPr>
            <p:cNvSpPr/>
            <p:nvPr/>
          </p:nvSpPr>
          <p:spPr>
            <a:xfrm>
              <a:off x="783391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8" name="Rectangle 2427">
              <a:extLst>
                <a:ext uri="{FF2B5EF4-FFF2-40B4-BE49-F238E27FC236}">
                  <a16:creationId xmlns:a16="http://schemas.microsoft.com/office/drawing/2014/main" id="{6A9A5B52-13E9-AB07-F222-0694466782A3}"/>
                </a:ext>
              </a:extLst>
            </p:cNvPr>
            <p:cNvSpPr/>
            <p:nvPr/>
          </p:nvSpPr>
          <p:spPr>
            <a:xfrm>
              <a:off x="783391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29" name="Rectangle 2428">
              <a:extLst>
                <a:ext uri="{FF2B5EF4-FFF2-40B4-BE49-F238E27FC236}">
                  <a16:creationId xmlns:a16="http://schemas.microsoft.com/office/drawing/2014/main" id="{84FF7F27-1321-929D-47D4-35A44A32FDDA}"/>
                </a:ext>
              </a:extLst>
            </p:cNvPr>
            <p:cNvSpPr/>
            <p:nvPr/>
          </p:nvSpPr>
          <p:spPr>
            <a:xfrm>
              <a:off x="783391" y="583058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0" name="Rectangle 2429">
              <a:extLst>
                <a:ext uri="{FF2B5EF4-FFF2-40B4-BE49-F238E27FC236}">
                  <a16:creationId xmlns:a16="http://schemas.microsoft.com/office/drawing/2014/main" id="{5E2890D5-1401-E256-DD41-F8B219138657}"/>
                </a:ext>
              </a:extLst>
            </p:cNvPr>
            <p:cNvSpPr/>
            <p:nvPr/>
          </p:nvSpPr>
          <p:spPr>
            <a:xfrm>
              <a:off x="783391" y="5913447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1" name="Rectangle 2430">
              <a:extLst>
                <a:ext uri="{FF2B5EF4-FFF2-40B4-BE49-F238E27FC236}">
                  <a16:creationId xmlns:a16="http://schemas.microsoft.com/office/drawing/2014/main" id="{48ED3EE8-ACE4-FD80-DB7B-F17ADDADCD08}"/>
                </a:ext>
              </a:extLst>
            </p:cNvPr>
            <p:cNvSpPr/>
            <p:nvPr/>
          </p:nvSpPr>
          <p:spPr>
            <a:xfrm>
              <a:off x="783391" y="599654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2" name="Rectangle 2431">
              <a:extLst>
                <a:ext uri="{FF2B5EF4-FFF2-40B4-BE49-F238E27FC236}">
                  <a16:creationId xmlns:a16="http://schemas.microsoft.com/office/drawing/2014/main" id="{BD07A5B3-47DB-D634-EB3B-C2339FCD9C91}"/>
                </a:ext>
              </a:extLst>
            </p:cNvPr>
            <p:cNvSpPr/>
            <p:nvPr/>
          </p:nvSpPr>
          <p:spPr>
            <a:xfrm>
              <a:off x="783391" y="607964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3" name="Rectangle 2432">
              <a:extLst>
                <a:ext uri="{FF2B5EF4-FFF2-40B4-BE49-F238E27FC236}">
                  <a16:creationId xmlns:a16="http://schemas.microsoft.com/office/drawing/2014/main" id="{DC2F072D-6523-76AC-60FF-91F36A19B0AF}"/>
                </a:ext>
              </a:extLst>
            </p:cNvPr>
            <p:cNvSpPr/>
            <p:nvPr/>
          </p:nvSpPr>
          <p:spPr>
            <a:xfrm>
              <a:off x="783391" y="6162737"/>
              <a:ext cx="62737" cy="8309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4" name="Rectangle 2433">
              <a:extLst>
                <a:ext uri="{FF2B5EF4-FFF2-40B4-BE49-F238E27FC236}">
                  <a16:creationId xmlns:a16="http://schemas.microsoft.com/office/drawing/2014/main" id="{F18E47B7-0875-D71C-38F7-3557ACEC8A74}"/>
                </a:ext>
              </a:extLst>
            </p:cNvPr>
            <p:cNvSpPr/>
            <p:nvPr/>
          </p:nvSpPr>
          <p:spPr>
            <a:xfrm>
              <a:off x="783391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5" name="Rectangle 2434">
              <a:extLst>
                <a:ext uri="{FF2B5EF4-FFF2-40B4-BE49-F238E27FC236}">
                  <a16:creationId xmlns:a16="http://schemas.microsoft.com/office/drawing/2014/main" id="{D401F7D3-19D2-B417-9FB7-76D43F93515F}"/>
                </a:ext>
              </a:extLst>
            </p:cNvPr>
            <p:cNvSpPr/>
            <p:nvPr/>
          </p:nvSpPr>
          <p:spPr>
            <a:xfrm>
              <a:off x="783391" y="632892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6" name="Rectangle 2435">
              <a:extLst>
                <a:ext uri="{FF2B5EF4-FFF2-40B4-BE49-F238E27FC236}">
                  <a16:creationId xmlns:a16="http://schemas.microsoft.com/office/drawing/2014/main" id="{A99F1827-C312-5C8B-2EFB-8D8566EBCD75}"/>
                </a:ext>
              </a:extLst>
            </p:cNvPr>
            <p:cNvSpPr/>
            <p:nvPr/>
          </p:nvSpPr>
          <p:spPr>
            <a:xfrm>
              <a:off x="783391" y="641202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7" name="Rectangle 2436">
              <a:extLst>
                <a:ext uri="{FF2B5EF4-FFF2-40B4-BE49-F238E27FC236}">
                  <a16:creationId xmlns:a16="http://schemas.microsoft.com/office/drawing/2014/main" id="{C22F557B-D68B-F3C9-C126-E362FBE71CA6}"/>
                </a:ext>
              </a:extLst>
            </p:cNvPr>
            <p:cNvSpPr/>
            <p:nvPr/>
          </p:nvSpPr>
          <p:spPr>
            <a:xfrm>
              <a:off x="783391" y="649512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8" name="Rectangle 2437">
              <a:extLst>
                <a:ext uri="{FF2B5EF4-FFF2-40B4-BE49-F238E27FC236}">
                  <a16:creationId xmlns:a16="http://schemas.microsoft.com/office/drawing/2014/main" id="{E393322C-550B-B7B7-39F2-55C846900B9A}"/>
                </a:ext>
              </a:extLst>
            </p:cNvPr>
            <p:cNvSpPr/>
            <p:nvPr/>
          </p:nvSpPr>
          <p:spPr>
            <a:xfrm>
              <a:off x="783391" y="657821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39" name="Rectangle 2438">
              <a:extLst>
                <a:ext uri="{FF2B5EF4-FFF2-40B4-BE49-F238E27FC236}">
                  <a16:creationId xmlns:a16="http://schemas.microsoft.com/office/drawing/2014/main" id="{C26CBE72-9E44-B572-2E4F-1751C10641B8}"/>
                </a:ext>
              </a:extLst>
            </p:cNvPr>
            <p:cNvSpPr/>
            <p:nvPr/>
          </p:nvSpPr>
          <p:spPr>
            <a:xfrm>
              <a:off x="783391" y="6661315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0" name="Rectangle 2439">
              <a:extLst>
                <a:ext uri="{FF2B5EF4-FFF2-40B4-BE49-F238E27FC236}">
                  <a16:creationId xmlns:a16="http://schemas.microsoft.com/office/drawing/2014/main" id="{DBD87CC1-7811-B046-9FA4-93BA4EBD61DD}"/>
                </a:ext>
              </a:extLst>
            </p:cNvPr>
            <p:cNvSpPr/>
            <p:nvPr/>
          </p:nvSpPr>
          <p:spPr>
            <a:xfrm>
              <a:off x="783391" y="674441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1" name="Rectangle 2440">
              <a:extLst>
                <a:ext uri="{FF2B5EF4-FFF2-40B4-BE49-F238E27FC236}">
                  <a16:creationId xmlns:a16="http://schemas.microsoft.com/office/drawing/2014/main" id="{99876ACD-65A7-7EF7-1902-30875F99E3C3}"/>
                </a:ext>
              </a:extLst>
            </p:cNvPr>
            <p:cNvSpPr/>
            <p:nvPr/>
          </p:nvSpPr>
          <p:spPr>
            <a:xfrm>
              <a:off x="783391" y="682750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2" name="Rectangle 2441">
              <a:extLst>
                <a:ext uri="{FF2B5EF4-FFF2-40B4-BE49-F238E27FC236}">
                  <a16:creationId xmlns:a16="http://schemas.microsoft.com/office/drawing/2014/main" id="{16A85734-801A-376C-9ECB-BDFD79C20390}"/>
                </a:ext>
              </a:extLst>
            </p:cNvPr>
            <p:cNvSpPr/>
            <p:nvPr/>
          </p:nvSpPr>
          <p:spPr>
            <a:xfrm>
              <a:off x="783391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3" name="Rectangle 2442">
              <a:extLst>
                <a:ext uri="{FF2B5EF4-FFF2-40B4-BE49-F238E27FC236}">
                  <a16:creationId xmlns:a16="http://schemas.microsoft.com/office/drawing/2014/main" id="{49E58960-F87D-815F-C97B-5E20F8DB2E0F}"/>
                </a:ext>
              </a:extLst>
            </p:cNvPr>
            <p:cNvSpPr/>
            <p:nvPr/>
          </p:nvSpPr>
          <p:spPr>
            <a:xfrm>
              <a:off x="783391" y="699370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4" name="Rectangle 2443">
              <a:extLst>
                <a:ext uri="{FF2B5EF4-FFF2-40B4-BE49-F238E27FC236}">
                  <a16:creationId xmlns:a16="http://schemas.microsoft.com/office/drawing/2014/main" id="{186FB789-C6F0-B4D7-9673-54B670797DB6}"/>
                </a:ext>
              </a:extLst>
            </p:cNvPr>
            <p:cNvSpPr/>
            <p:nvPr/>
          </p:nvSpPr>
          <p:spPr>
            <a:xfrm>
              <a:off x="846002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5" name="Rectangle 2444">
              <a:extLst>
                <a:ext uri="{FF2B5EF4-FFF2-40B4-BE49-F238E27FC236}">
                  <a16:creationId xmlns:a16="http://schemas.microsoft.com/office/drawing/2014/main" id="{7C0C3253-A25E-BFAC-3234-28227F019C42}"/>
                </a:ext>
              </a:extLst>
            </p:cNvPr>
            <p:cNvSpPr/>
            <p:nvPr/>
          </p:nvSpPr>
          <p:spPr>
            <a:xfrm>
              <a:off x="846002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6" name="Rectangle 2445">
              <a:extLst>
                <a:ext uri="{FF2B5EF4-FFF2-40B4-BE49-F238E27FC236}">
                  <a16:creationId xmlns:a16="http://schemas.microsoft.com/office/drawing/2014/main" id="{89187AAA-2A31-8F70-9BB2-57B796B3B940}"/>
                </a:ext>
              </a:extLst>
            </p:cNvPr>
            <p:cNvSpPr/>
            <p:nvPr/>
          </p:nvSpPr>
          <p:spPr>
            <a:xfrm>
              <a:off x="846002" y="1925763"/>
              <a:ext cx="62737" cy="83095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7" name="Rectangle 2446">
              <a:extLst>
                <a:ext uri="{FF2B5EF4-FFF2-40B4-BE49-F238E27FC236}">
                  <a16:creationId xmlns:a16="http://schemas.microsoft.com/office/drawing/2014/main" id="{661585B9-A7F4-EEA7-2F72-876A88EEC1B4}"/>
                </a:ext>
              </a:extLst>
            </p:cNvPr>
            <p:cNvSpPr/>
            <p:nvPr/>
          </p:nvSpPr>
          <p:spPr>
            <a:xfrm>
              <a:off x="846002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8" name="Rectangle 2447">
              <a:extLst>
                <a:ext uri="{FF2B5EF4-FFF2-40B4-BE49-F238E27FC236}">
                  <a16:creationId xmlns:a16="http://schemas.microsoft.com/office/drawing/2014/main" id="{4D1B94C8-913D-3C74-5FF1-9DB8EAF81FDB}"/>
                </a:ext>
              </a:extLst>
            </p:cNvPr>
            <p:cNvSpPr/>
            <p:nvPr/>
          </p:nvSpPr>
          <p:spPr>
            <a:xfrm>
              <a:off x="846002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49" name="Rectangle 2448">
              <a:extLst>
                <a:ext uri="{FF2B5EF4-FFF2-40B4-BE49-F238E27FC236}">
                  <a16:creationId xmlns:a16="http://schemas.microsoft.com/office/drawing/2014/main" id="{BCFADA7F-081D-13C8-550A-40D6B52643B2}"/>
                </a:ext>
              </a:extLst>
            </p:cNvPr>
            <p:cNvSpPr/>
            <p:nvPr/>
          </p:nvSpPr>
          <p:spPr>
            <a:xfrm>
              <a:off x="846002" y="217505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0" name="Rectangle 2449">
              <a:extLst>
                <a:ext uri="{FF2B5EF4-FFF2-40B4-BE49-F238E27FC236}">
                  <a16:creationId xmlns:a16="http://schemas.microsoft.com/office/drawing/2014/main" id="{FC03BA95-0AE3-0514-D320-94C152BBD6DB}"/>
                </a:ext>
              </a:extLst>
            </p:cNvPr>
            <p:cNvSpPr/>
            <p:nvPr/>
          </p:nvSpPr>
          <p:spPr>
            <a:xfrm>
              <a:off x="846002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1" name="Rectangle 2450">
              <a:extLst>
                <a:ext uri="{FF2B5EF4-FFF2-40B4-BE49-F238E27FC236}">
                  <a16:creationId xmlns:a16="http://schemas.microsoft.com/office/drawing/2014/main" id="{B4A88BC8-6E6B-F530-7262-609CE19B88E4}"/>
                </a:ext>
              </a:extLst>
            </p:cNvPr>
            <p:cNvSpPr/>
            <p:nvPr/>
          </p:nvSpPr>
          <p:spPr>
            <a:xfrm>
              <a:off x="846002" y="234124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2" name="Rectangle 2451">
              <a:extLst>
                <a:ext uri="{FF2B5EF4-FFF2-40B4-BE49-F238E27FC236}">
                  <a16:creationId xmlns:a16="http://schemas.microsoft.com/office/drawing/2014/main" id="{5AB39AE9-06DC-898B-7D23-E3FD1EA95B0E}"/>
                </a:ext>
              </a:extLst>
            </p:cNvPr>
            <p:cNvSpPr/>
            <p:nvPr/>
          </p:nvSpPr>
          <p:spPr>
            <a:xfrm>
              <a:off x="846002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3" name="Rectangle 2452">
              <a:extLst>
                <a:ext uri="{FF2B5EF4-FFF2-40B4-BE49-F238E27FC236}">
                  <a16:creationId xmlns:a16="http://schemas.microsoft.com/office/drawing/2014/main" id="{E7ECCB39-DDC7-5A90-A1BF-7695067BAF99}"/>
                </a:ext>
              </a:extLst>
            </p:cNvPr>
            <p:cNvSpPr/>
            <p:nvPr/>
          </p:nvSpPr>
          <p:spPr>
            <a:xfrm>
              <a:off x="846002" y="25072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4" name="Rectangle 2453">
              <a:extLst>
                <a:ext uri="{FF2B5EF4-FFF2-40B4-BE49-F238E27FC236}">
                  <a16:creationId xmlns:a16="http://schemas.microsoft.com/office/drawing/2014/main" id="{DE0A8833-AF43-D1EA-4B4E-7519872C982E}"/>
                </a:ext>
              </a:extLst>
            </p:cNvPr>
            <p:cNvSpPr/>
            <p:nvPr/>
          </p:nvSpPr>
          <p:spPr>
            <a:xfrm>
              <a:off x="846002" y="259029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5" name="Rectangle 2454">
              <a:extLst>
                <a:ext uri="{FF2B5EF4-FFF2-40B4-BE49-F238E27FC236}">
                  <a16:creationId xmlns:a16="http://schemas.microsoft.com/office/drawing/2014/main" id="{7AC3084F-C772-03EC-E808-90357A553156}"/>
                </a:ext>
              </a:extLst>
            </p:cNvPr>
            <p:cNvSpPr/>
            <p:nvPr/>
          </p:nvSpPr>
          <p:spPr>
            <a:xfrm>
              <a:off x="846002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6" name="Rectangle 2455">
              <a:extLst>
                <a:ext uri="{FF2B5EF4-FFF2-40B4-BE49-F238E27FC236}">
                  <a16:creationId xmlns:a16="http://schemas.microsoft.com/office/drawing/2014/main" id="{3E51FD2D-AE9B-BBD2-BF29-652D721B63B2}"/>
                </a:ext>
              </a:extLst>
            </p:cNvPr>
            <p:cNvSpPr/>
            <p:nvPr/>
          </p:nvSpPr>
          <p:spPr>
            <a:xfrm>
              <a:off x="846002" y="27564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7" name="Rectangle 2456">
              <a:extLst>
                <a:ext uri="{FF2B5EF4-FFF2-40B4-BE49-F238E27FC236}">
                  <a16:creationId xmlns:a16="http://schemas.microsoft.com/office/drawing/2014/main" id="{0A834951-BDD2-A163-9091-A24F58BA5C06}"/>
                </a:ext>
              </a:extLst>
            </p:cNvPr>
            <p:cNvSpPr/>
            <p:nvPr/>
          </p:nvSpPr>
          <p:spPr>
            <a:xfrm>
              <a:off x="846002" y="283958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8" name="Rectangle 2457">
              <a:extLst>
                <a:ext uri="{FF2B5EF4-FFF2-40B4-BE49-F238E27FC236}">
                  <a16:creationId xmlns:a16="http://schemas.microsoft.com/office/drawing/2014/main" id="{6E04B597-C815-4727-1E79-D1688633F85A}"/>
                </a:ext>
              </a:extLst>
            </p:cNvPr>
            <p:cNvSpPr/>
            <p:nvPr/>
          </p:nvSpPr>
          <p:spPr>
            <a:xfrm>
              <a:off x="846002" y="292268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59" name="Rectangle 2458">
              <a:extLst>
                <a:ext uri="{FF2B5EF4-FFF2-40B4-BE49-F238E27FC236}">
                  <a16:creationId xmlns:a16="http://schemas.microsoft.com/office/drawing/2014/main" id="{580C3622-5635-5114-871B-5CDD0E581F44}"/>
                </a:ext>
              </a:extLst>
            </p:cNvPr>
            <p:cNvSpPr/>
            <p:nvPr/>
          </p:nvSpPr>
          <p:spPr>
            <a:xfrm>
              <a:off x="846002" y="30057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0" name="Rectangle 2459">
              <a:extLst>
                <a:ext uri="{FF2B5EF4-FFF2-40B4-BE49-F238E27FC236}">
                  <a16:creationId xmlns:a16="http://schemas.microsoft.com/office/drawing/2014/main" id="{2362C7BB-3D67-8466-BF48-E5EC9834FF1A}"/>
                </a:ext>
              </a:extLst>
            </p:cNvPr>
            <p:cNvSpPr/>
            <p:nvPr/>
          </p:nvSpPr>
          <p:spPr>
            <a:xfrm>
              <a:off x="846002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1" name="Rectangle 2460">
              <a:extLst>
                <a:ext uri="{FF2B5EF4-FFF2-40B4-BE49-F238E27FC236}">
                  <a16:creationId xmlns:a16="http://schemas.microsoft.com/office/drawing/2014/main" id="{4909D171-5E77-686C-74D5-A95AD460E40E}"/>
                </a:ext>
              </a:extLst>
            </p:cNvPr>
            <p:cNvSpPr/>
            <p:nvPr/>
          </p:nvSpPr>
          <p:spPr>
            <a:xfrm>
              <a:off x="846002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2" name="Rectangle 2461">
              <a:extLst>
                <a:ext uri="{FF2B5EF4-FFF2-40B4-BE49-F238E27FC236}">
                  <a16:creationId xmlns:a16="http://schemas.microsoft.com/office/drawing/2014/main" id="{C2538574-DBFF-D402-32D4-8ED84B7D0D9B}"/>
                </a:ext>
              </a:extLst>
            </p:cNvPr>
            <p:cNvSpPr/>
            <p:nvPr/>
          </p:nvSpPr>
          <p:spPr>
            <a:xfrm>
              <a:off x="846002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3" name="Rectangle 2462">
              <a:extLst>
                <a:ext uri="{FF2B5EF4-FFF2-40B4-BE49-F238E27FC236}">
                  <a16:creationId xmlns:a16="http://schemas.microsoft.com/office/drawing/2014/main" id="{8CC402FC-59BD-DBBA-9E22-846F950D096F}"/>
                </a:ext>
              </a:extLst>
            </p:cNvPr>
            <p:cNvSpPr/>
            <p:nvPr/>
          </p:nvSpPr>
          <p:spPr>
            <a:xfrm>
              <a:off x="846002" y="333816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4" name="Rectangle 2463">
              <a:extLst>
                <a:ext uri="{FF2B5EF4-FFF2-40B4-BE49-F238E27FC236}">
                  <a16:creationId xmlns:a16="http://schemas.microsoft.com/office/drawing/2014/main" id="{BBF4F4FA-C4CD-690C-100B-43A412F3650F}"/>
                </a:ext>
              </a:extLst>
            </p:cNvPr>
            <p:cNvSpPr/>
            <p:nvPr/>
          </p:nvSpPr>
          <p:spPr>
            <a:xfrm>
              <a:off x="846002" y="3421262"/>
              <a:ext cx="62737" cy="8309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5" name="Rectangle 2464">
              <a:extLst>
                <a:ext uri="{FF2B5EF4-FFF2-40B4-BE49-F238E27FC236}">
                  <a16:creationId xmlns:a16="http://schemas.microsoft.com/office/drawing/2014/main" id="{9AC62653-BE9D-8D28-5425-D8394D53DF2A}"/>
                </a:ext>
              </a:extLst>
            </p:cNvPr>
            <p:cNvSpPr/>
            <p:nvPr/>
          </p:nvSpPr>
          <p:spPr>
            <a:xfrm>
              <a:off x="846002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6" name="Rectangle 2465">
              <a:extLst>
                <a:ext uri="{FF2B5EF4-FFF2-40B4-BE49-F238E27FC236}">
                  <a16:creationId xmlns:a16="http://schemas.microsoft.com/office/drawing/2014/main" id="{8902A733-CEEC-F723-BEE0-FA2C9E7A2095}"/>
                </a:ext>
              </a:extLst>
            </p:cNvPr>
            <p:cNvSpPr/>
            <p:nvPr/>
          </p:nvSpPr>
          <p:spPr>
            <a:xfrm>
              <a:off x="846002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7" name="Rectangle 2466">
              <a:extLst>
                <a:ext uri="{FF2B5EF4-FFF2-40B4-BE49-F238E27FC236}">
                  <a16:creationId xmlns:a16="http://schemas.microsoft.com/office/drawing/2014/main" id="{59D60E08-32FE-B51F-1591-C45F59AFE540}"/>
                </a:ext>
              </a:extLst>
            </p:cNvPr>
            <p:cNvSpPr/>
            <p:nvPr/>
          </p:nvSpPr>
          <p:spPr>
            <a:xfrm>
              <a:off x="846002" y="367031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8" name="Rectangle 2467">
              <a:extLst>
                <a:ext uri="{FF2B5EF4-FFF2-40B4-BE49-F238E27FC236}">
                  <a16:creationId xmlns:a16="http://schemas.microsoft.com/office/drawing/2014/main" id="{64FB3021-428E-238E-0485-69200BD36DFB}"/>
                </a:ext>
              </a:extLst>
            </p:cNvPr>
            <p:cNvSpPr/>
            <p:nvPr/>
          </p:nvSpPr>
          <p:spPr>
            <a:xfrm>
              <a:off x="846002" y="3753412"/>
              <a:ext cx="62737" cy="83096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69" name="Rectangle 2468">
              <a:extLst>
                <a:ext uri="{FF2B5EF4-FFF2-40B4-BE49-F238E27FC236}">
                  <a16:creationId xmlns:a16="http://schemas.microsoft.com/office/drawing/2014/main" id="{5764ADDC-C8E0-C11F-3385-F970589EA7FB}"/>
                </a:ext>
              </a:extLst>
            </p:cNvPr>
            <p:cNvSpPr/>
            <p:nvPr/>
          </p:nvSpPr>
          <p:spPr>
            <a:xfrm>
              <a:off x="846002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0" name="Rectangle 2469">
              <a:extLst>
                <a:ext uri="{FF2B5EF4-FFF2-40B4-BE49-F238E27FC236}">
                  <a16:creationId xmlns:a16="http://schemas.microsoft.com/office/drawing/2014/main" id="{4FE22620-DC20-A934-6DEB-831514F31AD7}"/>
                </a:ext>
              </a:extLst>
            </p:cNvPr>
            <p:cNvSpPr/>
            <p:nvPr/>
          </p:nvSpPr>
          <p:spPr>
            <a:xfrm>
              <a:off x="846002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1" name="Rectangle 2470">
              <a:extLst>
                <a:ext uri="{FF2B5EF4-FFF2-40B4-BE49-F238E27FC236}">
                  <a16:creationId xmlns:a16="http://schemas.microsoft.com/office/drawing/2014/main" id="{FD67DDB3-CFBE-3A84-E889-7CC366671746}"/>
                </a:ext>
              </a:extLst>
            </p:cNvPr>
            <p:cNvSpPr/>
            <p:nvPr/>
          </p:nvSpPr>
          <p:spPr>
            <a:xfrm>
              <a:off x="846002" y="40027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2" name="Rectangle 2471">
              <a:extLst>
                <a:ext uri="{FF2B5EF4-FFF2-40B4-BE49-F238E27FC236}">
                  <a16:creationId xmlns:a16="http://schemas.microsoft.com/office/drawing/2014/main" id="{5677D941-634B-CA40-B270-6BD95B68C875}"/>
                </a:ext>
              </a:extLst>
            </p:cNvPr>
            <p:cNvSpPr/>
            <p:nvPr/>
          </p:nvSpPr>
          <p:spPr>
            <a:xfrm>
              <a:off x="846002" y="4085798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3" name="Rectangle 2472">
              <a:extLst>
                <a:ext uri="{FF2B5EF4-FFF2-40B4-BE49-F238E27FC236}">
                  <a16:creationId xmlns:a16="http://schemas.microsoft.com/office/drawing/2014/main" id="{68035EFB-AD1D-A831-05C7-5EB13D3DFCD2}"/>
                </a:ext>
              </a:extLst>
            </p:cNvPr>
            <p:cNvSpPr/>
            <p:nvPr/>
          </p:nvSpPr>
          <p:spPr>
            <a:xfrm>
              <a:off x="846002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4" name="Rectangle 2473">
              <a:extLst>
                <a:ext uri="{FF2B5EF4-FFF2-40B4-BE49-F238E27FC236}">
                  <a16:creationId xmlns:a16="http://schemas.microsoft.com/office/drawing/2014/main" id="{37AE37F9-1EC0-4BC8-317E-9501C367E9A9}"/>
                </a:ext>
              </a:extLst>
            </p:cNvPr>
            <p:cNvSpPr/>
            <p:nvPr/>
          </p:nvSpPr>
          <p:spPr>
            <a:xfrm>
              <a:off x="846002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5" name="Rectangle 2474">
              <a:extLst>
                <a:ext uri="{FF2B5EF4-FFF2-40B4-BE49-F238E27FC236}">
                  <a16:creationId xmlns:a16="http://schemas.microsoft.com/office/drawing/2014/main" id="{F4A810E1-CB6E-05FE-5196-EACCE47DB022}"/>
                </a:ext>
              </a:extLst>
            </p:cNvPr>
            <p:cNvSpPr/>
            <p:nvPr/>
          </p:nvSpPr>
          <p:spPr>
            <a:xfrm>
              <a:off x="846002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6" name="Rectangle 2475">
              <a:extLst>
                <a:ext uri="{FF2B5EF4-FFF2-40B4-BE49-F238E27FC236}">
                  <a16:creationId xmlns:a16="http://schemas.microsoft.com/office/drawing/2014/main" id="{D9EA8E67-79FF-CC17-4859-BA118AECF380}"/>
                </a:ext>
              </a:extLst>
            </p:cNvPr>
            <p:cNvSpPr/>
            <p:nvPr/>
          </p:nvSpPr>
          <p:spPr>
            <a:xfrm>
              <a:off x="846002" y="441818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7" name="Rectangle 2476">
              <a:extLst>
                <a:ext uri="{FF2B5EF4-FFF2-40B4-BE49-F238E27FC236}">
                  <a16:creationId xmlns:a16="http://schemas.microsoft.com/office/drawing/2014/main" id="{E043C51A-7CC9-EB1B-0F45-2A5BA9895569}"/>
                </a:ext>
              </a:extLst>
            </p:cNvPr>
            <p:cNvSpPr/>
            <p:nvPr/>
          </p:nvSpPr>
          <p:spPr>
            <a:xfrm>
              <a:off x="846002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8" name="Rectangle 2477">
              <a:extLst>
                <a:ext uri="{FF2B5EF4-FFF2-40B4-BE49-F238E27FC236}">
                  <a16:creationId xmlns:a16="http://schemas.microsoft.com/office/drawing/2014/main" id="{62EF7ED7-5D37-B253-2D15-6A81474CDAE5}"/>
                </a:ext>
              </a:extLst>
            </p:cNvPr>
            <p:cNvSpPr/>
            <p:nvPr/>
          </p:nvSpPr>
          <p:spPr>
            <a:xfrm>
              <a:off x="846002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79" name="Rectangle 2478">
              <a:extLst>
                <a:ext uri="{FF2B5EF4-FFF2-40B4-BE49-F238E27FC236}">
                  <a16:creationId xmlns:a16="http://schemas.microsoft.com/office/drawing/2014/main" id="{5D6069E4-9D79-D7F8-7F84-1190985741B7}"/>
                </a:ext>
              </a:extLst>
            </p:cNvPr>
            <p:cNvSpPr/>
            <p:nvPr/>
          </p:nvSpPr>
          <p:spPr>
            <a:xfrm>
              <a:off x="846002" y="46674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0" name="Rectangle 2479">
              <a:extLst>
                <a:ext uri="{FF2B5EF4-FFF2-40B4-BE49-F238E27FC236}">
                  <a16:creationId xmlns:a16="http://schemas.microsoft.com/office/drawing/2014/main" id="{A19FDB3C-4CAA-28F4-96DC-F4A4A53EF539}"/>
                </a:ext>
              </a:extLst>
            </p:cNvPr>
            <p:cNvSpPr/>
            <p:nvPr/>
          </p:nvSpPr>
          <p:spPr>
            <a:xfrm>
              <a:off x="846002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1" name="Rectangle 2480">
              <a:extLst>
                <a:ext uri="{FF2B5EF4-FFF2-40B4-BE49-F238E27FC236}">
                  <a16:creationId xmlns:a16="http://schemas.microsoft.com/office/drawing/2014/main" id="{AC45D8C1-84E5-F5F5-6EE5-C8EB2A2324B4}"/>
                </a:ext>
              </a:extLst>
            </p:cNvPr>
            <p:cNvSpPr/>
            <p:nvPr/>
          </p:nvSpPr>
          <p:spPr>
            <a:xfrm>
              <a:off x="846002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2" name="Rectangle 2481">
              <a:extLst>
                <a:ext uri="{FF2B5EF4-FFF2-40B4-BE49-F238E27FC236}">
                  <a16:creationId xmlns:a16="http://schemas.microsoft.com/office/drawing/2014/main" id="{5D351686-DBEC-9653-75A1-0E21CAF05C1D}"/>
                </a:ext>
              </a:extLst>
            </p:cNvPr>
            <p:cNvSpPr/>
            <p:nvPr/>
          </p:nvSpPr>
          <p:spPr>
            <a:xfrm>
              <a:off x="846002" y="49165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3" name="Rectangle 2482">
              <a:extLst>
                <a:ext uri="{FF2B5EF4-FFF2-40B4-BE49-F238E27FC236}">
                  <a16:creationId xmlns:a16="http://schemas.microsoft.com/office/drawing/2014/main" id="{8687F0DE-17E2-5466-8B6A-EB8F533E70A2}"/>
                </a:ext>
              </a:extLst>
            </p:cNvPr>
            <p:cNvSpPr/>
            <p:nvPr/>
          </p:nvSpPr>
          <p:spPr>
            <a:xfrm>
              <a:off x="846002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4" name="Rectangle 2483">
              <a:extLst>
                <a:ext uri="{FF2B5EF4-FFF2-40B4-BE49-F238E27FC236}">
                  <a16:creationId xmlns:a16="http://schemas.microsoft.com/office/drawing/2014/main" id="{F81883BE-35CC-EBEA-944B-799C8D29C2D7}"/>
                </a:ext>
              </a:extLst>
            </p:cNvPr>
            <p:cNvSpPr/>
            <p:nvPr/>
          </p:nvSpPr>
          <p:spPr>
            <a:xfrm>
              <a:off x="846002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5" name="Rectangle 2484">
              <a:extLst>
                <a:ext uri="{FF2B5EF4-FFF2-40B4-BE49-F238E27FC236}">
                  <a16:creationId xmlns:a16="http://schemas.microsoft.com/office/drawing/2014/main" id="{3C485E1C-40A6-DEBC-AAB0-CDF095B42394}"/>
                </a:ext>
              </a:extLst>
            </p:cNvPr>
            <p:cNvSpPr/>
            <p:nvPr/>
          </p:nvSpPr>
          <p:spPr>
            <a:xfrm>
              <a:off x="846002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6" name="Rectangle 2485">
              <a:extLst>
                <a:ext uri="{FF2B5EF4-FFF2-40B4-BE49-F238E27FC236}">
                  <a16:creationId xmlns:a16="http://schemas.microsoft.com/office/drawing/2014/main" id="{B40BBEDC-4BFB-C64D-7C33-D6616F117C8F}"/>
                </a:ext>
              </a:extLst>
            </p:cNvPr>
            <p:cNvSpPr/>
            <p:nvPr/>
          </p:nvSpPr>
          <p:spPr>
            <a:xfrm>
              <a:off x="846002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7" name="Rectangle 2486">
              <a:extLst>
                <a:ext uri="{FF2B5EF4-FFF2-40B4-BE49-F238E27FC236}">
                  <a16:creationId xmlns:a16="http://schemas.microsoft.com/office/drawing/2014/main" id="{4D22D639-8C12-2DC4-A5C5-75AB1CCD48A4}"/>
                </a:ext>
              </a:extLst>
            </p:cNvPr>
            <p:cNvSpPr/>
            <p:nvPr/>
          </p:nvSpPr>
          <p:spPr>
            <a:xfrm>
              <a:off x="846002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8" name="Rectangle 2487">
              <a:extLst>
                <a:ext uri="{FF2B5EF4-FFF2-40B4-BE49-F238E27FC236}">
                  <a16:creationId xmlns:a16="http://schemas.microsoft.com/office/drawing/2014/main" id="{0AF50964-5AF2-1F26-7CEC-21B1696440C5}"/>
                </a:ext>
              </a:extLst>
            </p:cNvPr>
            <p:cNvSpPr/>
            <p:nvPr/>
          </p:nvSpPr>
          <p:spPr>
            <a:xfrm>
              <a:off x="846002" y="54151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89" name="Rectangle 2488">
              <a:extLst>
                <a:ext uri="{FF2B5EF4-FFF2-40B4-BE49-F238E27FC236}">
                  <a16:creationId xmlns:a16="http://schemas.microsoft.com/office/drawing/2014/main" id="{D9BB1285-2E94-B355-6F51-C6E3D97DEEA2}"/>
                </a:ext>
              </a:extLst>
            </p:cNvPr>
            <p:cNvSpPr/>
            <p:nvPr/>
          </p:nvSpPr>
          <p:spPr>
            <a:xfrm>
              <a:off x="846002" y="549820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0" name="Rectangle 2489">
              <a:extLst>
                <a:ext uri="{FF2B5EF4-FFF2-40B4-BE49-F238E27FC236}">
                  <a16:creationId xmlns:a16="http://schemas.microsoft.com/office/drawing/2014/main" id="{454D2BD4-F351-409D-BE63-9991029FBF1E}"/>
                </a:ext>
              </a:extLst>
            </p:cNvPr>
            <p:cNvSpPr/>
            <p:nvPr/>
          </p:nvSpPr>
          <p:spPr>
            <a:xfrm>
              <a:off x="846002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1" name="Rectangle 2490">
              <a:extLst>
                <a:ext uri="{FF2B5EF4-FFF2-40B4-BE49-F238E27FC236}">
                  <a16:creationId xmlns:a16="http://schemas.microsoft.com/office/drawing/2014/main" id="{B17503B6-DBC0-5C69-B068-ACF373BEA60C}"/>
                </a:ext>
              </a:extLst>
            </p:cNvPr>
            <p:cNvSpPr/>
            <p:nvPr/>
          </p:nvSpPr>
          <p:spPr>
            <a:xfrm>
              <a:off x="846002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2" name="Rectangle 2491">
              <a:extLst>
                <a:ext uri="{FF2B5EF4-FFF2-40B4-BE49-F238E27FC236}">
                  <a16:creationId xmlns:a16="http://schemas.microsoft.com/office/drawing/2014/main" id="{BD0068F4-9E8C-A5B6-E828-6F8F7E73339B}"/>
                </a:ext>
              </a:extLst>
            </p:cNvPr>
            <p:cNvSpPr/>
            <p:nvPr/>
          </p:nvSpPr>
          <p:spPr>
            <a:xfrm>
              <a:off x="846002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3" name="Rectangle 2492">
              <a:extLst>
                <a:ext uri="{FF2B5EF4-FFF2-40B4-BE49-F238E27FC236}">
                  <a16:creationId xmlns:a16="http://schemas.microsoft.com/office/drawing/2014/main" id="{49B95247-3124-6D17-3EDA-9F5C70712AB3}"/>
                </a:ext>
              </a:extLst>
            </p:cNvPr>
            <p:cNvSpPr/>
            <p:nvPr/>
          </p:nvSpPr>
          <p:spPr>
            <a:xfrm>
              <a:off x="846002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4" name="Rectangle 2493">
              <a:extLst>
                <a:ext uri="{FF2B5EF4-FFF2-40B4-BE49-F238E27FC236}">
                  <a16:creationId xmlns:a16="http://schemas.microsoft.com/office/drawing/2014/main" id="{750F3C37-2E61-65BB-8E01-5D36E3A12003}"/>
                </a:ext>
              </a:extLst>
            </p:cNvPr>
            <p:cNvSpPr/>
            <p:nvPr/>
          </p:nvSpPr>
          <p:spPr>
            <a:xfrm>
              <a:off x="846002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5" name="Rectangle 2494">
              <a:extLst>
                <a:ext uri="{FF2B5EF4-FFF2-40B4-BE49-F238E27FC236}">
                  <a16:creationId xmlns:a16="http://schemas.microsoft.com/office/drawing/2014/main" id="{CB83B2B6-91C5-0FBD-9C8F-FDE53F64EDBF}"/>
                </a:ext>
              </a:extLst>
            </p:cNvPr>
            <p:cNvSpPr/>
            <p:nvPr/>
          </p:nvSpPr>
          <p:spPr>
            <a:xfrm>
              <a:off x="846002" y="5996544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6" name="Rectangle 2495">
              <a:extLst>
                <a:ext uri="{FF2B5EF4-FFF2-40B4-BE49-F238E27FC236}">
                  <a16:creationId xmlns:a16="http://schemas.microsoft.com/office/drawing/2014/main" id="{470116B8-CE52-8681-4AA8-A460D937E209}"/>
                </a:ext>
              </a:extLst>
            </p:cNvPr>
            <p:cNvSpPr/>
            <p:nvPr/>
          </p:nvSpPr>
          <p:spPr>
            <a:xfrm>
              <a:off x="846002" y="607964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7" name="Rectangle 2496">
              <a:extLst>
                <a:ext uri="{FF2B5EF4-FFF2-40B4-BE49-F238E27FC236}">
                  <a16:creationId xmlns:a16="http://schemas.microsoft.com/office/drawing/2014/main" id="{0C8ABA86-EE8C-555A-2982-1014A5ACEB13}"/>
                </a:ext>
              </a:extLst>
            </p:cNvPr>
            <p:cNvSpPr/>
            <p:nvPr/>
          </p:nvSpPr>
          <p:spPr>
            <a:xfrm>
              <a:off x="846002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8" name="Rectangle 2497">
              <a:extLst>
                <a:ext uri="{FF2B5EF4-FFF2-40B4-BE49-F238E27FC236}">
                  <a16:creationId xmlns:a16="http://schemas.microsoft.com/office/drawing/2014/main" id="{F15FA4EF-7F05-0175-95E4-1D55389C5BD8}"/>
                </a:ext>
              </a:extLst>
            </p:cNvPr>
            <p:cNvSpPr/>
            <p:nvPr/>
          </p:nvSpPr>
          <p:spPr>
            <a:xfrm>
              <a:off x="846002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499" name="Rectangle 2498">
              <a:extLst>
                <a:ext uri="{FF2B5EF4-FFF2-40B4-BE49-F238E27FC236}">
                  <a16:creationId xmlns:a16="http://schemas.microsoft.com/office/drawing/2014/main" id="{4372BE4C-4D3E-11AA-AF91-DE1946CA6962}"/>
                </a:ext>
              </a:extLst>
            </p:cNvPr>
            <p:cNvSpPr/>
            <p:nvPr/>
          </p:nvSpPr>
          <p:spPr>
            <a:xfrm>
              <a:off x="846002" y="632892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0" name="Rectangle 2499">
              <a:extLst>
                <a:ext uri="{FF2B5EF4-FFF2-40B4-BE49-F238E27FC236}">
                  <a16:creationId xmlns:a16="http://schemas.microsoft.com/office/drawing/2014/main" id="{B7BAFDF2-F88E-D68B-8643-A46D78F9CA91}"/>
                </a:ext>
              </a:extLst>
            </p:cNvPr>
            <p:cNvSpPr/>
            <p:nvPr/>
          </p:nvSpPr>
          <p:spPr>
            <a:xfrm>
              <a:off x="846002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1" name="Rectangle 2500">
              <a:extLst>
                <a:ext uri="{FF2B5EF4-FFF2-40B4-BE49-F238E27FC236}">
                  <a16:creationId xmlns:a16="http://schemas.microsoft.com/office/drawing/2014/main" id="{722C0A05-8BB3-B394-B1EC-54C2D77C9675}"/>
                </a:ext>
              </a:extLst>
            </p:cNvPr>
            <p:cNvSpPr/>
            <p:nvPr/>
          </p:nvSpPr>
          <p:spPr>
            <a:xfrm>
              <a:off x="846002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2" name="Rectangle 2501">
              <a:extLst>
                <a:ext uri="{FF2B5EF4-FFF2-40B4-BE49-F238E27FC236}">
                  <a16:creationId xmlns:a16="http://schemas.microsoft.com/office/drawing/2014/main" id="{0700D91B-632C-5B01-EC73-E8E2CC5542DF}"/>
                </a:ext>
              </a:extLst>
            </p:cNvPr>
            <p:cNvSpPr/>
            <p:nvPr/>
          </p:nvSpPr>
          <p:spPr>
            <a:xfrm>
              <a:off x="846002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3" name="Rectangle 2502">
              <a:extLst>
                <a:ext uri="{FF2B5EF4-FFF2-40B4-BE49-F238E27FC236}">
                  <a16:creationId xmlns:a16="http://schemas.microsoft.com/office/drawing/2014/main" id="{87EA197C-5263-DC80-B4DD-9624D825D22F}"/>
                </a:ext>
              </a:extLst>
            </p:cNvPr>
            <p:cNvSpPr/>
            <p:nvPr/>
          </p:nvSpPr>
          <p:spPr>
            <a:xfrm>
              <a:off x="846002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4" name="Rectangle 2503">
              <a:extLst>
                <a:ext uri="{FF2B5EF4-FFF2-40B4-BE49-F238E27FC236}">
                  <a16:creationId xmlns:a16="http://schemas.microsoft.com/office/drawing/2014/main" id="{136122A0-CFD2-9195-2721-8427933F031B}"/>
                </a:ext>
              </a:extLst>
            </p:cNvPr>
            <p:cNvSpPr/>
            <p:nvPr/>
          </p:nvSpPr>
          <p:spPr>
            <a:xfrm>
              <a:off x="846002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5" name="Rectangle 2504">
              <a:extLst>
                <a:ext uri="{FF2B5EF4-FFF2-40B4-BE49-F238E27FC236}">
                  <a16:creationId xmlns:a16="http://schemas.microsoft.com/office/drawing/2014/main" id="{2D85F1CB-C5F7-B558-0770-E40946F1FE32}"/>
                </a:ext>
              </a:extLst>
            </p:cNvPr>
            <p:cNvSpPr/>
            <p:nvPr/>
          </p:nvSpPr>
          <p:spPr>
            <a:xfrm>
              <a:off x="846002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6" name="Rectangle 2505">
              <a:extLst>
                <a:ext uri="{FF2B5EF4-FFF2-40B4-BE49-F238E27FC236}">
                  <a16:creationId xmlns:a16="http://schemas.microsoft.com/office/drawing/2014/main" id="{6FCB0EB1-7E50-FD92-EBB5-70974C323CA0}"/>
                </a:ext>
              </a:extLst>
            </p:cNvPr>
            <p:cNvSpPr/>
            <p:nvPr/>
          </p:nvSpPr>
          <p:spPr>
            <a:xfrm>
              <a:off x="846002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7" name="Rectangle 2506">
              <a:extLst>
                <a:ext uri="{FF2B5EF4-FFF2-40B4-BE49-F238E27FC236}">
                  <a16:creationId xmlns:a16="http://schemas.microsoft.com/office/drawing/2014/main" id="{18B95C60-2114-3CE3-2805-546DE37F06E3}"/>
                </a:ext>
              </a:extLst>
            </p:cNvPr>
            <p:cNvSpPr/>
            <p:nvPr/>
          </p:nvSpPr>
          <p:spPr>
            <a:xfrm>
              <a:off x="846002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8" name="Rectangle 2507">
              <a:extLst>
                <a:ext uri="{FF2B5EF4-FFF2-40B4-BE49-F238E27FC236}">
                  <a16:creationId xmlns:a16="http://schemas.microsoft.com/office/drawing/2014/main" id="{93062FA4-AF5E-D266-04C1-01766C63F5B7}"/>
                </a:ext>
              </a:extLst>
            </p:cNvPr>
            <p:cNvSpPr/>
            <p:nvPr/>
          </p:nvSpPr>
          <p:spPr>
            <a:xfrm>
              <a:off x="908740" y="1759570"/>
              <a:ext cx="62737" cy="83095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09" name="Rectangle 2508">
              <a:extLst>
                <a:ext uri="{FF2B5EF4-FFF2-40B4-BE49-F238E27FC236}">
                  <a16:creationId xmlns:a16="http://schemas.microsoft.com/office/drawing/2014/main" id="{69E65C56-05C3-19E2-AE81-D1CE628D527E}"/>
                </a:ext>
              </a:extLst>
            </p:cNvPr>
            <p:cNvSpPr/>
            <p:nvPr/>
          </p:nvSpPr>
          <p:spPr>
            <a:xfrm>
              <a:off x="908740" y="1842667"/>
              <a:ext cx="62737" cy="83095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0" name="Rectangle 2509">
              <a:extLst>
                <a:ext uri="{FF2B5EF4-FFF2-40B4-BE49-F238E27FC236}">
                  <a16:creationId xmlns:a16="http://schemas.microsoft.com/office/drawing/2014/main" id="{4EBFB1E4-0954-0C40-F1E5-60F26DCF4F45}"/>
                </a:ext>
              </a:extLst>
            </p:cNvPr>
            <p:cNvSpPr/>
            <p:nvPr/>
          </p:nvSpPr>
          <p:spPr>
            <a:xfrm>
              <a:off x="908740" y="1925763"/>
              <a:ext cx="62737" cy="83095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1" name="Rectangle 2510">
              <a:extLst>
                <a:ext uri="{FF2B5EF4-FFF2-40B4-BE49-F238E27FC236}">
                  <a16:creationId xmlns:a16="http://schemas.microsoft.com/office/drawing/2014/main" id="{5E20A0CC-57E9-4BC1-FF16-DF6D903D5E92}"/>
                </a:ext>
              </a:extLst>
            </p:cNvPr>
            <p:cNvSpPr/>
            <p:nvPr/>
          </p:nvSpPr>
          <p:spPr>
            <a:xfrm>
              <a:off x="908740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2" name="Rectangle 2511">
              <a:extLst>
                <a:ext uri="{FF2B5EF4-FFF2-40B4-BE49-F238E27FC236}">
                  <a16:creationId xmlns:a16="http://schemas.microsoft.com/office/drawing/2014/main" id="{3DE47718-582E-1991-5DE8-3FEC3CABB370}"/>
                </a:ext>
              </a:extLst>
            </p:cNvPr>
            <p:cNvSpPr/>
            <p:nvPr/>
          </p:nvSpPr>
          <p:spPr>
            <a:xfrm>
              <a:off x="908740" y="209195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3" name="Rectangle 2512">
              <a:extLst>
                <a:ext uri="{FF2B5EF4-FFF2-40B4-BE49-F238E27FC236}">
                  <a16:creationId xmlns:a16="http://schemas.microsoft.com/office/drawing/2014/main" id="{4AF5CDCD-51FB-A61A-5CCB-2AC727A20AA3}"/>
                </a:ext>
              </a:extLst>
            </p:cNvPr>
            <p:cNvSpPr/>
            <p:nvPr/>
          </p:nvSpPr>
          <p:spPr>
            <a:xfrm>
              <a:off x="908740" y="2175052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4" name="Rectangle 2513">
              <a:extLst>
                <a:ext uri="{FF2B5EF4-FFF2-40B4-BE49-F238E27FC236}">
                  <a16:creationId xmlns:a16="http://schemas.microsoft.com/office/drawing/2014/main" id="{075AD74C-A138-7CD4-1059-039F21C71C79}"/>
                </a:ext>
              </a:extLst>
            </p:cNvPr>
            <p:cNvSpPr/>
            <p:nvPr/>
          </p:nvSpPr>
          <p:spPr>
            <a:xfrm>
              <a:off x="908740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5" name="Rectangle 2514">
              <a:extLst>
                <a:ext uri="{FF2B5EF4-FFF2-40B4-BE49-F238E27FC236}">
                  <a16:creationId xmlns:a16="http://schemas.microsoft.com/office/drawing/2014/main" id="{4F0324DB-E905-3133-4829-840B0FFAE4AC}"/>
                </a:ext>
              </a:extLst>
            </p:cNvPr>
            <p:cNvSpPr/>
            <p:nvPr/>
          </p:nvSpPr>
          <p:spPr>
            <a:xfrm>
              <a:off x="908740" y="234124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6" name="Rectangle 2515">
              <a:extLst>
                <a:ext uri="{FF2B5EF4-FFF2-40B4-BE49-F238E27FC236}">
                  <a16:creationId xmlns:a16="http://schemas.microsoft.com/office/drawing/2014/main" id="{7806C203-1CC9-39C8-4DE2-3BE0E57852D0}"/>
                </a:ext>
              </a:extLst>
            </p:cNvPr>
            <p:cNvSpPr/>
            <p:nvPr/>
          </p:nvSpPr>
          <p:spPr>
            <a:xfrm>
              <a:off x="908740" y="242410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7" name="Rectangle 2516">
              <a:extLst>
                <a:ext uri="{FF2B5EF4-FFF2-40B4-BE49-F238E27FC236}">
                  <a16:creationId xmlns:a16="http://schemas.microsoft.com/office/drawing/2014/main" id="{B48CDE51-9D25-9CEC-BD8A-F9301ED722D0}"/>
                </a:ext>
              </a:extLst>
            </p:cNvPr>
            <p:cNvSpPr/>
            <p:nvPr/>
          </p:nvSpPr>
          <p:spPr>
            <a:xfrm>
              <a:off x="908740" y="250720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8" name="Rectangle 2517">
              <a:extLst>
                <a:ext uri="{FF2B5EF4-FFF2-40B4-BE49-F238E27FC236}">
                  <a16:creationId xmlns:a16="http://schemas.microsoft.com/office/drawing/2014/main" id="{097E8E22-DC64-87C6-7507-CA4E86CC5119}"/>
                </a:ext>
              </a:extLst>
            </p:cNvPr>
            <p:cNvSpPr/>
            <p:nvPr/>
          </p:nvSpPr>
          <p:spPr>
            <a:xfrm>
              <a:off x="908740" y="259029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19" name="Rectangle 2518">
              <a:extLst>
                <a:ext uri="{FF2B5EF4-FFF2-40B4-BE49-F238E27FC236}">
                  <a16:creationId xmlns:a16="http://schemas.microsoft.com/office/drawing/2014/main" id="{461238E9-888A-E987-72B9-172F0788A7DB}"/>
                </a:ext>
              </a:extLst>
            </p:cNvPr>
            <p:cNvSpPr/>
            <p:nvPr/>
          </p:nvSpPr>
          <p:spPr>
            <a:xfrm>
              <a:off x="908740" y="267339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0" name="Rectangle 2519">
              <a:extLst>
                <a:ext uri="{FF2B5EF4-FFF2-40B4-BE49-F238E27FC236}">
                  <a16:creationId xmlns:a16="http://schemas.microsoft.com/office/drawing/2014/main" id="{93310A6B-257A-1160-1B93-6FA96DCF146D}"/>
                </a:ext>
              </a:extLst>
            </p:cNvPr>
            <p:cNvSpPr/>
            <p:nvPr/>
          </p:nvSpPr>
          <p:spPr>
            <a:xfrm>
              <a:off x="908740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1" name="Rectangle 2520">
              <a:extLst>
                <a:ext uri="{FF2B5EF4-FFF2-40B4-BE49-F238E27FC236}">
                  <a16:creationId xmlns:a16="http://schemas.microsoft.com/office/drawing/2014/main" id="{71EB4ADC-31B9-A0C4-F007-F1EA04DF2308}"/>
                </a:ext>
              </a:extLst>
            </p:cNvPr>
            <p:cNvSpPr/>
            <p:nvPr/>
          </p:nvSpPr>
          <p:spPr>
            <a:xfrm>
              <a:off x="908740" y="2839588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2" name="Rectangle 2521">
              <a:extLst>
                <a:ext uri="{FF2B5EF4-FFF2-40B4-BE49-F238E27FC236}">
                  <a16:creationId xmlns:a16="http://schemas.microsoft.com/office/drawing/2014/main" id="{71FB0068-5A10-2CCF-E76C-46D2C3F24A68}"/>
                </a:ext>
              </a:extLst>
            </p:cNvPr>
            <p:cNvSpPr/>
            <p:nvPr/>
          </p:nvSpPr>
          <p:spPr>
            <a:xfrm>
              <a:off x="908740" y="292268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3" name="Rectangle 2522">
              <a:extLst>
                <a:ext uri="{FF2B5EF4-FFF2-40B4-BE49-F238E27FC236}">
                  <a16:creationId xmlns:a16="http://schemas.microsoft.com/office/drawing/2014/main" id="{D9BF2D9C-DE4B-3652-F705-E3E1D3AA647B}"/>
                </a:ext>
              </a:extLst>
            </p:cNvPr>
            <p:cNvSpPr/>
            <p:nvPr/>
          </p:nvSpPr>
          <p:spPr>
            <a:xfrm>
              <a:off x="908740" y="300578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4" name="Rectangle 2523">
              <a:extLst>
                <a:ext uri="{FF2B5EF4-FFF2-40B4-BE49-F238E27FC236}">
                  <a16:creationId xmlns:a16="http://schemas.microsoft.com/office/drawing/2014/main" id="{4AB48EFD-A87B-DE2C-9C17-950C6971A518}"/>
                </a:ext>
              </a:extLst>
            </p:cNvPr>
            <p:cNvSpPr/>
            <p:nvPr/>
          </p:nvSpPr>
          <p:spPr>
            <a:xfrm>
              <a:off x="908740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5" name="Rectangle 2524">
              <a:extLst>
                <a:ext uri="{FF2B5EF4-FFF2-40B4-BE49-F238E27FC236}">
                  <a16:creationId xmlns:a16="http://schemas.microsoft.com/office/drawing/2014/main" id="{2A13E7C3-93B7-A9B8-8926-B91C27EB8B93}"/>
                </a:ext>
              </a:extLst>
            </p:cNvPr>
            <p:cNvSpPr/>
            <p:nvPr/>
          </p:nvSpPr>
          <p:spPr>
            <a:xfrm>
              <a:off x="908740" y="3171973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6" name="Rectangle 2525">
              <a:extLst>
                <a:ext uri="{FF2B5EF4-FFF2-40B4-BE49-F238E27FC236}">
                  <a16:creationId xmlns:a16="http://schemas.microsoft.com/office/drawing/2014/main" id="{887D854E-7602-C9DB-FA74-D8FEBBC9E447}"/>
                </a:ext>
              </a:extLst>
            </p:cNvPr>
            <p:cNvSpPr/>
            <p:nvPr/>
          </p:nvSpPr>
          <p:spPr>
            <a:xfrm>
              <a:off x="908740" y="325507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7" name="Rectangle 2526">
              <a:extLst>
                <a:ext uri="{FF2B5EF4-FFF2-40B4-BE49-F238E27FC236}">
                  <a16:creationId xmlns:a16="http://schemas.microsoft.com/office/drawing/2014/main" id="{DF1DE480-84A9-19A8-6045-36E79B329C57}"/>
                </a:ext>
              </a:extLst>
            </p:cNvPr>
            <p:cNvSpPr/>
            <p:nvPr/>
          </p:nvSpPr>
          <p:spPr>
            <a:xfrm>
              <a:off x="908740" y="333816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8" name="Rectangle 2527">
              <a:extLst>
                <a:ext uri="{FF2B5EF4-FFF2-40B4-BE49-F238E27FC236}">
                  <a16:creationId xmlns:a16="http://schemas.microsoft.com/office/drawing/2014/main" id="{9AC0EE23-8F69-3B2A-046A-1D2D7632178D}"/>
                </a:ext>
              </a:extLst>
            </p:cNvPr>
            <p:cNvSpPr/>
            <p:nvPr/>
          </p:nvSpPr>
          <p:spPr>
            <a:xfrm>
              <a:off x="908740" y="3421262"/>
              <a:ext cx="62737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29" name="Rectangle 2528">
              <a:extLst>
                <a:ext uri="{FF2B5EF4-FFF2-40B4-BE49-F238E27FC236}">
                  <a16:creationId xmlns:a16="http://schemas.microsoft.com/office/drawing/2014/main" id="{A7E1BD08-837E-F91C-3482-128878444EEA}"/>
                </a:ext>
              </a:extLst>
            </p:cNvPr>
            <p:cNvSpPr/>
            <p:nvPr/>
          </p:nvSpPr>
          <p:spPr>
            <a:xfrm>
              <a:off x="908740" y="3504359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0" name="Rectangle 2529">
              <a:extLst>
                <a:ext uri="{FF2B5EF4-FFF2-40B4-BE49-F238E27FC236}">
                  <a16:creationId xmlns:a16="http://schemas.microsoft.com/office/drawing/2014/main" id="{C943786C-19B7-FAC6-8A44-3DDBE9F96F5D}"/>
                </a:ext>
              </a:extLst>
            </p:cNvPr>
            <p:cNvSpPr/>
            <p:nvPr/>
          </p:nvSpPr>
          <p:spPr>
            <a:xfrm>
              <a:off x="908740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1" name="Rectangle 2530">
              <a:extLst>
                <a:ext uri="{FF2B5EF4-FFF2-40B4-BE49-F238E27FC236}">
                  <a16:creationId xmlns:a16="http://schemas.microsoft.com/office/drawing/2014/main" id="{CD2A55D9-12A9-D469-0E1D-FD932D01758B}"/>
                </a:ext>
              </a:extLst>
            </p:cNvPr>
            <p:cNvSpPr/>
            <p:nvPr/>
          </p:nvSpPr>
          <p:spPr>
            <a:xfrm>
              <a:off x="908740" y="367031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2" name="Rectangle 2531">
              <a:extLst>
                <a:ext uri="{FF2B5EF4-FFF2-40B4-BE49-F238E27FC236}">
                  <a16:creationId xmlns:a16="http://schemas.microsoft.com/office/drawing/2014/main" id="{098D135F-D0B3-26C2-3CB7-623910E28F21}"/>
                </a:ext>
              </a:extLst>
            </p:cNvPr>
            <p:cNvSpPr/>
            <p:nvPr/>
          </p:nvSpPr>
          <p:spPr>
            <a:xfrm>
              <a:off x="908740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3" name="Rectangle 2532">
              <a:extLst>
                <a:ext uri="{FF2B5EF4-FFF2-40B4-BE49-F238E27FC236}">
                  <a16:creationId xmlns:a16="http://schemas.microsoft.com/office/drawing/2014/main" id="{C67B8159-59D3-21FD-3D57-1AF7722D0973}"/>
                </a:ext>
              </a:extLst>
            </p:cNvPr>
            <p:cNvSpPr/>
            <p:nvPr/>
          </p:nvSpPr>
          <p:spPr>
            <a:xfrm>
              <a:off x="908740" y="3836509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4" name="Rectangle 2533">
              <a:extLst>
                <a:ext uri="{FF2B5EF4-FFF2-40B4-BE49-F238E27FC236}">
                  <a16:creationId xmlns:a16="http://schemas.microsoft.com/office/drawing/2014/main" id="{F80E2D74-EA70-8C89-A250-8869706D21AA}"/>
                </a:ext>
              </a:extLst>
            </p:cNvPr>
            <p:cNvSpPr/>
            <p:nvPr/>
          </p:nvSpPr>
          <p:spPr>
            <a:xfrm>
              <a:off x="908740" y="391960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5" name="Rectangle 2534">
              <a:extLst>
                <a:ext uri="{FF2B5EF4-FFF2-40B4-BE49-F238E27FC236}">
                  <a16:creationId xmlns:a16="http://schemas.microsoft.com/office/drawing/2014/main" id="{44F734DD-2516-2307-3295-DE1E7AF54025}"/>
                </a:ext>
              </a:extLst>
            </p:cNvPr>
            <p:cNvSpPr/>
            <p:nvPr/>
          </p:nvSpPr>
          <p:spPr>
            <a:xfrm>
              <a:off x="908740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6" name="Rectangle 2535">
              <a:extLst>
                <a:ext uri="{FF2B5EF4-FFF2-40B4-BE49-F238E27FC236}">
                  <a16:creationId xmlns:a16="http://schemas.microsoft.com/office/drawing/2014/main" id="{1DA18D3D-2358-4226-315A-6C04432685B5}"/>
                </a:ext>
              </a:extLst>
            </p:cNvPr>
            <p:cNvSpPr/>
            <p:nvPr/>
          </p:nvSpPr>
          <p:spPr>
            <a:xfrm>
              <a:off x="908740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7" name="Rectangle 2536">
              <a:extLst>
                <a:ext uri="{FF2B5EF4-FFF2-40B4-BE49-F238E27FC236}">
                  <a16:creationId xmlns:a16="http://schemas.microsoft.com/office/drawing/2014/main" id="{1805DF19-40F0-91C2-90F8-733B9E27A6C3}"/>
                </a:ext>
              </a:extLst>
            </p:cNvPr>
            <p:cNvSpPr/>
            <p:nvPr/>
          </p:nvSpPr>
          <p:spPr>
            <a:xfrm>
              <a:off x="908740" y="416889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8" name="Rectangle 2537">
              <a:extLst>
                <a:ext uri="{FF2B5EF4-FFF2-40B4-BE49-F238E27FC236}">
                  <a16:creationId xmlns:a16="http://schemas.microsoft.com/office/drawing/2014/main" id="{4FDA3FB2-886B-B1F8-5BFC-36029EF699C7}"/>
                </a:ext>
              </a:extLst>
            </p:cNvPr>
            <p:cNvSpPr/>
            <p:nvPr/>
          </p:nvSpPr>
          <p:spPr>
            <a:xfrm>
              <a:off x="908740" y="42519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39" name="Rectangle 2538">
              <a:extLst>
                <a:ext uri="{FF2B5EF4-FFF2-40B4-BE49-F238E27FC236}">
                  <a16:creationId xmlns:a16="http://schemas.microsoft.com/office/drawing/2014/main" id="{F3BE232E-E356-45EF-4951-64EDBD700F40}"/>
                </a:ext>
              </a:extLst>
            </p:cNvPr>
            <p:cNvSpPr/>
            <p:nvPr/>
          </p:nvSpPr>
          <p:spPr>
            <a:xfrm>
              <a:off x="908740" y="4335087"/>
              <a:ext cx="62737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0" name="Rectangle 2539">
              <a:extLst>
                <a:ext uri="{FF2B5EF4-FFF2-40B4-BE49-F238E27FC236}">
                  <a16:creationId xmlns:a16="http://schemas.microsoft.com/office/drawing/2014/main" id="{2620B2BD-AB54-F1CC-6960-B87ADA2963A7}"/>
                </a:ext>
              </a:extLst>
            </p:cNvPr>
            <p:cNvSpPr/>
            <p:nvPr/>
          </p:nvSpPr>
          <p:spPr>
            <a:xfrm>
              <a:off x="908740" y="4418183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1" name="Rectangle 2540">
              <a:extLst>
                <a:ext uri="{FF2B5EF4-FFF2-40B4-BE49-F238E27FC236}">
                  <a16:creationId xmlns:a16="http://schemas.microsoft.com/office/drawing/2014/main" id="{098A3563-5BBC-299F-3A83-437BDFBC5620}"/>
                </a:ext>
              </a:extLst>
            </p:cNvPr>
            <p:cNvSpPr/>
            <p:nvPr/>
          </p:nvSpPr>
          <p:spPr>
            <a:xfrm>
              <a:off x="908740" y="450128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2" name="Rectangle 2541">
              <a:extLst>
                <a:ext uri="{FF2B5EF4-FFF2-40B4-BE49-F238E27FC236}">
                  <a16:creationId xmlns:a16="http://schemas.microsoft.com/office/drawing/2014/main" id="{84119D17-3F3B-E60F-EB75-91F51318A039}"/>
                </a:ext>
              </a:extLst>
            </p:cNvPr>
            <p:cNvSpPr/>
            <p:nvPr/>
          </p:nvSpPr>
          <p:spPr>
            <a:xfrm>
              <a:off x="908740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3" name="Rectangle 2542">
              <a:extLst>
                <a:ext uri="{FF2B5EF4-FFF2-40B4-BE49-F238E27FC236}">
                  <a16:creationId xmlns:a16="http://schemas.microsoft.com/office/drawing/2014/main" id="{3452FAD1-32F3-4526-EA0C-A5547FE43AC0}"/>
                </a:ext>
              </a:extLst>
            </p:cNvPr>
            <p:cNvSpPr/>
            <p:nvPr/>
          </p:nvSpPr>
          <p:spPr>
            <a:xfrm>
              <a:off x="908740" y="466747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4" name="Rectangle 2543">
              <a:extLst>
                <a:ext uri="{FF2B5EF4-FFF2-40B4-BE49-F238E27FC236}">
                  <a16:creationId xmlns:a16="http://schemas.microsoft.com/office/drawing/2014/main" id="{843E4679-0FED-BE05-151E-D5769150A6B8}"/>
                </a:ext>
              </a:extLst>
            </p:cNvPr>
            <p:cNvSpPr/>
            <p:nvPr/>
          </p:nvSpPr>
          <p:spPr>
            <a:xfrm>
              <a:off x="908740" y="475033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5" name="Rectangle 2544">
              <a:extLst>
                <a:ext uri="{FF2B5EF4-FFF2-40B4-BE49-F238E27FC236}">
                  <a16:creationId xmlns:a16="http://schemas.microsoft.com/office/drawing/2014/main" id="{6B08BED9-FDF7-040A-B9B4-B77860269C29}"/>
                </a:ext>
              </a:extLst>
            </p:cNvPr>
            <p:cNvSpPr/>
            <p:nvPr/>
          </p:nvSpPr>
          <p:spPr>
            <a:xfrm>
              <a:off x="908740" y="483343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6" name="Rectangle 2545">
              <a:extLst>
                <a:ext uri="{FF2B5EF4-FFF2-40B4-BE49-F238E27FC236}">
                  <a16:creationId xmlns:a16="http://schemas.microsoft.com/office/drawing/2014/main" id="{77C07D30-432E-904A-F13E-733633722F17}"/>
                </a:ext>
              </a:extLst>
            </p:cNvPr>
            <p:cNvSpPr/>
            <p:nvPr/>
          </p:nvSpPr>
          <p:spPr>
            <a:xfrm>
              <a:off x="908740" y="4916526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7" name="Rectangle 2546">
              <a:extLst>
                <a:ext uri="{FF2B5EF4-FFF2-40B4-BE49-F238E27FC236}">
                  <a16:creationId xmlns:a16="http://schemas.microsoft.com/office/drawing/2014/main" id="{626C6AC4-3FE9-04EF-7ACD-A6CFCEC07FEF}"/>
                </a:ext>
              </a:extLst>
            </p:cNvPr>
            <p:cNvSpPr/>
            <p:nvPr/>
          </p:nvSpPr>
          <p:spPr>
            <a:xfrm>
              <a:off x="908740" y="4999621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8" name="Rectangle 2547">
              <a:extLst>
                <a:ext uri="{FF2B5EF4-FFF2-40B4-BE49-F238E27FC236}">
                  <a16:creationId xmlns:a16="http://schemas.microsoft.com/office/drawing/2014/main" id="{43EA21CC-1EB3-8912-56EC-D0194FC6F377}"/>
                </a:ext>
              </a:extLst>
            </p:cNvPr>
            <p:cNvSpPr/>
            <p:nvPr/>
          </p:nvSpPr>
          <p:spPr>
            <a:xfrm>
              <a:off x="908740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49" name="Rectangle 2548">
              <a:extLst>
                <a:ext uri="{FF2B5EF4-FFF2-40B4-BE49-F238E27FC236}">
                  <a16:creationId xmlns:a16="http://schemas.microsoft.com/office/drawing/2014/main" id="{13FE6CAE-7A62-C69A-44E6-E1378301C92C}"/>
                </a:ext>
              </a:extLst>
            </p:cNvPr>
            <p:cNvSpPr/>
            <p:nvPr/>
          </p:nvSpPr>
          <p:spPr>
            <a:xfrm>
              <a:off x="908740" y="5165814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0" name="Rectangle 2549">
              <a:extLst>
                <a:ext uri="{FF2B5EF4-FFF2-40B4-BE49-F238E27FC236}">
                  <a16:creationId xmlns:a16="http://schemas.microsoft.com/office/drawing/2014/main" id="{C33E07B6-3EA1-1311-6B6A-3ECF11D54FD5}"/>
                </a:ext>
              </a:extLst>
            </p:cNvPr>
            <p:cNvSpPr/>
            <p:nvPr/>
          </p:nvSpPr>
          <p:spPr>
            <a:xfrm>
              <a:off x="908740" y="5248912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1" name="Rectangle 2550">
              <a:extLst>
                <a:ext uri="{FF2B5EF4-FFF2-40B4-BE49-F238E27FC236}">
                  <a16:creationId xmlns:a16="http://schemas.microsoft.com/office/drawing/2014/main" id="{9770D226-BC84-37B4-B32A-80BABD0073C1}"/>
                </a:ext>
              </a:extLst>
            </p:cNvPr>
            <p:cNvSpPr/>
            <p:nvPr/>
          </p:nvSpPr>
          <p:spPr>
            <a:xfrm>
              <a:off x="908740" y="5332008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2" name="Rectangle 2551">
              <a:extLst>
                <a:ext uri="{FF2B5EF4-FFF2-40B4-BE49-F238E27FC236}">
                  <a16:creationId xmlns:a16="http://schemas.microsoft.com/office/drawing/2014/main" id="{63439002-A033-DB24-6376-607281E76346}"/>
                </a:ext>
              </a:extLst>
            </p:cNvPr>
            <p:cNvSpPr/>
            <p:nvPr/>
          </p:nvSpPr>
          <p:spPr>
            <a:xfrm>
              <a:off x="908740" y="54151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3" name="Rectangle 2552">
              <a:extLst>
                <a:ext uri="{FF2B5EF4-FFF2-40B4-BE49-F238E27FC236}">
                  <a16:creationId xmlns:a16="http://schemas.microsoft.com/office/drawing/2014/main" id="{DE0BD456-4D21-2D96-EF70-C58D92040F4D}"/>
                </a:ext>
              </a:extLst>
            </p:cNvPr>
            <p:cNvSpPr/>
            <p:nvPr/>
          </p:nvSpPr>
          <p:spPr>
            <a:xfrm>
              <a:off x="908740" y="549820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4" name="Rectangle 2553">
              <a:extLst>
                <a:ext uri="{FF2B5EF4-FFF2-40B4-BE49-F238E27FC236}">
                  <a16:creationId xmlns:a16="http://schemas.microsoft.com/office/drawing/2014/main" id="{33ECC433-769A-E298-CC35-3396EEE4725B}"/>
                </a:ext>
              </a:extLst>
            </p:cNvPr>
            <p:cNvSpPr/>
            <p:nvPr/>
          </p:nvSpPr>
          <p:spPr>
            <a:xfrm>
              <a:off x="908740" y="558129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5" name="Rectangle 2554">
              <a:extLst>
                <a:ext uri="{FF2B5EF4-FFF2-40B4-BE49-F238E27FC236}">
                  <a16:creationId xmlns:a16="http://schemas.microsoft.com/office/drawing/2014/main" id="{CCF9D6F1-EAD6-F45C-69DB-D7F2E32AF8D5}"/>
                </a:ext>
              </a:extLst>
            </p:cNvPr>
            <p:cNvSpPr/>
            <p:nvPr/>
          </p:nvSpPr>
          <p:spPr>
            <a:xfrm>
              <a:off x="908740" y="5664394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6" name="Rectangle 2555">
              <a:extLst>
                <a:ext uri="{FF2B5EF4-FFF2-40B4-BE49-F238E27FC236}">
                  <a16:creationId xmlns:a16="http://schemas.microsoft.com/office/drawing/2014/main" id="{0F5892E8-D8F5-EA0F-1BE1-5E43708AFDAB}"/>
                </a:ext>
              </a:extLst>
            </p:cNvPr>
            <p:cNvSpPr/>
            <p:nvPr/>
          </p:nvSpPr>
          <p:spPr>
            <a:xfrm>
              <a:off x="908740" y="5747490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7" name="Rectangle 2556">
              <a:extLst>
                <a:ext uri="{FF2B5EF4-FFF2-40B4-BE49-F238E27FC236}">
                  <a16:creationId xmlns:a16="http://schemas.microsoft.com/office/drawing/2014/main" id="{07B9910A-9FEB-B22A-C15D-1AFDB1C0ACF4}"/>
                </a:ext>
              </a:extLst>
            </p:cNvPr>
            <p:cNvSpPr/>
            <p:nvPr/>
          </p:nvSpPr>
          <p:spPr>
            <a:xfrm>
              <a:off x="908740" y="583058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8" name="Rectangle 2557">
              <a:extLst>
                <a:ext uri="{FF2B5EF4-FFF2-40B4-BE49-F238E27FC236}">
                  <a16:creationId xmlns:a16="http://schemas.microsoft.com/office/drawing/2014/main" id="{9FF035A9-6525-945D-6863-402F37B67F9E}"/>
                </a:ext>
              </a:extLst>
            </p:cNvPr>
            <p:cNvSpPr/>
            <p:nvPr/>
          </p:nvSpPr>
          <p:spPr>
            <a:xfrm>
              <a:off x="908740" y="5913447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59" name="Rectangle 2558">
              <a:extLst>
                <a:ext uri="{FF2B5EF4-FFF2-40B4-BE49-F238E27FC236}">
                  <a16:creationId xmlns:a16="http://schemas.microsoft.com/office/drawing/2014/main" id="{0FCCA0A6-7533-CFF2-E5ED-7FC82329DF9F}"/>
                </a:ext>
              </a:extLst>
            </p:cNvPr>
            <p:cNvSpPr/>
            <p:nvPr/>
          </p:nvSpPr>
          <p:spPr>
            <a:xfrm>
              <a:off x="908740" y="599654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0" name="Rectangle 2559">
              <a:extLst>
                <a:ext uri="{FF2B5EF4-FFF2-40B4-BE49-F238E27FC236}">
                  <a16:creationId xmlns:a16="http://schemas.microsoft.com/office/drawing/2014/main" id="{9FDD01B3-CE34-552A-65A3-F2DB22B45CA7}"/>
                </a:ext>
              </a:extLst>
            </p:cNvPr>
            <p:cNvSpPr/>
            <p:nvPr/>
          </p:nvSpPr>
          <p:spPr>
            <a:xfrm>
              <a:off x="908740" y="607964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1" name="Rectangle 2560">
              <a:extLst>
                <a:ext uri="{FF2B5EF4-FFF2-40B4-BE49-F238E27FC236}">
                  <a16:creationId xmlns:a16="http://schemas.microsoft.com/office/drawing/2014/main" id="{B4395037-1A32-5A28-C9F5-EA682B789130}"/>
                </a:ext>
              </a:extLst>
            </p:cNvPr>
            <p:cNvSpPr/>
            <p:nvPr/>
          </p:nvSpPr>
          <p:spPr>
            <a:xfrm>
              <a:off x="908740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2" name="Rectangle 2561">
              <a:extLst>
                <a:ext uri="{FF2B5EF4-FFF2-40B4-BE49-F238E27FC236}">
                  <a16:creationId xmlns:a16="http://schemas.microsoft.com/office/drawing/2014/main" id="{A595ABAC-455A-54E5-E437-58C4413D313E}"/>
                </a:ext>
              </a:extLst>
            </p:cNvPr>
            <p:cNvSpPr/>
            <p:nvPr/>
          </p:nvSpPr>
          <p:spPr>
            <a:xfrm>
              <a:off x="908740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3" name="Rectangle 2562">
              <a:extLst>
                <a:ext uri="{FF2B5EF4-FFF2-40B4-BE49-F238E27FC236}">
                  <a16:creationId xmlns:a16="http://schemas.microsoft.com/office/drawing/2014/main" id="{0B132F4A-435F-8515-B0FD-D2E8FAD9ADB9}"/>
                </a:ext>
              </a:extLst>
            </p:cNvPr>
            <p:cNvSpPr/>
            <p:nvPr/>
          </p:nvSpPr>
          <p:spPr>
            <a:xfrm>
              <a:off x="908740" y="632892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4" name="Rectangle 2563">
              <a:extLst>
                <a:ext uri="{FF2B5EF4-FFF2-40B4-BE49-F238E27FC236}">
                  <a16:creationId xmlns:a16="http://schemas.microsoft.com/office/drawing/2014/main" id="{13B3A9EB-DA7E-EA16-AF01-53995151AE41}"/>
                </a:ext>
              </a:extLst>
            </p:cNvPr>
            <p:cNvSpPr/>
            <p:nvPr/>
          </p:nvSpPr>
          <p:spPr>
            <a:xfrm>
              <a:off x="908740" y="641202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5" name="Rectangle 2564">
              <a:extLst>
                <a:ext uri="{FF2B5EF4-FFF2-40B4-BE49-F238E27FC236}">
                  <a16:creationId xmlns:a16="http://schemas.microsoft.com/office/drawing/2014/main" id="{CFD14DEB-979A-3E67-CA67-A88CED87A1CE}"/>
                </a:ext>
              </a:extLst>
            </p:cNvPr>
            <p:cNvSpPr/>
            <p:nvPr/>
          </p:nvSpPr>
          <p:spPr>
            <a:xfrm>
              <a:off x="908740" y="649512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6" name="Rectangle 2565">
              <a:extLst>
                <a:ext uri="{FF2B5EF4-FFF2-40B4-BE49-F238E27FC236}">
                  <a16:creationId xmlns:a16="http://schemas.microsoft.com/office/drawing/2014/main" id="{6D0C284E-60E4-8184-8862-FA32B23F9CAD}"/>
                </a:ext>
              </a:extLst>
            </p:cNvPr>
            <p:cNvSpPr/>
            <p:nvPr/>
          </p:nvSpPr>
          <p:spPr>
            <a:xfrm>
              <a:off x="908740" y="657821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7" name="Rectangle 2566">
              <a:extLst>
                <a:ext uri="{FF2B5EF4-FFF2-40B4-BE49-F238E27FC236}">
                  <a16:creationId xmlns:a16="http://schemas.microsoft.com/office/drawing/2014/main" id="{98AADC23-092A-F59A-F704-09E4AD38C5A6}"/>
                </a:ext>
              </a:extLst>
            </p:cNvPr>
            <p:cNvSpPr/>
            <p:nvPr/>
          </p:nvSpPr>
          <p:spPr>
            <a:xfrm>
              <a:off x="908740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8" name="Rectangle 2567">
              <a:extLst>
                <a:ext uri="{FF2B5EF4-FFF2-40B4-BE49-F238E27FC236}">
                  <a16:creationId xmlns:a16="http://schemas.microsoft.com/office/drawing/2014/main" id="{03AC7BAA-0AB8-6697-75E6-7744499585EC}"/>
                </a:ext>
              </a:extLst>
            </p:cNvPr>
            <p:cNvSpPr/>
            <p:nvPr/>
          </p:nvSpPr>
          <p:spPr>
            <a:xfrm>
              <a:off x="908740" y="674441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69" name="Rectangle 2568">
              <a:extLst>
                <a:ext uri="{FF2B5EF4-FFF2-40B4-BE49-F238E27FC236}">
                  <a16:creationId xmlns:a16="http://schemas.microsoft.com/office/drawing/2014/main" id="{CF6BDA83-F08B-1986-D699-775EDBE2B3A4}"/>
                </a:ext>
              </a:extLst>
            </p:cNvPr>
            <p:cNvSpPr/>
            <p:nvPr/>
          </p:nvSpPr>
          <p:spPr>
            <a:xfrm>
              <a:off x="908740" y="6827508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0" name="Rectangle 2569">
              <a:extLst>
                <a:ext uri="{FF2B5EF4-FFF2-40B4-BE49-F238E27FC236}">
                  <a16:creationId xmlns:a16="http://schemas.microsoft.com/office/drawing/2014/main" id="{0DFE7C5C-91CC-08A9-64BD-A8D5DAE1E748}"/>
                </a:ext>
              </a:extLst>
            </p:cNvPr>
            <p:cNvSpPr/>
            <p:nvPr/>
          </p:nvSpPr>
          <p:spPr>
            <a:xfrm>
              <a:off x="908740" y="691060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1" name="Rectangle 2570">
              <a:extLst>
                <a:ext uri="{FF2B5EF4-FFF2-40B4-BE49-F238E27FC236}">
                  <a16:creationId xmlns:a16="http://schemas.microsoft.com/office/drawing/2014/main" id="{AA14411C-EF19-6993-3857-5A410B3AF0E6}"/>
                </a:ext>
              </a:extLst>
            </p:cNvPr>
            <p:cNvSpPr/>
            <p:nvPr/>
          </p:nvSpPr>
          <p:spPr>
            <a:xfrm>
              <a:off x="908740" y="699370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2" name="Rectangle 2571">
              <a:extLst>
                <a:ext uri="{FF2B5EF4-FFF2-40B4-BE49-F238E27FC236}">
                  <a16:creationId xmlns:a16="http://schemas.microsoft.com/office/drawing/2014/main" id="{01F6E104-C53F-EC87-5DC7-CC79E54EE696}"/>
                </a:ext>
              </a:extLst>
            </p:cNvPr>
            <p:cNvSpPr/>
            <p:nvPr/>
          </p:nvSpPr>
          <p:spPr>
            <a:xfrm>
              <a:off x="971478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3" name="Rectangle 2572">
              <a:extLst>
                <a:ext uri="{FF2B5EF4-FFF2-40B4-BE49-F238E27FC236}">
                  <a16:creationId xmlns:a16="http://schemas.microsoft.com/office/drawing/2014/main" id="{42BAC8EF-20CA-6E97-C189-3B1B5BFCCFE5}"/>
                </a:ext>
              </a:extLst>
            </p:cNvPr>
            <p:cNvSpPr/>
            <p:nvPr/>
          </p:nvSpPr>
          <p:spPr>
            <a:xfrm>
              <a:off x="971478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4" name="Rectangle 2573">
              <a:extLst>
                <a:ext uri="{FF2B5EF4-FFF2-40B4-BE49-F238E27FC236}">
                  <a16:creationId xmlns:a16="http://schemas.microsoft.com/office/drawing/2014/main" id="{E723987E-6E14-E0FA-20EE-B5B85E66E8FA}"/>
                </a:ext>
              </a:extLst>
            </p:cNvPr>
            <p:cNvSpPr/>
            <p:nvPr/>
          </p:nvSpPr>
          <p:spPr>
            <a:xfrm>
              <a:off x="971478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5" name="Rectangle 2574">
              <a:extLst>
                <a:ext uri="{FF2B5EF4-FFF2-40B4-BE49-F238E27FC236}">
                  <a16:creationId xmlns:a16="http://schemas.microsoft.com/office/drawing/2014/main" id="{82E12442-D1F5-961F-B424-FA7839E8044F}"/>
                </a:ext>
              </a:extLst>
            </p:cNvPr>
            <p:cNvSpPr/>
            <p:nvPr/>
          </p:nvSpPr>
          <p:spPr>
            <a:xfrm>
              <a:off x="971478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6" name="Rectangle 2575">
              <a:extLst>
                <a:ext uri="{FF2B5EF4-FFF2-40B4-BE49-F238E27FC236}">
                  <a16:creationId xmlns:a16="http://schemas.microsoft.com/office/drawing/2014/main" id="{077CB41C-4CB0-61C7-03B1-2F31BCF8CFFB}"/>
                </a:ext>
              </a:extLst>
            </p:cNvPr>
            <p:cNvSpPr/>
            <p:nvPr/>
          </p:nvSpPr>
          <p:spPr>
            <a:xfrm>
              <a:off x="971478" y="209195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7" name="Rectangle 2576">
              <a:extLst>
                <a:ext uri="{FF2B5EF4-FFF2-40B4-BE49-F238E27FC236}">
                  <a16:creationId xmlns:a16="http://schemas.microsoft.com/office/drawing/2014/main" id="{A799411A-A3DA-86F1-C0BC-ED185A051BD9}"/>
                </a:ext>
              </a:extLst>
            </p:cNvPr>
            <p:cNvSpPr/>
            <p:nvPr/>
          </p:nvSpPr>
          <p:spPr>
            <a:xfrm>
              <a:off x="971478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8" name="Rectangle 2577">
              <a:extLst>
                <a:ext uri="{FF2B5EF4-FFF2-40B4-BE49-F238E27FC236}">
                  <a16:creationId xmlns:a16="http://schemas.microsoft.com/office/drawing/2014/main" id="{DB2CF7F4-9587-43D0-FAAF-AB2136EED4BC}"/>
                </a:ext>
              </a:extLst>
            </p:cNvPr>
            <p:cNvSpPr/>
            <p:nvPr/>
          </p:nvSpPr>
          <p:spPr>
            <a:xfrm>
              <a:off x="971478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79" name="Rectangle 2578">
              <a:extLst>
                <a:ext uri="{FF2B5EF4-FFF2-40B4-BE49-F238E27FC236}">
                  <a16:creationId xmlns:a16="http://schemas.microsoft.com/office/drawing/2014/main" id="{B862F028-2226-75CF-80D5-F013E348EF04}"/>
                </a:ext>
              </a:extLst>
            </p:cNvPr>
            <p:cNvSpPr/>
            <p:nvPr/>
          </p:nvSpPr>
          <p:spPr>
            <a:xfrm>
              <a:off x="971478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0" name="Rectangle 2579">
              <a:extLst>
                <a:ext uri="{FF2B5EF4-FFF2-40B4-BE49-F238E27FC236}">
                  <a16:creationId xmlns:a16="http://schemas.microsoft.com/office/drawing/2014/main" id="{635AF963-F3E2-6FFF-DBE2-A36559BD36EB}"/>
                </a:ext>
              </a:extLst>
            </p:cNvPr>
            <p:cNvSpPr/>
            <p:nvPr/>
          </p:nvSpPr>
          <p:spPr>
            <a:xfrm>
              <a:off x="971478" y="242410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1" name="Rectangle 2580">
              <a:extLst>
                <a:ext uri="{FF2B5EF4-FFF2-40B4-BE49-F238E27FC236}">
                  <a16:creationId xmlns:a16="http://schemas.microsoft.com/office/drawing/2014/main" id="{6D9FA1E3-702C-23E5-5CCB-88EC7E767F88}"/>
                </a:ext>
              </a:extLst>
            </p:cNvPr>
            <p:cNvSpPr/>
            <p:nvPr/>
          </p:nvSpPr>
          <p:spPr>
            <a:xfrm>
              <a:off x="971478" y="250720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2" name="Rectangle 2581">
              <a:extLst>
                <a:ext uri="{FF2B5EF4-FFF2-40B4-BE49-F238E27FC236}">
                  <a16:creationId xmlns:a16="http://schemas.microsoft.com/office/drawing/2014/main" id="{1231C684-D87E-B22C-A588-88168F647659}"/>
                </a:ext>
              </a:extLst>
            </p:cNvPr>
            <p:cNvSpPr/>
            <p:nvPr/>
          </p:nvSpPr>
          <p:spPr>
            <a:xfrm>
              <a:off x="971478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3" name="Rectangle 2582">
              <a:extLst>
                <a:ext uri="{FF2B5EF4-FFF2-40B4-BE49-F238E27FC236}">
                  <a16:creationId xmlns:a16="http://schemas.microsoft.com/office/drawing/2014/main" id="{5D300C78-8C1B-8A9A-56C7-30700B0EEE4F}"/>
                </a:ext>
              </a:extLst>
            </p:cNvPr>
            <p:cNvSpPr/>
            <p:nvPr/>
          </p:nvSpPr>
          <p:spPr>
            <a:xfrm>
              <a:off x="971478" y="267339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4" name="Rectangle 2583">
              <a:extLst>
                <a:ext uri="{FF2B5EF4-FFF2-40B4-BE49-F238E27FC236}">
                  <a16:creationId xmlns:a16="http://schemas.microsoft.com/office/drawing/2014/main" id="{7E0C022F-FDF7-3B86-81DA-72672AFF70EF}"/>
                </a:ext>
              </a:extLst>
            </p:cNvPr>
            <p:cNvSpPr/>
            <p:nvPr/>
          </p:nvSpPr>
          <p:spPr>
            <a:xfrm>
              <a:off x="971478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5" name="Rectangle 2584">
              <a:extLst>
                <a:ext uri="{FF2B5EF4-FFF2-40B4-BE49-F238E27FC236}">
                  <a16:creationId xmlns:a16="http://schemas.microsoft.com/office/drawing/2014/main" id="{7ADC48EF-0AAC-8C64-E856-8B7A2DE5B290}"/>
                </a:ext>
              </a:extLst>
            </p:cNvPr>
            <p:cNvSpPr/>
            <p:nvPr/>
          </p:nvSpPr>
          <p:spPr>
            <a:xfrm>
              <a:off x="971478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6" name="Rectangle 2585">
              <a:extLst>
                <a:ext uri="{FF2B5EF4-FFF2-40B4-BE49-F238E27FC236}">
                  <a16:creationId xmlns:a16="http://schemas.microsoft.com/office/drawing/2014/main" id="{4745E191-DD6E-B8DC-2027-6DC6E2F9CAC5}"/>
                </a:ext>
              </a:extLst>
            </p:cNvPr>
            <p:cNvSpPr/>
            <p:nvPr/>
          </p:nvSpPr>
          <p:spPr>
            <a:xfrm>
              <a:off x="971478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7" name="Rectangle 2586">
              <a:extLst>
                <a:ext uri="{FF2B5EF4-FFF2-40B4-BE49-F238E27FC236}">
                  <a16:creationId xmlns:a16="http://schemas.microsoft.com/office/drawing/2014/main" id="{5631309B-CCEE-2D72-62C3-B983B0A46CF0}"/>
                </a:ext>
              </a:extLst>
            </p:cNvPr>
            <p:cNvSpPr/>
            <p:nvPr/>
          </p:nvSpPr>
          <p:spPr>
            <a:xfrm>
              <a:off x="971478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8" name="Rectangle 2587">
              <a:extLst>
                <a:ext uri="{FF2B5EF4-FFF2-40B4-BE49-F238E27FC236}">
                  <a16:creationId xmlns:a16="http://schemas.microsoft.com/office/drawing/2014/main" id="{9BD30C95-E059-6101-4A57-371EAA543613}"/>
                </a:ext>
              </a:extLst>
            </p:cNvPr>
            <p:cNvSpPr/>
            <p:nvPr/>
          </p:nvSpPr>
          <p:spPr>
            <a:xfrm>
              <a:off x="971478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89" name="Rectangle 2588">
              <a:extLst>
                <a:ext uri="{FF2B5EF4-FFF2-40B4-BE49-F238E27FC236}">
                  <a16:creationId xmlns:a16="http://schemas.microsoft.com/office/drawing/2014/main" id="{660772BA-DD07-FBE3-5F66-7F4ABAD32118}"/>
                </a:ext>
              </a:extLst>
            </p:cNvPr>
            <p:cNvSpPr/>
            <p:nvPr/>
          </p:nvSpPr>
          <p:spPr>
            <a:xfrm>
              <a:off x="971478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0" name="Rectangle 2589">
              <a:extLst>
                <a:ext uri="{FF2B5EF4-FFF2-40B4-BE49-F238E27FC236}">
                  <a16:creationId xmlns:a16="http://schemas.microsoft.com/office/drawing/2014/main" id="{CE9CE556-AA43-4EF4-D96E-8F3F0DBEED2B}"/>
                </a:ext>
              </a:extLst>
            </p:cNvPr>
            <p:cNvSpPr/>
            <p:nvPr/>
          </p:nvSpPr>
          <p:spPr>
            <a:xfrm>
              <a:off x="971478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1" name="Rectangle 2590">
              <a:extLst>
                <a:ext uri="{FF2B5EF4-FFF2-40B4-BE49-F238E27FC236}">
                  <a16:creationId xmlns:a16="http://schemas.microsoft.com/office/drawing/2014/main" id="{03AA81F9-89A0-C65D-F016-1F2D48A2E939}"/>
                </a:ext>
              </a:extLst>
            </p:cNvPr>
            <p:cNvSpPr/>
            <p:nvPr/>
          </p:nvSpPr>
          <p:spPr>
            <a:xfrm>
              <a:off x="971478" y="333816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2" name="Rectangle 2591">
              <a:extLst>
                <a:ext uri="{FF2B5EF4-FFF2-40B4-BE49-F238E27FC236}">
                  <a16:creationId xmlns:a16="http://schemas.microsoft.com/office/drawing/2014/main" id="{59F89D02-B715-C1E9-7BFF-40BA8E475857}"/>
                </a:ext>
              </a:extLst>
            </p:cNvPr>
            <p:cNvSpPr/>
            <p:nvPr/>
          </p:nvSpPr>
          <p:spPr>
            <a:xfrm>
              <a:off x="971478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3" name="Rectangle 2592">
              <a:extLst>
                <a:ext uri="{FF2B5EF4-FFF2-40B4-BE49-F238E27FC236}">
                  <a16:creationId xmlns:a16="http://schemas.microsoft.com/office/drawing/2014/main" id="{CE1833DC-2642-559D-41E9-0CE27050BD4E}"/>
                </a:ext>
              </a:extLst>
            </p:cNvPr>
            <p:cNvSpPr/>
            <p:nvPr/>
          </p:nvSpPr>
          <p:spPr>
            <a:xfrm>
              <a:off x="971478" y="3504359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4" name="Rectangle 2593">
              <a:extLst>
                <a:ext uri="{FF2B5EF4-FFF2-40B4-BE49-F238E27FC236}">
                  <a16:creationId xmlns:a16="http://schemas.microsoft.com/office/drawing/2014/main" id="{3FE2F107-6D11-91C3-0060-4465C3986E6C}"/>
                </a:ext>
              </a:extLst>
            </p:cNvPr>
            <p:cNvSpPr/>
            <p:nvPr/>
          </p:nvSpPr>
          <p:spPr>
            <a:xfrm>
              <a:off x="971478" y="3587220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5" name="Rectangle 2594">
              <a:extLst>
                <a:ext uri="{FF2B5EF4-FFF2-40B4-BE49-F238E27FC236}">
                  <a16:creationId xmlns:a16="http://schemas.microsoft.com/office/drawing/2014/main" id="{194CC8F5-0745-1E38-8659-744540CA853D}"/>
                </a:ext>
              </a:extLst>
            </p:cNvPr>
            <p:cNvSpPr/>
            <p:nvPr/>
          </p:nvSpPr>
          <p:spPr>
            <a:xfrm>
              <a:off x="971478" y="367031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6" name="Rectangle 2595">
              <a:extLst>
                <a:ext uri="{FF2B5EF4-FFF2-40B4-BE49-F238E27FC236}">
                  <a16:creationId xmlns:a16="http://schemas.microsoft.com/office/drawing/2014/main" id="{13D8FD16-ABB0-8134-04B6-2F9A202C4FFD}"/>
                </a:ext>
              </a:extLst>
            </p:cNvPr>
            <p:cNvSpPr/>
            <p:nvPr/>
          </p:nvSpPr>
          <p:spPr>
            <a:xfrm>
              <a:off x="971478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7" name="Rectangle 2596">
              <a:extLst>
                <a:ext uri="{FF2B5EF4-FFF2-40B4-BE49-F238E27FC236}">
                  <a16:creationId xmlns:a16="http://schemas.microsoft.com/office/drawing/2014/main" id="{D00EB89B-1345-50BC-85F9-6FA7D2D11C2E}"/>
                </a:ext>
              </a:extLst>
            </p:cNvPr>
            <p:cNvSpPr/>
            <p:nvPr/>
          </p:nvSpPr>
          <p:spPr>
            <a:xfrm>
              <a:off x="971478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8" name="Rectangle 2597">
              <a:extLst>
                <a:ext uri="{FF2B5EF4-FFF2-40B4-BE49-F238E27FC236}">
                  <a16:creationId xmlns:a16="http://schemas.microsoft.com/office/drawing/2014/main" id="{A8C3443D-2272-04A1-2FEF-29956E4D491A}"/>
                </a:ext>
              </a:extLst>
            </p:cNvPr>
            <p:cNvSpPr/>
            <p:nvPr/>
          </p:nvSpPr>
          <p:spPr>
            <a:xfrm>
              <a:off x="971478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599" name="Rectangle 2598">
              <a:extLst>
                <a:ext uri="{FF2B5EF4-FFF2-40B4-BE49-F238E27FC236}">
                  <a16:creationId xmlns:a16="http://schemas.microsoft.com/office/drawing/2014/main" id="{E06FF7F4-8087-69B7-7E44-BB2062379964}"/>
                </a:ext>
              </a:extLst>
            </p:cNvPr>
            <p:cNvSpPr/>
            <p:nvPr/>
          </p:nvSpPr>
          <p:spPr>
            <a:xfrm>
              <a:off x="971478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0" name="Rectangle 2599">
              <a:extLst>
                <a:ext uri="{FF2B5EF4-FFF2-40B4-BE49-F238E27FC236}">
                  <a16:creationId xmlns:a16="http://schemas.microsoft.com/office/drawing/2014/main" id="{B1DA228F-4408-2654-F19E-BCF31CA0F0B6}"/>
                </a:ext>
              </a:extLst>
            </p:cNvPr>
            <p:cNvSpPr/>
            <p:nvPr/>
          </p:nvSpPr>
          <p:spPr>
            <a:xfrm>
              <a:off x="971478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1" name="Rectangle 2600">
              <a:extLst>
                <a:ext uri="{FF2B5EF4-FFF2-40B4-BE49-F238E27FC236}">
                  <a16:creationId xmlns:a16="http://schemas.microsoft.com/office/drawing/2014/main" id="{28E4D6B1-B8F0-BF66-1E89-0A6E0C8867D1}"/>
                </a:ext>
              </a:extLst>
            </p:cNvPr>
            <p:cNvSpPr/>
            <p:nvPr/>
          </p:nvSpPr>
          <p:spPr>
            <a:xfrm>
              <a:off x="971478" y="416889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2" name="Rectangle 2601">
              <a:extLst>
                <a:ext uri="{FF2B5EF4-FFF2-40B4-BE49-F238E27FC236}">
                  <a16:creationId xmlns:a16="http://schemas.microsoft.com/office/drawing/2014/main" id="{08564A93-D2B2-4079-E6EE-FF9ECF1A9989}"/>
                </a:ext>
              </a:extLst>
            </p:cNvPr>
            <p:cNvSpPr/>
            <p:nvPr/>
          </p:nvSpPr>
          <p:spPr>
            <a:xfrm>
              <a:off x="971478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3" name="Rectangle 2602">
              <a:extLst>
                <a:ext uri="{FF2B5EF4-FFF2-40B4-BE49-F238E27FC236}">
                  <a16:creationId xmlns:a16="http://schemas.microsoft.com/office/drawing/2014/main" id="{964E54E1-4889-8AAE-7FFE-6BEF2DA1F6D1}"/>
                </a:ext>
              </a:extLst>
            </p:cNvPr>
            <p:cNvSpPr/>
            <p:nvPr/>
          </p:nvSpPr>
          <p:spPr>
            <a:xfrm>
              <a:off x="971478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4" name="Rectangle 2603">
              <a:extLst>
                <a:ext uri="{FF2B5EF4-FFF2-40B4-BE49-F238E27FC236}">
                  <a16:creationId xmlns:a16="http://schemas.microsoft.com/office/drawing/2014/main" id="{0A96C21A-B931-D527-2A1C-DF8646400D89}"/>
                </a:ext>
              </a:extLst>
            </p:cNvPr>
            <p:cNvSpPr/>
            <p:nvPr/>
          </p:nvSpPr>
          <p:spPr>
            <a:xfrm>
              <a:off x="971478" y="441818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5" name="Rectangle 2604">
              <a:extLst>
                <a:ext uri="{FF2B5EF4-FFF2-40B4-BE49-F238E27FC236}">
                  <a16:creationId xmlns:a16="http://schemas.microsoft.com/office/drawing/2014/main" id="{BB8EFC38-DC58-52A3-291F-908B18648B76}"/>
                </a:ext>
              </a:extLst>
            </p:cNvPr>
            <p:cNvSpPr/>
            <p:nvPr/>
          </p:nvSpPr>
          <p:spPr>
            <a:xfrm>
              <a:off x="971478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6" name="Rectangle 2605">
              <a:extLst>
                <a:ext uri="{FF2B5EF4-FFF2-40B4-BE49-F238E27FC236}">
                  <a16:creationId xmlns:a16="http://schemas.microsoft.com/office/drawing/2014/main" id="{B5EAA69A-2101-C0AB-2B5F-3A85E4928116}"/>
                </a:ext>
              </a:extLst>
            </p:cNvPr>
            <p:cNvSpPr/>
            <p:nvPr/>
          </p:nvSpPr>
          <p:spPr>
            <a:xfrm>
              <a:off x="971478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7" name="Rectangle 2606">
              <a:extLst>
                <a:ext uri="{FF2B5EF4-FFF2-40B4-BE49-F238E27FC236}">
                  <a16:creationId xmlns:a16="http://schemas.microsoft.com/office/drawing/2014/main" id="{4F3CD3F9-1120-A1CA-AD9C-8390F466F1DC}"/>
                </a:ext>
              </a:extLst>
            </p:cNvPr>
            <p:cNvSpPr/>
            <p:nvPr/>
          </p:nvSpPr>
          <p:spPr>
            <a:xfrm>
              <a:off x="971478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8" name="Rectangle 2607">
              <a:extLst>
                <a:ext uri="{FF2B5EF4-FFF2-40B4-BE49-F238E27FC236}">
                  <a16:creationId xmlns:a16="http://schemas.microsoft.com/office/drawing/2014/main" id="{D2737E6D-A59B-B3CB-EF9E-03199BD658A5}"/>
                </a:ext>
              </a:extLst>
            </p:cNvPr>
            <p:cNvSpPr/>
            <p:nvPr/>
          </p:nvSpPr>
          <p:spPr>
            <a:xfrm>
              <a:off x="971478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09" name="Rectangle 2608">
              <a:extLst>
                <a:ext uri="{FF2B5EF4-FFF2-40B4-BE49-F238E27FC236}">
                  <a16:creationId xmlns:a16="http://schemas.microsoft.com/office/drawing/2014/main" id="{0BD55026-0A66-05C3-FE20-AD7F31636E95}"/>
                </a:ext>
              </a:extLst>
            </p:cNvPr>
            <p:cNvSpPr/>
            <p:nvPr/>
          </p:nvSpPr>
          <p:spPr>
            <a:xfrm>
              <a:off x="971478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0" name="Rectangle 2609">
              <a:extLst>
                <a:ext uri="{FF2B5EF4-FFF2-40B4-BE49-F238E27FC236}">
                  <a16:creationId xmlns:a16="http://schemas.microsoft.com/office/drawing/2014/main" id="{1C0A7E79-4207-811F-3C40-C6835321209A}"/>
                </a:ext>
              </a:extLst>
            </p:cNvPr>
            <p:cNvSpPr/>
            <p:nvPr/>
          </p:nvSpPr>
          <p:spPr>
            <a:xfrm>
              <a:off x="971478" y="49165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1" name="Rectangle 2610">
              <a:extLst>
                <a:ext uri="{FF2B5EF4-FFF2-40B4-BE49-F238E27FC236}">
                  <a16:creationId xmlns:a16="http://schemas.microsoft.com/office/drawing/2014/main" id="{BE5E86FC-4CA4-4BC7-651C-BA55B837F6F9}"/>
                </a:ext>
              </a:extLst>
            </p:cNvPr>
            <p:cNvSpPr/>
            <p:nvPr/>
          </p:nvSpPr>
          <p:spPr>
            <a:xfrm>
              <a:off x="971478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2" name="Rectangle 2611">
              <a:extLst>
                <a:ext uri="{FF2B5EF4-FFF2-40B4-BE49-F238E27FC236}">
                  <a16:creationId xmlns:a16="http://schemas.microsoft.com/office/drawing/2014/main" id="{D25C4DB2-52AE-F4D3-5BF5-6515FCFA03B9}"/>
                </a:ext>
              </a:extLst>
            </p:cNvPr>
            <p:cNvSpPr/>
            <p:nvPr/>
          </p:nvSpPr>
          <p:spPr>
            <a:xfrm>
              <a:off x="971478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3" name="Rectangle 2612">
              <a:extLst>
                <a:ext uri="{FF2B5EF4-FFF2-40B4-BE49-F238E27FC236}">
                  <a16:creationId xmlns:a16="http://schemas.microsoft.com/office/drawing/2014/main" id="{35963D6A-CF17-F1A1-59EB-470E22FD6837}"/>
                </a:ext>
              </a:extLst>
            </p:cNvPr>
            <p:cNvSpPr/>
            <p:nvPr/>
          </p:nvSpPr>
          <p:spPr>
            <a:xfrm>
              <a:off x="971478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4" name="Rectangle 2613">
              <a:extLst>
                <a:ext uri="{FF2B5EF4-FFF2-40B4-BE49-F238E27FC236}">
                  <a16:creationId xmlns:a16="http://schemas.microsoft.com/office/drawing/2014/main" id="{109B7CB2-FD5F-0CA1-25DD-102E7A1541E9}"/>
                </a:ext>
              </a:extLst>
            </p:cNvPr>
            <p:cNvSpPr/>
            <p:nvPr/>
          </p:nvSpPr>
          <p:spPr>
            <a:xfrm>
              <a:off x="971478" y="524891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5" name="Rectangle 2614">
              <a:extLst>
                <a:ext uri="{FF2B5EF4-FFF2-40B4-BE49-F238E27FC236}">
                  <a16:creationId xmlns:a16="http://schemas.microsoft.com/office/drawing/2014/main" id="{4E5D3283-58A0-722B-A2DB-71D60D8EE561}"/>
                </a:ext>
              </a:extLst>
            </p:cNvPr>
            <p:cNvSpPr/>
            <p:nvPr/>
          </p:nvSpPr>
          <p:spPr>
            <a:xfrm>
              <a:off x="971478" y="53320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6" name="Rectangle 2615">
              <a:extLst>
                <a:ext uri="{FF2B5EF4-FFF2-40B4-BE49-F238E27FC236}">
                  <a16:creationId xmlns:a16="http://schemas.microsoft.com/office/drawing/2014/main" id="{BEC5D2A0-DA26-7FF6-F43B-6DB1C779CAB1}"/>
                </a:ext>
              </a:extLst>
            </p:cNvPr>
            <p:cNvSpPr/>
            <p:nvPr/>
          </p:nvSpPr>
          <p:spPr>
            <a:xfrm>
              <a:off x="971478" y="541510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7" name="Rectangle 2616">
              <a:extLst>
                <a:ext uri="{FF2B5EF4-FFF2-40B4-BE49-F238E27FC236}">
                  <a16:creationId xmlns:a16="http://schemas.microsoft.com/office/drawing/2014/main" id="{9FE0DC54-0593-5BAF-3E98-A208CA7A03D8}"/>
                </a:ext>
              </a:extLst>
            </p:cNvPr>
            <p:cNvSpPr/>
            <p:nvPr/>
          </p:nvSpPr>
          <p:spPr>
            <a:xfrm>
              <a:off x="971478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8" name="Rectangle 2617">
              <a:extLst>
                <a:ext uri="{FF2B5EF4-FFF2-40B4-BE49-F238E27FC236}">
                  <a16:creationId xmlns:a16="http://schemas.microsoft.com/office/drawing/2014/main" id="{F2C28699-A705-3821-C2B1-FF7127177EFC}"/>
                </a:ext>
              </a:extLst>
            </p:cNvPr>
            <p:cNvSpPr/>
            <p:nvPr/>
          </p:nvSpPr>
          <p:spPr>
            <a:xfrm>
              <a:off x="971478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19" name="Rectangle 2618">
              <a:extLst>
                <a:ext uri="{FF2B5EF4-FFF2-40B4-BE49-F238E27FC236}">
                  <a16:creationId xmlns:a16="http://schemas.microsoft.com/office/drawing/2014/main" id="{6BB8D687-0306-2326-5DCD-B5DD3D0EA067}"/>
                </a:ext>
              </a:extLst>
            </p:cNvPr>
            <p:cNvSpPr/>
            <p:nvPr/>
          </p:nvSpPr>
          <p:spPr>
            <a:xfrm>
              <a:off x="971478" y="5664394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0" name="Rectangle 2619">
              <a:extLst>
                <a:ext uri="{FF2B5EF4-FFF2-40B4-BE49-F238E27FC236}">
                  <a16:creationId xmlns:a16="http://schemas.microsoft.com/office/drawing/2014/main" id="{DD59E6EC-9DA2-FDF3-17C8-4522663655CE}"/>
                </a:ext>
              </a:extLst>
            </p:cNvPr>
            <p:cNvSpPr/>
            <p:nvPr/>
          </p:nvSpPr>
          <p:spPr>
            <a:xfrm>
              <a:off x="971478" y="574749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1" name="Rectangle 2620">
              <a:extLst>
                <a:ext uri="{FF2B5EF4-FFF2-40B4-BE49-F238E27FC236}">
                  <a16:creationId xmlns:a16="http://schemas.microsoft.com/office/drawing/2014/main" id="{A92C9E9D-F375-0567-05AD-42772EB099C0}"/>
                </a:ext>
              </a:extLst>
            </p:cNvPr>
            <p:cNvSpPr/>
            <p:nvPr/>
          </p:nvSpPr>
          <p:spPr>
            <a:xfrm>
              <a:off x="971478" y="583058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2" name="Rectangle 2621">
              <a:extLst>
                <a:ext uri="{FF2B5EF4-FFF2-40B4-BE49-F238E27FC236}">
                  <a16:creationId xmlns:a16="http://schemas.microsoft.com/office/drawing/2014/main" id="{4321F133-8A04-5490-7888-1F0585F220E3}"/>
                </a:ext>
              </a:extLst>
            </p:cNvPr>
            <p:cNvSpPr/>
            <p:nvPr/>
          </p:nvSpPr>
          <p:spPr>
            <a:xfrm>
              <a:off x="971478" y="591344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3" name="Rectangle 2622">
              <a:extLst>
                <a:ext uri="{FF2B5EF4-FFF2-40B4-BE49-F238E27FC236}">
                  <a16:creationId xmlns:a16="http://schemas.microsoft.com/office/drawing/2014/main" id="{88EFA108-5CAC-33F6-6881-150639657596}"/>
                </a:ext>
              </a:extLst>
            </p:cNvPr>
            <p:cNvSpPr/>
            <p:nvPr/>
          </p:nvSpPr>
          <p:spPr>
            <a:xfrm>
              <a:off x="971478" y="599654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4" name="Rectangle 2623">
              <a:extLst>
                <a:ext uri="{FF2B5EF4-FFF2-40B4-BE49-F238E27FC236}">
                  <a16:creationId xmlns:a16="http://schemas.microsoft.com/office/drawing/2014/main" id="{D869FD99-2A94-B7B6-A2A1-31F4E252ACBC}"/>
                </a:ext>
              </a:extLst>
            </p:cNvPr>
            <p:cNvSpPr/>
            <p:nvPr/>
          </p:nvSpPr>
          <p:spPr>
            <a:xfrm>
              <a:off x="971478" y="607964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5" name="Rectangle 2624">
              <a:extLst>
                <a:ext uri="{FF2B5EF4-FFF2-40B4-BE49-F238E27FC236}">
                  <a16:creationId xmlns:a16="http://schemas.microsoft.com/office/drawing/2014/main" id="{C0B78B91-6FEB-E88D-8B2A-3EC0F7F8CB60}"/>
                </a:ext>
              </a:extLst>
            </p:cNvPr>
            <p:cNvSpPr/>
            <p:nvPr/>
          </p:nvSpPr>
          <p:spPr>
            <a:xfrm>
              <a:off x="971478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6" name="Rectangle 2625">
              <a:extLst>
                <a:ext uri="{FF2B5EF4-FFF2-40B4-BE49-F238E27FC236}">
                  <a16:creationId xmlns:a16="http://schemas.microsoft.com/office/drawing/2014/main" id="{1556BD3D-65DE-9965-483B-EA204DAA3DB1}"/>
                </a:ext>
              </a:extLst>
            </p:cNvPr>
            <p:cNvSpPr/>
            <p:nvPr/>
          </p:nvSpPr>
          <p:spPr>
            <a:xfrm>
              <a:off x="971478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7" name="Rectangle 2626">
              <a:extLst>
                <a:ext uri="{FF2B5EF4-FFF2-40B4-BE49-F238E27FC236}">
                  <a16:creationId xmlns:a16="http://schemas.microsoft.com/office/drawing/2014/main" id="{82AF506F-B904-7A16-10D0-11DDAF03351E}"/>
                </a:ext>
              </a:extLst>
            </p:cNvPr>
            <p:cNvSpPr/>
            <p:nvPr/>
          </p:nvSpPr>
          <p:spPr>
            <a:xfrm>
              <a:off x="971478" y="632892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8" name="Rectangle 2627">
              <a:extLst>
                <a:ext uri="{FF2B5EF4-FFF2-40B4-BE49-F238E27FC236}">
                  <a16:creationId xmlns:a16="http://schemas.microsoft.com/office/drawing/2014/main" id="{FD9E960C-9071-1A62-E670-A1A03AE81418}"/>
                </a:ext>
              </a:extLst>
            </p:cNvPr>
            <p:cNvSpPr/>
            <p:nvPr/>
          </p:nvSpPr>
          <p:spPr>
            <a:xfrm>
              <a:off x="971478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29" name="Rectangle 2628">
              <a:extLst>
                <a:ext uri="{FF2B5EF4-FFF2-40B4-BE49-F238E27FC236}">
                  <a16:creationId xmlns:a16="http://schemas.microsoft.com/office/drawing/2014/main" id="{D3C9D303-0B8E-35B7-A27D-4CB727DC7376}"/>
                </a:ext>
              </a:extLst>
            </p:cNvPr>
            <p:cNvSpPr/>
            <p:nvPr/>
          </p:nvSpPr>
          <p:spPr>
            <a:xfrm>
              <a:off x="971478" y="649512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0" name="Rectangle 2629">
              <a:extLst>
                <a:ext uri="{FF2B5EF4-FFF2-40B4-BE49-F238E27FC236}">
                  <a16:creationId xmlns:a16="http://schemas.microsoft.com/office/drawing/2014/main" id="{63A52198-ABB5-FD75-B5FF-B6FB67C53B47}"/>
                </a:ext>
              </a:extLst>
            </p:cNvPr>
            <p:cNvSpPr/>
            <p:nvPr/>
          </p:nvSpPr>
          <p:spPr>
            <a:xfrm>
              <a:off x="971478" y="6578219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1" name="Rectangle 2630">
              <a:extLst>
                <a:ext uri="{FF2B5EF4-FFF2-40B4-BE49-F238E27FC236}">
                  <a16:creationId xmlns:a16="http://schemas.microsoft.com/office/drawing/2014/main" id="{63D972B0-87B2-8835-40E4-C94D0BFB6B65}"/>
                </a:ext>
              </a:extLst>
            </p:cNvPr>
            <p:cNvSpPr/>
            <p:nvPr/>
          </p:nvSpPr>
          <p:spPr>
            <a:xfrm>
              <a:off x="971478" y="6661315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2" name="Rectangle 2631">
              <a:extLst>
                <a:ext uri="{FF2B5EF4-FFF2-40B4-BE49-F238E27FC236}">
                  <a16:creationId xmlns:a16="http://schemas.microsoft.com/office/drawing/2014/main" id="{6AB5097B-F0EF-F3DB-6ABA-CB00516344A4}"/>
                </a:ext>
              </a:extLst>
            </p:cNvPr>
            <p:cNvSpPr/>
            <p:nvPr/>
          </p:nvSpPr>
          <p:spPr>
            <a:xfrm>
              <a:off x="971478" y="674441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3" name="Rectangle 2632">
              <a:extLst>
                <a:ext uri="{FF2B5EF4-FFF2-40B4-BE49-F238E27FC236}">
                  <a16:creationId xmlns:a16="http://schemas.microsoft.com/office/drawing/2014/main" id="{B4E8A58C-36FD-E0F0-2B97-FD3EF6D23BB3}"/>
                </a:ext>
              </a:extLst>
            </p:cNvPr>
            <p:cNvSpPr/>
            <p:nvPr/>
          </p:nvSpPr>
          <p:spPr>
            <a:xfrm>
              <a:off x="971478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4" name="Rectangle 2633">
              <a:extLst>
                <a:ext uri="{FF2B5EF4-FFF2-40B4-BE49-F238E27FC236}">
                  <a16:creationId xmlns:a16="http://schemas.microsoft.com/office/drawing/2014/main" id="{A5F44932-4A6E-8347-9CF3-DC5B28995093}"/>
                </a:ext>
              </a:extLst>
            </p:cNvPr>
            <p:cNvSpPr/>
            <p:nvPr/>
          </p:nvSpPr>
          <p:spPr>
            <a:xfrm>
              <a:off x="971478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5" name="Rectangle 2634">
              <a:extLst>
                <a:ext uri="{FF2B5EF4-FFF2-40B4-BE49-F238E27FC236}">
                  <a16:creationId xmlns:a16="http://schemas.microsoft.com/office/drawing/2014/main" id="{8C3DA28F-A976-C798-CC45-CD84B8770EE3}"/>
                </a:ext>
              </a:extLst>
            </p:cNvPr>
            <p:cNvSpPr/>
            <p:nvPr/>
          </p:nvSpPr>
          <p:spPr>
            <a:xfrm>
              <a:off x="971478" y="699370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6" name="Rectangle 2635">
              <a:extLst>
                <a:ext uri="{FF2B5EF4-FFF2-40B4-BE49-F238E27FC236}">
                  <a16:creationId xmlns:a16="http://schemas.microsoft.com/office/drawing/2014/main" id="{45E8EE8A-4BD9-4F8A-F1EC-28DCB4A08955}"/>
                </a:ext>
              </a:extLst>
            </p:cNvPr>
            <p:cNvSpPr/>
            <p:nvPr/>
          </p:nvSpPr>
          <p:spPr>
            <a:xfrm>
              <a:off x="1034216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7" name="Rectangle 2636">
              <a:extLst>
                <a:ext uri="{FF2B5EF4-FFF2-40B4-BE49-F238E27FC236}">
                  <a16:creationId xmlns:a16="http://schemas.microsoft.com/office/drawing/2014/main" id="{50C3FE30-D841-D66A-6D4B-324D74CF15E6}"/>
                </a:ext>
              </a:extLst>
            </p:cNvPr>
            <p:cNvSpPr/>
            <p:nvPr/>
          </p:nvSpPr>
          <p:spPr>
            <a:xfrm>
              <a:off x="1034216" y="1842667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8" name="Rectangle 2637">
              <a:extLst>
                <a:ext uri="{FF2B5EF4-FFF2-40B4-BE49-F238E27FC236}">
                  <a16:creationId xmlns:a16="http://schemas.microsoft.com/office/drawing/2014/main" id="{549C6413-6071-54B3-908B-A0A5145A9C2F}"/>
                </a:ext>
              </a:extLst>
            </p:cNvPr>
            <p:cNvSpPr/>
            <p:nvPr/>
          </p:nvSpPr>
          <p:spPr>
            <a:xfrm>
              <a:off x="1034216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39" name="Rectangle 2638">
              <a:extLst>
                <a:ext uri="{FF2B5EF4-FFF2-40B4-BE49-F238E27FC236}">
                  <a16:creationId xmlns:a16="http://schemas.microsoft.com/office/drawing/2014/main" id="{BE12CC53-511E-7328-2C76-831199138514}"/>
                </a:ext>
              </a:extLst>
            </p:cNvPr>
            <p:cNvSpPr/>
            <p:nvPr/>
          </p:nvSpPr>
          <p:spPr>
            <a:xfrm>
              <a:off x="1034216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0" name="Rectangle 2639">
              <a:extLst>
                <a:ext uri="{FF2B5EF4-FFF2-40B4-BE49-F238E27FC236}">
                  <a16:creationId xmlns:a16="http://schemas.microsoft.com/office/drawing/2014/main" id="{68F1A18D-65BC-768A-8A25-067809D30F25}"/>
                </a:ext>
              </a:extLst>
            </p:cNvPr>
            <p:cNvSpPr/>
            <p:nvPr/>
          </p:nvSpPr>
          <p:spPr>
            <a:xfrm>
              <a:off x="1034216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1" name="Rectangle 2640">
              <a:extLst>
                <a:ext uri="{FF2B5EF4-FFF2-40B4-BE49-F238E27FC236}">
                  <a16:creationId xmlns:a16="http://schemas.microsoft.com/office/drawing/2014/main" id="{30F87EDF-AC98-9E26-B54C-3C747E7DE517}"/>
                </a:ext>
              </a:extLst>
            </p:cNvPr>
            <p:cNvSpPr/>
            <p:nvPr/>
          </p:nvSpPr>
          <p:spPr>
            <a:xfrm>
              <a:off x="1034216" y="217505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2" name="Rectangle 2641">
              <a:extLst>
                <a:ext uri="{FF2B5EF4-FFF2-40B4-BE49-F238E27FC236}">
                  <a16:creationId xmlns:a16="http://schemas.microsoft.com/office/drawing/2014/main" id="{D7B07A46-F0EC-FEB2-9D8F-43C8BBBF3745}"/>
                </a:ext>
              </a:extLst>
            </p:cNvPr>
            <p:cNvSpPr/>
            <p:nvPr/>
          </p:nvSpPr>
          <p:spPr>
            <a:xfrm>
              <a:off x="1034216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3" name="Rectangle 2642">
              <a:extLst>
                <a:ext uri="{FF2B5EF4-FFF2-40B4-BE49-F238E27FC236}">
                  <a16:creationId xmlns:a16="http://schemas.microsoft.com/office/drawing/2014/main" id="{AD4F5C3F-7153-DF79-7367-29AD54CD7356}"/>
                </a:ext>
              </a:extLst>
            </p:cNvPr>
            <p:cNvSpPr/>
            <p:nvPr/>
          </p:nvSpPr>
          <p:spPr>
            <a:xfrm>
              <a:off x="1034216" y="234124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4" name="Rectangle 2643">
              <a:extLst>
                <a:ext uri="{FF2B5EF4-FFF2-40B4-BE49-F238E27FC236}">
                  <a16:creationId xmlns:a16="http://schemas.microsoft.com/office/drawing/2014/main" id="{A0718F31-D1F7-41B5-E304-31B1641932AC}"/>
                </a:ext>
              </a:extLst>
            </p:cNvPr>
            <p:cNvSpPr/>
            <p:nvPr/>
          </p:nvSpPr>
          <p:spPr>
            <a:xfrm>
              <a:off x="1034216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5" name="Rectangle 2644">
              <a:extLst>
                <a:ext uri="{FF2B5EF4-FFF2-40B4-BE49-F238E27FC236}">
                  <a16:creationId xmlns:a16="http://schemas.microsoft.com/office/drawing/2014/main" id="{7D89B9E2-9773-669D-FC33-BAB5539B968E}"/>
                </a:ext>
              </a:extLst>
            </p:cNvPr>
            <p:cNvSpPr/>
            <p:nvPr/>
          </p:nvSpPr>
          <p:spPr>
            <a:xfrm>
              <a:off x="1034216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6" name="Rectangle 2645">
              <a:extLst>
                <a:ext uri="{FF2B5EF4-FFF2-40B4-BE49-F238E27FC236}">
                  <a16:creationId xmlns:a16="http://schemas.microsoft.com/office/drawing/2014/main" id="{C0EC20B2-1B4A-44F0-2A17-97A332E061DD}"/>
                </a:ext>
              </a:extLst>
            </p:cNvPr>
            <p:cNvSpPr/>
            <p:nvPr/>
          </p:nvSpPr>
          <p:spPr>
            <a:xfrm>
              <a:off x="1034216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7" name="Rectangle 2646">
              <a:extLst>
                <a:ext uri="{FF2B5EF4-FFF2-40B4-BE49-F238E27FC236}">
                  <a16:creationId xmlns:a16="http://schemas.microsoft.com/office/drawing/2014/main" id="{C37FBACE-E724-A477-A91D-86F8C54557A3}"/>
                </a:ext>
              </a:extLst>
            </p:cNvPr>
            <p:cNvSpPr/>
            <p:nvPr/>
          </p:nvSpPr>
          <p:spPr>
            <a:xfrm>
              <a:off x="1034216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8" name="Rectangle 2647">
              <a:extLst>
                <a:ext uri="{FF2B5EF4-FFF2-40B4-BE49-F238E27FC236}">
                  <a16:creationId xmlns:a16="http://schemas.microsoft.com/office/drawing/2014/main" id="{FA239289-227B-9D50-F50C-F947FFF03958}"/>
                </a:ext>
              </a:extLst>
            </p:cNvPr>
            <p:cNvSpPr/>
            <p:nvPr/>
          </p:nvSpPr>
          <p:spPr>
            <a:xfrm>
              <a:off x="1034216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49" name="Rectangle 2648">
              <a:extLst>
                <a:ext uri="{FF2B5EF4-FFF2-40B4-BE49-F238E27FC236}">
                  <a16:creationId xmlns:a16="http://schemas.microsoft.com/office/drawing/2014/main" id="{B4B97AEC-A32E-EB2C-B0CA-3459C74FE7E2}"/>
                </a:ext>
              </a:extLst>
            </p:cNvPr>
            <p:cNvSpPr/>
            <p:nvPr/>
          </p:nvSpPr>
          <p:spPr>
            <a:xfrm>
              <a:off x="1034216" y="283958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0" name="Rectangle 2649">
              <a:extLst>
                <a:ext uri="{FF2B5EF4-FFF2-40B4-BE49-F238E27FC236}">
                  <a16:creationId xmlns:a16="http://schemas.microsoft.com/office/drawing/2014/main" id="{F73D9D31-D613-F1B7-BA0A-7C4F67082846}"/>
                </a:ext>
              </a:extLst>
            </p:cNvPr>
            <p:cNvSpPr/>
            <p:nvPr/>
          </p:nvSpPr>
          <p:spPr>
            <a:xfrm>
              <a:off x="1034216" y="292268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1" name="Rectangle 2650">
              <a:extLst>
                <a:ext uri="{FF2B5EF4-FFF2-40B4-BE49-F238E27FC236}">
                  <a16:creationId xmlns:a16="http://schemas.microsoft.com/office/drawing/2014/main" id="{66D27AB0-34F0-8136-9D77-394A930DC098}"/>
                </a:ext>
              </a:extLst>
            </p:cNvPr>
            <p:cNvSpPr/>
            <p:nvPr/>
          </p:nvSpPr>
          <p:spPr>
            <a:xfrm>
              <a:off x="1034216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2" name="Rectangle 2651">
              <a:extLst>
                <a:ext uri="{FF2B5EF4-FFF2-40B4-BE49-F238E27FC236}">
                  <a16:creationId xmlns:a16="http://schemas.microsoft.com/office/drawing/2014/main" id="{0DE482E7-1795-74EC-C39C-3241C234A921}"/>
                </a:ext>
              </a:extLst>
            </p:cNvPr>
            <p:cNvSpPr/>
            <p:nvPr/>
          </p:nvSpPr>
          <p:spPr>
            <a:xfrm>
              <a:off x="1034216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3" name="Rectangle 2652">
              <a:extLst>
                <a:ext uri="{FF2B5EF4-FFF2-40B4-BE49-F238E27FC236}">
                  <a16:creationId xmlns:a16="http://schemas.microsoft.com/office/drawing/2014/main" id="{F2B71DE5-1501-E03C-8590-ABF9436DA167}"/>
                </a:ext>
              </a:extLst>
            </p:cNvPr>
            <p:cNvSpPr/>
            <p:nvPr/>
          </p:nvSpPr>
          <p:spPr>
            <a:xfrm>
              <a:off x="1034216" y="317197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4" name="Rectangle 2653">
              <a:extLst>
                <a:ext uri="{FF2B5EF4-FFF2-40B4-BE49-F238E27FC236}">
                  <a16:creationId xmlns:a16="http://schemas.microsoft.com/office/drawing/2014/main" id="{33729822-F649-826A-0187-3B0E8917571A}"/>
                </a:ext>
              </a:extLst>
            </p:cNvPr>
            <p:cNvSpPr/>
            <p:nvPr/>
          </p:nvSpPr>
          <p:spPr>
            <a:xfrm>
              <a:off x="1034216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5" name="Rectangle 2654">
              <a:extLst>
                <a:ext uri="{FF2B5EF4-FFF2-40B4-BE49-F238E27FC236}">
                  <a16:creationId xmlns:a16="http://schemas.microsoft.com/office/drawing/2014/main" id="{2701B085-98B3-5118-364B-0D5642498BEE}"/>
                </a:ext>
              </a:extLst>
            </p:cNvPr>
            <p:cNvSpPr/>
            <p:nvPr/>
          </p:nvSpPr>
          <p:spPr>
            <a:xfrm>
              <a:off x="1034216" y="333816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6" name="Rectangle 2655">
              <a:extLst>
                <a:ext uri="{FF2B5EF4-FFF2-40B4-BE49-F238E27FC236}">
                  <a16:creationId xmlns:a16="http://schemas.microsoft.com/office/drawing/2014/main" id="{3EFD36E0-5428-1C18-B136-F888ACD9AFF5}"/>
                </a:ext>
              </a:extLst>
            </p:cNvPr>
            <p:cNvSpPr/>
            <p:nvPr/>
          </p:nvSpPr>
          <p:spPr>
            <a:xfrm>
              <a:off x="1034216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7" name="Rectangle 2656">
              <a:extLst>
                <a:ext uri="{FF2B5EF4-FFF2-40B4-BE49-F238E27FC236}">
                  <a16:creationId xmlns:a16="http://schemas.microsoft.com/office/drawing/2014/main" id="{31392BE0-3134-4968-4929-C211F836E6E1}"/>
                </a:ext>
              </a:extLst>
            </p:cNvPr>
            <p:cNvSpPr/>
            <p:nvPr/>
          </p:nvSpPr>
          <p:spPr>
            <a:xfrm>
              <a:off x="1034216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8" name="Rectangle 2657">
              <a:extLst>
                <a:ext uri="{FF2B5EF4-FFF2-40B4-BE49-F238E27FC236}">
                  <a16:creationId xmlns:a16="http://schemas.microsoft.com/office/drawing/2014/main" id="{A9320BB4-A3A0-5364-EBC1-9D2577FE1DCC}"/>
                </a:ext>
              </a:extLst>
            </p:cNvPr>
            <p:cNvSpPr/>
            <p:nvPr/>
          </p:nvSpPr>
          <p:spPr>
            <a:xfrm>
              <a:off x="1034216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59" name="Rectangle 2658">
              <a:extLst>
                <a:ext uri="{FF2B5EF4-FFF2-40B4-BE49-F238E27FC236}">
                  <a16:creationId xmlns:a16="http://schemas.microsoft.com/office/drawing/2014/main" id="{A1F72611-BC44-6D71-1F94-5E3B10AC9871}"/>
                </a:ext>
              </a:extLst>
            </p:cNvPr>
            <p:cNvSpPr/>
            <p:nvPr/>
          </p:nvSpPr>
          <p:spPr>
            <a:xfrm>
              <a:off x="1034216" y="367031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0" name="Rectangle 2659">
              <a:extLst>
                <a:ext uri="{FF2B5EF4-FFF2-40B4-BE49-F238E27FC236}">
                  <a16:creationId xmlns:a16="http://schemas.microsoft.com/office/drawing/2014/main" id="{F5D65E5B-5939-CE3E-D881-8AC9C9F6C60F}"/>
                </a:ext>
              </a:extLst>
            </p:cNvPr>
            <p:cNvSpPr/>
            <p:nvPr/>
          </p:nvSpPr>
          <p:spPr>
            <a:xfrm>
              <a:off x="1034216" y="3753412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1" name="Rectangle 2660">
              <a:extLst>
                <a:ext uri="{FF2B5EF4-FFF2-40B4-BE49-F238E27FC236}">
                  <a16:creationId xmlns:a16="http://schemas.microsoft.com/office/drawing/2014/main" id="{AF2D2906-ED91-4A31-9E47-51D48546D289}"/>
                </a:ext>
              </a:extLst>
            </p:cNvPr>
            <p:cNvSpPr/>
            <p:nvPr/>
          </p:nvSpPr>
          <p:spPr>
            <a:xfrm>
              <a:off x="1034216" y="383650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2" name="Rectangle 2661">
              <a:extLst>
                <a:ext uri="{FF2B5EF4-FFF2-40B4-BE49-F238E27FC236}">
                  <a16:creationId xmlns:a16="http://schemas.microsoft.com/office/drawing/2014/main" id="{CCB7F0B2-7358-BAE3-0330-13FBC08827E7}"/>
                </a:ext>
              </a:extLst>
            </p:cNvPr>
            <p:cNvSpPr/>
            <p:nvPr/>
          </p:nvSpPr>
          <p:spPr>
            <a:xfrm>
              <a:off x="1034216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3" name="Rectangle 2662">
              <a:extLst>
                <a:ext uri="{FF2B5EF4-FFF2-40B4-BE49-F238E27FC236}">
                  <a16:creationId xmlns:a16="http://schemas.microsoft.com/office/drawing/2014/main" id="{E8FE3389-96DC-7B2A-3C8D-3660634B5B5D}"/>
                </a:ext>
              </a:extLst>
            </p:cNvPr>
            <p:cNvSpPr/>
            <p:nvPr/>
          </p:nvSpPr>
          <p:spPr>
            <a:xfrm>
              <a:off x="1034216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4" name="Rectangle 2663">
              <a:extLst>
                <a:ext uri="{FF2B5EF4-FFF2-40B4-BE49-F238E27FC236}">
                  <a16:creationId xmlns:a16="http://schemas.microsoft.com/office/drawing/2014/main" id="{2A20358D-8DCF-2E88-8ECB-C0ED21202286}"/>
                </a:ext>
              </a:extLst>
            </p:cNvPr>
            <p:cNvSpPr/>
            <p:nvPr/>
          </p:nvSpPr>
          <p:spPr>
            <a:xfrm>
              <a:off x="1034216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5" name="Rectangle 2664">
              <a:extLst>
                <a:ext uri="{FF2B5EF4-FFF2-40B4-BE49-F238E27FC236}">
                  <a16:creationId xmlns:a16="http://schemas.microsoft.com/office/drawing/2014/main" id="{559B0CD3-3A97-7E7C-6AAF-419746DC97FE}"/>
                </a:ext>
              </a:extLst>
            </p:cNvPr>
            <p:cNvSpPr/>
            <p:nvPr/>
          </p:nvSpPr>
          <p:spPr>
            <a:xfrm>
              <a:off x="1034216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6" name="Rectangle 2665">
              <a:extLst>
                <a:ext uri="{FF2B5EF4-FFF2-40B4-BE49-F238E27FC236}">
                  <a16:creationId xmlns:a16="http://schemas.microsoft.com/office/drawing/2014/main" id="{A92A2754-0F77-26B8-2BC6-DF7E25BAF75C}"/>
                </a:ext>
              </a:extLst>
            </p:cNvPr>
            <p:cNvSpPr/>
            <p:nvPr/>
          </p:nvSpPr>
          <p:spPr>
            <a:xfrm>
              <a:off x="1034216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7" name="Rectangle 2666">
              <a:extLst>
                <a:ext uri="{FF2B5EF4-FFF2-40B4-BE49-F238E27FC236}">
                  <a16:creationId xmlns:a16="http://schemas.microsoft.com/office/drawing/2014/main" id="{D8B94DE7-FCB3-1FE1-B29B-BDAB6199B553}"/>
                </a:ext>
              </a:extLst>
            </p:cNvPr>
            <p:cNvSpPr/>
            <p:nvPr/>
          </p:nvSpPr>
          <p:spPr>
            <a:xfrm>
              <a:off x="1034216" y="4335087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8" name="Rectangle 2667">
              <a:extLst>
                <a:ext uri="{FF2B5EF4-FFF2-40B4-BE49-F238E27FC236}">
                  <a16:creationId xmlns:a16="http://schemas.microsoft.com/office/drawing/2014/main" id="{AC0A1B11-A9C3-B361-5972-1AB04D1E979B}"/>
                </a:ext>
              </a:extLst>
            </p:cNvPr>
            <p:cNvSpPr/>
            <p:nvPr/>
          </p:nvSpPr>
          <p:spPr>
            <a:xfrm>
              <a:off x="1034216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69" name="Rectangle 2668">
              <a:extLst>
                <a:ext uri="{FF2B5EF4-FFF2-40B4-BE49-F238E27FC236}">
                  <a16:creationId xmlns:a16="http://schemas.microsoft.com/office/drawing/2014/main" id="{4375A0BD-40AF-4B04-717A-A2CEB4B57A2E}"/>
                </a:ext>
              </a:extLst>
            </p:cNvPr>
            <p:cNvSpPr/>
            <p:nvPr/>
          </p:nvSpPr>
          <p:spPr>
            <a:xfrm>
              <a:off x="1034216" y="45012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0" name="Rectangle 2669">
              <a:extLst>
                <a:ext uri="{FF2B5EF4-FFF2-40B4-BE49-F238E27FC236}">
                  <a16:creationId xmlns:a16="http://schemas.microsoft.com/office/drawing/2014/main" id="{8FC048EF-0014-A9E8-1521-934F66779B0A}"/>
                </a:ext>
              </a:extLst>
            </p:cNvPr>
            <p:cNvSpPr/>
            <p:nvPr/>
          </p:nvSpPr>
          <p:spPr>
            <a:xfrm>
              <a:off x="1034216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1" name="Rectangle 2670">
              <a:extLst>
                <a:ext uri="{FF2B5EF4-FFF2-40B4-BE49-F238E27FC236}">
                  <a16:creationId xmlns:a16="http://schemas.microsoft.com/office/drawing/2014/main" id="{EB25B3D8-F715-D0D6-DED1-4BF1970558BF}"/>
                </a:ext>
              </a:extLst>
            </p:cNvPr>
            <p:cNvSpPr/>
            <p:nvPr/>
          </p:nvSpPr>
          <p:spPr>
            <a:xfrm>
              <a:off x="1034216" y="46674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2" name="Rectangle 2671">
              <a:extLst>
                <a:ext uri="{FF2B5EF4-FFF2-40B4-BE49-F238E27FC236}">
                  <a16:creationId xmlns:a16="http://schemas.microsoft.com/office/drawing/2014/main" id="{E46A9EC3-B9DA-76DA-1B00-EAB8D014E7C3}"/>
                </a:ext>
              </a:extLst>
            </p:cNvPr>
            <p:cNvSpPr/>
            <p:nvPr/>
          </p:nvSpPr>
          <p:spPr>
            <a:xfrm>
              <a:off x="1034216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3" name="Rectangle 2672">
              <a:extLst>
                <a:ext uri="{FF2B5EF4-FFF2-40B4-BE49-F238E27FC236}">
                  <a16:creationId xmlns:a16="http://schemas.microsoft.com/office/drawing/2014/main" id="{A4811F6F-A791-F726-70C6-AA9B6564F502}"/>
                </a:ext>
              </a:extLst>
            </p:cNvPr>
            <p:cNvSpPr/>
            <p:nvPr/>
          </p:nvSpPr>
          <p:spPr>
            <a:xfrm>
              <a:off x="1034216" y="483343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4" name="Rectangle 2673">
              <a:extLst>
                <a:ext uri="{FF2B5EF4-FFF2-40B4-BE49-F238E27FC236}">
                  <a16:creationId xmlns:a16="http://schemas.microsoft.com/office/drawing/2014/main" id="{4CA180CB-18FC-BCFB-EBF5-B26A556A1EF5}"/>
                </a:ext>
              </a:extLst>
            </p:cNvPr>
            <p:cNvSpPr/>
            <p:nvPr/>
          </p:nvSpPr>
          <p:spPr>
            <a:xfrm>
              <a:off x="1034216" y="491652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5" name="Rectangle 2674">
              <a:extLst>
                <a:ext uri="{FF2B5EF4-FFF2-40B4-BE49-F238E27FC236}">
                  <a16:creationId xmlns:a16="http://schemas.microsoft.com/office/drawing/2014/main" id="{B3136677-7DAA-5C70-0038-14D35CB07510}"/>
                </a:ext>
              </a:extLst>
            </p:cNvPr>
            <p:cNvSpPr/>
            <p:nvPr/>
          </p:nvSpPr>
          <p:spPr>
            <a:xfrm>
              <a:off x="1034216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6" name="Rectangle 2675">
              <a:extLst>
                <a:ext uri="{FF2B5EF4-FFF2-40B4-BE49-F238E27FC236}">
                  <a16:creationId xmlns:a16="http://schemas.microsoft.com/office/drawing/2014/main" id="{D018421B-A966-BBAA-1B78-F1503F0A90BB}"/>
                </a:ext>
              </a:extLst>
            </p:cNvPr>
            <p:cNvSpPr/>
            <p:nvPr/>
          </p:nvSpPr>
          <p:spPr>
            <a:xfrm>
              <a:off x="1034216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7" name="Rectangle 2676">
              <a:extLst>
                <a:ext uri="{FF2B5EF4-FFF2-40B4-BE49-F238E27FC236}">
                  <a16:creationId xmlns:a16="http://schemas.microsoft.com/office/drawing/2014/main" id="{F958A8AE-5BBF-A027-7E73-C3E1234287E3}"/>
                </a:ext>
              </a:extLst>
            </p:cNvPr>
            <p:cNvSpPr/>
            <p:nvPr/>
          </p:nvSpPr>
          <p:spPr>
            <a:xfrm>
              <a:off x="1034216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8" name="Rectangle 2677">
              <a:extLst>
                <a:ext uri="{FF2B5EF4-FFF2-40B4-BE49-F238E27FC236}">
                  <a16:creationId xmlns:a16="http://schemas.microsoft.com/office/drawing/2014/main" id="{8AC43E3B-7860-0A2D-2639-8733FA55AC71}"/>
                </a:ext>
              </a:extLst>
            </p:cNvPr>
            <p:cNvSpPr/>
            <p:nvPr/>
          </p:nvSpPr>
          <p:spPr>
            <a:xfrm>
              <a:off x="1034216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79" name="Rectangle 2678">
              <a:extLst>
                <a:ext uri="{FF2B5EF4-FFF2-40B4-BE49-F238E27FC236}">
                  <a16:creationId xmlns:a16="http://schemas.microsoft.com/office/drawing/2014/main" id="{D83CF393-8565-3BD8-0663-73FCC53B96EF}"/>
                </a:ext>
              </a:extLst>
            </p:cNvPr>
            <p:cNvSpPr/>
            <p:nvPr/>
          </p:nvSpPr>
          <p:spPr>
            <a:xfrm>
              <a:off x="1034216" y="53320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0" name="Rectangle 2679">
              <a:extLst>
                <a:ext uri="{FF2B5EF4-FFF2-40B4-BE49-F238E27FC236}">
                  <a16:creationId xmlns:a16="http://schemas.microsoft.com/office/drawing/2014/main" id="{A3E6CF7D-916E-68C0-9B15-4B028EAAFD8E}"/>
                </a:ext>
              </a:extLst>
            </p:cNvPr>
            <p:cNvSpPr/>
            <p:nvPr/>
          </p:nvSpPr>
          <p:spPr>
            <a:xfrm>
              <a:off x="1034216" y="541510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1" name="Rectangle 2680">
              <a:extLst>
                <a:ext uri="{FF2B5EF4-FFF2-40B4-BE49-F238E27FC236}">
                  <a16:creationId xmlns:a16="http://schemas.microsoft.com/office/drawing/2014/main" id="{5401C3C0-8FF6-B0A7-9B52-DDDF24B9A5EC}"/>
                </a:ext>
              </a:extLst>
            </p:cNvPr>
            <p:cNvSpPr/>
            <p:nvPr/>
          </p:nvSpPr>
          <p:spPr>
            <a:xfrm>
              <a:off x="1034216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2" name="Rectangle 2681">
              <a:extLst>
                <a:ext uri="{FF2B5EF4-FFF2-40B4-BE49-F238E27FC236}">
                  <a16:creationId xmlns:a16="http://schemas.microsoft.com/office/drawing/2014/main" id="{6D75549D-AF1B-C8ED-4FDA-5AFA22F132D3}"/>
                </a:ext>
              </a:extLst>
            </p:cNvPr>
            <p:cNvSpPr/>
            <p:nvPr/>
          </p:nvSpPr>
          <p:spPr>
            <a:xfrm>
              <a:off x="1034216" y="558129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3" name="Rectangle 2682">
              <a:extLst>
                <a:ext uri="{FF2B5EF4-FFF2-40B4-BE49-F238E27FC236}">
                  <a16:creationId xmlns:a16="http://schemas.microsoft.com/office/drawing/2014/main" id="{011CE3A8-DC11-CB2C-F72C-4A8CC3D33375}"/>
                </a:ext>
              </a:extLst>
            </p:cNvPr>
            <p:cNvSpPr/>
            <p:nvPr/>
          </p:nvSpPr>
          <p:spPr>
            <a:xfrm>
              <a:off x="1034216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4" name="Rectangle 2683">
              <a:extLst>
                <a:ext uri="{FF2B5EF4-FFF2-40B4-BE49-F238E27FC236}">
                  <a16:creationId xmlns:a16="http://schemas.microsoft.com/office/drawing/2014/main" id="{64D1596E-8870-3FBD-1B27-EA5E3DE13505}"/>
                </a:ext>
              </a:extLst>
            </p:cNvPr>
            <p:cNvSpPr/>
            <p:nvPr/>
          </p:nvSpPr>
          <p:spPr>
            <a:xfrm>
              <a:off x="1034216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5" name="Rectangle 2684">
              <a:extLst>
                <a:ext uri="{FF2B5EF4-FFF2-40B4-BE49-F238E27FC236}">
                  <a16:creationId xmlns:a16="http://schemas.microsoft.com/office/drawing/2014/main" id="{8001DFED-647C-8E63-FF42-5CFD4DAE1FD3}"/>
                </a:ext>
              </a:extLst>
            </p:cNvPr>
            <p:cNvSpPr/>
            <p:nvPr/>
          </p:nvSpPr>
          <p:spPr>
            <a:xfrm>
              <a:off x="1034216" y="583058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6" name="Rectangle 2685">
              <a:extLst>
                <a:ext uri="{FF2B5EF4-FFF2-40B4-BE49-F238E27FC236}">
                  <a16:creationId xmlns:a16="http://schemas.microsoft.com/office/drawing/2014/main" id="{89CEDB7E-2D08-A037-8CB7-01445B785994}"/>
                </a:ext>
              </a:extLst>
            </p:cNvPr>
            <p:cNvSpPr/>
            <p:nvPr/>
          </p:nvSpPr>
          <p:spPr>
            <a:xfrm>
              <a:off x="1034216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7" name="Rectangle 2686">
              <a:extLst>
                <a:ext uri="{FF2B5EF4-FFF2-40B4-BE49-F238E27FC236}">
                  <a16:creationId xmlns:a16="http://schemas.microsoft.com/office/drawing/2014/main" id="{EED9AB1A-245A-83D3-1D8F-69D79D33B5A9}"/>
                </a:ext>
              </a:extLst>
            </p:cNvPr>
            <p:cNvSpPr/>
            <p:nvPr/>
          </p:nvSpPr>
          <p:spPr>
            <a:xfrm>
              <a:off x="1034216" y="599654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8" name="Rectangle 2687">
              <a:extLst>
                <a:ext uri="{FF2B5EF4-FFF2-40B4-BE49-F238E27FC236}">
                  <a16:creationId xmlns:a16="http://schemas.microsoft.com/office/drawing/2014/main" id="{2F175448-2CBC-8DA4-D623-503C169FCB00}"/>
                </a:ext>
              </a:extLst>
            </p:cNvPr>
            <p:cNvSpPr/>
            <p:nvPr/>
          </p:nvSpPr>
          <p:spPr>
            <a:xfrm>
              <a:off x="1034216" y="607964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89" name="Rectangle 2688">
              <a:extLst>
                <a:ext uri="{FF2B5EF4-FFF2-40B4-BE49-F238E27FC236}">
                  <a16:creationId xmlns:a16="http://schemas.microsoft.com/office/drawing/2014/main" id="{C3C75A41-B766-0290-0664-EA5EA3EB8357}"/>
                </a:ext>
              </a:extLst>
            </p:cNvPr>
            <p:cNvSpPr/>
            <p:nvPr/>
          </p:nvSpPr>
          <p:spPr>
            <a:xfrm>
              <a:off x="1034216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0" name="Rectangle 2689">
              <a:extLst>
                <a:ext uri="{FF2B5EF4-FFF2-40B4-BE49-F238E27FC236}">
                  <a16:creationId xmlns:a16="http://schemas.microsoft.com/office/drawing/2014/main" id="{1A292BCB-DEAA-396B-4B79-A3504EBE3361}"/>
                </a:ext>
              </a:extLst>
            </p:cNvPr>
            <p:cNvSpPr/>
            <p:nvPr/>
          </p:nvSpPr>
          <p:spPr>
            <a:xfrm>
              <a:off x="1034216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1" name="Rectangle 2690">
              <a:extLst>
                <a:ext uri="{FF2B5EF4-FFF2-40B4-BE49-F238E27FC236}">
                  <a16:creationId xmlns:a16="http://schemas.microsoft.com/office/drawing/2014/main" id="{BE4F5FBD-4374-B534-843A-B3A0CBC1FA06}"/>
                </a:ext>
              </a:extLst>
            </p:cNvPr>
            <p:cNvSpPr/>
            <p:nvPr/>
          </p:nvSpPr>
          <p:spPr>
            <a:xfrm>
              <a:off x="1034216" y="632892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2" name="Rectangle 2691">
              <a:extLst>
                <a:ext uri="{FF2B5EF4-FFF2-40B4-BE49-F238E27FC236}">
                  <a16:creationId xmlns:a16="http://schemas.microsoft.com/office/drawing/2014/main" id="{B2522D70-C654-427C-713A-367F059AD936}"/>
                </a:ext>
              </a:extLst>
            </p:cNvPr>
            <p:cNvSpPr/>
            <p:nvPr/>
          </p:nvSpPr>
          <p:spPr>
            <a:xfrm>
              <a:off x="1034216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3" name="Rectangle 2692">
              <a:extLst>
                <a:ext uri="{FF2B5EF4-FFF2-40B4-BE49-F238E27FC236}">
                  <a16:creationId xmlns:a16="http://schemas.microsoft.com/office/drawing/2014/main" id="{ABDE528B-EB56-6D7D-7F4E-43EFDE797FE7}"/>
                </a:ext>
              </a:extLst>
            </p:cNvPr>
            <p:cNvSpPr/>
            <p:nvPr/>
          </p:nvSpPr>
          <p:spPr>
            <a:xfrm>
              <a:off x="1034216" y="649512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4" name="Rectangle 2693">
              <a:extLst>
                <a:ext uri="{FF2B5EF4-FFF2-40B4-BE49-F238E27FC236}">
                  <a16:creationId xmlns:a16="http://schemas.microsoft.com/office/drawing/2014/main" id="{997F2E8F-9BC5-8B2F-DC62-5B5C153D647B}"/>
                </a:ext>
              </a:extLst>
            </p:cNvPr>
            <p:cNvSpPr/>
            <p:nvPr/>
          </p:nvSpPr>
          <p:spPr>
            <a:xfrm>
              <a:off x="1034216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5" name="Rectangle 2694">
              <a:extLst>
                <a:ext uri="{FF2B5EF4-FFF2-40B4-BE49-F238E27FC236}">
                  <a16:creationId xmlns:a16="http://schemas.microsoft.com/office/drawing/2014/main" id="{74B66A37-C405-A086-13BF-40C7101A0D02}"/>
                </a:ext>
              </a:extLst>
            </p:cNvPr>
            <p:cNvSpPr/>
            <p:nvPr/>
          </p:nvSpPr>
          <p:spPr>
            <a:xfrm>
              <a:off x="1034216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6" name="Rectangle 2695">
              <a:extLst>
                <a:ext uri="{FF2B5EF4-FFF2-40B4-BE49-F238E27FC236}">
                  <a16:creationId xmlns:a16="http://schemas.microsoft.com/office/drawing/2014/main" id="{201CBAD1-944F-EB36-0102-D38FB3CE5D9F}"/>
                </a:ext>
              </a:extLst>
            </p:cNvPr>
            <p:cNvSpPr/>
            <p:nvPr/>
          </p:nvSpPr>
          <p:spPr>
            <a:xfrm>
              <a:off x="1034216" y="674441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7" name="Rectangle 2696">
              <a:extLst>
                <a:ext uri="{FF2B5EF4-FFF2-40B4-BE49-F238E27FC236}">
                  <a16:creationId xmlns:a16="http://schemas.microsoft.com/office/drawing/2014/main" id="{F97158C1-2AA2-0C22-D984-43E790E1380B}"/>
                </a:ext>
              </a:extLst>
            </p:cNvPr>
            <p:cNvSpPr/>
            <p:nvPr/>
          </p:nvSpPr>
          <p:spPr>
            <a:xfrm>
              <a:off x="1034216" y="68275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8" name="Rectangle 2697">
              <a:extLst>
                <a:ext uri="{FF2B5EF4-FFF2-40B4-BE49-F238E27FC236}">
                  <a16:creationId xmlns:a16="http://schemas.microsoft.com/office/drawing/2014/main" id="{01D6EC74-D5F1-6933-FE64-9E2891B119E3}"/>
                </a:ext>
              </a:extLst>
            </p:cNvPr>
            <p:cNvSpPr/>
            <p:nvPr/>
          </p:nvSpPr>
          <p:spPr>
            <a:xfrm>
              <a:off x="1034216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699" name="Rectangle 2698">
              <a:extLst>
                <a:ext uri="{FF2B5EF4-FFF2-40B4-BE49-F238E27FC236}">
                  <a16:creationId xmlns:a16="http://schemas.microsoft.com/office/drawing/2014/main" id="{505E9FE8-6A09-9FD9-9EBA-2BD66AACB101}"/>
                </a:ext>
              </a:extLst>
            </p:cNvPr>
            <p:cNvSpPr/>
            <p:nvPr/>
          </p:nvSpPr>
          <p:spPr>
            <a:xfrm>
              <a:off x="1034216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0" name="Rectangle 2699">
              <a:extLst>
                <a:ext uri="{FF2B5EF4-FFF2-40B4-BE49-F238E27FC236}">
                  <a16:creationId xmlns:a16="http://schemas.microsoft.com/office/drawing/2014/main" id="{0D0F6BD0-98B0-B651-46F0-9D9884DAE7B6}"/>
                </a:ext>
              </a:extLst>
            </p:cNvPr>
            <p:cNvSpPr/>
            <p:nvPr/>
          </p:nvSpPr>
          <p:spPr>
            <a:xfrm>
              <a:off x="1096827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1" name="Rectangle 2700">
              <a:extLst>
                <a:ext uri="{FF2B5EF4-FFF2-40B4-BE49-F238E27FC236}">
                  <a16:creationId xmlns:a16="http://schemas.microsoft.com/office/drawing/2014/main" id="{26528EF6-6B67-4111-69B0-8F5A295E1ACE}"/>
                </a:ext>
              </a:extLst>
            </p:cNvPr>
            <p:cNvSpPr/>
            <p:nvPr/>
          </p:nvSpPr>
          <p:spPr>
            <a:xfrm>
              <a:off x="1096827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2" name="Rectangle 2701">
              <a:extLst>
                <a:ext uri="{FF2B5EF4-FFF2-40B4-BE49-F238E27FC236}">
                  <a16:creationId xmlns:a16="http://schemas.microsoft.com/office/drawing/2014/main" id="{EEB62459-7F73-AE35-DB0C-A9CD06851B58}"/>
                </a:ext>
              </a:extLst>
            </p:cNvPr>
            <p:cNvSpPr/>
            <p:nvPr/>
          </p:nvSpPr>
          <p:spPr>
            <a:xfrm>
              <a:off x="1096827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3" name="Rectangle 2702">
              <a:extLst>
                <a:ext uri="{FF2B5EF4-FFF2-40B4-BE49-F238E27FC236}">
                  <a16:creationId xmlns:a16="http://schemas.microsoft.com/office/drawing/2014/main" id="{5D8FCE2F-B917-ADC0-2770-9F86D52B4B31}"/>
                </a:ext>
              </a:extLst>
            </p:cNvPr>
            <p:cNvSpPr/>
            <p:nvPr/>
          </p:nvSpPr>
          <p:spPr>
            <a:xfrm>
              <a:off x="1096827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4" name="Rectangle 2703">
              <a:extLst>
                <a:ext uri="{FF2B5EF4-FFF2-40B4-BE49-F238E27FC236}">
                  <a16:creationId xmlns:a16="http://schemas.microsoft.com/office/drawing/2014/main" id="{FA269BA2-BA4B-FBCF-4F09-BB8017C22F89}"/>
                </a:ext>
              </a:extLst>
            </p:cNvPr>
            <p:cNvSpPr/>
            <p:nvPr/>
          </p:nvSpPr>
          <p:spPr>
            <a:xfrm>
              <a:off x="1096827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5" name="Rectangle 2704">
              <a:extLst>
                <a:ext uri="{FF2B5EF4-FFF2-40B4-BE49-F238E27FC236}">
                  <a16:creationId xmlns:a16="http://schemas.microsoft.com/office/drawing/2014/main" id="{38688322-602E-5D63-421A-B9280A85CCC5}"/>
                </a:ext>
              </a:extLst>
            </p:cNvPr>
            <p:cNvSpPr/>
            <p:nvPr/>
          </p:nvSpPr>
          <p:spPr>
            <a:xfrm>
              <a:off x="1096827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6" name="Rectangle 2705">
              <a:extLst>
                <a:ext uri="{FF2B5EF4-FFF2-40B4-BE49-F238E27FC236}">
                  <a16:creationId xmlns:a16="http://schemas.microsoft.com/office/drawing/2014/main" id="{6DDAF7B1-061D-66B9-1535-BA0DC7132678}"/>
                </a:ext>
              </a:extLst>
            </p:cNvPr>
            <p:cNvSpPr/>
            <p:nvPr/>
          </p:nvSpPr>
          <p:spPr>
            <a:xfrm>
              <a:off x="1096827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7" name="Rectangle 2706">
              <a:extLst>
                <a:ext uri="{FF2B5EF4-FFF2-40B4-BE49-F238E27FC236}">
                  <a16:creationId xmlns:a16="http://schemas.microsoft.com/office/drawing/2014/main" id="{186FB049-CC7A-4544-1454-550148D06465}"/>
                </a:ext>
              </a:extLst>
            </p:cNvPr>
            <p:cNvSpPr/>
            <p:nvPr/>
          </p:nvSpPr>
          <p:spPr>
            <a:xfrm>
              <a:off x="1096827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8" name="Rectangle 2707">
              <a:extLst>
                <a:ext uri="{FF2B5EF4-FFF2-40B4-BE49-F238E27FC236}">
                  <a16:creationId xmlns:a16="http://schemas.microsoft.com/office/drawing/2014/main" id="{5AF6B157-39E7-2C0B-DD60-22E403325B3A}"/>
                </a:ext>
              </a:extLst>
            </p:cNvPr>
            <p:cNvSpPr/>
            <p:nvPr/>
          </p:nvSpPr>
          <p:spPr>
            <a:xfrm>
              <a:off x="1096827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09" name="Rectangle 2708">
              <a:extLst>
                <a:ext uri="{FF2B5EF4-FFF2-40B4-BE49-F238E27FC236}">
                  <a16:creationId xmlns:a16="http://schemas.microsoft.com/office/drawing/2014/main" id="{FCC00573-5558-5760-D9B5-A55F0FEE522B}"/>
                </a:ext>
              </a:extLst>
            </p:cNvPr>
            <p:cNvSpPr/>
            <p:nvPr/>
          </p:nvSpPr>
          <p:spPr>
            <a:xfrm>
              <a:off x="1096827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0" name="Rectangle 2709">
              <a:extLst>
                <a:ext uri="{FF2B5EF4-FFF2-40B4-BE49-F238E27FC236}">
                  <a16:creationId xmlns:a16="http://schemas.microsoft.com/office/drawing/2014/main" id="{B315BE47-3994-A317-D92F-8988CBE9415C}"/>
                </a:ext>
              </a:extLst>
            </p:cNvPr>
            <p:cNvSpPr/>
            <p:nvPr/>
          </p:nvSpPr>
          <p:spPr>
            <a:xfrm>
              <a:off x="1096827" y="259029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1" name="Rectangle 2710">
              <a:extLst>
                <a:ext uri="{FF2B5EF4-FFF2-40B4-BE49-F238E27FC236}">
                  <a16:creationId xmlns:a16="http://schemas.microsoft.com/office/drawing/2014/main" id="{F1E4BDA6-D9EA-3B2F-EB0F-30FF004A1CB3}"/>
                </a:ext>
              </a:extLst>
            </p:cNvPr>
            <p:cNvSpPr/>
            <p:nvPr/>
          </p:nvSpPr>
          <p:spPr>
            <a:xfrm>
              <a:off x="1096827" y="267339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2" name="Rectangle 2711">
              <a:extLst>
                <a:ext uri="{FF2B5EF4-FFF2-40B4-BE49-F238E27FC236}">
                  <a16:creationId xmlns:a16="http://schemas.microsoft.com/office/drawing/2014/main" id="{AB8EAD0A-ED34-570A-6C4D-4AB4628AD349}"/>
                </a:ext>
              </a:extLst>
            </p:cNvPr>
            <p:cNvSpPr/>
            <p:nvPr/>
          </p:nvSpPr>
          <p:spPr>
            <a:xfrm>
              <a:off x="1096827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3" name="Rectangle 2712">
              <a:extLst>
                <a:ext uri="{FF2B5EF4-FFF2-40B4-BE49-F238E27FC236}">
                  <a16:creationId xmlns:a16="http://schemas.microsoft.com/office/drawing/2014/main" id="{BAC01E5A-AF86-FBED-391E-0C6526219CF7}"/>
                </a:ext>
              </a:extLst>
            </p:cNvPr>
            <p:cNvSpPr/>
            <p:nvPr/>
          </p:nvSpPr>
          <p:spPr>
            <a:xfrm>
              <a:off x="1096827" y="283958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4" name="Rectangle 2713">
              <a:extLst>
                <a:ext uri="{FF2B5EF4-FFF2-40B4-BE49-F238E27FC236}">
                  <a16:creationId xmlns:a16="http://schemas.microsoft.com/office/drawing/2014/main" id="{9ECC5F51-56BE-CBC7-09FC-AD119E0B5DD9}"/>
                </a:ext>
              </a:extLst>
            </p:cNvPr>
            <p:cNvSpPr/>
            <p:nvPr/>
          </p:nvSpPr>
          <p:spPr>
            <a:xfrm>
              <a:off x="1096827" y="292268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5" name="Rectangle 2714">
              <a:extLst>
                <a:ext uri="{FF2B5EF4-FFF2-40B4-BE49-F238E27FC236}">
                  <a16:creationId xmlns:a16="http://schemas.microsoft.com/office/drawing/2014/main" id="{E3160B82-31D5-5A18-47C6-DB564E5B4D1E}"/>
                </a:ext>
              </a:extLst>
            </p:cNvPr>
            <p:cNvSpPr/>
            <p:nvPr/>
          </p:nvSpPr>
          <p:spPr>
            <a:xfrm>
              <a:off x="1096827" y="30057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6" name="Rectangle 2715">
              <a:extLst>
                <a:ext uri="{FF2B5EF4-FFF2-40B4-BE49-F238E27FC236}">
                  <a16:creationId xmlns:a16="http://schemas.microsoft.com/office/drawing/2014/main" id="{17D73115-ABCA-4AAD-075B-210AB3269D3F}"/>
                </a:ext>
              </a:extLst>
            </p:cNvPr>
            <p:cNvSpPr/>
            <p:nvPr/>
          </p:nvSpPr>
          <p:spPr>
            <a:xfrm>
              <a:off x="1096827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7" name="Rectangle 2716">
              <a:extLst>
                <a:ext uri="{FF2B5EF4-FFF2-40B4-BE49-F238E27FC236}">
                  <a16:creationId xmlns:a16="http://schemas.microsoft.com/office/drawing/2014/main" id="{712CE9FA-C5A7-746F-F845-FC69A1FFCC1A}"/>
                </a:ext>
              </a:extLst>
            </p:cNvPr>
            <p:cNvSpPr/>
            <p:nvPr/>
          </p:nvSpPr>
          <p:spPr>
            <a:xfrm>
              <a:off x="1096827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8" name="Rectangle 2717">
              <a:extLst>
                <a:ext uri="{FF2B5EF4-FFF2-40B4-BE49-F238E27FC236}">
                  <a16:creationId xmlns:a16="http://schemas.microsoft.com/office/drawing/2014/main" id="{13C1AA51-EE10-0F68-313C-05A27F817AC5}"/>
                </a:ext>
              </a:extLst>
            </p:cNvPr>
            <p:cNvSpPr/>
            <p:nvPr/>
          </p:nvSpPr>
          <p:spPr>
            <a:xfrm>
              <a:off x="1096827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19" name="Rectangle 2718">
              <a:extLst>
                <a:ext uri="{FF2B5EF4-FFF2-40B4-BE49-F238E27FC236}">
                  <a16:creationId xmlns:a16="http://schemas.microsoft.com/office/drawing/2014/main" id="{BC2DC54B-0961-2506-EE45-8EFA7B53E9A9}"/>
                </a:ext>
              </a:extLst>
            </p:cNvPr>
            <p:cNvSpPr/>
            <p:nvPr/>
          </p:nvSpPr>
          <p:spPr>
            <a:xfrm>
              <a:off x="1096827" y="333816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0" name="Rectangle 2719">
              <a:extLst>
                <a:ext uri="{FF2B5EF4-FFF2-40B4-BE49-F238E27FC236}">
                  <a16:creationId xmlns:a16="http://schemas.microsoft.com/office/drawing/2014/main" id="{B8441257-49FF-B6D6-8C0F-45ED21A4DB00}"/>
                </a:ext>
              </a:extLst>
            </p:cNvPr>
            <p:cNvSpPr/>
            <p:nvPr/>
          </p:nvSpPr>
          <p:spPr>
            <a:xfrm>
              <a:off x="1096827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1" name="Rectangle 2720">
              <a:extLst>
                <a:ext uri="{FF2B5EF4-FFF2-40B4-BE49-F238E27FC236}">
                  <a16:creationId xmlns:a16="http://schemas.microsoft.com/office/drawing/2014/main" id="{1EB54983-66D0-4AE9-2816-42414F490255}"/>
                </a:ext>
              </a:extLst>
            </p:cNvPr>
            <p:cNvSpPr/>
            <p:nvPr/>
          </p:nvSpPr>
          <p:spPr>
            <a:xfrm>
              <a:off x="1096827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2" name="Rectangle 2721">
              <a:extLst>
                <a:ext uri="{FF2B5EF4-FFF2-40B4-BE49-F238E27FC236}">
                  <a16:creationId xmlns:a16="http://schemas.microsoft.com/office/drawing/2014/main" id="{4620282B-4A4C-9AC1-84E4-D37CA296F0A5}"/>
                </a:ext>
              </a:extLst>
            </p:cNvPr>
            <p:cNvSpPr/>
            <p:nvPr/>
          </p:nvSpPr>
          <p:spPr>
            <a:xfrm>
              <a:off x="1096827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3" name="Rectangle 2722">
              <a:extLst>
                <a:ext uri="{FF2B5EF4-FFF2-40B4-BE49-F238E27FC236}">
                  <a16:creationId xmlns:a16="http://schemas.microsoft.com/office/drawing/2014/main" id="{C7B69B58-DC5A-3748-9790-A6369DA4277C}"/>
                </a:ext>
              </a:extLst>
            </p:cNvPr>
            <p:cNvSpPr/>
            <p:nvPr/>
          </p:nvSpPr>
          <p:spPr>
            <a:xfrm>
              <a:off x="1096827" y="367031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4" name="Rectangle 2723">
              <a:extLst>
                <a:ext uri="{FF2B5EF4-FFF2-40B4-BE49-F238E27FC236}">
                  <a16:creationId xmlns:a16="http://schemas.microsoft.com/office/drawing/2014/main" id="{0EE1D542-657A-85E7-B788-724E03FE4B78}"/>
                </a:ext>
              </a:extLst>
            </p:cNvPr>
            <p:cNvSpPr/>
            <p:nvPr/>
          </p:nvSpPr>
          <p:spPr>
            <a:xfrm>
              <a:off x="1096827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5" name="Rectangle 2724">
              <a:extLst>
                <a:ext uri="{FF2B5EF4-FFF2-40B4-BE49-F238E27FC236}">
                  <a16:creationId xmlns:a16="http://schemas.microsoft.com/office/drawing/2014/main" id="{004375E8-42EF-90B5-BB5E-3B7BD9663B96}"/>
                </a:ext>
              </a:extLst>
            </p:cNvPr>
            <p:cNvSpPr/>
            <p:nvPr/>
          </p:nvSpPr>
          <p:spPr>
            <a:xfrm>
              <a:off x="1096827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6" name="Rectangle 2725">
              <a:extLst>
                <a:ext uri="{FF2B5EF4-FFF2-40B4-BE49-F238E27FC236}">
                  <a16:creationId xmlns:a16="http://schemas.microsoft.com/office/drawing/2014/main" id="{B51D280B-23D9-FC77-67B4-3FA7F6365622}"/>
                </a:ext>
              </a:extLst>
            </p:cNvPr>
            <p:cNvSpPr/>
            <p:nvPr/>
          </p:nvSpPr>
          <p:spPr>
            <a:xfrm>
              <a:off x="1096827" y="3919605"/>
              <a:ext cx="62737" cy="83096"/>
            </a:xfrm>
            <a:prstGeom prst="rect">
              <a:avLst/>
            </a:prstGeom>
            <a:solidFill>
              <a:srgbClr val="FF9A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7" name="Rectangle 2726">
              <a:extLst>
                <a:ext uri="{FF2B5EF4-FFF2-40B4-BE49-F238E27FC236}">
                  <a16:creationId xmlns:a16="http://schemas.microsoft.com/office/drawing/2014/main" id="{BE580C4F-6A1E-7080-5075-1E86A941DD20}"/>
                </a:ext>
              </a:extLst>
            </p:cNvPr>
            <p:cNvSpPr/>
            <p:nvPr/>
          </p:nvSpPr>
          <p:spPr>
            <a:xfrm>
              <a:off x="1096827" y="400270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8" name="Rectangle 2727">
              <a:extLst>
                <a:ext uri="{FF2B5EF4-FFF2-40B4-BE49-F238E27FC236}">
                  <a16:creationId xmlns:a16="http://schemas.microsoft.com/office/drawing/2014/main" id="{A8C89CD0-4A4B-BBAC-FFFF-86C8C2454339}"/>
                </a:ext>
              </a:extLst>
            </p:cNvPr>
            <p:cNvSpPr/>
            <p:nvPr/>
          </p:nvSpPr>
          <p:spPr>
            <a:xfrm>
              <a:off x="1096827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29" name="Rectangle 2728">
              <a:extLst>
                <a:ext uri="{FF2B5EF4-FFF2-40B4-BE49-F238E27FC236}">
                  <a16:creationId xmlns:a16="http://schemas.microsoft.com/office/drawing/2014/main" id="{26D46282-8092-1D37-0F97-68AF2D118A95}"/>
                </a:ext>
              </a:extLst>
            </p:cNvPr>
            <p:cNvSpPr/>
            <p:nvPr/>
          </p:nvSpPr>
          <p:spPr>
            <a:xfrm>
              <a:off x="1096827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0" name="Rectangle 2729">
              <a:extLst>
                <a:ext uri="{FF2B5EF4-FFF2-40B4-BE49-F238E27FC236}">
                  <a16:creationId xmlns:a16="http://schemas.microsoft.com/office/drawing/2014/main" id="{597BE3FE-4776-0038-A2DF-345659C8BB8B}"/>
                </a:ext>
              </a:extLst>
            </p:cNvPr>
            <p:cNvSpPr/>
            <p:nvPr/>
          </p:nvSpPr>
          <p:spPr>
            <a:xfrm>
              <a:off x="1096827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1" name="Rectangle 2730">
              <a:extLst>
                <a:ext uri="{FF2B5EF4-FFF2-40B4-BE49-F238E27FC236}">
                  <a16:creationId xmlns:a16="http://schemas.microsoft.com/office/drawing/2014/main" id="{6731A11E-DFBC-A08C-B0B7-AB2038DD7101}"/>
                </a:ext>
              </a:extLst>
            </p:cNvPr>
            <p:cNvSpPr/>
            <p:nvPr/>
          </p:nvSpPr>
          <p:spPr>
            <a:xfrm>
              <a:off x="1096827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2" name="Rectangle 2731">
              <a:extLst>
                <a:ext uri="{FF2B5EF4-FFF2-40B4-BE49-F238E27FC236}">
                  <a16:creationId xmlns:a16="http://schemas.microsoft.com/office/drawing/2014/main" id="{0DD48423-D9DC-CE80-DFED-5CD80E8B2377}"/>
                </a:ext>
              </a:extLst>
            </p:cNvPr>
            <p:cNvSpPr/>
            <p:nvPr/>
          </p:nvSpPr>
          <p:spPr>
            <a:xfrm>
              <a:off x="1096827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3" name="Rectangle 2732">
              <a:extLst>
                <a:ext uri="{FF2B5EF4-FFF2-40B4-BE49-F238E27FC236}">
                  <a16:creationId xmlns:a16="http://schemas.microsoft.com/office/drawing/2014/main" id="{C350D090-94EF-ADF9-4639-CCB359700B34}"/>
                </a:ext>
              </a:extLst>
            </p:cNvPr>
            <p:cNvSpPr/>
            <p:nvPr/>
          </p:nvSpPr>
          <p:spPr>
            <a:xfrm>
              <a:off x="1096827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4" name="Rectangle 2733">
              <a:extLst>
                <a:ext uri="{FF2B5EF4-FFF2-40B4-BE49-F238E27FC236}">
                  <a16:creationId xmlns:a16="http://schemas.microsoft.com/office/drawing/2014/main" id="{91B157CB-AE57-6670-FBEF-64E5CC6DCFB2}"/>
                </a:ext>
              </a:extLst>
            </p:cNvPr>
            <p:cNvSpPr/>
            <p:nvPr/>
          </p:nvSpPr>
          <p:spPr>
            <a:xfrm>
              <a:off x="1096827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5" name="Rectangle 2734">
              <a:extLst>
                <a:ext uri="{FF2B5EF4-FFF2-40B4-BE49-F238E27FC236}">
                  <a16:creationId xmlns:a16="http://schemas.microsoft.com/office/drawing/2014/main" id="{1DBDD472-E415-C1A0-6C53-0E862973CC4D}"/>
                </a:ext>
              </a:extLst>
            </p:cNvPr>
            <p:cNvSpPr/>
            <p:nvPr/>
          </p:nvSpPr>
          <p:spPr>
            <a:xfrm>
              <a:off x="1096827" y="46674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6" name="Rectangle 2735">
              <a:extLst>
                <a:ext uri="{FF2B5EF4-FFF2-40B4-BE49-F238E27FC236}">
                  <a16:creationId xmlns:a16="http://schemas.microsoft.com/office/drawing/2014/main" id="{A2D2B7D7-C5C4-C35C-1AC4-866B75C27A0F}"/>
                </a:ext>
              </a:extLst>
            </p:cNvPr>
            <p:cNvSpPr/>
            <p:nvPr/>
          </p:nvSpPr>
          <p:spPr>
            <a:xfrm>
              <a:off x="1096827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7" name="Rectangle 2736">
              <a:extLst>
                <a:ext uri="{FF2B5EF4-FFF2-40B4-BE49-F238E27FC236}">
                  <a16:creationId xmlns:a16="http://schemas.microsoft.com/office/drawing/2014/main" id="{63C51E97-773C-886C-D35C-8CDD54D8A39F}"/>
                </a:ext>
              </a:extLst>
            </p:cNvPr>
            <p:cNvSpPr/>
            <p:nvPr/>
          </p:nvSpPr>
          <p:spPr>
            <a:xfrm>
              <a:off x="1096827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8" name="Rectangle 2737">
              <a:extLst>
                <a:ext uri="{FF2B5EF4-FFF2-40B4-BE49-F238E27FC236}">
                  <a16:creationId xmlns:a16="http://schemas.microsoft.com/office/drawing/2014/main" id="{59D7B37B-5420-4EEA-E6EB-4BBB8471B95D}"/>
                </a:ext>
              </a:extLst>
            </p:cNvPr>
            <p:cNvSpPr/>
            <p:nvPr/>
          </p:nvSpPr>
          <p:spPr>
            <a:xfrm>
              <a:off x="1096827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39" name="Rectangle 2738">
              <a:extLst>
                <a:ext uri="{FF2B5EF4-FFF2-40B4-BE49-F238E27FC236}">
                  <a16:creationId xmlns:a16="http://schemas.microsoft.com/office/drawing/2014/main" id="{5E8958F6-EA74-253B-F187-D8A7FDB25414}"/>
                </a:ext>
              </a:extLst>
            </p:cNvPr>
            <p:cNvSpPr/>
            <p:nvPr/>
          </p:nvSpPr>
          <p:spPr>
            <a:xfrm>
              <a:off x="1096827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0" name="Rectangle 2739">
              <a:extLst>
                <a:ext uri="{FF2B5EF4-FFF2-40B4-BE49-F238E27FC236}">
                  <a16:creationId xmlns:a16="http://schemas.microsoft.com/office/drawing/2014/main" id="{7476E6F2-F4BC-FC42-1D02-E8D8EE5A448C}"/>
                </a:ext>
              </a:extLst>
            </p:cNvPr>
            <p:cNvSpPr/>
            <p:nvPr/>
          </p:nvSpPr>
          <p:spPr>
            <a:xfrm>
              <a:off x="1096827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1" name="Rectangle 2740">
              <a:extLst>
                <a:ext uri="{FF2B5EF4-FFF2-40B4-BE49-F238E27FC236}">
                  <a16:creationId xmlns:a16="http://schemas.microsoft.com/office/drawing/2014/main" id="{FFB9B296-0070-BDF4-6CF0-479044C79F1E}"/>
                </a:ext>
              </a:extLst>
            </p:cNvPr>
            <p:cNvSpPr/>
            <p:nvPr/>
          </p:nvSpPr>
          <p:spPr>
            <a:xfrm>
              <a:off x="1096827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2" name="Rectangle 2741">
              <a:extLst>
                <a:ext uri="{FF2B5EF4-FFF2-40B4-BE49-F238E27FC236}">
                  <a16:creationId xmlns:a16="http://schemas.microsoft.com/office/drawing/2014/main" id="{B3E6342D-FD1F-CB16-7646-100C0D0D8702}"/>
                </a:ext>
              </a:extLst>
            </p:cNvPr>
            <p:cNvSpPr/>
            <p:nvPr/>
          </p:nvSpPr>
          <p:spPr>
            <a:xfrm>
              <a:off x="1096827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3" name="Rectangle 2742">
              <a:extLst>
                <a:ext uri="{FF2B5EF4-FFF2-40B4-BE49-F238E27FC236}">
                  <a16:creationId xmlns:a16="http://schemas.microsoft.com/office/drawing/2014/main" id="{82565251-D5C9-0E10-98A0-0977E49BF40E}"/>
                </a:ext>
              </a:extLst>
            </p:cNvPr>
            <p:cNvSpPr/>
            <p:nvPr/>
          </p:nvSpPr>
          <p:spPr>
            <a:xfrm>
              <a:off x="1096827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" name="Rectangle 2743">
              <a:extLst>
                <a:ext uri="{FF2B5EF4-FFF2-40B4-BE49-F238E27FC236}">
                  <a16:creationId xmlns:a16="http://schemas.microsoft.com/office/drawing/2014/main" id="{D14311BE-D5B1-92A0-8A19-A22299376D51}"/>
                </a:ext>
              </a:extLst>
            </p:cNvPr>
            <p:cNvSpPr/>
            <p:nvPr/>
          </p:nvSpPr>
          <p:spPr>
            <a:xfrm>
              <a:off x="1096827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" name="Rectangle 2744">
              <a:extLst>
                <a:ext uri="{FF2B5EF4-FFF2-40B4-BE49-F238E27FC236}">
                  <a16:creationId xmlns:a16="http://schemas.microsoft.com/office/drawing/2014/main" id="{7F6F7798-A245-416A-04C7-DE5BABE4AB47}"/>
                </a:ext>
              </a:extLst>
            </p:cNvPr>
            <p:cNvSpPr/>
            <p:nvPr/>
          </p:nvSpPr>
          <p:spPr>
            <a:xfrm>
              <a:off x="1096827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6" name="Rectangle 2745">
              <a:extLst>
                <a:ext uri="{FF2B5EF4-FFF2-40B4-BE49-F238E27FC236}">
                  <a16:creationId xmlns:a16="http://schemas.microsoft.com/office/drawing/2014/main" id="{1D3DFE09-3766-50F4-1D3D-0001E2BB60AD}"/>
                </a:ext>
              </a:extLst>
            </p:cNvPr>
            <p:cNvSpPr/>
            <p:nvPr/>
          </p:nvSpPr>
          <p:spPr>
            <a:xfrm>
              <a:off x="1096827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7" name="Rectangle 2746">
              <a:extLst>
                <a:ext uri="{FF2B5EF4-FFF2-40B4-BE49-F238E27FC236}">
                  <a16:creationId xmlns:a16="http://schemas.microsoft.com/office/drawing/2014/main" id="{B9FA7247-7202-0744-DE41-099753ACF757}"/>
                </a:ext>
              </a:extLst>
            </p:cNvPr>
            <p:cNvSpPr/>
            <p:nvPr/>
          </p:nvSpPr>
          <p:spPr>
            <a:xfrm>
              <a:off x="1096827" y="566439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8" name="Rectangle 2747">
              <a:extLst>
                <a:ext uri="{FF2B5EF4-FFF2-40B4-BE49-F238E27FC236}">
                  <a16:creationId xmlns:a16="http://schemas.microsoft.com/office/drawing/2014/main" id="{498318B4-D23F-3667-1839-AB70212F5777}"/>
                </a:ext>
              </a:extLst>
            </p:cNvPr>
            <p:cNvSpPr/>
            <p:nvPr/>
          </p:nvSpPr>
          <p:spPr>
            <a:xfrm>
              <a:off x="1096827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9" name="Rectangle 2748">
              <a:extLst>
                <a:ext uri="{FF2B5EF4-FFF2-40B4-BE49-F238E27FC236}">
                  <a16:creationId xmlns:a16="http://schemas.microsoft.com/office/drawing/2014/main" id="{177B67BD-6F63-672E-6AD2-65B255B9A185}"/>
                </a:ext>
              </a:extLst>
            </p:cNvPr>
            <p:cNvSpPr/>
            <p:nvPr/>
          </p:nvSpPr>
          <p:spPr>
            <a:xfrm>
              <a:off x="1096827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0" name="Rectangle 2749">
              <a:extLst>
                <a:ext uri="{FF2B5EF4-FFF2-40B4-BE49-F238E27FC236}">
                  <a16:creationId xmlns:a16="http://schemas.microsoft.com/office/drawing/2014/main" id="{A838886A-3992-6A6C-E008-E3B98792B410}"/>
                </a:ext>
              </a:extLst>
            </p:cNvPr>
            <p:cNvSpPr/>
            <p:nvPr/>
          </p:nvSpPr>
          <p:spPr>
            <a:xfrm>
              <a:off x="1096827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1" name="Rectangle 2750">
              <a:extLst>
                <a:ext uri="{FF2B5EF4-FFF2-40B4-BE49-F238E27FC236}">
                  <a16:creationId xmlns:a16="http://schemas.microsoft.com/office/drawing/2014/main" id="{8CE5B012-29F2-8A72-9870-F2D9C68B8A75}"/>
                </a:ext>
              </a:extLst>
            </p:cNvPr>
            <p:cNvSpPr/>
            <p:nvPr/>
          </p:nvSpPr>
          <p:spPr>
            <a:xfrm>
              <a:off x="1096827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2" name="Rectangle 2751">
              <a:extLst>
                <a:ext uri="{FF2B5EF4-FFF2-40B4-BE49-F238E27FC236}">
                  <a16:creationId xmlns:a16="http://schemas.microsoft.com/office/drawing/2014/main" id="{BAE34A79-80F5-137C-F7E9-C33A8817C745}"/>
                </a:ext>
              </a:extLst>
            </p:cNvPr>
            <p:cNvSpPr/>
            <p:nvPr/>
          </p:nvSpPr>
          <p:spPr>
            <a:xfrm>
              <a:off x="1096827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3" name="Rectangle 2752">
              <a:extLst>
                <a:ext uri="{FF2B5EF4-FFF2-40B4-BE49-F238E27FC236}">
                  <a16:creationId xmlns:a16="http://schemas.microsoft.com/office/drawing/2014/main" id="{D631CCDE-08DA-1394-5FDF-40B0C52C5488}"/>
                </a:ext>
              </a:extLst>
            </p:cNvPr>
            <p:cNvSpPr/>
            <p:nvPr/>
          </p:nvSpPr>
          <p:spPr>
            <a:xfrm>
              <a:off x="1096827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4" name="Rectangle 2753">
              <a:extLst>
                <a:ext uri="{FF2B5EF4-FFF2-40B4-BE49-F238E27FC236}">
                  <a16:creationId xmlns:a16="http://schemas.microsoft.com/office/drawing/2014/main" id="{6268124D-2ECB-F237-C683-669CDECE2A66}"/>
                </a:ext>
              </a:extLst>
            </p:cNvPr>
            <p:cNvSpPr/>
            <p:nvPr/>
          </p:nvSpPr>
          <p:spPr>
            <a:xfrm>
              <a:off x="1096827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5" name="Rectangle 2754">
              <a:extLst>
                <a:ext uri="{FF2B5EF4-FFF2-40B4-BE49-F238E27FC236}">
                  <a16:creationId xmlns:a16="http://schemas.microsoft.com/office/drawing/2014/main" id="{0A5E4C9A-D75C-8EAA-A83C-CD9B6D745641}"/>
                </a:ext>
              </a:extLst>
            </p:cNvPr>
            <p:cNvSpPr/>
            <p:nvPr/>
          </p:nvSpPr>
          <p:spPr>
            <a:xfrm>
              <a:off x="1096827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6" name="Rectangle 2755">
              <a:extLst>
                <a:ext uri="{FF2B5EF4-FFF2-40B4-BE49-F238E27FC236}">
                  <a16:creationId xmlns:a16="http://schemas.microsoft.com/office/drawing/2014/main" id="{E2F0B84B-E8B5-4301-22AB-A9223F4613AD}"/>
                </a:ext>
              </a:extLst>
            </p:cNvPr>
            <p:cNvSpPr/>
            <p:nvPr/>
          </p:nvSpPr>
          <p:spPr>
            <a:xfrm>
              <a:off x="1096827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7" name="Rectangle 2756">
              <a:extLst>
                <a:ext uri="{FF2B5EF4-FFF2-40B4-BE49-F238E27FC236}">
                  <a16:creationId xmlns:a16="http://schemas.microsoft.com/office/drawing/2014/main" id="{6616BB1F-4B49-8327-465F-553C5056FB54}"/>
                </a:ext>
              </a:extLst>
            </p:cNvPr>
            <p:cNvSpPr/>
            <p:nvPr/>
          </p:nvSpPr>
          <p:spPr>
            <a:xfrm>
              <a:off x="1096827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8" name="Rectangle 2757">
              <a:extLst>
                <a:ext uri="{FF2B5EF4-FFF2-40B4-BE49-F238E27FC236}">
                  <a16:creationId xmlns:a16="http://schemas.microsoft.com/office/drawing/2014/main" id="{F3900F61-203F-92F1-3EDC-ECA50F9C10F5}"/>
                </a:ext>
              </a:extLst>
            </p:cNvPr>
            <p:cNvSpPr/>
            <p:nvPr/>
          </p:nvSpPr>
          <p:spPr>
            <a:xfrm>
              <a:off x="1096827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59" name="Rectangle 2758">
              <a:extLst>
                <a:ext uri="{FF2B5EF4-FFF2-40B4-BE49-F238E27FC236}">
                  <a16:creationId xmlns:a16="http://schemas.microsoft.com/office/drawing/2014/main" id="{285563DA-E530-FE8D-DE57-C57CCA6008A1}"/>
                </a:ext>
              </a:extLst>
            </p:cNvPr>
            <p:cNvSpPr/>
            <p:nvPr/>
          </p:nvSpPr>
          <p:spPr>
            <a:xfrm>
              <a:off x="1096827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0" name="Rectangle 2759">
              <a:extLst>
                <a:ext uri="{FF2B5EF4-FFF2-40B4-BE49-F238E27FC236}">
                  <a16:creationId xmlns:a16="http://schemas.microsoft.com/office/drawing/2014/main" id="{6756C40B-48EF-84A1-5C59-87BBCB2544AD}"/>
                </a:ext>
              </a:extLst>
            </p:cNvPr>
            <p:cNvSpPr/>
            <p:nvPr/>
          </p:nvSpPr>
          <p:spPr>
            <a:xfrm>
              <a:off x="1096827" y="674441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1" name="Rectangle 2760">
              <a:extLst>
                <a:ext uri="{FF2B5EF4-FFF2-40B4-BE49-F238E27FC236}">
                  <a16:creationId xmlns:a16="http://schemas.microsoft.com/office/drawing/2014/main" id="{31C71E37-17F5-AF9E-8C01-C2C38BF71191}"/>
                </a:ext>
              </a:extLst>
            </p:cNvPr>
            <p:cNvSpPr/>
            <p:nvPr/>
          </p:nvSpPr>
          <p:spPr>
            <a:xfrm>
              <a:off x="1096827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2" name="Rectangle 2761">
              <a:extLst>
                <a:ext uri="{FF2B5EF4-FFF2-40B4-BE49-F238E27FC236}">
                  <a16:creationId xmlns:a16="http://schemas.microsoft.com/office/drawing/2014/main" id="{3DA2D391-9C37-4725-FCE0-40A995C41921}"/>
                </a:ext>
              </a:extLst>
            </p:cNvPr>
            <p:cNvSpPr/>
            <p:nvPr/>
          </p:nvSpPr>
          <p:spPr>
            <a:xfrm>
              <a:off x="1096827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3" name="Rectangle 2762">
              <a:extLst>
                <a:ext uri="{FF2B5EF4-FFF2-40B4-BE49-F238E27FC236}">
                  <a16:creationId xmlns:a16="http://schemas.microsoft.com/office/drawing/2014/main" id="{8C891A60-63D4-CF99-FC89-0AC85B8BC00E}"/>
                </a:ext>
              </a:extLst>
            </p:cNvPr>
            <p:cNvSpPr/>
            <p:nvPr/>
          </p:nvSpPr>
          <p:spPr>
            <a:xfrm>
              <a:off x="1096827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4" name="Rectangle 2763">
              <a:extLst>
                <a:ext uri="{FF2B5EF4-FFF2-40B4-BE49-F238E27FC236}">
                  <a16:creationId xmlns:a16="http://schemas.microsoft.com/office/drawing/2014/main" id="{C3EAB249-1810-33A3-B44E-973E9F950F63}"/>
                </a:ext>
              </a:extLst>
            </p:cNvPr>
            <p:cNvSpPr/>
            <p:nvPr/>
          </p:nvSpPr>
          <p:spPr>
            <a:xfrm>
              <a:off x="1159565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5" name="Rectangle 2764">
              <a:extLst>
                <a:ext uri="{FF2B5EF4-FFF2-40B4-BE49-F238E27FC236}">
                  <a16:creationId xmlns:a16="http://schemas.microsoft.com/office/drawing/2014/main" id="{B3AF5C7F-6A15-ED74-7F3F-2A7B7DB097B4}"/>
                </a:ext>
              </a:extLst>
            </p:cNvPr>
            <p:cNvSpPr/>
            <p:nvPr/>
          </p:nvSpPr>
          <p:spPr>
            <a:xfrm>
              <a:off x="1159565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6" name="Rectangle 2765">
              <a:extLst>
                <a:ext uri="{FF2B5EF4-FFF2-40B4-BE49-F238E27FC236}">
                  <a16:creationId xmlns:a16="http://schemas.microsoft.com/office/drawing/2014/main" id="{B77BD5B3-A91A-E2A6-117C-D752D9E4E347}"/>
                </a:ext>
              </a:extLst>
            </p:cNvPr>
            <p:cNvSpPr/>
            <p:nvPr/>
          </p:nvSpPr>
          <p:spPr>
            <a:xfrm>
              <a:off x="1159565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7" name="Rectangle 2766">
              <a:extLst>
                <a:ext uri="{FF2B5EF4-FFF2-40B4-BE49-F238E27FC236}">
                  <a16:creationId xmlns:a16="http://schemas.microsoft.com/office/drawing/2014/main" id="{7AA456F3-B181-811B-4597-A5FAADE90C26}"/>
                </a:ext>
              </a:extLst>
            </p:cNvPr>
            <p:cNvSpPr/>
            <p:nvPr/>
          </p:nvSpPr>
          <p:spPr>
            <a:xfrm>
              <a:off x="1159565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8" name="Rectangle 2767">
              <a:extLst>
                <a:ext uri="{FF2B5EF4-FFF2-40B4-BE49-F238E27FC236}">
                  <a16:creationId xmlns:a16="http://schemas.microsoft.com/office/drawing/2014/main" id="{71766329-BA6E-9843-3C23-6E75288CED63}"/>
                </a:ext>
              </a:extLst>
            </p:cNvPr>
            <p:cNvSpPr/>
            <p:nvPr/>
          </p:nvSpPr>
          <p:spPr>
            <a:xfrm>
              <a:off x="1159565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69" name="Rectangle 2768">
              <a:extLst>
                <a:ext uri="{FF2B5EF4-FFF2-40B4-BE49-F238E27FC236}">
                  <a16:creationId xmlns:a16="http://schemas.microsoft.com/office/drawing/2014/main" id="{FC0EE602-399A-9864-8B3E-92B20A62143F}"/>
                </a:ext>
              </a:extLst>
            </p:cNvPr>
            <p:cNvSpPr/>
            <p:nvPr/>
          </p:nvSpPr>
          <p:spPr>
            <a:xfrm>
              <a:off x="1159565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0" name="Rectangle 2769">
              <a:extLst>
                <a:ext uri="{FF2B5EF4-FFF2-40B4-BE49-F238E27FC236}">
                  <a16:creationId xmlns:a16="http://schemas.microsoft.com/office/drawing/2014/main" id="{9AF6FDEE-1EE7-CC8D-97CB-DCB1B978DDBF}"/>
                </a:ext>
              </a:extLst>
            </p:cNvPr>
            <p:cNvSpPr/>
            <p:nvPr/>
          </p:nvSpPr>
          <p:spPr>
            <a:xfrm>
              <a:off x="1159565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1" name="Rectangle 2770">
              <a:extLst>
                <a:ext uri="{FF2B5EF4-FFF2-40B4-BE49-F238E27FC236}">
                  <a16:creationId xmlns:a16="http://schemas.microsoft.com/office/drawing/2014/main" id="{B06F8524-5628-7FA9-54D7-BD4599215FDC}"/>
                </a:ext>
              </a:extLst>
            </p:cNvPr>
            <p:cNvSpPr/>
            <p:nvPr/>
          </p:nvSpPr>
          <p:spPr>
            <a:xfrm>
              <a:off x="1159565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2" name="Rectangle 2771">
              <a:extLst>
                <a:ext uri="{FF2B5EF4-FFF2-40B4-BE49-F238E27FC236}">
                  <a16:creationId xmlns:a16="http://schemas.microsoft.com/office/drawing/2014/main" id="{7DBD8E75-2BAA-DB17-5FD7-C713CABC5BB6}"/>
                </a:ext>
              </a:extLst>
            </p:cNvPr>
            <p:cNvSpPr/>
            <p:nvPr/>
          </p:nvSpPr>
          <p:spPr>
            <a:xfrm>
              <a:off x="1159565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3" name="Rectangle 2772">
              <a:extLst>
                <a:ext uri="{FF2B5EF4-FFF2-40B4-BE49-F238E27FC236}">
                  <a16:creationId xmlns:a16="http://schemas.microsoft.com/office/drawing/2014/main" id="{10535750-B715-2942-0FB7-6112E66F01FF}"/>
                </a:ext>
              </a:extLst>
            </p:cNvPr>
            <p:cNvSpPr/>
            <p:nvPr/>
          </p:nvSpPr>
          <p:spPr>
            <a:xfrm>
              <a:off x="1159565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4" name="Rectangle 2773">
              <a:extLst>
                <a:ext uri="{FF2B5EF4-FFF2-40B4-BE49-F238E27FC236}">
                  <a16:creationId xmlns:a16="http://schemas.microsoft.com/office/drawing/2014/main" id="{B57554A5-D991-CB25-863F-114885B10014}"/>
                </a:ext>
              </a:extLst>
            </p:cNvPr>
            <p:cNvSpPr/>
            <p:nvPr/>
          </p:nvSpPr>
          <p:spPr>
            <a:xfrm>
              <a:off x="1159565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5" name="Rectangle 2774">
              <a:extLst>
                <a:ext uri="{FF2B5EF4-FFF2-40B4-BE49-F238E27FC236}">
                  <a16:creationId xmlns:a16="http://schemas.microsoft.com/office/drawing/2014/main" id="{B7FD08F1-64B1-A6B0-291A-CC43D619F834}"/>
                </a:ext>
              </a:extLst>
            </p:cNvPr>
            <p:cNvSpPr/>
            <p:nvPr/>
          </p:nvSpPr>
          <p:spPr>
            <a:xfrm>
              <a:off x="1159565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6" name="Rectangle 2775">
              <a:extLst>
                <a:ext uri="{FF2B5EF4-FFF2-40B4-BE49-F238E27FC236}">
                  <a16:creationId xmlns:a16="http://schemas.microsoft.com/office/drawing/2014/main" id="{79FC1160-979D-D3AF-5367-E91D9BFA89AD}"/>
                </a:ext>
              </a:extLst>
            </p:cNvPr>
            <p:cNvSpPr/>
            <p:nvPr/>
          </p:nvSpPr>
          <p:spPr>
            <a:xfrm>
              <a:off x="1159565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7" name="Rectangle 2776">
              <a:extLst>
                <a:ext uri="{FF2B5EF4-FFF2-40B4-BE49-F238E27FC236}">
                  <a16:creationId xmlns:a16="http://schemas.microsoft.com/office/drawing/2014/main" id="{F63C0759-B9F8-F245-E919-ED74F4EBF9F0}"/>
                </a:ext>
              </a:extLst>
            </p:cNvPr>
            <p:cNvSpPr/>
            <p:nvPr/>
          </p:nvSpPr>
          <p:spPr>
            <a:xfrm>
              <a:off x="1159565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8" name="Rectangle 2777">
              <a:extLst>
                <a:ext uri="{FF2B5EF4-FFF2-40B4-BE49-F238E27FC236}">
                  <a16:creationId xmlns:a16="http://schemas.microsoft.com/office/drawing/2014/main" id="{C870EB68-753E-5376-F8A7-F9DB58F129A4}"/>
                </a:ext>
              </a:extLst>
            </p:cNvPr>
            <p:cNvSpPr/>
            <p:nvPr/>
          </p:nvSpPr>
          <p:spPr>
            <a:xfrm>
              <a:off x="1159565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79" name="Rectangle 2778">
              <a:extLst>
                <a:ext uri="{FF2B5EF4-FFF2-40B4-BE49-F238E27FC236}">
                  <a16:creationId xmlns:a16="http://schemas.microsoft.com/office/drawing/2014/main" id="{E8290691-9711-ABA2-83F7-716026E33FA9}"/>
                </a:ext>
              </a:extLst>
            </p:cNvPr>
            <p:cNvSpPr/>
            <p:nvPr/>
          </p:nvSpPr>
          <p:spPr>
            <a:xfrm>
              <a:off x="1159565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0" name="Rectangle 2779">
              <a:extLst>
                <a:ext uri="{FF2B5EF4-FFF2-40B4-BE49-F238E27FC236}">
                  <a16:creationId xmlns:a16="http://schemas.microsoft.com/office/drawing/2014/main" id="{F835D511-344B-9748-C0BD-A2391EE21974}"/>
                </a:ext>
              </a:extLst>
            </p:cNvPr>
            <p:cNvSpPr/>
            <p:nvPr/>
          </p:nvSpPr>
          <p:spPr>
            <a:xfrm>
              <a:off x="1159565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1" name="Rectangle 2780">
              <a:extLst>
                <a:ext uri="{FF2B5EF4-FFF2-40B4-BE49-F238E27FC236}">
                  <a16:creationId xmlns:a16="http://schemas.microsoft.com/office/drawing/2014/main" id="{7DB2A059-971E-9D10-DA4F-3C173ECDF325}"/>
                </a:ext>
              </a:extLst>
            </p:cNvPr>
            <p:cNvSpPr/>
            <p:nvPr/>
          </p:nvSpPr>
          <p:spPr>
            <a:xfrm>
              <a:off x="1159565" y="31719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2" name="Rectangle 2781">
              <a:extLst>
                <a:ext uri="{FF2B5EF4-FFF2-40B4-BE49-F238E27FC236}">
                  <a16:creationId xmlns:a16="http://schemas.microsoft.com/office/drawing/2014/main" id="{3A83893E-68E5-796E-4ED1-F1BA0507A95E}"/>
                </a:ext>
              </a:extLst>
            </p:cNvPr>
            <p:cNvSpPr/>
            <p:nvPr/>
          </p:nvSpPr>
          <p:spPr>
            <a:xfrm>
              <a:off x="1159565" y="325507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3" name="Rectangle 2782">
              <a:extLst>
                <a:ext uri="{FF2B5EF4-FFF2-40B4-BE49-F238E27FC236}">
                  <a16:creationId xmlns:a16="http://schemas.microsoft.com/office/drawing/2014/main" id="{075B8F8E-7819-A35C-D3E4-136D68E94A2A}"/>
                </a:ext>
              </a:extLst>
            </p:cNvPr>
            <p:cNvSpPr/>
            <p:nvPr/>
          </p:nvSpPr>
          <p:spPr>
            <a:xfrm>
              <a:off x="1159565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4" name="Rectangle 2783">
              <a:extLst>
                <a:ext uri="{FF2B5EF4-FFF2-40B4-BE49-F238E27FC236}">
                  <a16:creationId xmlns:a16="http://schemas.microsoft.com/office/drawing/2014/main" id="{AEC0A54C-3BDE-C36E-E272-331F9E45FA5F}"/>
                </a:ext>
              </a:extLst>
            </p:cNvPr>
            <p:cNvSpPr/>
            <p:nvPr/>
          </p:nvSpPr>
          <p:spPr>
            <a:xfrm>
              <a:off x="1159565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5" name="Rectangle 2784">
              <a:extLst>
                <a:ext uri="{FF2B5EF4-FFF2-40B4-BE49-F238E27FC236}">
                  <a16:creationId xmlns:a16="http://schemas.microsoft.com/office/drawing/2014/main" id="{56542F35-8785-34F6-41CB-02AAEE12C0A3}"/>
                </a:ext>
              </a:extLst>
            </p:cNvPr>
            <p:cNvSpPr/>
            <p:nvPr/>
          </p:nvSpPr>
          <p:spPr>
            <a:xfrm>
              <a:off x="1159565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6" name="Rectangle 2785">
              <a:extLst>
                <a:ext uri="{FF2B5EF4-FFF2-40B4-BE49-F238E27FC236}">
                  <a16:creationId xmlns:a16="http://schemas.microsoft.com/office/drawing/2014/main" id="{CB30E767-9D22-7B81-B302-AD7F15302636}"/>
                </a:ext>
              </a:extLst>
            </p:cNvPr>
            <p:cNvSpPr/>
            <p:nvPr/>
          </p:nvSpPr>
          <p:spPr>
            <a:xfrm>
              <a:off x="1159565" y="358722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7" name="Rectangle 2786">
              <a:extLst>
                <a:ext uri="{FF2B5EF4-FFF2-40B4-BE49-F238E27FC236}">
                  <a16:creationId xmlns:a16="http://schemas.microsoft.com/office/drawing/2014/main" id="{1CDC5E10-FD4E-6444-F248-91A3F099D528}"/>
                </a:ext>
              </a:extLst>
            </p:cNvPr>
            <p:cNvSpPr/>
            <p:nvPr/>
          </p:nvSpPr>
          <p:spPr>
            <a:xfrm>
              <a:off x="1159565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8" name="Rectangle 2787">
              <a:extLst>
                <a:ext uri="{FF2B5EF4-FFF2-40B4-BE49-F238E27FC236}">
                  <a16:creationId xmlns:a16="http://schemas.microsoft.com/office/drawing/2014/main" id="{EF582D8B-3744-8E93-946B-CCF941FBD67D}"/>
                </a:ext>
              </a:extLst>
            </p:cNvPr>
            <p:cNvSpPr/>
            <p:nvPr/>
          </p:nvSpPr>
          <p:spPr>
            <a:xfrm>
              <a:off x="1159565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89" name="Rectangle 2788">
              <a:extLst>
                <a:ext uri="{FF2B5EF4-FFF2-40B4-BE49-F238E27FC236}">
                  <a16:creationId xmlns:a16="http://schemas.microsoft.com/office/drawing/2014/main" id="{D4081541-2D40-8B3A-8448-CE7973A619E2}"/>
                </a:ext>
              </a:extLst>
            </p:cNvPr>
            <p:cNvSpPr/>
            <p:nvPr/>
          </p:nvSpPr>
          <p:spPr>
            <a:xfrm>
              <a:off x="1159565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0" name="Rectangle 2789">
              <a:extLst>
                <a:ext uri="{FF2B5EF4-FFF2-40B4-BE49-F238E27FC236}">
                  <a16:creationId xmlns:a16="http://schemas.microsoft.com/office/drawing/2014/main" id="{07D661C8-A860-6142-3E23-A1F7146E45E1}"/>
                </a:ext>
              </a:extLst>
            </p:cNvPr>
            <p:cNvSpPr/>
            <p:nvPr/>
          </p:nvSpPr>
          <p:spPr>
            <a:xfrm>
              <a:off x="1159565" y="3919605"/>
              <a:ext cx="62737" cy="83096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1" name="Rectangle 2790">
              <a:extLst>
                <a:ext uri="{FF2B5EF4-FFF2-40B4-BE49-F238E27FC236}">
                  <a16:creationId xmlns:a16="http://schemas.microsoft.com/office/drawing/2014/main" id="{2EB4CE94-5E25-FB1A-F2D6-2607253A1215}"/>
                </a:ext>
              </a:extLst>
            </p:cNvPr>
            <p:cNvSpPr/>
            <p:nvPr/>
          </p:nvSpPr>
          <p:spPr>
            <a:xfrm>
              <a:off x="1159565" y="4002702"/>
              <a:ext cx="62737" cy="83096"/>
            </a:xfrm>
            <a:prstGeom prst="rect">
              <a:avLst/>
            </a:prstGeom>
            <a:solidFill>
              <a:srgbClr val="FF45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2" name="Rectangle 2791">
              <a:extLst>
                <a:ext uri="{FF2B5EF4-FFF2-40B4-BE49-F238E27FC236}">
                  <a16:creationId xmlns:a16="http://schemas.microsoft.com/office/drawing/2014/main" id="{0CFAE8AE-0A5B-914B-C8A3-8B6605746E6C}"/>
                </a:ext>
              </a:extLst>
            </p:cNvPr>
            <p:cNvSpPr/>
            <p:nvPr/>
          </p:nvSpPr>
          <p:spPr>
            <a:xfrm>
              <a:off x="1159565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3" name="Rectangle 2792">
              <a:extLst>
                <a:ext uri="{FF2B5EF4-FFF2-40B4-BE49-F238E27FC236}">
                  <a16:creationId xmlns:a16="http://schemas.microsoft.com/office/drawing/2014/main" id="{BCFC7E03-D1ED-62F7-1C8D-5693222794F4}"/>
                </a:ext>
              </a:extLst>
            </p:cNvPr>
            <p:cNvSpPr/>
            <p:nvPr/>
          </p:nvSpPr>
          <p:spPr>
            <a:xfrm>
              <a:off x="1159565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4" name="Rectangle 2793">
              <a:extLst>
                <a:ext uri="{FF2B5EF4-FFF2-40B4-BE49-F238E27FC236}">
                  <a16:creationId xmlns:a16="http://schemas.microsoft.com/office/drawing/2014/main" id="{EE3454B5-F52A-439D-A93E-7F44A4CE4033}"/>
                </a:ext>
              </a:extLst>
            </p:cNvPr>
            <p:cNvSpPr/>
            <p:nvPr/>
          </p:nvSpPr>
          <p:spPr>
            <a:xfrm>
              <a:off x="1159565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5" name="Rectangle 2794">
              <a:extLst>
                <a:ext uri="{FF2B5EF4-FFF2-40B4-BE49-F238E27FC236}">
                  <a16:creationId xmlns:a16="http://schemas.microsoft.com/office/drawing/2014/main" id="{0A7351D8-3537-ED98-993E-94C7225B10B1}"/>
                </a:ext>
              </a:extLst>
            </p:cNvPr>
            <p:cNvSpPr/>
            <p:nvPr/>
          </p:nvSpPr>
          <p:spPr>
            <a:xfrm>
              <a:off x="1159565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6" name="Rectangle 2795">
              <a:extLst>
                <a:ext uri="{FF2B5EF4-FFF2-40B4-BE49-F238E27FC236}">
                  <a16:creationId xmlns:a16="http://schemas.microsoft.com/office/drawing/2014/main" id="{FA9D888B-C8E3-D78B-13C1-32589559CF6C}"/>
                </a:ext>
              </a:extLst>
            </p:cNvPr>
            <p:cNvSpPr/>
            <p:nvPr/>
          </p:nvSpPr>
          <p:spPr>
            <a:xfrm>
              <a:off x="1159565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7" name="Rectangle 2796">
              <a:extLst>
                <a:ext uri="{FF2B5EF4-FFF2-40B4-BE49-F238E27FC236}">
                  <a16:creationId xmlns:a16="http://schemas.microsoft.com/office/drawing/2014/main" id="{66175B08-7B0D-9BBB-94F8-7EC79B963E34}"/>
                </a:ext>
              </a:extLst>
            </p:cNvPr>
            <p:cNvSpPr/>
            <p:nvPr/>
          </p:nvSpPr>
          <p:spPr>
            <a:xfrm>
              <a:off x="1159565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8" name="Rectangle 2797">
              <a:extLst>
                <a:ext uri="{FF2B5EF4-FFF2-40B4-BE49-F238E27FC236}">
                  <a16:creationId xmlns:a16="http://schemas.microsoft.com/office/drawing/2014/main" id="{53AC7089-6444-01E0-4742-BFBFD5ACD299}"/>
                </a:ext>
              </a:extLst>
            </p:cNvPr>
            <p:cNvSpPr/>
            <p:nvPr/>
          </p:nvSpPr>
          <p:spPr>
            <a:xfrm>
              <a:off x="1159565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99" name="Rectangle 2798">
              <a:extLst>
                <a:ext uri="{FF2B5EF4-FFF2-40B4-BE49-F238E27FC236}">
                  <a16:creationId xmlns:a16="http://schemas.microsoft.com/office/drawing/2014/main" id="{50E20DCD-8621-7C54-3090-BC6B003DDC9C}"/>
                </a:ext>
              </a:extLst>
            </p:cNvPr>
            <p:cNvSpPr/>
            <p:nvPr/>
          </p:nvSpPr>
          <p:spPr>
            <a:xfrm>
              <a:off x="1159565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0" name="Rectangle 2799">
              <a:extLst>
                <a:ext uri="{FF2B5EF4-FFF2-40B4-BE49-F238E27FC236}">
                  <a16:creationId xmlns:a16="http://schemas.microsoft.com/office/drawing/2014/main" id="{7BDDE745-1B35-E41E-B1A7-BD841F39FFE9}"/>
                </a:ext>
              </a:extLst>
            </p:cNvPr>
            <p:cNvSpPr/>
            <p:nvPr/>
          </p:nvSpPr>
          <p:spPr>
            <a:xfrm>
              <a:off x="1159565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1" name="Rectangle 2800">
              <a:extLst>
                <a:ext uri="{FF2B5EF4-FFF2-40B4-BE49-F238E27FC236}">
                  <a16:creationId xmlns:a16="http://schemas.microsoft.com/office/drawing/2014/main" id="{FDAAD8B1-E992-08D7-E704-BAF3F646F1D9}"/>
                </a:ext>
              </a:extLst>
            </p:cNvPr>
            <p:cNvSpPr/>
            <p:nvPr/>
          </p:nvSpPr>
          <p:spPr>
            <a:xfrm>
              <a:off x="1159565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2" name="Rectangle 2801">
              <a:extLst>
                <a:ext uri="{FF2B5EF4-FFF2-40B4-BE49-F238E27FC236}">
                  <a16:creationId xmlns:a16="http://schemas.microsoft.com/office/drawing/2014/main" id="{464EBACF-0330-8615-D21E-F26198BF54B0}"/>
                </a:ext>
              </a:extLst>
            </p:cNvPr>
            <p:cNvSpPr/>
            <p:nvPr/>
          </p:nvSpPr>
          <p:spPr>
            <a:xfrm>
              <a:off x="1159565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3" name="Rectangle 2802">
              <a:extLst>
                <a:ext uri="{FF2B5EF4-FFF2-40B4-BE49-F238E27FC236}">
                  <a16:creationId xmlns:a16="http://schemas.microsoft.com/office/drawing/2014/main" id="{7D66F0E2-75AD-E989-672E-620739C30008}"/>
                </a:ext>
              </a:extLst>
            </p:cNvPr>
            <p:cNvSpPr/>
            <p:nvPr/>
          </p:nvSpPr>
          <p:spPr>
            <a:xfrm>
              <a:off x="1159565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4" name="Rectangle 2803">
              <a:extLst>
                <a:ext uri="{FF2B5EF4-FFF2-40B4-BE49-F238E27FC236}">
                  <a16:creationId xmlns:a16="http://schemas.microsoft.com/office/drawing/2014/main" id="{7D81A72F-4B44-5A30-56E1-6B18845836CA}"/>
                </a:ext>
              </a:extLst>
            </p:cNvPr>
            <p:cNvSpPr/>
            <p:nvPr/>
          </p:nvSpPr>
          <p:spPr>
            <a:xfrm>
              <a:off x="1159565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5" name="Rectangle 2804">
              <a:extLst>
                <a:ext uri="{FF2B5EF4-FFF2-40B4-BE49-F238E27FC236}">
                  <a16:creationId xmlns:a16="http://schemas.microsoft.com/office/drawing/2014/main" id="{A5182ABB-20C9-BF66-6635-D2579D64288B}"/>
                </a:ext>
              </a:extLst>
            </p:cNvPr>
            <p:cNvSpPr/>
            <p:nvPr/>
          </p:nvSpPr>
          <p:spPr>
            <a:xfrm>
              <a:off x="1159565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6" name="Rectangle 2805">
              <a:extLst>
                <a:ext uri="{FF2B5EF4-FFF2-40B4-BE49-F238E27FC236}">
                  <a16:creationId xmlns:a16="http://schemas.microsoft.com/office/drawing/2014/main" id="{AC6D3DED-32AB-D9D2-2F89-421F6E32D505}"/>
                </a:ext>
              </a:extLst>
            </p:cNvPr>
            <p:cNvSpPr/>
            <p:nvPr/>
          </p:nvSpPr>
          <p:spPr>
            <a:xfrm>
              <a:off x="1159565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7" name="Rectangle 2806">
              <a:extLst>
                <a:ext uri="{FF2B5EF4-FFF2-40B4-BE49-F238E27FC236}">
                  <a16:creationId xmlns:a16="http://schemas.microsoft.com/office/drawing/2014/main" id="{B96F603E-16A2-4130-40D9-1A22094F17C4}"/>
                </a:ext>
              </a:extLst>
            </p:cNvPr>
            <p:cNvSpPr/>
            <p:nvPr/>
          </p:nvSpPr>
          <p:spPr>
            <a:xfrm>
              <a:off x="1159565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8" name="Rectangle 2807">
              <a:extLst>
                <a:ext uri="{FF2B5EF4-FFF2-40B4-BE49-F238E27FC236}">
                  <a16:creationId xmlns:a16="http://schemas.microsoft.com/office/drawing/2014/main" id="{EE05A8A6-F550-6970-DFB8-D7E05C5434E5}"/>
                </a:ext>
              </a:extLst>
            </p:cNvPr>
            <p:cNvSpPr/>
            <p:nvPr/>
          </p:nvSpPr>
          <p:spPr>
            <a:xfrm>
              <a:off x="1159565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09" name="Rectangle 2808">
              <a:extLst>
                <a:ext uri="{FF2B5EF4-FFF2-40B4-BE49-F238E27FC236}">
                  <a16:creationId xmlns:a16="http://schemas.microsoft.com/office/drawing/2014/main" id="{64F8DC7A-34DB-F3C7-ABD6-4CCE8C5E60AA}"/>
                </a:ext>
              </a:extLst>
            </p:cNvPr>
            <p:cNvSpPr/>
            <p:nvPr/>
          </p:nvSpPr>
          <p:spPr>
            <a:xfrm>
              <a:off x="1159565" y="549820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0" name="Rectangle 2809">
              <a:extLst>
                <a:ext uri="{FF2B5EF4-FFF2-40B4-BE49-F238E27FC236}">
                  <a16:creationId xmlns:a16="http://schemas.microsoft.com/office/drawing/2014/main" id="{37946C2E-DDBA-F1BC-44C0-867D3CDEA8E6}"/>
                </a:ext>
              </a:extLst>
            </p:cNvPr>
            <p:cNvSpPr/>
            <p:nvPr/>
          </p:nvSpPr>
          <p:spPr>
            <a:xfrm>
              <a:off x="1159565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1" name="Rectangle 2810">
              <a:extLst>
                <a:ext uri="{FF2B5EF4-FFF2-40B4-BE49-F238E27FC236}">
                  <a16:creationId xmlns:a16="http://schemas.microsoft.com/office/drawing/2014/main" id="{6CC07DDD-8681-09F2-237C-B4F976E40456}"/>
                </a:ext>
              </a:extLst>
            </p:cNvPr>
            <p:cNvSpPr/>
            <p:nvPr/>
          </p:nvSpPr>
          <p:spPr>
            <a:xfrm>
              <a:off x="1159565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2" name="Rectangle 2811">
              <a:extLst>
                <a:ext uri="{FF2B5EF4-FFF2-40B4-BE49-F238E27FC236}">
                  <a16:creationId xmlns:a16="http://schemas.microsoft.com/office/drawing/2014/main" id="{13F2AEC1-C8C4-901B-24BF-01D0813C64B8}"/>
                </a:ext>
              </a:extLst>
            </p:cNvPr>
            <p:cNvSpPr/>
            <p:nvPr/>
          </p:nvSpPr>
          <p:spPr>
            <a:xfrm>
              <a:off x="1159565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3" name="Rectangle 2812">
              <a:extLst>
                <a:ext uri="{FF2B5EF4-FFF2-40B4-BE49-F238E27FC236}">
                  <a16:creationId xmlns:a16="http://schemas.microsoft.com/office/drawing/2014/main" id="{3772801E-D4BB-3316-23C4-ADDA4AEE85D4}"/>
                </a:ext>
              </a:extLst>
            </p:cNvPr>
            <p:cNvSpPr/>
            <p:nvPr/>
          </p:nvSpPr>
          <p:spPr>
            <a:xfrm>
              <a:off x="1159565" y="583058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4" name="Rectangle 2813">
              <a:extLst>
                <a:ext uri="{FF2B5EF4-FFF2-40B4-BE49-F238E27FC236}">
                  <a16:creationId xmlns:a16="http://schemas.microsoft.com/office/drawing/2014/main" id="{005EF864-F623-ABE6-3AD7-81C9492588CF}"/>
                </a:ext>
              </a:extLst>
            </p:cNvPr>
            <p:cNvSpPr/>
            <p:nvPr/>
          </p:nvSpPr>
          <p:spPr>
            <a:xfrm>
              <a:off x="1159565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5" name="Rectangle 2814">
              <a:extLst>
                <a:ext uri="{FF2B5EF4-FFF2-40B4-BE49-F238E27FC236}">
                  <a16:creationId xmlns:a16="http://schemas.microsoft.com/office/drawing/2014/main" id="{DE738C39-BC24-3FEB-BE2E-05038F7FF5AD}"/>
                </a:ext>
              </a:extLst>
            </p:cNvPr>
            <p:cNvSpPr/>
            <p:nvPr/>
          </p:nvSpPr>
          <p:spPr>
            <a:xfrm>
              <a:off x="1159565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6" name="Rectangle 2815">
              <a:extLst>
                <a:ext uri="{FF2B5EF4-FFF2-40B4-BE49-F238E27FC236}">
                  <a16:creationId xmlns:a16="http://schemas.microsoft.com/office/drawing/2014/main" id="{0471DB59-7F31-5E53-454F-5F191D7350E7}"/>
                </a:ext>
              </a:extLst>
            </p:cNvPr>
            <p:cNvSpPr/>
            <p:nvPr/>
          </p:nvSpPr>
          <p:spPr>
            <a:xfrm>
              <a:off x="1159565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7" name="Rectangle 2816">
              <a:extLst>
                <a:ext uri="{FF2B5EF4-FFF2-40B4-BE49-F238E27FC236}">
                  <a16:creationId xmlns:a16="http://schemas.microsoft.com/office/drawing/2014/main" id="{2B7EE94E-07DC-A13F-F0A7-44C9EA01FFDC}"/>
                </a:ext>
              </a:extLst>
            </p:cNvPr>
            <p:cNvSpPr/>
            <p:nvPr/>
          </p:nvSpPr>
          <p:spPr>
            <a:xfrm>
              <a:off x="1159565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8" name="Rectangle 2817">
              <a:extLst>
                <a:ext uri="{FF2B5EF4-FFF2-40B4-BE49-F238E27FC236}">
                  <a16:creationId xmlns:a16="http://schemas.microsoft.com/office/drawing/2014/main" id="{AF6F7F98-DD8E-8510-98A4-FCA7ED00E2AB}"/>
                </a:ext>
              </a:extLst>
            </p:cNvPr>
            <p:cNvSpPr/>
            <p:nvPr/>
          </p:nvSpPr>
          <p:spPr>
            <a:xfrm>
              <a:off x="1159565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19" name="Rectangle 2818">
              <a:extLst>
                <a:ext uri="{FF2B5EF4-FFF2-40B4-BE49-F238E27FC236}">
                  <a16:creationId xmlns:a16="http://schemas.microsoft.com/office/drawing/2014/main" id="{9CBD0FC8-B437-D978-D898-994EFDBA0E61}"/>
                </a:ext>
              </a:extLst>
            </p:cNvPr>
            <p:cNvSpPr/>
            <p:nvPr/>
          </p:nvSpPr>
          <p:spPr>
            <a:xfrm>
              <a:off x="1159565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0" name="Rectangle 2819">
              <a:extLst>
                <a:ext uri="{FF2B5EF4-FFF2-40B4-BE49-F238E27FC236}">
                  <a16:creationId xmlns:a16="http://schemas.microsoft.com/office/drawing/2014/main" id="{0DB56824-AFCA-63ED-0017-184D6FAFD6D0}"/>
                </a:ext>
              </a:extLst>
            </p:cNvPr>
            <p:cNvSpPr/>
            <p:nvPr/>
          </p:nvSpPr>
          <p:spPr>
            <a:xfrm>
              <a:off x="1159565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1" name="Rectangle 2820">
              <a:extLst>
                <a:ext uri="{FF2B5EF4-FFF2-40B4-BE49-F238E27FC236}">
                  <a16:creationId xmlns:a16="http://schemas.microsoft.com/office/drawing/2014/main" id="{51036C5A-F394-D0F1-C70D-CC81D918F0CB}"/>
                </a:ext>
              </a:extLst>
            </p:cNvPr>
            <p:cNvSpPr/>
            <p:nvPr/>
          </p:nvSpPr>
          <p:spPr>
            <a:xfrm>
              <a:off x="1159565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2" name="Rectangle 2821">
              <a:extLst>
                <a:ext uri="{FF2B5EF4-FFF2-40B4-BE49-F238E27FC236}">
                  <a16:creationId xmlns:a16="http://schemas.microsoft.com/office/drawing/2014/main" id="{AD64900B-ED61-B227-A5E3-1D90104970FE}"/>
                </a:ext>
              </a:extLst>
            </p:cNvPr>
            <p:cNvSpPr/>
            <p:nvPr/>
          </p:nvSpPr>
          <p:spPr>
            <a:xfrm>
              <a:off x="1159565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3" name="Rectangle 2822">
              <a:extLst>
                <a:ext uri="{FF2B5EF4-FFF2-40B4-BE49-F238E27FC236}">
                  <a16:creationId xmlns:a16="http://schemas.microsoft.com/office/drawing/2014/main" id="{470C60BE-CF0C-6133-4003-BABC5836137B}"/>
                </a:ext>
              </a:extLst>
            </p:cNvPr>
            <p:cNvSpPr/>
            <p:nvPr/>
          </p:nvSpPr>
          <p:spPr>
            <a:xfrm>
              <a:off x="1159565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4" name="Rectangle 2823">
              <a:extLst>
                <a:ext uri="{FF2B5EF4-FFF2-40B4-BE49-F238E27FC236}">
                  <a16:creationId xmlns:a16="http://schemas.microsoft.com/office/drawing/2014/main" id="{C0B5A7EA-4A0D-09F6-1933-CD566F745E08}"/>
                </a:ext>
              </a:extLst>
            </p:cNvPr>
            <p:cNvSpPr/>
            <p:nvPr/>
          </p:nvSpPr>
          <p:spPr>
            <a:xfrm>
              <a:off x="1159565" y="674441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5" name="Rectangle 2824">
              <a:extLst>
                <a:ext uri="{FF2B5EF4-FFF2-40B4-BE49-F238E27FC236}">
                  <a16:creationId xmlns:a16="http://schemas.microsoft.com/office/drawing/2014/main" id="{94D92838-DE2A-26B0-0B8E-2801D84E8E48}"/>
                </a:ext>
              </a:extLst>
            </p:cNvPr>
            <p:cNvSpPr/>
            <p:nvPr/>
          </p:nvSpPr>
          <p:spPr>
            <a:xfrm>
              <a:off x="1159565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6" name="Rectangle 2825">
              <a:extLst>
                <a:ext uri="{FF2B5EF4-FFF2-40B4-BE49-F238E27FC236}">
                  <a16:creationId xmlns:a16="http://schemas.microsoft.com/office/drawing/2014/main" id="{A8AB73C3-DAB8-BB32-E9F1-BD5BEBE2F0A8}"/>
                </a:ext>
              </a:extLst>
            </p:cNvPr>
            <p:cNvSpPr/>
            <p:nvPr/>
          </p:nvSpPr>
          <p:spPr>
            <a:xfrm>
              <a:off x="1159565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7" name="Rectangle 2826">
              <a:extLst>
                <a:ext uri="{FF2B5EF4-FFF2-40B4-BE49-F238E27FC236}">
                  <a16:creationId xmlns:a16="http://schemas.microsoft.com/office/drawing/2014/main" id="{4DD9BDC4-B738-774E-0DC3-6E2821393508}"/>
                </a:ext>
              </a:extLst>
            </p:cNvPr>
            <p:cNvSpPr/>
            <p:nvPr/>
          </p:nvSpPr>
          <p:spPr>
            <a:xfrm>
              <a:off x="1159565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8" name="Rectangle 2827">
              <a:extLst>
                <a:ext uri="{FF2B5EF4-FFF2-40B4-BE49-F238E27FC236}">
                  <a16:creationId xmlns:a16="http://schemas.microsoft.com/office/drawing/2014/main" id="{68A77DF5-C28F-2478-9FDC-A346AC7330F9}"/>
                </a:ext>
              </a:extLst>
            </p:cNvPr>
            <p:cNvSpPr/>
            <p:nvPr/>
          </p:nvSpPr>
          <p:spPr>
            <a:xfrm>
              <a:off x="1222303" y="1759570"/>
              <a:ext cx="62737" cy="83095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29" name="Rectangle 2828">
              <a:extLst>
                <a:ext uri="{FF2B5EF4-FFF2-40B4-BE49-F238E27FC236}">
                  <a16:creationId xmlns:a16="http://schemas.microsoft.com/office/drawing/2014/main" id="{DF5C69CE-9FB8-5E0D-71CE-2A130CE9A9E9}"/>
                </a:ext>
              </a:extLst>
            </p:cNvPr>
            <p:cNvSpPr/>
            <p:nvPr/>
          </p:nvSpPr>
          <p:spPr>
            <a:xfrm>
              <a:off x="1222303" y="1842667"/>
              <a:ext cx="62737" cy="83095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0" name="Rectangle 2829">
              <a:extLst>
                <a:ext uri="{FF2B5EF4-FFF2-40B4-BE49-F238E27FC236}">
                  <a16:creationId xmlns:a16="http://schemas.microsoft.com/office/drawing/2014/main" id="{BF931AA2-C850-70FF-6036-EC29EE9928A1}"/>
                </a:ext>
              </a:extLst>
            </p:cNvPr>
            <p:cNvSpPr/>
            <p:nvPr/>
          </p:nvSpPr>
          <p:spPr>
            <a:xfrm>
              <a:off x="1222303" y="1925763"/>
              <a:ext cx="62737" cy="83095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1" name="Rectangle 2830">
              <a:extLst>
                <a:ext uri="{FF2B5EF4-FFF2-40B4-BE49-F238E27FC236}">
                  <a16:creationId xmlns:a16="http://schemas.microsoft.com/office/drawing/2014/main" id="{051F2D9F-A1C6-70E6-7862-283CAECADA4E}"/>
                </a:ext>
              </a:extLst>
            </p:cNvPr>
            <p:cNvSpPr/>
            <p:nvPr/>
          </p:nvSpPr>
          <p:spPr>
            <a:xfrm>
              <a:off x="1222303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2" name="Rectangle 2831">
              <a:extLst>
                <a:ext uri="{FF2B5EF4-FFF2-40B4-BE49-F238E27FC236}">
                  <a16:creationId xmlns:a16="http://schemas.microsoft.com/office/drawing/2014/main" id="{D0A2F7DD-6126-0DB9-FCD4-4A4F6131BE15}"/>
                </a:ext>
              </a:extLst>
            </p:cNvPr>
            <p:cNvSpPr/>
            <p:nvPr/>
          </p:nvSpPr>
          <p:spPr>
            <a:xfrm>
              <a:off x="1222303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3" name="Rectangle 2832">
              <a:extLst>
                <a:ext uri="{FF2B5EF4-FFF2-40B4-BE49-F238E27FC236}">
                  <a16:creationId xmlns:a16="http://schemas.microsoft.com/office/drawing/2014/main" id="{4ACA5EB3-3446-E31D-0022-23898A8ECB03}"/>
                </a:ext>
              </a:extLst>
            </p:cNvPr>
            <p:cNvSpPr/>
            <p:nvPr/>
          </p:nvSpPr>
          <p:spPr>
            <a:xfrm>
              <a:off x="1222303" y="217505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4" name="Rectangle 2833">
              <a:extLst>
                <a:ext uri="{FF2B5EF4-FFF2-40B4-BE49-F238E27FC236}">
                  <a16:creationId xmlns:a16="http://schemas.microsoft.com/office/drawing/2014/main" id="{1F0A754B-416F-527A-FE18-FBDB5D3BE9A1}"/>
                </a:ext>
              </a:extLst>
            </p:cNvPr>
            <p:cNvSpPr/>
            <p:nvPr/>
          </p:nvSpPr>
          <p:spPr>
            <a:xfrm>
              <a:off x="1222303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5" name="Rectangle 2834">
              <a:extLst>
                <a:ext uri="{FF2B5EF4-FFF2-40B4-BE49-F238E27FC236}">
                  <a16:creationId xmlns:a16="http://schemas.microsoft.com/office/drawing/2014/main" id="{13183CBD-8499-E808-40F3-DE6C4492D8A7}"/>
                </a:ext>
              </a:extLst>
            </p:cNvPr>
            <p:cNvSpPr/>
            <p:nvPr/>
          </p:nvSpPr>
          <p:spPr>
            <a:xfrm>
              <a:off x="1222303" y="234124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6" name="Rectangle 2835">
              <a:extLst>
                <a:ext uri="{FF2B5EF4-FFF2-40B4-BE49-F238E27FC236}">
                  <a16:creationId xmlns:a16="http://schemas.microsoft.com/office/drawing/2014/main" id="{B2B4434C-2666-B23C-16C1-CEF7B59A7448}"/>
                </a:ext>
              </a:extLst>
            </p:cNvPr>
            <p:cNvSpPr/>
            <p:nvPr/>
          </p:nvSpPr>
          <p:spPr>
            <a:xfrm>
              <a:off x="1222303" y="242410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7" name="Rectangle 2836">
              <a:extLst>
                <a:ext uri="{FF2B5EF4-FFF2-40B4-BE49-F238E27FC236}">
                  <a16:creationId xmlns:a16="http://schemas.microsoft.com/office/drawing/2014/main" id="{B31E0B2E-55A4-8E83-008F-9AA74A3023A1}"/>
                </a:ext>
              </a:extLst>
            </p:cNvPr>
            <p:cNvSpPr/>
            <p:nvPr/>
          </p:nvSpPr>
          <p:spPr>
            <a:xfrm>
              <a:off x="1222303" y="250720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8" name="Rectangle 2837">
              <a:extLst>
                <a:ext uri="{FF2B5EF4-FFF2-40B4-BE49-F238E27FC236}">
                  <a16:creationId xmlns:a16="http://schemas.microsoft.com/office/drawing/2014/main" id="{E185ED68-8814-8013-3F6F-2E46D926876F}"/>
                </a:ext>
              </a:extLst>
            </p:cNvPr>
            <p:cNvSpPr/>
            <p:nvPr/>
          </p:nvSpPr>
          <p:spPr>
            <a:xfrm>
              <a:off x="1222303" y="259029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39" name="Rectangle 2838">
              <a:extLst>
                <a:ext uri="{FF2B5EF4-FFF2-40B4-BE49-F238E27FC236}">
                  <a16:creationId xmlns:a16="http://schemas.microsoft.com/office/drawing/2014/main" id="{41C0DC31-9A76-0B0F-58D8-9CCF9216C6DB}"/>
                </a:ext>
              </a:extLst>
            </p:cNvPr>
            <p:cNvSpPr/>
            <p:nvPr/>
          </p:nvSpPr>
          <p:spPr>
            <a:xfrm>
              <a:off x="1222303" y="267339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0" name="Rectangle 2839">
              <a:extLst>
                <a:ext uri="{FF2B5EF4-FFF2-40B4-BE49-F238E27FC236}">
                  <a16:creationId xmlns:a16="http://schemas.microsoft.com/office/drawing/2014/main" id="{B62E6851-F518-155F-591B-1322E9540F0F}"/>
                </a:ext>
              </a:extLst>
            </p:cNvPr>
            <p:cNvSpPr/>
            <p:nvPr/>
          </p:nvSpPr>
          <p:spPr>
            <a:xfrm>
              <a:off x="1222303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1" name="Rectangle 2840">
              <a:extLst>
                <a:ext uri="{FF2B5EF4-FFF2-40B4-BE49-F238E27FC236}">
                  <a16:creationId xmlns:a16="http://schemas.microsoft.com/office/drawing/2014/main" id="{239DD6CE-193B-FC09-6117-B4514C51EB63}"/>
                </a:ext>
              </a:extLst>
            </p:cNvPr>
            <p:cNvSpPr/>
            <p:nvPr/>
          </p:nvSpPr>
          <p:spPr>
            <a:xfrm>
              <a:off x="1222303" y="2839588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2" name="Rectangle 2841">
              <a:extLst>
                <a:ext uri="{FF2B5EF4-FFF2-40B4-BE49-F238E27FC236}">
                  <a16:creationId xmlns:a16="http://schemas.microsoft.com/office/drawing/2014/main" id="{9E6F9AE0-F527-927D-C2D8-A50DBDF3840E}"/>
                </a:ext>
              </a:extLst>
            </p:cNvPr>
            <p:cNvSpPr/>
            <p:nvPr/>
          </p:nvSpPr>
          <p:spPr>
            <a:xfrm>
              <a:off x="1222303" y="292268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3" name="Rectangle 2842">
              <a:extLst>
                <a:ext uri="{FF2B5EF4-FFF2-40B4-BE49-F238E27FC236}">
                  <a16:creationId xmlns:a16="http://schemas.microsoft.com/office/drawing/2014/main" id="{358824FA-0D8B-5A98-6909-128C6D828B69}"/>
                </a:ext>
              </a:extLst>
            </p:cNvPr>
            <p:cNvSpPr/>
            <p:nvPr/>
          </p:nvSpPr>
          <p:spPr>
            <a:xfrm>
              <a:off x="1222303" y="300578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4" name="Rectangle 2843">
              <a:extLst>
                <a:ext uri="{FF2B5EF4-FFF2-40B4-BE49-F238E27FC236}">
                  <a16:creationId xmlns:a16="http://schemas.microsoft.com/office/drawing/2014/main" id="{C0B66BD4-840F-C789-A4C0-214BA330387F}"/>
                </a:ext>
              </a:extLst>
            </p:cNvPr>
            <p:cNvSpPr/>
            <p:nvPr/>
          </p:nvSpPr>
          <p:spPr>
            <a:xfrm>
              <a:off x="1222303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5" name="Rectangle 2844">
              <a:extLst>
                <a:ext uri="{FF2B5EF4-FFF2-40B4-BE49-F238E27FC236}">
                  <a16:creationId xmlns:a16="http://schemas.microsoft.com/office/drawing/2014/main" id="{CC5D6603-64E0-43EB-34B7-1AB96683356A}"/>
                </a:ext>
              </a:extLst>
            </p:cNvPr>
            <p:cNvSpPr/>
            <p:nvPr/>
          </p:nvSpPr>
          <p:spPr>
            <a:xfrm>
              <a:off x="1222303" y="3171973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6" name="Rectangle 2845">
              <a:extLst>
                <a:ext uri="{FF2B5EF4-FFF2-40B4-BE49-F238E27FC236}">
                  <a16:creationId xmlns:a16="http://schemas.microsoft.com/office/drawing/2014/main" id="{EB7ACF9E-C93D-FF84-2DF0-EDD47B49591B}"/>
                </a:ext>
              </a:extLst>
            </p:cNvPr>
            <p:cNvSpPr/>
            <p:nvPr/>
          </p:nvSpPr>
          <p:spPr>
            <a:xfrm>
              <a:off x="1222303" y="325507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7" name="Rectangle 2846">
              <a:extLst>
                <a:ext uri="{FF2B5EF4-FFF2-40B4-BE49-F238E27FC236}">
                  <a16:creationId xmlns:a16="http://schemas.microsoft.com/office/drawing/2014/main" id="{8338A4EC-5205-A4E3-0D3E-165B13BA7543}"/>
                </a:ext>
              </a:extLst>
            </p:cNvPr>
            <p:cNvSpPr/>
            <p:nvPr/>
          </p:nvSpPr>
          <p:spPr>
            <a:xfrm>
              <a:off x="1222303" y="3338166"/>
              <a:ext cx="62737" cy="8309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8" name="Rectangle 2847">
              <a:extLst>
                <a:ext uri="{FF2B5EF4-FFF2-40B4-BE49-F238E27FC236}">
                  <a16:creationId xmlns:a16="http://schemas.microsoft.com/office/drawing/2014/main" id="{69BC758A-7CC6-4D97-F04F-FC306F36BAAE}"/>
                </a:ext>
              </a:extLst>
            </p:cNvPr>
            <p:cNvSpPr/>
            <p:nvPr/>
          </p:nvSpPr>
          <p:spPr>
            <a:xfrm>
              <a:off x="1222303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49" name="Rectangle 2848">
              <a:extLst>
                <a:ext uri="{FF2B5EF4-FFF2-40B4-BE49-F238E27FC236}">
                  <a16:creationId xmlns:a16="http://schemas.microsoft.com/office/drawing/2014/main" id="{C28CA255-117A-3681-64E5-ED515B10248B}"/>
                </a:ext>
              </a:extLst>
            </p:cNvPr>
            <p:cNvSpPr/>
            <p:nvPr/>
          </p:nvSpPr>
          <p:spPr>
            <a:xfrm>
              <a:off x="1222303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0" name="Rectangle 2849">
              <a:extLst>
                <a:ext uri="{FF2B5EF4-FFF2-40B4-BE49-F238E27FC236}">
                  <a16:creationId xmlns:a16="http://schemas.microsoft.com/office/drawing/2014/main" id="{EFFB3CE3-936B-E41A-5008-1E9319374900}"/>
                </a:ext>
              </a:extLst>
            </p:cNvPr>
            <p:cNvSpPr/>
            <p:nvPr/>
          </p:nvSpPr>
          <p:spPr>
            <a:xfrm>
              <a:off x="1222303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1" name="Rectangle 2850">
              <a:extLst>
                <a:ext uri="{FF2B5EF4-FFF2-40B4-BE49-F238E27FC236}">
                  <a16:creationId xmlns:a16="http://schemas.microsoft.com/office/drawing/2014/main" id="{F64BAA46-87DB-5C88-2A6A-5DA843F5EC07}"/>
                </a:ext>
              </a:extLst>
            </p:cNvPr>
            <p:cNvSpPr/>
            <p:nvPr/>
          </p:nvSpPr>
          <p:spPr>
            <a:xfrm>
              <a:off x="1222303" y="367031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2" name="Rectangle 2851">
              <a:extLst>
                <a:ext uri="{FF2B5EF4-FFF2-40B4-BE49-F238E27FC236}">
                  <a16:creationId xmlns:a16="http://schemas.microsoft.com/office/drawing/2014/main" id="{1ABF3B10-C303-907C-BF82-8B7B21FCFB8E}"/>
                </a:ext>
              </a:extLst>
            </p:cNvPr>
            <p:cNvSpPr/>
            <p:nvPr/>
          </p:nvSpPr>
          <p:spPr>
            <a:xfrm>
              <a:off x="1222303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3" name="Rectangle 2852">
              <a:extLst>
                <a:ext uri="{FF2B5EF4-FFF2-40B4-BE49-F238E27FC236}">
                  <a16:creationId xmlns:a16="http://schemas.microsoft.com/office/drawing/2014/main" id="{BEEA1D71-4E31-92F1-6709-6A15775DFE73}"/>
                </a:ext>
              </a:extLst>
            </p:cNvPr>
            <p:cNvSpPr/>
            <p:nvPr/>
          </p:nvSpPr>
          <p:spPr>
            <a:xfrm>
              <a:off x="1222303" y="383650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4" name="Rectangle 2853">
              <a:extLst>
                <a:ext uri="{FF2B5EF4-FFF2-40B4-BE49-F238E27FC236}">
                  <a16:creationId xmlns:a16="http://schemas.microsoft.com/office/drawing/2014/main" id="{A2036BF0-E021-834E-9617-0BF22A8544AB}"/>
                </a:ext>
              </a:extLst>
            </p:cNvPr>
            <p:cNvSpPr/>
            <p:nvPr/>
          </p:nvSpPr>
          <p:spPr>
            <a:xfrm>
              <a:off x="1222303" y="39196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5" name="Rectangle 2854">
              <a:extLst>
                <a:ext uri="{FF2B5EF4-FFF2-40B4-BE49-F238E27FC236}">
                  <a16:creationId xmlns:a16="http://schemas.microsoft.com/office/drawing/2014/main" id="{D522885A-F3C1-0220-1AC4-A04679D0950D}"/>
                </a:ext>
              </a:extLst>
            </p:cNvPr>
            <p:cNvSpPr/>
            <p:nvPr/>
          </p:nvSpPr>
          <p:spPr>
            <a:xfrm>
              <a:off x="1222303" y="400270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6" name="Rectangle 2855">
              <a:extLst>
                <a:ext uri="{FF2B5EF4-FFF2-40B4-BE49-F238E27FC236}">
                  <a16:creationId xmlns:a16="http://schemas.microsoft.com/office/drawing/2014/main" id="{8A8B6FDF-B9C7-7837-6F1B-8B6CC615A0E1}"/>
                </a:ext>
              </a:extLst>
            </p:cNvPr>
            <p:cNvSpPr/>
            <p:nvPr/>
          </p:nvSpPr>
          <p:spPr>
            <a:xfrm>
              <a:off x="1222303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7" name="Rectangle 2856">
              <a:extLst>
                <a:ext uri="{FF2B5EF4-FFF2-40B4-BE49-F238E27FC236}">
                  <a16:creationId xmlns:a16="http://schemas.microsoft.com/office/drawing/2014/main" id="{37D42A61-7C7D-EABD-82F3-CA112904DD16}"/>
                </a:ext>
              </a:extLst>
            </p:cNvPr>
            <p:cNvSpPr/>
            <p:nvPr/>
          </p:nvSpPr>
          <p:spPr>
            <a:xfrm>
              <a:off x="1222303" y="416889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8" name="Rectangle 2857">
              <a:extLst>
                <a:ext uri="{FF2B5EF4-FFF2-40B4-BE49-F238E27FC236}">
                  <a16:creationId xmlns:a16="http://schemas.microsoft.com/office/drawing/2014/main" id="{EAB10ED3-88D2-423F-84B6-D9421675978C}"/>
                </a:ext>
              </a:extLst>
            </p:cNvPr>
            <p:cNvSpPr/>
            <p:nvPr/>
          </p:nvSpPr>
          <p:spPr>
            <a:xfrm>
              <a:off x="1222303" y="42519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59" name="Rectangle 2858">
              <a:extLst>
                <a:ext uri="{FF2B5EF4-FFF2-40B4-BE49-F238E27FC236}">
                  <a16:creationId xmlns:a16="http://schemas.microsoft.com/office/drawing/2014/main" id="{78063F4A-DAE4-782C-FB07-B2C5575A2B5D}"/>
                </a:ext>
              </a:extLst>
            </p:cNvPr>
            <p:cNvSpPr/>
            <p:nvPr/>
          </p:nvSpPr>
          <p:spPr>
            <a:xfrm>
              <a:off x="1222303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0" name="Rectangle 2859">
              <a:extLst>
                <a:ext uri="{FF2B5EF4-FFF2-40B4-BE49-F238E27FC236}">
                  <a16:creationId xmlns:a16="http://schemas.microsoft.com/office/drawing/2014/main" id="{A0412F1A-32C7-66D4-E3E6-56D6C7B7CF79}"/>
                </a:ext>
              </a:extLst>
            </p:cNvPr>
            <p:cNvSpPr/>
            <p:nvPr/>
          </p:nvSpPr>
          <p:spPr>
            <a:xfrm>
              <a:off x="1222303" y="441818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1" name="Rectangle 2860">
              <a:extLst>
                <a:ext uri="{FF2B5EF4-FFF2-40B4-BE49-F238E27FC236}">
                  <a16:creationId xmlns:a16="http://schemas.microsoft.com/office/drawing/2014/main" id="{91159F6A-1B5D-FA30-8971-700027C35977}"/>
                </a:ext>
              </a:extLst>
            </p:cNvPr>
            <p:cNvSpPr/>
            <p:nvPr/>
          </p:nvSpPr>
          <p:spPr>
            <a:xfrm>
              <a:off x="1222303" y="45012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2" name="Rectangle 2861">
              <a:extLst>
                <a:ext uri="{FF2B5EF4-FFF2-40B4-BE49-F238E27FC236}">
                  <a16:creationId xmlns:a16="http://schemas.microsoft.com/office/drawing/2014/main" id="{28987103-FB8D-20FF-4EBE-131BA7403EF0}"/>
                </a:ext>
              </a:extLst>
            </p:cNvPr>
            <p:cNvSpPr/>
            <p:nvPr/>
          </p:nvSpPr>
          <p:spPr>
            <a:xfrm>
              <a:off x="1222303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3" name="Rectangle 2862">
              <a:extLst>
                <a:ext uri="{FF2B5EF4-FFF2-40B4-BE49-F238E27FC236}">
                  <a16:creationId xmlns:a16="http://schemas.microsoft.com/office/drawing/2014/main" id="{32D7629A-1C93-5D2D-C8FF-E54B78EF8CBC}"/>
                </a:ext>
              </a:extLst>
            </p:cNvPr>
            <p:cNvSpPr/>
            <p:nvPr/>
          </p:nvSpPr>
          <p:spPr>
            <a:xfrm>
              <a:off x="1222303" y="46674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4" name="Rectangle 2863">
              <a:extLst>
                <a:ext uri="{FF2B5EF4-FFF2-40B4-BE49-F238E27FC236}">
                  <a16:creationId xmlns:a16="http://schemas.microsoft.com/office/drawing/2014/main" id="{DE5039C0-BD74-1BA5-CEA7-F0A2DF551C15}"/>
                </a:ext>
              </a:extLst>
            </p:cNvPr>
            <p:cNvSpPr/>
            <p:nvPr/>
          </p:nvSpPr>
          <p:spPr>
            <a:xfrm>
              <a:off x="1222303" y="475033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5" name="Rectangle 2864">
              <a:extLst>
                <a:ext uri="{FF2B5EF4-FFF2-40B4-BE49-F238E27FC236}">
                  <a16:creationId xmlns:a16="http://schemas.microsoft.com/office/drawing/2014/main" id="{70E0B6DE-88EB-D8C7-62EA-AA7B925AC443}"/>
                </a:ext>
              </a:extLst>
            </p:cNvPr>
            <p:cNvSpPr/>
            <p:nvPr/>
          </p:nvSpPr>
          <p:spPr>
            <a:xfrm>
              <a:off x="1222303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6" name="Rectangle 2865">
              <a:extLst>
                <a:ext uri="{FF2B5EF4-FFF2-40B4-BE49-F238E27FC236}">
                  <a16:creationId xmlns:a16="http://schemas.microsoft.com/office/drawing/2014/main" id="{1C444EC3-4CA0-39A7-4751-2B5405F8152F}"/>
                </a:ext>
              </a:extLst>
            </p:cNvPr>
            <p:cNvSpPr/>
            <p:nvPr/>
          </p:nvSpPr>
          <p:spPr>
            <a:xfrm>
              <a:off x="1222303" y="491652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7" name="Rectangle 2866">
              <a:extLst>
                <a:ext uri="{FF2B5EF4-FFF2-40B4-BE49-F238E27FC236}">
                  <a16:creationId xmlns:a16="http://schemas.microsoft.com/office/drawing/2014/main" id="{C29DAF2A-435A-7A7C-465B-B70A7391A3FA}"/>
                </a:ext>
              </a:extLst>
            </p:cNvPr>
            <p:cNvSpPr/>
            <p:nvPr/>
          </p:nvSpPr>
          <p:spPr>
            <a:xfrm>
              <a:off x="1222303" y="4999621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8" name="Rectangle 2867">
              <a:extLst>
                <a:ext uri="{FF2B5EF4-FFF2-40B4-BE49-F238E27FC236}">
                  <a16:creationId xmlns:a16="http://schemas.microsoft.com/office/drawing/2014/main" id="{6F0E06AE-4E0B-0A4E-1550-EF445B9AF065}"/>
                </a:ext>
              </a:extLst>
            </p:cNvPr>
            <p:cNvSpPr/>
            <p:nvPr/>
          </p:nvSpPr>
          <p:spPr>
            <a:xfrm>
              <a:off x="1222303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69" name="Rectangle 2868">
              <a:extLst>
                <a:ext uri="{FF2B5EF4-FFF2-40B4-BE49-F238E27FC236}">
                  <a16:creationId xmlns:a16="http://schemas.microsoft.com/office/drawing/2014/main" id="{FF2FC13C-378A-5787-C7CB-1CFC93202184}"/>
                </a:ext>
              </a:extLst>
            </p:cNvPr>
            <p:cNvSpPr/>
            <p:nvPr/>
          </p:nvSpPr>
          <p:spPr>
            <a:xfrm>
              <a:off x="1222303" y="516581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0" name="Rectangle 2869">
              <a:extLst>
                <a:ext uri="{FF2B5EF4-FFF2-40B4-BE49-F238E27FC236}">
                  <a16:creationId xmlns:a16="http://schemas.microsoft.com/office/drawing/2014/main" id="{E8725088-947C-528B-4591-DBCE1F12CF54}"/>
                </a:ext>
              </a:extLst>
            </p:cNvPr>
            <p:cNvSpPr/>
            <p:nvPr/>
          </p:nvSpPr>
          <p:spPr>
            <a:xfrm>
              <a:off x="1222303" y="524891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1" name="Rectangle 2870">
              <a:extLst>
                <a:ext uri="{FF2B5EF4-FFF2-40B4-BE49-F238E27FC236}">
                  <a16:creationId xmlns:a16="http://schemas.microsoft.com/office/drawing/2014/main" id="{2998D049-A3E5-47FA-874F-70077231A4D9}"/>
                </a:ext>
              </a:extLst>
            </p:cNvPr>
            <p:cNvSpPr/>
            <p:nvPr/>
          </p:nvSpPr>
          <p:spPr>
            <a:xfrm>
              <a:off x="1222303" y="5332008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2" name="Rectangle 2871">
              <a:extLst>
                <a:ext uri="{FF2B5EF4-FFF2-40B4-BE49-F238E27FC236}">
                  <a16:creationId xmlns:a16="http://schemas.microsoft.com/office/drawing/2014/main" id="{31E07942-CE3D-C764-AE15-4C4264CEDC6F}"/>
                </a:ext>
              </a:extLst>
            </p:cNvPr>
            <p:cNvSpPr/>
            <p:nvPr/>
          </p:nvSpPr>
          <p:spPr>
            <a:xfrm>
              <a:off x="1222303" y="5415105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3" name="Rectangle 2872">
              <a:extLst>
                <a:ext uri="{FF2B5EF4-FFF2-40B4-BE49-F238E27FC236}">
                  <a16:creationId xmlns:a16="http://schemas.microsoft.com/office/drawing/2014/main" id="{1D98E4B4-5A1E-5A45-FC87-AA15572CE85E}"/>
                </a:ext>
              </a:extLst>
            </p:cNvPr>
            <p:cNvSpPr/>
            <p:nvPr/>
          </p:nvSpPr>
          <p:spPr>
            <a:xfrm>
              <a:off x="1222303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4" name="Rectangle 2873">
              <a:extLst>
                <a:ext uri="{FF2B5EF4-FFF2-40B4-BE49-F238E27FC236}">
                  <a16:creationId xmlns:a16="http://schemas.microsoft.com/office/drawing/2014/main" id="{196B9672-7B32-AC02-E536-E8AB5C87B3BA}"/>
                </a:ext>
              </a:extLst>
            </p:cNvPr>
            <p:cNvSpPr/>
            <p:nvPr/>
          </p:nvSpPr>
          <p:spPr>
            <a:xfrm>
              <a:off x="1222303" y="5581297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5" name="Rectangle 2874">
              <a:extLst>
                <a:ext uri="{FF2B5EF4-FFF2-40B4-BE49-F238E27FC236}">
                  <a16:creationId xmlns:a16="http://schemas.microsoft.com/office/drawing/2014/main" id="{AE8FDE5E-8266-5EF5-5BB9-647B38738F56}"/>
                </a:ext>
              </a:extLst>
            </p:cNvPr>
            <p:cNvSpPr/>
            <p:nvPr/>
          </p:nvSpPr>
          <p:spPr>
            <a:xfrm>
              <a:off x="1222303" y="5664394"/>
              <a:ext cx="62737" cy="8309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6" name="Rectangle 2875">
              <a:extLst>
                <a:ext uri="{FF2B5EF4-FFF2-40B4-BE49-F238E27FC236}">
                  <a16:creationId xmlns:a16="http://schemas.microsoft.com/office/drawing/2014/main" id="{751AE227-D279-4FC0-04EE-838431567C62}"/>
                </a:ext>
              </a:extLst>
            </p:cNvPr>
            <p:cNvSpPr/>
            <p:nvPr/>
          </p:nvSpPr>
          <p:spPr>
            <a:xfrm>
              <a:off x="1222303" y="5747490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7" name="Rectangle 2876">
              <a:extLst>
                <a:ext uri="{FF2B5EF4-FFF2-40B4-BE49-F238E27FC236}">
                  <a16:creationId xmlns:a16="http://schemas.microsoft.com/office/drawing/2014/main" id="{71F86220-013A-8BF6-63CC-8043755B3240}"/>
                </a:ext>
              </a:extLst>
            </p:cNvPr>
            <p:cNvSpPr/>
            <p:nvPr/>
          </p:nvSpPr>
          <p:spPr>
            <a:xfrm>
              <a:off x="1222303" y="583058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8" name="Rectangle 2877">
              <a:extLst>
                <a:ext uri="{FF2B5EF4-FFF2-40B4-BE49-F238E27FC236}">
                  <a16:creationId xmlns:a16="http://schemas.microsoft.com/office/drawing/2014/main" id="{95C182E3-9ED0-A009-7289-647123E38259}"/>
                </a:ext>
              </a:extLst>
            </p:cNvPr>
            <p:cNvSpPr/>
            <p:nvPr/>
          </p:nvSpPr>
          <p:spPr>
            <a:xfrm>
              <a:off x="1222303" y="5913447"/>
              <a:ext cx="62737" cy="83096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79" name="Rectangle 2878">
              <a:extLst>
                <a:ext uri="{FF2B5EF4-FFF2-40B4-BE49-F238E27FC236}">
                  <a16:creationId xmlns:a16="http://schemas.microsoft.com/office/drawing/2014/main" id="{DBAF7778-2C91-4578-522E-034697F7B1BB}"/>
                </a:ext>
              </a:extLst>
            </p:cNvPr>
            <p:cNvSpPr/>
            <p:nvPr/>
          </p:nvSpPr>
          <p:spPr>
            <a:xfrm>
              <a:off x="1222303" y="599654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0" name="Rectangle 2879">
              <a:extLst>
                <a:ext uri="{FF2B5EF4-FFF2-40B4-BE49-F238E27FC236}">
                  <a16:creationId xmlns:a16="http://schemas.microsoft.com/office/drawing/2014/main" id="{A1591689-9904-ABCB-F357-9E975135831D}"/>
                </a:ext>
              </a:extLst>
            </p:cNvPr>
            <p:cNvSpPr/>
            <p:nvPr/>
          </p:nvSpPr>
          <p:spPr>
            <a:xfrm>
              <a:off x="1222303" y="607964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1" name="Rectangle 2880">
              <a:extLst>
                <a:ext uri="{FF2B5EF4-FFF2-40B4-BE49-F238E27FC236}">
                  <a16:creationId xmlns:a16="http://schemas.microsoft.com/office/drawing/2014/main" id="{D6CE3361-0C45-71B0-8BE6-4893B871E2EF}"/>
                </a:ext>
              </a:extLst>
            </p:cNvPr>
            <p:cNvSpPr/>
            <p:nvPr/>
          </p:nvSpPr>
          <p:spPr>
            <a:xfrm>
              <a:off x="1222303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2" name="Rectangle 2881">
              <a:extLst>
                <a:ext uri="{FF2B5EF4-FFF2-40B4-BE49-F238E27FC236}">
                  <a16:creationId xmlns:a16="http://schemas.microsoft.com/office/drawing/2014/main" id="{A0DFA65E-EFA4-29EF-908C-00BE72D9B5F8}"/>
                </a:ext>
              </a:extLst>
            </p:cNvPr>
            <p:cNvSpPr/>
            <p:nvPr/>
          </p:nvSpPr>
          <p:spPr>
            <a:xfrm>
              <a:off x="1222303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3" name="Rectangle 2882">
              <a:extLst>
                <a:ext uri="{FF2B5EF4-FFF2-40B4-BE49-F238E27FC236}">
                  <a16:creationId xmlns:a16="http://schemas.microsoft.com/office/drawing/2014/main" id="{9102BB55-0E2F-AC11-0DF6-305EA5473F48}"/>
                </a:ext>
              </a:extLst>
            </p:cNvPr>
            <p:cNvSpPr/>
            <p:nvPr/>
          </p:nvSpPr>
          <p:spPr>
            <a:xfrm>
              <a:off x="1222303" y="632892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4" name="Rectangle 2883">
              <a:extLst>
                <a:ext uri="{FF2B5EF4-FFF2-40B4-BE49-F238E27FC236}">
                  <a16:creationId xmlns:a16="http://schemas.microsoft.com/office/drawing/2014/main" id="{C4487D4B-A2C2-FEE3-D22D-4C6141109E92}"/>
                </a:ext>
              </a:extLst>
            </p:cNvPr>
            <p:cNvSpPr/>
            <p:nvPr/>
          </p:nvSpPr>
          <p:spPr>
            <a:xfrm>
              <a:off x="1222303" y="64120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5" name="Rectangle 2884">
              <a:extLst>
                <a:ext uri="{FF2B5EF4-FFF2-40B4-BE49-F238E27FC236}">
                  <a16:creationId xmlns:a16="http://schemas.microsoft.com/office/drawing/2014/main" id="{4E773E26-435E-C594-F00D-8BC4BEBB58B1}"/>
                </a:ext>
              </a:extLst>
            </p:cNvPr>
            <p:cNvSpPr/>
            <p:nvPr/>
          </p:nvSpPr>
          <p:spPr>
            <a:xfrm>
              <a:off x="1222303" y="649512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6" name="Rectangle 2885">
              <a:extLst>
                <a:ext uri="{FF2B5EF4-FFF2-40B4-BE49-F238E27FC236}">
                  <a16:creationId xmlns:a16="http://schemas.microsoft.com/office/drawing/2014/main" id="{298B3203-FD30-0969-F83F-2A5B1A3D94B9}"/>
                </a:ext>
              </a:extLst>
            </p:cNvPr>
            <p:cNvSpPr/>
            <p:nvPr/>
          </p:nvSpPr>
          <p:spPr>
            <a:xfrm>
              <a:off x="1222303" y="6578219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7" name="Rectangle 2886">
              <a:extLst>
                <a:ext uri="{FF2B5EF4-FFF2-40B4-BE49-F238E27FC236}">
                  <a16:creationId xmlns:a16="http://schemas.microsoft.com/office/drawing/2014/main" id="{721F349E-3777-312A-F6A6-D7DE5950087C}"/>
                </a:ext>
              </a:extLst>
            </p:cNvPr>
            <p:cNvSpPr/>
            <p:nvPr/>
          </p:nvSpPr>
          <p:spPr>
            <a:xfrm>
              <a:off x="1222303" y="666131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8" name="Rectangle 2887">
              <a:extLst>
                <a:ext uri="{FF2B5EF4-FFF2-40B4-BE49-F238E27FC236}">
                  <a16:creationId xmlns:a16="http://schemas.microsoft.com/office/drawing/2014/main" id="{719DCC5F-0634-6435-6844-C7C0B4257310}"/>
                </a:ext>
              </a:extLst>
            </p:cNvPr>
            <p:cNvSpPr/>
            <p:nvPr/>
          </p:nvSpPr>
          <p:spPr>
            <a:xfrm>
              <a:off x="1222303" y="674441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89" name="Rectangle 2888">
              <a:extLst>
                <a:ext uri="{FF2B5EF4-FFF2-40B4-BE49-F238E27FC236}">
                  <a16:creationId xmlns:a16="http://schemas.microsoft.com/office/drawing/2014/main" id="{B4FEF073-0688-F0BD-543B-42A816D837F3}"/>
                </a:ext>
              </a:extLst>
            </p:cNvPr>
            <p:cNvSpPr/>
            <p:nvPr/>
          </p:nvSpPr>
          <p:spPr>
            <a:xfrm>
              <a:off x="1222303" y="68275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0" name="Rectangle 2889">
              <a:extLst>
                <a:ext uri="{FF2B5EF4-FFF2-40B4-BE49-F238E27FC236}">
                  <a16:creationId xmlns:a16="http://schemas.microsoft.com/office/drawing/2014/main" id="{CCDBB3B1-7B75-10EF-02AE-735859F4324E}"/>
                </a:ext>
              </a:extLst>
            </p:cNvPr>
            <p:cNvSpPr/>
            <p:nvPr/>
          </p:nvSpPr>
          <p:spPr>
            <a:xfrm>
              <a:off x="1222303" y="691060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1" name="Rectangle 2890">
              <a:extLst>
                <a:ext uri="{FF2B5EF4-FFF2-40B4-BE49-F238E27FC236}">
                  <a16:creationId xmlns:a16="http://schemas.microsoft.com/office/drawing/2014/main" id="{8E1C033A-C2C6-909A-3877-B9DE63D752D6}"/>
                </a:ext>
              </a:extLst>
            </p:cNvPr>
            <p:cNvSpPr/>
            <p:nvPr/>
          </p:nvSpPr>
          <p:spPr>
            <a:xfrm>
              <a:off x="1222303" y="699370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2" name="Rectangle 2891">
              <a:extLst>
                <a:ext uri="{FF2B5EF4-FFF2-40B4-BE49-F238E27FC236}">
                  <a16:creationId xmlns:a16="http://schemas.microsoft.com/office/drawing/2014/main" id="{96217B50-2EA6-6B89-6EFA-CAF110AEE2A5}"/>
                </a:ext>
              </a:extLst>
            </p:cNvPr>
            <p:cNvSpPr/>
            <p:nvPr/>
          </p:nvSpPr>
          <p:spPr>
            <a:xfrm>
              <a:off x="1285041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3" name="Rectangle 2892">
              <a:extLst>
                <a:ext uri="{FF2B5EF4-FFF2-40B4-BE49-F238E27FC236}">
                  <a16:creationId xmlns:a16="http://schemas.microsoft.com/office/drawing/2014/main" id="{24555817-04D3-E011-8845-C51F8C62A6E6}"/>
                </a:ext>
              </a:extLst>
            </p:cNvPr>
            <p:cNvSpPr/>
            <p:nvPr/>
          </p:nvSpPr>
          <p:spPr>
            <a:xfrm>
              <a:off x="1285041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4" name="Rectangle 2893">
              <a:extLst>
                <a:ext uri="{FF2B5EF4-FFF2-40B4-BE49-F238E27FC236}">
                  <a16:creationId xmlns:a16="http://schemas.microsoft.com/office/drawing/2014/main" id="{F0AC7835-C7EF-8F19-61CD-7056C102E955}"/>
                </a:ext>
              </a:extLst>
            </p:cNvPr>
            <p:cNvSpPr/>
            <p:nvPr/>
          </p:nvSpPr>
          <p:spPr>
            <a:xfrm>
              <a:off x="1285041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5" name="Rectangle 2894">
              <a:extLst>
                <a:ext uri="{FF2B5EF4-FFF2-40B4-BE49-F238E27FC236}">
                  <a16:creationId xmlns:a16="http://schemas.microsoft.com/office/drawing/2014/main" id="{4687AE8E-FBB1-36E9-90DC-1E0DB1C04AA6}"/>
                </a:ext>
              </a:extLst>
            </p:cNvPr>
            <p:cNvSpPr/>
            <p:nvPr/>
          </p:nvSpPr>
          <p:spPr>
            <a:xfrm>
              <a:off x="1285041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6" name="Rectangle 2895">
              <a:extLst>
                <a:ext uri="{FF2B5EF4-FFF2-40B4-BE49-F238E27FC236}">
                  <a16:creationId xmlns:a16="http://schemas.microsoft.com/office/drawing/2014/main" id="{EFE27067-2E0E-34E3-0720-260D222743B8}"/>
                </a:ext>
              </a:extLst>
            </p:cNvPr>
            <p:cNvSpPr/>
            <p:nvPr/>
          </p:nvSpPr>
          <p:spPr>
            <a:xfrm>
              <a:off x="1285041" y="209195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7" name="Rectangle 2896">
              <a:extLst>
                <a:ext uri="{FF2B5EF4-FFF2-40B4-BE49-F238E27FC236}">
                  <a16:creationId xmlns:a16="http://schemas.microsoft.com/office/drawing/2014/main" id="{06EAAB70-ABBC-0F86-BEA5-9BDBFFF693B7}"/>
                </a:ext>
              </a:extLst>
            </p:cNvPr>
            <p:cNvSpPr/>
            <p:nvPr/>
          </p:nvSpPr>
          <p:spPr>
            <a:xfrm>
              <a:off x="1285041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8" name="Rectangle 2897">
              <a:extLst>
                <a:ext uri="{FF2B5EF4-FFF2-40B4-BE49-F238E27FC236}">
                  <a16:creationId xmlns:a16="http://schemas.microsoft.com/office/drawing/2014/main" id="{8588CFF3-2B9A-B07D-46E4-4BCC122292D6}"/>
                </a:ext>
              </a:extLst>
            </p:cNvPr>
            <p:cNvSpPr/>
            <p:nvPr/>
          </p:nvSpPr>
          <p:spPr>
            <a:xfrm>
              <a:off x="1285041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899" name="Rectangle 2898">
              <a:extLst>
                <a:ext uri="{FF2B5EF4-FFF2-40B4-BE49-F238E27FC236}">
                  <a16:creationId xmlns:a16="http://schemas.microsoft.com/office/drawing/2014/main" id="{73DB6A2B-4AE8-F29D-FC06-AFC1D8C47317}"/>
                </a:ext>
              </a:extLst>
            </p:cNvPr>
            <p:cNvSpPr/>
            <p:nvPr/>
          </p:nvSpPr>
          <p:spPr>
            <a:xfrm>
              <a:off x="1285041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0" name="Rectangle 2899">
              <a:extLst>
                <a:ext uri="{FF2B5EF4-FFF2-40B4-BE49-F238E27FC236}">
                  <a16:creationId xmlns:a16="http://schemas.microsoft.com/office/drawing/2014/main" id="{F4CC990B-9ECF-00D0-240D-1333A36C1B9F}"/>
                </a:ext>
              </a:extLst>
            </p:cNvPr>
            <p:cNvSpPr/>
            <p:nvPr/>
          </p:nvSpPr>
          <p:spPr>
            <a:xfrm>
              <a:off x="1285041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1" name="Rectangle 2900">
              <a:extLst>
                <a:ext uri="{FF2B5EF4-FFF2-40B4-BE49-F238E27FC236}">
                  <a16:creationId xmlns:a16="http://schemas.microsoft.com/office/drawing/2014/main" id="{860F7BE3-DFE7-3F2F-6A49-61B951381D60}"/>
                </a:ext>
              </a:extLst>
            </p:cNvPr>
            <p:cNvSpPr/>
            <p:nvPr/>
          </p:nvSpPr>
          <p:spPr>
            <a:xfrm>
              <a:off x="1285041" y="25072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2" name="Rectangle 2901">
              <a:extLst>
                <a:ext uri="{FF2B5EF4-FFF2-40B4-BE49-F238E27FC236}">
                  <a16:creationId xmlns:a16="http://schemas.microsoft.com/office/drawing/2014/main" id="{821789F5-F35A-E44A-C9B4-9E967F5D8459}"/>
                </a:ext>
              </a:extLst>
            </p:cNvPr>
            <p:cNvSpPr/>
            <p:nvPr/>
          </p:nvSpPr>
          <p:spPr>
            <a:xfrm>
              <a:off x="1285041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3" name="Rectangle 2902">
              <a:extLst>
                <a:ext uri="{FF2B5EF4-FFF2-40B4-BE49-F238E27FC236}">
                  <a16:creationId xmlns:a16="http://schemas.microsoft.com/office/drawing/2014/main" id="{30188220-3BD7-F5DC-5E88-67D427ABAAE5}"/>
                </a:ext>
              </a:extLst>
            </p:cNvPr>
            <p:cNvSpPr/>
            <p:nvPr/>
          </p:nvSpPr>
          <p:spPr>
            <a:xfrm>
              <a:off x="1285041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4" name="Rectangle 2903">
              <a:extLst>
                <a:ext uri="{FF2B5EF4-FFF2-40B4-BE49-F238E27FC236}">
                  <a16:creationId xmlns:a16="http://schemas.microsoft.com/office/drawing/2014/main" id="{39CF5C3A-C734-A251-65BB-00CCF99F1A6F}"/>
                </a:ext>
              </a:extLst>
            </p:cNvPr>
            <p:cNvSpPr/>
            <p:nvPr/>
          </p:nvSpPr>
          <p:spPr>
            <a:xfrm>
              <a:off x="1285041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5" name="Rectangle 2904">
              <a:extLst>
                <a:ext uri="{FF2B5EF4-FFF2-40B4-BE49-F238E27FC236}">
                  <a16:creationId xmlns:a16="http://schemas.microsoft.com/office/drawing/2014/main" id="{B9169EDF-D583-113B-0056-DBE9350F83BC}"/>
                </a:ext>
              </a:extLst>
            </p:cNvPr>
            <p:cNvSpPr/>
            <p:nvPr/>
          </p:nvSpPr>
          <p:spPr>
            <a:xfrm>
              <a:off x="1285041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6" name="Rectangle 2905">
              <a:extLst>
                <a:ext uri="{FF2B5EF4-FFF2-40B4-BE49-F238E27FC236}">
                  <a16:creationId xmlns:a16="http://schemas.microsoft.com/office/drawing/2014/main" id="{3433D1E3-088B-A777-9FB7-3B4C24D39F4B}"/>
                </a:ext>
              </a:extLst>
            </p:cNvPr>
            <p:cNvSpPr/>
            <p:nvPr/>
          </p:nvSpPr>
          <p:spPr>
            <a:xfrm>
              <a:off x="1285041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7" name="Rectangle 2906">
              <a:extLst>
                <a:ext uri="{FF2B5EF4-FFF2-40B4-BE49-F238E27FC236}">
                  <a16:creationId xmlns:a16="http://schemas.microsoft.com/office/drawing/2014/main" id="{EC1BBBC1-8B4F-D5A6-812C-21C2C6A5390F}"/>
                </a:ext>
              </a:extLst>
            </p:cNvPr>
            <p:cNvSpPr/>
            <p:nvPr/>
          </p:nvSpPr>
          <p:spPr>
            <a:xfrm>
              <a:off x="1285041" y="30057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8" name="Rectangle 2907">
              <a:extLst>
                <a:ext uri="{FF2B5EF4-FFF2-40B4-BE49-F238E27FC236}">
                  <a16:creationId xmlns:a16="http://schemas.microsoft.com/office/drawing/2014/main" id="{188F4098-7D46-B507-4574-BE728C47375B}"/>
                </a:ext>
              </a:extLst>
            </p:cNvPr>
            <p:cNvSpPr/>
            <p:nvPr/>
          </p:nvSpPr>
          <p:spPr>
            <a:xfrm>
              <a:off x="1285041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09" name="Rectangle 2908">
              <a:extLst>
                <a:ext uri="{FF2B5EF4-FFF2-40B4-BE49-F238E27FC236}">
                  <a16:creationId xmlns:a16="http://schemas.microsoft.com/office/drawing/2014/main" id="{C230575F-F37B-DF5E-8EB1-EA1610B36370}"/>
                </a:ext>
              </a:extLst>
            </p:cNvPr>
            <p:cNvSpPr/>
            <p:nvPr/>
          </p:nvSpPr>
          <p:spPr>
            <a:xfrm>
              <a:off x="1285041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0" name="Rectangle 2909">
              <a:extLst>
                <a:ext uri="{FF2B5EF4-FFF2-40B4-BE49-F238E27FC236}">
                  <a16:creationId xmlns:a16="http://schemas.microsoft.com/office/drawing/2014/main" id="{03603EB6-EE47-4253-6B0A-487273C07414}"/>
                </a:ext>
              </a:extLst>
            </p:cNvPr>
            <p:cNvSpPr/>
            <p:nvPr/>
          </p:nvSpPr>
          <p:spPr>
            <a:xfrm>
              <a:off x="1285041" y="325507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1" name="Rectangle 2910">
              <a:extLst>
                <a:ext uri="{FF2B5EF4-FFF2-40B4-BE49-F238E27FC236}">
                  <a16:creationId xmlns:a16="http://schemas.microsoft.com/office/drawing/2014/main" id="{784CD7E5-A1C0-BFD8-EBBC-0FA2F606B11D}"/>
                </a:ext>
              </a:extLst>
            </p:cNvPr>
            <p:cNvSpPr/>
            <p:nvPr/>
          </p:nvSpPr>
          <p:spPr>
            <a:xfrm>
              <a:off x="1285041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2" name="Rectangle 2911">
              <a:extLst>
                <a:ext uri="{FF2B5EF4-FFF2-40B4-BE49-F238E27FC236}">
                  <a16:creationId xmlns:a16="http://schemas.microsoft.com/office/drawing/2014/main" id="{1F2832F9-603F-965B-9318-958B446DC9AA}"/>
                </a:ext>
              </a:extLst>
            </p:cNvPr>
            <p:cNvSpPr/>
            <p:nvPr/>
          </p:nvSpPr>
          <p:spPr>
            <a:xfrm>
              <a:off x="1285041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3" name="Rectangle 2912">
              <a:extLst>
                <a:ext uri="{FF2B5EF4-FFF2-40B4-BE49-F238E27FC236}">
                  <a16:creationId xmlns:a16="http://schemas.microsoft.com/office/drawing/2014/main" id="{F7C3EB8A-7A59-8188-1C1B-F0708E97BC9B}"/>
                </a:ext>
              </a:extLst>
            </p:cNvPr>
            <p:cNvSpPr/>
            <p:nvPr/>
          </p:nvSpPr>
          <p:spPr>
            <a:xfrm>
              <a:off x="1285041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4" name="Rectangle 2913">
              <a:extLst>
                <a:ext uri="{FF2B5EF4-FFF2-40B4-BE49-F238E27FC236}">
                  <a16:creationId xmlns:a16="http://schemas.microsoft.com/office/drawing/2014/main" id="{3A1A4EA6-4FC5-D67D-F12A-954B31CEF538}"/>
                </a:ext>
              </a:extLst>
            </p:cNvPr>
            <p:cNvSpPr/>
            <p:nvPr/>
          </p:nvSpPr>
          <p:spPr>
            <a:xfrm>
              <a:off x="1285041" y="358722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5" name="Rectangle 2914">
              <a:extLst>
                <a:ext uri="{FF2B5EF4-FFF2-40B4-BE49-F238E27FC236}">
                  <a16:creationId xmlns:a16="http://schemas.microsoft.com/office/drawing/2014/main" id="{081A3A1C-E5C9-8695-07A6-E7387B4B9A87}"/>
                </a:ext>
              </a:extLst>
            </p:cNvPr>
            <p:cNvSpPr/>
            <p:nvPr/>
          </p:nvSpPr>
          <p:spPr>
            <a:xfrm>
              <a:off x="1285041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6" name="Rectangle 2915">
              <a:extLst>
                <a:ext uri="{FF2B5EF4-FFF2-40B4-BE49-F238E27FC236}">
                  <a16:creationId xmlns:a16="http://schemas.microsoft.com/office/drawing/2014/main" id="{6E893639-AB5A-45D5-9F34-A7CB9E6754A8}"/>
                </a:ext>
              </a:extLst>
            </p:cNvPr>
            <p:cNvSpPr/>
            <p:nvPr/>
          </p:nvSpPr>
          <p:spPr>
            <a:xfrm>
              <a:off x="1285041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7" name="Rectangle 2916">
              <a:extLst>
                <a:ext uri="{FF2B5EF4-FFF2-40B4-BE49-F238E27FC236}">
                  <a16:creationId xmlns:a16="http://schemas.microsoft.com/office/drawing/2014/main" id="{D4423789-837D-C547-5C85-0EEA507BC769}"/>
                </a:ext>
              </a:extLst>
            </p:cNvPr>
            <p:cNvSpPr/>
            <p:nvPr/>
          </p:nvSpPr>
          <p:spPr>
            <a:xfrm>
              <a:off x="1285041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8" name="Rectangle 2917">
              <a:extLst>
                <a:ext uri="{FF2B5EF4-FFF2-40B4-BE49-F238E27FC236}">
                  <a16:creationId xmlns:a16="http://schemas.microsoft.com/office/drawing/2014/main" id="{8CD19BC8-5E8D-FDC3-3E6F-48B150B86B1F}"/>
                </a:ext>
              </a:extLst>
            </p:cNvPr>
            <p:cNvSpPr/>
            <p:nvPr/>
          </p:nvSpPr>
          <p:spPr>
            <a:xfrm>
              <a:off x="1285041" y="39196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19" name="Rectangle 2918">
              <a:extLst>
                <a:ext uri="{FF2B5EF4-FFF2-40B4-BE49-F238E27FC236}">
                  <a16:creationId xmlns:a16="http://schemas.microsoft.com/office/drawing/2014/main" id="{EEAFB565-6E94-B973-B2DC-917942548497}"/>
                </a:ext>
              </a:extLst>
            </p:cNvPr>
            <p:cNvSpPr/>
            <p:nvPr/>
          </p:nvSpPr>
          <p:spPr>
            <a:xfrm>
              <a:off x="1285041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0" name="Rectangle 2919">
              <a:extLst>
                <a:ext uri="{FF2B5EF4-FFF2-40B4-BE49-F238E27FC236}">
                  <a16:creationId xmlns:a16="http://schemas.microsoft.com/office/drawing/2014/main" id="{0B949AEC-8921-37E0-60CF-E5F1B49D01AE}"/>
                </a:ext>
              </a:extLst>
            </p:cNvPr>
            <p:cNvSpPr/>
            <p:nvPr/>
          </p:nvSpPr>
          <p:spPr>
            <a:xfrm>
              <a:off x="1285041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1" name="Rectangle 2920">
              <a:extLst>
                <a:ext uri="{FF2B5EF4-FFF2-40B4-BE49-F238E27FC236}">
                  <a16:creationId xmlns:a16="http://schemas.microsoft.com/office/drawing/2014/main" id="{F07C6E8E-CD29-D345-73E7-7D7C88135F2F}"/>
                </a:ext>
              </a:extLst>
            </p:cNvPr>
            <p:cNvSpPr/>
            <p:nvPr/>
          </p:nvSpPr>
          <p:spPr>
            <a:xfrm>
              <a:off x="1285041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2" name="Rectangle 2921">
              <a:extLst>
                <a:ext uri="{FF2B5EF4-FFF2-40B4-BE49-F238E27FC236}">
                  <a16:creationId xmlns:a16="http://schemas.microsoft.com/office/drawing/2014/main" id="{B71DEEEA-5449-83AA-9350-7CA58F626C5F}"/>
                </a:ext>
              </a:extLst>
            </p:cNvPr>
            <p:cNvSpPr/>
            <p:nvPr/>
          </p:nvSpPr>
          <p:spPr>
            <a:xfrm>
              <a:off x="1285041" y="4251991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3" name="Rectangle 2922">
              <a:extLst>
                <a:ext uri="{FF2B5EF4-FFF2-40B4-BE49-F238E27FC236}">
                  <a16:creationId xmlns:a16="http://schemas.microsoft.com/office/drawing/2014/main" id="{0D1ADB03-C712-CD2F-7F99-C1C511A54EED}"/>
                </a:ext>
              </a:extLst>
            </p:cNvPr>
            <p:cNvSpPr/>
            <p:nvPr/>
          </p:nvSpPr>
          <p:spPr>
            <a:xfrm>
              <a:off x="1285041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4" name="Rectangle 2923">
              <a:extLst>
                <a:ext uri="{FF2B5EF4-FFF2-40B4-BE49-F238E27FC236}">
                  <a16:creationId xmlns:a16="http://schemas.microsoft.com/office/drawing/2014/main" id="{91EA4D27-A19E-FE94-3D6A-6CC3F8F4B1F8}"/>
                </a:ext>
              </a:extLst>
            </p:cNvPr>
            <p:cNvSpPr/>
            <p:nvPr/>
          </p:nvSpPr>
          <p:spPr>
            <a:xfrm>
              <a:off x="1285041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5" name="Rectangle 2924">
              <a:extLst>
                <a:ext uri="{FF2B5EF4-FFF2-40B4-BE49-F238E27FC236}">
                  <a16:creationId xmlns:a16="http://schemas.microsoft.com/office/drawing/2014/main" id="{54D19C96-38DC-6366-E161-00B9F96A7176}"/>
                </a:ext>
              </a:extLst>
            </p:cNvPr>
            <p:cNvSpPr/>
            <p:nvPr/>
          </p:nvSpPr>
          <p:spPr>
            <a:xfrm>
              <a:off x="1285041" y="45012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6" name="Rectangle 2925">
              <a:extLst>
                <a:ext uri="{FF2B5EF4-FFF2-40B4-BE49-F238E27FC236}">
                  <a16:creationId xmlns:a16="http://schemas.microsoft.com/office/drawing/2014/main" id="{3CFF6479-1F29-2CB2-D42F-1E9ED33053F4}"/>
                </a:ext>
              </a:extLst>
            </p:cNvPr>
            <p:cNvSpPr/>
            <p:nvPr/>
          </p:nvSpPr>
          <p:spPr>
            <a:xfrm>
              <a:off x="1285041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7" name="Rectangle 2926">
              <a:extLst>
                <a:ext uri="{FF2B5EF4-FFF2-40B4-BE49-F238E27FC236}">
                  <a16:creationId xmlns:a16="http://schemas.microsoft.com/office/drawing/2014/main" id="{A9E8A4CB-A1B4-038F-0DE6-D1CFA350833B}"/>
                </a:ext>
              </a:extLst>
            </p:cNvPr>
            <p:cNvSpPr/>
            <p:nvPr/>
          </p:nvSpPr>
          <p:spPr>
            <a:xfrm>
              <a:off x="1285041" y="46674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8" name="Rectangle 2927">
              <a:extLst>
                <a:ext uri="{FF2B5EF4-FFF2-40B4-BE49-F238E27FC236}">
                  <a16:creationId xmlns:a16="http://schemas.microsoft.com/office/drawing/2014/main" id="{582540C1-BE22-4C0B-85FD-D831DB7B2863}"/>
                </a:ext>
              </a:extLst>
            </p:cNvPr>
            <p:cNvSpPr/>
            <p:nvPr/>
          </p:nvSpPr>
          <p:spPr>
            <a:xfrm>
              <a:off x="1285041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29" name="Rectangle 2928">
              <a:extLst>
                <a:ext uri="{FF2B5EF4-FFF2-40B4-BE49-F238E27FC236}">
                  <a16:creationId xmlns:a16="http://schemas.microsoft.com/office/drawing/2014/main" id="{3BA8F699-0E0E-586E-5F2F-EE488E5B6325}"/>
                </a:ext>
              </a:extLst>
            </p:cNvPr>
            <p:cNvSpPr/>
            <p:nvPr/>
          </p:nvSpPr>
          <p:spPr>
            <a:xfrm>
              <a:off x="1285041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0" name="Rectangle 2929">
              <a:extLst>
                <a:ext uri="{FF2B5EF4-FFF2-40B4-BE49-F238E27FC236}">
                  <a16:creationId xmlns:a16="http://schemas.microsoft.com/office/drawing/2014/main" id="{201E261B-F5A8-D7C7-86A8-90D2EE1194D2}"/>
                </a:ext>
              </a:extLst>
            </p:cNvPr>
            <p:cNvSpPr/>
            <p:nvPr/>
          </p:nvSpPr>
          <p:spPr>
            <a:xfrm>
              <a:off x="1285041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1" name="Rectangle 2930">
              <a:extLst>
                <a:ext uri="{FF2B5EF4-FFF2-40B4-BE49-F238E27FC236}">
                  <a16:creationId xmlns:a16="http://schemas.microsoft.com/office/drawing/2014/main" id="{C3B78F54-D381-4887-DE64-ABECF6A29A9C}"/>
                </a:ext>
              </a:extLst>
            </p:cNvPr>
            <p:cNvSpPr/>
            <p:nvPr/>
          </p:nvSpPr>
          <p:spPr>
            <a:xfrm>
              <a:off x="1285041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2" name="Rectangle 2931">
              <a:extLst>
                <a:ext uri="{FF2B5EF4-FFF2-40B4-BE49-F238E27FC236}">
                  <a16:creationId xmlns:a16="http://schemas.microsoft.com/office/drawing/2014/main" id="{89CD4632-2773-BF59-2938-227EC1111F00}"/>
                </a:ext>
              </a:extLst>
            </p:cNvPr>
            <p:cNvSpPr/>
            <p:nvPr/>
          </p:nvSpPr>
          <p:spPr>
            <a:xfrm>
              <a:off x="1285041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3" name="Rectangle 2932">
              <a:extLst>
                <a:ext uri="{FF2B5EF4-FFF2-40B4-BE49-F238E27FC236}">
                  <a16:creationId xmlns:a16="http://schemas.microsoft.com/office/drawing/2014/main" id="{46F74EA1-47C1-84E9-908D-75294FE2A713}"/>
                </a:ext>
              </a:extLst>
            </p:cNvPr>
            <p:cNvSpPr/>
            <p:nvPr/>
          </p:nvSpPr>
          <p:spPr>
            <a:xfrm>
              <a:off x="1285041" y="516581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4" name="Rectangle 2933">
              <a:extLst>
                <a:ext uri="{FF2B5EF4-FFF2-40B4-BE49-F238E27FC236}">
                  <a16:creationId xmlns:a16="http://schemas.microsoft.com/office/drawing/2014/main" id="{90C636EC-EB50-B3AC-E480-1E7E99E59D43}"/>
                </a:ext>
              </a:extLst>
            </p:cNvPr>
            <p:cNvSpPr/>
            <p:nvPr/>
          </p:nvSpPr>
          <p:spPr>
            <a:xfrm>
              <a:off x="1285041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5" name="Rectangle 2934">
              <a:extLst>
                <a:ext uri="{FF2B5EF4-FFF2-40B4-BE49-F238E27FC236}">
                  <a16:creationId xmlns:a16="http://schemas.microsoft.com/office/drawing/2014/main" id="{848EF891-63BE-0B7C-F748-EB0BB0C82A93}"/>
                </a:ext>
              </a:extLst>
            </p:cNvPr>
            <p:cNvSpPr/>
            <p:nvPr/>
          </p:nvSpPr>
          <p:spPr>
            <a:xfrm>
              <a:off x="1285041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6" name="Rectangle 2935">
              <a:extLst>
                <a:ext uri="{FF2B5EF4-FFF2-40B4-BE49-F238E27FC236}">
                  <a16:creationId xmlns:a16="http://schemas.microsoft.com/office/drawing/2014/main" id="{EF629EC7-9A5B-AFA2-55DE-B0E0A9EAF783}"/>
                </a:ext>
              </a:extLst>
            </p:cNvPr>
            <p:cNvSpPr/>
            <p:nvPr/>
          </p:nvSpPr>
          <p:spPr>
            <a:xfrm>
              <a:off x="1285041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7" name="Rectangle 2936">
              <a:extLst>
                <a:ext uri="{FF2B5EF4-FFF2-40B4-BE49-F238E27FC236}">
                  <a16:creationId xmlns:a16="http://schemas.microsoft.com/office/drawing/2014/main" id="{FE0DA46A-52DB-06F0-31BC-E0EBB31B0597}"/>
                </a:ext>
              </a:extLst>
            </p:cNvPr>
            <p:cNvSpPr/>
            <p:nvPr/>
          </p:nvSpPr>
          <p:spPr>
            <a:xfrm>
              <a:off x="1285041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8" name="Rectangle 2937">
              <a:extLst>
                <a:ext uri="{FF2B5EF4-FFF2-40B4-BE49-F238E27FC236}">
                  <a16:creationId xmlns:a16="http://schemas.microsoft.com/office/drawing/2014/main" id="{13EBE6BF-A3CC-AB46-9ABF-815DE00C74F2}"/>
                </a:ext>
              </a:extLst>
            </p:cNvPr>
            <p:cNvSpPr/>
            <p:nvPr/>
          </p:nvSpPr>
          <p:spPr>
            <a:xfrm>
              <a:off x="1285041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39" name="Rectangle 2938">
              <a:extLst>
                <a:ext uri="{FF2B5EF4-FFF2-40B4-BE49-F238E27FC236}">
                  <a16:creationId xmlns:a16="http://schemas.microsoft.com/office/drawing/2014/main" id="{E36FF2C9-48ED-8E77-C75F-537EDAE75323}"/>
                </a:ext>
              </a:extLst>
            </p:cNvPr>
            <p:cNvSpPr/>
            <p:nvPr/>
          </p:nvSpPr>
          <p:spPr>
            <a:xfrm>
              <a:off x="1285041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0" name="Rectangle 2939">
              <a:extLst>
                <a:ext uri="{FF2B5EF4-FFF2-40B4-BE49-F238E27FC236}">
                  <a16:creationId xmlns:a16="http://schemas.microsoft.com/office/drawing/2014/main" id="{A5266487-4B9A-67A8-27F7-31ECC5A1460C}"/>
                </a:ext>
              </a:extLst>
            </p:cNvPr>
            <p:cNvSpPr/>
            <p:nvPr/>
          </p:nvSpPr>
          <p:spPr>
            <a:xfrm>
              <a:off x="1285041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1" name="Rectangle 2940">
              <a:extLst>
                <a:ext uri="{FF2B5EF4-FFF2-40B4-BE49-F238E27FC236}">
                  <a16:creationId xmlns:a16="http://schemas.microsoft.com/office/drawing/2014/main" id="{3D9DAB7F-6ADE-EB5A-29B9-7451154C5F70}"/>
                </a:ext>
              </a:extLst>
            </p:cNvPr>
            <p:cNvSpPr/>
            <p:nvPr/>
          </p:nvSpPr>
          <p:spPr>
            <a:xfrm>
              <a:off x="1285041" y="583058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2" name="Rectangle 2941">
              <a:extLst>
                <a:ext uri="{FF2B5EF4-FFF2-40B4-BE49-F238E27FC236}">
                  <a16:creationId xmlns:a16="http://schemas.microsoft.com/office/drawing/2014/main" id="{1ABF98FF-BA53-9458-FED5-0A235C7FE5F5}"/>
                </a:ext>
              </a:extLst>
            </p:cNvPr>
            <p:cNvSpPr/>
            <p:nvPr/>
          </p:nvSpPr>
          <p:spPr>
            <a:xfrm>
              <a:off x="1285041" y="5913447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3" name="Rectangle 2942">
              <a:extLst>
                <a:ext uri="{FF2B5EF4-FFF2-40B4-BE49-F238E27FC236}">
                  <a16:creationId xmlns:a16="http://schemas.microsoft.com/office/drawing/2014/main" id="{F1B7E0F9-CBED-BEF0-21E3-B9A378638C87}"/>
                </a:ext>
              </a:extLst>
            </p:cNvPr>
            <p:cNvSpPr/>
            <p:nvPr/>
          </p:nvSpPr>
          <p:spPr>
            <a:xfrm>
              <a:off x="1285041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4" name="Rectangle 2943">
              <a:extLst>
                <a:ext uri="{FF2B5EF4-FFF2-40B4-BE49-F238E27FC236}">
                  <a16:creationId xmlns:a16="http://schemas.microsoft.com/office/drawing/2014/main" id="{B96EF9F1-8A1E-6875-33D0-018B1D465B42}"/>
                </a:ext>
              </a:extLst>
            </p:cNvPr>
            <p:cNvSpPr/>
            <p:nvPr/>
          </p:nvSpPr>
          <p:spPr>
            <a:xfrm>
              <a:off x="1285041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5" name="Rectangle 2944">
              <a:extLst>
                <a:ext uri="{FF2B5EF4-FFF2-40B4-BE49-F238E27FC236}">
                  <a16:creationId xmlns:a16="http://schemas.microsoft.com/office/drawing/2014/main" id="{5A358F08-05C2-3E34-4A19-440B3D52C1C4}"/>
                </a:ext>
              </a:extLst>
            </p:cNvPr>
            <p:cNvSpPr/>
            <p:nvPr/>
          </p:nvSpPr>
          <p:spPr>
            <a:xfrm>
              <a:off x="1285041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6" name="Rectangle 2945">
              <a:extLst>
                <a:ext uri="{FF2B5EF4-FFF2-40B4-BE49-F238E27FC236}">
                  <a16:creationId xmlns:a16="http://schemas.microsoft.com/office/drawing/2014/main" id="{563F4DE5-8A9B-8218-54EE-257FBE583265}"/>
                </a:ext>
              </a:extLst>
            </p:cNvPr>
            <p:cNvSpPr/>
            <p:nvPr/>
          </p:nvSpPr>
          <p:spPr>
            <a:xfrm>
              <a:off x="1285041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7" name="Rectangle 2946">
              <a:extLst>
                <a:ext uri="{FF2B5EF4-FFF2-40B4-BE49-F238E27FC236}">
                  <a16:creationId xmlns:a16="http://schemas.microsoft.com/office/drawing/2014/main" id="{52D1A512-8120-A1B3-7950-333C578839B5}"/>
                </a:ext>
              </a:extLst>
            </p:cNvPr>
            <p:cNvSpPr/>
            <p:nvPr/>
          </p:nvSpPr>
          <p:spPr>
            <a:xfrm>
              <a:off x="1285041" y="632892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8" name="Rectangle 2947">
              <a:extLst>
                <a:ext uri="{FF2B5EF4-FFF2-40B4-BE49-F238E27FC236}">
                  <a16:creationId xmlns:a16="http://schemas.microsoft.com/office/drawing/2014/main" id="{F5F4B1A6-58AB-4D57-4B93-1509B08044CD}"/>
                </a:ext>
              </a:extLst>
            </p:cNvPr>
            <p:cNvSpPr/>
            <p:nvPr/>
          </p:nvSpPr>
          <p:spPr>
            <a:xfrm>
              <a:off x="1285041" y="64120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49" name="Rectangle 2948">
              <a:extLst>
                <a:ext uri="{FF2B5EF4-FFF2-40B4-BE49-F238E27FC236}">
                  <a16:creationId xmlns:a16="http://schemas.microsoft.com/office/drawing/2014/main" id="{182CF67B-8FA7-BC6F-B0BF-11B3ADF5F57F}"/>
                </a:ext>
              </a:extLst>
            </p:cNvPr>
            <p:cNvSpPr/>
            <p:nvPr/>
          </p:nvSpPr>
          <p:spPr>
            <a:xfrm>
              <a:off x="1285041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0" name="Rectangle 2949">
              <a:extLst>
                <a:ext uri="{FF2B5EF4-FFF2-40B4-BE49-F238E27FC236}">
                  <a16:creationId xmlns:a16="http://schemas.microsoft.com/office/drawing/2014/main" id="{660DA688-70DB-5978-5551-C5CACC6FECB7}"/>
                </a:ext>
              </a:extLst>
            </p:cNvPr>
            <p:cNvSpPr/>
            <p:nvPr/>
          </p:nvSpPr>
          <p:spPr>
            <a:xfrm>
              <a:off x="1285041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1" name="Rectangle 2950">
              <a:extLst>
                <a:ext uri="{FF2B5EF4-FFF2-40B4-BE49-F238E27FC236}">
                  <a16:creationId xmlns:a16="http://schemas.microsoft.com/office/drawing/2014/main" id="{3CB76F72-06E7-8E75-BC50-753F74808E04}"/>
                </a:ext>
              </a:extLst>
            </p:cNvPr>
            <p:cNvSpPr/>
            <p:nvPr/>
          </p:nvSpPr>
          <p:spPr>
            <a:xfrm>
              <a:off x="1285041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2" name="Rectangle 2951">
              <a:extLst>
                <a:ext uri="{FF2B5EF4-FFF2-40B4-BE49-F238E27FC236}">
                  <a16:creationId xmlns:a16="http://schemas.microsoft.com/office/drawing/2014/main" id="{864F2629-F428-90EF-2F63-A73B56E7F30B}"/>
                </a:ext>
              </a:extLst>
            </p:cNvPr>
            <p:cNvSpPr/>
            <p:nvPr/>
          </p:nvSpPr>
          <p:spPr>
            <a:xfrm>
              <a:off x="1285041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3" name="Rectangle 2952">
              <a:extLst>
                <a:ext uri="{FF2B5EF4-FFF2-40B4-BE49-F238E27FC236}">
                  <a16:creationId xmlns:a16="http://schemas.microsoft.com/office/drawing/2014/main" id="{2F7D7EBB-97AA-0AF3-0A98-09EBF047D26B}"/>
                </a:ext>
              </a:extLst>
            </p:cNvPr>
            <p:cNvSpPr/>
            <p:nvPr/>
          </p:nvSpPr>
          <p:spPr>
            <a:xfrm>
              <a:off x="1285041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4" name="Rectangle 2953">
              <a:extLst>
                <a:ext uri="{FF2B5EF4-FFF2-40B4-BE49-F238E27FC236}">
                  <a16:creationId xmlns:a16="http://schemas.microsoft.com/office/drawing/2014/main" id="{AB0B32AF-AFDE-6700-B868-A3CD270AA27C}"/>
                </a:ext>
              </a:extLst>
            </p:cNvPr>
            <p:cNvSpPr/>
            <p:nvPr/>
          </p:nvSpPr>
          <p:spPr>
            <a:xfrm>
              <a:off x="1285041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5" name="Rectangle 2954">
              <a:extLst>
                <a:ext uri="{FF2B5EF4-FFF2-40B4-BE49-F238E27FC236}">
                  <a16:creationId xmlns:a16="http://schemas.microsoft.com/office/drawing/2014/main" id="{950A5F26-7F3E-F724-B1E2-CF16753F652F}"/>
                </a:ext>
              </a:extLst>
            </p:cNvPr>
            <p:cNvSpPr/>
            <p:nvPr/>
          </p:nvSpPr>
          <p:spPr>
            <a:xfrm>
              <a:off x="1285041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6" name="Rectangle 2955">
              <a:extLst>
                <a:ext uri="{FF2B5EF4-FFF2-40B4-BE49-F238E27FC236}">
                  <a16:creationId xmlns:a16="http://schemas.microsoft.com/office/drawing/2014/main" id="{F0DB4E7D-62D0-37C3-F3EA-D33F625F7561}"/>
                </a:ext>
              </a:extLst>
            </p:cNvPr>
            <p:cNvSpPr/>
            <p:nvPr/>
          </p:nvSpPr>
          <p:spPr>
            <a:xfrm>
              <a:off x="1347652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7" name="Rectangle 2956">
              <a:extLst>
                <a:ext uri="{FF2B5EF4-FFF2-40B4-BE49-F238E27FC236}">
                  <a16:creationId xmlns:a16="http://schemas.microsoft.com/office/drawing/2014/main" id="{C49451CC-03BA-51FA-270F-702C142A3F96}"/>
                </a:ext>
              </a:extLst>
            </p:cNvPr>
            <p:cNvSpPr/>
            <p:nvPr/>
          </p:nvSpPr>
          <p:spPr>
            <a:xfrm>
              <a:off x="1347652" y="1842667"/>
              <a:ext cx="62737" cy="83095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8" name="Rectangle 2957">
              <a:extLst>
                <a:ext uri="{FF2B5EF4-FFF2-40B4-BE49-F238E27FC236}">
                  <a16:creationId xmlns:a16="http://schemas.microsoft.com/office/drawing/2014/main" id="{6586ABEF-7ECE-3826-F3F5-6D650008609D}"/>
                </a:ext>
              </a:extLst>
            </p:cNvPr>
            <p:cNvSpPr/>
            <p:nvPr/>
          </p:nvSpPr>
          <p:spPr>
            <a:xfrm>
              <a:off x="1347652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59" name="Rectangle 2958">
              <a:extLst>
                <a:ext uri="{FF2B5EF4-FFF2-40B4-BE49-F238E27FC236}">
                  <a16:creationId xmlns:a16="http://schemas.microsoft.com/office/drawing/2014/main" id="{D4D4C7F5-C61B-4D3E-6327-5E2ED6EBA6B1}"/>
                </a:ext>
              </a:extLst>
            </p:cNvPr>
            <p:cNvSpPr/>
            <p:nvPr/>
          </p:nvSpPr>
          <p:spPr>
            <a:xfrm>
              <a:off x="1347652" y="2008859"/>
              <a:ext cx="62737" cy="8309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0" name="Rectangle 2959">
              <a:extLst>
                <a:ext uri="{FF2B5EF4-FFF2-40B4-BE49-F238E27FC236}">
                  <a16:creationId xmlns:a16="http://schemas.microsoft.com/office/drawing/2014/main" id="{CCDA7BAE-A2D4-81B0-18D0-9D52B322BB96}"/>
                </a:ext>
              </a:extLst>
            </p:cNvPr>
            <p:cNvSpPr/>
            <p:nvPr/>
          </p:nvSpPr>
          <p:spPr>
            <a:xfrm>
              <a:off x="1347652" y="209195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1" name="Rectangle 2960">
              <a:extLst>
                <a:ext uri="{FF2B5EF4-FFF2-40B4-BE49-F238E27FC236}">
                  <a16:creationId xmlns:a16="http://schemas.microsoft.com/office/drawing/2014/main" id="{99CADEB2-33B3-8074-18B3-BEC854067701}"/>
                </a:ext>
              </a:extLst>
            </p:cNvPr>
            <p:cNvSpPr/>
            <p:nvPr/>
          </p:nvSpPr>
          <p:spPr>
            <a:xfrm>
              <a:off x="1347652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2" name="Rectangle 2961">
              <a:extLst>
                <a:ext uri="{FF2B5EF4-FFF2-40B4-BE49-F238E27FC236}">
                  <a16:creationId xmlns:a16="http://schemas.microsoft.com/office/drawing/2014/main" id="{C1254F7F-6D6D-CBAF-88ED-913ACA66C2D2}"/>
                </a:ext>
              </a:extLst>
            </p:cNvPr>
            <p:cNvSpPr/>
            <p:nvPr/>
          </p:nvSpPr>
          <p:spPr>
            <a:xfrm>
              <a:off x="1347652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3" name="Rectangle 2962">
              <a:extLst>
                <a:ext uri="{FF2B5EF4-FFF2-40B4-BE49-F238E27FC236}">
                  <a16:creationId xmlns:a16="http://schemas.microsoft.com/office/drawing/2014/main" id="{F41CA9E7-891F-E7BF-3EAC-D14A0AE3299C}"/>
                </a:ext>
              </a:extLst>
            </p:cNvPr>
            <p:cNvSpPr/>
            <p:nvPr/>
          </p:nvSpPr>
          <p:spPr>
            <a:xfrm>
              <a:off x="1347652" y="234124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4" name="Rectangle 2963">
              <a:extLst>
                <a:ext uri="{FF2B5EF4-FFF2-40B4-BE49-F238E27FC236}">
                  <a16:creationId xmlns:a16="http://schemas.microsoft.com/office/drawing/2014/main" id="{9F209DB1-135A-A879-5E6A-84CAF0D4B8BE}"/>
                </a:ext>
              </a:extLst>
            </p:cNvPr>
            <p:cNvSpPr/>
            <p:nvPr/>
          </p:nvSpPr>
          <p:spPr>
            <a:xfrm>
              <a:off x="1347652" y="242410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5" name="Rectangle 2964">
              <a:extLst>
                <a:ext uri="{FF2B5EF4-FFF2-40B4-BE49-F238E27FC236}">
                  <a16:creationId xmlns:a16="http://schemas.microsoft.com/office/drawing/2014/main" id="{4D2A6F12-1E11-CFDC-2764-5A54995E5A37}"/>
                </a:ext>
              </a:extLst>
            </p:cNvPr>
            <p:cNvSpPr/>
            <p:nvPr/>
          </p:nvSpPr>
          <p:spPr>
            <a:xfrm>
              <a:off x="1347652" y="250720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6" name="Rectangle 2965">
              <a:extLst>
                <a:ext uri="{FF2B5EF4-FFF2-40B4-BE49-F238E27FC236}">
                  <a16:creationId xmlns:a16="http://schemas.microsoft.com/office/drawing/2014/main" id="{CB6189F5-4167-6B54-4B53-BDEDE1103A60}"/>
                </a:ext>
              </a:extLst>
            </p:cNvPr>
            <p:cNvSpPr/>
            <p:nvPr/>
          </p:nvSpPr>
          <p:spPr>
            <a:xfrm>
              <a:off x="1347652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7" name="Rectangle 2966">
              <a:extLst>
                <a:ext uri="{FF2B5EF4-FFF2-40B4-BE49-F238E27FC236}">
                  <a16:creationId xmlns:a16="http://schemas.microsoft.com/office/drawing/2014/main" id="{821DE2C5-D923-BFA3-1B7E-2A7EEE143B84}"/>
                </a:ext>
              </a:extLst>
            </p:cNvPr>
            <p:cNvSpPr/>
            <p:nvPr/>
          </p:nvSpPr>
          <p:spPr>
            <a:xfrm>
              <a:off x="1347652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8" name="Rectangle 2967">
              <a:extLst>
                <a:ext uri="{FF2B5EF4-FFF2-40B4-BE49-F238E27FC236}">
                  <a16:creationId xmlns:a16="http://schemas.microsoft.com/office/drawing/2014/main" id="{98A43B0E-BDEB-73A8-9A27-11A0DF64CF8B}"/>
                </a:ext>
              </a:extLst>
            </p:cNvPr>
            <p:cNvSpPr/>
            <p:nvPr/>
          </p:nvSpPr>
          <p:spPr>
            <a:xfrm>
              <a:off x="1347652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69" name="Rectangle 2968">
              <a:extLst>
                <a:ext uri="{FF2B5EF4-FFF2-40B4-BE49-F238E27FC236}">
                  <a16:creationId xmlns:a16="http://schemas.microsoft.com/office/drawing/2014/main" id="{A1983764-9F6A-7538-4603-1A9776A7562C}"/>
                </a:ext>
              </a:extLst>
            </p:cNvPr>
            <p:cNvSpPr/>
            <p:nvPr/>
          </p:nvSpPr>
          <p:spPr>
            <a:xfrm>
              <a:off x="1347652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0" name="Rectangle 2969">
              <a:extLst>
                <a:ext uri="{FF2B5EF4-FFF2-40B4-BE49-F238E27FC236}">
                  <a16:creationId xmlns:a16="http://schemas.microsoft.com/office/drawing/2014/main" id="{F5483CA1-7934-9143-076D-5FAE1B48B3A1}"/>
                </a:ext>
              </a:extLst>
            </p:cNvPr>
            <p:cNvSpPr/>
            <p:nvPr/>
          </p:nvSpPr>
          <p:spPr>
            <a:xfrm>
              <a:off x="1347652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1" name="Rectangle 2970">
              <a:extLst>
                <a:ext uri="{FF2B5EF4-FFF2-40B4-BE49-F238E27FC236}">
                  <a16:creationId xmlns:a16="http://schemas.microsoft.com/office/drawing/2014/main" id="{D1A98940-4A69-8652-C0B9-40ECF626071E}"/>
                </a:ext>
              </a:extLst>
            </p:cNvPr>
            <p:cNvSpPr/>
            <p:nvPr/>
          </p:nvSpPr>
          <p:spPr>
            <a:xfrm>
              <a:off x="1347652" y="30057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2" name="Rectangle 2971">
              <a:extLst>
                <a:ext uri="{FF2B5EF4-FFF2-40B4-BE49-F238E27FC236}">
                  <a16:creationId xmlns:a16="http://schemas.microsoft.com/office/drawing/2014/main" id="{9BEDF782-9F15-278E-BA5E-CC067E66E1B1}"/>
                </a:ext>
              </a:extLst>
            </p:cNvPr>
            <p:cNvSpPr/>
            <p:nvPr/>
          </p:nvSpPr>
          <p:spPr>
            <a:xfrm>
              <a:off x="1347652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3" name="Rectangle 2972">
              <a:extLst>
                <a:ext uri="{FF2B5EF4-FFF2-40B4-BE49-F238E27FC236}">
                  <a16:creationId xmlns:a16="http://schemas.microsoft.com/office/drawing/2014/main" id="{37F8314F-37AC-5FE5-1F84-8E36A279CF4D}"/>
                </a:ext>
              </a:extLst>
            </p:cNvPr>
            <p:cNvSpPr/>
            <p:nvPr/>
          </p:nvSpPr>
          <p:spPr>
            <a:xfrm>
              <a:off x="1347652" y="31719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4" name="Rectangle 2973">
              <a:extLst>
                <a:ext uri="{FF2B5EF4-FFF2-40B4-BE49-F238E27FC236}">
                  <a16:creationId xmlns:a16="http://schemas.microsoft.com/office/drawing/2014/main" id="{ACDF76F7-9EC9-7C76-394F-D93EF0D85D5D}"/>
                </a:ext>
              </a:extLst>
            </p:cNvPr>
            <p:cNvSpPr/>
            <p:nvPr/>
          </p:nvSpPr>
          <p:spPr>
            <a:xfrm>
              <a:off x="1347652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5" name="Rectangle 2974">
              <a:extLst>
                <a:ext uri="{FF2B5EF4-FFF2-40B4-BE49-F238E27FC236}">
                  <a16:creationId xmlns:a16="http://schemas.microsoft.com/office/drawing/2014/main" id="{9690DA94-4268-0F64-1661-D5FB423689A6}"/>
                </a:ext>
              </a:extLst>
            </p:cNvPr>
            <p:cNvSpPr/>
            <p:nvPr/>
          </p:nvSpPr>
          <p:spPr>
            <a:xfrm>
              <a:off x="1347652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6" name="Rectangle 2975">
              <a:extLst>
                <a:ext uri="{FF2B5EF4-FFF2-40B4-BE49-F238E27FC236}">
                  <a16:creationId xmlns:a16="http://schemas.microsoft.com/office/drawing/2014/main" id="{F88F449E-03BE-D794-66C5-BFA1F8688597}"/>
                </a:ext>
              </a:extLst>
            </p:cNvPr>
            <p:cNvSpPr/>
            <p:nvPr/>
          </p:nvSpPr>
          <p:spPr>
            <a:xfrm>
              <a:off x="1347652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7" name="Rectangle 2976">
              <a:extLst>
                <a:ext uri="{FF2B5EF4-FFF2-40B4-BE49-F238E27FC236}">
                  <a16:creationId xmlns:a16="http://schemas.microsoft.com/office/drawing/2014/main" id="{867CDB77-9F48-780C-8035-601556C64C17}"/>
                </a:ext>
              </a:extLst>
            </p:cNvPr>
            <p:cNvSpPr/>
            <p:nvPr/>
          </p:nvSpPr>
          <p:spPr>
            <a:xfrm>
              <a:off x="1347652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8" name="Rectangle 2977">
              <a:extLst>
                <a:ext uri="{FF2B5EF4-FFF2-40B4-BE49-F238E27FC236}">
                  <a16:creationId xmlns:a16="http://schemas.microsoft.com/office/drawing/2014/main" id="{7B86C66D-3A33-2758-93DB-A1DE90E3372A}"/>
                </a:ext>
              </a:extLst>
            </p:cNvPr>
            <p:cNvSpPr/>
            <p:nvPr/>
          </p:nvSpPr>
          <p:spPr>
            <a:xfrm>
              <a:off x="1347652" y="3587220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79" name="Rectangle 2978">
              <a:extLst>
                <a:ext uri="{FF2B5EF4-FFF2-40B4-BE49-F238E27FC236}">
                  <a16:creationId xmlns:a16="http://schemas.microsoft.com/office/drawing/2014/main" id="{11ACA66F-9A63-5D01-2E94-F0FDB0414A86}"/>
                </a:ext>
              </a:extLst>
            </p:cNvPr>
            <p:cNvSpPr/>
            <p:nvPr/>
          </p:nvSpPr>
          <p:spPr>
            <a:xfrm>
              <a:off x="1347652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0" name="Rectangle 2979">
              <a:extLst>
                <a:ext uri="{FF2B5EF4-FFF2-40B4-BE49-F238E27FC236}">
                  <a16:creationId xmlns:a16="http://schemas.microsoft.com/office/drawing/2014/main" id="{848E301E-7AA3-632A-FE41-DDB2129880C2}"/>
                </a:ext>
              </a:extLst>
            </p:cNvPr>
            <p:cNvSpPr/>
            <p:nvPr/>
          </p:nvSpPr>
          <p:spPr>
            <a:xfrm>
              <a:off x="1347652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1" name="Rectangle 2980">
              <a:extLst>
                <a:ext uri="{FF2B5EF4-FFF2-40B4-BE49-F238E27FC236}">
                  <a16:creationId xmlns:a16="http://schemas.microsoft.com/office/drawing/2014/main" id="{B78DA3D6-CBAB-8665-4E92-FEF8EAD95FFB}"/>
                </a:ext>
              </a:extLst>
            </p:cNvPr>
            <p:cNvSpPr/>
            <p:nvPr/>
          </p:nvSpPr>
          <p:spPr>
            <a:xfrm>
              <a:off x="1347652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2" name="Rectangle 2981">
              <a:extLst>
                <a:ext uri="{FF2B5EF4-FFF2-40B4-BE49-F238E27FC236}">
                  <a16:creationId xmlns:a16="http://schemas.microsoft.com/office/drawing/2014/main" id="{9624BF9A-983F-2B2C-4598-24F70007E7DE}"/>
                </a:ext>
              </a:extLst>
            </p:cNvPr>
            <p:cNvSpPr/>
            <p:nvPr/>
          </p:nvSpPr>
          <p:spPr>
            <a:xfrm>
              <a:off x="1347652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3" name="Rectangle 2982">
              <a:extLst>
                <a:ext uri="{FF2B5EF4-FFF2-40B4-BE49-F238E27FC236}">
                  <a16:creationId xmlns:a16="http://schemas.microsoft.com/office/drawing/2014/main" id="{009A5849-D042-6C0C-F951-5F89ABC69C83}"/>
                </a:ext>
              </a:extLst>
            </p:cNvPr>
            <p:cNvSpPr/>
            <p:nvPr/>
          </p:nvSpPr>
          <p:spPr>
            <a:xfrm>
              <a:off x="1347652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4" name="Rectangle 2983">
              <a:extLst>
                <a:ext uri="{FF2B5EF4-FFF2-40B4-BE49-F238E27FC236}">
                  <a16:creationId xmlns:a16="http://schemas.microsoft.com/office/drawing/2014/main" id="{C2D98104-4F7D-4529-4FF2-56E57FDE8645}"/>
                </a:ext>
              </a:extLst>
            </p:cNvPr>
            <p:cNvSpPr/>
            <p:nvPr/>
          </p:nvSpPr>
          <p:spPr>
            <a:xfrm>
              <a:off x="1347652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5" name="Rectangle 2984">
              <a:extLst>
                <a:ext uri="{FF2B5EF4-FFF2-40B4-BE49-F238E27FC236}">
                  <a16:creationId xmlns:a16="http://schemas.microsoft.com/office/drawing/2014/main" id="{A7FBF122-4340-2D30-5266-8E0619DDE2F3}"/>
                </a:ext>
              </a:extLst>
            </p:cNvPr>
            <p:cNvSpPr/>
            <p:nvPr/>
          </p:nvSpPr>
          <p:spPr>
            <a:xfrm>
              <a:off x="1347652" y="4168894"/>
              <a:ext cx="62737" cy="83096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6" name="Rectangle 2985">
              <a:extLst>
                <a:ext uri="{FF2B5EF4-FFF2-40B4-BE49-F238E27FC236}">
                  <a16:creationId xmlns:a16="http://schemas.microsoft.com/office/drawing/2014/main" id="{C06348F1-7AB3-F694-B69D-DF83325BD5B7}"/>
                </a:ext>
              </a:extLst>
            </p:cNvPr>
            <p:cNvSpPr/>
            <p:nvPr/>
          </p:nvSpPr>
          <p:spPr>
            <a:xfrm>
              <a:off x="1347652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7" name="Rectangle 2986">
              <a:extLst>
                <a:ext uri="{FF2B5EF4-FFF2-40B4-BE49-F238E27FC236}">
                  <a16:creationId xmlns:a16="http://schemas.microsoft.com/office/drawing/2014/main" id="{087657BA-9EB7-2937-A5FD-1B57900B7242}"/>
                </a:ext>
              </a:extLst>
            </p:cNvPr>
            <p:cNvSpPr/>
            <p:nvPr/>
          </p:nvSpPr>
          <p:spPr>
            <a:xfrm>
              <a:off x="1347652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8" name="Rectangle 2987">
              <a:extLst>
                <a:ext uri="{FF2B5EF4-FFF2-40B4-BE49-F238E27FC236}">
                  <a16:creationId xmlns:a16="http://schemas.microsoft.com/office/drawing/2014/main" id="{EF63E053-E3C2-F486-CA5D-6B4B12C1D206}"/>
                </a:ext>
              </a:extLst>
            </p:cNvPr>
            <p:cNvSpPr/>
            <p:nvPr/>
          </p:nvSpPr>
          <p:spPr>
            <a:xfrm>
              <a:off x="1347652" y="4418183"/>
              <a:ext cx="62737" cy="83096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89" name="Rectangle 2988">
              <a:extLst>
                <a:ext uri="{FF2B5EF4-FFF2-40B4-BE49-F238E27FC236}">
                  <a16:creationId xmlns:a16="http://schemas.microsoft.com/office/drawing/2014/main" id="{64EACE5A-6AA4-047A-B3B7-964B11A9BD7F}"/>
                </a:ext>
              </a:extLst>
            </p:cNvPr>
            <p:cNvSpPr/>
            <p:nvPr/>
          </p:nvSpPr>
          <p:spPr>
            <a:xfrm>
              <a:off x="1347652" y="450128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0" name="Rectangle 2989">
              <a:extLst>
                <a:ext uri="{FF2B5EF4-FFF2-40B4-BE49-F238E27FC236}">
                  <a16:creationId xmlns:a16="http://schemas.microsoft.com/office/drawing/2014/main" id="{BE72DB38-65A1-DF61-479F-BF63C189F8EB}"/>
                </a:ext>
              </a:extLst>
            </p:cNvPr>
            <p:cNvSpPr/>
            <p:nvPr/>
          </p:nvSpPr>
          <p:spPr>
            <a:xfrm>
              <a:off x="1347652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1" name="Rectangle 2990">
              <a:extLst>
                <a:ext uri="{FF2B5EF4-FFF2-40B4-BE49-F238E27FC236}">
                  <a16:creationId xmlns:a16="http://schemas.microsoft.com/office/drawing/2014/main" id="{AB073586-61EC-A097-D7E2-C4225B306637}"/>
                </a:ext>
              </a:extLst>
            </p:cNvPr>
            <p:cNvSpPr/>
            <p:nvPr/>
          </p:nvSpPr>
          <p:spPr>
            <a:xfrm>
              <a:off x="1347652" y="46674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2" name="Rectangle 2991">
              <a:extLst>
                <a:ext uri="{FF2B5EF4-FFF2-40B4-BE49-F238E27FC236}">
                  <a16:creationId xmlns:a16="http://schemas.microsoft.com/office/drawing/2014/main" id="{4DC36EF2-6FFA-04F7-CBCD-5A994DD53675}"/>
                </a:ext>
              </a:extLst>
            </p:cNvPr>
            <p:cNvSpPr/>
            <p:nvPr/>
          </p:nvSpPr>
          <p:spPr>
            <a:xfrm>
              <a:off x="1347652" y="475033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3" name="Rectangle 2992">
              <a:extLst>
                <a:ext uri="{FF2B5EF4-FFF2-40B4-BE49-F238E27FC236}">
                  <a16:creationId xmlns:a16="http://schemas.microsoft.com/office/drawing/2014/main" id="{D91A2005-D542-B88D-EBE6-55EE028E4944}"/>
                </a:ext>
              </a:extLst>
            </p:cNvPr>
            <p:cNvSpPr/>
            <p:nvPr/>
          </p:nvSpPr>
          <p:spPr>
            <a:xfrm>
              <a:off x="1347652" y="4833430"/>
              <a:ext cx="62737" cy="8309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4" name="Rectangle 2993">
              <a:extLst>
                <a:ext uri="{FF2B5EF4-FFF2-40B4-BE49-F238E27FC236}">
                  <a16:creationId xmlns:a16="http://schemas.microsoft.com/office/drawing/2014/main" id="{F134B198-558D-5093-3EE1-8D4A304BA800}"/>
                </a:ext>
              </a:extLst>
            </p:cNvPr>
            <p:cNvSpPr/>
            <p:nvPr/>
          </p:nvSpPr>
          <p:spPr>
            <a:xfrm>
              <a:off x="1347652" y="49165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5" name="Rectangle 2994">
              <a:extLst>
                <a:ext uri="{FF2B5EF4-FFF2-40B4-BE49-F238E27FC236}">
                  <a16:creationId xmlns:a16="http://schemas.microsoft.com/office/drawing/2014/main" id="{48F3809B-F8E8-2B0D-86B5-47071C37D188}"/>
                </a:ext>
              </a:extLst>
            </p:cNvPr>
            <p:cNvSpPr/>
            <p:nvPr/>
          </p:nvSpPr>
          <p:spPr>
            <a:xfrm>
              <a:off x="1347652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6" name="Rectangle 2995">
              <a:extLst>
                <a:ext uri="{FF2B5EF4-FFF2-40B4-BE49-F238E27FC236}">
                  <a16:creationId xmlns:a16="http://schemas.microsoft.com/office/drawing/2014/main" id="{D4539CAC-93E9-038C-8A65-2C226A46D419}"/>
                </a:ext>
              </a:extLst>
            </p:cNvPr>
            <p:cNvSpPr/>
            <p:nvPr/>
          </p:nvSpPr>
          <p:spPr>
            <a:xfrm>
              <a:off x="1347652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7" name="Rectangle 2996">
              <a:extLst>
                <a:ext uri="{FF2B5EF4-FFF2-40B4-BE49-F238E27FC236}">
                  <a16:creationId xmlns:a16="http://schemas.microsoft.com/office/drawing/2014/main" id="{D0F4ECDF-7BE3-6A88-2B1E-909DC538009B}"/>
                </a:ext>
              </a:extLst>
            </p:cNvPr>
            <p:cNvSpPr/>
            <p:nvPr/>
          </p:nvSpPr>
          <p:spPr>
            <a:xfrm>
              <a:off x="1347652" y="5165814"/>
              <a:ext cx="62737" cy="8309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8" name="Rectangle 2997">
              <a:extLst>
                <a:ext uri="{FF2B5EF4-FFF2-40B4-BE49-F238E27FC236}">
                  <a16:creationId xmlns:a16="http://schemas.microsoft.com/office/drawing/2014/main" id="{7B66ACFB-8967-E293-DD4B-3A557A6FB563}"/>
                </a:ext>
              </a:extLst>
            </p:cNvPr>
            <p:cNvSpPr/>
            <p:nvPr/>
          </p:nvSpPr>
          <p:spPr>
            <a:xfrm>
              <a:off x="1347652" y="524891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999" name="Rectangle 2998">
              <a:extLst>
                <a:ext uri="{FF2B5EF4-FFF2-40B4-BE49-F238E27FC236}">
                  <a16:creationId xmlns:a16="http://schemas.microsoft.com/office/drawing/2014/main" id="{493E4CAA-2A58-77E2-AB17-612EFDAC0BCB}"/>
                </a:ext>
              </a:extLst>
            </p:cNvPr>
            <p:cNvSpPr/>
            <p:nvPr/>
          </p:nvSpPr>
          <p:spPr>
            <a:xfrm>
              <a:off x="1347652" y="5332008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0" name="Rectangle 2999">
              <a:extLst>
                <a:ext uri="{FF2B5EF4-FFF2-40B4-BE49-F238E27FC236}">
                  <a16:creationId xmlns:a16="http://schemas.microsoft.com/office/drawing/2014/main" id="{4D45425A-A26E-EABC-C0A3-9D60BB77F1F4}"/>
                </a:ext>
              </a:extLst>
            </p:cNvPr>
            <p:cNvSpPr/>
            <p:nvPr/>
          </p:nvSpPr>
          <p:spPr>
            <a:xfrm>
              <a:off x="1347652" y="541510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1" name="Rectangle 3000">
              <a:extLst>
                <a:ext uri="{FF2B5EF4-FFF2-40B4-BE49-F238E27FC236}">
                  <a16:creationId xmlns:a16="http://schemas.microsoft.com/office/drawing/2014/main" id="{4EE7E484-B5E0-CD06-384F-8FD3F7672DF2}"/>
                </a:ext>
              </a:extLst>
            </p:cNvPr>
            <p:cNvSpPr/>
            <p:nvPr/>
          </p:nvSpPr>
          <p:spPr>
            <a:xfrm>
              <a:off x="1347652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2" name="Rectangle 3001">
              <a:extLst>
                <a:ext uri="{FF2B5EF4-FFF2-40B4-BE49-F238E27FC236}">
                  <a16:creationId xmlns:a16="http://schemas.microsoft.com/office/drawing/2014/main" id="{8B831AB1-B9C4-AC42-FD89-06E12D606F1B}"/>
                </a:ext>
              </a:extLst>
            </p:cNvPr>
            <p:cNvSpPr/>
            <p:nvPr/>
          </p:nvSpPr>
          <p:spPr>
            <a:xfrm>
              <a:off x="1347652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3" name="Rectangle 3002">
              <a:extLst>
                <a:ext uri="{FF2B5EF4-FFF2-40B4-BE49-F238E27FC236}">
                  <a16:creationId xmlns:a16="http://schemas.microsoft.com/office/drawing/2014/main" id="{3939B365-F7F2-E5E5-4A1A-77EF70E15491}"/>
                </a:ext>
              </a:extLst>
            </p:cNvPr>
            <p:cNvSpPr/>
            <p:nvPr/>
          </p:nvSpPr>
          <p:spPr>
            <a:xfrm>
              <a:off x="1347652" y="566439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4" name="Rectangle 3003">
              <a:extLst>
                <a:ext uri="{FF2B5EF4-FFF2-40B4-BE49-F238E27FC236}">
                  <a16:creationId xmlns:a16="http://schemas.microsoft.com/office/drawing/2014/main" id="{5BEA4469-8CFF-42CB-8476-9D2BA4C9098D}"/>
                </a:ext>
              </a:extLst>
            </p:cNvPr>
            <p:cNvSpPr/>
            <p:nvPr/>
          </p:nvSpPr>
          <p:spPr>
            <a:xfrm>
              <a:off x="1347652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5" name="Rectangle 3004">
              <a:extLst>
                <a:ext uri="{FF2B5EF4-FFF2-40B4-BE49-F238E27FC236}">
                  <a16:creationId xmlns:a16="http://schemas.microsoft.com/office/drawing/2014/main" id="{C5EB131B-07F5-654F-38DD-68E20905EF48}"/>
                </a:ext>
              </a:extLst>
            </p:cNvPr>
            <p:cNvSpPr/>
            <p:nvPr/>
          </p:nvSpPr>
          <p:spPr>
            <a:xfrm>
              <a:off x="1347652" y="5830586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6" name="Rectangle 3005">
              <a:extLst>
                <a:ext uri="{FF2B5EF4-FFF2-40B4-BE49-F238E27FC236}">
                  <a16:creationId xmlns:a16="http://schemas.microsoft.com/office/drawing/2014/main" id="{993FFA75-3F16-CC2B-18EF-AD503C1F2A6E}"/>
                </a:ext>
              </a:extLst>
            </p:cNvPr>
            <p:cNvSpPr/>
            <p:nvPr/>
          </p:nvSpPr>
          <p:spPr>
            <a:xfrm>
              <a:off x="1347652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7" name="Rectangle 3006">
              <a:extLst>
                <a:ext uri="{FF2B5EF4-FFF2-40B4-BE49-F238E27FC236}">
                  <a16:creationId xmlns:a16="http://schemas.microsoft.com/office/drawing/2014/main" id="{903D7589-5251-DFD3-8900-2BE7AEE8F97C}"/>
                </a:ext>
              </a:extLst>
            </p:cNvPr>
            <p:cNvSpPr/>
            <p:nvPr/>
          </p:nvSpPr>
          <p:spPr>
            <a:xfrm>
              <a:off x="1347652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8" name="Rectangle 3007">
              <a:extLst>
                <a:ext uri="{FF2B5EF4-FFF2-40B4-BE49-F238E27FC236}">
                  <a16:creationId xmlns:a16="http://schemas.microsoft.com/office/drawing/2014/main" id="{39D6F71F-C41E-BA98-42B3-DB908375052C}"/>
                </a:ext>
              </a:extLst>
            </p:cNvPr>
            <p:cNvSpPr/>
            <p:nvPr/>
          </p:nvSpPr>
          <p:spPr>
            <a:xfrm>
              <a:off x="1347652" y="607964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09" name="Rectangle 3008">
              <a:extLst>
                <a:ext uri="{FF2B5EF4-FFF2-40B4-BE49-F238E27FC236}">
                  <a16:creationId xmlns:a16="http://schemas.microsoft.com/office/drawing/2014/main" id="{F76EB833-C613-2D66-D19A-9498F6140F16}"/>
                </a:ext>
              </a:extLst>
            </p:cNvPr>
            <p:cNvSpPr/>
            <p:nvPr/>
          </p:nvSpPr>
          <p:spPr>
            <a:xfrm>
              <a:off x="1347652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0" name="Rectangle 3009">
              <a:extLst>
                <a:ext uri="{FF2B5EF4-FFF2-40B4-BE49-F238E27FC236}">
                  <a16:creationId xmlns:a16="http://schemas.microsoft.com/office/drawing/2014/main" id="{149CF994-CE22-A6DB-7AB4-3965EC8B7675}"/>
                </a:ext>
              </a:extLst>
            </p:cNvPr>
            <p:cNvSpPr/>
            <p:nvPr/>
          </p:nvSpPr>
          <p:spPr>
            <a:xfrm>
              <a:off x="1347652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1" name="Rectangle 3010">
              <a:extLst>
                <a:ext uri="{FF2B5EF4-FFF2-40B4-BE49-F238E27FC236}">
                  <a16:creationId xmlns:a16="http://schemas.microsoft.com/office/drawing/2014/main" id="{19CC6CCC-26D4-34DC-3211-62E85C99E152}"/>
                </a:ext>
              </a:extLst>
            </p:cNvPr>
            <p:cNvSpPr/>
            <p:nvPr/>
          </p:nvSpPr>
          <p:spPr>
            <a:xfrm>
              <a:off x="1347652" y="632892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2" name="Rectangle 3011">
              <a:extLst>
                <a:ext uri="{FF2B5EF4-FFF2-40B4-BE49-F238E27FC236}">
                  <a16:creationId xmlns:a16="http://schemas.microsoft.com/office/drawing/2014/main" id="{370AE688-8DD6-9D91-D6BA-05CE35398B4F}"/>
                </a:ext>
              </a:extLst>
            </p:cNvPr>
            <p:cNvSpPr/>
            <p:nvPr/>
          </p:nvSpPr>
          <p:spPr>
            <a:xfrm>
              <a:off x="1347652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3" name="Rectangle 3012">
              <a:extLst>
                <a:ext uri="{FF2B5EF4-FFF2-40B4-BE49-F238E27FC236}">
                  <a16:creationId xmlns:a16="http://schemas.microsoft.com/office/drawing/2014/main" id="{9F03553C-35A1-9A2A-AD92-2565C9D52C46}"/>
                </a:ext>
              </a:extLst>
            </p:cNvPr>
            <p:cNvSpPr/>
            <p:nvPr/>
          </p:nvSpPr>
          <p:spPr>
            <a:xfrm>
              <a:off x="1347652" y="6495122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4" name="Rectangle 3013">
              <a:extLst>
                <a:ext uri="{FF2B5EF4-FFF2-40B4-BE49-F238E27FC236}">
                  <a16:creationId xmlns:a16="http://schemas.microsoft.com/office/drawing/2014/main" id="{BB00A640-7730-E6BB-D14A-EBE545945579}"/>
                </a:ext>
              </a:extLst>
            </p:cNvPr>
            <p:cNvSpPr/>
            <p:nvPr/>
          </p:nvSpPr>
          <p:spPr>
            <a:xfrm>
              <a:off x="1347652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5" name="Rectangle 3014">
              <a:extLst>
                <a:ext uri="{FF2B5EF4-FFF2-40B4-BE49-F238E27FC236}">
                  <a16:creationId xmlns:a16="http://schemas.microsoft.com/office/drawing/2014/main" id="{88A0483C-00C1-A20B-05C8-864C69751986}"/>
                </a:ext>
              </a:extLst>
            </p:cNvPr>
            <p:cNvSpPr/>
            <p:nvPr/>
          </p:nvSpPr>
          <p:spPr>
            <a:xfrm>
              <a:off x="1347652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6" name="Rectangle 3015">
              <a:extLst>
                <a:ext uri="{FF2B5EF4-FFF2-40B4-BE49-F238E27FC236}">
                  <a16:creationId xmlns:a16="http://schemas.microsoft.com/office/drawing/2014/main" id="{D70A8273-D76C-1DAF-D8F2-7DB2CA12E598}"/>
                </a:ext>
              </a:extLst>
            </p:cNvPr>
            <p:cNvSpPr/>
            <p:nvPr/>
          </p:nvSpPr>
          <p:spPr>
            <a:xfrm>
              <a:off x="1347652" y="6744411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7" name="Rectangle 3016">
              <a:extLst>
                <a:ext uri="{FF2B5EF4-FFF2-40B4-BE49-F238E27FC236}">
                  <a16:creationId xmlns:a16="http://schemas.microsoft.com/office/drawing/2014/main" id="{632FAFB0-9725-DEFB-B2B4-2443E9B97F51}"/>
                </a:ext>
              </a:extLst>
            </p:cNvPr>
            <p:cNvSpPr/>
            <p:nvPr/>
          </p:nvSpPr>
          <p:spPr>
            <a:xfrm>
              <a:off x="1347652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8" name="Rectangle 3017">
              <a:extLst>
                <a:ext uri="{FF2B5EF4-FFF2-40B4-BE49-F238E27FC236}">
                  <a16:creationId xmlns:a16="http://schemas.microsoft.com/office/drawing/2014/main" id="{0BED726F-64F1-151A-E18B-20F7CE632B3E}"/>
                </a:ext>
              </a:extLst>
            </p:cNvPr>
            <p:cNvSpPr/>
            <p:nvPr/>
          </p:nvSpPr>
          <p:spPr>
            <a:xfrm>
              <a:off x="1347652" y="691060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19" name="Rectangle 3018">
              <a:extLst>
                <a:ext uri="{FF2B5EF4-FFF2-40B4-BE49-F238E27FC236}">
                  <a16:creationId xmlns:a16="http://schemas.microsoft.com/office/drawing/2014/main" id="{137E241A-0D35-2D65-F60B-33D8A7CA2AD3}"/>
                </a:ext>
              </a:extLst>
            </p:cNvPr>
            <p:cNvSpPr/>
            <p:nvPr/>
          </p:nvSpPr>
          <p:spPr>
            <a:xfrm>
              <a:off x="1347652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0" name="Rectangle 3019">
              <a:extLst>
                <a:ext uri="{FF2B5EF4-FFF2-40B4-BE49-F238E27FC236}">
                  <a16:creationId xmlns:a16="http://schemas.microsoft.com/office/drawing/2014/main" id="{EA1F7A01-843E-FC1C-B18E-107155DD17B9}"/>
                </a:ext>
              </a:extLst>
            </p:cNvPr>
            <p:cNvSpPr/>
            <p:nvPr/>
          </p:nvSpPr>
          <p:spPr>
            <a:xfrm>
              <a:off x="1410390" y="1759570"/>
              <a:ext cx="62737" cy="83095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1" name="Rectangle 3020">
              <a:extLst>
                <a:ext uri="{FF2B5EF4-FFF2-40B4-BE49-F238E27FC236}">
                  <a16:creationId xmlns:a16="http://schemas.microsoft.com/office/drawing/2014/main" id="{C633793E-B336-1559-B753-9950D1AE597D}"/>
                </a:ext>
              </a:extLst>
            </p:cNvPr>
            <p:cNvSpPr/>
            <p:nvPr/>
          </p:nvSpPr>
          <p:spPr>
            <a:xfrm>
              <a:off x="1410390" y="1842667"/>
              <a:ext cx="62737" cy="83095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2" name="Rectangle 3021">
              <a:extLst>
                <a:ext uri="{FF2B5EF4-FFF2-40B4-BE49-F238E27FC236}">
                  <a16:creationId xmlns:a16="http://schemas.microsoft.com/office/drawing/2014/main" id="{3902C19A-BB7F-B661-F2B7-EB4440C2F5BB}"/>
                </a:ext>
              </a:extLst>
            </p:cNvPr>
            <p:cNvSpPr/>
            <p:nvPr/>
          </p:nvSpPr>
          <p:spPr>
            <a:xfrm>
              <a:off x="1410390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3" name="Rectangle 3022">
              <a:extLst>
                <a:ext uri="{FF2B5EF4-FFF2-40B4-BE49-F238E27FC236}">
                  <a16:creationId xmlns:a16="http://schemas.microsoft.com/office/drawing/2014/main" id="{4F2AF264-2B1D-2AA8-BD0C-DFE4456A76AD}"/>
                </a:ext>
              </a:extLst>
            </p:cNvPr>
            <p:cNvSpPr/>
            <p:nvPr/>
          </p:nvSpPr>
          <p:spPr>
            <a:xfrm>
              <a:off x="1410390" y="2008859"/>
              <a:ext cx="62737" cy="8309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4" name="Rectangle 3023">
              <a:extLst>
                <a:ext uri="{FF2B5EF4-FFF2-40B4-BE49-F238E27FC236}">
                  <a16:creationId xmlns:a16="http://schemas.microsoft.com/office/drawing/2014/main" id="{D055D06D-16C7-0430-415A-F2E862A264C8}"/>
                </a:ext>
              </a:extLst>
            </p:cNvPr>
            <p:cNvSpPr/>
            <p:nvPr/>
          </p:nvSpPr>
          <p:spPr>
            <a:xfrm>
              <a:off x="1410390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5" name="Rectangle 3024">
              <a:extLst>
                <a:ext uri="{FF2B5EF4-FFF2-40B4-BE49-F238E27FC236}">
                  <a16:creationId xmlns:a16="http://schemas.microsoft.com/office/drawing/2014/main" id="{B3C7BF40-E38A-9146-4A27-E12B56A72DAA}"/>
                </a:ext>
              </a:extLst>
            </p:cNvPr>
            <p:cNvSpPr/>
            <p:nvPr/>
          </p:nvSpPr>
          <p:spPr>
            <a:xfrm>
              <a:off x="1410390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6" name="Rectangle 3025">
              <a:extLst>
                <a:ext uri="{FF2B5EF4-FFF2-40B4-BE49-F238E27FC236}">
                  <a16:creationId xmlns:a16="http://schemas.microsoft.com/office/drawing/2014/main" id="{1DCE7C92-FFC8-0C3F-4D39-737840D0722E}"/>
                </a:ext>
              </a:extLst>
            </p:cNvPr>
            <p:cNvSpPr/>
            <p:nvPr/>
          </p:nvSpPr>
          <p:spPr>
            <a:xfrm>
              <a:off x="1410390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7" name="Rectangle 3026">
              <a:extLst>
                <a:ext uri="{FF2B5EF4-FFF2-40B4-BE49-F238E27FC236}">
                  <a16:creationId xmlns:a16="http://schemas.microsoft.com/office/drawing/2014/main" id="{BB9DB3C5-ACE9-0CB6-E627-E4B672866E38}"/>
                </a:ext>
              </a:extLst>
            </p:cNvPr>
            <p:cNvSpPr/>
            <p:nvPr/>
          </p:nvSpPr>
          <p:spPr>
            <a:xfrm>
              <a:off x="1410390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8" name="Rectangle 3027">
              <a:extLst>
                <a:ext uri="{FF2B5EF4-FFF2-40B4-BE49-F238E27FC236}">
                  <a16:creationId xmlns:a16="http://schemas.microsoft.com/office/drawing/2014/main" id="{FE7500BB-9D41-92C4-C93D-EE9DA1331D07}"/>
                </a:ext>
              </a:extLst>
            </p:cNvPr>
            <p:cNvSpPr/>
            <p:nvPr/>
          </p:nvSpPr>
          <p:spPr>
            <a:xfrm>
              <a:off x="1410390" y="242410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29" name="Rectangle 3028">
              <a:extLst>
                <a:ext uri="{FF2B5EF4-FFF2-40B4-BE49-F238E27FC236}">
                  <a16:creationId xmlns:a16="http://schemas.microsoft.com/office/drawing/2014/main" id="{E508A834-4E01-32B7-C64B-CF01BCFE0656}"/>
                </a:ext>
              </a:extLst>
            </p:cNvPr>
            <p:cNvSpPr/>
            <p:nvPr/>
          </p:nvSpPr>
          <p:spPr>
            <a:xfrm>
              <a:off x="1410390" y="250720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0" name="Rectangle 3029">
              <a:extLst>
                <a:ext uri="{FF2B5EF4-FFF2-40B4-BE49-F238E27FC236}">
                  <a16:creationId xmlns:a16="http://schemas.microsoft.com/office/drawing/2014/main" id="{792D9437-F4E2-385C-AB72-D87B3E76D5A2}"/>
                </a:ext>
              </a:extLst>
            </p:cNvPr>
            <p:cNvSpPr/>
            <p:nvPr/>
          </p:nvSpPr>
          <p:spPr>
            <a:xfrm>
              <a:off x="1410390" y="259029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1" name="Rectangle 3030">
              <a:extLst>
                <a:ext uri="{FF2B5EF4-FFF2-40B4-BE49-F238E27FC236}">
                  <a16:creationId xmlns:a16="http://schemas.microsoft.com/office/drawing/2014/main" id="{5FB496D8-ECDD-D380-A9A9-4213EE83B21A}"/>
                </a:ext>
              </a:extLst>
            </p:cNvPr>
            <p:cNvSpPr/>
            <p:nvPr/>
          </p:nvSpPr>
          <p:spPr>
            <a:xfrm>
              <a:off x="1410390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2" name="Rectangle 3031">
              <a:extLst>
                <a:ext uri="{FF2B5EF4-FFF2-40B4-BE49-F238E27FC236}">
                  <a16:creationId xmlns:a16="http://schemas.microsoft.com/office/drawing/2014/main" id="{A4F555B7-C777-23FA-969C-97AAE18E3097}"/>
                </a:ext>
              </a:extLst>
            </p:cNvPr>
            <p:cNvSpPr/>
            <p:nvPr/>
          </p:nvSpPr>
          <p:spPr>
            <a:xfrm>
              <a:off x="1410390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3" name="Rectangle 3032">
              <a:extLst>
                <a:ext uri="{FF2B5EF4-FFF2-40B4-BE49-F238E27FC236}">
                  <a16:creationId xmlns:a16="http://schemas.microsoft.com/office/drawing/2014/main" id="{4087DA30-A7C2-4D51-C532-4F210D84A890}"/>
                </a:ext>
              </a:extLst>
            </p:cNvPr>
            <p:cNvSpPr/>
            <p:nvPr/>
          </p:nvSpPr>
          <p:spPr>
            <a:xfrm>
              <a:off x="1410390" y="2839588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4" name="Rectangle 3033">
              <a:extLst>
                <a:ext uri="{FF2B5EF4-FFF2-40B4-BE49-F238E27FC236}">
                  <a16:creationId xmlns:a16="http://schemas.microsoft.com/office/drawing/2014/main" id="{89671A60-3847-2E23-AB96-B6E2D956A646}"/>
                </a:ext>
              </a:extLst>
            </p:cNvPr>
            <p:cNvSpPr/>
            <p:nvPr/>
          </p:nvSpPr>
          <p:spPr>
            <a:xfrm>
              <a:off x="1410390" y="292268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5" name="Rectangle 3034">
              <a:extLst>
                <a:ext uri="{FF2B5EF4-FFF2-40B4-BE49-F238E27FC236}">
                  <a16:creationId xmlns:a16="http://schemas.microsoft.com/office/drawing/2014/main" id="{7651D64C-83BF-687B-29E5-E9C38E7A0F01}"/>
                </a:ext>
              </a:extLst>
            </p:cNvPr>
            <p:cNvSpPr/>
            <p:nvPr/>
          </p:nvSpPr>
          <p:spPr>
            <a:xfrm>
              <a:off x="1410390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6" name="Rectangle 3035">
              <a:extLst>
                <a:ext uri="{FF2B5EF4-FFF2-40B4-BE49-F238E27FC236}">
                  <a16:creationId xmlns:a16="http://schemas.microsoft.com/office/drawing/2014/main" id="{6AACFC45-59DF-5509-6AB7-9F90CC9D03F6}"/>
                </a:ext>
              </a:extLst>
            </p:cNvPr>
            <p:cNvSpPr/>
            <p:nvPr/>
          </p:nvSpPr>
          <p:spPr>
            <a:xfrm>
              <a:off x="1410390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7" name="Rectangle 3036">
              <a:extLst>
                <a:ext uri="{FF2B5EF4-FFF2-40B4-BE49-F238E27FC236}">
                  <a16:creationId xmlns:a16="http://schemas.microsoft.com/office/drawing/2014/main" id="{EBFE7BB9-B372-D5B5-09BB-44F3D52FB5CA}"/>
                </a:ext>
              </a:extLst>
            </p:cNvPr>
            <p:cNvSpPr/>
            <p:nvPr/>
          </p:nvSpPr>
          <p:spPr>
            <a:xfrm>
              <a:off x="1410390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8" name="Rectangle 3037">
              <a:extLst>
                <a:ext uri="{FF2B5EF4-FFF2-40B4-BE49-F238E27FC236}">
                  <a16:creationId xmlns:a16="http://schemas.microsoft.com/office/drawing/2014/main" id="{DB2A8E2E-1A65-540D-8F10-D5392A650E24}"/>
                </a:ext>
              </a:extLst>
            </p:cNvPr>
            <p:cNvSpPr/>
            <p:nvPr/>
          </p:nvSpPr>
          <p:spPr>
            <a:xfrm>
              <a:off x="1410390" y="325507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39" name="Rectangle 3038">
              <a:extLst>
                <a:ext uri="{FF2B5EF4-FFF2-40B4-BE49-F238E27FC236}">
                  <a16:creationId xmlns:a16="http://schemas.microsoft.com/office/drawing/2014/main" id="{3610F77E-B5E4-2FF1-E86F-5B4139CD2894}"/>
                </a:ext>
              </a:extLst>
            </p:cNvPr>
            <p:cNvSpPr/>
            <p:nvPr/>
          </p:nvSpPr>
          <p:spPr>
            <a:xfrm>
              <a:off x="1410390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0" name="Rectangle 3039">
              <a:extLst>
                <a:ext uri="{FF2B5EF4-FFF2-40B4-BE49-F238E27FC236}">
                  <a16:creationId xmlns:a16="http://schemas.microsoft.com/office/drawing/2014/main" id="{44141600-DC12-240A-9D0F-30764454446F}"/>
                </a:ext>
              </a:extLst>
            </p:cNvPr>
            <p:cNvSpPr/>
            <p:nvPr/>
          </p:nvSpPr>
          <p:spPr>
            <a:xfrm>
              <a:off x="1410390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1" name="Rectangle 3040">
              <a:extLst>
                <a:ext uri="{FF2B5EF4-FFF2-40B4-BE49-F238E27FC236}">
                  <a16:creationId xmlns:a16="http://schemas.microsoft.com/office/drawing/2014/main" id="{F8EC9284-93F4-4930-E481-95FB8270D05E}"/>
                </a:ext>
              </a:extLst>
            </p:cNvPr>
            <p:cNvSpPr/>
            <p:nvPr/>
          </p:nvSpPr>
          <p:spPr>
            <a:xfrm>
              <a:off x="1410390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2" name="Rectangle 3041">
              <a:extLst>
                <a:ext uri="{FF2B5EF4-FFF2-40B4-BE49-F238E27FC236}">
                  <a16:creationId xmlns:a16="http://schemas.microsoft.com/office/drawing/2014/main" id="{E8F979C7-5C65-FDEA-19FD-A1403B03A498}"/>
                </a:ext>
              </a:extLst>
            </p:cNvPr>
            <p:cNvSpPr/>
            <p:nvPr/>
          </p:nvSpPr>
          <p:spPr>
            <a:xfrm>
              <a:off x="1410390" y="358722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3" name="Rectangle 3042">
              <a:extLst>
                <a:ext uri="{FF2B5EF4-FFF2-40B4-BE49-F238E27FC236}">
                  <a16:creationId xmlns:a16="http://schemas.microsoft.com/office/drawing/2014/main" id="{6A664A02-961A-5674-FDE2-986F856B5C60}"/>
                </a:ext>
              </a:extLst>
            </p:cNvPr>
            <p:cNvSpPr/>
            <p:nvPr/>
          </p:nvSpPr>
          <p:spPr>
            <a:xfrm>
              <a:off x="1410390" y="367031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4" name="Rectangle 3043">
              <a:extLst>
                <a:ext uri="{FF2B5EF4-FFF2-40B4-BE49-F238E27FC236}">
                  <a16:creationId xmlns:a16="http://schemas.microsoft.com/office/drawing/2014/main" id="{B1851B6B-0B9C-1B2E-5C63-3F9F4F2FCFE8}"/>
                </a:ext>
              </a:extLst>
            </p:cNvPr>
            <p:cNvSpPr/>
            <p:nvPr/>
          </p:nvSpPr>
          <p:spPr>
            <a:xfrm>
              <a:off x="1410390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5" name="Rectangle 3044">
              <a:extLst>
                <a:ext uri="{FF2B5EF4-FFF2-40B4-BE49-F238E27FC236}">
                  <a16:creationId xmlns:a16="http://schemas.microsoft.com/office/drawing/2014/main" id="{37ABCEFD-473A-A4C0-43B2-9CC74808E987}"/>
                </a:ext>
              </a:extLst>
            </p:cNvPr>
            <p:cNvSpPr/>
            <p:nvPr/>
          </p:nvSpPr>
          <p:spPr>
            <a:xfrm>
              <a:off x="1410390" y="3836509"/>
              <a:ext cx="62737" cy="83096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6" name="Rectangle 3045">
              <a:extLst>
                <a:ext uri="{FF2B5EF4-FFF2-40B4-BE49-F238E27FC236}">
                  <a16:creationId xmlns:a16="http://schemas.microsoft.com/office/drawing/2014/main" id="{36C97E6A-2A8D-C7CA-F579-3CEF8F8DDB8F}"/>
                </a:ext>
              </a:extLst>
            </p:cNvPr>
            <p:cNvSpPr/>
            <p:nvPr/>
          </p:nvSpPr>
          <p:spPr>
            <a:xfrm>
              <a:off x="1410390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7" name="Rectangle 3046">
              <a:extLst>
                <a:ext uri="{FF2B5EF4-FFF2-40B4-BE49-F238E27FC236}">
                  <a16:creationId xmlns:a16="http://schemas.microsoft.com/office/drawing/2014/main" id="{9AD4AEC0-CD73-88C6-A639-8AA9C5603F83}"/>
                </a:ext>
              </a:extLst>
            </p:cNvPr>
            <p:cNvSpPr/>
            <p:nvPr/>
          </p:nvSpPr>
          <p:spPr>
            <a:xfrm>
              <a:off x="1410390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8" name="Rectangle 3047">
              <a:extLst>
                <a:ext uri="{FF2B5EF4-FFF2-40B4-BE49-F238E27FC236}">
                  <a16:creationId xmlns:a16="http://schemas.microsoft.com/office/drawing/2014/main" id="{3072AEDE-9908-3D9A-2CC7-F5DDDDC95152}"/>
                </a:ext>
              </a:extLst>
            </p:cNvPr>
            <p:cNvSpPr/>
            <p:nvPr/>
          </p:nvSpPr>
          <p:spPr>
            <a:xfrm>
              <a:off x="1410390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49" name="Rectangle 3048">
              <a:extLst>
                <a:ext uri="{FF2B5EF4-FFF2-40B4-BE49-F238E27FC236}">
                  <a16:creationId xmlns:a16="http://schemas.microsoft.com/office/drawing/2014/main" id="{59642E8D-F85F-DA41-645B-15E379923BEB}"/>
                </a:ext>
              </a:extLst>
            </p:cNvPr>
            <p:cNvSpPr/>
            <p:nvPr/>
          </p:nvSpPr>
          <p:spPr>
            <a:xfrm>
              <a:off x="1410390" y="4168894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0" name="Rectangle 3049">
              <a:extLst>
                <a:ext uri="{FF2B5EF4-FFF2-40B4-BE49-F238E27FC236}">
                  <a16:creationId xmlns:a16="http://schemas.microsoft.com/office/drawing/2014/main" id="{B8316A87-B842-E0B1-5BDE-F3278B55573D}"/>
                </a:ext>
              </a:extLst>
            </p:cNvPr>
            <p:cNvSpPr/>
            <p:nvPr/>
          </p:nvSpPr>
          <p:spPr>
            <a:xfrm>
              <a:off x="1410390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1" name="Rectangle 3050">
              <a:extLst>
                <a:ext uri="{FF2B5EF4-FFF2-40B4-BE49-F238E27FC236}">
                  <a16:creationId xmlns:a16="http://schemas.microsoft.com/office/drawing/2014/main" id="{401952E1-F22F-C611-3403-C6AC1F3E3A48}"/>
                </a:ext>
              </a:extLst>
            </p:cNvPr>
            <p:cNvSpPr/>
            <p:nvPr/>
          </p:nvSpPr>
          <p:spPr>
            <a:xfrm>
              <a:off x="1410390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2" name="Rectangle 3051">
              <a:extLst>
                <a:ext uri="{FF2B5EF4-FFF2-40B4-BE49-F238E27FC236}">
                  <a16:creationId xmlns:a16="http://schemas.microsoft.com/office/drawing/2014/main" id="{513C94EB-3237-8E03-EC06-58F6DA6F7F35}"/>
                </a:ext>
              </a:extLst>
            </p:cNvPr>
            <p:cNvSpPr/>
            <p:nvPr/>
          </p:nvSpPr>
          <p:spPr>
            <a:xfrm>
              <a:off x="1410390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3" name="Rectangle 3052">
              <a:extLst>
                <a:ext uri="{FF2B5EF4-FFF2-40B4-BE49-F238E27FC236}">
                  <a16:creationId xmlns:a16="http://schemas.microsoft.com/office/drawing/2014/main" id="{F47358C9-F9FC-1464-7EB1-94E9610F9706}"/>
                </a:ext>
              </a:extLst>
            </p:cNvPr>
            <p:cNvSpPr/>
            <p:nvPr/>
          </p:nvSpPr>
          <p:spPr>
            <a:xfrm>
              <a:off x="1410390" y="4501280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4" name="Rectangle 3053">
              <a:extLst>
                <a:ext uri="{FF2B5EF4-FFF2-40B4-BE49-F238E27FC236}">
                  <a16:creationId xmlns:a16="http://schemas.microsoft.com/office/drawing/2014/main" id="{CDFA8B83-CFCD-3E0C-6E29-4A230EF1BE5E}"/>
                </a:ext>
              </a:extLst>
            </p:cNvPr>
            <p:cNvSpPr/>
            <p:nvPr/>
          </p:nvSpPr>
          <p:spPr>
            <a:xfrm>
              <a:off x="1410390" y="4584376"/>
              <a:ext cx="62737" cy="8309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5" name="Rectangle 3054">
              <a:extLst>
                <a:ext uri="{FF2B5EF4-FFF2-40B4-BE49-F238E27FC236}">
                  <a16:creationId xmlns:a16="http://schemas.microsoft.com/office/drawing/2014/main" id="{286CA74A-B982-83ED-3483-D8E9D3C9771B}"/>
                </a:ext>
              </a:extLst>
            </p:cNvPr>
            <p:cNvSpPr/>
            <p:nvPr/>
          </p:nvSpPr>
          <p:spPr>
            <a:xfrm>
              <a:off x="1410390" y="4667473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6" name="Rectangle 3055">
              <a:extLst>
                <a:ext uri="{FF2B5EF4-FFF2-40B4-BE49-F238E27FC236}">
                  <a16:creationId xmlns:a16="http://schemas.microsoft.com/office/drawing/2014/main" id="{E92DEA96-1D6A-E33D-D037-982681E8694B}"/>
                </a:ext>
              </a:extLst>
            </p:cNvPr>
            <p:cNvSpPr/>
            <p:nvPr/>
          </p:nvSpPr>
          <p:spPr>
            <a:xfrm>
              <a:off x="1410390" y="4750334"/>
              <a:ext cx="62737" cy="83096"/>
            </a:xfrm>
            <a:prstGeom prst="rect">
              <a:avLst/>
            </a:prstGeom>
            <a:solidFill>
              <a:srgbClr val="FF6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7" name="Rectangle 3056">
              <a:extLst>
                <a:ext uri="{FF2B5EF4-FFF2-40B4-BE49-F238E27FC236}">
                  <a16:creationId xmlns:a16="http://schemas.microsoft.com/office/drawing/2014/main" id="{4D481230-268B-A005-8987-7C15E730E499}"/>
                </a:ext>
              </a:extLst>
            </p:cNvPr>
            <p:cNvSpPr/>
            <p:nvPr/>
          </p:nvSpPr>
          <p:spPr>
            <a:xfrm>
              <a:off x="1410390" y="4833430"/>
              <a:ext cx="62737" cy="8309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8" name="Rectangle 3057">
              <a:extLst>
                <a:ext uri="{FF2B5EF4-FFF2-40B4-BE49-F238E27FC236}">
                  <a16:creationId xmlns:a16="http://schemas.microsoft.com/office/drawing/2014/main" id="{2952DA09-C714-4C8A-C31B-CD1826485A5A}"/>
                </a:ext>
              </a:extLst>
            </p:cNvPr>
            <p:cNvSpPr/>
            <p:nvPr/>
          </p:nvSpPr>
          <p:spPr>
            <a:xfrm>
              <a:off x="1410390" y="491652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59" name="Rectangle 3058">
              <a:extLst>
                <a:ext uri="{FF2B5EF4-FFF2-40B4-BE49-F238E27FC236}">
                  <a16:creationId xmlns:a16="http://schemas.microsoft.com/office/drawing/2014/main" id="{36A1A9A5-22CB-0E85-1639-C736C31979F4}"/>
                </a:ext>
              </a:extLst>
            </p:cNvPr>
            <p:cNvSpPr/>
            <p:nvPr/>
          </p:nvSpPr>
          <p:spPr>
            <a:xfrm>
              <a:off x="1410390" y="499962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0" name="Rectangle 3059">
              <a:extLst>
                <a:ext uri="{FF2B5EF4-FFF2-40B4-BE49-F238E27FC236}">
                  <a16:creationId xmlns:a16="http://schemas.microsoft.com/office/drawing/2014/main" id="{AFD174D2-9CEE-29BE-1CAD-3AA36A5E8666}"/>
                </a:ext>
              </a:extLst>
            </p:cNvPr>
            <p:cNvSpPr/>
            <p:nvPr/>
          </p:nvSpPr>
          <p:spPr>
            <a:xfrm>
              <a:off x="1410390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1" name="Rectangle 3060">
              <a:extLst>
                <a:ext uri="{FF2B5EF4-FFF2-40B4-BE49-F238E27FC236}">
                  <a16:creationId xmlns:a16="http://schemas.microsoft.com/office/drawing/2014/main" id="{4B6F3BE2-A82E-6A14-75B5-88C57CC1F2AC}"/>
                </a:ext>
              </a:extLst>
            </p:cNvPr>
            <p:cNvSpPr/>
            <p:nvPr/>
          </p:nvSpPr>
          <p:spPr>
            <a:xfrm>
              <a:off x="1410390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2" name="Rectangle 3061">
              <a:extLst>
                <a:ext uri="{FF2B5EF4-FFF2-40B4-BE49-F238E27FC236}">
                  <a16:creationId xmlns:a16="http://schemas.microsoft.com/office/drawing/2014/main" id="{9A820DC5-BA53-14D1-04DB-750F11BD5AA0}"/>
                </a:ext>
              </a:extLst>
            </p:cNvPr>
            <p:cNvSpPr/>
            <p:nvPr/>
          </p:nvSpPr>
          <p:spPr>
            <a:xfrm>
              <a:off x="1410390" y="524891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3" name="Rectangle 3062">
              <a:extLst>
                <a:ext uri="{FF2B5EF4-FFF2-40B4-BE49-F238E27FC236}">
                  <a16:creationId xmlns:a16="http://schemas.microsoft.com/office/drawing/2014/main" id="{1B6005F2-57D4-0ACA-5164-774A61C9E462}"/>
                </a:ext>
              </a:extLst>
            </p:cNvPr>
            <p:cNvSpPr/>
            <p:nvPr/>
          </p:nvSpPr>
          <p:spPr>
            <a:xfrm>
              <a:off x="1410390" y="533200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4" name="Rectangle 3063">
              <a:extLst>
                <a:ext uri="{FF2B5EF4-FFF2-40B4-BE49-F238E27FC236}">
                  <a16:creationId xmlns:a16="http://schemas.microsoft.com/office/drawing/2014/main" id="{C69094B7-4EE5-3306-8BBA-4B09DC778566}"/>
                </a:ext>
              </a:extLst>
            </p:cNvPr>
            <p:cNvSpPr/>
            <p:nvPr/>
          </p:nvSpPr>
          <p:spPr>
            <a:xfrm>
              <a:off x="1410390" y="541510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5" name="Rectangle 3064">
              <a:extLst>
                <a:ext uri="{FF2B5EF4-FFF2-40B4-BE49-F238E27FC236}">
                  <a16:creationId xmlns:a16="http://schemas.microsoft.com/office/drawing/2014/main" id="{5D38B38D-2072-649C-8D0C-B2C455D3C81F}"/>
                </a:ext>
              </a:extLst>
            </p:cNvPr>
            <p:cNvSpPr/>
            <p:nvPr/>
          </p:nvSpPr>
          <p:spPr>
            <a:xfrm>
              <a:off x="1410390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6" name="Rectangle 3065">
              <a:extLst>
                <a:ext uri="{FF2B5EF4-FFF2-40B4-BE49-F238E27FC236}">
                  <a16:creationId xmlns:a16="http://schemas.microsoft.com/office/drawing/2014/main" id="{19D1D1CC-67D2-F54F-0C82-858DF3795F88}"/>
                </a:ext>
              </a:extLst>
            </p:cNvPr>
            <p:cNvSpPr/>
            <p:nvPr/>
          </p:nvSpPr>
          <p:spPr>
            <a:xfrm>
              <a:off x="1410390" y="558129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7" name="Rectangle 3066">
              <a:extLst>
                <a:ext uri="{FF2B5EF4-FFF2-40B4-BE49-F238E27FC236}">
                  <a16:creationId xmlns:a16="http://schemas.microsoft.com/office/drawing/2014/main" id="{47859DEA-FA47-D4B3-EE71-19DA2E73E8CB}"/>
                </a:ext>
              </a:extLst>
            </p:cNvPr>
            <p:cNvSpPr/>
            <p:nvPr/>
          </p:nvSpPr>
          <p:spPr>
            <a:xfrm>
              <a:off x="1410390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8" name="Rectangle 3067">
              <a:extLst>
                <a:ext uri="{FF2B5EF4-FFF2-40B4-BE49-F238E27FC236}">
                  <a16:creationId xmlns:a16="http://schemas.microsoft.com/office/drawing/2014/main" id="{7DF2DCFC-5585-7A72-1FC3-48965A2B229B}"/>
                </a:ext>
              </a:extLst>
            </p:cNvPr>
            <p:cNvSpPr/>
            <p:nvPr/>
          </p:nvSpPr>
          <p:spPr>
            <a:xfrm>
              <a:off x="1410390" y="574749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69" name="Rectangle 3068">
              <a:extLst>
                <a:ext uri="{FF2B5EF4-FFF2-40B4-BE49-F238E27FC236}">
                  <a16:creationId xmlns:a16="http://schemas.microsoft.com/office/drawing/2014/main" id="{44D099E0-631D-952F-EFEA-03E52B7BAD4F}"/>
                </a:ext>
              </a:extLst>
            </p:cNvPr>
            <p:cNvSpPr/>
            <p:nvPr/>
          </p:nvSpPr>
          <p:spPr>
            <a:xfrm>
              <a:off x="1410390" y="583058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0" name="Rectangle 3069">
              <a:extLst>
                <a:ext uri="{FF2B5EF4-FFF2-40B4-BE49-F238E27FC236}">
                  <a16:creationId xmlns:a16="http://schemas.microsoft.com/office/drawing/2014/main" id="{93B2EA8D-8EA9-74C1-FED9-8A3E8F39A76E}"/>
                </a:ext>
              </a:extLst>
            </p:cNvPr>
            <p:cNvSpPr/>
            <p:nvPr/>
          </p:nvSpPr>
          <p:spPr>
            <a:xfrm>
              <a:off x="1410390" y="5913447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1" name="Rectangle 3070">
              <a:extLst>
                <a:ext uri="{FF2B5EF4-FFF2-40B4-BE49-F238E27FC236}">
                  <a16:creationId xmlns:a16="http://schemas.microsoft.com/office/drawing/2014/main" id="{B10E55AD-8CCC-693B-B88E-B71E4023F633}"/>
                </a:ext>
              </a:extLst>
            </p:cNvPr>
            <p:cNvSpPr/>
            <p:nvPr/>
          </p:nvSpPr>
          <p:spPr>
            <a:xfrm>
              <a:off x="1410390" y="599654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2" name="Rectangle 3071">
              <a:extLst>
                <a:ext uri="{FF2B5EF4-FFF2-40B4-BE49-F238E27FC236}">
                  <a16:creationId xmlns:a16="http://schemas.microsoft.com/office/drawing/2014/main" id="{B918CD21-36FA-004A-BE47-EA9C6F38EABB}"/>
                </a:ext>
              </a:extLst>
            </p:cNvPr>
            <p:cNvSpPr/>
            <p:nvPr/>
          </p:nvSpPr>
          <p:spPr>
            <a:xfrm>
              <a:off x="1410390" y="607964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3" name="Rectangle 3072">
              <a:extLst>
                <a:ext uri="{FF2B5EF4-FFF2-40B4-BE49-F238E27FC236}">
                  <a16:creationId xmlns:a16="http://schemas.microsoft.com/office/drawing/2014/main" id="{B4AA5AF1-69F7-0527-41AA-265F62C24853}"/>
                </a:ext>
              </a:extLst>
            </p:cNvPr>
            <p:cNvSpPr/>
            <p:nvPr/>
          </p:nvSpPr>
          <p:spPr>
            <a:xfrm>
              <a:off x="1410390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4" name="Rectangle 3073">
              <a:extLst>
                <a:ext uri="{FF2B5EF4-FFF2-40B4-BE49-F238E27FC236}">
                  <a16:creationId xmlns:a16="http://schemas.microsoft.com/office/drawing/2014/main" id="{2676E734-C5AE-5B6A-E7BD-D67380270D9E}"/>
                </a:ext>
              </a:extLst>
            </p:cNvPr>
            <p:cNvSpPr/>
            <p:nvPr/>
          </p:nvSpPr>
          <p:spPr>
            <a:xfrm>
              <a:off x="1410390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5" name="Rectangle 3074">
              <a:extLst>
                <a:ext uri="{FF2B5EF4-FFF2-40B4-BE49-F238E27FC236}">
                  <a16:creationId xmlns:a16="http://schemas.microsoft.com/office/drawing/2014/main" id="{ED4CBCF5-A91A-45D1-97D4-7C86080AF024}"/>
                </a:ext>
              </a:extLst>
            </p:cNvPr>
            <p:cNvSpPr/>
            <p:nvPr/>
          </p:nvSpPr>
          <p:spPr>
            <a:xfrm>
              <a:off x="1410390" y="632892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6" name="Rectangle 3075">
              <a:extLst>
                <a:ext uri="{FF2B5EF4-FFF2-40B4-BE49-F238E27FC236}">
                  <a16:creationId xmlns:a16="http://schemas.microsoft.com/office/drawing/2014/main" id="{A22EDD1E-44E5-AC33-D90E-F0B49E408371}"/>
                </a:ext>
              </a:extLst>
            </p:cNvPr>
            <p:cNvSpPr/>
            <p:nvPr/>
          </p:nvSpPr>
          <p:spPr>
            <a:xfrm>
              <a:off x="1410390" y="641202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7" name="Rectangle 3076">
              <a:extLst>
                <a:ext uri="{FF2B5EF4-FFF2-40B4-BE49-F238E27FC236}">
                  <a16:creationId xmlns:a16="http://schemas.microsoft.com/office/drawing/2014/main" id="{B254CFE2-0608-1D9F-671D-C58F6887BE52}"/>
                </a:ext>
              </a:extLst>
            </p:cNvPr>
            <p:cNvSpPr/>
            <p:nvPr/>
          </p:nvSpPr>
          <p:spPr>
            <a:xfrm>
              <a:off x="1410390" y="6495122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8" name="Rectangle 3077">
              <a:extLst>
                <a:ext uri="{FF2B5EF4-FFF2-40B4-BE49-F238E27FC236}">
                  <a16:creationId xmlns:a16="http://schemas.microsoft.com/office/drawing/2014/main" id="{87F2E917-054D-F5CF-6B4C-084AEBD86796}"/>
                </a:ext>
              </a:extLst>
            </p:cNvPr>
            <p:cNvSpPr/>
            <p:nvPr/>
          </p:nvSpPr>
          <p:spPr>
            <a:xfrm>
              <a:off x="1410390" y="6578219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79" name="Rectangle 3078">
              <a:extLst>
                <a:ext uri="{FF2B5EF4-FFF2-40B4-BE49-F238E27FC236}">
                  <a16:creationId xmlns:a16="http://schemas.microsoft.com/office/drawing/2014/main" id="{49041814-1215-1401-29BB-BD245E0391D8}"/>
                </a:ext>
              </a:extLst>
            </p:cNvPr>
            <p:cNvSpPr/>
            <p:nvPr/>
          </p:nvSpPr>
          <p:spPr>
            <a:xfrm>
              <a:off x="1410390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0" name="Rectangle 3079">
              <a:extLst>
                <a:ext uri="{FF2B5EF4-FFF2-40B4-BE49-F238E27FC236}">
                  <a16:creationId xmlns:a16="http://schemas.microsoft.com/office/drawing/2014/main" id="{B4D8BB69-14BC-EDA5-A26F-8B45F84A84A8}"/>
                </a:ext>
              </a:extLst>
            </p:cNvPr>
            <p:cNvSpPr/>
            <p:nvPr/>
          </p:nvSpPr>
          <p:spPr>
            <a:xfrm>
              <a:off x="1410390" y="6744411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1" name="Rectangle 3080">
              <a:extLst>
                <a:ext uri="{FF2B5EF4-FFF2-40B4-BE49-F238E27FC236}">
                  <a16:creationId xmlns:a16="http://schemas.microsoft.com/office/drawing/2014/main" id="{70EEBDED-A4BA-081C-7FDB-135CCE826523}"/>
                </a:ext>
              </a:extLst>
            </p:cNvPr>
            <p:cNvSpPr/>
            <p:nvPr/>
          </p:nvSpPr>
          <p:spPr>
            <a:xfrm>
              <a:off x="1410390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2" name="Rectangle 3081">
              <a:extLst>
                <a:ext uri="{FF2B5EF4-FFF2-40B4-BE49-F238E27FC236}">
                  <a16:creationId xmlns:a16="http://schemas.microsoft.com/office/drawing/2014/main" id="{E83179C3-6275-D8F3-1654-BD6A4C658606}"/>
                </a:ext>
              </a:extLst>
            </p:cNvPr>
            <p:cNvSpPr/>
            <p:nvPr/>
          </p:nvSpPr>
          <p:spPr>
            <a:xfrm>
              <a:off x="1410390" y="691060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3" name="Rectangle 3082">
              <a:extLst>
                <a:ext uri="{FF2B5EF4-FFF2-40B4-BE49-F238E27FC236}">
                  <a16:creationId xmlns:a16="http://schemas.microsoft.com/office/drawing/2014/main" id="{570A23CF-7BC3-C02C-605E-8877FD5A7215}"/>
                </a:ext>
              </a:extLst>
            </p:cNvPr>
            <p:cNvSpPr/>
            <p:nvPr/>
          </p:nvSpPr>
          <p:spPr>
            <a:xfrm>
              <a:off x="1410390" y="6993700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4" name="Rectangle 3083">
              <a:extLst>
                <a:ext uri="{FF2B5EF4-FFF2-40B4-BE49-F238E27FC236}">
                  <a16:creationId xmlns:a16="http://schemas.microsoft.com/office/drawing/2014/main" id="{9F376D1E-CCD0-7FA0-04C4-0E7B7108D000}"/>
                </a:ext>
              </a:extLst>
            </p:cNvPr>
            <p:cNvSpPr/>
            <p:nvPr/>
          </p:nvSpPr>
          <p:spPr>
            <a:xfrm>
              <a:off x="1473128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5" name="Rectangle 3084">
              <a:extLst>
                <a:ext uri="{FF2B5EF4-FFF2-40B4-BE49-F238E27FC236}">
                  <a16:creationId xmlns:a16="http://schemas.microsoft.com/office/drawing/2014/main" id="{B22FA263-E027-D729-0B04-183A27800FA0}"/>
                </a:ext>
              </a:extLst>
            </p:cNvPr>
            <p:cNvSpPr/>
            <p:nvPr/>
          </p:nvSpPr>
          <p:spPr>
            <a:xfrm>
              <a:off x="1473128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6" name="Rectangle 3085">
              <a:extLst>
                <a:ext uri="{FF2B5EF4-FFF2-40B4-BE49-F238E27FC236}">
                  <a16:creationId xmlns:a16="http://schemas.microsoft.com/office/drawing/2014/main" id="{786643F6-ECFF-677C-BD6E-424704F7822E}"/>
                </a:ext>
              </a:extLst>
            </p:cNvPr>
            <p:cNvSpPr/>
            <p:nvPr/>
          </p:nvSpPr>
          <p:spPr>
            <a:xfrm>
              <a:off x="1473128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7" name="Rectangle 3086">
              <a:extLst>
                <a:ext uri="{FF2B5EF4-FFF2-40B4-BE49-F238E27FC236}">
                  <a16:creationId xmlns:a16="http://schemas.microsoft.com/office/drawing/2014/main" id="{E6111602-CD70-53B4-128A-772E7C75C2CD}"/>
                </a:ext>
              </a:extLst>
            </p:cNvPr>
            <p:cNvSpPr/>
            <p:nvPr/>
          </p:nvSpPr>
          <p:spPr>
            <a:xfrm>
              <a:off x="1473128" y="2008859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8" name="Rectangle 3087">
              <a:extLst>
                <a:ext uri="{FF2B5EF4-FFF2-40B4-BE49-F238E27FC236}">
                  <a16:creationId xmlns:a16="http://schemas.microsoft.com/office/drawing/2014/main" id="{90FAC325-6687-990F-8403-2D2AB36FAB5E}"/>
                </a:ext>
              </a:extLst>
            </p:cNvPr>
            <p:cNvSpPr/>
            <p:nvPr/>
          </p:nvSpPr>
          <p:spPr>
            <a:xfrm>
              <a:off x="1473128" y="209195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89" name="Rectangle 3088">
              <a:extLst>
                <a:ext uri="{FF2B5EF4-FFF2-40B4-BE49-F238E27FC236}">
                  <a16:creationId xmlns:a16="http://schemas.microsoft.com/office/drawing/2014/main" id="{EF8F6619-F6EE-C468-FE26-F45B4D6D00B8}"/>
                </a:ext>
              </a:extLst>
            </p:cNvPr>
            <p:cNvSpPr/>
            <p:nvPr/>
          </p:nvSpPr>
          <p:spPr>
            <a:xfrm>
              <a:off x="1473128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0" name="Rectangle 3089">
              <a:extLst>
                <a:ext uri="{FF2B5EF4-FFF2-40B4-BE49-F238E27FC236}">
                  <a16:creationId xmlns:a16="http://schemas.microsoft.com/office/drawing/2014/main" id="{149DEF35-CC63-2D99-E4A9-DA7F20F266D1}"/>
                </a:ext>
              </a:extLst>
            </p:cNvPr>
            <p:cNvSpPr/>
            <p:nvPr/>
          </p:nvSpPr>
          <p:spPr>
            <a:xfrm>
              <a:off x="1473128" y="2258148"/>
              <a:ext cx="62737" cy="8309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1" name="Rectangle 3090">
              <a:extLst>
                <a:ext uri="{FF2B5EF4-FFF2-40B4-BE49-F238E27FC236}">
                  <a16:creationId xmlns:a16="http://schemas.microsoft.com/office/drawing/2014/main" id="{38EE3AAD-92B9-293B-DCCB-B36F29BBAD01}"/>
                </a:ext>
              </a:extLst>
            </p:cNvPr>
            <p:cNvSpPr/>
            <p:nvPr/>
          </p:nvSpPr>
          <p:spPr>
            <a:xfrm>
              <a:off x="1473128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2" name="Rectangle 3091">
              <a:extLst>
                <a:ext uri="{FF2B5EF4-FFF2-40B4-BE49-F238E27FC236}">
                  <a16:creationId xmlns:a16="http://schemas.microsoft.com/office/drawing/2014/main" id="{1D9AA645-51E4-F90F-DCA3-03CB3B71DB9E}"/>
                </a:ext>
              </a:extLst>
            </p:cNvPr>
            <p:cNvSpPr/>
            <p:nvPr/>
          </p:nvSpPr>
          <p:spPr>
            <a:xfrm>
              <a:off x="1473128" y="242410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3" name="Rectangle 3092">
              <a:extLst>
                <a:ext uri="{FF2B5EF4-FFF2-40B4-BE49-F238E27FC236}">
                  <a16:creationId xmlns:a16="http://schemas.microsoft.com/office/drawing/2014/main" id="{3407D8F3-CC0E-6362-C3F4-5CC57E7F672B}"/>
                </a:ext>
              </a:extLst>
            </p:cNvPr>
            <p:cNvSpPr/>
            <p:nvPr/>
          </p:nvSpPr>
          <p:spPr>
            <a:xfrm>
              <a:off x="1473128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4" name="Rectangle 3093">
              <a:extLst>
                <a:ext uri="{FF2B5EF4-FFF2-40B4-BE49-F238E27FC236}">
                  <a16:creationId xmlns:a16="http://schemas.microsoft.com/office/drawing/2014/main" id="{26C561A7-1339-CC2C-AD4D-618388C35811}"/>
                </a:ext>
              </a:extLst>
            </p:cNvPr>
            <p:cNvSpPr/>
            <p:nvPr/>
          </p:nvSpPr>
          <p:spPr>
            <a:xfrm>
              <a:off x="1473128" y="259029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5" name="Rectangle 3094">
              <a:extLst>
                <a:ext uri="{FF2B5EF4-FFF2-40B4-BE49-F238E27FC236}">
                  <a16:creationId xmlns:a16="http://schemas.microsoft.com/office/drawing/2014/main" id="{8B881463-4B18-DED3-58B4-C47EA55D6F34}"/>
                </a:ext>
              </a:extLst>
            </p:cNvPr>
            <p:cNvSpPr/>
            <p:nvPr/>
          </p:nvSpPr>
          <p:spPr>
            <a:xfrm>
              <a:off x="1473128" y="267339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6" name="Rectangle 3095">
              <a:extLst>
                <a:ext uri="{FF2B5EF4-FFF2-40B4-BE49-F238E27FC236}">
                  <a16:creationId xmlns:a16="http://schemas.microsoft.com/office/drawing/2014/main" id="{9DDD4611-0C9D-613F-FC4A-A1D75ACA1708}"/>
                </a:ext>
              </a:extLst>
            </p:cNvPr>
            <p:cNvSpPr/>
            <p:nvPr/>
          </p:nvSpPr>
          <p:spPr>
            <a:xfrm>
              <a:off x="1473128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7" name="Rectangle 3096">
              <a:extLst>
                <a:ext uri="{FF2B5EF4-FFF2-40B4-BE49-F238E27FC236}">
                  <a16:creationId xmlns:a16="http://schemas.microsoft.com/office/drawing/2014/main" id="{727403C5-8B45-5EB3-EDFE-CBE860548F37}"/>
                </a:ext>
              </a:extLst>
            </p:cNvPr>
            <p:cNvSpPr/>
            <p:nvPr/>
          </p:nvSpPr>
          <p:spPr>
            <a:xfrm>
              <a:off x="1473128" y="2839588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8" name="Rectangle 3097">
              <a:extLst>
                <a:ext uri="{FF2B5EF4-FFF2-40B4-BE49-F238E27FC236}">
                  <a16:creationId xmlns:a16="http://schemas.microsoft.com/office/drawing/2014/main" id="{146A64CA-224F-5BEE-0174-FC9CBC1298D1}"/>
                </a:ext>
              </a:extLst>
            </p:cNvPr>
            <p:cNvSpPr/>
            <p:nvPr/>
          </p:nvSpPr>
          <p:spPr>
            <a:xfrm>
              <a:off x="1473128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099" name="Rectangle 3098">
              <a:extLst>
                <a:ext uri="{FF2B5EF4-FFF2-40B4-BE49-F238E27FC236}">
                  <a16:creationId xmlns:a16="http://schemas.microsoft.com/office/drawing/2014/main" id="{D184E4B2-C827-1F4F-4798-536DFE67A2A9}"/>
                </a:ext>
              </a:extLst>
            </p:cNvPr>
            <p:cNvSpPr/>
            <p:nvPr/>
          </p:nvSpPr>
          <p:spPr>
            <a:xfrm>
              <a:off x="1473128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0" name="Rectangle 3099">
              <a:extLst>
                <a:ext uri="{FF2B5EF4-FFF2-40B4-BE49-F238E27FC236}">
                  <a16:creationId xmlns:a16="http://schemas.microsoft.com/office/drawing/2014/main" id="{D026F043-4EDB-DE89-1CA3-7B26095D3611}"/>
                </a:ext>
              </a:extLst>
            </p:cNvPr>
            <p:cNvSpPr/>
            <p:nvPr/>
          </p:nvSpPr>
          <p:spPr>
            <a:xfrm>
              <a:off x="1473128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1" name="Rectangle 3100">
              <a:extLst>
                <a:ext uri="{FF2B5EF4-FFF2-40B4-BE49-F238E27FC236}">
                  <a16:creationId xmlns:a16="http://schemas.microsoft.com/office/drawing/2014/main" id="{89162EDD-BBF3-A4DC-815D-7DA455FE97BA}"/>
                </a:ext>
              </a:extLst>
            </p:cNvPr>
            <p:cNvSpPr/>
            <p:nvPr/>
          </p:nvSpPr>
          <p:spPr>
            <a:xfrm>
              <a:off x="1473128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2" name="Rectangle 3101">
              <a:extLst>
                <a:ext uri="{FF2B5EF4-FFF2-40B4-BE49-F238E27FC236}">
                  <a16:creationId xmlns:a16="http://schemas.microsoft.com/office/drawing/2014/main" id="{210A63F0-C26B-0D2A-ED0D-140F65FB75DA}"/>
                </a:ext>
              </a:extLst>
            </p:cNvPr>
            <p:cNvSpPr/>
            <p:nvPr/>
          </p:nvSpPr>
          <p:spPr>
            <a:xfrm>
              <a:off x="1473128" y="325507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3" name="Rectangle 3102">
              <a:extLst>
                <a:ext uri="{FF2B5EF4-FFF2-40B4-BE49-F238E27FC236}">
                  <a16:creationId xmlns:a16="http://schemas.microsoft.com/office/drawing/2014/main" id="{9BE54759-D04D-D11F-6C5E-F548FDCAA327}"/>
                </a:ext>
              </a:extLst>
            </p:cNvPr>
            <p:cNvSpPr/>
            <p:nvPr/>
          </p:nvSpPr>
          <p:spPr>
            <a:xfrm>
              <a:off x="1473128" y="3338166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4" name="Rectangle 3103">
              <a:extLst>
                <a:ext uri="{FF2B5EF4-FFF2-40B4-BE49-F238E27FC236}">
                  <a16:creationId xmlns:a16="http://schemas.microsoft.com/office/drawing/2014/main" id="{2B559EE6-92D2-6F3D-0396-9699ED55B5BD}"/>
                </a:ext>
              </a:extLst>
            </p:cNvPr>
            <p:cNvSpPr/>
            <p:nvPr/>
          </p:nvSpPr>
          <p:spPr>
            <a:xfrm>
              <a:off x="1473128" y="3421262"/>
              <a:ext cx="62737" cy="8309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5" name="Rectangle 3104">
              <a:extLst>
                <a:ext uri="{FF2B5EF4-FFF2-40B4-BE49-F238E27FC236}">
                  <a16:creationId xmlns:a16="http://schemas.microsoft.com/office/drawing/2014/main" id="{63461693-5BC7-531C-1505-1F11E2B86BE4}"/>
                </a:ext>
              </a:extLst>
            </p:cNvPr>
            <p:cNvSpPr/>
            <p:nvPr/>
          </p:nvSpPr>
          <p:spPr>
            <a:xfrm>
              <a:off x="1473128" y="3504359"/>
              <a:ext cx="62737" cy="8309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6" name="Rectangle 3105">
              <a:extLst>
                <a:ext uri="{FF2B5EF4-FFF2-40B4-BE49-F238E27FC236}">
                  <a16:creationId xmlns:a16="http://schemas.microsoft.com/office/drawing/2014/main" id="{DE90904C-D089-B22B-3A45-DA065FA55513}"/>
                </a:ext>
              </a:extLst>
            </p:cNvPr>
            <p:cNvSpPr/>
            <p:nvPr/>
          </p:nvSpPr>
          <p:spPr>
            <a:xfrm>
              <a:off x="1473128" y="358722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7" name="Rectangle 3106">
              <a:extLst>
                <a:ext uri="{FF2B5EF4-FFF2-40B4-BE49-F238E27FC236}">
                  <a16:creationId xmlns:a16="http://schemas.microsoft.com/office/drawing/2014/main" id="{14663B74-D9A8-3E61-3209-EAAEC6619745}"/>
                </a:ext>
              </a:extLst>
            </p:cNvPr>
            <p:cNvSpPr/>
            <p:nvPr/>
          </p:nvSpPr>
          <p:spPr>
            <a:xfrm>
              <a:off x="1473128" y="367031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8" name="Rectangle 3107">
              <a:extLst>
                <a:ext uri="{FF2B5EF4-FFF2-40B4-BE49-F238E27FC236}">
                  <a16:creationId xmlns:a16="http://schemas.microsoft.com/office/drawing/2014/main" id="{CC8CE97F-6745-C672-2912-E268BBEF4979}"/>
                </a:ext>
              </a:extLst>
            </p:cNvPr>
            <p:cNvSpPr/>
            <p:nvPr/>
          </p:nvSpPr>
          <p:spPr>
            <a:xfrm>
              <a:off x="1473128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09" name="Rectangle 3108">
              <a:extLst>
                <a:ext uri="{FF2B5EF4-FFF2-40B4-BE49-F238E27FC236}">
                  <a16:creationId xmlns:a16="http://schemas.microsoft.com/office/drawing/2014/main" id="{203C9B63-21AE-3861-7C69-797B8350800D}"/>
                </a:ext>
              </a:extLst>
            </p:cNvPr>
            <p:cNvSpPr/>
            <p:nvPr/>
          </p:nvSpPr>
          <p:spPr>
            <a:xfrm>
              <a:off x="1473128" y="383650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0" name="Rectangle 3109">
              <a:extLst>
                <a:ext uri="{FF2B5EF4-FFF2-40B4-BE49-F238E27FC236}">
                  <a16:creationId xmlns:a16="http://schemas.microsoft.com/office/drawing/2014/main" id="{DB2663E4-E30B-BA1B-00D2-0E3FEE5DF9F2}"/>
                </a:ext>
              </a:extLst>
            </p:cNvPr>
            <p:cNvSpPr/>
            <p:nvPr/>
          </p:nvSpPr>
          <p:spPr>
            <a:xfrm>
              <a:off x="1473128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1" name="Rectangle 3110">
              <a:extLst>
                <a:ext uri="{FF2B5EF4-FFF2-40B4-BE49-F238E27FC236}">
                  <a16:creationId xmlns:a16="http://schemas.microsoft.com/office/drawing/2014/main" id="{8848391B-2BCB-FC61-82AD-4C8E0E4B6C7B}"/>
                </a:ext>
              </a:extLst>
            </p:cNvPr>
            <p:cNvSpPr/>
            <p:nvPr/>
          </p:nvSpPr>
          <p:spPr>
            <a:xfrm>
              <a:off x="1473128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2" name="Rectangle 3111">
              <a:extLst>
                <a:ext uri="{FF2B5EF4-FFF2-40B4-BE49-F238E27FC236}">
                  <a16:creationId xmlns:a16="http://schemas.microsoft.com/office/drawing/2014/main" id="{1F22EDF8-52E5-3165-9ED7-CF77903E4BB2}"/>
                </a:ext>
              </a:extLst>
            </p:cNvPr>
            <p:cNvSpPr/>
            <p:nvPr/>
          </p:nvSpPr>
          <p:spPr>
            <a:xfrm>
              <a:off x="1473128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3" name="Rectangle 3112">
              <a:extLst>
                <a:ext uri="{FF2B5EF4-FFF2-40B4-BE49-F238E27FC236}">
                  <a16:creationId xmlns:a16="http://schemas.microsoft.com/office/drawing/2014/main" id="{0E6C8940-95A4-727F-6270-AA898CE0772A}"/>
                </a:ext>
              </a:extLst>
            </p:cNvPr>
            <p:cNvSpPr/>
            <p:nvPr/>
          </p:nvSpPr>
          <p:spPr>
            <a:xfrm>
              <a:off x="1473128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4" name="Rectangle 3113">
              <a:extLst>
                <a:ext uri="{FF2B5EF4-FFF2-40B4-BE49-F238E27FC236}">
                  <a16:creationId xmlns:a16="http://schemas.microsoft.com/office/drawing/2014/main" id="{1BE92BE1-F11F-DABD-1014-3438DD19E2C1}"/>
                </a:ext>
              </a:extLst>
            </p:cNvPr>
            <p:cNvSpPr/>
            <p:nvPr/>
          </p:nvSpPr>
          <p:spPr>
            <a:xfrm>
              <a:off x="1473128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5" name="Rectangle 3114">
              <a:extLst>
                <a:ext uri="{FF2B5EF4-FFF2-40B4-BE49-F238E27FC236}">
                  <a16:creationId xmlns:a16="http://schemas.microsoft.com/office/drawing/2014/main" id="{F140B400-F706-632B-C998-CC6AB7A39720}"/>
                </a:ext>
              </a:extLst>
            </p:cNvPr>
            <p:cNvSpPr/>
            <p:nvPr/>
          </p:nvSpPr>
          <p:spPr>
            <a:xfrm>
              <a:off x="1473128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6" name="Rectangle 3115">
              <a:extLst>
                <a:ext uri="{FF2B5EF4-FFF2-40B4-BE49-F238E27FC236}">
                  <a16:creationId xmlns:a16="http://schemas.microsoft.com/office/drawing/2014/main" id="{1CD6A16B-EFBD-C88B-FE50-1ACAE8C8F150}"/>
                </a:ext>
              </a:extLst>
            </p:cNvPr>
            <p:cNvSpPr/>
            <p:nvPr/>
          </p:nvSpPr>
          <p:spPr>
            <a:xfrm>
              <a:off x="1473128" y="441818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7" name="Rectangle 3116">
              <a:extLst>
                <a:ext uri="{FF2B5EF4-FFF2-40B4-BE49-F238E27FC236}">
                  <a16:creationId xmlns:a16="http://schemas.microsoft.com/office/drawing/2014/main" id="{8706C984-0DB2-9D0C-1942-135967B5F4F5}"/>
                </a:ext>
              </a:extLst>
            </p:cNvPr>
            <p:cNvSpPr/>
            <p:nvPr/>
          </p:nvSpPr>
          <p:spPr>
            <a:xfrm>
              <a:off x="1473128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8" name="Rectangle 3117">
              <a:extLst>
                <a:ext uri="{FF2B5EF4-FFF2-40B4-BE49-F238E27FC236}">
                  <a16:creationId xmlns:a16="http://schemas.microsoft.com/office/drawing/2014/main" id="{5F0821A4-6E5C-AC79-BC0D-D989AC827B3B}"/>
                </a:ext>
              </a:extLst>
            </p:cNvPr>
            <p:cNvSpPr/>
            <p:nvPr/>
          </p:nvSpPr>
          <p:spPr>
            <a:xfrm>
              <a:off x="1473128" y="4584376"/>
              <a:ext cx="62737" cy="8309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19" name="Rectangle 3118">
              <a:extLst>
                <a:ext uri="{FF2B5EF4-FFF2-40B4-BE49-F238E27FC236}">
                  <a16:creationId xmlns:a16="http://schemas.microsoft.com/office/drawing/2014/main" id="{A712C7F9-8978-245C-EEFB-6377A8F2C269}"/>
                </a:ext>
              </a:extLst>
            </p:cNvPr>
            <p:cNvSpPr/>
            <p:nvPr/>
          </p:nvSpPr>
          <p:spPr>
            <a:xfrm>
              <a:off x="1473128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0" name="Rectangle 3119">
              <a:extLst>
                <a:ext uri="{FF2B5EF4-FFF2-40B4-BE49-F238E27FC236}">
                  <a16:creationId xmlns:a16="http://schemas.microsoft.com/office/drawing/2014/main" id="{1AED55C0-3EA8-4F75-8970-552DBECB4C0E}"/>
                </a:ext>
              </a:extLst>
            </p:cNvPr>
            <p:cNvSpPr/>
            <p:nvPr/>
          </p:nvSpPr>
          <p:spPr>
            <a:xfrm>
              <a:off x="1473128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1" name="Rectangle 3120">
              <a:extLst>
                <a:ext uri="{FF2B5EF4-FFF2-40B4-BE49-F238E27FC236}">
                  <a16:creationId xmlns:a16="http://schemas.microsoft.com/office/drawing/2014/main" id="{980A9D89-1A0D-999A-11B4-34D01B5A7685}"/>
                </a:ext>
              </a:extLst>
            </p:cNvPr>
            <p:cNvSpPr/>
            <p:nvPr/>
          </p:nvSpPr>
          <p:spPr>
            <a:xfrm>
              <a:off x="1473128" y="483343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2" name="Rectangle 3121">
              <a:extLst>
                <a:ext uri="{FF2B5EF4-FFF2-40B4-BE49-F238E27FC236}">
                  <a16:creationId xmlns:a16="http://schemas.microsoft.com/office/drawing/2014/main" id="{945FDB24-EF7F-97E8-C5F4-97B1C6796154}"/>
                </a:ext>
              </a:extLst>
            </p:cNvPr>
            <p:cNvSpPr/>
            <p:nvPr/>
          </p:nvSpPr>
          <p:spPr>
            <a:xfrm>
              <a:off x="1473128" y="491652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3" name="Rectangle 3122">
              <a:extLst>
                <a:ext uri="{FF2B5EF4-FFF2-40B4-BE49-F238E27FC236}">
                  <a16:creationId xmlns:a16="http://schemas.microsoft.com/office/drawing/2014/main" id="{9E8F0C5F-D1C0-210C-0D39-493B9EFF7BDA}"/>
                </a:ext>
              </a:extLst>
            </p:cNvPr>
            <p:cNvSpPr/>
            <p:nvPr/>
          </p:nvSpPr>
          <p:spPr>
            <a:xfrm>
              <a:off x="1473128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4" name="Rectangle 3123">
              <a:extLst>
                <a:ext uri="{FF2B5EF4-FFF2-40B4-BE49-F238E27FC236}">
                  <a16:creationId xmlns:a16="http://schemas.microsoft.com/office/drawing/2014/main" id="{117CDB28-AC0B-EB27-8B43-7EF80DDC4ADD}"/>
                </a:ext>
              </a:extLst>
            </p:cNvPr>
            <p:cNvSpPr/>
            <p:nvPr/>
          </p:nvSpPr>
          <p:spPr>
            <a:xfrm>
              <a:off x="1473128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5" name="Rectangle 3124">
              <a:extLst>
                <a:ext uri="{FF2B5EF4-FFF2-40B4-BE49-F238E27FC236}">
                  <a16:creationId xmlns:a16="http://schemas.microsoft.com/office/drawing/2014/main" id="{C33BF1BD-A651-86F8-5070-7E85A3E3B85B}"/>
                </a:ext>
              </a:extLst>
            </p:cNvPr>
            <p:cNvSpPr/>
            <p:nvPr/>
          </p:nvSpPr>
          <p:spPr>
            <a:xfrm>
              <a:off x="1473128" y="516581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6" name="Rectangle 3125">
              <a:extLst>
                <a:ext uri="{FF2B5EF4-FFF2-40B4-BE49-F238E27FC236}">
                  <a16:creationId xmlns:a16="http://schemas.microsoft.com/office/drawing/2014/main" id="{F514799D-CED1-26E5-39CA-4DBECE607B35}"/>
                </a:ext>
              </a:extLst>
            </p:cNvPr>
            <p:cNvSpPr/>
            <p:nvPr/>
          </p:nvSpPr>
          <p:spPr>
            <a:xfrm>
              <a:off x="1473128" y="524891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7" name="Rectangle 3126">
              <a:extLst>
                <a:ext uri="{FF2B5EF4-FFF2-40B4-BE49-F238E27FC236}">
                  <a16:creationId xmlns:a16="http://schemas.microsoft.com/office/drawing/2014/main" id="{8A5609FF-DA89-1120-D668-66BA2D71E6A8}"/>
                </a:ext>
              </a:extLst>
            </p:cNvPr>
            <p:cNvSpPr/>
            <p:nvPr/>
          </p:nvSpPr>
          <p:spPr>
            <a:xfrm>
              <a:off x="1473128" y="5332008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8" name="Rectangle 3127">
              <a:extLst>
                <a:ext uri="{FF2B5EF4-FFF2-40B4-BE49-F238E27FC236}">
                  <a16:creationId xmlns:a16="http://schemas.microsoft.com/office/drawing/2014/main" id="{B8D22E29-3F14-742A-174C-B1049635253D}"/>
                </a:ext>
              </a:extLst>
            </p:cNvPr>
            <p:cNvSpPr/>
            <p:nvPr/>
          </p:nvSpPr>
          <p:spPr>
            <a:xfrm>
              <a:off x="1473128" y="5415105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29" name="Rectangle 3128">
              <a:extLst>
                <a:ext uri="{FF2B5EF4-FFF2-40B4-BE49-F238E27FC236}">
                  <a16:creationId xmlns:a16="http://schemas.microsoft.com/office/drawing/2014/main" id="{90FC219A-89BA-3C37-F74A-15DE5E8831C2}"/>
                </a:ext>
              </a:extLst>
            </p:cNvPr>
            <p:cNvSpPr/>
            <p:nvPr/>
          </p:nvSpPr>
          <p:spPr>
            <a:xfrm>
              <a:off x="1473128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0" name="Rectangle 3129">
              <a:extLst>
                <a:ext uri="{FF2B5EF4-FFF2-40B4-BE49-F238E27FC236}">
                  <a16:creationId xmlns:a16="http://schemas.microsoft.com/office/drawing/2014/main" id="{5A1CF9F9-A7A1-3239-77CA-A2B2A58EC361}"/>
                </a:ext>
              </a:extLst>
            </p:cNvPr>
            <p:cNvSpPr/>
            <p:nvPr/>
          </p:nvSpPr>
          <p:spPr>
            <a:xfrm>
              <a:off x="1473128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1" name="Rectangle 3130">
              <a:extLst>
                <a:ext uri="{FF2B5EF4-FFF2-40B4-BE49-F238E27FC236}">
                  <a16:creationId xmlns:a16="http://schemas.microsoft.com/office/drawing/2014/main" id="{2B108596-355B-6876-78D6-1F8F0352CDDE}"/>
                </a:ext>
              </a:extLst>
            </p:cNvPr>
            <p:cNvSpPr/>
            <p:nvPr/>
          </p:nvSpPr>
          <p:spPr>
            <a:xfrm>
              <a:off x="1473128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2" name="Rectangle 3131">
              <a:extLst>
                <a:ext uri="{FF2B5EF4-FFF2-40B4-BE49-F238E27FC236}">
                  <a16:creationId xmlns:a16="http://schemas.microsoft.com/office/drawing/2014/main" id="{7E3CFC62-8778-0246-31B6-7C3F3B06F955}"/>
                </a:ext>
              </a:extLst>
            </p:cNvPr>
            <p:cNvSpPr/>
            <p:nvPr/>
          </p:nvSpPr>
          <p:spPr>
            <a:xfrm>
              <a:off x="1473128" y="5747490"/>
              <a:ext cx="62737" cy="83096"/>
            </a:xfrm>
            <a:prstGeom prst="rect">
              <a:avLst/>
            </a:prstGeom>
            <a:solidFill>
              <a:srgbClr val="FF7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3" name="Rectangle 3132">
              <a:extLst>
                <a:ext uri="{FF2B5EF4-FFF2-40B4-BE49-F238E27FC236}">
                  <a16:creationId xmlns:a16="http://schemas.microsoft.com/office/drawing/2014/main" id="{BD8954E0-65D3-8844-0156-C9A56840D340}"/>
                </a:ext>
              </a:extLst>
            </p:cNvPr>
            <p:cNvSpPr/>
            <p:nvPr/>
          </p:nvSpPr>
          <p:spPr>
            <a:xfrm>
              <a:off x="1473128" y="583058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4" name="Rectangle 3133">
              <a:extLst>
                <a:ext uri="{FF2B5EF4-FFF2-40B4-BE49-F238E27FC236}">
                  <a16:creationId xmlns:a16="http://schemas.microsoft.com/office/drawing/2014/main" id="{6E60CBD1-3295-658F-C75D-A47836D0AD88}"/>
                </a:ext>
              </a:extLst>
            </p:cNvPr>
            <p:cNvSpPr/>
            <p:nvPr/>
          </p:nvSpPr>
          <p:spPr>
            <a:xfrm>
              <a:off x="1473128" y="5913447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5" name="Rectangle 3134">
              <a:extLst>
                <a:ext uri="{FF2B5EF4-FFF2-40B4-BE49-F238E27FC236}">
                  <a16:creationId xmlns:a16="http://schemas.microsoft.com/office/drawing/2014/main" id="{1703B06E-5F72-17A4-3F4B-4999A43DCD49}"/>
                </a:ext>
              </a:extLst>
            </p:cNvPr>
            <p:cNvSpPr/>
            <p:nvPr/>
          </p:nvSpPr>
          <p:spPr>
            <a:xfrm>
              <a:off x="1473128" y="599654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6" name="Rectangle 3135">
              <a:extLst>
                <a:ext uri="{FF2B5EF4-FFF2-40B4-BE49-F238E27FC236}">
                  <a16:creationId xmlns:a16="http://schemas.microsoft.com/office/drawing/2014/main" id="{41A69711-A9F2-D8AA-9F7A-E87AD99320BB}"/>
                </a:ext>
              </a:extLst>
            </p:cNvPr>
            <p:cNvSpPr/>
            <p:nvPr/>
          </p:nvSpPr>
          <p:spPr>
            <a:xfrm>
              <a:off x="1473128" y="607964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7" name="Rectangle 3136">
              <a:extLst>
                <a:ext uri="{FF2B5EF4-FFF2-40B4-BE49-F238E27FC236}">
                  <a16:creationId xmlns:a16="http://schemas.microsoft.com/office/drawing/2014/main" id="{E6C9D5A6-7F8A-1431-F8A4-F98A8ECED1E2}"/>
                </a:ext>
              </a:extLst>
            </p:cNvPr>
            <p:cNvSpPr/>
            <p:nvPr/>
          </p:nvSpPr>
          <p:spPr>
            <a:xfrm>
              <a:off x="1473128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8" name="Rectangle 3137">
              <a:extLst>
                <a:ext uri="{FF2B5EF4-FFF2-40B4-BE49-F238E27FC236}">
                  <a16:creationId xmlns:a16="http://schemas.microsoft.com/office/drawing/2014/main" id="{4E6DBCBC-249C-68EA-C467-A01517D27D7F}"/>
                </a:ext>
              </a:extLst>
            </p:cNvPr>
            <p:cNvSpPr/>
            <p:nvPr/>
          </p:nvSpPr>
          <p:spPr>
            <a:xfrm>
              <a:off x="1473128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39" name="Rectangle 3138">
              <a:extLst>
                <a:ext uri="{FF2B5EF4-FFF2-40B4-BE49-F238E27FC236}">
                  <a16:creationId xmlns:a16="http://schemas.microsoft.com/office/drawing/2014/main" id="{D818E867-61A9-9050-E604-99A97D08AA55}"/>
                </a:ext>
              </a:extLst>
            </p:cNvPr>
            <p:cNvSpPr/>
            <p:nvPr/>
          </p:nvSpPr>
          <p:spPr>
            <a:xfrm>
              <a:off x="1473128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0" name="Rectangle 3139">
              <a:extLst>
                <a:ext uri="{FF2B5EF4-FFF2-40B4-BE49-F238E27FC236}">
                  <a16:creationId xmlns:a16="http://schemas.microsoft.com/office/drawing/2014/main" id="{D68E4D02-C7DE-3963-9F9F-AE066CFD85BC}"/>
                </a:ext>
              </a:extLst>
            </p:cNvPr>
            <p:cNvSpPr/>
            <p:nvPr/>
          </p:nvSpPr>
          <p:spPr>
            <a:xfrm>
              <a:off x="1473128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1" name="Rectangle 3140">
              <a:extLst>
                <a:ext uri="{FF2B5EF4-FFF2-40B4-BE49-F238E27FC236}">
                  <a16:creationId xmlns:a16="http://schemas.microsoft.com/office/drawing/2014/main" id="{048F148E-A597-DE59-7262-2417E3F2FFD6}"/>
                </a:ext>
              </a:extLst>
            </p:cNvPr>
            <p:cNvSpPr/>
            <p:nvPr/>
          </p:nvSpPr>
          <p:spPr>
            <a:xfrm>
              <a:off x="1473128" y="6495122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2" name="Rectangle 3141">
              <a:extLst>
                <a:ext uri="{FF2B5EF4-FFF2-40B4-BE49-F238E27FC236}">
                  <a16:creationId xmlns:a16="http://schemas.microsoft.com/office/drawing/2014/main" id="{9DEC4367-A6D5-A06F-9546-5CC115F4C867}"/>
                </a:ext>
              </a:extLst>
            </p:cNvPr>
            <p:cNvSpPr/>
            <p:nvPr/>
          </p:nvSpPr>
          <p:spPr>
            <a:xfrm>
              <a:off x="1473128" y="6578219"/>
              <a:ext cx="62737" cy="8309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3" name="Rectangle 3142">
              <a:extLst>
                <a:ext uri="{FF2B5EF4-FFF2-40B4-BE49-F238E27FC236}">
                  <a16:creationId xmlns:a16="http://schemas.microsoft.com/office/drawing/2014/main" id="{CAFE8B0B-1609-8678-0B1B-68B8BB58B576}"/>
                </a:ext>
              </a:extLst>
            </p:cNvPr>
            <p:cNvSpPr/>
            <p:nvPr/>
          </p:nvSpPr>
          <p:spPr>
            <a:xfrm>
              <a:off x="1473128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4" name="Rectangle 3143">
              <a:extLst>
                <a:ext uri="{FF2B5EF4-FFF2-40B4-BE49-F238E27FC236}">
                  <a16:creationId xmlns:a16="http://schemas.microsoft.com/office/drawing/2014/main" id="{F3305CBE-264E-75A6-5D42-5494BCD9FF4E}"/>
                </a:ext>
              </a:extLst>
            </p:cNvPr>
            <p:cNvSpPr/>
            <p:nvPr/>
          </p:nvSpPr>
          <p:spPr>
            <a:xfrm>
              <a:off x="1473128" y="674441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5" name="Rectangle 3144">
              <a:extLst>
                <a:ext uri="{FF2B5EF4-FFF2-40B4-BE49-F238E27FC236}">
                  <a16:creationId xmlns:a16="http://schemas.microsoft.com/office/drawing/2014/main" id="{23A44E0D-B2B0-25F1-0F48-96FB1D96BDCF}"/>
                </a:ext>
              </a:extLst>
            </p:cNvPr>
            <p:cNvSpPr/>
            <p:nvPr/>
          </p:nvSpPr>
          <p:spPr>
            <a:xfrm>
              <a:off x="1473128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6" name="Rectangle 3145">
              <a:extLst>
                <a:ext uri="{FF2B5EF4-FFF2-40B4-BE49-F238E27FC236}">
                  <a16:creationId xmlns:a16="http://schemas.microsoft.com/office/drawing/2014/main" id="{26D582AA-F3EB-C3CB-AB5F-9966F53E64AD}"/>
                </a:ext>
              </a:extLst>
            </p:cNvPr>
            <p:cNvSpPr/>
            <p:nvPr/>
          </p:nvSpPr>
          <p:spPr>
            <a:xfrm>
              <a:off x="1473128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7" name="Rectangle 3146">
              <a:extLst>
                <a:ext uri="{FF2B5EF4-FFF2-40B4-BE49-F238E27FC236}">
                  <a16:creationId xmlns:a16="http://schemas.microsoft.com/office/drawing/2014/main" id="{EB67ACF5-EF0E-458C-9A22-519048FE528F}"/>
                </a:ext>
              </a:extLst>
            </p:cNvPr>
            <p:cNvSpPr/>
            <p:nvPr/>
          </p:nvSpPr>
          <p:spPr>
            <a:xfrm>
              <a:off x="1473128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8" name="Rectangle 3147">
              <a:extLst>
                <a:ext uri="{FF2B5EF4-FFF2-40B4-BE49-F238E27FC236}">
                  <a16:creationId xmlns:a16="http://schemas.microsoft.com/office/drawing/2014/main" id="{C5CF01DD-CBB4-37D8-8921-315F4C37FC1E}"/>
                </a:ext>
              </a:extLst>
            </p:cNvPr>
            <p:cNvSpPr/>
            <p:nvPr/>
          </p:nvSpPr>
          <p:spPr>
            <a:xfrm>
              <a:off x="1535866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49" name="Rectangle 3148">
              <a:extLst>
                <a:ext uri="{FF2B5EF4-FFF2-40B4-BE49-F238E27FC236}">
                  <a16:creationId xmlns:a16="http://schemas.microsoft.com/office/drawing/2014/main" id="{C57028B0-4BAE-FE0F-1E78-AC256BA2D634}"/>
                </a:ext>
              </a:extLst>
            </p:cNvPr>
            <p:cNvSpPr/>
            <p:nvPr/>
          </p:nvSpPr>
          <p:spPr>
            <a:xfrm>
              <a:off x="1535866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0" name="Rectangle 3149">
              <a:extLst>
                <a:ext uri="{FF2B5EF4-FFF2-40B4-BE49-F238E27FC236}">
                  <a16:creationId xmlns:a16="http://schemas.microsoft.com/office/drawing/2014/main" id="{06565E7E-BB48-3099-6647-61AF92A5DDB9}"/>
                </a:ext>
              </a:extLst>
            </p:cNvPr>
            <p:cNvSpPr/>
            <p:nvPr/>
          </p:nvSpPr>
          <p:spPr>
            <a:xfrm>
              <a:off x="1535866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1" name="Rectangle 3150">
              <a:extLst>
                <a:ext uri="{FF2B5EF4-FFF2-40B4-BE49-F238E27FC236}">
                  <a16:creationId xmlns:a16="http://schemas.microsoft.com/office/drawing/2014/main" id="{CD2952EA-04B7-125D-674E-D0154EF58FD4}"/>
                </a:ext>
              </a:extLst>
            </p:cNvPr>
            <p:cNvSpPr/>
            <p:nvPr/>
          </p:nvSpPr>
          <p:spPr>
            <a:xfrm>
              <a:off x="1535866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2" name="Rectangle 3151">
              <a:extLst>
                <a:ext uri="{FF2B5EF4-FFF2-40B4-BE49-F238E27FC236}">
                  <a16:creationId xmlns:a16="http://schemas.microsoft.com/office/drawing/2014/main" id="{214E7504-4C1D-C603-7532-AD20CEE8CCA0}"/>
                </a:ext>
              </a:extLst>
            </p:cNvPr>
            <p:cNvSpPr/>
            <p:nvPr/>
          </p:nvSpPr>
          <p:spPr>
            <a:xfrm>
              <a:off x="1535866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3" name="Rectangle 3152">
              <a:extLst>
                <a:ext uri="{FF2B5EF4-FFF2-40B4-BE49-F238E27FC236}">
                  <a16:creationId xmlns:a16="http://schemas.microsoft.com/office/drawing/2014/main" id="{731F743C-E2F3-C8FA-9950-04E91E9311C5}"/>
                </a:ext>
              </a:extLst>
            </p:cNvPr>
            <p:cNvSpPr/>
            <p:nvPr/>
          </p:nvSpPr>
          <p:spPr>
            <a:xfrm>
              <a:off x="1535866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4" name="Rectangle 3153">
              <a:extLst>
                <a:ext uri="{FF2B5EF4-FFF2-40B4-BE49-F238E27FC236}">
                  <a16:creationId xmlns:a16="http://schemas.microsoft.com/office/drawing/2014/main" id="{96B0DFFB-EA0E-449A-25B3-48E75FF0E2EA}"/>
                </a:ext>
              </a:extLst>
            </p:cNvPr>
            <p:cNvSpPr/>
            <p:nvPr/>
          </p:nvSpPr>
          <p:spPr>
            <a:xfrm>
              <a:off x="1535866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5" name="Rectangle 3154">
              <a:extLst>
                <a:ext uri="{FF2B5EF4-FFF2-40B4-BE49-F238E27FC236}">
                  <a16:creationId xmlns:a16="http://schemas.microsoft.com/office/drawing/2014/main" id="{B40F0669-4A74-4CA8-E176-71593CC3DFB9}"/>
                </a:ext>
              </a:extLst>
            </p:cNvPr>
            <p:cNvSpPr/>
            <p:nvPr/>
          </p:nvSpPr>
          <p:spPr>
            <a:xfrm>
              <a:off x="1535866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6" name="Rectangle 3155">
              <a:extLst>
                <a:ext uri="{FF2B5EF4-FFF2-40B4-BE49-F238E27FC236}">
                  <a16:creationId xmlns:a16="http://schemas.microsoft.com/office/drawing/2014/main" id="{D3D9AC0B-BA65-4426-3C4B-0571A21C4FC2}"/>
                </a:ext>
              </a:extLst>
            </p:cNvPr>
            <p:cNvSpPr/>
            <p:nvPr/>
          </p:nvSpPr>
          <p:spPr>
            <a:xfrm>
              <a:off x="1535866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7" name="Rectangle 3156">
              <a:extLst>
                <a:ext uri="{FF2B5EF4-FFF2-40B4-BE49-F238E27FC236}">
                  <a16:creationId xmlns:a16="http://schemas.microsoft.com/office/drawing/2014/main" id="{F64583F0-E52F-0A54-DAF3-AB5357B8C90B}"/>
                </a:ext>
              </a:extLst>
            </p:cNvPr>
            <p:cNvSpPr/>
            <p:nvPr/>
          </p:nvSpPr>
          <p:spPr>
            <a:xfrm>
              <a:off x="1535866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8" name="Rectangle 3157">
              <a:extLst>
                <a:ext uri="{FF2B5EF4-FFF2-40B4-BE49-F238E27FC236}">
                  <a16:creationId xmlns:a16="http://schemas.microsoft.com/office/drawing/2014/main" id="{3F4CAE0D-7E85-FD59-4D5B-B80936CD6659}"/>
                </a:ext>
              </a:extLst>
            </p:cNvPr>
            <p:cNvSpPr/>
            <p:nvPr/>
          </p:nvSpPr>
          <p:spPr>
            <a:xfrm>
              <a:off x="1535866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59" name="Rectangle 3158">
              <a:extLst>
                <a:ext uri="{FF2B5EF4-FFF2-40B4-BE49-F238E27FC236}">
                  <a16:creationId xmlns:a16="http://schemas.microsoft.com/office/drawing/2014/main" id="{6FBD90FE-5511-A205-DEF1-633C41DD1593}"/>
                </a:ext>
              </a:extLst>
            </p:cNvPr>
            <p:cNvSpPr/>
            <p:nvPr/>
          </p:nvSpPr>
          <p:spPr>
            <a:xfrm>
              <a:off x="1535866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0" name="Rectangle 3159">
              <a:extLst>
                <a:ext uri="{FF2B5EF4-FFF2-40B4-BE49-F238E27FC236}">
                  <a16:creationId xmlns:a16="http://schemas.microsoft.com/office/drawing/2014/main" id="{5B134639-FB1F-3ED9-E386-656450691B14}"/>
                </a:ext>
              </a:extLst>
            </p:cNvPr>
            <p:cNvSpPr/>
            <p:nvPr/>
          </p:nvSpPr>
          <p:spPr>
            <a:xfrm>
              <a:off x="1535866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1" name="Rectangle 3160">
              <a:extLst>
                <a:ext uri="{FF2B5EF4-FFF2-40B4-BE49-F238E27FC236}">
                  <a16:creationId xmlns:a16="http://schemas.microsoft.com/office/drawing/2014/main" id="{CA26D8E6-2056-D18C-8761-B810AF2FC2EA}"/>
                </a:ext>
              </a:extLst>
            </p:cNvPr>
            <p:cNvSpPr/>
            <p:nvPr/>
          </p:nvSpPr>
          <p:spPr>
            <a:xfrm>
              <a:off x="1535866" y="2839588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2" name="Rectangle 3161">
              <a:extLst>
                <a:ext uri="{FF2B5EF4-FFF2-40B4-BE49-F238E27FC236}">
                  <a16:creationId xmlns:a16="http://schemas.microsoft.com/office/drawing/2014/main" id="{621BFAC1-1714-E760-EBB4-30BD0C68DE6C}"/>
                </a:ext>
              </a:extLst>
            </p:cNvPr>
            <p:cNvSpPr/>
            <p:nvPr/>
          </p:nvSpPr>
          <p:spPr>
            <a:xfrm>
              <a:off x="1535866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3" name="Rectangle 3162">
              <a:extLst>
                <a:ext uri="{FF2B5EF4-FFF2-40B4-BE49-F238E27FC236}">
                  <a16:creationId xmlns:a16="http://schemas.microsoft.com/office/drawing/2014/main" id="{B8D658B8-1A7C-8881-ADB6-ABB5CD5BF517}"/>
                </a:ext>
              </a:extLst>
            </p:cNvPr>
            <p:cNvSpPr/>
            <p:nvPr/>
          </p:nvSpPr>
          <p:spPr>
            <a:xfrm>
              <a:off x="1535866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4" name="Rectangle 3163">
              <a:extLst>
                <a:ext uri="{FF2B5EF4-FFF2-40B4-BE49-F238E27FC236}">
                  <a16:creationId xmlns:a16="http://schemas.microsoft.com/office/drawing/2014/main" id="{9662EB61-6211-01C8-6164-CBBCAB99E5E5}"/>
                </a:ext>
              </a:extLst>
            </p:cNvPr>
            <p:cNvSpPr/>
            <p:nvPr/>
          </p:nvSpPr>
          <p:spPr>
            <a:xfrm>
              <a:off x="1535866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5" name="Rectangle 3164">
              <a:extLst>
                <a:ext uri="{FF2B5EF4-FFF2-40B4-BE49-F238E27FC236}">
                  <a16:creationId xmlns:a16="http://schemas.microsoft.com/office/drawing/2014/main" id="{B36EC972-C2DC-4D93-F30F-080EB1C1F9D2}"/>
                </a:ext>
              </a:extLst>
            </p:cNvPr>
            <p:cNvSpPr/>
            <p:nvPr/>
          </p:nvSpPr>
          <p:spPr>
            <a:xfrm>
              <a:off x="1535866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6" name="Rectangle 3165">
              <a:extLst>
                <a:ext uri="{FF2B5EF4-FFF2-40B4-BE49-F238E27FC236}">
                  <a16:creationId xmlns:a16="http://schemas.microsoft.com/office/drawing/2014/main" id="{B90F6CB5-0718-2055-B431-8580F74D598E}"/>
                </a:ext>
              </a:extLst>
            </p:cNvPr>
            <p:cNvSpPr/>
            <p:nvPr/>
          </p:nvSpPr>
          <p:spPr>
            <a:xfrm>
              <a:off x="1535866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7" name="Rectangle 3166">
              <a:extLst>
                <a:ext uri="{FF2B5EF4-FFF2-40B4-BE49-F238E27FC236}">
                  <a16:creationId xmlns:a16="http://schemas.microsoft.com/office/drawing/2014/main" id="{A5B24DE3-CD73-D005-F2C1-B461E6C9F475}"/>
                </a:ext>
              </a:extLst>
            </p:cNvPr>
            <p:cNvSpPr/>
            <p:nvPr/>
          </p:nvSpPr>
          <p:spPr>
            <a:xfrm>
              <a:off x="1535866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8" name="Rectangle 3167">
              <a:extLst>
                <a:ext uri="{FF2B5EF4-FFF2-40B4-BE49-F238E27FC236}">
                  <a16:creationId xmlns:a16="http://schemas.microsoft.com/office/drawing/2014/main" id="{491387A5-82CD-68A5-DEEE-A6EA84431655}"/>
                </a:ext>
              </a:extLst>
            </p:cNvPr>
            <p:cNvSpPr/>
            <p:nvPr/>
          </p:nvSpPr>
          <p:spPr>
            <a:xfrm>
              <a:off x="1535866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69" name="Rectangle 3168">
              <a:extLst>
                <a:ext uri="{FF2B5EF4-FFF2-40B4-BE49-F238E27FC236}">
                  <a16:creationId xmlns:a16="http://schemas.microsoft.com/office/drawing/2014/main" id="{3DFB9ECD-8A66-9ECC-E1E3-618C9A147B48}"/>
                </a:ext>
              </a:extLst>
            </p:cNvPr>
            <p:cNvSpPr/>
            <p:nvPr/>
          </p:nvSpPr>
          <p:spPr>
            <a:xfrm>
              <a:off x="1535866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0" name="Rectangle 3169">
              <a:extLst>
                <a:ext uri="{FF2B5EF4-FFF2-40B4-BE49-F238E27FC236}">
                  <a16:creationId xmlns:a16="http://schemas.microsoft.com/office/drawing/2014/main" id="{D45BD444-DAB1-9872-BD9B-51AB02DCFB43}"/>
                </a:ext>
              </a:extLst>
            </p:cNvPr>
            <p:cNvSpPr/>
            <p:nvPr/>
          </p:nvSpPr>
          <p:spPr>
            <a:xfrm>
              <a:off x="1535866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1" name="Rectangle 3170">
              <a:extLst>
                <a:ext uri="{FF2B5EF4-FFF2-40B4-BE49-F238E27FC236}">
                  <a16:creationId xmlns:a16="http://schemas.microsoft.com/office/drawing/2014/main" id="{1A241D63-339A-477F-43E8-5BCE25D70253}"/>
                </a:ext>
              </a:extLst>
            </p:cNvPr>
            <p:cNvSpPr/>
            <p:nvPr/>
          </p:nvSpPr>
          <p:spPr>
            <a:xfrm>
              <a:off x="1535866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2" name="Rectangle 3171">
              <a:extLst>
                <a:ext uri="{FF2B5EF4-FFF2-40B4-BE49-F238E27FC236}">
                  <a16:creationId xmlns:a16="http://schemas.microsoft.com/office/drawing/2014/main" id="{D5350399-53D4-B1C6-AE30-D6336B9E89F8}"/>
                </a:ext>
              </a:extLst>
            </p:cNvPr>
            <p:cNvSpPr/>
            <p:nvPr/>
          </p:nvSpPr>
          <p:spPr>
            <a:xfrm>
              <a:off x="1535866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3" name="Rectangle 3172">
              <a:extLst>
                <a:ext uri="{FF2B5EF4-FFF2-40B4-BE49-F238E27FC236}">
                  <a16:creationId xmlns:a16="http://schemas.microsoft.com/office/drawing/2014/main" id="{9AE7FFFC-9390-9DC0-13D6-48765199442D}"/>
                </a:ext>
              </a:extLst>
            </p:cNvPr>
            <p:cNvSpPr/>
            <p:nvPr/>
          </p:nvSpPr>
          <p:spPr>
            <a:xfrm>
              <a:off x="1535866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4" name="Rectangle 3173">
              <a:extLst>
                <a:ext uri="{FF2B5EF4-FFF2-40B4-BE49-F238E27FC236}">
                  <a16:creationId xmlns:a16="http://schemas.microsoft.com/office/drawing/2014/main" id="{1A43086B-2D5C-CA7E-F48D-DA61EE0A0772}"/>
                </a:ext>
              </a:extLst>
            </p:cNvPr>
            <p:cNvSpPr/>
            <p:nvPr/>
          </p:nvSpPr>
          <p:spPr>
            <a:xfrm>
              <a:off x="1535866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5" name="Rectangle 3174">
              <a:extLst>
                <a:ext uri="{FF2B5EF4-FFF2-40B4-BE49-F238E27FC236}">
                  <a16:creationId xmlns:a16="http://schemas.microsoft.com/office/drawing/2014/main" id="{2CFC747D-596D-CF59-03AC-14DD3611BAB9}"/>
                </a:ext>
              </a:extLst>
            </p:cNvPr>
            <p:cNvSpPr/>
            <p:nvPr/>
          </p:nvSpPr>
          <p:spPr>
            <a:xfrm>
              <a:off x="1535866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6" name="Rectangle 3175">
              <a:extLst>
                <a:ext uri="{FF2B5EF4-FFF2-40B4-BE49-F238E27FC236}">
                  <a16:creationId xmlns:a16="http://schemas.microsoft.com/office/drawing/2014/main" id="{58BA410D-0D61-F8BE-7063-FAF4F77D60E8}"/>
                </a:ext>
              </a:extLst>
            </p:cNvPr>
            <p:cNvSpPr/>
            <p:nvPr/>
          </p:nvSpPr>
          <p:spPr>
            <a:xfrm>
              <a:off x="1535866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7" name="Rectangle 3176">
              <a:extLst>
                <a:ext uri="{FF2B5EF4-FFF2-40B4-BE49-F238E27FC236}">
                  <a16:creationId xmlns:a16="http://schemas.microsoft.com/office/drawing/2014/main" id="{33B53250-1720-C3CC-0CD8-97B54087F5E5}"/>
                </a:ext>
              </a:extLst>
            </p:cNvPr>
            <p:cNvSpPr/>
            <p:nvPr/>
          </p:nvSpPr>
          <p:spPr>
            <a:xfrm>
              <a:off x="1535866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8" name="Rectangle 3177">
              <a:extLst>
                <a:ext uri="{FF2B5EF4-FFF2-40B4-BE49-F238E27FC236}">
                  <a16:creationId xmlns:a16="http://schemas.microsoft.com/office/drawing/2014/main" id="{6FAEF16C-08EF-916F-E249-5F8994ED7BCA}"/>
                </a:ext>
              </a:extLst>
            </p:cNvPr>
            <p:cNvSpPr/>
            <p:nvPr/>
          </p:nvSpPr>
          <p:spPr>
            <a:xfrm>
              <a:off x="1535866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79" name="Rectangle 3178">
              <a:extLst>
                <a:ext uri="{FF2B5EF4-FFF2-40B4-BE49-F238E27FC236}">
                  <a16:creationId xmlns:a16="http://schemas.microsoft.com/office/drawing/2014/main" id="{49ED2F0E-E1CB-A9BB-6BD3-B4144A05E8A1}"/>
                </a:ext>
              </a:extLst>
            </p:cNvPr>
            <p:cNvSpPr/>
            <p:nvPr/>
          </p:nvSpPr>
          <p:spPr>
            <a:xfrm>
              <a:off x="1535866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0" name="Rectangle 3179">
              <a:extLst>
                <a:ext uri="{FF2B5EF4-FFF2-40B4-BE49-F238E27FC236}">
                  <a16:creationId xmlns:a16="http://schemas.microsoft.com/office/drawing/2014/main" id="{FD82D26F-FF4C-C69E-60D9-F573D3CA1574}"/>
                </a:ext>
              </a:extLst>
            </p:cNvPr>
            <p:cNvSpPr/>
            <p:nvPr/>
          </p:nvSpPr>
          <p:spPr>
            <a:xfrm>
              <a:off x="1535866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1" name="Rectangle 3180">
              <a:extLst>
                <a:ext uri="{FF2B5EF4-FFF2-40B4-BE49-F238E27FC236}">
                  <a16:creationId xmlns:a16="http://schemas.microsoft.com/office/drawing/2014/main" id="{277802CC-6E0A-D324-2E19-B38D89C96479}"/>
                </a:ext>
              </a:extLst>
            </p:cNvPr>
            <p:cNvSpPr/>
            <p:nvPr/>
          </p:nvSpPr>
          <p:spPr>
            <a:xfrm>
              <a:off x="1535866" y="4501280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2" name="Rectangle 3181">
              <a:extLst>
                <a:ext uri="{FF2B5EF4-FFF2-40B4-BE49-F238E27FC236}">
                  <a16:creationId xmlns:a16="http://schemas.microsoft.com/office/drawing/2014/main" id="{00FB8B24-BF0E-1232-119A-47BC183587B5}"/>
                </a:ext>
              </a:extLst>
            </p:cNvPr>
            <p:cNvSpPr/>
            <p:nvPr/>
          </p:nvSpPr>
          <p:spPr>
            <a:xfrm>
              <a:off x="1535866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3" name="Rectangle 3182">
              <a:extLst>
                <a:ext uri="{FF2B5EF4-FFF2-40B4-BE49-F238E27FC236}">
                  <a16:creationId xmlns:a16="http://schemas.microsoft.com/office/drawing/2014/main" id="{3A1B8827-35A2-2043-DAA8-64597F0E1768}"/>
                </a:ext>
              </a:extLst>
            </p:cNvPr>
            <p:cNvSpPr/>
            <p:nvPr/>
          </p:nvSpPr>
          <p:spPr>
            <a:xfrm>
              <a:off x="1535866" y="4667473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4" name="Rectangle 3183">
              <a:extLst>
                <a:ext uri="{FF2B5EF4-FFF2-40B4-BE49-F238E27FC236}">
                  <a16:creationId xmlns:a16="http://schemas.microsoft.com/office/drawing/2014/main" id="{A34F6DC3-38C3-BF24-4F71-E6E73BE0E31D}"/>
                </a:ext>
              </a:extLst>
            </p:cNvPr>
            <p:cNvSpPr/>
            <p:nvPr/>
          </p:nvSpPr>
          <p:spPr>
            <a:xfrm>
              <a:off x="1535866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5" name="Rectangle 3184">
              <a:extLst>
                <a:ext uri="{FF2B5EF4-FFF2-40B4-BE49-F238E27FC236}">
                  <a16:creationId xmlns:a16="http://schemas.microsoft.com/office/drawing/2014/main" id="{8843CF5D-B774-89B6-7110-2F843BDC8A7A}"/>
                </a:ext>
              </a:extLst>
            </p:cNvPr>
            <p:cNvSpPr/>
            <p:nvPr/>
          </p:nvSpPr>
          <p:spPr>
            <a:xfrm>
              <a:off x="1535866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6" name="Rectangle 3185">
              <a:extLst>
                <a:ext uri="{FF2B5EF4-FFF2-40B4-BE49-F238E27FC236}">
                  <a16:creationId xmlns:a16="http://schemas.microsoft.com/office/drawing/2014/main" id="{5E7BD03F-1BA6-0E46-CC9E-77F265573356}"/>
                </a:ext>
              </a:extLst>
            </p:cNvPr>
            <p:cNvSpPr/>
            <p:nvPr/>
          </p:nvSpPr>
          <p:spPr>
            <a:xfrm>
              <a:off x="1535866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7" name="Rectangle 3186">
              <a:extLst>
                <a:ext uri="{FF2B5EF4-FFF2-40B4-BE49-F238E27FC236}">
                  <a16:creationId xmlns:a16="http://schemas.microsoft.com/office/drawing/2014/main" id="{C8DB2809-24C1-5E68-936F-853D80B2E382}"/>
                </a:ext>
              </a:extLst>
            </p:cNvPr>
            <p:cNvSpPr/>
            <p:nvPr/>
          </p:nvSpPr>
          <p:spPr>
            <a:xfrm>
              <a:off x="1535866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8" name="Rectangle 3187">
              <a:extLst>
                <a:ext uri="{FF2B5EF4-FFF2-40B4-BE49-F238E27FC236}">
                  <a16:creationId xmlns:a16="http://schemas.microsoft.com/office/drawing/2014/main" id="{75699873-D56D-76C0-9D58-2C3254B8FAC6}"/>
                </a:ext>
              </a:extLst>
            </p:cNvPr>
            <p:cNvSpPr/>
            <p:nvPr/>
          </p:nvSpPr>
          <p:spPr>
            <a:xfrm>
              <a:off x="1535866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89" name="Rectangle 3188">
              <a:extLst>
                <a:ext uri="{FF2B5EF4-FFF2-40B4-BE49-F238E27FC236}">
                  <a16:creationId xmlns:a16="http://schemas.microsoft.com/office/drawing/2014/main" id="{51EDB2D3-64A4-98B5-5E4C-28CC048A472A}"/>
                </a:ext>
              </a:extLst>
            </p:cNvPr>
            <p:cNvSpPr/>
            <p:nvPr/>
          </p:nvSpPr>
          <p:spPr>
            <a:xfrm>
              <a:off x="1535866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0" name="Rectangle 3189">
              <a:extLst>
                <a:ext uri="{FF2B5EF4-FFF2-40B4-BE49-F238E27FC236}">
                  <a16:creationId xmlns:a16="http://schemas.microsoft.com/office/drawing/2014/main" id="{A30CB821-B974-134F-6730-1FDD421D000D}"/>
                </a:ext>
              </a:extLst>
            </p:cNvPr>
            <p:cNvSpPr/>
            <p:nvPr/>
          </p:nvSpPr>
          <p:spPr>
            <a:xfrm>
              <a:off x="1535866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1" name="Rectangle 3190">
              <a:extLst>
                <a:ext uri="{FF2B5EF4-FFF2-40B4-BE49-F238E27FC236}">
                  <a16:creationId xmlns:a16="http://schemas.microsoft.com/office/drawing/2014/main" id="{03994023-BDAD-70EE-34C2-36D8677D0C25}"/>
                </a:ext>
              </a:extLst>
            </p:cNvPr>
            <p:cNvSpPr/>
            <p:nvPr/>
          </p:nvSpPr>
          <p:spPr>
            <a:xfrm>
              <a:off x="1535866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2" name="Rectangle 3191">
              <a:extLst>
                <a:ext uri="{FF2B5EF4-FFF2-40B4-BE49-F238E27FC236}">
                  <a16:creationId xmlns:a16="http://schemas.microsoft.com/office/drawing/2014/main" id="{3FDC0A79-9529-0CEA-15DE-582D711007E7}"/>
                </a:ext>
              </a:extLst>
            </p:cNvPr>
            <p:cNvSpPr/>
            <p:nvPr/>
          </p:nvSpPr>
          <p:spPr>
            <a:xfrm>
              <a:off x="1535866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3" name="Rectangle 3192">
              <a:extLst>
                <a:ext uri="{FF2B5EF4-FFF2-40B4-BE49-F238E27FC236}">
                  <a16:creationId xmlns:a16="http://schemas.microsoft.com/office/drawing/2014/main" id="{CD544B2D-4EED-BB8E-A8EF-BCEC162EE3AB}"/>
                </a:ext>
              </a:extLst>
            </p:cNvPr>
            <p:cNvSpPr/>
            <p:nvPr/>
          </p:nvSpPr>
          <p:spPr>
            <a:xfrm>
              <a:off x="1535866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4" name="Rectangle 3193">
              <a:extLst>
                <a:ext uri="{FF2B5EF4-FFF2-40B4-BE49-F238E27FC236}">
                  <a16:creationId xmlns:a16="http://schemas.microsoft.com/office/drawing/2014/main" id="{AD4B7267-DAC2-12B3-F99A-C71406230194}"/>
                </a:ext>
              </a:extLst>
            </p:cNvPr>
            <p:cNvSpPr/>
            <p:nvPr/>
          </p:nvSpPr>
          <p:spPr>
            <a:xfrm>
              <a:off x="1535866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5" name="Rectangle 3194">
              <a:extLst>
                <a:ext uri="{FF2B5EF4-FFF2-40B4-BE49-F238E27FC236}">
                  <a16:creationId xmlns:a16="http://schemas.microsoft.com/office/drawing/2014/main" id="{DC957FF8-D953-9074-FF53-ED7B94976EF1}"/>
                </a:ext>
              </a:extLst>
            </p:cNvPr>
            <p:cNvSpPr/>
            <p:nvPr/>
          </p:nvSpPr>
          <p:spPr>
            <a:xfrm>
              <a:off x="1535866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6" name="Rectangle 3195">
              <a:extLst>
                <a:ext uri="{FF2B5EF4-FFF2-40B4-BE49-F238E27FC236}">
                  <a16:creationId xmlns:a16="http://schemas.microsoft.com/office/drawing/2014/main" id="{6C1EEE1C-50A5-2279-2A2B-4B768E120E80}"/>
                </a:ext>
              </a:extLst>
            </p:cNvPr>
            <p:cNvSpPr/>
            <p:nvPr/>
          </p:nvSpPr>
          <p:spPr>
            <a:xfrm>
              <a:off x="1535866" y="574749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7" name="Rectangle 3196">
              <a:extLst>
                <a:ext uri="{FF2B5EF4-FFF2-40B4-BE49-F238E27FC236}">
                  <a16:creationId xmlns:a16="http://schemas.microsoft.com/office/drawing/2014/main" id="{2554F828-A2A7-0915-956C-B87BEA484AE4}"/>
                </a:ext>
              </a:extLst>
            </p:cNvPr>
            <p:cNvSpPr/>
            <p:nvPr/>
          </p:nvSpPr>
          <p:spPr>
            <a:xfrm>
              <a:off x="1535866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8" name="Rectangle 3197">
              <a:extLst>
                <a:ext uri="{FF2B5EF4-FFF2-40B4-BE49-F238E27FC236}">
                  <a16:creationId xmlns:a16="http://schemas.microsoft.com/office/drawing/2014/main" id="{590D31C8-4485-1EA0-F9A5-ACB1C76F338D}"/>
                </a:ext>
              </a:extLst>
            </p:cNvPr>
            <p:cNvSpPr/>
            <p:nvPr/>
          </p:nvSpPr>
          <p:spPr>
            <a:xfrm>
              <a:off x="1535866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199" name="Rectangle 3198">
              <a:extLst>
                <a:ext uri="{FF2B5EF4-FFF2-40B4-BE49-F238E27FC236}">
                  <a16:creationId xmlns:a16="http://schemas.microsoft.com/office/drawing/2014/main" id="{13C3AD57-0C29-FAB3-057F-A536E887E4B6}"/>
                </a:ext>
              </a:extLst>
            </p:cNvPr>
            <p:cNvSpPr/>
            <p:nvPr/>
          </p:nvSpPr>
          <p:spPr>
            <a:xfrm>
              <a:off x="1535866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0" name="Rectangle 3199">
              <a:extLst>
                <a:ext uri="{FF2B5EF4-FFF2-40B4-BE49-F238E27FC236}">
                  <a16:creationId xmlns:a16="http://schemas.microsoft.com/office/drawing/2014/main" id="{211682E0-42CF-13FE-0119-49C080561C20}"/>
                </a:ext>
              </a:extLst>
            </p:cNvPr>
            <p:cNvSpPr/>
            <p:nvPr/>
          </p:nvSpPr>
          <p:spPr>
            <a:xfrm>
              <a:off x="1535866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1" name="Rectangle 3200">
              <a:extLst>
                <a:ext uri="{FF2B5EF4-FFF2-40B4-BE49-F238E27FC236}">
                  <a16:creationId xmlns:a16="http://schemas.microsoft.com/office/drawing/2014/main" id="{3528B46D-7BAD-B2C4-888D-731CE3EDCA48}"/>
                </a:ext>
              </a:extLst>
            </p:cNvPr>
            <p:cNvSpPr/>
            <p:nvPr/>
          </p:nvSpPr>
          <p:spPr>
            <a:xfrm>
              <a:off x="1535866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2" name="Rectangle 3201">
              <a:extLst>
                <a:ext uri="{FF2B5EF4-FFF2-40B4-BE49-F238E27FC236}">
                  <a16:creationId xmlns:a16="http://schemas.microsoft.com/office/drawing/2014/main" id="{972C0D05-4029-AC82-E896-312EB67BF130}"/>
                </a:ext>
              </a:extLst>
            </p:cNvPr>
            <p:cNvSpPr/>
            <p:nvPr/>
          </p:nvSpPr>
          <p:spPr>
            <a:xfrm>
              <a:off x="1535866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3" name="Rectangle 3202">
              <a:extLst>
                <a:ext uri="{FF2B5EF4-FFF2-40B4-BE49-F238E27FC236}">
                  <a16:creationId xmlns:a16="http://schemas.microsoft.com/office/drawing/2014/main" id="{51529F9A-5161-6D92-E564-8898F8548173}"/>
                </a:ext>
              </a:extLst>
            </p:cNvPr>
            <p:cNvSpPr/>
            <p:nvPr/>
          </p:nvSpPr>
          <p:spPr>
            <a:xfrm>
              <a:off x="1535866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4" name="Rectangle 3203">
              <a:extLst>
                <a:ext uri="{FF2B5EF4-FFF2-40B4-BE49-F238E27FC236}">
                  <a16:creationId xmlns:a16="http://schemas.microsoft.com/office/drawing/2014/main" id="{BD31120A-8211-C450-FA73-7B69B5585AEB}"/>
                </a:ext>
              </a:extLst>
            </p:cNvPr>
            <p:cNvSpPr/>
            <p:nvPr/>
          </p:nvSpPr>
          <p:spPr>
            <a:xfrm>
              <a:off x="1535866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5" name="Rectangle 3204">
              <a:extLst>
                <a:ext uri="{FF2B5EF4-FFF2-40B4-BE49-F238E27FC236}">
                  <a16:creationId xmlns:a16="http://schemas.microsoft.com/office/drawing/2014/main" id="{E12D6FFF-B2D0-A47F-6ACA-DBEF0CF6B461}"/>
                </a:ext>
              </a:extLst>
            </p:cNvPr>
            <p:cNvSpPr/>
            <p:nvPr/>
          </p:nvSpPr>
          <p:spPr>
            <a:xfrm>
              <a:off x="1535866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6" name="Rectangle 3205">
              <a:extLst>
                <a:ext uri="{FF2B5EF4-FFF2-40B4-BE49-F238E27FC236}">
                  <a16:creationId xmlns:a16="http://schemas.microsoft.com/office/drawing/2014/main" id="{06558209-3A99-E5D6-2408-E316BF85C2F2}"/>
                </a:ext>
              </a:extLst>
            </p:cNvPr>
            <p:cNvSpPr/>
            <p:nvPr/>
          </p:nvSpPr>
          <p:spPr>
            <a:xfrm>
              <a:off x="1535866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7" name="Rectangle 3206">
              <a:extLst>
                <a:ext uri="{FF2B5EF4-FFF2-40B4-BE49-F238E27FC236}">
                  <a16:creationId xmlns:a16="http://schemas.microsoft.com/office/drawing/2014/main" id="{1CD67B2D-F29E-3A0D-F93B-1ADABF36292C}"/>
                </a:ext>
              </a:extLst>
            </p:cNvPr>
            <p:cNvSpPr/>
            <p:nvPr/>
          </p:nvSpPr>
          <p:spPr>
            <a:xfrm>
              <a:off x="1535866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8" name="Rectangle 3207">
              <a:extLst>
                <a:ext uri="{FF2B5EF4-FFF2-40B4-BE49-F238E27FC236}">
                  <a16:creationId xmlns:a16="http://schemas.microsoft.com/office/drawing/2014/main" id="{1427F27A-5828-7038-614D-1A16C7BEDA29}"/>
                </a:ext>
              </a:extLst>
            </p:cNvPr>
            <p:cNvSpPr/>
            <p:nvPr/>
          </p:nvSpPr>
          <p:spPr>
            <a:xfrm>
              <a:off x="1535866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09" name="Rectangle 3208">
              <a:extLst>
                <a:ext uri="{FF2B5EF4-FFF2-40B4-BE49-F238E27FC236}">
                  <a16:creationId xmlns:a16="http://schemas.microsoft.com/office/drawing/2014/main" id="{6FCB15FF-E80C-E8B6-6529-4EC086153010}"/>
                </a:ext>
              </a:extLst>
            </p:cNvPr>
            <p:cNvSpPr/>
            <p:nvPr/>
          </p:nvSpPr>
          <p:spPr>
            <a:xfrm>
              <a:off x="1535866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0" name="Rectangle 3209">
              <a:extLst>
                <a:ext uri="{FF2B5EF4-FFF2-40B4-BE49-F238E27FC236}">
                  <a16:creationId xmlns:a16="http://schemas.microsoft.com/office/drawing/2014/main" id="{B6016BB3-0B5F-D9B9-0B7B-C922F9B4BA28}"/>
                </a:ext>
              </a:extLst>
            </p:cNvPr>
            <p:cNvSpPr/>
            <p:nvPr/>
          </p:nvSpPr>
          <p:spPr>
            <a:xfrm>
              <a:off x="1535866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1" name="Rectangle 3210">
              <a:extLst>
                <a:ext uri="{FF2B5EF4-FFF2-40B4-BE49-F238E27FC236}">
                  <a16:creationId xmlns:a16="http://schemas.microsoft.com/office/drawing/2014/main" id="{A064262D-5E33-8AD9-D80C-05C89B044934}"/>
                </a:ext>
              </a:extLst>
            </p:cNvPr>
            <p:cNvSpPr/>
            <p:nvPr/>
          </p:nvSpPr>
          <p:spPr>
            <a:xfrm>
              <a:off x="1535866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2" name="Rectangle 3211">
              <a:extLst>
                <a:ext uri="{FF2B5EF4-FFF2-40B4-BE49-F238E27FC236}">
                  <a16:creationId xmlns:a16="http://schemas.microsoft.com/office/drawing/2014/main" id="{A655AD3C-4AE8-1DD1-C1B1-561FDBBBAB7F}"/>
                </a:ext>
              </a:extLst>
            </p:cNvPr>
            <p:cNvSpPr/>
            <p:nvPr/>
          </p:nvSpPr>
          <p:spPr>
            <a:xfrm>
              <a:off x="1598477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3" name="Rectangle 3212">
              <a:extLst>
                <a:ext uri="{FF2B5EF4-FFF2-40B4-BE49-F238E27FC236}">
                  <a16:creationId xmlns:a16="http://schemas.microsoft.com/office/drawing/2014/main" id="{E6EAB925-D7F2-9433-A9C8-7A85BA60C0BB}"/>
                </a:ext>
              </a:extLst>
            </p:cNvPr>
            <p:cNvSpPr/>
            <p:nvPr/>
          </p:nvSpPr>
          <p:spPr>
            <a:xfrm>
              <a:off x="1598477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4" name="Rectangle 3213">
              <a:extLst>
                <a:ext uri="{FF2B5EF4-FFF2-40B4-BE49-F238E27FC236}">
                  <a16:creationId xmlns:a16="http://schemas.microsoft.com/office/drawing/2014/main" id="{B18675E6-F478-0534-A559-7FEA5B6F2526}"/>
                </a:ext>
              </a:extLst>
            </p:cNvPr>
            <p:cNvSpPr/>
            <p:nvPr/>
          </p:nvSpPr>
          <p:spPr>
            <a:xfrm>
              <a:off x="1598477" y="1925763"/>
              <a:ext cx="62737" cy="83095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5" name="Rectangle 3214">
              <a:extLst>
                <a:ext uri="{FF2B5EF4-FFF2-40B4-BE49-F238E27FC236}">
                  <a16:creationId xmlns:a16="http://schemas.microsoft.com/office/drawing/2014/main" id="{299C36B8-9F37-9B6C-CC87-F126B104B745}"/>
                </a:ext>
              </a:extLst>
            </p:cNvPr>
            <p:cNvSpPr/>
            <p:nvPr/>
          </p:nvSpPr>
          <p:spPr>
            <a:xfrm>
              <a:off x="1598477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6" name="Rectangle 3215">
              <a:extLst>
                <a:ext uri="{FF2B5EF4-FFF2-40B4-BE49-F238E27FC236}">
                  <a16:creationId xmlns:a16="http://schemas.microsoft.com/office/drawing/2014/main" id="{74F2C573-1A1A-3B9B-C65D-9866CCA3B026}"/>
                </a:ext>
              </a:extLst>
            </p:cNvPr>
            <p:cNvSpPr/>
            <p:nvPr/>
          </p:nvSpPr>
          <p:spPr>
            <a:xfrm>
              <a:off x="1598477" y="209195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7" name="Rectangle 3216">
              <a:extLst>
                <a:ext uri="{FF2B5EF4-FFF2-40B4-BE49-F238E27FC236}">
                  <a16:creationId xmlns:a16="http://schemas.microsoft.com/office/drawing/2014/main" id="{5BF9BD69-FA9D-4DB5-C48F-487661BE7EC4}"/>
                </a:ext>
              </a:extLst>
            </p:cNvPr>
            <p:cNvSpPr/>
            <p:nvPr/>
          </p:nvSpPr>
          <p:spPr>
            <a:xfrm>
              <a:off x="1598477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8" name="Rectangle 3217">
              <a:extLst>
                <a:ext uri="{FF2B5EF4-FFF2-40B4-BE49-F238E27FC236}">
                  <a16:creationId xmlns:a16="http://schemas.microsoft.com/office/drawing/2014/main" id="{1C171AF8-57D7-60CA-9588-6D121A74EFAA}"/>
                </a:ext>
              </a:extLst>
            </p:cNvPr>
            <p:cNvSpPr/>
            <p:nvPr/>
          </p:nvSpPr>
          <p:spPr>
            <a:xfrm>
              <a:off x="1598477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19" name="Rectangle 3218">
              <a:extLst>
                <a:ext uri="{FF2B5EF4-FFF2-40B4-BE49-F238E27FC236}">
                  <a16:creationId xmlns:a16="http://schemas.microsoft.com/office/drawing/2014/main" id="{D1E9E2A6-5E1D-2908-7B10-81AC1A0CA80E}"/>
                </a:ext>
              </a:extLst>
            </p:cNvPr>
            <p:cNvSpPr/>
            <p:nvPr/>
          </p:nvSpPr>
          <p:spPr>
            <a:xfrm>
              <a:off x="1598477" y="234124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0" name="Rectangle 3219">
              <a:extLst>
                <a:ext uri="{FF2B5EF4-FFF2-40B4-BE49-F238E27FC236}">
                  <a16:creationId xmlns:a16="http://schemas.microsoft.com/office/drawing/2014/main" id="{491CA9C4-3DB2-348F-399C-5EDB08C455A0}"/>
                </a:ext>
              </a:extLst>
            </p:cNvPr>
            <p:cNvSpPr/>
            <p:nvPr/>
          </p:nvSpPr>
          <p:spPr>
            <a:xfrm>
              <a:off x="1598477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1" name="Rectangle 3220">
              <a:extLst>
                <a:ext uri="{FF2B5EF4-FFF2-40B4-BE49-F238E27FC236}">
                  <a16:creationId xmlns:a16="http://schemas.microsoft.com/office/drawing/2014/main" id="{535761FB-4DA0-48A8-DC11-9BA39961F042}"/>
                </a:ext>
              </a:extLst>
            </p:cNvPr>
            <p:cNvSpPr/>
            <p:nvPr/>
          </p:nvSpPr>
          <p:spPr>
            <a:xfrm>
              <a:off x="1598477" y="250720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2" name="Rectangle 3221">
              <a:extLst>
                <a:ext uri="{FF2B5EF4-FFF2-40B4-BE49-F238E27FC236}">
                  <a16:creationId xmlns:a16="http://schemas.microsoft.com/office/drawing/2014/main" id="{52F92585-1B62-8088-F000-6B769DFA8038}"/>
                </a:ext>
              </a:extLst>
            </p:cNvPr>
            <p:cNvSpPr/>
            <p:nvPr/>
          </p:nvSpPr>
          <p:spPr>
            <a:xfrm>
              <a:off x="1598477" y="259029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3" name="Rectangle 3222">
              <a:extLst>
                <a:ext uri="{FF2B5EF4-FFF2-40B4-BE49-F238E27FC236}">
                  <a16:creationId xmlns:a16="http://schemas.microsoft.com/office/drawing/2014/main" id="{EA7D3F80-FFAB-2F4C-0420-9D60C9E0CFF9}"/>
                </a:ext>
              </a:extLst>
            </p:cNvPr>
            <p:cNvSpPr/>
            <p:nvPr/>
          </p:nvSpPr>
          <p:spPr>
            <a:xfrm>
              <a:off x="1598477" y="2673395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4" name="Rectangle 3223">
              <a:extLst>
                <a:ext uri="{FF2B5EF4-FFF2-40B4-BE49-F238E27FC236}">
                  <a16:creationId xmlns:a16="http://schemas.microsoft.com/office/drawing/2014/main" id="{91DEB29C-D740-ED5A-851D-415DB4452C66}"/>
                </a:ext>
              </a:extLst>
            </p:cNvPr>
            <p:cNvSpPr/>
            <p:nvPr/>
          </p:nvSpPr>
          <p:spPr>
            <a:xfrm>
              <a:off x="1598477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5" name="Rectangle 3224">
              <a:extLst>
                <a:ext uri="{FF2B5EF4-FFF2-40B4-BE49-F238E27FC236}">
                  <a16:creationId xmlns:a16="http://schemas.microsoft.com/office/drawing/2014/main" id="{267F18DB-23B1-2627-C518-E2263415B8DE}"/>
                </a:ext>
              </a:extLst>
            </p:cNvPr>
            <p:cNvSpPr/>
            <p:nvPr/>
          </p:nvSpPr>
          <p:spPr>
            <a:xfrm>
              <a:off x="1598477" y="283958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6" name="Rectangle 3225">
              <a:extLst>
                <a:ext uri="{FF2B5EF4-FFF2-40B4-BE49-F238E27FC236}">
                  <a16:creationId xmlns:a16="http://schemas.microsoft.com/office/drawing/2014/main" id="{D82CEF62-B430-9FB1-183E-0621A493BF38}"/>
                </a:ext>
              </a:extLst>
            </p:cNvPr>
            <p:cNvSpPr/>
            <p:nvPr/>
          </p:nvSpPr>
          <p:spPr>
            <a:xfrm>
              <a:off x="1598477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7" name="Rectangle 3226">
              <a:extLst>
                <a:ext uri="{FF2B5EF4-FFF2-40B4-BE49-F238E27FC236}">
                  <a16:creationId xmlns:a16="http://schemas.microsoft.com/office/drawing/2014/main" id="{4ADD8782-FCFB-56F5-EBBA-64B3CDD2E412}"/>
                </a:ext>
              </a:extLst>
            </p:cNvPr>
            <p:cNvSpPr/>
            <p:nvPr/>
          </p:nvSpPr>
          <p:spPr>
            <a:xfrm>
              <a:off x="1598477" y="3005780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8" name="Rectangle 3227">
              <a:extLst>
                <a:ext uri="{FF2B5EF4-FFF2-40B4-BE49-F238E27FC236}">
                  <a16:creationId xmlns:a16="http://schemas.microsoft.com/office/drawing/2014/main" id="{1274CC1C-B991-209B-ED9C-50C6375DDF99}"/>
                </a:ext>
              </a:extLst>
            </p:cNvPr>
            <p:cNvSpPr/>
            <p:nvPr/>
          </p:nvSpPr>
          <p:spPr>
            <a:xfrm>
              <a:off x="1598477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29" name="Rectangle 3228">
              <a:extLst>
                <a:ext uri="{FF2B5EF4-FFF2-40B4-BE49-F238E27FC236}">
                  <a16:creationId xmlns:a16="http://schemas.microsoft.com/office/drawing/2014/main" id="{E90DBF86-34D9-AB85-8AC4-18373F1A23EE}"/>
                </a:ext>
              </a:extLst>
            </p:cNvPr>
            <p:cNvSpPr/>
            <p:nvPr/>
          </p:nvSpPr>
          <p:spPr>
            <a:xfrm>
              <a:off x="1598477" y="3171973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0" name="Rectangle 3229">
              <a:extLst>
                <a:ext uri="{FF2B5EF4-FFF2-40B4-BE49-F238E27FC236}">
                  <a16:creationId xmlns:a16="http://schemas.microsoft.com/office/drawing/2014/main" id="{00245F94-645D-4DD7-AAE7-88B0D1EE7803}"/>
                </a:ext>
              </a:extLst>
            </p:cNvPr>
            <p:cNvSpPr/>
            <p:nvPr/>
          </p:nvSpPr>
          <p:spPr>
            <a:xfrm>
              <a:off x="1598477" y="325507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1" name="Rectangle 3230">
              <a:extLst>
                <a:ext uri="{FF2B5EF4-FFF2-40B4-BE49-F238E27FC236}">
                  <a16:creationId xmlns:a16="http://schemas.microsoft.com/office/drawing/2014/main" id="{41E2120B-841B-DCB2-A099-F0E70E2DC038}"/>
                </a:ext>
              </a:extLst>
            </p:cNvPr>
            <p:cNvSpPr/>
            <p:nvPr/>
          </p:nvSpPr>
          <p:spPr>
            <a:xfrm>
              <a:off x="1598477" y="3338166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2" name="Rectangle 3231">
              <a:extLst>
                <a:ext uri="{FF2B5EF4-FFF2-40B4-BE49-F238E27FC236}">
                  <a16:creationId xmlns:a16="http://schemas.microsoft.com/office/drawing/2014/main" id="{5E2E67FD-6D85-C9C4-2C0E-3C0FA49D6C5E}"/>
                </a:ext>
              </a:extLst>
            </p:cNvPr>
            <p:cNvSpPr/>
            <p:nvPr/>
          </p:nvSpPr>
          <p:spPr>
            <a:xfrm>
              <a:off x="1598477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3" name="Rectangle 3232">
              <a:extLst>
                <a:ext uri="{FF2B5EF4-FFF2-40B4-BE49-F238E27FC236}">
                  <a16:creationId xmlns:a16="http://schemas.microsoft.com/office/drawing/2014/main" id="{123F3E46-7864-B359-938B-B87364CF61EE}"/>
                </a:ext>
              </a:extLst>
            </p:cNvPr>
            <p:cNvSpPr/>
            <p:nvPr/>
          </p:nvSpPr>
          <p:spPr>
            <a:xfrm>
              <a:off x="1598477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4" name="Rectangle 3233">
              <a:extLst>
                <a:ext uri="{FF2B5EF4-FFF2-40B4-BE49-F238E27FC236}">
                  <a16:creationId xmlns:a16="http://schemas.microsoft.com/office/drawing/2014/main" id="{4C202BDA-31EF-0484-326A-27B1FA4F8D3B}"/>
                </a:ext>
              </a:extLst>
            </p:cNvPr>
            <p:cNvSpPr/>
            <p:nvPr/>
          </p:nvSpPr>
          <p:spPr>
            <a:xfrm>
              <a:off x="1598477" y="358722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5" name="Rectangle 3234">
              <a:extLst>
                <a:ext uri="{FF2B5EF4-FFF2-40B4-BE49-F238E27FC236}">
                  <a16:creationId xmlns:a16="http://schemas.microsoft.com/office/drawing/2014/main" id="{4E709FFB-0060-EB63-58B2-4EC808379B8D}"/>
                </a:ext>
              </a:extLst>
            </p:cNvPr>
            <p:cNvSpPr/>
            <p:nvPr/>
          </p:nvSpPr>
          <p:spPr>
            <a:xfrm>
              <a:off x="1598477" y="3670316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6" name="Rectangle 3235">
              <a:extLst>
                <a:ext uri="{FF2B5EF4-FFF2-40B4-BE49-F238E27FC236}">
                  <a16:creationId xmlns:a16="http://schemas.microsoft.com/office/drawing/2014/main" id="{4FEDE8D1-E4F2-16CF-33F7-469022295CAC}"/>
                </a:ext>
              </a:extLst>
            </p:cNvPr>
            <p:cNvSpPr/>
            <p:nvPr/>
          </p:nvSpPr>
          <p:spPr>
            <a:xfrm>
              <a:off x="1598477" y="375341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7" name="Rectangle 3236">
              <a:extLst>
                <a:ext uri="{FF2B5EF4-FFF2-40B4-BE49-F238E27FC236}">
                  <a16:creationId xmlns:a16="http://schemas.microsoft.com/office/drawing/2014/main" id="{D80472BF-5F65-A790-0765-EBE225CA9CEB}"/>
                </a:ext>
              </a:extLst>
            </p:cNvPr>
            <p:cNvSpPr/>
            <p:nvPr/>
          </p:nvSpPr>
          <p:spPr>
            <a:xfrm>
              <a:off x="1598477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8" name="Rectangle 3237">
              <a:extLst>
                <a:ext uri="{FF2B5EF4-FFF2-40B4-BE49-F238E27FC236}">
                  <a16:creationId xmlns:a16="http://schemas.microsoft.com/office/drawing/2014/main" id="{412D393C-B6C3-84CC-F04D-A71814789F13}"/>
                </a:ext>
              </a:extLst>
            </p:cNvPr>
            <p:cNvSpPr/>
            <p:nvPr/>
          </p:nvSpPr>
          <p:spPr>
            <a:xfrm>
              <a:off x="1598477" y="39196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39" name="Rectangle 3238">
              <a:extLst>
                <a:ext uri="{FF2B5EF4-FFF2-40B4-BE49-F238E27FC236}">
                  <a16:creationId xmlns:a16="http://schemas.microsoft.com/office/drawing/2014/main" id="{95157D3D-3071-501B-835F-8D5B239F937F}"/>
                </a:ext>
              </a:extLst>
            </p:cNvPr>
            <p:cNvSpPr/>
            <p:nvPr/>
          </p:nvSpPr>
          <p:spPr>
            <a:xfrm>
              <a:off x="1598477" y="40027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0" name="Rectangle 3239">
              <a:extLst>
                <a:ext uri="{FF2B5EF4-FFF2-40B4-BE49-F238E27FC236}">
                  <a16:creationId xmlns:a16="http://schemas.microsoft.com/office/drawing/2014/main" id="{7DF5935C-D0FF-4C19-C571-27BA23758C19}"/>
                </a:ext>
              </a:extLst>
            </p:cNvPr>
            <p:cNvSpPr/>
            <p:nvPr/>
          </p:nvSpPr>
          <p:spPr>
            <a:xfrm>
              <a:off x="1598477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1" name="Rectangle 3240">
              <a:extLst>
                <a:ext uri="{FF2B5EF4-FFF2-40B4-BE49-F238E27FC236}">
                  <a16:creationId xmlns:a16="http://schemas.microsoft.com/office/drawing/2014/main" id="{8A54FDD5-1726-ECD8-06B9-95DC15E1BD8F}"/>
                </a:ext>
              </a:extLst>
            </p:cNvPr>
            <p:cNvSpPr/>
            <p:nvPr/>
          </p:nvSpPr>
          <p:spPr>
            <a:xfrm>
              <a:off x="1598477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2" name="Rectangle 3241">
              <a:extLst>
                <a:ext uri="{FF2B5EF4-FFF2-40B4-BE49-F238E27FC236}">
                  <a16:creationId xmlns:a16="http://schemas.microsoft.com/office/drawing/2014/main" id="{16CD2399-5638-5593-CE15-CF6A27245667}"/>
                </a:ext>
              </a:extLst>
            </p:cNvPr>
            <p:cNvSpPr/>
            <p:nvPr/>
          </p:nvSpPr>
          <p:spPr>
            <a:xfrm>
              <a:off x="1598477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3" name="Rectangle 3242">
              <a:extLst>
                <a:ext uri="{FF2B5EF4-FFF2-40B4-BE49-F238E27FC236}">
                  <a16:creationId xmlns:a16="http://schemas.microsoft.com/office/drawing/2014/main" id="{5120F06A-9272-F075-3E41-FF3B6B3441C8}"/>
                </a:ext>
              </a:extLst>
            </p:cNvPr>
            <p:cNvSpPr/>
            <p:nvPr/>
          </p:nvSpPr>
          <p:spPr>
            <a:xfrm>
              <a:off x="1598477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4" name="Rectangle 3243">
              <a:extLst>
                <a:ext uri="{FF2B5EF4-FFF2-40B4-BE49-F238E27FC236}">
                  <a16:creationId xmlns:a16="http://schemas.microsoft.com/office/drawing/2014/main" id="{3081E133-9A0E-024E-BD9F-78C5781FA66A}"/>
                </a:ext>
              </a:extLst>
            </p:cNvPr>
            <p:cNvSpPr/>
            <p:nvPr/>
          </p:nvSpPr>
          <p:spPr>
            <a:xfrm>
              <a:off x="1598477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5" name="Rectangle 3244">
              <a:extLst>
                <a:ext uri="{FF2B5EF4-FFF2-40B4-BE49-F238E27FC236}">
                  <a16:creationId xmlns:a16="http://schemas.microsoft.com/office/drawing/2014/main" id="{E082D2E5-37D3-8420-791B-6FC2D8C39CA1}"/>
                </a:ext>
              </a:extLst>
            </p:cNvPr>
            <p:cNvSpPr/>
            <p:nvPr/>
          </p:nvSpPr>
          <p:spPr>
            <a:xfrm>
              <a:off x="1598477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6" name="Rectangle 3245">
              <a:extLst>
                <a:ext uri="{FF2B5EF4-FFF2-40B4-BE49-F238E27FC236}">
                  <a16:creationId xmlns:a16="http://schemas.microsoft.com/office/drawing/2014/main" id="{6285AA18-D3AD-C523-14F0-B24738CA5015}"/>
                </a:ext>
              </a:extLst>
            </p:cNvPr>
            <p:cNvSpPr/>
            <p:nvPr/>
          </p:nvSpPr>
          <p:spPr>
            <a:xfrm>
              <a:off x="1598477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7" name="Rectangle 3246">
              <a:extLst>
                <a:ext uri="{FF2B5EF4-FFF2-40B4-BE49-F238E27FC236}">
                  <a16:creationId xmlns:a16="http://schemas.microsoft.com/office/drawing/2014/main" id="{CF8677BE-D8B3-E5E6-F422-DD9070B35B89}"/>
                </a:ext>
              </a:extLst>
            </p:cNvPr>
            <p:cNvSpPr/>
            <p:nvPr/>
          </p:nvSpPr>
          <p:spPr>
            <a:xfrm>
              <a:off x="1598477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8" name="Rectangle 3247">
              <a:extLst>
                <a:ext uri="{FF2B5EF4-FFF2-40B4-BE49-F238E27FC236}">
                  <a16:creationId xmlns:a16="http://schemas.microsoft.com/office/drawing/2014/main" id="{0557817B-679D-9936-8BBA-A359B058204F}"/>
                </a:ext>
              </a:extLst>
            </p:cNvPr>
            <p:cNvSpPr/>
            <p:nvPr/>
          </p:nvSpPr>
          <p:spPr>
            <a:xfrm>
              <a:off x="1598477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49" name="Rectangle 3248">
              <a:extLst>
                <a:ext uri="{FF2B5EF4-FFF2-40B4-BE49-F238E27FC236}">
                  <a16:creationId xmlns:a16="http://schemas.microsoft.com/office/drawing/2014/main" id="{40FD7323-E728-EE1B-D92D-106B6895817C}"/>
                </a:ext>
              </a:extLst>
            </p:cNvPr>
            <p:cNvSpPr/>
            <p:nvPr/>
          </p:nvSpPr>
          <p:spPr>
            <a:xfrm>
              <a:off x="1598477" y="483343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0" name="Rectangle 3249">
              <a:extLst>
                <a:ext uri="{FF2B5EF4-FFF2-40B4-BE49-F238E27FC236}">
                  <a16:creationId xmlns:a16="http://schemas.microsoft.com/office/drawing/2014/main" id="{F1BE3CEE-4CA5-8243-510D-2D7F851BE6E3}"/>
                </a:ext>
              </a:extLst>
            </p:cNvPr>
            <p:cNvSpPr/>
            <p:nvPr/>
          </p:nvSpPr>
          <p:spPr>
            <a:xfrm>
              <a:off x="1598477" y="4916526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1" name="Rectangle 3250">
              <a:extLst>
                <a:ext uri="{FF2B5EF4-FFF2-40B4-BE49-F238E27FC236}">
                  <a16:creationId xmlns:a16="http://schemas.microsoft.com/office/drawing/2014/main" id="{038D620E-6317-563E-9752-8E67B364FE77}"/>
                </a:ext>
              </a:extLst>
            </p:cNvPr>
            <p:cNvSpPr/>
            <p:nvPr/>
          </p:nvSpPr>
          <p:spPr>
            <a:xfrm>
              <a:off x="1598477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2" name="Rectangle 3251">
              <a:extLst>
                <a:ext uri="{FF2B5EF4-FFF2-40B4-BE49-F238E27FC236}">
                  <a16:creationId xmlns:a16="http://schemas.microsoft.com/office/drawing/2014/main" id="{9AE70CD3-6075-C81A-2647-D68DA22C54C8}"/>
                </a:ext>
              </a:extLst>
            </p:cNvPr>
            <p:cNvSpPr/>
            <p:nvPr/>
          </p:nvSpPr>
          <p:spPr>
            <a:xfrm>
              <a:off x="1598477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3" name="Rectangle 3252">
              <a:extLst>
                <a:ext uri="{FF2B5EF4-FFF2-40B4-BE49-F238E27FC236}">
                  <a16:creationId xmlns:a16="http://schemas.microsoft.com/office/drawing/2014/main" id="{FF29CF72-CAC2-02DC-4E2B-35E411CD795A}"/>
                </a:ext>
              </a:extLst>
            </p:cNvPr>
            <p:cNvSpPr/>
            <p:nvPr/>
          </p:nvSpPr>
          <p:spPr>
            <a:xfrm>
              <a:off x="1598477" y="516581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4" name="Rectangle 3253">
              <a:extLst>
                <a:ext uri="{FF2B5EF4-FFF2-40B4-BE49-F238E27FC236}">
                  <a16:creationId xmlns:a16="http://schemas.microsoft.com/office/drawing/2014/main" id="{9B8B157D-6614-65FE-204F-A897E0275BFD}"/>
                </a:ext>
              </a:extLst>
            </p:cNvPr>
            <p:cNvSpPr/>
            <p:nvPr/>
          </p:nvSpPr>
          <p:spPr>
            <a:xfrm>
              <a:off x="1598477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5" name="Rectangle 3254">
              <a:extLst>
                <a:ext uri="{FF2B5EF4-FFF2-40B4-BE49-F238E27FC236}">
                  <a16:creationId xmlns:a16="http://schemas.microsoft.com/office/drawing/2014/main" id="{0628F8B3-9E06-C441-0AC9-7A37008DA1EB}"/>
                </a:ext>
              </a:extLst>
            </p:cNvPr>
            <p:cNvSpPr/>
            <p:nvPr/>
          </p:nvSpPr>
          <p:spPr>
            <a:xfrm>
              <a:off x="1598477" y="5332008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6" name="Rectangle 3255">
              <a:extLst>
                <a:ext uri="{FF2B5EF4-FFF2-40B4-BE49-F238E27FC236}">
                  <a16:creationId xmlns:a16="http://schemas.microsoft.com/office/drawing/2014/main" id="{B3BE4E6D-17C8-C905-B026-C2EDDCF2D7FD}"/>
                </a:ext>
              </a:extLst>
            </p:cNvPr>
            <p:cNvSpPr/>
            <p:nvPr/>
          </p:nvSpPr>
          <p:spPr>
            <a:xfrm>
              <a:off x="1598477" y="5415105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7" name="Rectangle 3256">
              <a:extLst>
                <a:ext uri="{FF2B5EF4-FFF2-40B4-BE49-F238E27FC236}">
                  <a16:creationId xmlns:a16="http://schemas.microsoft.com/office/drawing/2014/main" id="{6BBA7697-7D14-4F92-FA0E-78F93FCB3661}"/>
                </a:ext>
              </a:extLst>
            </p:cNvPr>
            <p:cNvSpPr/>
            <p:nvPr/>
          </p:nvSpPr>
          <p:spPr>
            <a:xfrm>
              <a:off x="1598477" y="549820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8" name="Rectangle 3257">
              <a:extLst>
                <a:ext uri="{FF2B5EF4-FFF2-40B4-BE49-F238E27FC236}">
                  <a16:creationId xmlns:a16="http://schemas.microsoft.com/office/drawing/2014/main" id="{6E1F0CF9-A4E6-F94A-E1C2-B97DDA537221}"/>
                </a:ext>
              </a:extLst>
            </p:cNvPr>
            <p:cNvSpPr/>
            <p:nvPr/>
          </p:nvSpPr>
          <p:spPr>
            <a:xfrm>
              <a:off x="1598477" y="558129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59" name="Rectangle 3258">
              <a:extLst>
                <a:ext uri="{FF2B5EF4-FFF2-40B4-BE49-F238E27FC236}">
                  <a16:creationId xmlns:a16="http://schemas.microsoft.com/office/drawing/2014/main" id="{96F08E17-BD0D-ECE2-DDEF-E9E28C2D96C1}"/>
                </a:ext>
              </a:extLst>
            </p:cNvPr>
            <p:cNvSpPr/>
            <p:nvPr/>
          </p:nvSpPr>
          <p:spPr>
            <a:xfrm>
              <a:off x="1598477" y="5664394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0" name="Rectangle 3259">
              <a:extLst>
                <a:ext uri="{FF2B5EF4-FFF2-40B4-BE49-F238E27FC236}">
                  <a16:creationId xmlns:a16="http://schemas.microsoft.com/office/drawing/2014/main" id="{7D0F3E48-A234-20B5-2C3A-70FF5A719331}"/>
                </a:ext>
              </a:extLst>
            </p:cNvPr>
            <p:cNvSpPr/>
            <p:nvPr/>
          </p:nvSpPr>
          <p:spPr>
            <a:xfrm>
              <a:off x="1598477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1" name="Rectangle 3260">
              <a:extLst>
                <a:ext uri="{FF2B5EF4-FFF2-40B4-BE49-F238E27FC236}">
                  <a16:creationId xmlns:a16="http://schemas.microsoft.com/office/drawing/2014/main" id="{DFC8B6C8-ABD5-EC37-5AD1-214C7109901F}"/>
                </a:ext>
              </a:extLst>
            </p:cNvPr>
            <p:cNvSpPr/>
            <p:nvPr/>
          </p:nvSpPr>
          <p:spPr>
            <a:xfrm>
              <a:off x="1598477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2" name="Rectangle 3261">
              <a:extLst>
                <a:ext uri="{FF2B5EF4-FFF2-40B4-BE49-F238E27FC236}">
                  <a16:creationId xmlns:a16="http://schemas.microsoft.com/office/drawing/2014/main" id="{AFB852EF-8161-D396-7967-0EBD10440E7C}"/>
                </a:ext>
              </a:extLst>
            </p:cNvPr>
            <p:cNvSpPr/>
            <p:nvPr/>
          </p:nvSpPr>
          <p:spPr>
            <a:xfrm>
              <a:off x="1598477" y="591344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3" name="Rectangle 3262">
              <a:extLst>
                <a:ext uri="{FF2B5EF4-FFF2-40B4-BE49-F238E27FC236}">
                  <a16:creationId xmlns:a16="http://schemas.microsoft.com/office/drawing/2014/main" id="{C664EC30-67ED-BF84-40D2-DF2070653F65}"/>
                </a:ext>
              </a:extLst>
            </p:cNvPr>
            <p:cNvSpPr/>
            <p:nvPr/>
          </p:nvSpPr>
          <p:spPr>
            <a:xfrm>
              <a:off x="1598477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4" name="Rectangle 3263">
              <a:extLst>
                <a:ext uri="{FF2B5EF4-FFF2-40B4-BE49-F238E27FC236}">
                  <a16:creationId xmlns:a16="http://schemas.microsoft.com/office/drawing/2014/main" id="{88F94E9E-AF70-44B8-CF55-6A63536122A1}"/>
                </a:ext>
              </a:extLst>
            </p:cNvPr>
            <p:cNvSpPr/>
            <p:nvPr/>
          </p:nvSpPr>
          <p:spPr>
            <a:xfrm>
              <a:off x="1598477" y="6079640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5" name="Rectangle 3264">
              <a:extLst>
                <a:ext uri="{FF2B5EF4-FFF2-40B4-BE49-F238E27FC236}">
                  <a16:creationId xmlns:a16="http://schemas.microsoft.com/office/drawing/2014/main" id="{2D427308-8E60-A735-8A8C-43DB79FCA026}"/>
                </a:ext>
              </a:extLst>
            </p:cNvPr>
            <p:cNvSpPr/>
            <p:nvPr/>
          </p:nvSpPr>
          <p:spPr>
            <a:xfrm>
              <a:off x="1598477" y="6162737"/>
              <a:ext cx="62737" cy="83096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6" name="Rectangle 3265">
              <a:extLst>
                <a:ext uri="{FF2B5EF4-FFF2-40B4-BE49-F238E27FC236}">
                  <a16:creationId xmlns:a16="http://schemas.microsoft.com/office/drawing/2014/main" id="{0538C010-21D4-D73E-3D41-2116B7AA8A83}"/>
                </a:ext>
              </a:extLst>
            </p:cNvPr>
            <p:cNvSpPr/>
            <p:nvPr/>
          </p:nvSpPr>
          <p:spPr>
            <a:xfrm>
              <a:off x="1598477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7" name="Rectangle 3266">
              <a:extLst>
                <a:ext uri="{FF2B5EF4-FFF2-40B4-BE49-F238E27FC236}">
                  <a16:creationId xmlns:a16="http://schemas.microsoft.com/office/drawing/2014/main" id="{A6CFC263-E951-6A99-77FB-444D0F8A6E04}"/>
                </a:ext>
              </a:extLst>
            </p:cNvPr>
            <p:cNvSpPr/>
            <p:nvPr/>
          </p:nvSpPr>
          <p:spPr>
            <a:xfrm>
              <a:off x="1598477" y="632892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8" name="Rectangle 3267">
              <a:extLst>
                <a:ext uri="{FF2B5EF4-FFF2-40B4-BE49-F238E27FC236}">
                  <a16:creationId xmlns:a16="http://schemas.microsoft.com/office/drawing/2014/main" id="{A7CEBD75-1AF6-01EA-5B00-89261CA28A48}"/>
                </a:ext>
              </a:extLst>
            </p:cNvPr>
            <p:cNvSpPr/>
            <p:nvPr/>
          </p:nvSpPr>
          <p:spPr>
            <a:xfrm>
              <a:off x="1598477" y="641202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69" name="Rectangle 3268">
              <a:extLst>
                <a:ext uri="{FF2B5EF4-FFF2-40B4-BE49-F238E27FC236}">
                  <a16:creationId xmlns:a16="http://schemas.microsoft.com/office/drawing/2014/main" id="{B451FCD2-7B75-89B2-D953-01174B63802D}"/>
                </a:ext>
              </a:extLst>
            </p:cNvPr>
            <p:cNvSpPr/>
            <p:nvPr/>
          </p:nvSpPr>
          <p:spPr>
            <a:xfrm>
              <a:off x="1598477" y="649512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0" name="Rectangle 3269">
              <a:extLst>
                <a:ext uri="{FF2B5EF4-FFF2-40B4-BE49-F238E27FC236}">
                  <a16:creationId xmlns:a16="http://schemas.microsoft.com/office/drawing/2014/main" id="{F8170818-7D58-ABA2-BBF0-FB089D64C4E3}"/>
                </a:ext>
              </a:extLst>
            </p:cNvPr>
            <p:cNvSpPr/>
            <p:nvPr/>
          </p:nvSpPr>
          <p:spPr>
            <a:xfrm>
              <a:off x="1598477" y="657821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1" name="Rectangle 3270">
              <a:extLst>
                <a:ext uri="{FF2B5EF4-FFF2-40B4-BE49-F238E27FC236}">
                  <a16:creationId xmlns:a16="http://schemas.microsoft.com/office/drawing/2014/main" id="{C6AF6B3E-FA5B-D319-D803-8563D6082028}"/>
                </a:ext>
              </a:extLst>
            </p:cNvPr>
            <p:cNvSpPr/>
            <p:nvPr/>
          </p:nvSpPr>
          <p:spPr>
            <a:xfrm>
              <a:off x="1598477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2" name="Rectangle 3271">
              <a:extLst>
                <a:ext uri="{FF2B5EF4-FFF2-40B4-BE49-F238E27FC236}">
                  <a16:creationId xmlns:a16="http://schemas.microsoft.com/office/drawing/2014/main" id="{DDFF1B49-456C-742C-EC6A-DAF550BDDC28}"/>
                </a:ext>
              </a:extLst>
            </p:cNvPr>
            <p:cNvSpPr/>
            <p:nvPr/>
          </p:nvSpPr>
          <p:spPr>
            <a:xfrm>
              <a:off x="1598477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3" name="Rectangle 3272">
              <a:extLst>
                <a:ext uri="{FF2B5EF4-FFF2-40B4-BE49-F238E27FC236}">
                  <a16:creationId xmlns:a16="http://schemas.microsoft.com/office/drawing/2014/main" id="{4C0F2290-5E5F-259A-B160-DEF563D5AB10}"/>
                </a:ext>
              </a:extLst>
            </p:cNvPr>
            <p:cNvSpPr/>
            <p:nvPr/>
          </p:nvSpPr>
          <p:spPr>
            <a:xfrm>
              <a:off x="1598477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4" name="Rectangle 3273">
              <a:extLst>
                <a:ext uri="{FF2B5EF4-FFF2-40B4-BE49-F238E27FC236}">
                  <a16:creationId xmlns:a16="http://schemas.microsoft.com/office/drawing/2014/main" id="{0C22DC7B-0A3A-E0AD-3674-1AB90F2F44C5}"/>
                </a:ext>
              </a:extLst>
            </p:cNvPr>
            <p:cNvSpPr/>
            <p:nvPr/>
          </p:nvSpPr>
          <p:spPr>
            <a:xfrm>
              <a:off x="1598477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5" name="Rectangle 3274">
              <a:extLst>
                <a:ext uri="{FF2B5EF4-FFF2-40B4-BE49-F238E27FC236}">
                  <a16:creationId xmlns:a16="http://schemas.microsoft.com/office/drawing/2014/main" id="{5EA06E11-622A-B2ED-EC9A-EA75499606B1}"/>
                </a:ext>
              </a:extLst>
            </p:cNvPr>
            <p:cNvSpPr/>
            <p:nvPr/>
          </p:nvSpPr>
          <p:spPr>
            <a:xfrm>
              <a:off x="1598477" y="699370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6" name="Rectangle 3275">
              <a:extLst>
                <a:ext uri="{FF2B5EF4-FFF2-40B4-BE49-F238E27FC236}">
                  <a16:creationId xmlns:a16="http://schemas.microsoft.com/office/drawing/2014/main" id="{ADCBEC8D-C922-8849-C3BC-51BE77BC4FE9}"/>
                </a:ext>
              </a:extLst>
            </p:cNvPr>
            <p:cNvSpPr/>
            <p:nvPr/>
          </p:nvSpPr>
          <p:spPr>
            <a:xfrm>
              <a:off x="1661215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7" name="Rectangle 3276">
              <a:extLst>
                <a:ext uri="{FF2B5EF4-FFF2-40B4-BE49-F238E27FC236}">
                  <a16:creationId xmlns:a16="http://schemas.microsoft.com/office/drawing/2014/main" id="{831A10D0-A5A9-53C3-6DE5-CD0B5B177878}"/>
                </a:ext>
              </a:extLst>
            </p:cNvPr>
            <p:cNvSpPr/>
            <p:nvPr/>
          </p:nvSpPr>
          <p:spPr>
            <a:xfrm>
              <a:off x="1661215" y="1842667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8" name="Rectangle 3277">
              <a:extLst>
                <a:ext uri="{FF2B5EF4-FFF2-40B4-BE49-F238E27FC236}">
                  <a16:creationId xmlns:a16="http://schemas.microsoft.com/office/drawing/2014/main" id="{B87CFC46-A9F9-D279-0A36-1B74602447B4}"/>
                </a:ext>
              </a:extLst>
            </p:cNvPr>
            <p:cNvSpPr/>
            <p:nvPr/>
          </p:nvSpPr>
          <p:spPr>
            <a:xfrm>
              <a:off x="1661215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79" name="Rectangle 3278">
              <a:extLst>
                <a:ext uri="{FF2B5EF4-FFF2-40B4-BE49-F238E27FC236}">
                  <a16:creationId xmlns:a16="http://schemas.microsoft.com/office/drawing/2014/main" id="{E65623CE-C715-A4D5-650C-6D26DAF523A9}"/>
                </a:ext>
              </a:extLst>
            </p:cNvPr>
            <p:cNvSpPr/>
            <p:nvPr/>
          </p:nvSpPr>
          <p:spPr>
            <a:xfrm>
              <a:off x="1661215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0" name="Rectangle 3279">
              <a:extLst>
                <a:ext uri="{FF2B5EF4-FFF2-40B4-BE49-F238E27FC236}">
                  <a16:creationId xmlns:a16="http://schemas.microsoft.com/office/drawing/2014/main" id="{5F50E660-8E3D-3C7D-DD33-BE666710D8B5}"/>
                </a:ext>
              </a:extLst>
            </p:cNvPr>
            <p:cNvSpPr/>
            <p:nvPr/>
          </p:nvSpPr>
          <p:spPr>
            <a:xfrm>
              <a:off x="1661215" y="209195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1" name="Rectangle 3280">
              <a:extLst>
                <a:ext uri="{FF2B5EF4-FFF2-40B4-BE49-F238E27FC236}">
                  <a16:creationId xmlns:a16="http://schemas.microsoft.com/office/drawing/2014/main" id="{C15561DB-DA92-9910-4D46-01B2124BDCE8}"/>
                </a:ext>
              </a:extLst>
            </p:cNvPr>
            <p:cNvSpPr/>
            <p:nvPr/>
          </p:nvSpPr>
          <p:spPr>
            <a:xfrm>
              <a:off x="1661215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2" name="Rectangle 3281">
              <a:extLst>
                <a:ext uri="{FF2B5EF4-FFF2-40B4-BE49-F238E27FC236}">
                  <a16:creationId xmlns:a16="http://schemas.microsoft.com/office/drawing/2014/main" id="{B05DF401-D4AD-E47F-D959-FFC0657CB247}"/>
                </a:ext>
              </a:extLst>
            </p:cNvPr>
            <p:cNvSpPr/>
            <p:nvPr/>
          </p:nvSpPr>
          <p:spPr>
            <a:xfrm>
              <a:off x="1661215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3" name="Rectangle 3282">
              <a:extLst>
                <a:ext uri="{FF2B5EF4-FFF2-40B4-BE49-F238E27FC236}">
                  <a16:creationId xmlns:a16="http://schemas.microsoft.com/office/drawing/2014/main" id="{AF925537-FFD6-A31B-EA36-243A49CF353E}"/>
                </a:ext>
              </a:extLst>
            </p:cNvPr>
            <p:cNvSpPr/>
            <p:nvPr/>
          </p:nvSpPr>
          <p:spPr>
            <a:xfrm>
              <a:off x="1661215" y="234124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4" name="Rectangle 3283">
              <a:extLst>
                <a:ext uri="{FF2B5EF4-FFF2-40B4-BE49-F238E27FC236}">
                  <a16:creationId xmlns:a16="http://schemas.microsoft.com/office/drawing/2014/main" id="{2D333922-32F5-CFB7-F7B4-D1907C37D3AD}"/>
                </a:ext>
              </a:extLst>
            </p:cNvPr>
            <p:cNvSpPr/>
            <p:nvPr/>
          </p:nvSpPr>
          <p:spPr>
            <a:xfrm>
              <a:off x="1661215" y="242410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5" name="Rectangle 3284">
              <a:extLst>
                <a:ext uri="{FF2B5EF4-FFF2-40B4-BE49-F238E27FC236}">
                  <a16:creationId xmlns:a16="http://schemas.microsoft.com/office/drawing/2014/main" id="{42320A43-834A-22A3-B04D-82854F7FD5EB}"/>
                </a:ext>
              </a:extLst>
            </p:cNvPr>
            <p:cNvSpPr/>
            <p:nvPr/>
          </p:nvSpPr>
          <p:spPr>
            <a:xfrm>
              <a:off x="1661215" y="2507202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6" name="Rectangle 3285">
              <a:extLst>
                <a:ext uri="{FF2B5EF4-FFF2-40B4-BE49-F238E27FC236}">
                  <a16:creationId xmlns:a16="http://schemas.microsoft.com/office/drawing/2014/main" id="{F399B391-1390-2364-E582-3402DA5CB90A}"/>
                </a:ext>
              </a:extLst>
            </p:cNvPr>
            <p:cNvSpPr/>
            <p:nvPr/>
          </p:nvSpPr>
          <p:spPr>
            <a:xfrm>
              <a:off x="1661215" y="259029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7" name="Rectangle 3286">
              <a:extLst>
                <a:ext uri="{FF2B5EF4-FFF2-40B4-BE49-F238E27FC236}">
                  <a16:creationId xmlns:a16="http://schemas.microsoft.com/office/drawing/2014/main" id="{CF2011A4-8500-F1A0-4A1C-76614F899BAF}"/>
                </a:ext>
              </a:extLst>
            </p:cNvPr>
            <p:cNvSpPr/>
            <p:nvPr/>
          </p:nvSpPr>
          <p:spPr>
            <a:xfrm>
              <a:off x="1661215" y="267339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8" name="Rectangle 3287">
              <a:extLst>
                <a:ext uri="{FF2B5EF4-FFF2-40B4-BE49-F238E27FC236}">
                  <a16:creationId xmlns:a16="http://schemas.microsoft.com/office/drawing/2014/main" id="{AD5797D6-286A-6132-122C-B2E0604A3EFD}"/>
                </a:ext>
              </a:extLst>
            </p:cNvPr>
            <p:cNvSpPr/>
            <p:nvPr/>
          </p:nvSpPr>
          <p:spPr>
            <a:xfrm>
              <a:off x="1661215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89" name="Rectangle 3288">
              <a:extLst>
                <a:ext uri="{FF2B5EF4-FFF2-40B4-BE49-F238E27FC236}">
                  <a16:creationId xmlns:a16="http://schemas.microsoft.com/office/drawing/2014/main" id="{954D6FAB-9EEC-0359-CD65-2E342C644A47}"/>
                </a:ext>
              </a:extLst>
            </p:cNvPr>
            <p:cNvSpPr/>
            <p:nvPr/>
          </p:nvSpPr>
          <p:spPr>
            <a:xfrm>
              <a:off x="1661215" y="2839588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0" name="Rectangle 3289">
              <a:extLst>
                <a:ext uri="{FF2B5EF4-FFF2-40B4-BE49-F238E27FC236}">
                  <a16:creationId xmlns:a16="http://schemas.microsoft.com/office/drawing/2014/main" id="{F27E62C3-7AA4-6AFF-DFD0-11E5AF5B047C}"/>
                </a:ext>
              </a:extLst>
            </p:cNvPr>
            <p:cNvSpPr/>
            <p:nvPr/>
          </p:nvSpPr>
          <p:spPr>
            <a:xfrm>
              <a:off x="1661215" y="292268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1" name="Rectangle 3290">
              <a:extLst>
                <a:ext uri="{FF2B5EF4-FFF2-40B4-BE49-F238E27FC236}">
                  <a16:creationId xmlns:a16="http://schemas.microsoft.com/office/drawing/2014/main" id="{821F2B4A-3825-762F-1670-56213B7D42FF}"/>
                </a:ext>
              </a:extLst>
            </p:cNvPr>
            <p:cNvSpPr/>
            <p:nvPr/>
          </p:nvSpPr>
          <p:spPr>
            <a:xfrm>
              <a:off x="1661215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2" name="Rectangle 3291">
              <a:extLst>
                <a:ext uri="{FF2B5EF4-FFF2-40B4-BE49-F238E27FC236}">
                  <a16:creationId xmlns:a16="http://schemas.microsoft.com/office/drawing/2014/main" id="{AE35C697-378C-E947-397E-A2B59B134ACB}"/>
                </a:ext>
              </a:extLst>
            </p:cNvPr>
            <p:cNvSpPr/>
            <p:nvPr/>
          </p:nvSpPr>
          <p:spPr>
            <a:xfrm>
              <a:off x="1661215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3" name="Rectangle 3292">
              <a:extLst>
                <a:ext uri="{FF2B5EF4-FFF2-40B4-BE49-F238E27FC236}">
                  <a16:creationId xmlns:a16="http://schemas.microsoft.com/office/drawing/2014/main" id="{666DD348-13FB-5645-6B24-C2556A7CFF96}"/>
                </a:ext>
              </a:extLst>
            </p:cNvPr>
            <p:cNvSpPr/>
            <p:nvPr/>
          </p:nvSpPr>
          <p:spPr>
            <a:xfrm>
              <a:off x="1661215" y="317197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4" name="Rectangle 3293">
              <a:extLst>
                <a:ext uri="{FF2B5EF4-FFF2-40B4-BE49-F238E27FC236}">
                  <a16:creationId xmlns:a16="http://schemas.microsoft.com/office/drawing/2014/main" id="{2FB03836-36EE-ECD0-8220-0E15A5A2B158}"/>
                </a:ext>
              </a:extLst>
            </p:cNvPr>
            <p:cNvSpPr/>
            <p:nvPr/>
          </p:nvSpPr>
          <p:spPr>
            <a:xfrm>
              <a:off x="1661215" y="325507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5" name="Rectangle 3294">
              <a:extLst>
                <a:ext uri="{FF2B5EF4-FFF2-40B4-BE49-F238E27FC236}">
                  <a16:creationId xmlns:a16="http://schemas.microsoft.com/office/drawing/2014/main" id="{9CB5F6C5-BC40-3D4C-6874-16F11F404B65}"/>
                </a:ext>
              </a:extLst>
            </p:cNvPr>
            <p:cNvSpPr/>
            <p:nvPr/>
          </p:nvSpPr>
          <p:spPr>
            <a:xfrm>
              <a:off x="1661215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6" name="Rectangle 3295">
              <a:extLst>
                <a:ext uri="{FF2B5EF4-FFF2-40B4-BE49-F238E27FC236}">
                  <a16:creationId xmlns:a16="http://schemas.microsoft.com/office/drawing/2014/main" id="{3EA26181-734D-4CDF-C105-9BA9F33C8768}"/>
                </a:ext>
              </a:extLst>
            </p:cNvPr>
            <p:cNvSpPr/>
            <p:nvPr/>
          </p:nvSpPr>
          <p:spPr>
            <a:xfrm>
              <a:off x="1661215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7" name="Rectangle 3296">
              <a:extLst>
                <a:ext uri="{FF2B5EF4-FFF2-40B4-BE49-F238E27FC236}">
                  <a16:creationId xmlns:a16="http://schemas.microsoft.com/office/drawing/2014/main" id="{7862703F-3455-DFB0-DDDC-0A5BBA25E74B}"/>
                </a:ext>
              </a:extLst>
            </p:cNvPr>
            <p:cNvSpPr/>
            <p:nvPr/>
          </p:nvSpPr>
          <p:spPr>
            <a:xfrm>
              <a:off x="1661215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8" name="Rectangle 3297">
              <a:extLst>
                <a:ext uri="{FF2B5EF4-FFF2-40B4-BE49-F238E27FC236}">
                  <a16:creationId xmlns:a16="http://schemas.microsoft.com/office/drawing/2014/main" id="{4422E716-99CD-94CA-CFE3-67330AA03167}"/>
                </a:ext>
              </a:extLst>
            </p:cNvPr>
            <p:cNvSpPr/>
            <p:nvPr/>
          </p:nvSpPr>
          <p:spPr>
            <a:xfrm>
              <a:off x="1661215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299" name="Rectangle 3298">
              <a:extLst>
                <a:ext uri="{FF2B5EF4-FFF2-40B4-BE49-F238E27FC236}">
                  <a16:creationId xmlns:a16="http://schemas.microsoft.com/office/drawing/2014/main" id="{0BB5A4EC-3E83-DA6D-14C6-FB865A326367}"/>
                </a:ext>
              </a:extLst>
            </p:cNvPr>
            <p:cNvSpPr/>
            <p:nvPr/>
          </p:nvSpPr>
          <p:spPr>
            <a:xfrm>
              <a:off x="1661215" y="367031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0" name="Rectangle 3299">
              <a:extLst>
                <a:ext uri="{FF2B5EF4-FFF2-40B4-BE49-F238E27FC236}">
                  <a16:creationId xmlns:a16="http://schemas.microsoft.com/office/drawing/2014/main" id="{355BEEB1-4D16-6AE7-669A-1FC48A5ABB64}"/>
                </a:ext>
              </a:extLst>
            </p:cNvPr>
            <p:cNvSpPr/>
            <p:nvPr/>
          </p:nvSpPr>
          <p:spPr>
            <a:xfrm>
              <a:off x="1661215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1" name="Rectangle 3300">
              <a:extLst>
                <a:ext uri="{FF2B5EF4-FFF2-40B4-BE49-F238E27FC236}">
                  <a16:creationId xmlns:a16="http://schemas.microsoft.com/office/drawing/2014/main" id="{52ACD43B-2E90-A893-C754-6E68A8662264}"/>
                </a:ext>
              </a:extLst>
            </p:cNvPr>
            <p:cNvSpPr/>
            <p:nvPr/>
          </p:nvSpPr>
          <p:spPr>
            <a:xfrm>
              <a:off x="1661215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2" name="Rectangle 3301">
              <a:extLst>
                <a:ext uri="{FF2B5EF4-FFF2-40B4-BE49-F238E27FC236}">
                  <a16:creationId xmlns:a16="http://schemas.microsoft.com/office/drawing/2014/main" id="{83EC90D0-38EE-FA8E-0624-6D7C172F1BFB}"/>
                </a:ext>
              </a:extLst>
            </p:cNvPr>
            <p:cNvSpPr/>
            <p:nvPr/>
          </p:nvSpPr>
          <p:spPr>
            <a:xfrm>
              <a:off x="1661215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3" name="Rectangle 3302">
              <a:extLst>
                <a:ext uri="{FF2B5EF4-FFF2-40B4-BE49-F238E27FC236}">
                  <a16:creationId xmlns:a16="http://schemas.microsoft.com/office/drawing/2014/main" id="{C3B8FF5D-71F4-4379-F649-3817E3C951B1}"/>
                </a:ext>
              </a:extLst>
            </p:cNvPr>
            <p:cNvSpPr/>
            <p:nvPr/>
          </p:nvSpPr>
          <p:spPr>
            <a:xfrm>
              <a:off x="1661215" y="40027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4" name="Rectangle 3303">
              <a:extLst>
                <a:ext uri="{FF2B5EF4-FFF2-40B4-BE49-F238E27FC236}">
                  <a16:creationId xmlns:a16="http://schemas.microsoft.com/office/drawing/2014/main" id="{4F98BF6B-63A0-0A26-156F-AB7F974CFCF0}"/>
                </a:ext>
              </a:extLst>
            </p:cNvPr>
            <p:cNvSpPr/>
            <p:nvPr/>
          </p:nvSpPr>
          <p:spPr>
            <a:xfrm>
              <a:off x="1661215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5" name="Rectangle 3304">
              <a:extLst>
                <a:ext uri="{FF2B5EF4-FFF2-40B4-BE49-F238E27FC236}">
                  <a16:creationId xmlns:a16="http://schemas.microsoft.com/office/drawing/2014/main" id="{5C01A92E-3372-DBE5-6397-81FB40482EF4}"/>
                </a:ext>
              </a:extLst>
            </p:cNvPr>
            <p:cNvSpPr/>
            <p:nvPr/>
          </p:nvSpPr>
          <p:spPr>
            <a:xfrm>
              <a:off x="1661215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6" name="Rectangle 3305">
              <a:extLst>
                <a:ext uri="{FF2B5EF4-FFF2-40B4-BE49-F238E27FC236}">
                  <a16:creationId xmlns:a16="http://schemas.microsoft.com/office/drawing/2014/main" id="{77A3F99E-B34E-2342-F9CF-C3AD7960EFE0}"/>
                </a:ext>
              </a:extLst>
            </p:cNvPr>
            <p:cNvSpPr/>
            <p:nvPr/>
          </p:nvSpPr>
          <p:spPr>
            <a:xfrm>
              <a:off x="1661215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7" name="Rectangle 3306">
              <a:extLst>
                <a:ext uri="{FF2B5EF4-FFF2-40B4-BE49-F238E27FC236}">
                  <a16:creationId xmlns:a16="http://schemas.microsoft.com/office/drawing/2014/main" id="{67B5A270-EFA4-E9F1-FB15-46DA54253C9A}"/>
                </a:ext>
              </a:extLst>
            </p:cNvPr>
            <p:cNvSpPr/>
            <p:nvPr/>
          </p:nvSpPr>
          <p:spPr>
            <a:xfrm>
              <a:off x="1661215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8" name="Rectangle 3307">
              <a:extLst>
                <a:ext uri="{FF2B5EF4-FFF2-40B4-BE49-F238E27FC236}">
                  <a16:creationId xmlns:a16="http://schemas.microsoft.com/office/drawing/2014/main" id="{31B14BDB-30C5-A25F-72E2-8FFD309A3DFD}"/>
                </a:ext>
              </a:extLst>
            </p:cNvPr>
            <p:cNvSpPr/>
            <p:nvPr/>
          </p:nvSpPr>
          <p:spPr>
            <a:xfrm>
              <a:off x="1661215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09" name="Rectangle 3308">
              <a:extLst>
                <a:ext uri="{FF2B5EF4-FFF2-40B4-BE49-F238E27FC236}">
                  <a16:creationId xmlns:a16="http://schemas.microsoft.com/office/drawing/2014/main" id="{32D70BF8-E061-5D9A-A071-860DF4183BEE}"/>
                </a:ext>
              </a:extLst>
            </p:cNvPr>
            <p:cNvSpPr/>
            <p:nvPr/>
          </p:nvSpPr>
          <p:spPr>
            <a:xfrm>
              <a:off x="1661215" y="4501280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0" name="Rectangle 3309">
              <a:extLst>
                <a:ext uri="{FF2B5EF4-FFF2-40B4-BE49-F238E27FC236}">
                  <a16:creationId xmlns:a16="http://schemas.microsoft.com/office/drawing/2014/main" id="{7762CB30-202C-87AD-EFBE-CB6DCA748A03}"/>
                </a:ext>
              </a:extLst>
            </p:cNvPr>
            <p:cNvSpPr/>
            <p:nvPr/>
          </p:nvSpPr>
          <p:spPr>
            <a:xfrm>
              <a:off x="1661215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1" name="Rectangle 3310">
              <a:extLst>
                <a:ext uri="{FF2B5EF4-FFF2-40B4-BE49-F238E27FC236}">
                  <a16:creationId xmlns:a16="http://schemas.microsoft.com/office/drawing/2014/main" id="{1DBF9824-AE40-2D61-B057-E06EE1A3A14E}"/>
                </a:ext>
              </a:extLst>
            </p:cNvPr>
            <p:cNvSpPr/>
            <p:nvPr/>
          </p:nvSpPr>
          <p:spPr>
            <a:xfrm>
              <a:off x="1661215" y="4667473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2" name="Rectangle 3311">
              <a:extLst>
                <a:ext uri="{FF2B5EF4-FFF2-40B4-BE49-F238E27FC236}">
                  <a16:creationId xmlns:a16="http://schemas.microsoft.com/office/drawing/2014/main" id="{80DBD04A-3388-7EFA-FF46-B45D08708345}"/>
                </a:ext>
              </a:extLst>
            </p:cNvPr>
            <p:cNvSpPr/>
            <p:nvPr/>
          </p:nvSpPr>
          <p:spPr>
            <a:xfrm>
              <a:off x="1661215" y="475033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3" name="Rectangle 3312">
              <a:extLst>
                <a:ext uri="{FF2B5EF4-FFF2-40B4-BE49-F238E27FC236}">
                  <a16:creationId xmlns:a16="http://schemas.microsoft.com/office/drawing/2014/main" id="{0275BF06-18F7-9241-E081-674DA8C222EF}"/>
                </a:ext>
              </a:extLst>
            </p:cNvPr>
            <p:cNvSpPr/>
            <p:nvPr/>
          </p:nvSpPr>
          <p:spPr>
            <a:xfrm>
              <a:off x="1661215" y="483343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4" name="Rectangle 3313">
              <a:extLst>
                <a:ext uri="{FF2B5EF4-FFF2-40B4-BE49-F238E27FC236}">
                  <a16:creationId xmlns:a16="http://schemas.microsoft.com/office/drawing/2014/main" id="{220C64D2-9068-B4A2-5CA2-6F79BF1E712E}"/>
                </a:ext>
              </a:extLst>
            </p:cNvPr>
            <p:cNvSpPr/>
            <p:nvPr/>
          </p:nvSpPr>
          <p:spPr>
            <a:xfrm>
              <a:off x="1661215" y="49165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5" name="Rectangle 3314">
              <a:extLst>
                <a:ext uri="{FF2B5EF4-FFF2-40B4-BE49-F238E27FC236}">
                  <a16:creationId xmlns:a16="http://schemas.microsoft.com/office/drawing/2014/main" id="{5CAC4B8F-39B3-500E-F9DA-F93F670AB843}"/>
                </a:ext>
              </a:extLst>
            </p:cNvPr>
            <p:cNvSpPr/>
            <p:nvPr/>
          </p:nvSpPr>
          <p:spPr>
            <a:xfrm>
              <a:off x="1661215" y="4999621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6" name="Rectangle 3315">
              <a:extLst>
                <a:ext uri="{FF2B5EF4-FFF2-40B4-BE49-F238E27FC236}">
                  <a16:creationId xmlns:a16="http://schemas.microsoft.com/office/drawing/2014/main" id="{19920E40-08AF-232D-BAB4-91EFCFF4394E}"/>
                </a:ext>
              </a:extLst>
            </p:cNvPr>
            <p:cNvSpPr/>
            <p:nvPr/>
          </p:nvSpPr>
          <p:spPr>
            <a:xfrm>
              <a:off x="1661215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7" name="Rectangle 3316">
              <a:extLst>
                <a:ext uri="{FF2B5EF4-FFF2-40B4-BE49-F238E27FC236}">
                  <a16:creationId xmlns:a16="http://schemas.microsoft.com/office/drawing/2014/main" id="{7209F116-E415-8EA9-0D69-7C93FE278F55}"/>
                </a:ext>
              </a:extLst>
            </p:cNvPr>
            <p:cNvSpPr/>
            <p:nvPr/>
          </p:nvSpPr>
          <p:spPr>
            <a:xfrm>
              <a:off x="1661215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8" name="Rectangle 3317">
              <a:extLst>
                <a:ext uri="{FF2B5EF4-FFF2-40B4-BE49-F238E27FC236}">
                  <a16:creationId xmlns:a16="http://schemas.microsoft.com/office/drawing/2014/main" id="{1896CDCD-540F-C081-E332-32185B799292}"/>
                </a:ext>
              </a:extLst>
            </p:cNvPr>
            <p:cNvSpPr/>
            <p:nvPr/>
          </p:nvSpPr>
          <p:spPr>
            <a:xfrm>
              <a:off x="1661215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19" name="Rectangle 3318">
              <a:extLst>
                <a:ext uri="{FF2B5EF4-FFF2-40B4-BE49-F238E27FC236}">
                  <a16:creationId xmlns:a16="http://schemas.microsoft.com/office/drawing/2014/main" id="{35231BB2-370D-6230-7712-1F3038CC5F38}"/>
                </a:ext>
              </a:extLst>
            </p:cNvPr>
            <p:cNvSpPr/>
            <p:nvPr/>
          </p:nvSpPr>
          <p:spPr>
            <a:xfrm>
              <a:off x="1661215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0" name="Rectangle 3319">
              <a:extLst>
                <a:ext uri="{FF2B5EF4-FFF2-40B4-BE49-F238E27FC236}">
                  <a16:creationId xmlns:a16="http://schemas.microsoft.com/office/drawing/2014/main" id="{D11F4175-8E7B-163B-CEBE-56670D481CFB}"/>
                </a:ext>
              </a:extLst>
            </p:cNvPr>
            <p:cNvSpPr/>
            <p:nvPr/>
          </p:nvSpPr>
          <p:spPr>
            <a:xfrm>
              <a:off x="1661215" y="54151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1" name="Rectangle 3320">
              <a:extLst>
                <a:ext uri="{FF2B5EF4-FFF2-40B4-BE49-F238E27FC236}">
                  <a16:creationId xmlns:a16="http://schemas.microsoft.com/office/drawing/2014/main" id="{72F229F6-2120-C00C-7713-960D5FF64DAB}"/>
                </a:ext>
              </a:extLst>
            </p:cNvPr>
            <p:cNvSpPr/>
            <p:nvPr/>
          </p:nvSpPr>
          <p:spPr>
            <a:xfrm>
              <a:off x="1661215" y="549820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2" name="Rectangle 3321">
              <a:extLst>
                <a:ext uri="{FF2B5EF4-FFF2-40B4-BE49-F238E27FC236}">
                  <a16:creationId xmlns:a16="http://schemas.microsoft.com/office/drawing/2014/main" id="{EAB24119-12E1-CB63-7EF0-32EC2FEC42F5}"/>
                </a:ext>
              </a:extLst>
            </p:cNvPr>
            <p:cNvSpPr/>
            <p:nvPr/>
          </p:nvSpPr>
          <p:spPr>
            <a:xfrm>
              <a:off x="1661215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3" name="Rectangle 3322">
              <a:extLst>
                <a:ext uri="{FF2B5EF4-FFF2-40B4-BE49-F238E27FC236}">
                  <a16:creationId xmlns:a16="http://schemas.microsoft.com/office/drawing/2014/main" id="{CD3D13B8-E18B-64B3-8BEC-40C94600DD3C}"/>
                </a:ext>
              </a:extLst>
            </p:cNvPr>
            <p:cNvSpPr/>
            <p:nvPr/>
          </p:nvSpPr>
          <p:spPr>
            <a:xfrm>
              <a:off x="1661215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4" name="Rectangle 3323">
              <a:extLst>
                <a:ext uri="{FF2B5EF4-FFF2-40B4-BE49-F238E27FC236}">
                  <a16:creationId xmlns:a16="http://schemas.microsoft.com/office/drawing/2014/main" id="{AC7D0FD9-E79F-E311-8519-C9005C99E3E7}"/>
                </a:ext>
              </a:extLst>
            </p:cNvPr>
            <p:cNvSpPr/>
            <p:nvPr/>
          </p:nvSpPr>
          <p:spPr>
            <a:xfrm>
              <a:off x="1661215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5" name="Rectangle 3324">
              <a:extLst>
                <a:ext uri="{FF2B5EF4-FFF2-40B4-BE49-F238E27FC236}">
                  <a16:creationId xmlns:a16="http://schemas.microsoft.com/office/drawing/2014/main" id="{A349E307-FBB2-24D3-AEEC-8243EF37C45B}"/>
                </a:ext>
              </a:extLst>
            </p:cNvPr>
            <p:cNvSpPr/>
            <p:nvPr/>
          </p:nvSpPr>
          <p:spPr>
            <a:xfrm>
              <a:off x="1661215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6" name="Rectangle 3325">
              <a:extLst>
                <a:ext uri="{FF2B5EF4-FFF2-40B4-BE49-F238E27FC236}">
                  <a16:creationId xmlns:a16="http://schemas.microsoft.com/office/drawing/2014/main" id="{E812C26A-2316-A691-5B29-BEA7CF62A619}"/>
                </a:ext>
              </a:extLst>
            </p:cNvPr>
            <p:cNvSpPr/>
            <p:nvPr/>
          </p:nvSpPr>
          <p:spPr>
            <a:xfrm>
              <a:off x="1661215" y="591344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7" name="Rectangle 3326">
              <a:extLst>
                <a:ext uri="{FF2B5EF4-FFF2-40B4-BE49-F238E27FC236}">
                  <a16:creationId xmlns:a16="http://schemas.microsoft.com/office/drawing/2014/main" id="{5CED4F26-4FAC-9E3D-DC4B-4DD57EA7E6CB}"/>
                </a:ext>
              </a:extLst>
            </p:cNvPr>
            <p:cNvSpPr/>
            <p:nvPr/>
          </p:nvSpPr>
          <p:spPr>
            <a:xfrm>
              <a:off x="1661215" y="599654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8" name="Rectangle 3327">
              <a:extLst>
                <a:ext uri="{FF2B5EF4-FFF2-40B4-BE49-F238E27FC236}">
                  <a16:creationId xmlns:a16="http://schemas.microsoft.com/office/drawing/2014/main" id="{59149F42-35E2-7177-BD4C-E4A7B25EEA1B}"/>
                </a:ext>
              </a:extLst>
            </p:cNvPr>
            <p:cNvSpPr/>
            <p:nvPr/>
          </p:nvSpPr>
          <p:spPr>
            <a:xfrm>
              <a:off x="1661215" y="607964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29" name="Rectangle 3328">
              <a:extLst>
                <a:ext uri="{FF2B5EF4-FFF2-40B4-BE49-F238E27FC236}">
                  <a16:creationId xmlns:a16="http://schemas.microsoft.com/office/drawing/2014/main" id="{5CBF7760-BF36-CD38-13C2-F6128A567C90}"/>
                </a:ext>
              </a:extLst>
            </p:cNvPr>
            <p:cNvSpPr/>
            <p:nvPr/>
          </p:nvSpPr>
          <p:spPr>
            <a:xfrm>
              <a:off x="1661215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0" name="Rectangle 3329">
              <a:extLst>
                <a:ext uri="{FF2B5EF4-FFF2-40B4-BE49-F238E27FC236}">
                  <a16:creationId xmlns:a16="http://schemas.microsoft.com/office/drawing/2014/main" id="{AC565090-29DF-AA5E-221E-FD1DACF93925}"/>
                </a:ext>
              </a:extLst>
            </p:cNvPr>
            <p:cNvSpPr/>
            <p:nvPr/>
          </p:nvSpPr>
          <p:spPr>
            <a:xfrm>
              <a:off x="1661215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1" name="Rectangle 3330">
              <a:extLst>
                <a:ext uri="{FF2B5EF4-FFF2-40B4-BE49-F238E27FC236}">
                  <a16:creationId xmlns:a16="http://schemas.microsoft.com/office/drawing/2014/main" id="{612D5DA0-DB6C-7E9A-40F9-03941AF918D5}"/>
                </a:ext>
              </a:extLst>
            </p:cNvPr>
            <p:cNvSpPr/>
            <p:nvPr/>
          </p:nvSpPr>
          <p:spPr>
            <a:xfrm>
              <a:off x="1661215" y="632892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2" name="Rectangle 3331">
              <a:extLst>
                <a:ext uri="{FF2B5EF4-FFF2-40B4-BE49-F238E27FC236}">
                  <a16:creationId xmlns:a16="http://schemas.microsoft.com/office/drawing/2014/main" id="{DD1C2C4E-8291-953A-9377-D041750BB114}"/>
                </a:ext>
              </a:extLst>
            </p:cNvPr>
            <p:cNvSpPr/>
            <p:nvPr/>
          </p:nvSpPr>
          <p:spPr>
            <a:xfrm>
              <a:off x="1661215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3" name="Rectangle 3332">
              <a:extLst>
                <a:ext uri="{FF2B5EF4-FFF2-40B4-BE49-F238E27FC236}">
                  <a16:creationId xmlns:a16="http://schemas.microsoft.com/office/drawing/2014/main" id="{AA38AF73-3A41-33C2-2F65-E7EEAEEC2FEF}"/>
                </a:ext>
              </a:extLst>
            </p:cNvPr>
            <p:cNvSpPr/>
            <p:nvPr/>
          </p:nvSpPr>
          <p:spPr>
            <a:xfrm>
              <a:off x="1661215" y="649512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4" name="Rectangle 3333">
              <a:extLst>
                <a:ext uri="{FF2B5EF4-FFF2-40B4-BE49-F238E27FC236}">
                  <a16:creationId xmlns:a16="http://schemas.microsoft.com/office/drawing/2014/main" id="{323F5DEA-35DD-8833-C739-F41137E0B2F6}"/>
                </a:ext>
              </a:extLst>
            </p:cNvPr>
            <p:cNvSpPr/>
            <p:nvPr/>
          </p:nvSpPr>
          <p:spPr>
            <a:xfrm>
              <a:off x="1661215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5" name="Rectangle 3334">
              <a:extLst>
                <a:ext uri="{FF2B5EF4-FFF2-40B4-BE49-F238E27FC236}">
                  <a16:creationId xmlns:a16="http://schemas.microsoft.com/office/drawing/2014/main" id="{53DA5EA5-B769-4051-AF35-046C8655D1A8}"/>
                </a:ext>
              </a:extLst>
            </p:cNvPr>
            <p:cNvSpPr/>
            <p:nvPr/>
          </p:nvSpPr>
          <p:spPr>
            <a:xfrm>
              <a:off x="1661215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6" name="Rectangle 3335">
              <a:extLst>
                <a:ext uri="{FF2B5EF4-FFF2-40B4-BE49-F238E27FC236}">
                  <a16:creationId xmlns:a16="http://schemas.microsoft.com/office/drawing/2014/main" id="{ADF2DBFE-2D4B-BD0D-8939-25C0E62FB5C5}"/>
                </a:ext>
              </a:extLst>
            </p:cNvPr>
            <p:cNvSpPr/>
            <p:nvPr/>
          </p:nvSpPr>
          <p:spPr>
            <a:xfrm>
              <a:off x="1661215" y="6744411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7" name="Rectangle 3336">
              <a:extLst>
                <a:ext uri="{FF2B5EF4-FFF2-40B4-BE49-F238E27FC236}">
                  <a16:creationId xmlns:a16="http://schemas.microsoft.com/office/drawing/2014/main" id="{2FDCB7ED-916C-1637-E9C3-772960881F66}"/>
                </a:ext>
              </a:extLst>
            </p:cNvPr>
            <p:cNvSpPr/>
            <p:nvPr/>
          </p:nvSpPr>
          <p:spPr>
            <a:xfrm>
              <a:off x="1661215" y="6827508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8" name="Rectangle 3337">
              <a:extLst>
                <a:ext uri="{FF2B5EF4-FFF2-40B4-BE49-F238E27FC236}">
                  <a16:creationId xmlns:a16="http://schemas.microsoft.com/office/drawing/2014/main" id="{684A6FAC-57FF-39E3-1A34-0B4EABEC769E}"/>
                </a:ext>
              </a:extLst>
            </p:cNvPr>
            <p:cNvSpPr/>
            <p:nvPr/>
          </p:nvSpPr>
          <p:spPr>
            <a:xfrm>
              <a:off x="1661215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39" name="Rectangle 3338">
              <a:extLst>
                <a:ext uri="{FF2B5EF4-FFF2-40B4-BE49-F238E27FC236}">
                  <a16:creationId xmlns:a16="http://schemas.microsoft.com/office/drawing/2014/main" id="{8796A9EB-A1E9-63DF-CC76-984403CB8771}"/>
                </a:ext>
              </a:extLst>
            </p:cNvPr>
            <p:cNvSpPr/>
            <p:nvPr/>
          </p:nvSpPr>
          <p:spPr>
            <a:xfrm>
              <a:off x="1661215" y="699370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0" name="Rectangle 3339">
              <a:extLst>
                <a:ext uri="{FF2B5EF4-FFF2-40B4-BE49-F238E27FC236}">
                  <a16:creationId xmlns:a16="http://schemas.microsoft.com/office/drawing/2014/main" id="{265C136D-F898-6EF9-A4D0-4B283FEFA8C9}"/>
                </a:ext>
              </a:extLst>
            </p:cNvPr>
            <p:cNvSpPr/>
            <p:nvPr/>
          </p:nvSpPr>
          <p:spPr>
            <a:xfrm>
              <a:off x="1723953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1" name="Rectangle 3340">
              <a:extLst>
                <a:ext uri="{FF2B5EF4-FFF2-40B4-BE49-F238E27FC236}">
                  <a16:creationId xmlns:a16="http://schemas.microsoft.com/office/drawing/2014/main" id="{12834248-BFF7-881D-0F82-EC7C03693F3D}"/>
                </a:ext>
              </a:extLst>
            </p:cNvPr>
            <p:cNvSpPr/>
            <p:nvPr/>
          </p:nvSpPr>
          <p:spPr>
            <a:xfrm>
              <a:off x="1723953" y="1842667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2" name="Rectangle 3341">
              <a:extLst>
                <a:ext uri="{FF2B5EF4-FFF2-40B4-BE49-F238E27FC236}">
                  <a16:creationId xmlns:a16="http://schemas.microsoft.com/office/drawing/2014/main" id="{3D2AF3DC-BC1D-23A1-DE18-A6CF03B1994F}"/>
                </a:ext>
              </a:extLst>
            </p:cNvPr>
            <p:cNvSpPr/>
            <p:nvPr/>
          </p:nvSpPr>
          <p:spPr>
            <a:xfrm>
              <a:off x="1723953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3" name="Rectangle 3342">
              <a:extLst>
                <a:ext uri="{FF2B5EF4-FFF2-40B4-BE49-F238E27FC236}">
                  <a16:creationId xmlns:a16="http://schemas.microsoft.com/office/drawing/2014/main" id="{AF54C3B1-55B0-91C1-1191-2BC8D6F896EB}"/>
                </a:ext>
              </a:extLst>
            </p:cNvPr>
            <p:cNvSpPr/>
            <p:nvPr/>
          </p:nvSpPr>
          <p:spPr>
            <a:xfrm>
              <a:off x="1723953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4" name="Rectangle 3343">
              <a:extLst>
                <a:ext uri="{FF2B5EF4-FFF2-40B4-BE49-F238E27FC236}">
                  <a16:creationId xmlns:a16="http://schemas.microsoft.com/office/drawing/2014/main" id="{4934A01B-72EC-6A62-FF08-110386201CBF}"/>
                </a:ext>
              </a:extLst>
            </p:cNvPr>
            <p:cNvSpPr/>
            <p:nvPr/>
          </p:nvSpPr>
          <p:spPr>
            <a:xfrm>
              <a:off x="1723953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5" name="Rectangle 3344">
              <a:extLst>
                <a:ext uri="{FF2B5EF4-FFF2-40B4-BE49-F238E27FC236}">
                  <a16:creationId xmlns:a16="http://schemas.microsoft.com/office/drawing/2014/main" id="{CB13CCA7-AAF5-6BF7-5890-7CD26A838DE4}"/>
                </a:ext>
              </a:extLst>
            </p:cNvPr>
            <p:cNvSpPr/>
            <p:nvPr/>
          </p:nvSpPr>
          <p:spPr>
            <a:xfrm>
              <a:off x="1723953" y="217505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6" name="Rectangle 3345">
              <a:extLst>
                <a:ext uri="{FF2B5EF4-FFF2-40B4-BE49-F238E27FC236}">
                  <a16:creationId xmlns:a16="http://schemas.microsoft.com/office/drawing/2014/main" id="{B676EBB3-E1D3-B7A0-5013-55B224D6A7DE}"/>
                </a:ext>
              </a:extLst>
            </p:cNvPr>
            <p:cNvSpPr/>
            <p:nvPr/>
          </p:nvSpPr>
          <p:spPr>
            <a:xfrm>
              <a:off x="1723953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7" name="Rectangle 3346">
              <a:extLst>
                <a:ext uri="{FF2B5EF4-FFF2-40B4-BE49-F238E27FC236}">
                  <a16:creationId xmlns:a16="http://schemas.microsoft.com/office/drawing/2014/main" id="{186FC06A-B407-9E33-0340-F4018F186F5A}"/>
                </a:ext>
              </a:extLst>
            </p:cNvPr>
            <p:cNvSpPr/>
            <p:nvPr/>
          </p:nvSpPr>
          <p:spPr>
            <a:xfrm>
              <a:off x="1723953" y="234124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8" name="Rectangle 3347">
              <a:extLst>
                <a:ext uri="{FF2B5EF4-FFF2-40B4-BE49-F238E27FC236}">
                  <a16:creationId xmlns:a16="http://schemas.microsoft.com/office/drawing/2014/main" id="{6E958844-95B3-2823-8865-E183118F1EFE}"/>
                </a:ext>
              </a:extLst>
            </p:cNvPr>
            <p:cNvSpPr/>
            <p:nvPr/>
          </p:nvSpPr>
          <p:spPr>
            <a:xfrm>
              <a:off x="1723953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49" name="Rectangle 3348">
              <a:extLst>
                <a:ext uri="{FF2B5EF4-FFF2-40B4-BE49-F238E27FC236}">
                  <a16:creationId xmlns:a16="http://schemas.microsoft.com/office/drawing/2014/main" id="{724C827F-3B01-C78D-E59F-7CA800F1FDF8}"/>
                </a:ext>
              </a:extLst>
            </p:cNvPr>
            <p:cNvSpPr/>
            <p:nvPr/>
          </p:nvSpPr>
          <p:spPr>
            <a:xfrm>
              <a:off x="1723953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0" name="Rectangle 3349">
              <a:extLst>
                <a:ext uri="{FF2B5EF4-FFF2-40B4-BE49-F238E27FC236}">
                  <a16:creationId xmlns:a16="http://schemas.microsoft.com/office/drawing/2014/main" id="{6AB8D7F4-EC0C-EBE4-4B49-49336B0A1C00}"/>
                </a:ext>
              </a:extLst>
            </p:cNvPr>
            <p:cNvSpPr/>
            <p:nvPr/>
          </p:nvSpPr>
          <p:spPr>
            <a:xfrm>
              <a:off x="1723953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1" name="Rectangle 3350">
              <a:extLst>
                <a:ext uri="{FF2B5EF4-FFF2-40B4-BE49-F238E27FC236}">
                  <a16:creationId xmlns:a16="http://schemas.microsoft.com/office/drawing/2014/main" id="{E7638DDE-0602-0CA5-E304-CC57A47C6368}"/>
                </a:ext>
              </a:extLst>
            </p:cNvPr>
            <p:cNvSpPr/>
            <p:nvPr/>
          </p:nvSpPr>
          <p:spPr>
            <a:xfrm>
              <a:off x="1723953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2" name="Rectangle 3351">
              <a:extLst>
                <a:ext uri="{FF2B5EF4-FFF2-40B4-BE49-F238E27FC236}">
                  <a16:creationId xmlns:a16="http://schemas.microsoft.com/office/drawing/2014/main" id="{87478117-AE05-EBE0-1976-C0540C973DD4}"/>
                </a:ext>
              </a:extLst>
            </p:cNvPr>
            <p:cNvSpPr/>
            <p:nvPr/>
          </p:nvSpPr>
          <p:spPr>
            <a:xfrm>
              <a:off x="1723953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3" name="Rectangle 3352">
              <a:extLst>
                <a:ext uri="{FF2B5EF4-FFF2-40B4-BE49-F238E27FC236}">
                  <a16:creationId xmlns:a16="http://schemas.microsoft.com/office/drawing/2014/main" id="{C33FC5F4-7657-D7B7-7863-762BA2785AD5}"/>
                </a:ext>
              </a:extLst>
            </p:cNvPr>
            <p:cNvSpPr/>
            <p:nvPr/>
          </p:nvSpPr>
          <p:spPr>
            <a:xfrm>
              <a:off x="1723953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4" name="Rectangle 3353">
              <a:extLst>
                <a:ext uri="{FF2B5EF4-FFF2-40B4-BE49-F238E27FC236}">
                  <a16:creationId xmlns:a16="http://schemas.microsoft.com/office/drawing/2014/main" id="{DE44B5D4-1BCC-86F1-2BB1-528C0DF300F2}"/>
                </a:ext>
              </a:extLst>
            </p:cNvPr>
            <p:cNvSpPr/>
            <p:nvPr/>
          </p:nvSpPr>
          <p:spPr>
            <a:xfrm>
              <a:off x="1723953" y="292268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5" name="Rectangle 3354">
              <a:extLst>
                <a:ext uri="{FF2B5EF4-FFF2-40B4-BE49-F238E27FC236}">
                  <a16:creationId xmlns:a16="http://schemas.microsoft.com/office/drawing/2014/main" id="{725671A1-DB3D-4196-A2C1-01ADCE3791F6}"/>
                </a:ext>
              </a:extLst>
            </p:cNvPr>
            <p:cNvSpPr/>
            <p:nvPr/>
          </p:nvSpPr>
          <p:spPr>
            <a:xfrm>
              <a:off x="1723953" y="300578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6" name="Rectangle 3355">
              <a:extLst>
                <a:ext uri="{FF2B5EF4-FFF2-40B4-BE49-F238E27FC236}">
                  <a16:creationId xmlns:a16="http://schemas.microsoft.com/office/drawing/2014/main" id="{2B770E7B-C244-11BD-C0DF-A1DA8E70031D}"/>
                </a:ext>
              </a:extLst>
            </p:cNvPr>
            <p:cNvSpPr/>
            <p:nvPr/>
          </p:nvSpPr>
          <p:spPr>
            <a:xfrm>
              <a:off x="1723953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7" name="Rectangle 3356">
              <a:extLst>
                <a:ext uri="{FF2B5EF4-FFF2-40B4-BE49-F238E27FC236}">
                  <a16:creationId xmlns:a16="http://schemas.microsoft.com/office/drawing/2014/main" id="{6DD452FE-704B-905E-52E4-944F090FB347}"/>
                </a:ext>
              </a:extLst>
            </p:cNvPr>
            <p:cNvSpPr/>
            <p:nvPr/>
          </p:nvSpPr>
          <p:spPr>
            <a:xfrm>
              <a:off x="1723953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8" name="Rectangle 3357">
              <a:extLst>
                <a:ext uri="{FF2B5EF4-FFF2-40B4-BE49-F238E27FC236}">
                  <a16:creationId xmlns:a16="http://schemas.microsoft.com/office/drawing/2014/main" id="{911B683E-ABF9-C24A-5566-EF8AF972C1DB}"/>
                </a:ext>
              </a:extLst>
            </p:cNvPr>
            <p:cNvSpPr/>
            <p:nvPr/>
          </p:nvSpPr>
          <p:spPr>
            <a:xfrm>
              <a:off x="1723953" y="325507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59" name="Rectangle 3358">
              <a:extLst>
                <a:ext uri="{FF2B5EF4-FFF2-40B4-BE49-F238E27FC236}">
                  <a16:creationId xmlns:a16="http://schemas.microsoft.com/office/drawing/2014/main" id="{95876F4B-7874-0DA4-325C-C1E623040949}"/>
                </a:ext>
              </a:extLst>
            </p:cNvPr>
            <p:cNvSpPr/>
            <p:nvPr/>
          </p:nvSpPr>
          <p:spPr>
            <a:xfrm>
              <a:off x="1723953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0" name="Rectangle 3359">
              <a:extLst>
                <a:ext uri="{FF2B5EF4-FFF2-40B4-BE49-F238E27FC236}">
                  <a16:creationId xmlns:a16="http://schemas.microsoft.com/office/drawing/2014/main" id="{68DA8DED-85E0-9841-2493-A9E0E682227B}"/>
                </a:ext>
              </a:extLst>
            </p:cNvPr>
            <p:cNvSpPr/>
            <p:nvPr/>
          </p:nvSpPr>
          <p:spPr>
            <a:xfrm>
              <a:off x="1723953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1" name="Rectangle 3360">
              <a:extLst>
                <a:ext uri="{FF2B5EF4-FFF2-40B4-BE49-F238E27FC236}">
                  <a16:creationId xmlns:a16="http://schemas.microsoft.com/office/drawing/2014/main" id="{1156D409-F15C-0284-7340-A0CEE3BF9AAD}"/>
                </a:ext>
              </a:extLst>
            </p:cNvPr>
            <p:cNvSpPr/>
            <p:nvPr/>
          </p:nvSpPr>
          <p:spPr>
            <a:xfrm>
              <a:off x="1723953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2" name="Rectangle 3361">
              <a:extLst>
                <a:ext uri="{FF2B5EF4-FFF2-40B4-BE49-F238E27FC236}">
                  <a16:creationId xmlns:a16="http://schemas.microsoft.com/office/drawing/2014/main" id="{3F2B19EC-8506-EAD4-8DF4-8673F2DBE9C9}"/>
                </a:ext>
              </a:extLst>
            </p:cNvPr>
            <p:cNvSpPr/>
            <p:nvPr/>
          </p:nvSpPr>
          <p:spPr>
            <a:xfrm>
              <a:off x="1723953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3" name="Rectangle 3362">
              <a:extLst>
                <a:ext uri="{FF2B5EF4-FFF2-40B4-BE49-F238E27FC236}">
                  <a16:creationId xmlns:a16="http://schemas.microsoft.com/office/drawing/2014/main" id="{FC1D5367-1D63-9332-4845-91D61B66E7F1}"/>
                </a:ext>
              </a:extLst>
            </p:cNvPr>
            <p:cNvSpPr/>
            <p:nvPr/>
          </p:nvSpPr>
          <p:spPr>
            <a:xfrm>
              <a:off x="1723953" y="367031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4" name="Rectangle 3363">
              <a:extLst>
                <a:ext uri="{FF2B5EF4-FFF2-40B4-BE49-F238E27FC236}">
                  <a16:creationId xmlns:a16="http://schemas.microsoft.com/office/drawing/2014/main" id="{1603CB90-26BD-7476-A8BA-97C6E0FE991C}"/>
                </a:ext>
              </a:extLst>
            </p:cNvPr>
            <p:cNvSpPr/>
            <p:nvPr/>
          </p:nvSpPr>
          <p:spPr>
            <a:xfrm>
              <a:off x="1723953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5" name="Rectangle 3364">
              <a:extLst>
                <a:ext uri="{FF2B5EF4-FFF2-40B4-BE49-F238E27FC236}">
                  <a16:creationId xmlns:a16="http://schemas.microsoft.com/office/drawing/2014/main" id="{F3C27B46-04D4-0C54-5411-E1673158DEDB}"/>
                </a:ext>
              </a:extLst>
            </p:cNvPr>
            <p:cNvSpPr/>
            <p:nvPr/>
          </p:nvSpPr>
          <p:spPr>
            <a:xfrm>
              <a:off x="1723953" y="3836509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6" name="Rectangle 3365">
              <a:extLst>
                <a:ext uri="{FF2B5EF4-FFF2-40B4-BE49-F238E27FC236}">
                  <a16:creationId xmlns:a16="http://schemas.microsoft.com/office/drawing/2014/main" id="{92A4B0D1-D6CE-8E68-9577-39A1CE08565D}"/>
                </a:ext>
              </a:extLst>
            </p:cNvPr>
            <p:cNvSpPr/>
            <p:nvPr/>
          </p:nvSpPr>
          <p:spPr>
            <a:xfrm>
              <a:off x="1723953" y="39196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7" name="Rectangle 3366">
              <a:extLst>
                <a:ext uri="{FF2B5EF4-FFF2-40B4-BE49-F238E27FC236}">
                  <a16:creationId xmlns:a16="http://schemas.microsoft.com/office/drawing/2014/main" id="{26AB0A96-09CA-D7EC-189C-3B424627DB33}"/>
                </a:ext>
              </a:extLst>
            </p:cNvPr>
            <p:cNvSpPr/>
            <p:nvPr/>
          </p:nvSpPr>
          <p:spPr>
            <a:xfrm>
              <a:off x="1723953" y="40027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8" name="Rectangle 3367">
              <a:extLst>
                <a:ext uri="{FF2B5EF4-FFF2-40B4-BE49-F238E27FC236}">
                  <a16:creationId xmlns:a16="http://schemas.microsoft.com/office/drawing/2014/main" id="{A6DF4F12-7CD5-9FFB-C113-B613B91054A2}"/>
                </a:ext>
              </a:extLst>
            </p:cNvPr>
            <p:cNvSpPr/>
            <p:nvPr/>
          </p:nvSpPr>
          <p:spPr>
            <a:xfrm>
              <a:off x="1723953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69" name="Rectangle 3368">
              <a:extLst>
                <a:ext uri="{FF2B5EF4-FFF2-40B4-BE49-F238E27FC236}">
                  <a16:creationId xmlns:a16="http://schemas.microsoft.com/office/drawing/2014/main" id="{D5513EF8-D867-69EE-354F-EA32FF960667}"/>
                </a:ext>
              </a:extLst>
            </p:cNvPr>
            <p:cNvSpPr/>
            <p:nvPr/>
          </p:nvSpPr>
          <p:spPr>
            <a:xfrm>
              <a:off x="1723953" y="41688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0" name="Rectangle 3369">
              <a:extLst>
                <a:ext uri="{FF2B5EF4-FFF2-40B4-BE49-F238E27FC236}">
                  <a16:creationId xmlns:a16="http://schemas.microsoft.com/office/drawing/2014/main" id="{E69C0051-9DA2-B8C1-0EAE-515D05F99240}"/>
                </a:ext>
              </a:extLst>
            </p:cNvPr>
            <p:cNvSpPr/>
            <p:nvPr/>
          </p:nvSpPr>
          <p:spPr>
            <a:xfrm>
              <a:off x="1723953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1" name="Rectangle 3370">
              <a:extLst>
                <a:ext uri="{FF2B5EF4-FFF2-40B4-BE49-F238E27FC236}">
                  <a16:creationId xmlns:a16="http://schemas.microsoft.com/office/drawing/2014/main" id="{BBF037F8-283A-F77D-FFC9-A7271233322E}"/>
                </a:ext>
              </a:extLst>
            </p:cNvPr>
            <p:cNvSpPr/>
            <p:nvPr/>
          </p:nvSpPr>
          <p:spPr>
            <a:xfrm>
              <a:off x="1723953" y="4335087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2" name="Rectangle 3371">
              <a:extLst>
                <a:ext uri="{FF2B5EF4-FFF2-40B4-BE49-F238E27FC236}">
                  <a16:creationId xmlns:a16="http://schemas.microsoft.com/office/drawing/2014/main" id="{4303158C-FF9D-D397-622E-EBBCBC5FF661}"/>
                </a:ext>
              </a:extLst>
            </p:cNvPr>
            <p:cNvSpPr/>
            <p:nvPr/>
          </p:nvSpPr>
          <p:spPr>
            <a:xfrm>
              <a:off x="1723953" y="441818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3" name="Rectangle 3372">
              <a:extLst>
                <a:ext uri="{FF2B5EF4-FFF2-40B4-BE49-F238E27FC236}">
                  <a16:creationId xmlns:a16="http://schemas.microsoft.com/office/drawing/2014/main" id="{9844DF1C-F0A3-855F-5688-ED0C37F69F78}"/>
                </a:ext>
              </a:extLst>
            </p:cNvPr>
            <p:cNvSpPr/>
            <p:nvPr/>
          </p:nvSpPr>
          <p:spPr>
            <a:xfrm>
              <a:off x="1723953" y="450128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4" name="Rectangle 3373">
              <a:extLst>
                <a:ext uri="{FF2B5EF4-FFF2-40B4-BE49-F238E27FC236}">
                  <a16:creationId xmlns:a16="http://schemas.microsoft.com/office/drawing/2014/main" id="{E53B8F85-278B-8315-2C47-914C216AF342}"/>
                </a:ext>
              </a:extLst>
            </p:cNvPr>
            <p:cNvSpPr/>
            <p:nvPr/>
          </p:nvSpPr>
          <p:spPr>
            <a:xfrm>
              <a:off x="1723953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5" name="Rectangle 3374">
              <a:extLst>
                <a:ext uri="{FF2B5EF4-FFF2-40B4-BE49-F238E27FC236}">
                  <a16:creationId xmlns:a16="http://schemas.microsoft.com/office/drawing/2014/main" id="{0392BFF0-4D4A-C7E7-6CF2-3E11D097FE15}"/>
                </a:ext>
              </a:extLst>
            </p:cNvPr>
            <p:cNvSpPr/>
            <p:nvPr/>
          </p:nvSpPr>
          <p:spPr>
            <a:xfrm>
              <a:off x="1723953" y="466747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6" name="Rectangle 3375">
              <a:extLst>
                <a:ext uri="{FF2B5EF4-FFF2-40B4-BE49-F238E27FC236}">
                  <a16:creationId xmlns:a16="http://schemas.microsoft.com/office/drawing/2014/main" id="{4BC14B11-DB2F-B1EC-D539-209CCDB31F1E}"/>
                </a:ext>
              </a:extLst>
            </p:cNvPr>
            <p:cNvSpPr/>
            <p:nvPr/>
          </p:nvSpPr>
          <p:spPr>
            <a:xfrm>
              <a:off x="1723953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7" name="Rectangle 3376">
              <a:extLst>
                <a:ext uri="{FF2B5EF4-FFF2-40B4-BE49-F238E27FC236}">
                  <a16:creationId xmlns:a16="http://schemas.microsoft.com/office/drawing/2014/main" id="{7040B7DE-B38D-1547-119D-8F71B6E106F9}"/>
                </a:ext>
              </a:extLst>
            </p:cNvPr>
            <p:cNvSpPr/>
            <p:nvPr/>
          </p:nvSpPr>
          <p:spPr>
            <a:xfrm>
              <a:off x="1723953" y="483343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8" name="Rectangle 3377">
              <a:extLst>
                <a:ext uri="{FF2B5EF4-FFF2-40B4-BE49-F238E27FC236}">
                  <a16:creationId xmlns:a16="http://schemas.microsoft.com/office/drawing/2014/main" id="{909DF841-CC12-969E-85DA-4B652FD1627C}"/>
                </a:ext>
              </a:extLst>
            </p:cNvPr>
            <p:cNvSpPr/>
            <p:nvPr/>
          </p:nvSpPr>
          <p:spPr>
            <a:xfrm>
              <a:off x="1723953" y="49165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79" name="Rectangle 3378">
              <a:extLst>
                <a:ext uri="{FF2B5EF4-FFF2-40B4-BE49-F238E27FC236}">
                  <a16:creationId xmlns:a16="http://schemas.microsoft.com/office/drawing/2014/main" id="{FF12EE76-21B3-024A-4BD6-832E8FDD2461}"/>
                </a:ext>
              </a:extLst>
            </p:cNvPr>
            <p:cNvSpPr/>
            <p:nvPr/>
          </p:nvSpPr>
          <p:spPr>
            <a:xfrm>
              <a:off x="1723953" y="499962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0" name="Rectangle 3379">
              <a:extLst>
                <a:ext uri="{FF2B5EF4-FFF2-40B4-BE49-F238E27FC236}">
                  <a16:creationId xmlns:a16="http://schemas.microsoft.com/office/drawing/2014/main" id="{2206692E-8D71-0EA7-8860-EC8A73FF430A}"/>
                </a:ext>
              </a:extLst>
            </p:cNvPr>
            <p:cNvSpPr/>
            <p:nvPr/>
          </p:nvSpPr>
          <p:spPr>
            <a:xfrm>
              <a:off x="1723953" y="5082717"/>
              <a:ext cx="62737" cy="8309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1" name="Rectangle 3380">
              <a:extLst>
                <a:ext uri="{FF2B5EF4-FFF2-40B4-BE49-F238E27FC236}">
                  <a16:creationId xmlns:a16="http://schemas.microsoft.com/office/drawing/2014/main" id="{79DB2D4A-F5D7-E368-C2E9-CBDC33CF9E16}"/>
                </a:ext>
              </a:extLst>
            </p:cNvPr>
            <p:cNvSpPr/>
            <p:nvPr/>
          </p:nvSpPr>
          <p:spPr>
            <a:xfrm>
              <a:off x="1723953" y="516581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2" name="Rectangle 3381">
              <a:extLst>
                <a:ext uri="{FF2B5EF4-FFF2-40B4-BE49-F238E27FC236}">
                  <a16:creationId xmlns:a16="http://schemas.microsoft.com/office/drawing/2014/main" id="{A92FA5EA-FD79-5AB2-862B-850F93CB435F}"/>
                </a:ext>
              </a:extLst>
            </p:cNvPr>
            <p:cNvSpPr/>
            <p:nvPr/>
          </p:nvSpPr>
          <p:spPr>
            <a:xfrm>
              <a:off x="1723953" y="52489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3" name="Rectangle 3382">
              <a:extLst>
                <a:ext uri="{FF2B5EF4-FFF2-40B4-BE49-F238E27FC236}">
                  <a16:creationId xmlns:a16="http://schemas.microsoft.com/office/drawing/2014/main" id="{5C0688FD-B50C-1E51-8859-07AEE2709CCC}"/>
                </a:ext>
              </a:extLst>
            </p:cNvPr>
            <p:cNvSpPr/>
            <p:nvPr/>
          </p:nvSpPr>
          <p:spPr>
            <a:xfrm>
              <a:off x="1723953" y="53320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4" name="Rectangle 3383">
              <a:extLst>
                <a:ext uri="{FF2B5EF4-FFF2-40B4-BE49-F238E27FC236}">
                  <a16:creationId xmlns:a16="http://schemas.microsoft.com/office/drawing/2014/main" id="{B85FA707-689D-714A-C9FB-BD92A2FF77A4}"/>
                </a:ext>
              </a:extLst>
            </p:cNvPr>
            <p:cNvSpPr/>
            <p:nvPr/>
          </p:nvSpPr>
          <p:spPr>
            <a:xfrm>
              <a:off x="1723953" y="541510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5" name="Rectangle 3384">
              <a:extLst>
                <a:ext uri="{FF2B5EF4-FFF2-40B4-BE49-F238E27FC236}">
                  <a16:creationId xmlns:a16="http://schemas.microsoft.com/office/drawing/2014/main" id="{2330EDF7-AEF5-3E74-8A55-811163038F30}"/>
                </a:ext>
              </a:extLst>
            </p:cNvPr>
            <p:cNvSpPr/>
            <p:nvPr/>
          </p:nvSpPr>
          <p:spPr>
            <a:xfrm>
              <a:off x="1723953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6" name="Rectangle 3385">
              <a:extLst>
                <a:ext uri="{FF2B5EF4-FFF2-40B4-BE49-F238E27FC236}">
                  <a16:creationId xmlns:a16="http://schemas.microsoft.com/office/drawing/2014/main" id="{A64CF98F-52A3-2F08-49B2-CF457A5D1553}"/>
                </a:ext>
              </a:extLst>
            </p:cNvPr>
            <p:cNvSpPr/>
            <p:nvPr/>
          </p:nvSpPr>
          <p:spPr>
            <a:xfrm>
              <a:off x="1723953" y="558129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7" name="Rectangle 3386">
              <a:extLst>
                <a:ext uri="{FF2B5EF4-FFF2-40B4-BE49-F238E27FC236}">
                  <a16:creationId xmlns:a16="http://schemas.microsoft.com/office/drawing/2014/main" id="{9538F6EA-58C0-DA66-AB07-8BBA20911DB3}"/>
                </a:ext>
              </a:extLst>
            </p:cNvPr>
            <p:cNvSpPr/>
            <p:nvPr/>
          </p:nvSpPr>
          <p:spPr>
            <a:xfrm>
              <a:off x="1723953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8" name="Rectangle 3387">
              <a:extLst>
                <a:ext uri="{FF2B5EF4-FFF2-40B4-BE49-F238E27FC236}">
                  <a16:creationId xmlns:a16="http://schemas.microsoft.com/office/drawing/2014/main" id="{9324EE5D-876C-0BA7-4849-8BDBA325D742}"/>
                </a:ext>
              </a:extLst>
            </p:cNvPr>
            <p:cNvSpPr/>
            <p:nvPr/>
          </p:nvSpPr>
          <p:spPr>
            <a:xfrm>
              <a:off x="1723953" y="574749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89" name="Rectangle 3388">
              <a:extLst>
                <a:ext uri="{FF2B5EF4-FFF2-40B4-BE49-F238E27FC236}">
                  <a16:creationId xmlns:a16="http://schemas.microsoft.com/office/drawing/2014/main" id="{4828D377-90E5-F7C3-FEF7-780CF132E6D6}"/>
                </a:ext>
              </a:extLst>
            </p:cNvPr>
            <p:cNvSpPr/>
            <p:nvPr/>
          </p:nvSpPr>
          <p:spPr>
            <a:xfrm>
              <a:off x="1723953" y="583058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0" name="Rectangle 3389">
              <a:extLst>
                <a:ext uri="{FF2B5EF4-FFF2-40B4-BE49-F238E27FC236}">
                  <a16:creationId xmlns:a16="http://schemas.microsoft.com/office/drawing/2014/main" id="{18D6449B-3BA4-8AB3-2352-C4F9347CB8DF}"/>
                </a:ext>
              </a:extLst>
            </p:cNvPr>
            <p:cNvSpPr/>
            <p:nvPr/>
          </p:nvSpPr>
          <p:spPr>
            <a:xfrm>
              <a:off x="1723953" y="5913447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1" name="Rectangle 3390">
              <a:extLst>
                <a:ext uri="{FF2B5EF4-FFF2-40B4-BE49-F238E27FC236}">
                  <a16:creationId xmlns:a16="http://schemas.microsoft.com/office/drawing/2014/main" id="{1F497555-52B4-8974-ABBA-FCEFE95A8C4A}"/>
                </a:ext>
              </a:extLst>
            </p:cNvPr>
            <p:cNvSpPr/>
            <p:nvPr/>
          </p:nvSpPr>
          <p:spPr>
            <a:xfrm>
              <a:off x="1723953" y="599654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2" name="Rectangle 3391">
              <a:extLst>
                <a:ext uri="{FF2B5EF4-FFF2-40B4-BE49-F238E27FC236}">
                  <a16:creationId xmlns:a16="http://schemas.microsoft.com/office/drawing/2014/main" id="{13BC2CB1-C221-DAEA-EBCC-69C3AA8C1C4B}"/>
                </a:ext>
              </a:extLst>
            </p:cNvPr>
            <p:cNvSpPr/>
            <p:nvPr/>
          </p:nvSpPr>
          <p:spPr>
            <a:xfrm>
              <a:off x="1723953" y="607964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3" name="Rectangle 3392">
              <a:extLst>
                <a:ext uri="{FF2B5EF4-FFF2-40B4-BE49-F238E27FC236}">
                  <a16:creationId xmlns:a16="http://schemas.microsoft.com/office/drawing/2014/main" id="{154A0C0E-098E-1F75-6502-C826298BF366}"/>
                </a:ext>
              </a:extLst>
            </p:cNvPr>
            <p:cNvSpPr/>
            <p:nvPr/>
          </p:nvSpPr>
          <p:spPr>
            <a:xfrm>
              <a:off x="1723953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4" name="Rectangle 3393">
              <a:extLst>
                <a:ext uri="{FF2B5EF4-FFF2-40B4-BE49-F238E27FC236}">
                  <a16:creationId xmlns:a16="http://schemas.microsoft.com/office/drawing/2014/main" id="{4E07438A-6773-2CA6-A78A-656A1EB70BA0}"/>
                </a:ext>
              </a:extLst>
            </p:cNvPr>
            <p:cNvSpPr/>
            <p:nvPr/>
          </p:nvSpPr>
          <p:spPr>
            <a:xfrm>
              <a:off x="1723953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5" name="Rectangle 3394">
              <a:extLst>
                <a:ext uri="{FF2B5EF4-FFF2-40B4-BE49-F238E27FC236}">
                  <a16:creationId xmlns:a16="http://schemas.microsoft.com/office/drawing/2014/main" id="{315DD160-48D6-A7A0-6F43-0E012F63BE0F}"/>
                </a:ext>
              </a:extLst>
            </p:cNvPr>
            <p:cNvSpPr/>
            <p:nvPr/>
          </p:nvSpPr>
          <p:spPr>
            <a:xfrm>
              <a:off x="1723953" y="632892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6" name="Rectangle 3395">
              <a:extLst>
                <a:ext uri="{FF2B5EF4-FFF2-40B4-BE49-F238E27FC236}">
                  <a16:creationId xmlns:a16="http://schemas.microsoft.com/office/drawing/2014/main" id="{C861AB57-7917-24B3-724E-FD55E5C860A8}"/>
                </a:ext>
              </a:extLst>
            </p:cNvPr>
            <p:cNvSpPr/>
            <p:nvPr/>
          </p:nvSpPr>
          <p:spPr>
            <a:xfrm>
              <a:off x="1723953" y="641202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7" name="Rectangle 3396">
              <a:extLst>
                <a:ext uri="{FF2B5EF4-FFF2-40B4-BE49-F238E27FC236}">
                  <a16:creationId xmlns:a16="http://schemas.microsoft.com/office/drawing/2014/main" id="{B9967662-3B09-DD80-1E80-D782D95F7961}"/>
                </a:ext>
              </a:extLst>
            </p:cNvPr>
            <p:cNvSpPr/>
            <p:nvPr/>
          </p:nvSpPr>
          <p:spPr>
            <a:xfrm>
              <a:off x="1723953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8" name="Rectangle 3397">
              <a:extLst>
                <a:ext uri="{FF2B5EF4-FFF2-40B4-BE49-F238E27FC236}">
                  <a16:creationId xmlns:a16="http://schemas.microsoft.com/office/drawing/2014/main" id="{0AE208F4-29B7-ECD4-4B1F-394F424A0E75}"/>
                </a:ext>
              </a:extLst>
            </p:cNvPr>
            <p:cNvSpPr/>
            <p:nvPr/>
          </p:nvSpPr>
          <p:spPr>
            <a:xfrm>
              <a:off x="1723953" y="657821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399" name="Rectangle 3398">
              <a:extLst>
                <a:ext uri="{FF2B5EF4-FFF2-40B4-BE49-F238E27FC236}">
                  <a16:creationId xmlns:a16="http://schemas.microsoft.com/office/drawing/2014/main" id="{F14AC6A4-DC4D-D63E-0E59-EE94379D4EC4}"/>
                </a:ext>
              </a:extLst>
            </p:cNvPr>
            <p:cNvSpPr/>
            <p:nvPr/>
          </p:nvSpPr>
          <p:spPr>
            <a:xfrm>
              <a:off x="1723953" y="666131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0" name="Rectangle 3399">
              <a:extLst>
                <a:ext uri="{FF2B5EF4-FFF2-40B4-BE49-F238E27FC236}">
                  <a16:creationId xmlns:a16="http://schemas.microsoft.com/office/drawing/2014/main" id="{B7C107CE-5E03-21F1-B6BA-74D1E1523106}"/>
                </a:ext>
              </a:extLst>
            </p:cNvPr>
            <p:cNvSpPr/>
            <p:nvPr/>
          </p:nvSpPr>
          <p:spPr>
            <a:xfrm>
              <a:off x="1723953" y="6744411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1" name="Rectangle 3400">
              <a:extLst>
                <a:ext uri="{FF2B5EF4-FFF2-40B4-BE49-F238E27FC236}">
                  <a16:creationId xmlns:a16="http://schemas.microsoft.com/office/drawing/2014/main" id="{FBD61C11-7B0E-6A79-46B9-B7552F310463}"/>
                </a:ext>
              </a:extLst>
            </p:cNvPr>
            <p:cNvSpPr/>
            <p:nvPr/>
          </p:nvSpPr>
          <p:spPr>
            <a:xfrm>
              <a:off x="1723953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2" name="Rectangle 3401">
              <a:extLst>
                <a:ext uri="{FF2B5EF4-FFF2-40B4-BE49-F238E27FC236}">
                  <a16:creationId xmlns:a16="http://schemas.microsoft.com/office/drawing/2014/main" id="{EA943663-049B-F638-BE14-41F7C739B398}"/>
                </a:ext>
              </a:extLst>
            </p:cNvPr>
            <p:cNvSpPr/>
            <p:nvPr/>
          </p:nvSpPr>
          <p:spPr>
            <a:xfrm>
              <a:off x="1723953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3" name="Rectangle 3402">
              <a:extLst>
                <a:ext uri="{FF2B5EF4-FFF2-40B4-BE49-F238E27FC236}">
                  <a16:creationId xmlns:a16="http://schemas.microsoft.com/office/drawing/2014/main" id="{428219F3-6E9A-DD18-E51D-EE89E230F676}"/>
                </a:ext>
              </a:extLst>
            </p:cNvPr>
            <p:cNvSpPr/>
            <p:nvPr/>
          </p:nvSpPr>
          <p:spPr>
            <a:xfrm>
              <a:off x="1723953" y="699370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4" name="Rectangle 3403">
              <a:extLst>
                <a:ext uri="{FF2B5EF4-FFF2-40B4-BE49-F238E27FC236}">
                  <a16:creationId xmlns:a16="http://schemas.microsoft.com/office/drawing/2014/main" id="{36225E69-3926-8E17-63AB-412EB918A0E5}"/>
                </a:ext>
              </a:extLst>
            </p:cNvPr>
            <p:cNvSpPr/>
            <p:nvPr/>
          </p:nvSpPr>
          <p:spPr>
            <a:xfrm>
              <a:off x="1786691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5" name="Rectangle 3404">
              <a:extLst>
                <a:ext uri="{FF2B5EF4-FFF2-40B4-BE49-F238E27FC236}">
                  <a16:creationId xmlns:a16="http://schemas.microsoft.com/office/drawing/2014/main" id="{E42996A5-EBDD-5EF3-6544-1F82B7C31AA7}"/>
                </a:ext>
              </a:extLst>
            </p:cNvPr>
            <p:cNvSpPr/>
            <p:nvPr/>
          </p:nvSpPr>
          <p:spPr>
            <a:xfrm>
              <a:off x="1786691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6" name="Rectangle 3405">
              <a:extLst>
                <a:ext uri="{FF2B5EF4-FFF2-40B4-BE49-F238E27FC236}">
                  <a16:creationId xmlns:a16="http://schemas.microsoft.com/office/drawing/2014/main" id="{22D77FAC-35A8-73C3-48AA-53B7657CE82A}"/>
                </a:ext>
              </a:extLst>
            </p:cNvPr>
            <p:cNvSpPr/>
            <p:nvPr/>
          </p:nvSpPr>
          <p:spPr>
            <a:xfrm>
              <a:off x="1786691" y="1925763"/>
              <a:ext cx="62737" cy="83095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7" name="Rectangle 3406">
              <a:extLst>
                <a:ext uri="{FF2B5EF4-FFF2-40B4-BE49-F238E27FC236}">
                  <a16:creationId xmlns:a16="http://schemas.microsoft.com/office/drawing/2014/main" id="{A012ED1B-D073-CBF0-ACF2-BAEA5FF4FBB4}"/>
                </a:ext>
              </a:extLst>
            </p:cNvPr>
            <p:cNvSpPr/>
            <p:nvPr/>
          </p:nvSpPr>
          <p:spPr>
            <a:xfrm>
              <a:off x="1786691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8" name="Rectangle 3407">
              <a:extLst>
                <a:ext uri="{FF2B5EF4-FFF2-40B4-BE49-F238E27FC236}">
                  <a16:creationId xmlns:a16="http://schemas.microsoft.com/office/drawing/2014/main" id="{61B2E0A2-EDC2-E3DC-A853-630B766A52A3}"/>
                </a:ext>
              </a:extLst>
            </p:cNvPr>
            <p:cNvSpPr/>
            <p:nvPr/>
          </p:nvSpPr>
          <p:spPr>
            <a:xfrm>
              <a:off x="1786691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09" name="Rectangle 3408">
              <a:extLst>
                <a:ext uri="{FF2B5EF4-FFF2-40B4-BE49-F238E27FC236}">
                  <a16:creationId xmlns:a16="http://schemas.microsoft.com/office/drawing/2014/main" id="{C44C479F-5F5F-E5E2-8339-279D7EDB8AED}"/>
                </a:ext>
              </a:extLst>
            </p:cNvPr>
            <p:cNvSpPr/>
            <p:nvPr/>
          </p:nvSpPr>
          <p:spPr>
            <a:xfrm>
              <a:off x="1786691" y="217505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0" name="Rectangle 3409">
              <a:extLst>
                <a:ext uri="{FF2B5EF4-FFF2-40B4-BE49-F238E27FC236}">
                  <a16:creationId xmlns:a16="http://schemas.microsoft.com/office/drawing/2014/main" id="{243B7FD6-7C30-D648-B533-07E1D7BFC148}"/>
                </a:ext>
              </a:extLst>
            </p:cNvPr>
            <p:cNvSpPr/>
            <p:nvPr/>
          </p:nvSpPr>
          <p:spPr>
            <a:xfrm>
              <a:off x="1786691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1" name="Rectangle 3410">
              <a:extLst>
                <a:ext uri="{FF2B5EF4-FFF2-40B4-BE49-F238E27FC236}">
                  <a16:creationId xmlns:a16="http://schemas.microsoft.com/office/drawing/2014/main" id="{8AFB553F-EEB2-BFA2-1B33-706A35502F56}"/>
                </a:ext>
              </a:extLst>
            </p:cNvPr>
            <p:cNvSpPr/>
            <p:nvPr/>
          </p:nvSpPr>
          <p:spPr>
            <a:xfrm>
              <a:off x="1786691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2" name="Rectangle 3411">
              <a:extLst>
                <a:ext uri="{FF2B5EF4-FFF2-40B4-BE49-F238E27FC236}">
                  <a16:creationId xmlns:a16="http://schemas.microsoft.com/office/drawing/2014/main" id="{B0AC8BA3-6CB5-E01A-7A04-1E9387CF0F6F}"/>
                </a:ext>
              </a:extLst>
            </p:cNvPr>
            <p:cNvSpPr/>
            <p:nvPr/>
          </p:nvSpPr>
          <p:spPr>
            <a:xfrm>
              <a:off x="1786691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3" name="Rectangle 3412">
              <a:extLst>
                <a:ext uri="{FF2B5EF4-FFF2-40B4-BE49-F238E27FC236}">
                  <a16:creationId xmlns:a16="http://schemas.microsoft.com/office/drawing/2014/main" id="{F669A774-484A-E9FA-DA68-96B9427A64B3}"/>
                </a:ext>
              </a:extLst>
            </p:cNvPr>
            <p:cNvSpPr/>
            <p:nvPr/>
          </p:nvSpPr>
          <p:spPr>
            <a:xfrm>
              <a:off x="1786691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4" name="Rectangle 3413">
              <a:extLst>
                <a:ext uri="{FF2B5EF4-FFF2-40B4-BE49-F238E27FC236}">
                  <a16:creationId xmlns:a16="http://schemas.microsoft.com/office/drawing/2014/main" id="{9CA47D41-9D3D-EFFD-9C05-CBACADCA506D}"/>
                </a:ext>
              </a:extLst>
            </p:cNvPr>
            <p:cNvSpPr/>
            <p:nvPr/>
          </p:nvSpPr>
          <p:spPr>
            <a:xfrm>
              <a:off x="1786691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5" name="Rectangle 3414">
              <a:extLst>
                <a:ext uri="{FF2B5EF4-FFF2-40B4-BE49-F238E27FC236}">
                  <a16:creationId xmlns:a16="http://schemas.microsoft.com/office/drawing/2014/main" id="{A022314B-1031-3250-4F37-EA63E7804C70}"/>
                </a:ext>
              </a:extLst>
            </p:cNvPr>
            <p:cNvSpPr/>
            <p:nvPr/>
          </p:nvSpPr>
          <p:spPr>
            <a:xfrm>
              <a:off x="1786691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6" name="Rectangle 3415">
              <a:extLst>
                <a:ext uri="{FF2B5EF4-FFF2-40B4-BE49-F238E27FC236}">
                  <a16:creationId xmlns:a16="http://schemas.microsoft.com/office/drawing/2014/main" id="{593EF8F0-0325-0084-75B9-646782E635F8}"/>
                </a:ext>
              </a:extLst>
            </p:cNvPr>
            <p:cNvSpPr/>
            <p:nvPr/>
          </p:nvSpPr>
          <p:spPr>
            <a:xfrm>
              <a:off x="1786691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7" name="Rectangle 3416">
              <a:extLst>
                <a:ext uri="{FF2B5EF4-FFF2-40B4-BE49-F238E27FC236}">
                  <a16:creationId xmlns:a16="http://schemas.microsoft.com/office/drawing/2014/main" id="{BA01341B-7F29-E7DE-4D17-C1704E8B76EE}"/>
                </a:ext>
              </a:extLst>
            </p:cNvPr>
            <p:cNvSpPr/>
            <p:nvPr/>
          </p:nvSpPr>
          <p:spPr>
            <a:xfrm>
              <a:off x="1786691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8" name="Rectangle 3417">
              <a:extLst>
                <a:ext uri="{FF2B5EF4-FFF2-40B4-BE49-F238E27FC236}">
                  <a16:creationId xmlns:a16="http://schemas.microsoft.com/office/drawing/2014/main" id="{BCF0D02E-0695-DA9A-0E6A-5EF9A6A951AF}"/>
                </a:ext>
              </a:extLst>
            </p:cNvPr>
            <p:cNvSpPr/>
            <p:nvPr/>
          </p:nvSpPr>
          <p:spPr>
            <a:xfrm>
              <a:off x="1786691" y="292268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19" name="Rectangle 3418">
              <a:extLst>
                <a:ext uri="{FF2B5EF4-FFF2-40B4-BE49-F238E27FC236}">
                  <a16:creationId xmlns:a16="http://schemas.microsoft.com/office/drawing/2014/main" id="{92FEA101-E5F1-EAAB-BB3F-516E7A4E3486}"/>
                </a:ext>
              </a:extLst>
            </p:cNvPr>
            <p:cNvSpPr/>
            <p:nvPr/>
          </p:nvSpPr>
          <p:spPr>
            <a:xfrm>
              <a:off x="1786691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0" name="Rectangle 3419">
              <a:extLst>
                <a:ext uri="{FF2B5EF4-FFF2-40B4-BE49-F238E27FC236}">
                  <a16:creationId xmlns:a16="http://schemas.microsoft.com/office/drawing/2014/main" id="{04A04F56-2488-D9A7-53A9-056BCDCDA59C}"/>
                </a:ext>
              </a:extLst>
            </p:cNvPr>
            <p:cNvSpPr/>
            <p:nvPr/>
          </p:nvSpPr>
          <p:spPr>
            <a:xfrm>
              <a:off x="1786691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1" name="Rectangle 3420">
              <a:extLst>
                <a:ext uri="{FF2B5EF4-FFF2-40B4-BE49-F238E27FC236}">
                  <a16:creationId xmlns:a16="http://schemas.microsoft.com/office/drawing/2014/main" id="{29A84AE0-6F5C-9185-8ABE-D86357E3FF35}"/>
                </a:ext>
              </a:extLst>
            </p:cNvPr>
            <p:cNvSpPr/>
            <p:nvPr/>
          </p:nvSpPr>
          <p:spPr>
            <a:xfrm>
              <a:off x="1786691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2" name="Rectangle 3421">
              <a:extLst>
                <a:ext uri="{FF2B5EF4-FFF2-40B4-BE49-F238E27FC236}">
                  <a16:creationId xmlns:a16="http://schemas.microsoft.com/office/drawing/2014/main" id="{51EB8182-AF6D-8ED5-648D-38AA8B424B91}"/>
                </a:ext>
              </a:extLst>
            </p:cNvPr>
            <p:cNvSpPr/>
            <p:nvPr/>
          </p:nvSpPr>
          <p:spPr>
            <a:xfrm>
              <a:off x="1786691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3" name="Rectangle 3422">
              <a:extLst>
                <a:ext uri="{FF2B5EF4-FFF2-40B4-BE49-F238E27FC236}">
                  <a16:creationId xmlns:a16="http://schemas.microsoft.com/office/drawing/2014/main" id="{9470A1A9-FBC2-ACC9-15DB-E9601E507218}"/>
                </a:ext>
              </a:extLst>
            </p:cNvPr>
            <p:cNvSpPr/>
            <p:nvPr/>
          </p:nvSpPr>
          <p:spPr>
            <a:xfrm>
              <a:off x="1786691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4" name="Rectangle 3423">
              <a:extLst>
                <a:ext uri="{FF2B5EF4-FFF2-40B4-BE49-F238E27FC236}">
                  <a16:creationId xmlns:a16="http://schemas.microsoft.com/office/drawing/2014/main" id="{EBAF28D5-BD52-1E79-EA87-66CA82CD186C}"/>
                </a:ext>
              </a:extLst>
            </p:cNvPr>
            <p:cNvSpPr/>
            <p:nvPr/>
          </p:nvSpPr>
          <p:spPr>
            <a:xfrm>
              <a:off x="1786691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5" name="Rectangle 3424">
              <a:extLst>
                <a:ext uri="{FF2B5EF4-FFF2-40B4-BE49-F238E27FC236}">
                  <a16:creationId xmlns:a16="http://schemas.microsoft.com/office/drawing/2014/main" id="{39606A49-7F84-FA0A-CBB6-BD6A992F4791}"/>
                </a:ext>
              </a:extLst>
            </p:cNvPr>
            <p:cNvSpPr/>
            <p:nvPr/>
          </p:nvSpPr>
          <p:spPr>
            <a:xfrm>
              <a:off x="1786691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6" name="Rectangle 3425">
              <a:extLst>
                <a:ext uri="{FF2B5EF4-FFF2-40B4-BE49-F238E27FC236}">
                  <a16:creationId xmlns:a16="http://schemas.microsoft.com/office/drawing/2014/main" id="{7FB2F75C-A9B4-5E23-D60D-AF7DA7B3AA67}"/>
                </a:ext>
              </a:extLst>
            </p:cNvPr>
            <p:cNvSpPr/>
            <p:nvPr/>
          </p:nvSpPr>
          <p:spPr>
            <a:xfrm>
              <a:off x="1786691" y="358722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7" name="Rectangle 3426">
              <a:extLst>
                <a:ext uri="{FF2B5EF4-FFF2-40B4-BE49-F238E27FC236}">
                  <a16:creationId xmlns:a16="http://schemas.microsoft.com/office/drawing/2014/main" id="{6600AE5B-86BC-94BF-9D02-0211E4155464}"/>
                </a:ext>
              </a:extLst>
            </p:cNvPr>
            <p:cNvSpPr/>
            <p:nvPr/>
          </p:nvSpPr>
          <p:spPr>
            <a:xfrm>
              <a:off x="1786691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8" name="Rectangle 3427">
              <a:extLst>
                <a:ext uri="{FF2B5EF4-FFF2-40B4-BE49-F238E27FC236}">
                  <a16:creationId xmlns:a16="http://schemas.microsoft.com/office/drawing/2014/main" id="{E9F1F824-FEE0-EB21-BD5F-2CCCCEDC200E}"/>
                </a:ext>
              </a:extLst>
            </p:cNvPr>
            <p:cNvSpPr/>
            <p:nvPr/>
          </p:nvSpPr>
          <p:spPr>
            <a:xfrm>
              <a:off x="1786691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29" name="Rectangle 3428">
              <a:extLst>
                <a:ext uri="{FF2B5EF4-FFF2-40B4-BE49-F238E27FC236}">
                  <a16:creationId xmlns:a16="http://schemas.microsoft.com/office/drawing/2014/main" id="{890D58A4-331C-3D5B-822B-B7D63B32D97F}"/>
                </a:ext>
              </a:extLst>
            </p:cNvPr>
            <p:cNvSpPr/>
            <p:nvPr/>
          </p:nvSpPr>
          <p:spPr>
            <a:xfrm>
              <a:off x="1786691" y="383650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0" name="Rectangle 3429">
              <a:extLst>
                <a:ext uri="{FF2B5EF4-FFF2-40B4-BE49-F238E27FC236}">
                  <a16:creationId xmlns:a16="http://schemas.microsoft.com/office/drawing/2014/main" id="{C951A82E-107A-74E6-0897-B5AF5F1DD64F}"/>
                </a:ext>
              </a:extLst>
            </p:cNvPr>
            <p:cNvSpPr/>
            <p:nvPr/>
          </p:nvSpPr>
          <p:spPr>
            <a:xfrm>
              <a:off x="1786691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1" name="Rectangle 3430">
              <a:extLst>
                <a:ext uri="{FF2B5EF4-FFF2-40B4-BE49-F238E27FC236}">
                  <a16:creationId xmlns:a16="http://schemas.microsoft.com/office/drawing/2014/main" id="{1D27669E-1047-ACFB-1B75-E03ED46ACB6A}"/>
                </a:ext>
              </a:extLst>
            </p:cNvPr>
            <p:cNvSpPr/>
            <p:nvPr/>
          </p:nvSpPr>
          <p:spPr>
            <a:xfrm>
              <a:off x="1786691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2" name="Rectangle 3431">
              <a:extLst>
                <a:ext uri="{FF2B5EF4-FFF2-40B4-BE49-F238E27FC236}">
                  <a16:creationId xmlns:a16="http://schemas.microsoft.com/office/drawing/2014/main" id="{0688CCFE-252B-9BEF-D679-0C852ADDFC92}"/>
                </a:ext>
              </a:extLst>
            </p:cNvPr>
            <p:cNvSpPr/>
            <p:nvPr/>
          </p:nvSpPr>
          <p:spPr>
            <a:xfrm>
              <a:off x="1786691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3" name="Rectangle 3432">
              <a:extLst>
                <a:ext uri="{FF2B5EF4-FFF2-40B4-BE49-F238E27FC236}">
                  <a16:creationId xmlns:a16="http://schemas.microsoft.com/office/drawing/2014/main" id="{6117FC24-3845-9E0B-BDCC-497BD94E7A76}"/>
                </a:ext>
              </a:extLst>
            </p:cNvPr>
            <p:cNvSpPr/>
            <p:nvPr/>
          </p:nvSpPr>
          <p:spPr>
            <a:xfrm>
              <a:off x="1786691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4" name="Rectangle 3433">
              <a:extLst>
                <a:ext uri="{FF2B5EF4-FFF2-40B4-BE49-F238E27FC236}">
                  <a16:creationId xmlns:a16="http://schemas.microsoft.com/office/drawing/2014/main" id="{459E8369-9380-744D-4E0C-3846B71BFB71}"/>
                </a:ext>
              </a:extLst>
            </p:cNvPr>
            <p:cNvSpPr/>
            <p:nvPr/>
          </p:nvSpPr>
          <p:spPr>
            <a:xfrm>
              <a:off x="1786691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5" name="Rectangle 3434">
              <a:extLst>
                <a:ext uri="{FF2B5EF4-FFF2-40B4-BE49-F238E27FC236}">
                  <a16:creationId xmlns:a16="http://schemas.microsoft.com/office/drawing/2014/main" id="{0058DFAE-88C1-DB7C-D093-60E10C40302D}"/>
                </a:ext>
              </a:extLst>
            </p:cNvPr>
            <p:cNvSpPr/>
            <p:nvPr/>
          </p:nvSpPr>
          <p:spPr>
            <a:xfrm>
              <a:off x="1786691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6" name="Rectangle 3435">
              <a:extLst>
                <a:ext uri="{FF2B5EF4-FFF2-40B4-BE49-F238E27FC236}">
                  <a16:creationId xmlns:a16="http://schemas.microsoft.com/office/drawing/2014/main" id="{0668BE07-B84B-D814-757A-C7FC44CFAF3A}"/>
                </a:ext>
              </a:extLst>
            </p:cNvPr>
            <p:cNvSpPr/>
            <p:nvPr/>
          </p:nvSpPr>
          <p:spPr>
            <a:xfrm>
              <a:off x="1786691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7" name="Rectangle 3436">
              <a:extLst>
                <a:ext uri="{FF2B5EF4-FFF2-40B4-BE49-F238E27FC236}">
                  <a16:creationId xmlns:a16="http://schemas.microsoft.com/office/drawing/2014/main" id="{7712A698-37BC-7A32-6F9D-1B515DF90930}"/>
                </a:ext>
              </a:extLst>
            </p:cNvPr>
            <p:cNvSpPr/>
            <p:nvPr/>
          </p:nvSpPr>
          <p:spPr>
            <a:xfrm>
              <a:off x="1786691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8" name="Rectangle 3437">
              <a:extLst>
                <a:ext uri="{FF2B5EF4-FFF2-40B4-BE49-F238E27FC236}">
                  <a16:creationId xmlns:a16="http://schemas.microsoft.com/office/drawing/2014/main" id="{8815356C-84B8-7C6E-0632-7525CEEE46C7}"/>
                </a:ext>
              </a:extLst>
            </p:cNvPr>
            <p:cNvSpPr/>
            <p:nvPr/>
          </p:nvSpPr>
          <p:spPr>
            <a:xfrm>
              <a:off x="1786691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39" name="Rectangle 3438">
              <a:extLst>
                <a:ext uri="{FF2B5EF4-FFF2-40B4-BE49-F238E27FC236}">
                  <a16:creationId xmlns:a16="http://schemas.microsoft.com/office/drawing/2014/main" id="{25D3B263-4BF2-EA71-1FD5-5C22308114D3}"/>
                </a:ext>
              </a:extLst>
            </p:cNvPr>
            <p:cNvSpPr/>
            <p:nvPr/>
          </p:nvSpPr>
          <p:spPr>
            <a:xfrm>
              <a:off x="1786691" y="466747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0" name="Rectangle 3439">
              <a:extLst>
                <a:ext uri="{FF2B5EF4-FFF2-40B4-BE49-F238E27FC236}">
                  <a16:creationId xmlns:a16="http://schemas.microsoft.com/office/drawing/2014/main" id="{C12215CC-F936-68ED-F7FE-A1CF5750DE61}"/>
                </a:ext>
              </a:extLst>
            </p:cNvPr>
            <p:cNvSpPr/>
            <p:nvPr/>
          </p:nvSpPr>
          <p:spPr>
            <a:xfrm>
              <a:off x="1786691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1" name="Rectangle 3440">
              <a:extLst>
                <a:ext uri="{FF2B5EF4-FFF2-40B4-BE49-F238E27FC236}">
                  <a16:creationId xmlns:a16="http://schemas.microsoft.com/office/drawing/2014/main" id="{3FD7BD75-808E-3DC2-F4F2-1483AD33629A}"/>
                </a:ext>
              </a:extLst>
            </p:cNvPr>
            <p:cNvSpPr/>
            <p:nvPr/>
          </p:nvSpPr>
          <p:spPr>
            <a:xfrm>
              <a:off x="1786691" y="483343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2" name="Rectangle 3441">
              <a:extLst>
                <a:ext uri="{FF2B5EF4-FFF2-40B4-BE49-F238E27FC236}">
                  <a16:creationId xmlns:a16="http://schemas.microsoft.com/office/drawing/2014/main" id="{062AB790-3ADB-059D-0215-86DE3B3ADC95}"/>
                </a:ext>
              </a:extLst>
            </p:cNvPr>
            <p:cNvSpPr/>
            <p:nvPr/>
          </p:nvSpPr>
          <p:spPr>
            <a:xfrm>
              <a:off x="1786691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3" name="Rectangle 3442">
              <a:extLst>
                <a:ext uri="{FF2B5EF4-FFF2-40B4-BE49-F238E27FC236}">
                  <a16:creationId xmlns:a16="http://schemas.microsoft.com/office/drawing/2014/main" id="{606114F3-E5F8-319A-0A21-498E83079147}"/>
                </a:ext>
              </a:extLst>
            </p:cNvPr>
            <p:cNvSpPr/>
            <p:nvPr/>
          </p:nvSpPr>
          <p:spPr>
            <a:xfrm>
              <a:off x="1786691" y="499962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4" name="Rectangle 3443">
              <a:extLst>
                <a:ext uri="{FF2B5EF4-FFF2-40B4-BE49-F238E27FC236}">
                  <a16:creationId xmlns:a16="http://schemas.microsoft.com/office/drawing/2014/main" id="{66F93475-0D0A-8CBF-AF2F-1486B1408C39}"/>
                </a:ext>
              </a:extLst>
            </p:cNvPr>
            <p:cNvSpPr/>
            <p:nvPr/>
          </p:nvSpPr>
          <p:spPr>
            <a:xfrm>
              <a:off x="1786691" y="5082717"/>
              <a:ext cx="62737" cy="8309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5" name="Rectangle 3444">
              <a:extLst>
                <a:ext uri="{FF2B5EF4-FFF2-40B4-BE49-F238E27FC236}">
                  <a16:creationId xmlns:a16="http://schemas.microsoft.com/office/drawing/2014/main" id="{7823342E-FF4F-DA25-F61F-FCAABAEE4EA8}"/>
                </a:ext>
              </a:extLst>
            </p:cNvPr>
            <p:cNvSpPr/>
            <p:nvPr/>
          </p:nvSpPr>
          <p:spPr>
            <a:xfrm>
              <a:off x="1786691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6" name="Rectangle 3445">
              <a:extLst>
                <a:ext uri="{FF2B5EF4-FFF2-40B4-BE49-F238E27FC236}">
                  <a16:creationId xmlns:a16="http://schemas.microsoft.com/office/drawing/2014/main" id="{09DC281A-B5AC-AA04-B2AA-4049E047CEA7}"/>
                </a:ext>
              </a:extLst>
            </p:cNvPr>
            <p:cNvSpPr/>
            <p:nvPr/>
          </p:nvSpPr>
          <p:spPr>
            <a:xfrm>
              <a:off x="1786691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7" name="Rectangle 3446">
              <a:extLst>
                <a:ext uri="{FF2B5EF4-FFF2-40B4-BE49-F238E27FC236}">
                  <a16:creationId xmlns:a16="http://schemas.microsoft.com/office/drawing/2014/main" id="{277A1432-30F8-F5EE-8E5F-591DDCEB493B}"/>
                </a:ext>
              </a:extLst>
            </p:cNvPr>
            <p:cNvSpPr/>
            <p:nvPr/>
          </p:nvSpPr>
          <p:spPr>
            <a:xfrm>
              <a:off x="1786691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8" name="Rectangle 3447">
              <a:extLst>
                <a:ext uri="{FF2B5EF4-FFF2-40B4-BE49-F238E27FC236}">
                  <a16:creationId xmlns:a16="http://schemas.microsoft.com/office/drawing/2014/main" id="{FB79CAE2-DEDB-5A33-673E-991ACAC3AFF0}"/>
                </a:ext>
              </a:extLst>
            </p:cNvPr>
            <p:cNvSpPr/>
            <p:nvPr/>
          </p:nvSpPr>
          <p:spPr>
            <a:xfrm>
              <a:off x="1786691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49" name="Rectangle 3448">
              <a:extLst>
                <a:ext uri="{FF2B5EF4-FFF2-40B4-BE49-F238E27FC236}">
                  <a16:creationId xmlns:a16="http://schemas.microsoft.com/office/drawing/2014/main" id="{2ACA9521-5B70-3E0C-5A28-937DC70FAE7D}"/>
                </a:ext>
              </a:extLst>
            </p:cNvPr>
            <p:cNvSpPr/>
            <p:nvPr/>
          </p:nvSpPr>
          <p:spPr>
            <a:xfrm>
              <a:off x="1786691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0" name="Rectangle 3449">
              <a:extLst>
                <a:ext uri="{FF2B5EF4-FFF2-40B4-BE49-F238E27FC236}">
                  <a16:creationId xmlns:a16="http://schemas.microsoft.com/office/drawing/2014/main" id="{50EAD76E-DAF8-593C-D81E-8E70A8CE529B}"/>
                </a:ext>
              </a:extLst>
            </p:cNvPr>
            <p:cNvSpPr/>
            <p:nvPr/>
          </p:nvSpPr>
          <p:spPr>
            <a:xfrm>
              <a:off x="1786691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1" name="Rectangle 3450">
              <a:extLst>
                <a:ext uri="{FF2B5EF4-FFF2-40B4-BE49-F238E27FC236}">
                  <a16:creationId xmlns:a16="http://schemas.microsoft.com/office/drawing/2014/main" id="{CDF23E2C-A8D2-BF70-9BFE-87A5D911E989}"/>
                </a:ext>
              </a:extLst>
            </p:cNvPr>
            <p:cNvSpPr/>
            <p:nvPr/>
          </p:nvSpPr>
          <p:spPr>
            <a:xfrm>
              <a:off x="1786691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2" name="Rectangle 3451">
              <a:extLst>
                <a:ext uri="{FF2B5EF4-FFF2-40B4-BE49-F238E27FC236}">
                  <a16:creationId xmlns:a16="http://schemas.microsoft.com/office/drawing/2014/main" id="{B50E7891-F6E7-9A34-9B20-701C725A0A8E}"/>
                </a:ext>
              </a:extLst>
            </p:cNvPr>
            <p:cNvSpPr/>
            <p:nvPr/>
          </p:nvSpPr>
          <p:spPr>
            <a:xfrm>
              <a:off x="1786691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3" name="Rectangle 3452">
              <a:extLst>
                <a:ext uri="{FF2B5EF4-FFF2-40B4-BE49-F238E27FC236}">
                  <a16:creationId xmlns:a16="http://schemas.microsoft.com/office/drawing/2014/main" id="{2A9A69EA-2876-F2BD-FC73-186CA91A9E0B}"/>
                </a:ext>
              </a:extLst>
            </p:cNvPr>
            <p:cNvSpPr/>
            <p:nvPr/>
          </p:nvSpPr>
          <p:spPr>
            <a:xfrm>
              <a:off x="1786691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4" name="Rectangle 3453">
              <a:extLst>
                <a:ext uri="{FF2B5EF4-FFF2-40B4-BE49-F238E27FC236}">
                  <a16:creationId xmlns:a16="http://schemas.microsoft.com/office/drawing/2014/main" id="{99A00B12-3EF8-7468-F4B3-56857B7FC79D}"/>
                </a:ext>
              </a:extLst>
            </p:cNvPr>
            <p:cNvSpPr/>
            <p:nvPr/>
          </p:nvSpPr>
          <p:spPr>
            <a:xfrm>
              <a:off x="1786691" y="5913447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5" name="Rectangle 3454">
              <a:extLst>
                <a:ext uri="{FF2B5EF4-FFF2-40B4-BE49-F238E27FC236}">
                  <a16:creationId xmlns:a16="http://schemas.microsoft.com/office/drawing/2014/main" id="{041E99E4-4DF8-A15C-B614-B72B5527DB66}"/>
                </a:ext>
              </a:extLst>
            </p:cNvPr>
            <p:cNvSpPr/>
            <p:nvPr/>
          </p:nvSpPr>
          <p:spPr>
            <a:xfrm>
              <a:off x="1786691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6" name="Rectangle 3455">
              <a:extLst>
                <a:ext uri="{FF2B5EF4-FFF2-40B4-BE49-F238E27FC236}">
                  <a16:creationId xmlns:a16="http://schemas.microsoft.com/office/drawing/2014/main" id="{E79C7C65-14D5-27AD-20AF-C49760EAA3B0}"/>
                </a:ext>
              </a:extLst>
            </p:cNvPr>
            <p:cNvSpPr/>
            <p:nvPr/>
          </p:nvSpPr>
          <p:spPr>
            <a:xfrm>
              <a:off x="1786691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7" name="Rectangle 3456">
              <a:extLst>
                <a:ext uri="{FF2B5EF4-FFF2-40B4-BE49-F238E27FC236}">
                  <a16:creationId xmlns:a16="http://schemas.microsoft.com/office/drawing/2014/main" id="{0A6A3EA8-D5F0-7CCF-4159-0846D5177718}"/>
                </a:ext>
              </a:extLst>
            </p:cNvPr>
            <p:cNvSpPr/>
            <p:nvPr/>
          </p:nvSpPr>
          <p:spPr>
            <a:xfrm>
              <a:off x="1786691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8" name="Rectangle 3457">
              <a:extLst>
                <a:ext uri="{FF2B5EF4-FFF2-40B4-BE49-F238E27FC236}">
                  <a16:creationId xmlns:a16="http://schemas.microsoft.com/office/drawing/2014/main" id="{3CD1A473-DC7D-0367-39C2-8E5ECE298B62}"/>
                </a:ext>
              </a:extLst>
            </p:cNvPr>
            <p:cNvSpPr/>
            <p:nvPr/>
          </p:nvSpPr>
          <p:spPr>
            <a:xfrm>
              <a:off x="1786691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59" name="Rectangle 3458">
              <a:extLst>
                <a:ext uri="{FF2B5EF4-FFF2-40B4-BE49-F238E27FC236}">
                  <a16:creationId xmlns:a16="http://schemas.microsoft.com/office/drawing/2014/main" id="{7F749AB1-A930-4644-BE94-AB6C1686A55C}"/>
                </a:ext>
              </a:extLst>
            </p:cNvPr>
            <p:cNvSpPr/>
            <p:nvPr/>
          </p:nvSpPr>
          <p:spPr>
            <a:xfrm>
              <a:off x="1786691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0" name="Rectangle 3459">
              <a:extLst>
                <a:ext uri="{FF2B5EF4-FFF2-40B4-BE49-F238E27FC236}">
                  <a16:creationId xmlns:a16="http://schemas.microsoft.com/office/drawing/2014/main" id="{99C41799-F5AA-D118-6F7E-8C4FB604A603}"/>
                </a:ext>
              </a:extLst>
            </p:cNvPr>
            <p:cNvSpPr/>
            <p:nvPr/>
          </p:nvSpPr>
          <p:spPr>
            <a:xfrm>
              <a:off x="1786691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1" name="Rectangle 3460">
              <a:extLst>
                <a:ext uri="{FF2B5EF4-FFF2-40B4-BE49-F238E27FC236}">
                  <a16:creationId xmlns:a16="http://schemas.microsoft.com/office/drawing/2014/main" id="{3D979A1E-5F62-C08D-FF5B-B6C97BF34DFC}"/>
                </a:ext>
              </a:extLst>
            </p:cNvPr>
            <p:cNvSpPr/>
            <p:nvPr/>
          </p:nvSpPr>
          <p:spPr>
            <a:xfrm>
              <a:off x="1786691" y="649512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2" name="Rectangle 3461">
              <a:extLst>
                <a:ext uri="{FF2B5EF4-FFF2-40B4-BE49-F238E27FC236}">
                  <a16:creationId xmlns:a16="http://schemas.microsoft.com/office/drawing/2014/main" id="{3F103046-5A38-999C-8BCE-589EF763E6A6}"/>
                </a:ext>
              </a:extLst>
            </p:cNvPr>
            <p:cNvSpPr/>
            <p:nvPr/>
          </p:nvSpPr>
          <p:spPr>
            <a:xfrm>
              <a:off x="1786691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3" name="Rectangle 3462">
              <a:extLst>
                <a:ext uri="{FF2B5EF4-FFF2-40B4-BE49-F238E27FC236}">
                  <a16:creationId xmlns:a16="http://schemas.microsoft.com/office/drawing/2014/main" id="{FF81FF6B-3E4A-A828-F24E-A9A08383F24B}"/>
                </a:ext>
              </a:extLst>
            </p:cNvPr>
            <p:cNvSpPr/>
            <p:nvPr/>
          </p:nvSpPr>
          <p:spPr>
            <a:xfrm>
              <a:off x="1786691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4" name="Rectangle 3463">
              <a:extLst>
                <a:ext uri="{FF2B5EF4-FFF2-40B4-BE49-F238E27FC236}">
                  <a16:creationId xmlns:a16="http://schemas.microsoft.com/office/drawing/2014/main" id="{5B2201ED-F936-F30D-E081-9EB2E1433D9B}"/>
                </a:ext>
              </a:extLst>
            </p:cNvPr>
            <p:cNvSpPr/>
            <p:nvPr/>
          </p:nvSpPr>
          <p:spPr>
            <a:xfrm>
              <a:off x="1786691" y="674441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5" name="Rectangle 3464">
              <a:extLst>
                <a:ext uri="{FF2B5EF4-FFF2-40B4-BE49-F238E27FC236}">
                  <a16:creationId xmlns:a16="http://schemas.microsoft.com/office/drawing/2014/main" id="{627ED0A5-346F-1708-8587-E511699B72EB}"/>
                </a:ext>
              </a:extLst>
            </p:cNvPr>
            <p:cNvSpPr/>
            <p:nvPr/>
          </p:nvSpPr>
          <p:spPr>
            <a:xfrm>
              <a:off x="1786691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6" name="Rectangle 3465">
              <a:extLst>
                <a:ext uri="{FF2B5EF4-FFF2-40B4-BE49-F238E27FC236}">
                  <a16:creationId xmlns:a16="http://schemas.microsoft.com/office/drawing/2014/main" id="{86477F05-8C9B-3810-7065-63465676E3EA}"/>
                </a:ext>
              </a:extLst>
            </p:cNvPr>
            <p:cNvSpPr/>
            <p:nvPr/>
          </p:nvSpPr>
          <p:spPr>
            <a:xfrm>
              <a:off x="1786691" y="691060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7" name="Rectangle 3466">
              <a:extLst>
                <a:ext uri="{FF2B5EF4-FFF2-40B4-BE49-F238E27FC236}">
                  <a16:creationId xmlns:a16="http://schemas.microsoft.com/office/drawing/2014/main" id="{CCD13720-9EC0-429C-865F-55E638003B05}"/>
                </a:ext>
              </a:extLst>
            </p:cNvPr>
            <p:cNvSpPr/>
            <p:nvPr/>
          </p:nvSpPr>
          <p:spPr>
            <a:xfrm>
              <a:off x="1786691" y="699370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8" name="Rectangle 3467">
              <a:extLst>
                <a:ext uri="{FF2B5EF4-FFF2-40B4-BE49-F238E27FC236}">
                  <a16:creationId xmlns:a16="http://schemas.microsoft.com/office/drawing/2014/main" id="{EF7EF022-9B24-B7AD-ACF0-EF8072EC980B}"/>
                </a:ext>
              </a:extLst>
            </p:cNvPr>
            <p:cNvSpPr/>
            <p:nvPr/>
          </p:nvSpPr>
          <p:spPr>
            <a:xfrm>
              <a:off x="1849302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69" name="Rectangle 3468">
              <a:extLst>
                <a:ext uri="{FF2B5EF4-FFF2-40B4-BE49-F238E27FC236}">
                  <a16:creationId xmlns:a16="http://schemas.microsoft.com/office/drawing/2014/main" id="{8E85DF92-3514-9B6C-6B94-EE3FF217DE16}"/>
                </a:ext>
              </a:extLst>
            </p:cNvPr>
            <p:cNvSpPr/>
            <p:nvPr/>
          </p:nvSpPr>
          <p:spPr>
            <a:xfrm>
              <a:off x="1849302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0" name="Rectangle 3469">
              <a:extLst>
                <a:ext uri="{FF2B5EF4-FFF2-40B4-BE49-F238E27FC236}">
                  <a16:creationId xmlns:a16="http://schemas.microsoft.com/office/drawing/2014/main" id="{E2FF5359-0FED-DF7B-AD75-C8C396AAB76B}"/>
                </a:ext>
              </a:extLst>
            </p:cNvPr>
            <p:cNvSpPr/>
            <p:nvPr/>
          </p:nvSpPr>
          <p:spPr>
            <a:xfrm>
              <a:off x="1849302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1" name="Rectangle 3470">
              <a:extLst>
                <a:ext uri="{FF2B5EF4-FFF2-40B4-BE49-F238E27FC236}">
                  <a16:creationId xmlns:a16="http://schemas.microsoft.com/office/drawing/2014/main" id="{9080E9C9-D520-402B-B879-E3E83DA37DC2}"/>
                </a:ext>
              </a:extLst>
            </p:cNvPr>
            <p:cNvSpPr/>
            <p:nvPr/>
          </p:nvSpPr>
          <p:spPr>
            <a:xfrm>
              <a:off x="1849302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2" name="Rectangle 3471">
              <a:extLst>
                <a:ext uri="{FF2B5EF4-FFF2-40B4-BE49-F238E27FC236}">
                  <a16:creationId xmlns:a16="http://schemas.microsoft.com/office/drawing/2014/main" id="{92F51D32-8D13-D845-CD21-A8507739A626}"/>
                </a:ext>
              </a:extLst>
            </p:cNvPr>
            <p:cNvSpPr/>
            <p:nvPr/>
          </p:nvSpPr>
          <p:spPr>
            <a:xfrm>
              <a:off x="1849302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3" name="Rectangle 3472">
              <a:extLst>
                <a:ext uri="{FF2B5EF4-FFF2-40B4-BE49-F238E27FC236}">
                  <a16:creationId xmlns:a16="http://schemas.microsoft.com/office/drawing/2014/main" id="{17633182-EBBC-151F-29E9-F2A562C4123D}"/>
                </a:ext>
              </a:extLst>
            </p:cNvPr>
            <p:cNvSpPr/>
            <p:nvPr/>
          </p:nvSpPr>
          <p:spPr>
            <a:xfrm>
              <a:off x="1849302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4" name="Rectangle 3473">
              <a:extLst>
                <a:ext uri="{FF2B5EF4-FFF2-40B4-BE49-F238E27FC236}">
                  <a16:creationId xmlns:a16="http://schemas.microsoft.com/office/drawing/2014/main" id="{68D7C70E-5077-E9D8-7A56-1295D725F9FD}"/>
                </a:ext>
              </a:extLst>
            </p:cNvPr>
            <p:cNvSpPr/>
            <p:nvPr/>
          </p:nvSpPr>
          <p:spPr>
            <a:xfrm>
              <a:off x="1849302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5" name="Rectangle 3474">
              <a:extLst>
                <a:ext uri="{FF2B5EF4-FFF2-40B4-BE49-F238E27FC236}">
                  <a16:creationId xmlns:a16="http://schemas.microsoft.com/office/drawing/2014/main" id="{A59D6260-7AB5-224C-A2C8-80393B7DAF64}"/>
                </a:ext>
              </a:extLst>
            </p:cNvPr>
            <p:cNvSpPr/>
            <p:nvPr/>
          </p:nvSpPr>
          <p:spPr>
            <a:xfrm>
              <a:off x="1849302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6" name="Rectangle 3475">
              <a:extLst>
                <a:ext uri="{FF2B5EF4-FFF2-40B4-BE49-F238E27FC236}">
                  <a16:creationId xmlns:a16="http://schemas.microsoft.com/office/drawing/2014/main" id="{96C0B13E-1D01-6839-BB4F-553D96ECE31B}"/>
                </a:ext>
              </a:extLst>
            </p:cNvPr>
            <p:cNvSpPr/>
            <p:nvPr/>
          </p:nvSpPr>
          <p:spPr>
            <a:xfrm>
              <a:off x="1849302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7" name="Rectangle 3476">
              <a:extLst>
                <a:ext uri="{FF2B5EF4-FFF2-40B4-BE49-F238E27FC236}">
                  <a16:creationId xmlns:a16="http://schemas.microsoft.com/office/drawing/2014/main" id="{C53F8B0E-4470-D453-17A9-D1C1CCD2300A}"/>
                </a:ext>
              </a:extLst>
            </p:cNvPr>
            <p:cNvSpPr/>
            <p:nvPr/>
          </p:nvSpPr>
          <p:spPr>
            <a:xfrm>
              <a:off x="1849302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8" name="Rectangle 3477">
              <a:extLst>
                <a:ext uri="{FF2B5EF4-FFF2-40B4-BE49-F238E27FC236}">
                  <a16:creationId xmlns:a16="http://schemas.microsoft.com/office/drawing/2014/main" id="{2B314D75-716D-EE3B-F831-95A6904FC5A0}"/>
                </a:ext>
              </a:extLst>
            </p:cNvPr>
            <p:cNvSpPr/>
            <p:nvPr/>
          </p:nvSpPr>
          <p:spPr>
            <a:xfrm>
              <a:off x="1849302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79" name="Rectangle 3478">
              <a:extLst>
                <a:ext uri="{FF2B5EF4-FFF2-40B4-BE49-F238E27FC236}">
                  <a16:creationId xmlns:a16="http://schemas.microsoft.com/office/drawing/2014/main" id="{EB1CB546-4B6F-3FCB-FEBB-84F6EF901914}"/>
                </a:ext>
              </a:extLst>
            </p:cNvPr>
            <p:cNvSpPr/>
            <p:nvPr/>
          </p:nvSpPr>
          <p:spPr>
            <a:xfrm>
              <a:off x="1849302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0" name="Rectangle 3479">
              <a:extLst>
                <a:ext uri="{FF2B5EF4-FFF2-40B4-BE49-F238E27FC236}">
                  <a16:creationId xmlns:a16="http://schemas.microsoft.com/office/drawing/2014/main" id="{887643B8-7DF1-F16E-F92B-87D29DF05467}"/>
                </a:ext>
              </a:extLst>
            </p:cNvPr>
            <p:cNvSpPr/>
            <p:nvPr/>
          </p:nvSpPr>
          <p:spPr>
            <a:xfrm>
              <a:off x="1849302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1" name="Rectangle 3480">
              <a:extLst>
                <a:ext uri="{FF2B5EF4-FFF2-40B4-BE49-F238E27FC236}">
                  <a16:creationId xmlns:a16="http://schemas.microsoft.com/office/drawing/2014/main" id="{20287DB3-FA8E-AF4B-351F-94C029162B7A}"/>
                </a:ext>
              </a:extLst>
            </p:cNvPr>
            <p:cNvSpPr/>
            <p:nvPr/>
          </p:nvSpPr>
          <p:spPr>
            <a:xfrm>
              <a:off x="1849302" y="283958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2" name="Rectangle 3481">
              <a:extLst>
                <a:ext uri="{FF2B5EF4-FFF2-40B4-BE49-F238E27FC236}">
                  <a16:creationId xmlns:a16="http://schemas.microsoft.com/office/drawing/2014/main" id="{D9115C12-5CE7-9D94-A817-529CDE3037B6}"/>
                </a:ext>
              </a:extLst>
            </p:cNvPr>
            <p:cNvSpPr/>
            <p:nvPr/>
          </p:nvSpPr>
          <p:spPr>
            <a:xfrm>
              <a:off x="1849302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3" name="Rectangle 3482">
              <a:extLst>
                <a:ext uri="{FF2B5EF4-FFF2-40B4-BE49-F238E27FC236}">
                  <a16:creationId xmlns:a16="http://schemas.microsoft.com/office/drawing/2014/main" id="{E3799F62-A9F0-340A-9FED-14E104F202B2}"/>
                </a:ext>
              </a:extLst>
            </p:cNvPr>
            <p:cNvSpPr/>
            <p:nvPr/>
          </p:nvSpPr>
          <p:spPr>
            <a:xfrm>
              <a:off x="1849302" y="30057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4" name="Rectangle 3483">
              <a:extLst>
                <a:ext uri="{FF2B5EF4-FFF2-40B4-BE49-F238E27FC236}">
                  <a16:creationId xmlns:a16="http://schemas.microsoft.com/office/drawing/2014/main" id="{7EA7D262-E82E-AE11-F8B3-6C811F321DC5}"/>
                </a:ext>
              </a:extLst>
            </p:cNvPr>
            <p:cNvSpPr/>
            <p:nvPr/>
          </p:nvSpPr>
          <p:spPr>
            <a:xfrm>
              <a:off x="1849302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5" name="Rectangle 3484">
              <a:extLst>
                <a:ext uri="{FF2B5EF4-FFF2-40B4-BE49-F238E27FC236}">
                  <a16:creationId xmlns:a16="http://schemas.microsoft.com/office/drawing/2014/main" id="{BDB26F03-6F47-2376-51ED-3A5E5658F20B}"/>
                </a:ext>
              </a:extLst>
            </p:cNvPr>
            <p:cNvSpPr/>
            <p:nvPr/>
          </p:nvSpPr>
          <p:spPr>
            <a:xfrm>
              <a:off x="1849302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6" name="Rectangle 3485">
              <a:extLst>
                <a:ext uri="{FF2B5EF4-FFF2-40B4-BE49-F238E27FC236}">
                  <a16:creationId xmlns:a16="http://schemas.microsoft.com/office/drawing/2014/main" id="{0537DAAE-B654-2B4A-2572-390ED8B278C5}"/>
                </a:ext>
              </a:extLst>
            </p:cNvPr>
            <p:cNvSpPr/>
            <p:nvPr/>
          </p:nvSpPr>
          <p:spPr>
            <a:xfrm>
              <a:off x="1849302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7" name="Rectangle 3486">
              <a:extLst>
                <a:ext uri="{FF2B5EF4-FFF2-40B4-BE49-F238E27FC236}">
                  <a16:creationId xmlns:a16="http://schemas.microsoft.com/office/drawing/2014/main" id="{305EC308-D19B-4F71-40CE-400C114641C3}"/>
                </a:ext>
              </a:extLst>
            </p:cNvPr>
            <p:cNvSpPr/>
            <p:nvPr/>
          </p:nvSpPr>
          <p:spPr>
            <a:xfrm>
              <a:off x="1849302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8" name="Rectangle 3487">
              <a:extLst>
                <a:ext uri="{FF2B5EF4-FFF2-40B4-BE49-F238E27FC236}">
                  <a16:creationId xmlns:a16="http://schemas.microsoft.com/office/drawing/2014/main" id="{AEA818C4-B4D2-D500-32AB-7AECADAC33A7}"/>
                </a:ext>
              </a:extLst>
            </p:cNvPr>
            <p:cNvSpPr/>
            <p:nvPr/>
          </p:nvSpPr>
          <p:spPr>
            <a:xfrm>
              <a:off x="1849302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89" name="Rectangle 3488">
              <a:extLst>
                <a:ext uri="{FF2B5EF4-FFF2-40B4-BE49-F238E27FC236}">
                  <a16:creationId xmlns:a16="http://schemas.microsoft.com/office/drawing/2014/main" id="{6876F757-8C65-3801-E056-123ADBF3833C}"/>
                </a:ext>
              </a:extLst>
            </p:cNvPr>
            <p:cNvSpPr/>
            <p:nvPr/>
          </p:nvSpPr>
          <p:spPr>
            <a:xfrm>
              <a:off x="1849302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0" name="Rectangle 3489">
              <a:extLst>
                <a:ext uri="{FF2B5EF4-FFF2-40B4-BE49-F238E27FC236}">
                  <a16:creationId xmlns:a16="http://schemas.microsoft.com/office/drawing/2014/main" id="{C5E90EE8-A32E-E8F1-917E-E7D614D2E470}"/>
                </a:ext>
              </a:extLst>
            </p:cNvPr>
            <p:cNvSpPr/>
            <p:nvPr/>
          </p:nvSpPr>
          <p:spPr>
            <a:xfrm>
              <a:off x="1849302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1" name="Rectangle 3490">
              <a:extLst>
                <a:ext uri="{FF2B5EF4-FFF2-40B4-BE49-F238E27FC236}">
                  <a16:creationId xmlns:a16="http://schemas.microsoft.com/office/drawing/2014/main" id="{6E7E50CC-EF47-235D-0C8D-D749B368096B}"/>
                </a:ext>
              </a:extLst>
            </p:cNvPr>
            <p:cNvSpPr/>
            <p:nvPr/>
          </p:nvSpPr>
          <p:spPr>
            <a:xfrm>
              <a:off x="1849302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2" name="Rectangle 3491">
              <a:extLst>
                <a:ext uri="{FF2B5EF4-FFF2-40B4-BE49-F238E27FC236}">
                  <a16:creationId xmlns:a16="http://schemas.microsoft.com/office/drawing/2014/main" id="{927753D7-E817-3FEF-208D-8A7C5B5CF029}"/>
                </a:ext>
              </a:extLst>
            </p:cNvPr>
            <p:cNvSpPr/>
            <p:nvPr/>
          </p:nvSpPr>
          <p:spPr>
            <a:xfrm>
              <a:off x="1849302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3" name="Rectangle 3492">
              <a:extLst>
                <a:ext uri="{FF2B5EF4-FFF2-40B4-BE49-F238E27FC236}">
                  <a16:creationId xmlns:a16="http://schemas.microsoft.com/office/drawing/2014/main" id="{BCD0E4BD-C0AC-6529-346B-7E1ED644508B}"/>
                </a:ext>
              </a:extLst>
            </p:cNvPr>
            <p:cNvSpPr/>
            <p:nvPr/>
          </p:nvSpPr>
          <p:spPr>
            <a:xfrm>
              <a:off x="1849302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4" name="Rectangle 3493">
              <a:extLst>
                <a:ext uri="{FF2B5EF4-FFF2-40B4-BE49-F238E27FC236}">
                  <a16:creationId xmlns:a16="http://schemas.microsoft.com/office/drawing/2014/main" id="{B92920E5-CB5B-0B56-6946-0E3C8CD560E2}"/>
                </a:ext>
              </a:extLst>
            </p:cNvPr>
            <p:cNvSpPr/>
            <p:nvPr/>
          </p:nvSpPr>
          <p:spPr>
            <a:xfrm>
              <a:off x="1849302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5" name="Rectangle 3494">
              <a:extLst>
                <a:ext uri="{FF2B5EF4-FFF2-40B4-BE49-F238E27FC236}">
                  <a16:creationId xmlns:a16="http://schemas.microsoft.com/office/drawing/2014/main" id="{656A402A-F8BB-A983-3DB5-F5CE34A0AB8D}"/>
                </a:ext>
              </a:extLst>
            </p:cNvPr>
            <p:cNvSpPr/>
            <p:nvPr/>
          </p:nvSpPr>
          <p:spPr>
            <a:xfrm>
              <a:off x="1849302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6" name="Rectangle 3495">
              <a:extLst>
                <a:ext uri="{FF2B5EF4-FFF2-40B4-BE49-F238E27FC236}">
                  <a16:creationId xmlns:a16="http://schemas.microsoft.com/office/drawing/2014/main" id="{C3586476-3992-D8A8-26ED-F3C3FC365FF0}"/>
                </a:ext>
              </a:extLst>
            </p:cNvPr>
            <p:cNvSpPr/>
            <p:nvPr/>
          </p:nvSpPr>
          <p:spPr>
            <a:xfrm>
              <a:off x="1849302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7" name="Rectangle 3496">
              <a:extLst>
                <a:ext uri="{FF2B5EF4-FFF2-40B4-BE49-F238E27FC236}">
                  <a16:creationId xmlns:a16="http://schemas.microsoft.com/office/drawing/2014/main" id="{66451034-2F4F-EFB8-9EC6-6E57F5477FE4}"/>
                </a:ext>
              </a:extLst>
            </p:cNvPr>
            <p:cNvSpPr/>
            <p:nvPr/>
          </p:nvSpPr>
          <p:spPr>
            <a:xfrm>
              <a:off x="1849302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8" name="Rectangle 3497">
              <a:extLst>
                <a:ext uri="{FF2B5EF4-FFF2-40B4-BE49-F238E27FC236}">
                  <a16:creationId xmlns:a16="http://schemas.microsoft.com/office/drawing/2014/main" id="{D27C183F-600B-DD9A-C675-378C8F6F8A6A}"/>
                </a:ext>
              </a:extLst>
            </p:cNvPr>
            <p:cNvSpPr/>
            <p:nvPr/>
          </p:nvSpPr>
          <p:spPr>
            <a:xfrm>
              <a:off x="1849302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499" name="Rectangle 3498">
              <a:extLst>
                <a:ext uri="{FF2B5EF4-FFF2-40B4-BE49-F238E27FC236}">
                  <a16:creationId xmlns:a16="http://schemas.microsoft.com/office/drawing/2014/main" id="{F761869A-1EC2-75A6-8E8C-90FC9FC3415B}"/>
                </a:ext>
              </a:extLst>
            </p:cNvPr>
            <p:cNvSpPr/>
            <p:nvPr/>
          </p:nvSpPr>
          <p:spPr>
            <a:xfrm>
              <a:off x="1849302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0" name="Rectangle 3499">
              <a:extLst>
                <a:ext uri="{FF2B5EF4-FFF2-40B4-BE49-F238E27FC236}">
                  <a16:creationId xmlns:a16="http://schemas.microsoft.com/office/drawing/2014/main" id="{CABD70E9-A4AB-C703-3B91-E050CA489E95}"/>
                </a:ext>
              </a:extLst>
            </p:cNvPr>
            <p:cNvSpPr/>
            <p:nvPr/>
          </p:nvSpPr>
          <p:spPr>
            <a:xfrm>
              <a:off x="1849302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1" name="Rectangle 3500">
              <a:extLst>
                <a:ext uri="{FF2B5EF4-FFF2-40B4-BE49-F238E27FC236}">
                  <a16:creationId xmlns:a16="http://schemas.microsoft.com/office/drawing/2014/main" id="{E2F58B13-E781-9551-BB4D-FD7BB3BAD59B}"/>
                </a:ext>
              </a:extLst>
            </p:cNvPr>
            <p:cNvSpPr/>
            <p:nvPr/>
          </p:nvSpPr>
          <p:spPr>
            <a:xfrm>
              <a:off x="1849302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2" name="Rectangle 3501">
              <a:extLst>
                <a:ext uri="{FF2B5EF4-FFF2-40B4-BE49-F238E27FC236}">
                  <a16:creationId xmlns:a16="http://schemas.microsoft.com/office/drawing/2014/main" id="{4625F914-FAD1-A6CF-8FDD-DDFCD9AA6182}"/>
                </a:ext>
              </a:extLst>
            </p:cNvPr>
            <p:cNvSpPr/>
            <p:nvPr/>
          </p:nvSpPr>
          <p:spPr>
            <a:xfrm>
              <a:off x="1849302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3" name="Rectangle 3502">
              <a:extLst>
                <a:ext uri="{FF2B5EF4-FFF2-40B4-BE49-F238E27FC236}">
                  <a16:creationId xmlns:a16="http://schemas.microsoft.com/office/drawing/2014/main" id="{F0050E2D-A8B6-3696-D5AD-3B9A6AA106A6}"/>
                </a:ext>
              </a:extLst>
            </p:cNvPr>
            <p:cNvSpPr/>
            <p:nvPr/>
          </p:nvSpPr>
          <p:spPr>
            <a:xfrm>
              <a:off x="1849302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4" name="Rectangle 3503">
              <a:extLst>
                <a:ext uri="{FF2B5EF4-FFF2-40B4-BE49-F238E27FC236}">
                  <a16:creationId xmlns:a16="http://schemas.microsoft.com/office/drawing/2014/main" id="{F95A5FC6-E75B-481B-FE18-B62503C56288}"/>
                </a:ext>
              </a:extLst>
            </p:cNvPr>
            <p:cNvSpPr/>
            <p:nvPr/>
          </p:nvSpPr>
          <p:spPr>
            <a:xfrm>
              <a:off x="1849302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5" name="Rectangle 3504">
              <a:extLst>
                <a:ext uri="{FF2B5EF4-FFF2-40B4-BE49-F238E27FC236}">
                  <a16:creationId xmlns:a16="http://schemas.microsoft.com/office/drawing/2014/main" id="{DBE1F19E-7C51-322D-E012-9B60414535B3}"/>
                </a:ext>
              </a:extLst>
            </p:cNvPr>
            <p:cNvSpPr/>
            <p:nvPr/>
          </p:nvSpPr>
          <p:spPr>
            <a:xfrm>
              <a:off x="1849302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6" name="Rectangle 3505">
              <a:extLst>
                <a:ext uri="{FF2B5EF4-FFF2-40B4-BE49-F238E27FC236}">
                  <a16:creationId xmlns:a16="http://schemas.microsoft.com/office/drawing/2014/main" id="{29CB02A4-8E58-CB4B-A26C-D643207956D3}"/>
                </a:ext>
              </a:extLst>
            </p:cNvPr>
            <p:cNvSpPr/>
            <p:nvPr/>
          </p:nvSpPr>
          <p:spPr>
            <a:xfrm>
              <a:off x="1849302" y="49165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7" name="Rectangle 3506">
              <a:extLst>
                <a:ext uri="{FF2B5EF4-FFF2-40B4-BE49-F238E27FC236}">
                  <a16:creationId xmlns:a16="http://schemas.microsoft.com/office/drawing/2014/main" id="{8BA50F0E-F530-6BD4-31AA-9C534E0D5B08}"/>
                </a:ext>
              </a:extLst>
            </p:cNvPr>
            <p:cNvSpPr/>
            <p:nvPr/>
          </p:nvSpPr>
          <p:spPr>
            <a:xfrm>
              <a:off x="1849302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8" name="Rectangle 3507">
              <a:extLst>
                <a:ext uri="{FF2B5EF4-FFF2-40B4-BE49-F238E27FC236}">
                  <a16:creationId xmlns:a16="http://schemas.microsoft.com/office/drawing/2014/main" id="{A7A781F4-20E9-B5C4-26B3-8934894396CD}"/>
                </a:ext>
              </a:extLst>
            </p:cNvPr>
            <p:cNvSpPr/>
            <p:nvPr/>
          </p:nvSpPr>
          <p:spPr>
            <a:xfrm>
              <a:off x="1849302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09" name="Rectangle 3508">
              <a:extLst>
                <a:ext uri="{FF2B5EF4-FFF2-40B4-BE49-F238E27FC236}">
                  <a16:creationId xmlns:a16="http://schemas.microsoft.com/office/drawing/2014/main" id="{5CE2F295-5F79-9F3C-5769-C646A5D40B46}"/>
                </a:ext>
              </a:extLst>
            </p:cNvPr>
            <p:cNvSpPr/>
            <p:nvPr/>
          </p:nvSpPr>
          <p:spPr>
            <a:xfrm>
              <a:off x="1849302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0" name="Rectangle 3509">
              <a:extLst>
                <a:ext uri="{FF2B5EF4-FFF2-40B4-BE49-F238E27FC236}">
                  <a16:creationId xmlns:a16="http://schemas.microsoft.com/office/drawing/2014/main" id="{08CEE32A-83F9-0AC2-A2E5-005F336D63C5}"/>
                </a:ext>
              </a:extLst>
            </p:cNvPr>
            <p:cNvSpPr/>
            <p:nvPr/>
          </p:nvSpPr>
          <p:spPr>
            <a:xfrm>
              <a:off x="1849302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1" name="Rectangle 3510">
              <a:extLst>
                <a:ext uri="{FF2B5EF4-FFF2-40B4-BE49-F238E27FC236}">
                  <a16:creationId xmlns:a16="http://schemas.microsoft.com/office/drawing/2014/main" id="{61047690-7613-B168-7885-7D3E5E529EB3}"/>
                </a:ext>
              </a:extLst>
            </p:cNvPr>
            <p:cNvSpPr/>
            <p:nvPr/>
          </p:nvSpPr>
          <p:spPr>
            <a:xfrm>
              <a:off x="1849302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2" name="Rectangle 3511">
              <a:extLst>
                <a:ext uri="{FF2B5EF4-FFF2-40B4-BE49-F238E27FC236}">
                  <a16:creationId xmlns:a16="http://schemas.microsoft.com/office/drawing/2014/main" id="{F0333FF6-BDA1-F857-3D5F-646DD895C7D9}"/>
                </a:ext>
              </a:extLst>
            </p:cNvPr>
            <p:cNvSpPr/>
            <p:nvPr/>
          </p:nvSpPr>
          <p:spPr>
            <a:xfrm>
              <a:off x="1849302" y="54151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3" name="Rectangle 3512">
              <a:extLst>
                <a:ext uri="{FF2B5EF4-FFF2-40B4-BE49-F238E27FC236}">
                  <a16:creationId xmlns:a16="http://schemas.microsoft.com/office/drawing/2014/main" id="{6730281F-B733-8F10-77D4-282FCCA6B592}"/>
                </a:ext>
              </a:extLst>
            </p:cNvPr>
            <p:cNvSpPr/>
            <p:nvPr/>
          </p:nvSpPr>
          <p:spPr>
            <a:xfrm>
              <a:off x="1849302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4" name="Rectangle 3513">
              <a:extLst>
                <a:ext uri="{FF2B5EF4-FFF2-40B4-BE49-F238E27FC236}">
                  <a16:creationId xmlns:a16="http://schemas.microsoft.com/office/drawing/2014/main" id="{0A0961C9-1AD4-99FB-A5E0-E4D34EACC260}"/>
                </a:ext>
              </a:extLst>
            </p:cNvPr>
            <p:cNvSpPr/>
            <p:nvPr/>
          </p:nvSpPr>
          <p:spPr>
            <a:xfrm>
              <a:off x="1849302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5" name="Rectangle 3514">
              <a:extLst>
                <a:ext uri="{FF2B5EF4-FFF2-40B4-BE49-F238E27FC236}">
                  <a16:creationId xmlns:a16="http://schemas.microsoft.com/office/drawing/2014/main" id="{C0144023-AD08-323B-9C8B-A1EC6C81FC6B}"/>
                </a:ext>
              </a:extLst>
            </p:cNvPr>
            <p:cNvSpPr/>
            <p:nvPr/>
          </p:nvSpPr>
          <p:spPr>
            <a:xfrm>
              <a:off x="1849302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6" name="Rectangle 3515">
              <a:extLst>
                <a:ext uri="{FF2B5EF4-FFF2-40B4-BE49-F238E27FC236}">
                  <a16:creationId xmlns:a16="http://schemas.microsoft.com/office/drawing/2014/main" id="{4B3608D3-862B-50AA-C00E-756C98CBAF28}"/>
                </a:ext>
              </a:extLst>
            </p:cNvPr>
            <p:cNvSpPr/>
            <p:nvPr/>
          </p:nvSpPr>
          <p:spPr>
            <a:xfrm>
              <a:off x="1849302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7" name="Rectangle 3516">
              <a:extLst>
                <a:ext uri="{FF2B5EF4-FFF2-40B4-BE49-F238E27FC236}">
                  <a16:creationId xmlns:a16="http://schemas.microsoft.com/office/drawing/2014/main" id="{7C099F39-6BAA-C489-312A-1C976D4E1020}"/>
                </a:ext>
              </a:extLst>
            </p:cNvPr>
            <p:cNvSpPr/>
            <p:nvPr/>
          </p:nvSpPr>
          <p:spPr>
            <a:xfrm>
              <a:off x="1849302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8" name="Rectangle 3517">
              <a:extLst>
                <a:ext uri="{FF2B5EF4-FFF2-40B4-BE49-F238E27FC236}">
                  <a16:creationId xmlns:a16="http://schemas.microsoft.com/office/drawing/2014/main" id="{60CA3C06-45B3-EA18-4C25-6114B2ADE33E}"/>
                </a:ext>
              </a:extLst>
            </p:cNvPr>
            <p:cNvSpPr/>
            <p:nvPr/>
          </p:nvSpPr>
          <p:spPr>
            <a:xfrm>
              <a:off x="1849302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19" name="Rectangle 3518">
              <a:extLst>
                <a:ext uri="{FF2B5EF4-FFF2-40B4-BE49-F238E27FC236}">
                  <a16:creationId xmlns:a16="http://schemas.microsoft.com/office/drawing/2014/main" id="{E0CA0C9E-DB90-64C1-E95D-437F8D0CABBC}"/>
                </a:ext>
              </a:extLst>
            </p:cNvPr>
            <p:cNvSpPr/>
            <p:nvPr/>
          </p:nvSpPr>
          <p:spPr>
            <a:xfrm>
              <a:off x="1849302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0" name="Rectangle 3519">
              <a:extLst>
                <a:ext uri="{FF2B5EF4-FFF2-40B4-BE49-F238E27FC236}">
                  <a16:creationId xmlns:a16="http://schemas.microsoft.com/office/drawing/2014/main" id="{97D21946-5039-95CF-B4F5-D97CFA894E5F}"/>
                </a:ext>
              </a:extLst>
            </p:cNvPr>
            <p:cNvSpPr/>
            <p:nvPr/>
          </p:nvSpPr>
          <p:spPr>
            <a:xfrm>
              <a:off x="1849302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1" name="Rectangle 3520">
              <a:extLst>
                <a:ext uri="{FF2B5EF4-FFF2-40B4-BE49-F238E27FC236}">
                  <a16:creationId xmlns:a16="http://schemas.microsoft.com/office/drawing/2014/main" id="{773C90D6-D69B-47D0-CFC5-4117C55949B5}"/>
                </a:ext>
              </a:extLst>
            </p:cNvPr>
            <p:cNvSpPr/>
            <p:nvPr/>
          </p:nvSpPr>
          <p:spPr>
            <a:xfrm>
              <a:off x="1849302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2" name="Rectangle 3521">
              <a:extLst>
                <a:ext uri="{FF2B5EF4-FFF2-40B4-BE49-F238E27FC236}">
                  <a16:creationId xmlns:a16="http://schemas.microsoft.com/office/drawing/2014/main" id="{D2465BBF-2D30-DB8E-D461-C63417A1321F}"/>
                </a:ext>
              </a:extLst>
            </p:cNvPr>
            <p:cNvSpPr/>
            <p:nvPr/>
          </p:nvSpPr>
          <p:spPr>
            <a:xfrm>
              <a:off x="1849302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3" name="Rectangle 3522">
              <a:extLst>
                <a:ext uri="{FF2B5EF4-FFF2-40B4-BE49-F238E27FC236}">
                  <a16:creationId xmlns:a16="http://schemas.microsoft.com/office/drawing/2014/main" id="{E7B5A3CF-8AE2-3841-4789-3478214D7CAF}"/>
                </a:ext>
              </a:extLst>
            </p:cNvPr>
            <p:cNvSpPr/>
            <p:nvPr/>
          </p:nvSpPr>
          <p:spPr>
            <a:xfrm>
              <a:off x="1849302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4" name="Rectangle 3523">
              <a:extLst>
                <a:ext uri="{FF2B5EF4-FFF2-40B4-BE49-F238E27FC236}">
                  <a16:creationId xmlns:a16="http://schemas.microsoft.com/office/drawing/2014/main" id="{286FCB33-05E5-E39F-E149-CBFE18B81696}"/>
                </a:ext>
              </a:extLst>
            </p:cNvPr>
            <p:cNvSpPr/>
            <p:nvPr/>
          </p:nvSpPr>
          <p:spPr>
            <a:xfrm>
              <a:off x="1849302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5" name="Rectangle 3524">
              <a:extLst>
                <a:ext uri="{FF2B5EF4-FFF2-40B4-BE49-F238E27FC236}">
                  <a16:creationId xmlns:a16="http://schemas.microsoft.com/office/drawing/2014/main" id="{52B3EE75-7084-818E-61D1-3C07FB9C6ED6}"/>
                </a:ext>
              </a:extLst>
            </p:cNvPr>
            <p:cNvSpPr/>
            <p:nvPr/>
          </p:nvSpPr>
          <p:spPr>
            <a:xfrm>
              <a:off x="1849302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6" name="Rectangle 3525">
              <a:extLst>
                <a:ext uri="{FF2B5EF4-FFF2-40B4-BE49-F238E27FC236}">
                  <a16:creationId xmlns:a16="http://schemas.microsoft.com/office/drawing/2014/main" id="{81043285-4F4D-FF60-DC27-0B91D4440AD2}"/>
                </a:ext>
              </a:extLst>
            </p:cNvPr>
            <p:cNvSpPr/>
            <p:nvPr/>
          </p:nvSpPr>
          <p:spPr>
            <a:xfrm>
              <a:off x="1849302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7" name="Rectangle 3526">
              <a:extLst>
                <a:ext uri="{FF2B5EF4-FFF2-40B4-BE49-F238E27FC236}">
                  <a16:creationId xmlns:a16="http://schemas.microsoft.com/office/drawing/2014/main" id="{909E201E-69BD-3844-B28A-1B4CF6D230A6}"/>
                </a:ext>
              </a:extLst>
            </p:cNvPr>
            <p:cNvSpPr/>
            <p:nvPr/>
          </p:nvSpPr>
          <p:spPr>
            <a:xfrm>
              <a:off x="1849302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8" name="Rectangle 3527">
              <a:extLst>
                <a:ext uri="{FF2B5EF4-FFF2-40B4-BE49-F238E27FC236}">
                  <a16:creationId xmlns:a16="http://schemas.microsoft.com/office/drawing/2014/main" id="{717D60FA-4A3D-9711-7CE0-21F5D7B9A130}"/>
                </a:ext>
              </a:extLst>
            </p:cNvPr>
            <p:cNvSpPr/>
            <p:nvPr/>
          </p:nvSpPr>
          <p:spPr>
            <a:xfrm>
              <a:off x="1849302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29" name="Rectangle 3528">
              <a:extLst>
                <a:ext uri="{FF2B5EF4-FFF2-40B4-BE49-F238E27FC236}">
                  <a16:creationId xmlns:a16="http://schemas.microsoft.com/office/drawing/2014/main" id="{621B5667-3C40-9309-6B3D-5822CA1AF92D}"/>
                </a:ext>
              </a:extLst>
            </p:cNvPr>
            <p:cNvSpPr/>
            <p:nvPr/>
          </p:nvSpPr>
          <p:spPr>
            <a:xfrm>
              <a:off x="1849302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0" name="Rectangle 3529">
              <a:extLst>
                <a:ext uri="{FF2B5EF4-FFF2-40B4-BE49-F238E27FC236}">
                  <a16:creationId xmlns:a16="http://schemas.microsoft.com/office/drawing/2014/main" id="{5F5F3AD4-F6DE-F958-37E3-91FF61E5D4B9}"/>
                </a:ext>
              </a:extLst>
            </p:cNvPr>
            <p:cNvSpPr/>
            <p:nvPr/>
          </p:nvSpPr>
          <p:spPr>
            <a:xfrm>
              <a:off x="1849302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1" name="Rectangle 3530">
              <a:extLst>
                <a:ext uri="{FF2B5EF4-FFF2-40B4-BE49-F238E27FC236}">
                  <a16:creationId xmlns:a16="http://schemas.microsoft.com/office/drawing/2014/main" id="{E209BFE0-70A4-385B-3497-B10CD8DABFDB}"/>
                </a:ext>
              </a:extLst>
            </p:cNvPr>
            <p:cNvSpPr/>
            <p:nvPr/>
          </p:nvSpPr>
          <p:spPr>
            <a:xfrm>
              <a:off x="1849302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2" name="Rectangle 3531">
              <a:extLst>
                <a:ext uri="{FF2B5EF4-FFF2-40B4-BE49-F238E27FC236}">
                  <a16:creationId xmlns:a16="http://schemas.microsoft.com/office/drawing/2014/main" id="{694CD065-DBD2-F0C7-6485-8310E8922E44}"/>
                </a:ext>
              </a:extLst>
            </p:cNvPr>
            <p:cNvSpPr/>
            <p:nvPr/>
          </p:nvSpPr>
          <p:spPr>
            <a:xfrm>
              <a:off x="1912040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3" name="Rectangle 3532">
              <a:extLst>
                <a:ext uri="{FF2B5EF4-FFF2-40B4-BE49-F238E27FC236}">
                  <a16:creationId xmlns:a16="http://schemas.microsoft.com/office/drawing/2014/main" id="{093F8B10-295F-0FEA-A1A3-F3484CD5C13E}"/>
                </a:ext>
              </a:extLst>
            </p:cNvPr>
            <p:cNvSpPr/>
            <p:nvPr/>
          </p:nvSpPr>
          <p:spPr>
            <a:xfrm>
              <a:off x="1912040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4" name="Rectangle 3533">
              <a:extLst>
                <a:ext uri="{FF2B5EF4-FFF2-40B4-BE49-F238E27FC236}">
                  <a16:creationId xmlns:a16="http://schemas.microsoft.com/office/drawing/2014/main" id="{C920303D-7264-117D-09D0-FF6D067646BC}"/>
                </a:ext>
              </a:extLst>
            </p:cNvPr>
            <p:cNvSpPr/>
            <p:nvPr/>
          </p:nvSpPr>
          <p:spPr>
            <a:xfrm>
              <a:off x="1912040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5" name="Rectangle 3534">
              <a:extLst>
                <a:ext uri="{FF2B5EF4-FFF2-40B4-BE49-F238E27FC236}">
                  <a16:creationId xmlns:a16="http://schemas.microsoft.com/office/drawing/2014/main" id="{CD88C1E9-5EF6-DB8A-3ECC-D931DF78239F}"/>
                </a:ext>
              </a:extLst>
            </p:cNvPr>
            <p:cNvSpPr/>
            <p:nvPr/>
          </p:nvSpPr>
          <p:spPr>
            <a:xfrm>
              <a:off x="1912040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6" name="Rectangle 3535">
              <a:extLst>
                <a:ext uri="{FF2B5EF4-FFF2-40B4-BE49-F238E27FC236}">
                  <a16:creationId xmlns:a16="http://schemas.microsoft.com/office/drawing/2014/main" id="{080E9786-BC73-B766-0967-C7EA76BF904A}"/>
                </a:ext>
              </a:extLst>
            </p:cNvPr>
            <p:cNvSpPr/>
            <p:nvPr/>
          </p:nvSpPr>
          <p:spPr>
            <a:xfrm>
              <a:off x="1912040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7" name="Rectangle 3536">
              <a:extLst>
                <a:ext uri="{FF2B5EF4-FFF2-40B4-BE49-F238E27FC236}">
                  <a16:creationId xmlns:a16="http://schemas.microsoft.com/office/drawing/2014/main" id="{8A464E60-DA00-6ACD-4B90-7DD35065C016}"/>
                </a:ext>
              </a:extLst>
            </p:cNvPr>
            <p:cNvSpPr/>
            <p:nvPr/>
          </p:nvSpPr>
          <p:spPr>
            <a:xfrm>
              <a:off x="1912040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8" name="Rectangle 3537">
              <a:extLst>
                <a:ext uri="{FF2B5EF4-FFF2-40B4-BE49-F238E27FC236}">
                  <a16:creationId xmlns:a16="http://schemas.microsoft.com/office/drawing/2014/main" id="{34664B9D-242E-2C92-25AA-9EA2EE7F1514}"/>
                </a:ext>
              </a:extLst>
            </p:cNvPr>
            <p:cNvSpPr/>
            <p:nvPr/>
          </p:nvSpPr>
          <p:spPr>
            <a:xfrm>
              <a:off x="1912040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39" name="Rectangle 3538">
              <a:extLst>
                <a:ext uri="{FF2B5EF4-FFF2-40B4-BE49-F238E27FC236}">
                  <a16:creationId xmlns:a16="http://schemas.microsoft.com/office/drawing/2014/main" id="{F7888B35-7710-5F4F-7B77-7F85F8F43934}"/>
                </a:ext>
              </a:extLst>
            </p:cNvPr>
            <p:cNvSpPr/>
            <p:nvPr/>
          </p:nvSpPr>
          <p:spPr>
            <a:xfrm>
              <a:off x="1912040" y="2341245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0" name="Rectangle 3539">
              <a:extLst>
                <a:ext uri="{FF2B5EF4-FFF2-40B4-BE49-F238E27FC236}">
                  <a16:creationId xmlns:a16="http://schemas.microsoft.com/office/drawing/2014/main" id="{1ECAACDB-656A-6D83-3CD0-5CE4BAF08172}"/>
                </a:ext>
              </a:extLst>
            </p:cNvPr>
            <p:cNvSpPr/>
            <p:nvPr/>
          </p:nvSpPr>
          <p:spPr>
            <a:xfrm>
              <a:off x="1912040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1" name="Rectangle 3540">
              <a:extLst>
                <a:ext uri="{FF2B5EF4-FFF2-40B4-BE49-F238E27FC236}">
                  <a16:creationId xmlns:a16="http://schemas.microsoft.com/office/drawing/2014/main" id="{4BA60FCC-7349-58F3-EBC5-F7C8DC0745D1}"/>
                </a:ext>
              </a:extLst>
            </p:cNvPr>
            <p:cNvSpPr/>
            <p:nvPr/>
          </p:nvSpPr>
          <p:spPr>
            <a:xfrm>
              <a:off x="1912040" y="2507202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2" name="Rectangle 3541">
              <a:extLst>
                <a:ext uri="{FF2B5EF4-FFF2-40B4-BE49-F238E27FC236}">
                  <a16:creationId xmlns:a16="http://schemas.microsoft.com/office/drawing/2014/main" id="{7ED6654E-F75B-319F-E939-B376AE8FDBE4}"/>
                </a:ext>
              </a:extLst>
            </p:cNvPr>
            <p:cNvSpPr/>
            <p:nvPr/>
          </p:nvSpPr>
          <p:spPr>
            <a:xfrm>
              <a:off x="1912040" y="2590299"/>
              <a:ext cx="62737" cy="83096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3" name="Rectangle 3542">
              <a:extLst>
                <a:ext uri="{FF2B5EF4-FFF2-40B4-BE49-F238E27FC236}">
                  <a16:creationId xmlns:a16="http://schemas.microsoft.com/office/drawing/2014/main" id="{CC502CD0-A211-2A7A-C78D-562459AFD6EA}"/>
                </a:ext>
              </a:extLst>
            </p:cNvPr>
            <p:cNvSpPr/>
            <p:nvPr/>
          </p:nvSpPr>
          <p:spPr>
            <a:xfrm>
              <a:off x="1912040" y="2673395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4" name="Rectangle 3543">
              <a:extLst>
                <a:ext uri="{FF2B5EF4-FFF2-40B4-BE49-F238E27FC236}">
                  <a16:creationId xmlns:a16="http://schemas.microsoft.com/office/drawing/2014/main" id="{9BD1C653-FF61-45AC-5239-6536EB3CC70F}"/>
                </a:ext>
              </a:extLst>
            </p:cNvPr>
            <p:cNvSpPr/>
            <p:nvPr/>
          </p:nvSpPr>
          <p:spPr>
            <a:xfrm>
              <a:off x="1912040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5" name="Rectangle 3544">
              <a:extLst>
                <a:ext uri="{FF2B5EF4-FFF2-40B4-BE49-F238E27FC236}">
                  <a16:creationId xmlns:a16="http://schemas.microsoft.com/office/drawing/2014/main" id="{6DC00C77-5A49-7C7D-40A6-5B803C6E4764}"/>
                </a:ext>
              </a:extLst>
            </p:cNvPr>
            <p:cNvSpPr/>
            <p:nvPr/>
          </p:nvSpPr>
          <p:spPr>
            <a:xfrm>
              <a:off x="1912040" y="2839588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6" name="Rectangle 3545">
              <a:extLst>
                <a:ext uri="{FF2B5EF4-FFF2-40B4-BE49-F238E27FC236}">
                  <a16:creationId xmlns:a16="http://schemas.microsoft.com/office/drawing/2014/main" id="{836812AD-0C2D-2AAE-ED4E-6486CCFC12D5}"/>
                </a:ext>
              </a:extLst>
            </p:cNvPr>
            <p:cNvSpPr/>
            <p:nvPr/>
          </p:nvSpPr>
          <p:spPr>
            <a:xfrm>
              <a:off x="1912040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7" name="Rectangle 3546">
              <a:extLst>
                <a:ext uri="{FF2B5EF4-FFF2-40B4-BE49-F238E27FC236}">
                  <a16:creationId xmlns:a16="http://schemas.microsoft.com/office/drawing/2014/main" id="{48384A5C-F91C-9D99-4C3D-588BF48FE2B8}"/>
                </a:ext>
              </a:extLst>
            </p:cNvPr>
            <p:cNvSpPr/>
            <p:nvPr/>
          </p:nvSpPr>
          <p:spPr>
            <a:xfrm>
              <a:off x="1912040" y="300578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8" name="Rectangle 3547">
              <a:extLst>
                <a:ext uri="{FF2B5EF4-FFF2-40B4-BE49-F238E27FC236}">
                  <a16:creationId xmlns:a16="http://schemas.microsoft.com/office/drawing/2014/main" id="{EAB57465-0013-0611-1FF5-1F334D9DA4E1}"/>
                </a:ext>
              </a:extLst>
            </p:cNvPr>
            <p:cNvSpPr/>
            <p:nvPr/>
          </p:nvSpPr>
          <p:spPr>
            <a:xfrm>
              <a:off x="1912040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49" name="Rectangle 3548">
              <a:extLst>
                <a:ext uri="{FF2B5EF4-FFF2-40B4-BE49-F238E27FC236}">
                  <a16:creationId xmlns:a16="http://schemas.microsoft.com/office/drawing/2014/main" id="{27A0497A-C5BC-BBEB-76CF-7EA39C0A8539}"/>
                </a:ext>
              </a:extLst>
            </p:cNvPr>
            <p:cNvSpPr/>
            <p:nvPr/>
          </p:nvSpPr>
          <p:spPr>
            <a:xfrm>
              <a:off x="1912040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0" name="Rectangle 3549">
              <a:extLst>
                <a:ext uri="{FF2B5EF4-FFF2-40B4-BE49-F238E27FC236}">
                  <a16:creationId xmlns:a16="http://schemas.microsoft.com/office/drawing/2014/main" id="{CD0A0676-1121-5AA1-52A8-E34A75D53814}"/>
                </a:ext>
              </a:extLst>
            </p:cNvPr>
            <p:cNvSpPr/>
            <p:nvPr/>
          </p:nvSpPr>
          <p:spPr>
            <a:xfrm>
              <a:off x="1912040" y="325507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1" name="Rectangle 3550">
              <a:extLst>
                <a:ext uri="{FF2B5EF4-FFF2-40B4-BE49-F238E27FC236}">
                  <a16:creationId xmlns:a16="http://schemas.microsoft.com/office/drawing/2014/main" id="{B6288CF0-9E53-BE74-4C40-0583A160EA6F}"/>
                </a:ext>
              </a:extLst>
            </p:cNvPr>
            <p:cNvSpPr/>
            <p:nvPr/>
          </p:nvSpPr>
          <p:spPr>
            <a:xfrm>
              <a:off x="1912040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2" name="Rectangle 3551">
              <a:extLst>
                <a:ext uri="{FF2B5EF4-FFF2-40B4-BE49-F238E27FC236}">
                  <a16:creationId xmlns:a16="http://schemas.microsoft.com/office/drawing/2014/main" id="{7D1FD9AD-EE92-D703-5611-B59643D91522}"/>
                </a:ext>
              </a:extLst>
            </p:cNvPr>
            <p:cNvSpPr/>
            <p:nvPr/>
          </p:nvSpPr>
          <p:spPr>
            <a:xfrm>
              <a:off x="1912040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3" name="Rectangle 3552">
              <a:extLst>
                <a:ext uri="{FF2B5EF4-FFF2-40B4-BE49-F238E27FC236}">
                  <a16:creationId xmlns:a16="http://schemas.microsoft.com/office/drawing/2014/main" id="{E35E3423-A119-5CAC-1A8C-8D504ED0EEDA}"/>
                </a:ext>
              </a:extLst>
            </p:cNvPr>
            <p:cNvSpPr/>
            <p:nvPr/>
          </p:nvSpPr>
          <p:spPr>
            <a:xfrm>
              <a:off x="1912040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4" name="Rectangle 3553">
              <a:extLst>
                <a:ext uri="{FF2B5EF4-FFF2-40B4-BE49-F238E27FC236}">
                  <a16:creationId xmlns:a16="http://schemas.microsoft.com/office/drawing/2014/main" id="{762E44B5-71AD-3E56-B5AE-20DDA2B1C0D3}"/>
                </a:ext>
              </a:extLst>
            </p:cNvPr>
            <p:cNvSpPr/>
            <p:nvPr/>
          </p:nvSpPr>
          <p:spPr>
            <a:xfrm>
              <a:off x="1912040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5" name="Rectangle 3554">
              <a:extLst>
                <a:ext uri="{FF2B5EF4-FFF2-40B4-BE49-F238E27FC236}">
                  <a16:creationId xmlns:a16="http://schemas.microsoft.com/office/drawing/2014/main" id="{8C592756-C80A-05D4-623E-5DA80B21CBF7}"/>
                </a:ext>
              </a:extLst>
            </p:cNvPr>
            <p:cNvSpPr/>
            <p:nvPr/>
          </p:nvSpPr>
          <p:spPr>
            <a:xfrm>
              <a:off x="1912040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01DAD78D-32B4-1C0C-462F-B701D53C85BE}"/>
                </a:ext>
              </a:extLst>
            </p:cNvPr>
            <p:cNvSpPr/>
            <p:nvPr/>
          </p:nvSpPr>
          <p:spPr>
            <a:xfrm>
              <a:off x="1912040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7" name="Rectangle 3556">
              <a:extLst>
                <a:ext uri="{FF2B5EF4-FFF2-40B4-BE49-F238E27FC236}">
                  <a16:creationId xmlns:a16="http://schemas.microsoft.com/office/drawing/2014/main" id="{127EB745-12AC-61D6-1F34-892462E0039B}"/>
                </a:ext>
              </a:extLst>
            </p:cNvPr>
            <p:cNvSpPr/>
            <p:nvPr/>
          </p:nvSpPr>
          <p:spPr>
            <a:xfrm>
              <a:off x="1912040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8" name="Rectangle 3557">
              <a:extLst>
                <a:ext uri="{FF2B5EF4-FFF2-40B4-BE49-F238E27FC236}">
                  <a16:creationId xmlns:a16="http://schemas.microsoft.com/office/drawing/2014/main" id="{DD0038DC-55A5-E888-A882-091F69C033EE}"/>
                </a:ext>
              </a:extLst>
            </p:cNvPr>
            <p:cNvSpPr/>
            <p:nvPr/>
          </p:nvSpPr>
          <p:spPr>
            <a:xfrm>
              <a:off x="1912040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59" name="Rectangle 3558">
              <a:extLst>
                <a:ext uri="{FF2B5EF4-FFF2-40B4-BE49-F238E27FC236}">
                  <a16:creationId xmlns:a16="http://schemas.microsoft.com/office/drawing/2014/main" id="{99A9E106-4F56-964A-E17F-CAF28F5C0F33}"/>
                </a:ext>
              </a:extLst>
            </p:cNvPr>
            <p:cNvSpPr/>
            <p:nvPr/>
          </p:nvSpPr>
          <p:spPr>
            <a:xfrm>
              <a:off x="1912040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0" name="Rectangle 3559">
              <a:extLst>
                <a:ext uri="{FF2B5EF4-FFF2-40B4-BE49-F238E27FC236}">
                  <a16:creationId xmlns:a16="http://schemas.microsoft.com/office/drawing/2014/main" id="{4585E764-3DCC-8F0E-4975-DEBA007B694A}"/>
                </a:ext>
              </a:extLst>
            </p:cNvPr>
            <p:cNvSpPr/>
            <p:nvPr/>
          </p:nvSpPr>
          <p:spPr>
            <a:xfrm>
              <a:off x="1912040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1" name="Rectangle 3560">
              <a:extLst>
                <a:ext uri="{FF2B5EF4-FFF2-40B4-BE49-F238E27FC236}">
                  <a16:creationId xmlns:a16="http://schemas.microsoft.com/office/drawing/2014/main" id="{A1230AAC-F05E-BBA9-59A6-C4FE9ADE4356}"/>
                </a:ext>
              </a:extLst>
            </p:cNvPr>
            <p:cNvSpPr/>
            <p:nvPr/>
          </p:nvSpPr>
          <p:spPr>
            <a:xfrm>
              <a:off x="1912040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2" name="Rectangle 3561">
              <a:extLst>
                <a:ext uri="{FF2B5EF4-FFF2-40B4-BE49-F238E27FC236}">
                  <a16:creationId xmlns:a16="http://schemas.microsoft.com/office/drawing/2014/main" id="{AE427BEE-BD71-E0EB-2B37-0A75E87C5317}"/>
                </a:ext>
              </a:extLst>
            </p:cNvPr>
            <p:cNvSpPr/>
            <p:nvPr/>
          </p:nvSpPr>
          <p:spPr>
            <a:xfrm>
              <a:off x="1912040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3" name="Rectangle 3562">
              <a:extLst>
                <a:ext uri="{FF2B5EF4-FFF2-40B4-BE49-F238E27FC236}">
                  <a16:creationId xmlns:a16="http://schemas.microsoft.com/office/drawing/2014/main" id="{9DB73710-C1A1-F425-9DEB-CAEC408B7359}"/>
                </a:ext>
              </a:extLst>
            </p:cNvPr>
            <p:cNvSpPr/>
            <p:nvPr/>
          </p:nvSpPr>
          <p:spPr>
            <a:xfrm>
              <a:off x="1912040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4" name="Rectangle 3563">
              <a:extLst>
                <a:ext uri="{FF2B5EF4-FFF2-40B4-BE49-F238E27FC236}">
                  <a16:creationId xmlns:a16="http://schemas.microsoft.com/office/drawing/2014/main" id="{0335D2A4-E675-B107-0576-676A6D8B9D86}"/>
                </a:ext>
              </a:extLst>
            </p:cNvPr>
            <p:cNvSpPr/>
            <p:nvPr/>
          </p:nvSpPr>
          <p:spPr>
            <a:xfrm>
              <a:off x="1912040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5" name="Rectangle 3564">
              <a:extLst>
                <a:ext uri="{FF2B5EF4-FFF2-40B4-BE49-F238E27FC236}">
                  <a16:creationId xmlns:a16="http://schemas.microsoft.com/office/drawing/2014/main" id="{A4ED832E-7CA6-E6B6-3388-28A4DED9F451}"/>
                </a:ext>
              </a:extLst>
            </p:cNvPr>
            <p:cNvSpPr/>
            <p:nvPr/>
          </p:nvSpPr>
          <p:spPr>
            <a:xfrm>
              <a:off x="1912040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6" name="Rectangle 3565">
              <a:extLst>
                <a:ext uri="{FF2B5EF4-FFF2-40B4-BE49-F238E27FC236}">
                  <a16:creationId xmlns:a16="http://schemas.microsoft.com/office/drawing/2014/main" id="{42D20EBC-4405-948E-6419-5925A81A9E6B}"/>
                </a:ext>
              </a:extLst>
            </p:cNvPr>
            <p:cNvSpPr/>
            <p:nvPr/>
          </p:nvSpPr>
          <p:spPr>
            <a:xfrm>
              <a:off x="1912040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7" name="Rectangle 3566">
              <a:extLst>
                <a:ext uri="{FF2B5EF4-FFF2-40B4-BE49-F238E27FC236}">
                  <a16:creationId xmlns:a16="http://schemas.microsoft.com/office/drawing/2014/main" id="{1E6D7875-9848-E128-F354-326C39910313}"/>
                </a:ext>
              </a:extLst>
            </p:cNvPr>
            <p:cNvSpPr/>
            <p:nvPr/>
          </p:nvSpPr>
          <p:spPr>
            <a:xfrm>
              <a:off x="1912040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8" name="Rectangle 3567">
              <a:extLst>
                <a:ext uri="{FF2B5EF4-FFF2-40B4-BE49-F238E27FC236}">
                  <a16:creationId xmlns:a16="http://schemas.microsoft.com/office/drawing/2014/main" id="{6D51B087-28EF-2410-8AAC-F6A09D0E551E}"/>
                </a:ext>
              </a:extLst>
            </p:cNvPr>
            <p:cNvSpPr/>
            <p:nvPr/>
          </p:nvSpPr>
          <p:spPr>
            <a:xfrm>
              <a:off x="1912040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69" name="Rectangle 3568">
              <a:extLst>
                <a:ext uri="{FF2B5EF4-FFF2-40B4-BE49-F238E27FC236}">
                  <a16:creationId xmlns:a16="http://schemas.microsoft.com/office/drawing/2014/main" id="{DF255ADB-2920-F378-B783-D2E41A2B2701}"/>
                </a:ext>
              </a:extLst>
            </p:cNvPr>
            <p:cNvSpPr/>
            <p:nvPr/>
          </p:nvSpPr>
          <p:spPr>
            <a:xfrm>
              <a:off x="1912040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0" name="Rectangle 3569">
              <a:extLst>
                <a:ext uri="{FF2B5EF4-FFF2-40B4-BE49-F238E27FC236}">
                  <a16:creationId xmlns:a16="http://schemas.microsoft.com/office/drawing/2014/main" id="{DC57E662-134D-E801-9EDF-A3E5EB73D1E0}"/>
                </a:ext>
              </a:extLst>
            </p:cNvPr>
            <p:cNvSpPr/>
            <p:nvPr/>
          </p:nvSpPr>
          <p:spPr>
            <a:xfrm>
              <a:off x="1912040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1" name="Rectangle 3570">
              <a:extLst>
                <a:ext uri="{FF2B5EF4-FFF2-40B4-BE49-F238E27FC236}">
                  <a16:creationId xmlns:a16="http://schemas.microsoft.com/office/drawing/2014/main" id="{D6C25923-F495-E5B1-F884-B61423519500}"/>
                </a:ext>
              </a:extLst>
            </p:cNvPr>
            <p:cNvSpPr/>
            <p:nvPr/>
          </p:nvSpPr>
          <p:spPr>
            <a:xfrm>
              <a:off x="1912040" y="499962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2" name="Rectangle 3571">
              <a:extLst>
                <a:ext uri="{FF2B5EF4-FFF2-40B4-BE49-F238E27FC236}">
                  <a16:creationId xmlns:a16="http://schemas.microsoft.com/office/drawing/2014/main" id="{1C6CD205-D511-E289-AFAA-4A0141B97CEA}"/>
                </a:ext>
              </a:extLst>
            </p:cNvPr>
            <p:cNvSpPr/>
            <p:nvPr/>
          </p:nvSpPr>
          <p:spPr>
            <a:xfrm>
              <a:off x="1912040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3" name="Rectangle 3572">
              <a:extLst>
                <a:ext uri="{FF2B5EF4-FFF2-40B4-BE49-F238E27FC236}">
                  <a16:creationId xmlns:a16="http://schemas.microsoft.com/office/drawing/2014/main" id="{EAB55B5C-D3B7-3028-E232-1365726369C9}"/>
                </a:ext>
              </a:extLst>
            </p:cNvPr>
            <p:cNvSpPr/>
            <p:nvPr/>
          </p:nvSpPr>
          <p:spPr>
            <a:xfrm>
              <a:off x="1912040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4" name="Rectangle 3573">
              <a:extLst>
                <a:ext uri="{FF2B5EF4-FFF2-40B4-BE49-F238E27FC236}">
                  <a16:creationId xmlns:a16="http://schemas.microsoft.com/office/drawing/2014/main" id="{91F3A33B-8110-A1A3-BE6A-97791458B9ED}"/>
                </a:ext>
              </a:extLst>
            </p:cNvPr>
            <p:cNvSpPr/>
            <p:nvPr/>
          </p:nvSpPr>
          <p:spPr>
            <a:xfrm>
              <a:off x="1912040" y="524891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5" name="Rectangle 3574">
              <a:extLst>
                <a:ext uri="{FF2B5EF4-FFF2-40B4-BE49-F238E27FC236}">
                  <a16:creationId xmlns:a16="http://schemas.microsoft.com/office/drawing/2014/main" id="{6B3A3F15-9549-54E8-A827-0A8AADE41F8A}"/>
                </a:ext>
              </a:extLst>
            </p:cNvPr>
            <p:cNvSpPr/>
            <p:nvPr/>
          </p:nvSpPr>
          <p:spPr>
            <a:xfrm>
              <a:off x="1912040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6" name="Rectangle 3575">
              <a:extLst>
                <a:ext uri="{FF2B5EF4-FFF2-40B4-BE49-F238E27FC236}">
                  <a16:creationId xmlns:a16="http://schemas.microsoft.com/office/drawing/2014/main" id="{5E6EF89B-8755-B8F2-4AE5-A39252FFC0E7}"/>
                </a:ext>
              </a:extLst>
            </p:cNvPr>
            <p:cNvSpPr/>
            <p:nvPr/>
          </p:nvSpPr>
          <p:spPr>
            <a:xfrm>
              <a:off x="1912040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7" name="Rectangle 3576">
              <a:extLst>
                <a:ext uri="{FF2B5EF4-FFF2-40B4-BE49-F238E27FC236}">
                  <a16:creationId xmlns:a16="http://schemas.microsoft.com/office/drawing/2014/main" id="{2EE521F7-FAA8-36FC-C2A5-BFE01D6D448B}"/>
                </a:ext>
              </a:extLst>
            </p:cNvPr>
            <p:cNvSpPr/>
            <p:nvPr/>
          </p:nvSpPr>
          <p:spPr>
            <a:xfrm>
              <a:off x="1912040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8" name="Rectangle 3577">
              <a:extLst>
                <a:ext uri="{FF2B5EF4-FFF2-40B4-BE49-F238E27FC236}">
                  <a16:creationId xmlns:a16="http://schemas.microsoft.com/office/drawing/2014/main" id="{1771CF3B-1898-84AB-D53D-C4D4867A5737}"/>
                </a:ext>
              </a:extLst>
            </p:cNvPr>
            <p:cNvSpPr/>
            <p:nvPr/>
          </p:nvSpPr>
          <p:spPr>
            <a:xfrm>
              <a:off x="1912040" y="5581297"/>
              <a:ext cx="62737" cy="8309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79" name="Rectangle 3578">
              <a:extLst>
                <a:ext uri="{FF2B5EF4-FFF2-40B4-BE49-F238E27FC236}">
                  <a16:creationId xmlns:a16="http://schemas.microsoft.com/office/drawing/2014/main" id="{210E6369-B211-24CE-BF21-6514ADCAFFB0}"/>
                </a:ext>
              </a:extLst>
            </p:cNvPr>
            <p:cNvSpPr/>
            <p:nvPr/>
          </p:nvSpPr>
          <p:spPr>
            <a:xfrm>
              <a:off x="1912040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0" name="Rectangle 3579">
              <a:extLst>
                <a:ext uri="{FF2B5EF4-FFF2-40B4-BE49-F238E27FC236}">
                  <a16:creationId xmlns:a16="http://schemas.microsoft.com/office/drawing/2014/main" id="{A4B4946F-F242-2395-41C3-538082B85B4B}"/>
                </a:ext>
              </a:extLst>
            </p:cNvPr>
            <p:cNvSpPr/>
            <p:nvPr/>
          </p:nvSpPr>
          <p:spPr>
            <a:xfrm>
              <a:off x="1912040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1" name="Rectangle 3580">
              <a:extLst>
                <a:ext uri="{FF2B5EF4-FFF2-40B4-BE49-F238E27FC236}">
                  <a16:creationId xmlns:a16="http://schemas.microsoft.com/office/drawing/2014/main" id="{A2636511-809C-6FA5-92A1-BC7946533389}"/>
                </a:ext>
              </a:extLst>
            </p:cNvPr>
            <p:cNvSpPr/>
            <p:nvPr/>
          </p:nvSpPr>
          <p:spPr>
            <a:xfrm>
              <a:off x="1912040" y="583058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2" name="Rectangle 3581">
              <a:extLst>
                <a:ext uri="{FF2B5EF4-FFF2-40B4-BE49-F238E27FC236}">
                  <a16:creationId xmlns:a16="http://schemas.microsoft.com/office/drawing/2014/main" id="{7742F7BB-72EE-2797-A535-82E4CF7BE98B}"/>
                </a:ext>
              </a:extLst>
            </p:cNvPr>
            <p:cNvSpPr/>
            <p:nvPr/>
          </p:nvSpPr>
          <p:spPr>
            <a:xfrm>
              <a:off x="1912040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3" name="Rectangle 3582">
              <a:extLst>
                <a:ext uri="{FF2B5EF4-FFF2-40B4-BE49-F238E27FC236}">
                  <a16:creationId xmlns:a16="http://schemas.microsoft.com/office/drawing/2014/main" id="{95CC804B-7E46-1241-2F07-14922559641A}"/>
                </a:ext>
              </a:extLst>
            </p:cNvPr>
            <p:cNvSpPr/>
            <p:nvPr/>
          </p:nvSpPr>
          <p:spPr>
            <a:xfrm>
              <a:off x="1912040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4" name="Rectangle 3583">
              <a:extLst>
                <a:ext uri="{FF2B5EF4-FFF2-40B4-BE49-F238E27FC236}">
                  <a16:creationId xmlns:a16="http://schemas.microsoft.com/office/drawing/2014/main" id="{74FB55D0-553E-5A5D-B154-DF4702D24803}"/>
                </a:ext>
              </a:extLst>
            </p:cNvPr>
            <p:cNvSpPr/>
            <p:nvPr/>
          </p:nvSpPr>
          <p:spPr>
            <a:xfrm>
              <a:off x="1912040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5" name="Rectangle 3584">
              <a:extLst>
                <a:ext uri="{FF2B5EF4-FFF2-40B4-BE49-F238E27FC236}">
                  <a16:creationId xmlns:a16="http://schemas.microsoft.com/office/drawing/2014/main" id="{9C250026-8B87-E4B2-2F0B-0264F3AF2528}"/>
                </a:ext>
              </a:extLst>
            </p:cNvPr>
            <p:cNvSpPr/>
            <p:nvPr/>
          </p:nvSpPr>
          <p:spPr>
            <a:xfrm>
              <a:off x="1912040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6" name="Rectangle 3585">
              <a:extLst>
                <a:ext uri="{FF2B5EF4-FFF2-40B4-BE49-F238E27FC236}">
                  <a16:creationId xmlns:a16="http://schemas.microsoft.com/office/drawing/2014/main" id="{757F3A8F-FBC7-CD1E-FE6E-F38035C059E4}"/>
                </a:ext>
              </a:extLst>
            </p:cNvPr>
            <p:cNvSpPr/>
            <p:nvPr/>
          </p:nvSpPr>
          <p:spPr>
            <a:xfrm>
              <a:off x="1912040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7" name="Rectangle 3586">
              <a:extLst>
                <a:ext uri="{FF2B5EF4-FFF2-40B4-BE49-F238E27FC236}">
                  <a16:creationId xmlns:a16="http://schemas.microsoft.com/office/drawing/2014/main" id="{8C072D4B-D57D-531D-1BEC-28D8E6095844}"/>
                </a:ext>
              </a:extLst>
            </p:cNvPr>
            <p:cNvSpPr/>
            <p:nvPr/>
          </p:nvSpPr>
          <p:spPr>
            <a:xfrm>
              <a:off x="1912040" y="6328929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8" name="Rectangle 3587">
              <a:extLst>
                <a:ext uri="{FF2B5EF4-FFF2-40B4-BE49-F238E27FC236}">
                  <a16:creationId xmlns:a16="http://schemas.microsoft.com/office/drawing/2014/main" id="{DAA24963-88D3-3470-96B8-CD6CC4DF1F71}"/>
                </a:ext>
              </a:extLst>
            </p:cNvPr>
            <p:cNvSpPr/>
            <p:nvPr/>
          </p:nvSpPr>
          <p:spPr>
            <a:xfrm>
              <a:off x="1912040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89" name="Rectangle 3588">
              <a:extLst>
                <a:ext uri="{FF2B5EF4-FFF2-40B4-BE49-F238E27FC236}">
                  <a16:creationId xmlns:a16="http://schemas.microsoft.com/office/drawing/2014/main" id="{8564E254-0CC0-1937-5629-CC85A799A712}"/>
                </a:ext>
              </a:extLst>
            </p:cNvPr>
            <p:cNvSpPr/>
            <p:nvPr/>
          </p:nvSpPr>
          <p:spPr>
            <a:xfrm>
              <a:off x="1912040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0" name="Rectangle 3589">
              <a:extLst>
                <a:ext uri="{FF2B5EF4-FFF2-40B4-BE49-F238E27FC236}">
                  <a16:creationId xmlns:a16="http://schemas.microsoft.com/office/drawing/2014/main" id="{00400C04-FA52-D488-F4D3-0E59705ADCB2}"/>
                </a:ext>
              </a:extLst>
            </p:cNvPr>
            <p:cNvSpPr/>
            <p:nvPr/>
          </p:nvSpPr>
          <p:spPr>
            <a:xfrm>
              <a:off x="1912040" y="657821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1" name="Rectangle 3590">
              <a:extLst>
                <a:ext uri="{FF2B5EF4-FFF2-40B4-BE49-F238E27FC236}">
                  <a16:creationId xmlns:a16="http://schemas.microsoft.com/office/drawing/2014/main" id="{8C9E42E2-8F46-89F4-D8D2-868640C6C5BF}"/>
                </a:ext>
              </a:extLst>
            </p:cNvPr>
            <p:cNvSpPr/>
            <p:nvPr/>
          </p:nvSpPr>
          <p:spPr>
            <a:xfrm>
              <a:off x="1912040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2" name="Rectangle 3591">
              <a:extLst>
                <a:ext uri="{FF2B5EF4-FFF2-40B4-BE49-F238E27FC236}">
                  <a16:creationId xmlns:a16="http://schemas.microsoft.com/office/drawing/2014/main" id="{EB343308-5865-57EC-1BE3-00FDB990486C}"/>
                </a:ext>
              </a:extLst>
            </p:cNvPr>
            <p:cNvSpPr/>
            <p:nvPr/>
          </p:nvSpPr>
          <p:spPr>
            <a:xfrm>
              <a:off x="1912040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3" name="Rectangle 3592">
              <a:extLst>
                <a:ext uri="{FF2B5EF4-FFF2-40B4-BE49-F238E27FC236}">
                  <a16:creationId xmlns:a16="http://schemas.microsoft.com/office/drawing/2014/main" id="{52EDC2D2-DE96-5663-5E54-CE61CDD7991B}"/>
                </a:ext>
              </a:extLst>
            </p:cNvPr>
            <p:cNvSpPr/>
            <p:nvPr/>
          </p:nvSpPr>
          <p:spPr>
            <a:xfrm>
              <a:off x="1912040" y="6827508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4" name="Rectangle 3593">
              <a:extLst>
                <a:ext uri="{FF2B5EF4-FFF2-40B4-BE49-F238E27FC236}">
                  <a16:creationId xmlns:a16="http://schemas.microsoft.com/office/drawing/2014/main" id="{5489F085-57D3-36CB-4A81-44429EC06321}"/>
                </a:ext>
              </a:extLst>
            </p:cNvPr>
            <p:cNvSpPr/>
            <p:nvPr/>
          </p:nvSpPr>
          <p:spPr>
            <a:xfrm>
              <a:off x="1912040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5" name="Rectangle 3594">
              <a:extLst>
                <a:ext uri="{FF2B5EF4-FFF2-40B4-BE49-F238E27FC236}">
                  <a16:creationId xmlns:a16="http://schemas.microsoft.com/office/drawing/2014/main" id="{FBA05C36-43FC-BA34-BE73-F33AA3A27EAA}"/>
                </a:ext>
              </a:extLst>
            </p:cNvPr>
            <p:cNvSpPr/>
            <p:nvPr/>
          </p:nvSpPr>
          <p:spPr>
            <a:xfrm>
              <a:off x="1912040" y="699370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6" name="Rectangle 3595">
              <a:extLst>
                <a:ext uri="{FF2B5EF4-FFF2-40B4-BE49-F238E27FC236}">
                  <a16:creationId xmlns:a16="http://schemas.microsoft.com/office/drawing/2014/main" id="{8C09D5E0-13F6-1013-D1D0-D509C731B33E}"/>
                </a:ext>
              </a:extLst>
            </p:cNvPr>
            <p:cNvSpPr/>
            <p:nvPr/>
          </p:nvSpPr>
          <p:spPr>
            <a:xfrm>
              <a:off x="1974778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7" name="Rectangle 3596">
              <a:extLst>
                <a:ext uri="{FF2B5EF4-FFF2-40B4-BE49-F238E27FC236}">
                  <a16:creationId xmlns:a16="http://schemas.microsoft.com/office/drawing/2014/main" id="{91DE6EBA-4277-9EA6-F8BF-EA06369E44B5}"/>
                </a:ext>
              </a:extLst>
            </p:cNvPr>
            <p:cNvSpPr/>
            <p:nvPr/>
          </p:nvSpPr>
          <p:spPr>
            <a:xfrm>
              <a:off x="1974778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8" name="Rectangle 3597">
              <a:extLst>
                <a:ext uri="{FF2B5EF4-FFF2-40B4-BE49-F238E27FC236}">
                  <a16:creationId xmlns:a16="http://schemas.microsoft.com/office/drawing/2014/main" id="{F8D1678D-DB59-0872-B516-AC1225064E24}"/>
                </a:ext>
              </a:extLst>
            </p:cNvPr>
            <p:cNvSpPr/>
            <p:nvPr/>
          </p:nvSpPr>
          <p:spPr>
            <a:xfrm>
              <a:off x="1974778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599" name="Rectangle 3598">
              <a:extLst>
                <a:ext uri="{FF2B5EF4-FFF2-40B4-BE49-F238E27FC236}">
                  <a16:creationId xmlns:a16="http://schemas.microsoft.com/office/drawing/2014/main" id="{B395D122-6441-D748-13E3-41A0C9F70DB4}"/>
                </a:ext>
              </a:extLst>
            </p:cNvPr>
            <p:cNvSpPr/>
            <p:nvPr/>
          </p:nvSpPr>
          <p:spPr>
            <a:xfrm>
              <a:off x="1974778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0" name="Rectangle 3599">
              <a:extLst>
                <a:ext uri="{FF2B5EF4-FFF2-40B4-BE49-F238E27FC236}">
                  <a16:creationId xmlns:a16="http://schemas.microsoft.com/office/drawing/2014/main" id="{EB0CCEE1-B77B-4713-B753-0BA52B5AEAC6}"/>
                </a:ext>
              </a:extLst>
            </p:cNvPr>
            <p:cNvSpPr/>
            <p:nvPr/>
          </p:nvSpPr>
          <p:spPr>
            <a:xfrm>
              <a:off x="1974778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1" name="Rectangle 3600">
              <a:extLst>
                <a:ext uri="{FF2B5EF4-FFF2-40B4-BE49-F238E27FC236}">
                  <a16:creationId xmlns:a16="http://schemas.microsoft.com/office/drawing/2014/main" id="{DB5C65AD-27C8-E499-46CA-0A428775EE4F}"/>
                </a:ext>
              </a:extLst>
            </p:cNvPr>
            <p:cNvSpPr/>
            <p:nvPr/>
          </p:nvSpPr>
          <p:spPr>
            <a:xfrm>
              <a:off x="1974778" y="2175052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2" name="Rectangle 3601">
              <a:extLst>
                <a:ext uri="{FF2B5EF4-FFF2-40B4-BE49-F238E27FC236}">
                  <a16:creationId xmlns:a16="http://schemas.microsoft.com/office/drawing/2014/main" id="{41931014-28DA-30ED-FA2D-2BF85720623C}"/>
                </a:ext>
              </a:extLst>
            </p:cNvPr>
            <p:cNvSpPr/>
            <p:nvPr/>
          </p:nvSpPr>
          <p:spPr>
            <a:xfrm>
              <a:off x="1974778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3" name="Rectangle 3602">
              <a:extLst>
                <a:ext uri="{FF2B5EF4-FFF2-40B4-BE49-F238E27FC236}">
                  <a16:creationId xmlns:a16="http://schemas.microsoft.com/office/drawing/2014/main" id="{F9DBCCC4-692E-6730-E615-DF9D84F90AD8}"/>
                </a:ext>
              </a:extLst>
            </p:cNvPr>
            <p:cNvSpPr/>
            <p:nvPr/>
          </p:nvSpPr>
          <p:spPr>
            <a:xfrm>
              <a:off x="1974778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4" name="Rectangle 3603">
              <a:extLst>
                <a:ext uri="{FF2B5EF4-FFF2-40B4-BE49-F238E27FC236}">
                  <a16:creationId xmlns:a16="http://schemas.microsoft.com/office/drawing/2014/main" id="{5C4EAD14-9C5A-C657-37D0-DBF083C71DAE}"/>
                </a:ext>
              </a:extLst>
            </p:cNvPr>
            <p:cNvSpPr/>
            <p:nvPr/>
          </p:nvSpPr>
          <p:spPr>
            <a:xfrm>
              <a:off x="1974778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5" name="Rectangle 3604">
              <a:extLst>
                <a:ext uri="{FF2B5EF4-FFF2-40B4-BE49-F238E27FC236}">
                  <a16:creationId xmlns:a16="http://schemas.microsoft.com/office/drawing/2014/main" id="{B7B057F9-F5FB-A826-3C77-AFAFCF1CE961}"/>
                </a:ext>
              </a:extLst>
            </p:cNvPr>
            <p:cNvSpPr/>
            <p:nvPr/>
          </p:nvSpPr>
          <p:spPr>
            <a:xfrm>
              <a:off x="1974778" y="25072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6" name="Rectangle 3605">
              <a:extLst>
                <a:ext uri="{FF2B5EF4-FFF2-40B4-BE49-F238E27FC236}">
                  <a16:creationId xmlns:a16="http://schemas.microsoft.com/office/drawing/2014/main" id="{08C77B00-46FE-0F1A-C525-FF2F293FAF49}"/>
                </a:ext>
              </a:extLst>
            </p:cNvPr>
            <p:cNvSpPr/>
            <p:nvPr/>
          </p:nvSpPr>
          <p:spPr>
            <a:xfrm>
              <a:off x="1974778" y="259029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7" name="Rectangle 3606">
              <a:extLst>
                <a:ext uri="{FF2B5EF4-FFF2-40B4-BE49-F238E27FC236}">
                  <a16:creationId xmlns:a16="http://schemas.microsoft.com/office/drawing/2014/main" id="{D180F9F9-C320-5634-B7E2-5518E142BFDD}"/>
                </a:ext>
              </a:extLst>
            </p:cNvPr>
            <p:cNvSpPr/>
            <p:nvPr/>
          </p:nvSpPr>
          <p:spPr>
            <a:xfrm>
              <a:off x="1974778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8" name="Rectangle 3607">
              <a:extLst>
                <a:ext uri="{FF2B5EF4-FFF2-40B4-BE49-F238E27FC236}">
                  <a16:creationId xmlns:a16="http://schemas.microsoft.com/office/drawing/2014/main" id="{7F7BF771-934A-96D0-97AD-BF3927BDF107}"/>
                </a:ext>
              </a:extLst>
            </p:cNvPr>
            <p:cNvSpPr/>
            <p:nvPr/>
          </p:nvSpPr>
          <p:spPr>
            <a:xfrm>
              <a:off x="1974778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09" name="Rectangle 3608">
              <a:extLst>
                <a:ext uri="{FF2B5EF4-FFF2-40B4-BE49-F238E27FC236}">
                  <a16:creationId xmlns:a16="http://schemas.microsoft.com/office/drawing/2014/main" id="{F55F7368-150C-DE64-2440-D8A5979E7B37}"/>
                </a:ext>
              </a:extLst>
            </p:cNvPr>
            <p:cNvSpPr/>
            <p:nvPr/>
          </p:nvSpPr>
          <p:spPr>
            <a:xfrm>
              <a:off x="1974778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0" name="Rectangle 3609">
              <a:extLst>
                <a:ext uri="{FF2B5EF4-FFF2-40B4-BE49-F238E27FC236}">
                  <a16:creationId xmlns:a16="http://schemas.microsoft.com/office/drawing/2014/main" id="{CE98FFA5-5240-1FD8-E21D-CB8E8453A7F9}"/>
                </a:ext>
              </a:extLst>
            </p:cNvPr>
            <p:cNvSpPr/>
            <p:nvPr/>
          </p:nvSpPr>
          <p:spPr>
            <a:xfrm>
              <a:off x="1974778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1" name="Rectangle 3610">
              <a:extLst>
                <a:ext uri="{FF2B5EF4-FFF2-40B4-BE49-F238E27FC236}">
                  <a16:creationId xmlns:a16="http://schemas.microsoft.com/office/drawing/2014/main" id="{77A39B1D-9787-F982-69E5-E2BF51FD6CD7}"/>
                </a:ext>
              </a:extLst>
            </p:cNvPr>
            <p:cNvSpPr/>
            <p:nvPr/>
          </p:nvSpPr>
          <p:spPr>
            <a:xfrm>
              <a:off x="1974778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2" name="Rectangle 3611">
              <a:extLst>
                <a:ext uri="{FF2B5EF4-FFF2-40B4-BE49-F238E27FC236}">
                  <a16:creationId xmlns:a16="http://schemas.microsoft.com/office/drawing/2014/main" id="{E154D537-0B49-1EF6-F7D5-18D1E927E78B}"/>
                </a:ext>
              </a:extLst>
            </p:cNvPr>
            <p:cNvSpPr/>
            <p:nvPr/>
          </p:nvSpPr>
          <p:spPr>
            <a:xfrm>
              <a:off x="1974778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3" name="Rectangle 3612">
              <a:extLst>
                <a:ext uri="{FF2B5EF4-FFF2-40B4-BE49-F238E27FC236}">
                  <a16:creationId xmlns:a16="http://schemas.microsoft.com/office/drawing/2014/main" id="{88AA5C31-B385-FB3F-CD8E-7ADE4080D42F}"/>
                </a:ext>
              </a:extLst>
            </p:cNvPr>
            <p:cNvSpPr/>
            <p:nvPr/>
          </p:nvSpPr>
          <p:spPr>
            <a:xfrm>
              <a:off x="1974778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4" name="Rectangle 3613">
              <a:extLst>
                <a:ext uri="{FF2B5EF4-FFF2-40B4-BE49-F238E27FC236}">
                  <a16:creationId xmlns:a16="http://schemas.microsoft.com/office/drawing/2014/main" id="{050E1995-81E3-EB20-9DED-1046071400F7}"/>
                </a:ext>
              </a:extLst>
            </p:cNvPr>
            <p:cNvSpPr/>
            <p:nvPr/>
          </p:nvSpPr>
          <p:spPr>
            <a:xfrm>
              <a:off x="1974778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5" name="Rectangle 3614">
              <a:extLst>
                <a:ext uri="{FF2B5EF4-FFF2-40B4-BE49-F238E27FC236}">
                  <a16:creationId xmlns:a16="http://schemas.microsoft.com/office/drawing/2014/main" id="{D2566E5E-2361-BDAE-9F7C-8A582D2BF689}"/>
                </a:ext>
              </a:extLst>
            </p:cNvPr>
            <p:cNvSpPr/>
            <p:nvPr/>
          </p:nvSpPr>
          <p:spPr>
            <a:xfrm>
              <a:off x="1974778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6" name="Rectangle 3615">
              <a:extLst>
                <a:ext uri="{FF2B5EF4-FFF2-40B4-BE49-F238E27FC236}">
                  <a16:creationId xmlns:a16="http://schemas.microsoft.com/office/drawing/2014/main" id="{38A2925B-0D8A-DCEA-9405-865A306EB680}"/>
                </a:ext>
              </a:extLst>
            </p:cNvPr>
            <p:cNvSpPr/>
            <p:nvPr/>
          </p:nvSpPr>
          <p:spPr>
            <a:xfrm>
              <a:off x="1974778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7" name="Rectangle 3616">
              <a:extLst>
                <a:ext uri="{FF2B5EF4-FFF2-40B4-BE49-F238E27FC236}">
                  <a16:creationId xmlns:a16="http://schemas.microsoft.com/office/drawing/2014/main" id="{56FDF50B-4B54-6448-7A43-305F80C076BF}"/>
                </a:ext>
              </a:extLst>
            </p:cNvPr>
            <p:cNvSpPr/>
            <p:nvPr/>
          </p:nvSpPr>
          <p:spPr>
            <a:xfrm>
              <a:off x="1974778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8" name="Rectangle 3617">
              <a:extLst>
                <a:ext uri="{FF2B5EF4-FFF2-40B4-BE49-F238E27FC236}">
                  <a16:creationId xmlns:a16="http://schemas.microsoft.com/office/drawing/2014/main" id="{BCA15966-E5EA-E080-CA88-6FCDD070A897}"/>
                </a:ext>
              </a:extLst>
            </p:cNvPr>
            <p:cNvSpPr/>
            <p:nvPr/>
          </p:nvSpPr>
          <p:spPr>
            <a:xfrm>
              <a:off x="1974778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19" name="Rectangle 3618">
              <a:extLst>
                <a:ext uri="{FF2B5EF4-FFF2-40B4-BE49-F238E27FC236}">
                  <a16:creationId xmlns:a16="http://schemas.microsoft.com/office/drawing/2014/main" id="{A3F462F7-3922-A3FC-AEBA-4BB34A4A0AB5}"/>
                </a:ext>
              </a:extLst>
            </p:cNvPr>
            <p:cNvSpPr/>
            <p:nvPr/>
          </p:nvSpPr>
          <p:spPr>
            <a:xfrm>
              <a:off x="1974778" y="3670316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0" name="Rectangle 3619">
              <a:extLst>
                <a:ext uri="{FF2B5EF4-FFF2-40B4-BE49-F238E27FC236}">
                  <a16:creationId xmlns:a16="http://schemas.microsoft.com/office/drawing/2014/main" id="{D18C5A3D-5046-E857-4A23-DD17F0116F7D}"/>
                </a:ext>
              </a:extLst>
            </p:cNvPr>
            <p:cNvSpPr/>
            <p:nvPr/>
          </p:nvSpPr>
          <p:spPr>
            <a:xfrm>
              <a:off x="1974778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1" name="Rectangle 3620">
              <a:extLst>
                <a:ext uri="{FF2B5EF4-FFF2-40B4-BE49-F238E27FC236}">
                  <a16:creationId xmlns:a16="http://schemas.microsoft.com/office/drawing/2014/main" id="{E7A5D316-85A6-1AB3-2E83-B0F542DE5482}"/>
                </a:ext>
              </a:extLst>
            </p:cNvPr>
            <p:cNvSpPr/>
            <p:nvPr/>
          </p:nvSpPr>
          <p:spPr>
            <a:xfrm>
              <a:off x="1974778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2" name="Rectangle 3621">
              <a:extLst>
                <a:ext uri="{FF2B5EF4-FFF2-40B4-BE49-F238E27FC236}">
                  <a16:creationId xmlns:a16="http://schemas.microsoft.com/office/drawing/2014/main" id="{12BDA513-7FC4-AA67-2244-AEE8B1053FCA}"/>
                </a:ext>
              </a:extLst>
            </p:cNvPr>
            <p:cNvSpPr/>
            <p:nvPr/>
          </p:nvSpPr>
          <p:spPr>
            <a:xfrm>
              <a:off x="1974778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3" name="Rectangle 3622">
              <a:extLst>
                <a:ext uri="{FF2B5EF4-FFF2-40B4-BE49-F238E27FC236}">
                  <a16:creationId xmlns:a16="http://schemas.microsoft.com/office/drawing/2014/main" id="{F0110FFE-9C92-5ED4-8994-0FC0537C0853}"/>
                </a:ext>
              </a:extLst>
            </p:cNvPr>
            <p:cNvSpPr/>
            <p:nvPr/>
          </p:nvSpPr>
          <p:spPr>
            <a:xfrm>
              <a:off x="1974778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4" name="Rectangle 3623">
              <a:extLst>
                <a:ext uri="{FF2B5EF4-FFF2-40B4-BE49-F238E27FC236}">
                  <a16:creationId xmlns:a16="http://schemas.microsoft.com/office/drawing/2014/main" id="{2593927B-2984-2425-214E-64102B24E556}"/>
                </a:ext>
              </a:extLst>
            </p:cNvPr>
            <p:cNvSpPr/>
            <p:nvPr/>
          </p:nvSpPr>
          <p:spPr>
            <a:xfrm>
              <a:off x="1974778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5" name="Rectangle 3624">
              <a:extLst>
                <a:ext uri="{FF2B5EF4-FFF2-40B4-BE49-F238E27FC236}">
                  <a16:creationId xmlns:a16="http://schemas.microsoft.com/office/drawing/2014/main" id="{585543DB-905A-012A-5F52-DF5A87759F24}"/>
                </a:ext>
              </a:extLst>
            </p:cNvPr>
            <p:cNvSpPr/>
            <p:nvPr/>
          </p:nvSpPr>
          <p:spPr>
            <a:xfrm>
              <a:off x="1974778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6" name="Rectangle 3625">
              <a:extLst>
                <a:ext uri="{FF2B5EF4-FFF2-40B4-BE49-F238E27FC236}">
                  <a16:creationId xmlns:a16="http://schemas.microsoft.com/office/drawing/2014/main" id="{34B51A2B-1891-6144-44F9-341A89EE5CBF}"/>
                </a:ext>
              </a:extLst>
            </p:cNvPr>
            <p:cNvSpPr/>
            <p:nvPr/>
          </p:nvSpPr>
          <p:spPr>
            <a:xfrm>
              <a:off x="1974778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7" name="Rectangle 3626">
              <a:extLst>
                <a:ext uri="{FF2B5EF4-FFF2-40B4-BE49-F238E27FC236}">
                  <a16:creationId xmlns:a16="http://schemas.microsoft.com/office/drawing/2014/main" id="{F2D530C8-45E1-D01F-4FFB-9304117BF18B}"/>
                </a:ext>
              </a:extLst>
            </p:cNvPr>
            <p:cNvSpPr/>
            <p:nvPr/>
          </p:nvSpPr>
          <p:spPr>
            <a:xfrm>
              <a:off x="1974778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8" name="Rectangle 3627">
              <a:extLst>
                <a:ext uri="{FF2B5EF4-FFF2-40B4-BE49-F238E27FC236}">
                  <a16:creationId xmlns:a16="http://schemas.microsoft.com/office/drawing/2014/main" id="{2BF1C359-752B-05F3-0FE1-013DBC8D3D0D}"/>
                </a:ext>
              </a:extLst>
            </p:cNvPr>
            <p:cNvSpPr/>
            <p:nvPr/>
          </p:nvSpPr>
          <p:spPr>
            <a:xfrm>
              <a:off x="1974778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29" name="Rectangle 3628">
              <a:extLst>
                <a:ext uri="{FF2B5EF4-FFF2-40B4-BE49-F238E27FC236}">
                  <a16:creationId xmlns:a16="http://schemas.microsoft.com/office/drawing/2014/main" id="{0397EE63-D6A6-FD0A-6E09-76DD59A25948}"/>
                </a:ext>
              </a:extLst>
            </p:cNvPr>
            <p:cNvSpPr/>
            <p:nvPr/>
          </p:nvSpPr>
          <p:spPr>
            <a:xfrm>
              <a:off x="1974778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0" name="Rectangle 3629">
              <a:extLst>
                <a:ext uri="{FF2B5EF4-FFF2-40B4-BE49-F238E27FC236}">
                  <a16:creationId xmlns:a16="http://schemas.microsoft.com/office/drawing/2014/main" id="{0FB26CCB-0888-E86B-4B6A-AD00DF76958D}"/>
                </a:ext>
              </a:extLst>
            </p:cNvPr>
            <p:cNvSpPr/>
            <p:nvPr/>
          </p:nvSpPr>
          <p:spPr>
            <a:xfrm>
              <a:off x="1974778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1" name="Rectangle 3630">
              <a:extLst>
                <a:ext uri="{FF2B5EF4-FFF2-40B4-BE49-F238E27FC236}">
                  <a16:creationId xmlns:a16="http://schemas.microsoft.com/office/drawing/2014/main" id="{ECF21C8B-8211-21D0-25F7-531C40242BB8}"/>
                </a:ext>
              </a:extLst>
            </p:cNvPr>
            <p:cNvSpPr/>
            <p:nvPr/>
          </p:nvSpPr>
          <p:spPr>
            <a:xfrm>
              <a:off x="1974778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2" name="Rectangle 3631">
              <a:extLst>
                <a:ext uri="{FF2B5EF4-FFF2-40B4-BE49-F238E27FC236}">
                  <a16:creationId xmlns:a16="http://schemas.microsoft.com/office/drawing/2014/main" id="{FDEC9AD9-DF32-7316-2711-077917E48382}"/>
                </a:ext>
              </a:extLst>
            </p:cNvPr>
            <p:cNvSpPr/>
            <p:nvPr/>
          </p:nvSpPr>
          <p:spPr>
            <a:xfrm>
              <a:off x="1974778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3" name="Rectangle 3632">
              <a:extLst>
                <a:ext uri="{FF2B5EF4-FFF2-40B4-BE49-F238E27FC236}">
                  <a16:creationId xmlns:a16="http://schemas.microsoft.com/office/drawing/2014/main" id="{BD9E80B4-29D0-10C2-A8AB-AB3100191798}"/>
                </a:ext>
              </a:extLst>
            </p:cNvPr>
            <p:cNvSpPr/>
            <p:nvPr/>
          </p:nvSpPr>
          <p:spPr>
            <a:xfrm>
              <a:off x="1974778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4" name="Rectangle 3633">
              <a:extLst>
                <a:ext uri="{FF2B5EF4-FFF2-40B4-BE49-F238E27FC236}">
                  <a16:creationId xmlns:a16="http://schemas.microsoft.com/office/drawing/2014/main" id="{7326BE44-02F3-DE9E-E4E0-C0A8CD9BB7E9}"/>
                </a:ext>
              </a:extLst>
            </p:cNvPr>
            <p:cNvSpPr/>
            <p:nvPr/>
          </p:nvSpPr>
          <p:spPr>
            <a:xfrm>
              <a:off x="1974778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5" name="Rectangle 3634">
              <a:extLst>
                <a:ext uri="{FF2B5EF4-FFF2-40B4-BE49-F238E27FC236}">
                  <a16:creationId xmlns:a16="http://schemas.microsoft.com/office/drawing/2014/main" id="{7B599F5E-ABD8-5A27-7E7D-BCE0D578B62B}"/>
                </a:ext>
              </a:extLst>
            </p:cNvPr>
            <p:cNvSpPr/>
            <p:nvPr/>
          </p:nvSpPr>
          <p:spPr>
            <a:xfrm>
              <a:off x="1974778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6" name="Rectangle 3635">
              <a:extLst>
                <a:ext uri="{FF2B5EF4-FFF2-40B4-BE49-F238E27FC236}">
                  <a16:creationId xmlns:a16="http://schemas.microsoft.com/office/drawing/2014/main" id="{106104B3-49DE-5F35-1B72-CA630F7BD0E6}"/>
                </a:ext>
              </a:extLst>
            </p:cNvPr>
            <p:cNvSpPr/>
            <p:nvPr/>
          </p:nvSpPr>
          <p:spPr>
            <a:xfrm>
              <a:off x="1974778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7" name="Rectangle 3636">
              <a:extLst>
                <a:ext uri="{FF2B5EF4-FFF2-40B4-BE49-F238E27FC236}">
                  <a16:creationId xmlns:a16="http://schemas.microsoft.com/office/drawing/2014/main" id="{C62B29C3-377F-A263-060E-F782B14EB882}"/>
                </a:ext>
              </a:extLst>
            </p:cNvPr>
            <p:cNvSpPr/>
            <p:nvPr/>
          </p:nvSpPr>
          <p:spPr>
            <a:xfrm>
              <a:off x="1974778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8" name="Rectangle 3637">
              <a:extLst>
                <a:ext uri="{FF2B5EF4-FFF2-40B4-BE49-F238E27FC236}">
                  <a16:creationId xmlns:a16="http://schemas.microsoft.com/office/drawing/2014/main" id="{9AECD04C-C0ED-4A37-36E6-F81FA3A0D0A4}"/>
                </a:ext>
              </a:extLst>
            </p:cNvPr>
            <p:cNvSpPr/>
            <p:nvPr/>
          </p:nvSpPr>
          <p:spPr>
            <a:xfrm>
              <a:off x="1974778" y="524891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39" name="Rectangle 3638">
              <a:extLst>
                <a:ext uri="{FF2B5EF4-FFF2-40B4-BE49-F238E27FC236}">
                  <a16:creationId xmlns:a16="http://schemas.microsoft.com/office/drawing/2014/main" id="{621C110C-8272-24C3-FE5D-3A9FEC35CB72}"/>
                </a:ext>
              </a:extLst>
            </p:cNvPr>
            <p:cNvSpPr/>
            <p:nvPr/>
          </p:nvSpPr>
          <p:spPr>
            <a:xfrm>
              <a:off x="1974778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0" name="Rectangle 3639">
              <a:extLst>
                <a:ext uri="{FF2B5EF4-FFF2-40B4-BE49-F238E27FC236}">
                  <a16:creationId xmlns:a16="http://schemas.microsoft.com/office/drawing/2014/main" id="{6CDAE00E-DCB7-66E4-E84F-58F86D963018}"/>
                </a:ext>
              </a:extLst>
            </p:cNvPr>
            <p:cNvSpPr/>
            <p:nvPr/>
          </p:nvSpPr>
          <p:spPr>
            <a:xfrm>
              <a:off x="1974778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1" name="Rectangle 3640">
              <a:extLst>
                <a:ext uri="{FF2B5EF4-FFF2-40B4-BE49-F238E27FC236}">
                  <a16:creationId xmlns:a16="http://schemas.microsoft.com/office/drawing/2014/main" id="{B66BE01C-51A3-B342-0231-77AAC9A2F2D6}"/>
                </a:ext>
              </a:extLst>
            </p:cNvPr>
            <p:cNvSpPr/>
            <p:nvPr/>
          </p:nvSpPr>
          <p:spPr>
            <a:xfrm>
              <a:off x="1974778" y="549820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2" name="Rectangle 3641">
              <a:extLst>
                <a:ext uri="{FF2B5EF4-FFF2-40B4-BE49-F238E27FC236}">
                  <a16:creationId xmlns:a16="http://schemas.microsoft.com/office/drawing/2014/main" id="{7150C2A2-980F-84BF-CFAA-D8B1E209B194}"/>
                </a:ext>
              </a:extLst>
            </p:cNvPr>
            <p:cNvSpPr/>
            <p:nvPr/>
          </p:nvSpPr>
          <p:spPr>
            <a:xfrm>
              <a:off x="1974778" y="5581297"/>
              <a:ext cx="62737" cy="83096"/>
            </a:xfrm>
            <a:prstGeom prst="rect">
              <a:avLst/>
            </a:prstGeom>
            <a:solidFill>
              <a:srgbClr val="FF59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3" name="Rectangle 3642">
              <a:extLst>
                <a:ext uri="{FF2B5EF4-FFF2-40B4-BE49-F238E27FC236}">
                  <a16:creationId xmlns:a16="http://schemas.microsoft.com/office/drawing/2014/main" id="{A84877CA-C94B-5EBC-16C9-BEA4C9AF50D0}"/>
                </a:ext>
              </a:extLst>
            </p:cNvPr>
            <p:cNvSpPr/>
            <p:nvPr/>
          </p:nvSpPr>
          <p:spPr>
            <a:xfrm>
              <a:off x="1974778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4" name="Rectangle 3643">
              <a:extLst>
                <a:ext uri="{FF2B5EF4-FFF2-40B4-BE49-F238E27FC236}">
                  <a16:creationId xmlns:a16="http://schemas.microsoft.com/office/drawing/2014/main" id="{5F0BEB46-A309-D4F2-FEAB-97FF1C64F0BF}"/>
                </a:ext>
              </a:extLst>
            </p:cNvPr>
            <p:cNvSpPr/>
            <p:nvPr/>
          </p:nvSpPr>
          <p:spPr>
            <a:xfrm>
              <a:off x="1974778" y="574749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5" name="Rectangle 3644">
              <a:extLst>
                <a:ext uri="{FF2B5EF4-FFF2-40B4-BE49-F238E27FC236}">
                  <a16:creationId xmlns:a16="http://schemas.microsoft.com/office/drawing/2014/main" id="{F5F4F3E8-A10C-4A90-5023-2D291282CE9F}"/>
                </a:ext>
              </a:extLst>
            </p:cNvPr>
            <p:cNvSpPr/>
            <p:nvPr/>
          </p:nvSpPr>
          <p:spPr>
            <a:xfrm>
              <a:off x="1974778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6" name="Rectangle 3645">
              <a:extLst>
                <a:ext uri="{FF2B5EF4-FFF2-40B4-BE49-F238E27FC236}">
                  <a16:creationId xmlns:a16="http://schemas.microsoft.com/office/drawing/2014/main" id="{35F4FD71-4C51-88D4-FB29-83CD3710EDAD}"/>
                </a:ext>
              </a:extLst>
            </p:cNvPr>
            <p:cNvSpPr/>
            <p:nvPr/>
          </p:nvSpPr>
          <p:spPr>
            <a:xfrm>
              <a:off x="1974778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7" name="Rectangle 3646">
              <a:extLst>
                <a:ext uri="{FF2B5EF4-FFF2-40B4-BE49-F238E27FC236}">
                  <a16:creationId xmlns:a16="http://schemas.microsoft.com/office/drawing/2014/main" id="{F2D70170-BEB4-D725-C22A-B43914D90B2E}"/>
                </a:ext>
              </a:extLst>
            </p:cNvPr>
            <p:cNvSpPr/>
            <p:nvPr/>
          </p:nvSpPr>
          <p:spPr>
            <a:xfrm>
              <a:off x="1974778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8" name="Rectangle 3647">
              <a:extLst>
                <a:ext uri="{FF2B5EF4-FFF2-40B4-BE49-F238E27FC236}">
                  <a16:creationId xmlns:a16="http://schemas.microsoft.com/office/drawing/2014/main" id="{FC9D2C80-0E81-B8FB-9397-E6A67C4E8F7B}"/>
                </a:ext>
              </a:extLst>
            </p:cNvPr>
            <p:cNvSpPr/>
            <p:nvPr/>
          </p:nvSpPr>
          <p:spPr>
            <a:xfrm>
              <a:off x="1974778" y="6079640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49" name="Rectangle 3648">
              <a:extLst>
                <a:ext uri="{FF2B5EF4-FFF2-40B4-BE49-F238E27FC236}">
                  <a16:creationId xmlns:a16="http://schemas.microsoft.com/office/drawing/2014/main" id="{FA724ECC-521F-EC1D-634F-375A49EE9CA1}"/>
                </a:ext>
              </a:extLst>
            </p:cNvPr>
            <p:cNvSpPr/>
            <p:nvPr/>
          </p:nvSpPr>
          <p:spPr>
            <a:xfrm>
              <a:off x="1974778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0" name="Rectangle 3649">
              <a:extLst>
                <a:ext uri="{FF2B5EF4-FFF2-40B4-BE49-F238E27FC236}">
                  <a16:creationId xmlns:a16="http://schemas.microsoft.com/office/drawing/2014/main" id="{30D281D5-AE6F-CC32-9AEA-00F31A5AD318}"/>
                </a:ext>
              </a:extLst>
            </p:cNvPr>
            <p:cNvSpPr/>
            <p:nvPr/>
          </p:nvSpPr>
          <p:spPr>
            <a:xfrm>
              <a:off x="1974778" y="624583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1" name="Rectangle 3650">
              <a:extLst>
                <a:ext uri="{FF2B5EF4-FFF2-40B4-BE49-F238E27FC236}">
                  <a16:creationId xmlns:a16="http://schemas.microsoft.com/office/drawing/2014/main" id="{8871E09F-45A4-CF0E-7542-68DC37FB7CA4}"/>
                </a:ext>
              </a:extLst>
            </p:cNvPr>
            <p:cNvSpPr/>
            <p:nvPr/>
          </p:nvSpPr>
          <p:spPr>
            <a:xfrm>
              <a:off x="1974778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2" name="Rectangle 3651">
              <a:extLst>
                <a:ext uri="{FF2B5EF4-FFF2-40B4-BE49-F238E27FC236}">
                  <a16:creationId xmlns:a16="http://schemas.microsoft.com/office/drawing/2014/main" id="{FAC7B509-9156-46DD-7713-EB9ACEDCBA38}"/>
                </a:ext>
              </a:extLst>
            </p:cNvPr>
            <p:cNvSpPr/>
            <p:nvPr/>
          </p:nvSpPr>
          <p:spPr>
            <a:xfrm>
              <a:off x="1974778" y="6412026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3" name="Rectangle 3652">
              <a:extLst>
                <a:ext uri="{FF2B5EF4-FFF2-40B4-BE49-F238E27FC236}">
                  <a16:creationId xmlns:a16="http://schemas.microsoft.com/office/drawing/2014/main" id="{9857CDDD-BEB0-68B8-6A96-41A4767C7FA2}"/>
                </a:ext>
              </a:extLst>
            </p:cNvPr>
            <p:cNvSpPr/>
            <p:nvPr/>
          </p:nvSpPr>
          <p:spPr>
            <a:xfrm>
              <a:off x="1974778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4" name="Rectangle 3653">
              <a:extLst>
                <a:ext uri="{FF2B5EF4-FFF2-40B4-BE49-F238E27FC236}">
                  <a16:creationId xmlns:a16="http://schemas.microsoft.com/office/drawing/2014/main" id="{CE8634A3-601F-BC0E-93A8-B9E31CA5E332}"/>
                </a:ext>
              </a:extLst>
            </p:cNvPr>
            <p:cNvSpPr/>
            <p:nvPr/>
          </p:nvSpPr>
          <p:spPr>
            <a:xfrm>
              <a:off x="1974778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5" name="Rectangle 3654">
              <a:extLst>
                <a:ext uri="{FF2B5EF4-FFF2-40B4-BE49-F238E27FC236}">
                  <a16:creationId xmlns:a16="http://schemas.microsoft.com/office/drawing/2014/main" id="{E8ABD0AB-50BB-2A52-32E1-8AF546B0112A}"/>
                </a:ext>
              </a:extLst>
            </p:cNvPr>
            <p:cNvSpPr/>
            <p:nvPr/>
          </p:nvSpPr>
          <p:spPr>
            <a:xfrm>
              <a:off x="1974778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6" name="Rectangle 3655">
              <a:extLst>
                <a:ext uri="{FF2B5EF4-FFF2-40B4-BE49-F238E27FC236}">
                  <a16:creationId xmlns:a16="http://schemas.microsoft.com/office/drawing/2014/main" id="{C372865C-70E2-763C-DD27-4E67B1E639FB}"/>
                </a:ext>
              </a:extLst>
            </p:cNvPr>
            <p:cNvSpPr/>
            <p:nvPr/>
          </p:nvSpPr>
          <p:spPr>
            <a:xfrm>
              <a:off x="1974778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7" name="Rectangle 3656">
              <a:extLst>
                <a:ext uri="{FF2B5EF4-FFF2-40B4-BE49-F238E27FC236}">
                  <a16:creationId xmlns:a16="http://schemas.microsoft.com/office/drawing/2014/main" id="{240D3244-C7FA-3B8A-63F5-965A9FEA0F33}"/>
                </a:ext>
              </a:extLst>
            </p:cNvPr>
            <p:cNvSpPr/>
            <p:nvPr/>
          </p:nvSpPr>
          <p:spPr>
            <a:xfrm>
              <a:off x="1974778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8" name="Rectangle 3657">
              <a:extLst>
                <a:ext uri="{FF2B5EF4-FFF2-40B4-BE49-F238E27FC236}">
                  <a16:creationId xmlns:a16="http://schemas.microsoft.com/office/drawing/2014/main" id="{97CCB645-5D96-E324-27D3-3AE7BF20FFCA}"/>
                </a:ext>
              </a:extLst>
            </p:cNvPr>
            <p:cNvSpPr/>
            <p:nvPr/>
          </p:nvSpPr>
          <p:spPr>
            <a:xfrm>
              <a:off x="1974778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59" name="Rectangle 3658">
              <a:extLst>
                <a:ext uri="{FF2B5EF4-FFF2-40B4-BE49-F238E27FC236}">
                  <a16:creationId xmlns:a16="http://schemas.microsoft.com/office/drawing/2014/main" id="{5FD25432-6C86-A339-AD13-C6EA483D3DB0}"/>
                </a:ext>
              </a:extLst>
            </p:cNvPr>
            <p:cNvSpPr/>
            <p:nvPr/>
          </p:nvSpPr>
          <p:spPr>
            <a:xfrm>
              <a:off x="1974778" y="699370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0" name="Rectangle 3659">
              <a:extLst>
                <a:ext uri="{FF2B5EF4-FFF2-40B4-BE49-F238E27FC236}">
                  <a16:creationId xmlns:a16="http://schemas.microsoft.com/office/drawing/2014/main" id="{B29E13EB-C1ED-3A4D-7387-4F84792F5074}"/>
                </a:ext>
              </a:extLst>
            </p:cNvPr>
            <p:cNvSpPr/>
            <p:nvPr/>
          </p:nvSpPr>
          <p:spPr>
            <a:xfrm>
              <a:off x="2037516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1" name="Rectangle 3660">
              <a:extLst>
                <a:ext uri="{FF2B5EF4-FFF2-40B4-BE49-F238E27FC236}">
                  <a16:creationId xmlns:a16="http://schemas.microsoft.com/office/drawing/2014/main" id="{17734791-6C3D-E19D-AFBB-BEB375837D84}"/>
                </a:ext>
              </a:extLst>
            </p:cNvPr>
            <p:cNvSpPr/>
            <p:nvPr/>
          </p:nvSpPr>
          <p:spPr>
            <a:xfrm>
              <a:off x="2037516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2" name="Rectangle 3661">
              <a:extLst>
                <a:ext uri="{FF2B5EF4-FFF2-40B4-BE49-F238E27FC236}">
                  <a16:creationId xmlns:a16="http://schemas.microsoft.com/office/drawing/2014/main" id="{8773CD4E-9012-9480-09BD-DDC778415F1B}"/>
                </a:ext>
              </a:extLst>
            </p:cNvPr>
            <p:cNvSpPr/>
            <p:nvPr/>
          </p:nvSpPr>
          <p:spPr>
            <a:xfrm>
              <a:off x="2037516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3" name="Rectangle 3662">
              <a:extLst>
                <a:ext uri="{FF2B5EF4-FFF2-40B4-BE49-F238E27FC236}">
                  <a16:creationId xmlns:a16="http://schemas.microsoft.com/office/drawing/2014/main" id="{43FEDC6F-EDB9-4C1E-22E4-72FF2506FE30}"/>
                </a:ext>
              </a:extLst>
            </p:cNvPr>
            <p:cNvSpPr/>
            <p:nvPr/>
          </p:nvSpPr>
          <p:spPr>
            <a:xfrm>
              <a:off x="2037516" y="200885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4" name="Rectangle 3663">
              <a:extLst>
                <a:ext uri="{FF2B5EF4-FFF2-40B4-BE49-F238E27FC236}">
                  <a16:creationId xmlns:a16="http://schemas.microsoft.com/office/drawing/2014/main" id="{6FEAB46E-2CA5-FF24-EBFA-9EDA209B52C0}"/>
                </a:ext>
              </a:extLst>
            </p:cNvPr>
            <p:cNvSpPr/>
            <p:nvPr/>
          </p:nvSpPr>
          <p:spPr>
            <a:xfrm>
              <a:off x="2037516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5" name="Rectangle 3664">
              <a:extLst>
                <a:ext uri="{FF2B5EF4-FFF2-40B4-BE49-F238E27FC236}">
                  <a16:creationId xmlns:a16="http://schemas.microsoft.com/office/drawing/2014/main" id="{23C48179-0A07-DF2B-1639-8B54BC074EB1}"/>
                </a:ext>
              </a:extLst>
            </p:cNvPr>
            <p:cNvSpPr/>
            <p:nvPr/>
          </p:nvSpPr>
          <p:spPr>
            <a:xfrm>
              <a:off x="2037516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6" name="Rectangle 3665">
              <a:extLst>
                <a:ext uri="{FF2B5EF4-FFF2-40B4-BE49-F238E27FC236}">
                  <a16:creationId xmlns:a16="http://schemas.microsoft.com/office/drawing/2014/main" id="{DE5E3C78-C452-3448-2ECD-2D64C64A7738}"/>
                </a:ext>
              </a:extLst>
            </p:cNvPr>
            <p:cNvSpPr/>
            <p:nvPr/>
          </p:nvSpPr>
          <p:spPr>
            <a:xfrm>
              <a:off x="2037516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7" name="Rectangle 3666">
              <a:extLst>
                <a:ext uri="{FF2B5EF4-FFF2-40B4-BE49-F238E27FC236}">
                  <a16:creationId xmlns:a16="http://schemas.microsoft.com/office/drawing/2014/main" id="{1D62A982-FB31-0626-1909-D93A4BDC5337}"/>
                </a:ext>
              </a:extLst>
            </p:cNvPr>
            <p:cNvSpPr/>
            <p:nvPr/>
          </p:nvSpPr>
          <p:spPr>
            <a:xfrm>
              <a:off x="2037516" y="234124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8" name="Rectangle 3667">
              <a:extLst>
                <a:ext uri="{FF2B5EF4-FFF2-40B4-BE49-F238E27FC236}">
                  <a16:creationId xmlns:a16="http://schemas.microsoft.com/office/drawing/2014/main" id="{B8020F33-9657-02DB-4571-FA8FCD1D0E30}"/>
                </a:ext>
              </a:extLst>
            </p:cNvPr>
            <p:cNvSpPr/>
            <p:nvPr/>
          </p:nvSpPr>
          <p:spPr>
            <a:xfrm>
              <a:off x="2037516" y="242410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69" name="Rectangle 3668">
              <a:extLst>
                <a:ext uri="{FF2B5EF4-FFF2-40B4-BE49-F238E27FC236}">
                  <a16:creationId xmlns:a16="http://schemas.microsoft.com/office/drawing/2014/main" id="{202F3841-3032-81B7-1D62-C3CEBD1BCF92}"/>
                </a:ext>
              </a:extLst>
            </p:cNvPr>
            <p:cNvSpPr/>
            <p:nvPr/>
          </p:nvSpPr>
          <p:spPr>
            <a:xfrm>
              <a:off x="2037516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0" name="Rectangle 3669">
              <a:extLst>
                <a:ext uri="{FF2B5EF4-FFF2-40B4-BE49-F238E27FC236}">
                  <a16:creationId xmlns:a16="http://schemas.microsoft.com/office/drawing/2014/main" id="{C8041933-4B27-036D-DED3-CF736EC3D39D}"/>
                </a:ext>
              </a:extLst>
            </p:cNvPr>
            <p:cNvSpPr/>
            <p:nvPr/>
          </p:nvSpPr>
          <p:spPr>
            <a:xfrm>
              <a:off x="2037516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1" name="Rectangle 3670">
              <a:extLst>
                <a:ext uri="{FF2B5EF4-FFF2-40B4-BE49-F238E27FC236}">
                  <a16:creationId xmlns:a16="http://schemas.microsoft.com/office/drawing/2014/main" id="{1E1A4F2F-40AD-477C-CF82-EBC4544342D0}"/>
                </a:ext>
              </a:extLst>
            </p:cNvPr>
            <p:cNvSpPr/>
            <p:nvPr/>
          </p:nvSpPr>
          <p:spPr>
            <a:xfrm>
              <a:off x="2037516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2" name="Rectangle 3671">
              <a:extLst>
                <a:ext uri="{FF2B5EF4-FFF2-40B4-BE49-F238E27FC236}">
                  <a16:creationId xmlns:a16="http://schemas.microsoft.com/office/drawing/2014/main" id="{BE5F5239-3AB6-D744-354A-E7AAFF6D92D5}"/>
                </a:ext>
              </a:extLst>
            </p:cNvPr>
            <p:cNvSpPr/>
            <p:nvPr/>
          </p:nvSpPr>
          <p:spPr>
            <a:xfrm>
              <a:off x="2037516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3" name="Rectangle 3672">
              <a:extLst>
                <a:ext uri="{FF2B5EF4-FFF2-40B4-BE49-F238E27FC236}">
                  <a16:creationId xmlns:a16="http://schemas.microsoft.com/office/drawing/2014/main" id="{4ECE7CCA-26EB-5D49-493E-E3DCE8414481}"/>
                </a:ext>
              </a:extLst>
            </p:cNvPr>
            <p:cNvSpPr/>
            <p:nvPr/>
          </p:nvSpPr>
          <p:spPr>
            <a:xfrm>
              <a:off x="2037516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4" name="Rectangle 3673">
              <a:extLst>
                <a:ext uri="{FF2B5EF4-FFF2-40B4-BE49-F238E27FC236}">
                  <a16:creationId xmlns:a16="http://schemas.microsoft.com/office/drawing/2014/main" id="{D792052A-1631-7197-A46A-B7334DAD0FBD}"/>
                </a:ext>
              </a:extLst>
            </p:cNvPr>
            <p:cNvSpPr/>
            <p:nvPr/>
          </p:nvSpPr>
          <p:spPr>
            <a:xfrm>
              <a:off x="2037516" y="292268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5" name="Rectangle 3674">
              <a:extLst>
                <a:ext uri="{FF2B5EF4-FFF2-40B4-BE49-F238E27FC236}">
                  <a16:creationId xmlns:a16="http://schemas.microsoft.com/office/drawing/2014/main" id="{4E50B89E-F344-CD8E-2756-37D2DA29C6D2}"/>
                </a:ext>
              </a:extLst>
            </p:cNvPr>
            <p:cNvSpPr/>
            <p:nvPr/>
          </p:nvSpPr>
          <p:spPr>
            <a:xfrm>
              <a:off x="2037516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6" name="Rectangle 3675">
              <a:extLst>
                <a:ext uri="{FF2B5EF4-FFF2-40B4-BE49-F238E27FC236}">
                  <a16:creationId xmlns:a16="http://schemas.microsoft.com/office/drawing/2014/main" id="{A53710AE-4EC9-BE59-53B5-50A9226E89D5}"/>
                </a:ext>
              </a:extLst>
            </p:cNvPr>
            <p:cNvSpPr/>
            <p:nvPr/>
          </p:nvSpPr>
          <p:spPr>
            <a:xfrm>
              <a:off x="2037516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7" name="Rectangle 3676">
              <a:extLst>
                <a:ext uri="{FF2B5EF4-FFF2-40B4-BE49-F238E27FC236}">
                  <a16:creationId xmlns:a16="http://schemas.microsoft.com/office/drawing/2014/main" id="{2A10A013-25BE-A5B3-3AAA-168D38053DF9}"/>
                </a:ext>
              </a:extLst>
            </p:cNvPr>
            <p:cNvSpPr/>
            <p:nvPr/>
          </p:nvSpPr>
          <p:spPr>
            <a:xfrm>
              <a:off x="2037516" y="31719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8" name="Rectangle 3677">
              <a:extLst>
                <a:ext uri="{FF2B5EF4-FFF2-40B4-BE49-F238E27FC236}">
                  <a16:creationId xmlns:a16="http://schemas.microsoft.com/office/drawing/2014/main" id="{A07940BE-2A25-0681-54C2-2CB040E5894A}"/>
                </a:ext>
              </a:extLst>
            </p:cNvPr>
            <p:cNvSpPr/>
            <p:nvPr/>
          </p:nvSpPr>
          <p:spPr>
            <a:xfrm>
              <a:off x="2037516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79" name="Rectangle 3678">
              <a:extLst>
                <a:ext uri="{FF2B5EF4-FFF2-40B4-BE49-F238E27FC236}">
                  <a16:creationId xmlns:a16="http://schemas.microsoft.com/office/drawing/2014/main" id="{E938C560-F773-9CE6-356E-34A607149955}"/>
                </a:ext>
              </a:extLst>
            </p:cNvPr>
            <p:cNvSpPr/>
            <p:nvPr/>
          </p:nvSpPr>
          <p:spPr>
            <a:xfrm>
              <a:off x="2037516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0" name="Rectangle 3679">
              <a:extLst>
                <a:ext uri="{FF2B5EF4-FFF2-40B4-BE49-F238E27FC236}">
                  <a16:creationId xmlns:a16="http://schemas.microsoft.com/office/drawing/2014/main" id="{209B872F-F474-6113-4733-577161EA423A}"/>
                </a:ext>
              </a:extLst>
            </p:cNvPr>
            <p:cNvSpPr/>
            <p:nvPr/>
          </p:nvSpPr>
          <p:spPr>
            <a:xfrm>
              <a:off x="2037516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1" name="Rectangle 3680">
              <a:extLst>
                <a:ext uri="{FF2B5EF4-FFF2-40B4-BE49-F238E27FC236}">
                  <a16:creationId xmlns:a16="http://schemas.microsoft.com/office/drawing/2014/main" id="{ACA1F8AF-3E43-7EC4-C698-8196ABAE086E}"/>
                </a:ext>
              </a:extLst>
            </p:cNvPr>
            <p:cNvSpPr/>
            <p:nvPr/>
          </p:nvSpPr>
          <p:spPr>
            <a:xfrm>
              <a:off x="2037516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2" name="Rectangle 3681">
              <a:extLst>
                <a:ext uri="{FF2B5EF4-FFF2-40B4-BE49-F238E27FC236}">
                  <a16:creationId xmlns:a16="http://schemas.microsoft.com/office/drawing/2014/main" id="{1E6F3D03-9325-9817-DF40-CDC741688837}"/>
                </a:ext>
              </a:extLst>
            </p:cNvPr>
            <p:cNvSpPr/>
            <p:nvPr/>
          </p:nvSpPr>
          <p:spPr>
            <a:xfrm>
              <a:off x="2037516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3" name="Rectangle 3682">
              <a:extLst>
                <a:ext uri="{FF2B5EF4-FFF2-40B4-BE49-F238E27FC236}">
                  <a16:creationId xmlns:a16="http://schemas.microsoft.com/office/drawing/2014/main" id="{215FA5C2-D2C2-A87B-0644-ACC25F81FEDE}"/>
                </a:ext>
              </a:extLst>
            </p:cNvPr>
            <p:cNvSpPr/>
            <p:nvPr/>
          </p:nvSpPr>
          <p:spPr>
            <a:xfrm>
              <a:off x="2037516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4" name="Rectangle 3683">
              <a:extLst>
                <a:ext uri="{FF2B5EF4-FFF2-40B4-BE49-F238E27FC236}">
                  <a16:creationId xmlns:a16="http://schemas.microsoft.com/office/drawing/2014/main" id="{96D47937-1CEA-D1EE-A3AE-CAB363BEBB1B}"/>
                </a:ext>
              </a:extLst>
            </p:cNvPr>
            <p:cNvSpPr/>
            <p:nvPr/>
          </p:nvSpPr>
          <p:spPr>
            <a:xfrm>
              <a:off x="2037516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5" name="Rectangle 3684">
              <a:extLst>
                <a:ext uri="{FF2B5EF4-FFF2-40B4-BE49-F238E27FC236}">
                  <a16:creationId xmlns:a16="http://schemas.microsoft.com/office/drawing/2014/main" id="{841E67A6-AA32-5485-2E36-7C141654008C}"/>
                </a:ext>
              </a:extLst>
            </p:cNvPr>
            <p:cNvSpPr/>
            <p:nvPr/>
          </p:nvSpPr>
          <p:spPr>
            <a:xfrm>
              <a:off x="2037516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6" name="Rectangle 3685">
              <a:extLst>
                <a:ext uri="{FF2B5EF4-FFF2-40B4-BE49-F238E27FC236}">
                  <a16:creationId xmlns:a16="http://schemas.microsoft.com/office/drawing/2014/main" id="{8C1AA807-DB79-6DC4-C096-4B9B00116872}"/>
                </a:ext>
              </a:extLst>
            </p:cNvPr>
            <p:cNvSpPr/>
            <p:nvPr/>
          </p:nvSpPr>
          <p:spPr>
            <a:xfrm>
              <a:off x="2037516" y="3919605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7" name="Rectangle 3686">
              <a:extLst>
                <a:ext uri="{FF2B5EF4-FFF2-40B4-BE49-F238E27FC236}">
                  <a16:creationId xmlns:a16="http://schemas.microsoft.com/office/drawing/2014/main" id="{BFFD6DA9-621D-9B58-6C66-BA551CF7090C}"/>
                </a:ext>
              </a:extLst>
            </p:cNvPr>
            <p:cNvSpPr/>
            <p:nvPr/>
          </p:nvSpPr>
          <p:spPr>
            <a:xfrm>
              <a:off x="2037516" y="40027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8" name="Rectangle 3687">
              <a:extLst>
                <a:ext uri="{FF2B5EF4-FFF2-40B4-BE49-F238E27FC236}">
                  <a16:creationId xmlns:a16="http://schemas.microsoft.com/office/drawing/2014/main" id="{6E337831-01E8-2721-4EFB-CF09B629D56C}"/>
                </a:ext>
              </a:extLst>
            </p:cNvPr>
            <p:cNvSpPr/>
            <p:nvPr/>
          </p:nvSpPr>
          <p:spPr>
            <a:xfrm>
              <a:off x="2037516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89" name="Rectangle 3688">
              <a:extLst>
                <a:ext uri="{FF2B5EF4-FFF2-40B4-BE49-F238E27FC236}">
                  <a16:creationId xmlns:a16="http://schemas.microsoft.com/office/drawing/2014/main" id="{E0CA7629-1A2B-8424-A0FE-E76804A89634}"/>
                </a:ext>
              </a:extLst>
            </p:cNvPr>
            <p:cNvSpPr/>
            <p:nvPr/>
          </p:nvSpPr>
          <p:spPr>
            <a:xfrm>
              <a:off x="2037516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0" name="Rectangle 3689">
              <a:extLst>
                <a:ext uri="{FF2B5EF4-FFF2-40B4-BE49-F238E27FC236}">
                  <a16:creationId xmlns:a16="http://schemas.microsoft.com/office/drawing/2014/main" id="{6A5E8BF2-2FD0-6DB8-CE29-03225E6029F3}"/>
                </a:ext>
              </a:extLst>
            </p:cNvPr>
            <p:cNvSpPr/>
            <p:nvPr/>
          </p:nvSpPr>
          <p:spPr>
            <a:xfrm>
              <a:off x="2037516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1" name="Rectangle 3690">
              <a:extLst>
                <a:ext uri="{FF2B5EF4-FFF2-40B4-BE49-F238E27FC236}">
                  <a16:creationId xmlns:a16="http://schemas.microsoft.com/office/drawing/2014/main" id="{AE2B9F08-E35D-D1AF-2401-9DBD4874F9C6}"/>
                </a:ext>
              </a:extLst>
            </p:cNvPr>
            <p:cNvSpPr/>
            <p:nvPr/>
          </p:nvSpPr>
          <p:spPr>
            <a:xfrm>
              <a:off x="2037516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2" name="Rectangle 3691">
              <a:extLst>
                <a:ext uri="{FF2B5EF4-FFF2-40B4-BE49-F238E27FC236}">
                  <a16:creationId xmlns:a16="http://schemas.microsoft.com/office/drawing/2014/main" id="{5A5F3842-1C7F-35B4-FEDD-5D34DDDE382A}"/>
                </a:ext>
              </a:extLst>
            </p:cNvPr>
            <p:cNvSpPr/>
            <p:nvPr/>
          </p:nvSpPr>
          <p:spPr>
            <a:xfrm>
              <a:off x="2037516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3" name="Rectangle 3692">
              <a:extLst>
                <a:ext uri="{FF2B5EF4-FFF2-40B4-BE49-F238E27FC236}">
                  <a16:creationId xmlns:a16="http://schemas.microsoft.com/office/drawing/2014/main" id="{400B6F12-EB09-B2C4-C239-6D911EC5EE24}"/>
                </a:ext>
              </a:extLst>
            </p:cNvPr>
            <p:cNvSpPr/>
            <p:nvPr/>
          </p:nvSpPr>
          <p:spPr>
            <a:xfrm>
              <a:off x="2037516" y="450128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4" name="Rectangle 3693">
              <a:extLst>
                <a:ext uri="{FF2B5EF4-FFF2-40B4-BE49-F238E27FC236}">
                  <a16:creationId xmlns:a16="http://schemas.microsoft.com/office/drawing/2014/main" id="{5059E14C-EBD5-D0A6-3922-492862EA617A}"/>
                </a:ext>
              </a:extLst>
            </p:cNvPr>
            <p:cNvSpPr/>
            <p:nvPr/>
          </p:nvSpPr>
          <p:spPr>
            <a:xfrm>
              <a:off x="2037516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5" name="Rectangle 3694">
              <a:extLst>
                <a:ext uri="{FF2B5EF4-FFF2-40B4-BE49-F238E27FC236}">
                  <a16:creationId xmlns:a16="http://schemas.microsoft.com/office/drawing/2014/main" id="{FA9201E0-33B3-EA0D-2E62-DB88A20164F1}"/>
                </a:ext>
              </a:extLst>
            </p:cNvPr>
            <p:cNvSpPr/>
            <p:nvPr/>
          </p:nvSpPr>
          <p:spPr>
            <a:xfrm>
              <a:off x="2037516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6" name="Rectangle 3695">
              <a:extLst>
                <a:ext uri="{FF2B5EF4-FFF2-40B4-BE49-F238E27FC236}">
                  <a16:creationId xmlns:a16="http://schemas.microsoft.com/office/drawing/2014/main" id="{730A6FDD-4F5F-4170-C598-63D36A479943}"/>
                </a:ext>
              </a:extLst>
            </p:cNvPr>
            <p:cNvSpPr/>
            <p:nvPr/>
          </p:nvSpPr>
          <p:spPr>
            <a:xfrm>
              <a:off x="2037516" y="475033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7" name="Rectangle 3696">
              <a:extLst>
                <a:ext uri="{FF2B5EF4-FFF2-40B4-BE49-F238E27FC236}">
                  <a16:creationId xmlns:a16="http://schemas.microsoft.com/office/drawing/2014/main" id="{9C3DF1C6-42BE-418A-69D9-7C27396AE0B5}"/>
                </a:ext>
              </a:extLst>
            </p:cNvPr>
            <p:cNvSpPr/>
            <p:nvPr/>
          </p:nvSpPr>
          <p:spPr>
            <a:xfrm>
              <a:off x="2037516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8" name="Rectangle 3697">
              <a:extLst>
                <a:ext uri="{FF2B5EF4-FFF2-40B4-BE49-F238E27FC236}">
                  <a16:creationId xmlns:a16="http://schemas.microsoft.com/office/drawing/2014/main" id="{0DFDD559-7DAD-55BA-587F-E3F35FE56373}"/>
                </a:ext>
              </a:extLst>
            </p:cNvPr>
            <p:cNvSpPr/>
            <p:nvPr/>
          </p:nvSpPr>
          <p:spPr>
            <a:xfrm>
              <a:off x="2037516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699" name="Rectangle 3698">
              <a:extLst>
                <a:ext uri="{FF2B5EF4-FFF2-40B4-BE49-F238E27FC236}">
                  <a16:creationId xmlns:a16="http://schemas.microsoft.com/office/drawing/2014/main" id="{03D43F65-7FBB-43AD-E650-3563472CCA21}"/>
                </a:ext>
              </a:extLst>
            </p:cNvPr>
            <p:cNvSpPr/>
            <p:nvPr/>
          </p:nvSpPr>
          <p:spPr>
            <a:xfrm>
              <a:off x="2037516" y="4999621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0" name="Rectangle 3699">
              <a:extLst>
                <a:ext uri="{FF2B5EF4-FFF2-40B4-BE49-F238E27FC236}">
                  <a16:creationId xmlns:a16="http://schemas.microsoft.com/office/drawing/2014/main" id="{75976651-1360-A8A3-E6B5-A1B8066FF88D}"/>
                </a:ext>
              </a:extLst>
            </p:cNvPr>
            <p:cNvSpPr/>
            <p:nvPr/>
          </p:nvSpPr>
          <p:spPr>
            <a:xfrm>
              <a:off x="2037516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1" name="Rectangle 3700">
              <a:extLst>
                <a:ext uri="{FF2B5EF4-FFF2-40B4-BE49-F238E27FC236}">
                  <a16:creationId xmlns:a16="http://schemas.microsoft.com/office/drawing/2014/main" id="{26D799FF-BEE5-E695-126A-C8B827D3C1AF}"/>
                </a:ext>
              </a:extLst>
            </p:cNvPr>
            <p:cNvSpPr/>
            <p:nvPr/>
          </p:nvSpPr>
          <p:spPr>
            <a:xfrm>
              <a:off x="2037516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2" name="Rectangle 3701">
              <a:extLst>
                <a:ext uri="{FF2B5EF4-FFF2-40B4-BE49-F238E27FC236}">
                  <a16:creationId xmlns:a16="http://schemas.microsoft.com/office/drawing/2014/main" id="{E6A5A81A-48FD-792A-7882-88280C1E4E11}"/>
                </a:ext>
              </a:extLst>
            </p:cNvPr>
            <p:cNvSpPr/>
            <p:nvPr/>
          </p:nvSpPr>
          <p:spPr>
            <a:xfrm>
              <a:off x="2037516" y="524891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3" name="Rectangle 3702">
              <a:extLst>
                <a:ext uri="{FF2B5EF4-FFF2-40B4-BE49-F238E27FC236}">
                  <a16:creationId xmlns:a16="http://schemas.microsoft.com/office/drawing/2014/main" id="{64D9C735-5FA7-482B-C7BE-DFA2C750972C}"/>
                </a:ext>
              </a:extLst>
            </p:cNvPr>
            <p:cNvSpPr/>
            <p:nvPr/>
          </p:nvSpPr>
          <p:spPr>
            <a:xfrm>
              <a:off x="2037516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4" name="Rectangle 3703">
              <a:extLst>
                <a:ext uri="{FF2B5EF4-FFF2-40B4-BE49-F238E27FC236}">
                  <a16:creationId xmlns:a16="http://schemas.microsoft.com/office/drawing/2014/main" id="{11C3D573-1D67-AB5A-0C91-98B19038401E}"/>
                </a:ext>
              </a:extLst>
            </p:cNvPr>
            <p:cNvSpPr/>
            <p:nvPr/>
          </p:nvSpPr>
          <p:spPr>
            <a:xfrm>
              <a:off x="2037516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5" name="Rectangle 3704">
              <a:extLst>
                <a:ext uri="{FF2B5EF4-FFF2-40B4-BE49-F238E27FC236}">
                  <a16:creationId xmlns:a16="http://schemas.microsoft.com/office/drawing/2014/main" id="{E43F496D-925D-24F2-1C16-89760FFF08A0}"/>
                </a:ext>
              </a:extLst>
            </p:cNvPr>
            <p:cNvSpPr/>
            <p:nvPr/>
          </p:nvSpPr>
          <p:spPr>
            <a:xfrm>
              <a:off x="2037516" y="549820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6" name="Rectangle 3705">
              <a:extLst>
                <a:ext uri="{FF2B5EF4-FFF2-40B4-BE49-F238E27FC236}">
                  <a16:creationId xmlns:a16="http://schemas.microsoft.com/office/drawing/2014/main" id="{50878F98-204C-6ED8-F631-F8EFADB73545}"/>
                </a:ext>
              </a:extLst>
            </p:cNvPr>
            <p:cNvSpPr/>
            <p:nvPr/>
          </p:nvSpPr>
          <p:spPr>
            <a:xfrm>
              <a:off x="2037516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7" name="Rectangle 3706">
              <a:extLst>
                <a:ext uri="{FF2B5EF4-FFF2-40B4-BE49-F238E27FC236}">
                  <a16:creationId xmlns:a16="http://schemas.microsoft.com/office/drawing/2014/main" id="{BB546E58-124B-A7FD-3AF1-80D15021258C}"/>
                </a:ext>
              </a:extLst>
            </p:cNvPr>
            <p:cNvSpPr/>
            <p:nvPr/>
          </p:nvSpPr>
          <p:spPr>
            <a:xfrm>
              <a:off x="2037516" y="5664394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8" name="Rectangle 3707">
              <a:extLst>
                <a:ext uri="{FF2B5EF4-FFF2-40B4-BE49-F238E27FC236}">
                  <a16:creationId xmlns:a16="http://schemas.microsoft.com/office/drawing/2014/main" id="{2CB0994B-F06D-5C24-D9F0-D7B3C7EC820C}"/>
                </a:ext>
              </a:extLst>
            </p:cNvPr>
            <p:cNvSpPr/>
            <p:nvPr/>
          </p:nvSpPr>
          <p:spPr>
            <a:xfrm>
              <a:off x="2037516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09" name="Rectangle 3708">
              <a:extLst>
                <a:ext uri="{FF2B5EF4-FFF2-40B4-BE49-F238E27FC236}">
                  <a16:creationId xmlns:a16="http://schemas.microsoft.com/office/drawing/2014/main" id="{EE5569C7-69E1-8C13-3A8B-6BCD0F6C9BD2}"/>
                </a:ext>
              </a:extLst>
            </p:cNvPr>
            <p:cNvSpPr/>
            <p:nvPr/>
          </p:nvSpPr>
          <p:spPr>
            <a:xfrm>
              <a:off x="2037516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0" name="Rectangle 3709">
              <a:extLst>
                <a:ext uri="{FF2B5EF4-FFF2-40B4-BE49-F238E27FC236}">
                  <a16:creationId xmlns:a16="http://schemas.microsoft.com/office/drawing/2014/main" id="{F8EFA8D7-4C95-4A2F-00B9-F5188DB6FC66}"/>
                </a:ext>
              </a:extLst>
            </p:cNvPr>
            <p:cNvSpPr/>
            <p:nvPr/>
          </p:nvSpPr>
          <p:spPr>
            <a:xfrm>
              <a:off x="2037516" y="5913447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1" name="Rectangle 3710">
              <a:extLst>
                <a:ext uri="{FF2B5EF4-FFF2-40B4-BE49-F238E27FC236}">
                  <a16:creationId xmlns:a16="http://schemas.microsoft.com/office/drawing/2014/main" id="{E01D561A-BE4B-607E-D541-409963A77A41}"/>
                </a:ext>
              </a:extLst>
            </p:cNvPr>
            <p:cNvSpPr/>
            <p:nvPr/>
          </p:nvSpPr>
          <p:spPr>
            <a:xfrm>
              <a:off x="2037516" y="599654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2" name="Rectangle 3711">
              <a:extLst>
                <a:ext uri="{FF2B5EF4-FFF2-40B4-BE49-F238E27FC236}">
                  <a16:creationId xmlns:a16="http://schemas.microsoft.com/office/drawing/2014/main" id="{56B1A77B-7056-0D87-0385-61D8FC975FFC}"/>
                </a:ext>
              </a:extLst>
            </p:cNvPr>
            <p:cNvSpPr/>
            <p:nvPr/>
          </p:nvSpPr>
          <p:spPr>
            <a:xfrm>
              <a:off x="2037516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3" name="Rectangle 3712">
              <a:extLst>
                <a:ext uri="{FF2B5EF4-FFF2-40B4-BE49-F238E27FC236}">
                  <a16:creationId xmlns:a16="http://schemas.microsoft.com/office/drawing/2014/main" id="{151B2258-BDE7-0E92-9598-33FA69C1E171}"/>
                </a:ext>
              </a:extLst>
            </p:cNvPr>
            <p:cNvSpPr/>
            <p:nvPr/>
          </p:nvSpPr>
          <p:spPr>
            <a:xfrm>
              <a:off x="2037516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4" name="Rectangle 3713">
              <a:extLst>
                <a:ext uri="{FF2B5EF4-FFF2-40B4-BE49-F238E27FC236}">
                  <a16:creationId xmlns:a16="http://schemas.microsoft.com/office/drawing/2014/main" id="{0598860A-F19C-B9C6-DCF2-C12BA8CEF64F}"/>
                </a:ext>
              </a:extLst>
            </p:cNvPr>
            <p:cNvSpPr/>
            <p:nvPr/>
          </p:nvSpPr>
          <p:spPr>
            <a:xfrm>
              <a:off x="2037516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5" name="Rectangle 3714">
              <a:extLst>
                <a:ext uri="{FF2B5EF4-FFF2-40B4-BE49-F238E27FC236}">
                  <a16:creationId xmlns:a16="http://schemas.microsoft.com/office/drawing/2014/main" id="{DB77F563-52A3-BC07-4E2D-8CF6E3BA4FCC}"/>
                </a:ext>
              </a:extLst>
            </p:cNvPr>
            <p:cNvSpPr/>
            <p:nvPr/>
          </p:nvSpPr>
          <p:spPr>
            <a:xfrm>
              <a:off x="2037516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6" name="Rectangle 3715">
              <a:extLst>
                <a:ext uri="{FF2B5EF4-FFF2-40B4-BE49-F238E27FC236}">
                  <a16:creationId xmlns:a16="http://schemas.microsoft.com/office/drawing/2014/main" id="{D6A98390-B616-ABFB-7837-A4552CB921B2}"/>
                </a:ext>
              </a:extLst>
            </p:cNvPr>
            <p:cNvSpPr/>
            <p:nvPr/>
          </p:nvSpPr>
          <p:spPr>
            <a:xfrm>
              <a:off x="2037516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7" name="Rectangle 3716">
              <a:extLst>
                <a:ext uri="{FF2B5EF4-FFF2-40B4-BE49-F238E27FC236}">
                  <a16:creationId xmlns:a16="http://schemas.microsoft.com/office/drawing/2014/main" id="{2F9AEC37-E8EA-433D-2826-C681DFC235C2}"/>
                </a:ext>
              </a:extLst>
            </p:cNvPr>
            <p:cNvSpPr/>
            <p:nvPr/>
          </p:nvSpPr>
          <p:spPr>
            <a:xfrm>
              <a:off x="2037516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8" name="Rectangle 3717">
              <a:extLst>
                <a:ext uri="{FF2B5EF4-FFF2-40B4-BE49-F238E27FC236}">
                  <a16:creationId xmlns:a16="http://schemas.microsoft.com/office/drawing/2014/main" id="{6F347AAD-6B76-A20B-4B04-BB2D30C85356}"/>
                </a:ext>
              </a:extLst>
            </p:cNvPr>
            <p:cNvSpPr/>
            <p:nvPr/>
          </p:nvSpPr>
          <p:spPr>
            <a:xfrm>
              <a:off x="2037516" y="657821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19" name="Rectangle 3718">
              <a:extLst>
                <a:ext uri="{FF2B5EF4-FFF2-40B4-BE49-F238E27FC236}">
                  <a16:creationId xmlns:a16="http://schemas.microsoft.com/office/drawing/2014/main" id="{9C710D64-9D1D-9B96-B24C-51F357775243}"/>
                </a:ext>
              </a:extLst>
            </p:cNvPr>
            <p:cNvSpPr/>
            <p:nvPr/>
          </p:nvSpPr>
          <p:spPr>
            <a:xfrm>
              <a:off x="2037516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0" name="Rectangle 3719">
              <a:extLst>
                <a:ext uri="{FF2B5EF4-FFF2-40B4-BE49-F238E27FC236}">
                  <a16:creationId xmlns:a16="http://schemas.microsoft.com/office/drawing/2014/main" id="{62EF6601-45AD-9083-3179-CE611DAD47E1}"/>
                </a:ext>
              </a:extLst>
            </p:cNvPr>
            <p:cNvSpPr/>
            <p:nvPr/>
          </p:nvSpPr>
          <p:spPr>
            <a:xfrm>
              <a:off x="2037516" y="674441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1" name="Rectangle 3720">
              <a:extLst>
                <a:ext uri="{FF2B5EF4-FFF2-40B4-BE49-F238E27FC236}">
                  <a16:creationId xmlns:a16="http://schemas.microsoft.com/office/drawing/2014/main" id="{B0913393-C0C2-2E3A-9B89-23DCEBE52E30}"/>
                </a:ext>
              </a:extLst>
            </p:cNvPr>
            <p:cNvSpPr/>
            <p:nvPr/>
          </p:nvSpPr>
          <p:spPr>
            <a:xfrm>
              <a:off x="2037516" y="68275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2" name="Rectangle 3721">
              <a:extLst>
                <a:ext uri="{FF2B5EF4-FFF2-40B4-BE49-F238E27FC236}">
                  <a16:creationId xmlns:a16="http://schemas.microsoft.com/office/drawing/2014/main" id="{62800891-AE74-ACCD-0B3D-364494A173DC}"/>
                </a:ext>
              </a:extLst>
            </p:cNvPr>
            <p:cNvSpPr/>
            <p:nvPr/>
          </p:nvSpPr>
          <p:spPr>
            <a:xfrm>
              <a:off x="2037516" y="691060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3" name="Rectangle 3722">
              <a:extLst>
                <a:ext uri="{FF2B5EF4-FFF2-40B4-BE49-F238E27FC236}">
                  <a16:creationId xmlns:a16="http://schemas.microsoft.com/office/drawing/2014/main" id="{7DE8613B-2783-96D1-C479-12B157E8E4C7}"/>
                </a:ext>
              </a:extLst>
            </p:cNvPr>
            <p:cNvSpPr/>
            <p:nvPr/>
          </p:nvSpPr>
          <p:spPr>
            <a:xfrm>
              <a:off x="2037516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4" name="Rectangle 3723">
              <a:extLst>
                <a:ext uri="{FF2B5EF4-FFF2-40B4-BE49-F238E27FC236}">
                  <a16:creationId xmlns:a16="http://schemas.microsoft.com/office/drawing/2014/main" id="{B63437DD-E5E0-E9C3-C21B-1C651FD703E0}"/>
                </a:ext>
              </a:extLst>
            </p:cNvPr>
            <p:cNvSpPr/>
            <p:nvPr/>
          </p:nvSpPr>
          <p:spPr>
            <a:xfrm>
              <a:off x="2100254" y="1759570"/>
              <a:ext cx="62737" cy="83095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5" name="Rectangle 3724">
              <a:extLst>
                <a:ext uri="{FF2B5EF4-FFF2-40B4-BE49-F238E27FC236}">
                  <a16:creationId xmlns:a16="http://schemas.microsoft.com/office/drawing/2014/main" id="{D02A53D6-2578-100E-5C26-3D1A3A8D5AEB}"/>
                </a:ext>
              </a:extLst>
            </p:cNvPr>
            <p:cNvSpPr/>
            <p:nvPr/>
          </p:nvSpPr>
          <p:spPr>
            <a:xfrm>
              <a:off x="2100254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6" name="Rectangle 3725">
              <a:extLst>
                <a:ext uri="{FF2B5EF4-FFF2-40B4-BE49-F238E27FC236}">
                  <a16:creationId xmlns:a16="http://schemas.microsoft.com/office/drawing/2014/main" id="{0C6642B2-4462-4C8C-C714-754628E1469A}"/>
                </a:ext>
              </a:extLst>
            </p:cNvPr>
            <p:cNvSpPr/>
            <p:nvPr/>
          </p:nvSpPr>
          <p:spPr>
            <a:xfrm>
              <a:off x="2100254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7" name="Rectangle 3726">
              <a:extLst>
                <a:ext uri="{FF2B5EF4-FFF2-40B4-BE49-F238E27FC236}">
                  <a16:creationId xmlns:a16="http://schemas.microsoft.com/office/drawing/2014/main" id="{78FA19A1-4F60-BB80-37EC-DF3AE767F91A}"/>
                </a:ext>
              </a:extLst>
            </p:cNvPr>
            <p:cNvSpPr/>
            <p:nvPr/>
          </p:nvSpPr>
          <p:spPr>
            <a:xfrm>
              <a:off x="2100254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8" name="Rectangle 3727">
              <a:extLst>
                <a:ext uri="{FF2B5EF4-FFF2-40B4-BE49-F238E27FC236}">
                  <a16:creationId xmlns:a16="http://schemas.microsoft.com/office/drawing/2014/main" id="{BE865BC9-31EA-C5F1-2974-53FA402A2297}"/>
                </a:ext>
              </a:extLst>
            </p:cNvPr>
            <p:cNvSpPr/>
            <p:nvPr/>
          </p:nvSpPr>
          <p:spPr>
            <a:xfrm>
              <a:off x="2100254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29" name="Rectangle 3728">
              <a:extLst>
                <a:ext uri="{FF2B5EF4-FFF2-40B4-BE49-F238E27FC236}">
                  <a16:creationId xmlns:a16="http://schemas.microsoft.com/office/drawing/2014/main" id="{E229F7F9-A833-105D-C69A-6FE63F7AB725}"/>
                </a:ext>
              </a:extLst>
            </p:cNvPr>
            <p:cNvSpPr/>
            <p:nvPr/>
          </p:nvSpPr>
          <p:spPr>
            <a:xfrm>
              <a:off x="2100254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0" name="Rectangle 3729">
              <a:extLst>
                <a:ext uri="{FF2B5EF4-FFF2-40B4-BE49-F238E27FC236}">
                  <a16:creationId xmlns:a16="http://schemas.microsoft.com/office/drawing/2014/main" id="{57637DAC-6CA8-F662-3D20-E2DB94D8D19C}"/>
                </a:ext>
              </a:extLst>
            </p:cNvPr>
            <p:cNvSpPr/>
            <p:nvPr/>
          </p:nvSpPr>
          <p:spPr>
            <a:xfrm>
              <a:off x="2100254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1" name="Rectangle 3730">
              <a:extLst>
                <a:ext uri="{FF2B5EF4-FFF2-40B4-BE49-F238E27FC236}">
                  <a16:creationId xmlns:a16="http://schemas.microsoft.com/office/drawing/2014/main" id="{D02DC427-78A0-C846-2724-145B292FE617}"/>
                </a:ext>
              </a:extLst>
            </p:cNvPr>
            <p:cNvSpPr/>
            <p:nvPr/>
          </p:nvSpPr>
          <p:spPr>
            <a:xfrm>
              <a:off x="2100254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2" name="Rectangle 3731">
              <a:extLst>
                <a:ext uri="{FF2B5EF4-FFF2-40B4-BE49-F238E27FC236}">
                  <a16:creationId xmlns:a16="http://schemas.microsoft.com/office/drawing/2014/main" id="{5859C62C-FF97-FBC1-A5B7-792B6F732A38}"/>
                </a:ext>
              </a:extLst>
            </p:cNvPr>
            <p:cNvSpPr/>
            <p:nvPr/>
          </p:nvSpPr>
          <p:spPr>
            <a:xfrm>
              <a:off x="2100254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3" name="Rectangle 3732">
              <a:extLst>
                <a:ext uri="{FF2B5EF4-FFF2-40B4-BE49-F238E27FC236}">
                  <a16:creationId xmlns:a16="http://schemas.microsoft.com/office/drawing/2014/main" id="{FAFF18A4-734B-30FE-1038-E9CC6F83E3BB}"/>
                </a:ext>
              </a:extLst>
            </p:cNvPr>
            <p:cNvSpPr/>
            <p:nvPr/>
          </p:nvSpPr>
          <p:spPr>
            <a:xfrm>
              <a:off x="2100254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4" name="Rectangle 3733">
              <a:extLst>
                <a:ext uri="{FF2B5EF4-FFF2-40B4-BE49-F238E27FC236}">
                  <a16:creationId xmlns:a16="http://schemas.microsoft.com/office/drawing/2014/main" id="{987C4178-5347-494C-3A4C-9CAC295F5F63}"/>
                </a:ext>
              </a:extLst>
            </p:cNvPr>
            <p:cNvSpPr/>
            <p:nvPr/>
          </p:nvSpPr>
          <p:spPr>
            <a:xfrm>
              <a:off x="2100254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5" name="Rectangle 3734">
              <a:extLst>
                <a:ext uri="{FF2B5EF4-FFF2-40B4-BE49-F238E27FC236}">
                  <a16:creationId xmlns:a16="http://schemas.microsoft.com/office/drawing/2014/main" id="{6D745A35-A789-BA37-E7E4-3424488039CC}"/>
                </a:ext>
              </a:extLst>
            </p:cNvPr>
            <p:cNvSpPr/>
            <p:nvPr/>
          </p:nvSpPr>
          <p:spPr>
            <a:xfrm>
              <a:off x="2100254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6" name="Rectangle 3735">
              <a:extLst>
                <a:ext uri="{FF2B5EF4-FFF2-40B4-BE49-F238E27FC236}">
                  <a16:creationId xmlns:a16="http://schemas.microsoft.com/office/drawing/2014/main" id="{5362B47A-434B-1A53-F485-498090F132D0}"/>
                </a:ext>
              </a:extLst>
            </p:cNvPr>
            <p:cNvSpPr/>
            <p:nvPr/>
          </p:nvSpPr>
          <p:spPr>
            <a:xfrm>
              <a:off x="2100254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7" name="Rectangle 3736">
              <a:extLst>
                <a:ext uri="{FF2B5EF4-FFF2-40B4-BE49-F238E27FC236}">
                  <a16:creationId xmlns:a16="http://schemas.microsoft.com/office/drawing/2014/main" id="{55768BAF-82B8-4E98-4A17-97E7D8FDF3EA}"/>
                </a:ext>
              </a:extLst>
            </p:cNvPr>
            <p:cNvSpPr/>
            <p:nvPr/>
          </p:nvSpPr>
          <p:spPr>
            <a:xfrm>
              <a:off x="2100254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8" name="Rectangle 3737">
              <a:extLst>
                <a:ext uri="{FF2B5EF4-FFF2-40B4-BE49-F238E27FC236}">
                  <a16:creationId xmlns:a16="http://schemas.microsoft.com/office/drawing/2014/main" id="{92C29835-D954-02E1-2CF8-3764853C6E4E}"/>
                </a:ext>
              </a:extLst>
            </p:cNvPr>
            <p:cNvSpPr/>
            <p:nvPr/>
          </p:nvSpPr>
          <p:spPr>
            <a:xfrm>
              <a:off x="2100254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39" name="Rectangle 3738">
              <a:extLst>
                <a:ext uri="{FF2B5EF4-FFF2-40B4-BE49-F238E27FC236}">
                  <a16:creationId xmlns:a16="http://schemas.microsoft.com/office/drawing/2014/main" id="{CC4C815C-084B-6FB7-E56D-2F3EECD78EB6}"/>
                </a:ext>
              </a:extLst>
            </p:cNvPr>
            <p:cNvSpPr/>
            <p:nvPr/>
          </p:nvSpPr>
          <p:spPr>
            <a:xfrm>
              <a:off x="2100254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0" name="Rectangle 3739">
              <a:extLst>
                <a:ext uri="{FF2B5EF4-FFF2-40B4-BE49-F238E27FC236}">
                  <a16:creationId xmlns:a16="http://schemas.microsoft.com/office/drawing/2014/main" id="{96C6B74A-6FFC-5505-3147-90F15DCA9352}"/>
                </a:ext>
              </a:extLst>
            </p:cNvPr>
            <p:cNvSpPr/>
            <p:nvPr/>
          </p:nvSpPr>
          <p:spPr>
            <a:xfrm>
              <a:off x="2100254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1" name="Rectangle 3740">
              <a:extLst>
                <a:ext uri="{FF2B5EF4-FFF2-40B4-BE49-F238E27FC236}">
                  <a16:creationId xmlns:a16="http://schemas.microsoft.com/office/drawing/2014/main" id="{13C0DD81-C772-B595-A428-60E5F899A42F}"/>
                </a:ext>
              </a:extLst>
            </p:cNvPr>
            <p:cNvSpPr/>
            <p:nvPr/>
          </p:nvSpPr>
          <p:spPr>
            <a:xfrm>
              <a:off x="2100254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2" name="Rectangle 3741">
              <a:extLst>
                <a:ext uri="{FF2B5EF4-FFF2-40B4-BE49-F238E27FC236}">
                  <a16:creationId xmlns:a16="http://schemas.microsoft.com/office/drawing/2014/main" id="{516A35E8-04DC-3B70-5ABD-7E3E1553E7C4}"/>
                </a:ext>
              </a:extLst>
            </p:cNvPr>
            <p:cNvSpPr/>
            <p:nvPr/>
          </p:nvSpPr>
          <p:spPr>
            <a:xfrm>
              <a:off x="2100254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3" name="Rectangle 3742">
              <a:extLst>
                <a:ext uri="{FF2B5EF4-FFF2-40B4-BE49-F238E27FC236}">
                  <a16:creationId xmlns:a16="http://schemas.microsoft.com/office/drawing/2014/main" id="{4CAEBAD4-0AFE-A501-AF47-04464F22B909}"/>
                </a:ext>
              </a:extLst>
            </p:cNvPr>
            <p:cNvSpPr/>
            <p:nvPr/>
          </p:nvSpPr>
          <p:spPr>
            <a:xfrm>
              <a:off x="2100254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4" name="Rectangle 3743">
              <a:extLst>
                <a:ext uri="{FF2B5EF4-FFF2-40B4-BE49-F238E27FC236}">
                  <a16:creationId xmlns:a16="http://schemas.microsoft.com/office/drawing/2014/main" id="{EBFF98EE-122F-8C8D-3968-0B9DFCFA7EB1}"/>
                </a:ext>
              </a:extLst>
            </p:cNvPr>
            <p:cNvSpPr/>
            <p:nvPr/>
          </p:nvSpPr>
          <p:spPr>
            <a:xfrm>
              <a:off x="2100254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5" name="Rectangle 3744">
              <a:extLst>
                <a:ext uri="{FF2B5EF4-FFF2-40B4-BE49-F238E27FC236}">
                  <a16:creationId xmlns:a16="http://schemas.microsoft.com/office/drawing/2014/main" id="{4E896FEF-7E37-760D-92E2-1A1917FBB4ED}"/>
                </a:ext>
              </a:extLst>
            </p:cNvPr>
            <p:cNvSpPr/>
            <p:nvPr/>
          </p:nvSpPr>
          <p:spPr>
            <a:xfrm>
              <a:off x="2100254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6" name="Rectangle 3745">
              <a:extLst>
                <a:ext uri="{FF2B5EF4-FFF2-40B4-BE49-F238E27FC236}">
                  <a16:creationId xmlns:a16="http://schemas.microsoft.com/office/drawing/2014/main" id="{169BCF75-FA38-1DD2-9DC5-0C233DEA11CD}"/>
                </a:ext>
              </a:extLst>
            </p:cNvPr>
            <p:cNvSpPr/>
            <p:nvPr/>
          </p:nvSpPr>
          <p:spPr>
            <a:xfrm>
              <a:off x="2100254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7" name="Rectangle 3746">
              <a:extLst>
                <a:ext uri="{FF2B5EF4-FFF2-40B4-BE49-F238E27FC236}">
                  <a16:creationId xmlns:a16="http://schemas.microsoft.com/office/drawing/2014/main" id="{00517F7D-B9A0-8392-F9DF-B84277A55178}"/>
                </a:ext>
              </a:extLst>
            </p:cNvPr>
            <p:cNvSpPr/>
            <p:nvPr/>
          </p:nvSpPr>
          <p:spPr>
            <a:xfrm>
              <a:off x="2100254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8" name="Rectangle 3747">
              <a:extLst>
                <a:ext uri="{FF2B5EF4-FFF2-40B4-BE49-F238E27FC236}">
                  <a16:creationId xmlns:a16="http://schemas.microsoft.com/office/drawing/2014/main" id="{E52BB177-DD19-3B1E-9B37-8146AA881BEC}"/>
                </a:ext>
              </a:extLst>
            </p:cNvPr>
            <p:cNvSpPr/>
            <p:nvPr/>
          </p:nvSpPr>
          <p:spPr>
            <a:xfrm>
              <a:off x="2100254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49" name="Rectangle 3748">
              <a:extLst>
                <a:ext uri="{FF2B5EF4-FFF2-40B4-BE49-F238E27FC236}">
                  <a16:creationId xmlns:a16="http://schemas.microsoft.com/office/drawing/2014/main" id="{43BCDF60-55C2-0F86-A3CC-759C306D3E21}"/>
                </a:ext>
              </a:extLst>
            </p:cNvPr>
            <p:cNvSpPr/>
            <p:nvPr/>
          </p:nvSpPr>
          <p:spPr>
            <a:xfrm>
              <a:off x="2100254" y="383650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0" name="Rectangle 3749">
              <a:extLst>
                <a:ext uri="{FF2B5EF4-FFF2-40B4-BE49-F238E27FC236}">
                  <a16:creationId xmlns:a16="http://schemas.microsoft.com/office/drawing/2014/main" id="{F2A9B437-D92A-9C47-0CDC-79AB0D928B4F}"/>
                </a:ext>
              </a:extLst>
            </p:cNvPr>
            <p:cNvSpPr/>
            <p:nvPr/>
          </p:nvSpPr>
          <p:spPr>
            <a:xfrm>
              <a:off x="2100254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1" name="Rectangle 3750">
              <a:extLst>
                <a:ext uri="{FF2B5EF4-FFF2-40B4-BE49-F238E27FC236}">
                  <a16:creationId xmlns:a16="http://schemas.microsoft.com/office/drawing/2014/main" id="{A3B5999D-0DEC-20B4-2BD7-E4FD903359FC}"/>
                </a:ext>
              </a:extLst>
            </p:cNvPr>
            <p:cNvSpPr/>
            <p:nvPr/>
          </p:nvSpPr>
          <p:spPr>
            <a:xfrm>
              <a:off x="2100254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2" name="Rectangle 3751">
              <a:extLst>
                <a:ext uri="{FF2B5EF4-FFF2-40B4-BE49-F238E27FC236}">
                  <a16:creationId xmlns:a16="http://schemas.microsoft.com/office/drawing/2014/main" id="{524A00BF-05B7-E35E-711A-9BFD09594E23}"/>
                </a:ext>
              </a:extLst>
            </p:cNvPr>
            <p:cNvSpPr/>
            <p:nvPr/>
          </p:nvSpPr>
          <p:spPr>
            <a:xfrm>
              <a:off x="2100254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3" name="Rectangle 3752">
              <a:extLst>
                <a:ext uri="{FF2B5EF4-FFF2-40B4-BE49-F238E27FC236}">
                  <a16:creationId xmlns:a16="http://schemas.microsoft.com/office/drawing/2014/main" id="{192BC282-BD60-D9E1-D919-6A3F7B8498CC}"/>
                </a:ext>
              </a:extLst>
            </p:cNvPr>
            <p:cNvSpPr/>
            <p:nvPr/>
          </p:nvSpPr>
          <p:spPr>
            <a:xfrm>
              <a:off x="2100254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4" name="Rectangle 3753">
              <a:extLst>
                <a:ext uri="{FF2B5EF4-FFF2-40B4-BE49-F238E27FC236}">
                  <a16:creationId xmlns:a16="http://schemas.microsoft.com/office/drawing/2014/main" id="{A9518EDA-43B1-902C-83BA-720596464634}"/>
                </a:ext>
              </a:extLst>
            </p:cNvPr>
            <p:cNvSpPr/>
            <p:nvPr/>
          </p:nvSpPr>
          <p:spPr>
            <a:xfrm>
              <a:off x="2100254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5" name="Rectangle 3754">
              <a:extLst>
                <a:ext uri="{FF2B5EF4-FFF2-40B4-BE49-F238E27FC236}">
                  <a16:creationId xmlns:a16="http://schemas.microsoft.com/office/drawing/2014/main" id="{33D3C1DF-4B12-D26D-4B51-586F60E41F79}"/>
                </a:ext>
              </a:extLst>
            </p:cNvPr>
            <p:cNvSpPr/>
            <p:nvPr/>
          </p:nvSpPr>
          <p:spPr>
            <a:xfrm>
              <a:off x="2100254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6" name="Rectangle 3755">
              <a:extLst>
                <a:ext uri="{FF2B5EF4-FFF2-40B4-BE49-F238E27FC236}">
                  <a16:creationId xmlns:a16="http://schemas.microsoft.com/office/drawing/2014/main" id="{AAD09CF0-FC0C-75B8-F13A-D9C5066D0382}"/>
                </a:ext>
              </a:extLst>
            </p:cNvPr>
            <p:cNvSpPr/>
            <p:nvPr/>
          </p:nvSpPr>
          <p:spPr>
            <a:xfrm>
              <a:off x="2100254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7" name="Rectangle 3756">
              <a:extLst>
                <a:ext uri="{FF2B5EF4-FFF2-40B4-BE49-F238E27FC236}">
                  <a16:creationId xmlns:a16="http://schemas.microsoft.com/office/drawing/2014/main" id="{4F1C906C-AD55-9EA7-7CB8-2D49358FB781}"/>
                </a:ext>
              </a:extLst>
            </p:cNvPr>
            <p:cNvSpPr/>
            <p:nvPr/>
          </p:nvSpPr>
          <p:spPr>
            <a:xfrm>
              <a:off x="2100254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8" name="Rectangle 3757">
              <a:extLst>
                <a:ext uri="{FF2B5EF4-FFF2-40B4-BE49-F238E27FC236}">
                  <a16:creationId xmlns:a16="http://schemas.microsoft.com/office/drawing/2014/main" id="{A61E5989-B916-149A-8EC6-D66A954E8E81}"/>
                </a:ext>
              </a:extLst>
            </p:cNvPr>
            <p:cNvSpPr/>
            <p:nvPr/>
          </p:nvSpPr>
          <p:spPr>
            <a:xfrm>
              <a:off x="2100254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59" name="Rectangle 3758">
              <a:extLst>
                <a:ext uri="{FF2B5EF4-FFF2-40B4-BE49-F238E27FC236}">
                  <a16:creationId xmlns:a16="http://schemas.microsoft.com/office/drawing/2014/main" id="{4EFF296B-DA8E-0658-04B5-01D7DC90CA4E}"/>
                </a:ext>
              </a:extLst>
            </p:cNvPr>
            <p:cNvSpPr/>
            <p:nvPr/>
          </p:nvSpPr>
          <p:spPr>
            <a:xfrm>
              <a:off x="2100254" y="466747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0" name="Rectangle 3759">
              <a:extLst>
                <a:ext uri="{FF2B5EF4-FFF2-40B4-BE49-F238E27FC236}">
                  <a16:creationId xmlns:a16="http://schemas.microsoft.com/office/drawing/2014/main" id="{A8166C5B-7214-F9FC-A6DB-E6710A287D19}"/>
                </a:ext>
              </a:extLst>
            </p:cNvPr>
            <p:cNvSpPr/>
            <p:nvPr/>
          </p:nvSpPr>
          <p:spPr>
            <a:xfrm>
              <a:off x="2100254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1" name="Rectangle 3760">
              <a:extLst>
                <a:ext uri="{FF2B5EF4-FFF2-40B4-BE49-F238E27FC236}">
                  <a16:creationId xmlns:a16="http://schemas.microsoft.com/office/drawing/2014/main" id="{137FAF63-475A-8216-27CD-B377507C1C01}"/>
                </a:ext>
              </a:extLst>
            </p:cNvPr>
            <p:cNvSpPr/>
            <p:nvPr/>
          </p:nvSpPr>
          <p:spPr>
            <a:xfrm>
              <a:off x="2100254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2" name="Rectangle 3761">
              <a:extLst>
                <a:ext uri="{FF2B5EF4-FFF2-40B4-BE49-F238E27FC236}">
                  <a16:creationId xmlns:a16="http://schemas.microsoft.com/office/drawing/2014/main" id="{821AC772-A3B3-537E-C32F-6DF212F71C6E}"/>
                </a:ext>
              </a:extLst>
            </p:cNvPr>
            <p:cNvSpPr/>
            <p:nvPr/>
          </p:nvSpPr>
          <p:spPr>
            <a:xfrm>
              <a:off x="2100254" y="49165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3" name="Rectangle 3762">
              <a:extLst>
                <a:ext uri="{FF2B5EF4-FFF2-40B4-BE49-F238E27FC236}">
                  <a16:creationId xmlns:a16="http://schemas.microsoft.com/office/drawing/2014/main" id="{6F871745-727C-1C52-C5ED-7410FE56DA5A}"/>
                </a:ext>
              </a:extLst>
            </p:cNvPr>
            <p:cNvSpPr/>
            <p:nvPr/>
          </p:nvSpPr>
          <p:spPr>
            <a:xfrm>
              <a:off x="2100254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4" name="Rectangle 3763">
              <a:extLst>
                <a:ext uri="{FF2B5EF4-FFF2-40B4-BE49-F238E27FC236}">
                  <a16:creationId xmlns:a16="http://schemas.microsoft.com/office/drawing/2014/main" id="{EDD4B147-252D-8C4F-45CF-8729CBDA5CB0}"/>
                </a:ext>
              </a:extLst>
            </p:cNvPr>
            <p:cNvSpPr/>
            <p:nvPr/>
          </p:nvSpPr>
          <p:spPr>
            <a:xfrm>
              <a:off x="2100254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5" name="Rectangle 3764">
              <a:extLst>
                <a:ext uri="{FF2B5EF4-FFF2-40B4-BE49-F238E27FC236}">
                  <a16:creationId xmlns:a16="http://schemas.microsoft.com/office/drawing/2014/main" id="{2D293900-B281-7FDC-63A4-04B9E8117319}"/>
                </a:ext>
              </a:extLst>
            </p:cNvPr>
            <p:cNvSpPr/>
            <p:nvPr/>
          </p:nvSpPr>
          <p:spPr>
            <a:xfrm>
              <a:off x="2100254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6" name="Rectangle 3765">
              <a:extLst>
                <a:ext uri="{FF2B5EF4-FFF2-40B4-BE49-F238E27FC236}">
                  <a16:creationId xmlns:a16="http://schemas.microsoft.com/office/drawing/2014/main" id="{EC44F8CC-93C9-FDDE-5F11-8673EBA87983}"/>
                </a:ext>
              </a:extLst>
            </p:cNvPr>
            <p:cNvSpPr/>
            <p:nvPr/>
          </p:nvSpPr>
          <p:spPr>
            <a:xfrm>
              <a:off x="2100254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7" name="Rectangle 3766">
              <a:extLst>
                <a:ext uri="{FF2B5EF4-FFF2-40B4-BE49-F238E27FC236}">
                  <a16:creationId xmlns:a16="http://schemas.microsoft.com/office/drawing/2014/main" id="{85A93425-3935-272C-ED1C-DD581F144DE3}"/>
                </a:ext>
              </a:extLst>
            </p:cNvPr>
            <p:cNvSpPr/>
            <p:nvPr/>
          </p:nvSpPr>
          <p:spPr>
            <a:xfrm>
              <a:off x="2100254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8" name="Rectangle 3767">
              <a:extLst>
                <a:ext uri="{FF2B5EF4-FFF2-40B4-BE49-F238E27FC236}">
                  <a16:creationId xmlns:a16="http://schemas.microsoft.com/office/drawing/2014/main" id="{C1305B2E-5022-A173-E38F-12FDDA8A88B8}"/>
                </a:ext>
              </a:extLst>
            </p:cNvPr>
            <p:cNvSpPr/>
            <p:nvPr/>
          </p:nvSpPr>
          <p:spPr>
            <a:xfrm>
              <a:off x="2100254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69" name="Rectangle 3768">
              <a:extLst>
                <a:ext uri="{FF2B5EF4-FFF2-40B4-BE49-F238E27FC236}">
                  <a16:creationId xmlns:a16="http://schemas.microsoft.com/office/drawing/2014/main" id="{718493AA-9D9C-DEC6-767D-3FC6C76022F3}"/>
                </a:ext>
              </a:extLst>
            </p:cNvPr>
            <p:cNvSpPr/>
            <p:nvPr/>
          </p:nvSpPr>
          <p:spPr>
            <a:xfrm>
              <a:off x="2100254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0" name="Rectangle 3769">
              <a:extLst>
                <a:ext uri="{FF2B5EF4-FFF2-40B4-BE49-F238E27FC236}">
                  <a16:creationId xmlns:a16="http://schemas.microsoft.com/office/drawing/2014/main" id="{1B1B705D-BC8C-1BF2-F491-2F0F9653F853}"/>
                </a:ext>
              </a:extLst>
            </p:cNvPr>
            <p:cNvSpPr/>
            <p:nvPr/>
          </p:nvSpPr>
          <p:spPr>
            <a:xfrm>
              <a:off x="2100254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1" name="Rectangle 3770">
              <a:extLst>
                <a:ext uri="{FF2B5EF4-FFF2-40B4-BE49-F238E27FC236}">
                  <a16:creationId xmlns:a16="http://schemas.microsoft.com/office/drawing/2014/main" id="{CEBB0CEE-9358-CDAE-5B76-846C374E24CC}"/>
                </a:ext>
              </a:extLst>
            </p:cNvPr>
            <p:cNvSpPr/>
            <p:nvPr/>
          </p:nvSpPr>
          <p:spPr>
            <a:xfrm>
              <a:off x="2100254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2" name="Rectangle 3771">
              <a:extLst>
                <a:ext uri="{FF2B5EF4-FFF2-40B4-BE49-F238E27FC236}">
                  <a16:creationId xmlns:a16="http://schemas.microsoft.com/office/drawing/2014/main" id="{1181BA94-7547-AAD7-96CC-4B352409BE07}"/>
                </a:ext>
              </a:extLst>
            </p:cNvPr>
            <p:cNvSpPr/>
            <p:nvPr/>
          </p:nvSpPr>
          <p:spPr>
            <a:xfrm>
              <a:off x="2100254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3" name="Rectangle 3772">
              <a:extLst>
                <a:ext uri="{FF2B5EF4-FFF2-40B4-BE49-F238E27FC236}">
                  <a16:creationId xmlns:a16="http://schemas.microsoft.com/office/drawing/2014/main" id="{C24D3548-5B53-9685-D75A-62BD19520B86}"/>
                </a:ext>
              </a:extLst>
            </p:cNvPr>
            <p:cNvSpPr/>
            <p:nvPr/>
          </p:nvSpPr>
          <p:spPr>
            <a:xfrm>
              <a:off x="2100254" y="583058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4" name="Rectangle 3773">
              <a:extLst>
                <a:ext uri="{FF2B5EF4-FFF2-40B4-BE49-F238E27FC236}">
                  <a16:creationId xmlns:a16="http://schemas.microsoft.com/office/drawing/2014/main" id="{2C62D10B-C315-E212-0F73-5642112F29D0}"/>
                </a:ext>
              </a:extLst>
            </p:cNvPr>
            <p:cNvSpPr/>
            <p:nvPr/>
          </p:nvSpPr>
          <p:spPr>
            <a:xfrm>
              <a:off x="2100254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5" name="Rectangle 3774">
              <a:extLst>
                <a:ext uri="{FF2B5EF4-FFF2-40B4-BE49-F238E27FC236}">
                  <a16:creationId xmlns:a16="http://schemas.microsoft.com/office/drawing/2014/main" id="{E8BDCD1F-8510-EE4B-B235-FB538545375F}"/>
                </a:ext>
              </a:extLst>
            </p:cNvPr>
            <p:cNvSpPr/>
            <p:nvPr/>
          </p:nvSpPr>
          <p:spPr>
            <a:xfrm>
              <a:off x="2100254" y="599654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6" name="Rectangle 3775">
              <a:extLst>
                <a:ext uri="{FF2B5EF4-FFF2-40B4-BE49-F238E27FC236}">
                  <a16:creationId xmlns:a16="http://schemas.microsoft.com/office/drawing/2014/main" id="{96013920-8216-9BFC-935F-7E085E73A7DF}"/>
                </a:ext>
              </a:extLst>
            </p:cNvPr>
            <p:cNvSpPr/>
            <p:nvPr/>
          </p:nvSpPr>
          <p:spPr>
            <a:xfrm>
              <a:off x="2100254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7" name="Rectangle 3776">
              <a:extLst>
                <a:ext uri="{FF2B5EF4-FFF2-40B4-BE49-F238E27FC236}">
                  <a16:creationId xmlns:a16="http://schemas.microsoft.com/office/drawing/2014/main" id="{85A16CD8-56DC-A909-1FC4-A97F451C3BDF}"/>
                </a:ext>
              </a:extLst>
            </p:cNvPr>
            <p:cNvSpPr/>
            <p:nvPr/>
          </p:nvSpPr>
          <p:spPr>
            <a:xfrm>
              <a:off x="2100254" y="6162737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8" name="Rectangle 3777">
              <a:extLst>
                <a:ext uri="{FF2B5EF4-FFF2-40B4-BE49-F238E27FC236}">
                  <a16:creationId xmlns:a16="http://schemas.microsoft.com/office/drawing/2014/main" id="{5C35505F-C0F7-B311-9939-4DE7EEA366DB}"/>
                </a:ext>
              </a:extLst>
            </p:cNvPr>
            <p:cNvSpPr/>
            <p:nvPr/>
          </p:nvSpPr>
          <p:spPr>
            <a:xfrm>
              <a:off x="2100254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79" name="Rectangle 3778">
              <a:extLst>
                <a:ext uri="{FF2B5EF4-FFF2-40B4-BE49-F238E27FC236}">
                  <a16:creationId xmlns:a16="http://schemas.microsoft.com/office/drawing/2014/main" id="{6CCC82E8-C566-0C4F-044F-C5ADC9FB795F}"/>
                </a:ext>
              </a:extLst>
            </p:cNvPr>
            <p:cNvSpPr/>
            <p:nvPr/>
          </p:nvSpPr>
          <p:spPr>
            <a:xfrm>
              <a:off x="2100254" y="632892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0" name="Rectangle 3779">
              <a:extLst>
                <a:ext uri="{FF2B5EF4-FFF2-40B4-BE49-F238E27FC236}">
                  <a16:creationId xmlns:a16="http://schemas.microsoft.com/office/drawing/2014/main" id="{6F1E57B5-B828-5A3E-C980-57FE917DBEE6}"/>
                </a:ext>
              </a:extLst>
            </p:cNvPr>
            <p:cNvSpPr/>
            <p:nvPr/>
          </p:nvSpPr>
          <p:spPr>
            <a:xfrm>
              <a:off x="2100254" y="641202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1" name="Rectangle 3780">
              <a:extLst>
                <a:ext uri="{FF2B5EF4-FFF2-40B4-BE49-F238E27FC236}">
                  <a16:creationId xmlns:a16="http://schemas.microsoft.com/office/drawing/2014/main" id="{D1DC4CFD-96E7-1564-25CF-6380A25D438D}"/>
                </a:ext>
              </a:extLst>
            </p:cNvPr>
            <p:cNvSpPr/>
            <p:nvPr/>
          </p:nvSpPr>
          <p:spPr>
            <a:xfrm>
              <a:off x="2100254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2" name="Rectangle 3781">
              <a:extLst>
                <a:ext uri="{FF2B5EF4-FFF2-40B4-BE49-F238E27FC236}">
                  <a16:creationId xmlns:a16="http://schemas.microsoft.com/office/drawing/2014/main" id="{AB79C0A9-7014-609D-0D1E-B0AC50317137}"/>
                </a:ext>
              </a:extLst>
            </p:cNvPr>
            <p:cNvSpPr/>
            <p:nvPr/>
          </p:nvSpPr>
          <p:spPr>
            <a:xfrm>
              <a:off x="2100254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3" name="Rectangle 3782">
              <a:extLst>
                <a:ext uri="{FF2B5EF4-FFF2-40B4-BE49-F238E27FC236}">
                  <a16:creationId xmlns:a16="http://schemas.microsoft.com/office/drawing/2014/main" id="{DEA02F52-4396-8670-A94D-AD7163F278B5}"/>
                </a:ext>
              </a:extLst>
            </p:cNvPr>
            <p:cNvSpPr/>
            <p:nvPr/>
          </p:nvSpPr>
          <p:spPr>
            <a:xfrm>
              <a:off x="2100254" y="6661315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4" name="Rectangle 3783">
              <a:extLst>
                <a:ext uri="{FF2B5EF4-FFF2-40B4-BE49-F238E27FC236}">
                  <a16:creationId xmlns:a16="http://schemas.microsoft.com/office/drawing/2014/main" id="{1EC2D601-7039-1CC2-2F83-2579D1A8DD32}"/>
                </a:ext>
              </a:extLst>
            </p:cNvPr>
            <p:cNvSpPr/>
            <p:nvPr/>
          </p:nvSpPr>
          <p:spPr>
            <a:xfrm>
              <a:off x="2100254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5" name="Rectangle 3784">
              <a:extLst>
                <a:ext uri="{FF2B5EF4-FFF2-40B4-BE49-F238E27FC236}">
                  <a16:creationId xmlns:a16="http://schemas.microsoft.com/office/drawing/2014/main" id="{DB2F0668-1BD4-513F-8C44-24F45D31866B}"/>
                </a:ext>
              </a:extLst>
            </p:cNvPr>
            <p:cNvSpPr/>
            <p:nvPr/>
          </p:nvSpPr>
          <p:spPr>
            <a:xfrm>
              <a:off x="2100254" y="682750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6" name="Rectangle 3785">
              <a:extLst>
                <a:ext uri="{FF2B5EF4-FFF2-40B4-BE49-F238E27FC236}">
                  <a16:creationId xmlns:a16="http://schemas.microsoft.com/office/drawing/2014/main" id="{6E4D3681-2C33-A59B-D128-682D6F4BCC23}"/>
                </a:ext>
              </a:extLst>
            </p:cNvPr>
            <p:cNvSpPr/>
            <p:nvPr/>
          </p:nvSpPr>
          <p:spPr>
            <a:xfrm>
              <a:off x="2100254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7" name="Rectangle 3786">
              <a:extLst>
                <a:ext uri="{FF2B5EF4-FFF2-40B4-BE49-F238E27FC236}">
                  <a16:creationId xmlns:a16="http://schemas.microsoft.com/office/drawing/2014/main" id="{A4E1F9D0-F2A8-B094-CAD9-71B1731CB53A}"/>
                </a:ext>
              </a:extLst>
            </p:cNvPr>
            <p:cNvSpPr/>
            <p:nvPr/>
          </p:nvSpPr>
          <p:spPr>
            <a:xfrm>
              <a:off x="2100254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8" name="Rectangle 3787">
              <a:extLst>
                <a:ext uri="{FF2B5EF4-FFF2-40B4-BE49-F238E27FC236}">
                  <a16:creationId xmlns:a16="http://schemas.microsoft.com/office/drawing/2014/main" id="{D73807C9-AB72-C750-A0BE-5390B90D5AB6}"/>
                </a:ext>
              </a:extLst>
            </p:cNvPr>
            <p:cNvSpPr/>
            <p:nvPr/>
          </p:nvSpPr>
          <p:spPr>
            <a:xfrm>
              <a:off x="2162865" y="1759570"/>
              <a:ext cx="62737" cy="83095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89" name="Rectangle 3788">
              <a:extLst>
                <a:ext uri="{FF2B5EF4-FFF2-40B4-BE49-F238E27FC236}">
                  <a16:creationId xmlns:a16="http://schemas.microsoft.com/office/drawing/2014/main" id="{052D7459-822A-472F-185F-F163B46A950F}"/>
                </a:ext>
              </a:extLst>
            </p:cNvPr>
            <p:cNvSpPr/>
            <p:nvPr/>
          </p:nvSpPr>
          <p:spPr>
            <a:xfrm>
              <a:off x="2162865" y="1842667"/>
              <a:ext cx="62737" cy="83095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0" name="Rectangle 3789">
              <a:extLst>
                <a:ext uri="{FF2B5EF4-FFF2-40B4-BE49-F238E27FC236}">
                  <a16:creationId xmlns:a16="http://schemas.microsoft.com/office/drawing/2014/main" id="{749C6304-4F1E-CD10-3CBF-495CB3A3799B}"/>
                </a:ext>
              </a:extLst>
            </p:cNvPr>
            <p:cNvSpPr/>
            <p:nvPr/>
          </p:nvSpPr>
          <p:spPr>
            <a:xfrm>
              <a:off x="2162865" y="1925763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1" name="Rectangle 3790">
              <a:extLst>
                <a:ext uri="{FF2B5EF4-FFF2-40B4-BE49-F238E27FC236}">
                  <a16:creationId xmlns:a16="http://schemas.microsoft.com/office/drawing/2014/main" id="{4BCB9216-5D37-2B1C-0DB8-5D5362DF0089}"/>
                </a:ext>
              </a:extLst>
            </p:cNvPr>
            <p:cNvSpPr/>
            <p:nvPr/>
          </p:nvSpPr>
          <p:spPr>
            <a:xfrm>
              <a:off x="2162865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2" name="Rectangle 3791">
              <a:extLst>
                <a:ext uri="{FF2B5EF4-FFF2-40B4-BE49-F238E27FC236}">
                  <a16:creationId xmlns:a16="http://schemas.microsoft.com/office/drawing/2014/main" id="{E1FCF808-3805-F4D0-77C4-5FDADA8EC51D}"/>
                </a:ext>
              </a:extLst>
            </p:cNvPr>
            <p:cNvSpPr/>
            <p:nvPr/>
          </p:nvSpPr>
          <p:spPr>
            <a:xfrm>
              <a:off x="2162865" y="209195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3" name="Rectangle 3792">
              <a:extLst>
                <a:ext uri="{FF2B5EF4-FFF2-40B4-BE49-F238E27FC236}">
                  <a16:creationId xmlns:a16="http://schemas.microsoft.com/office/drawing/2014/main" id="{8FEC29E8-50FE-523B-64EB-D7D764C95525}"/>
                </a:ext>
              </a:extLst>
            </p:cNvPr>
            <p:cNvSpPr/>
            <p:nvPr/>
          </p:nvSpPr>
          <p:spPr>
            <a:xfrm>
              <a:off x="2162865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4" name="Rectangle 3793">
              <a:extLst>
                <a:ext uri="{FF2B5EF4-FFF2-40B4-BE49-F238E27FC236}">
                  <a16:creationId xmlns:a16="http://schemas.microsoft.com/office/drawing/2014/main" id="{137A0EB9-6F35-E1CE-4923-948CCC324121}"/>
                </a:ext>
              </a:extLst>
            </p:cNvPr>
            <p:cNvSpPr/>
            <p:nvPr/>
          </p:nvSpPr>
          <p:spPr>
            <a:xfrm>
              <a:off x="2162865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5" name="Rectangle 3794">
              <a:extLst>
                <a:ext uri="{FF2B5EF4-FFF2-40B4-BE49-F238E27FC236}">
                  <a16:creationId xmlns:a16="http://schemas.microsoft.com/office/drawing/2014/main" id="{0B340F32-8B88-1210-ED04-BDFAC7A59C86}"/>
                </a:ext>
              </a:extLst>
            </p:cNvPr>
            <p:cNvSpPr/>
            <p:nvPr/>
          </p:nvSpPr>
          <p:spPr>
            <a:xfrm>
              <a:off x="2162865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6" name="Rectangle 3795">
              <a:extLst>
                <a:ext uri="{FF2B5EF4-FFF2-40B4-BE49-F238E27FC236}">
                  <a16:creationId xmlns:a16="http://schemas.microsoft.com/office/drawing/2014/main" id="{2B5BC2F0-44AE-2032-FC47-8447AC2D9AEC}"/>
                </a:ext>
              </a:extLst>
            </p:cNvPr>
            <p:cNvSpPr/>
            <p:nvPr/>
          </p:nvSpPr>
          <p:spPr>
            <a:xfrm>
              <a:off x="2162865" y="242410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7" name="Rectangle 3796">
              <a:extLst>
                <a:ext uri="{FF2B5EF4-FFF2-40B4-BE49-F238E27FC236}">
                  <a16:creationId xmlns:a16="http://schemas.microsoft.com/office/drawing/2014/main" id="{D808992F-A915-1CC1-B96C-5EF333D412F4}"/>
                </a:ext>
              </a:extLst>
            </p:cNvPr>
            <p:cNvSpPr/>
            <p:nvPr/>
          </p:nvSpPr>
          <p:spPr>
            <a:xfrm>
              <a:off x="2162865" y="250720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8" name="Rectangle 3797">
              <a:extLst>
                <a:ext uri="{FF2B5EF4-FFF2-40B4-BE49-F238E27FC236}">
                  <a16:creationId xmlns:a16="http://schemas.microsoft.com/office/drawing/2014/main" id="{B87A6739-A05E-B0D6-8F0D-EB762BBDB315}"/>
                </a:ext>
              </a:extLst>
            </p:cNvPr>
            <p:cNvSpPr/>
            <p:nvPr/>
          </p:nvSpPr>
          <p:spPr>
            <a:xfrm>
              <a:off x="2162865" y="2590299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799" name="Rectangle 3798">
              <a:extLst>
                <a:ext uri="{FF2B5EF4-FFF2-40B4-BE49-F238E27FC236}">
                  <a16:creationId xmlns:a16="http://schemas.microsoft.com/office/drawing/2014/main" id="{431B40EA-252F-6459-8394-E2E1A7349AAF}"/>
                </a:ext>
              </a:extLst>
            </p:cNvPr>
            <p:cNvSpPr/>
            <p:nvPr/>
          </p:nvSpPr>
          <p:spPr>
            <a:xfrm>
              <a:off x="2162865" y="267339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0" name="Rectangle 3799">
              <a:extLst>
                <a:ext uri="{FF2B5EF4-FFF2-40B4-BE49-F238E27FC236}">
                  <a16:creationId xmlns:a16="http://schemas.microsoft.com/office/drawing/2014/main" id="{CB0FF371-B2AE-2820-11A2-57B22B31FA3E}"/>
                </a:ext>
              </a:extLst>
            </p:cNvPr>
            <p:cNvSpPr/>
            <p:nvPr/>
          </p:nvSpPr>
          <p:spPr>
            <a:xfrm>
              <a:off x="2162865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1" name="Rectangle 3800">
              <a:extLst>
                <a:ext uri="{FF2B5EF4-FFF2-40B4-BE49-F238E27FC236}">
                  <a16:creationId xmlns:a16="http://schemas.microsoft.com/office/drawing/2014/main" id="{CBFA2450-57FA-0B51-DF38-A7BB1AD5240F}"/>
                </a:ext>
              </a:extLst>
            </p:cNvPr>
            <p:cNvSpPr/>
            <p:nvPr/>
          </p:nvSpPr>
          <p:spPr>
            <a:xfrm>
              <a:off x="2162865" y="2839588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2" name="Rectangle 3801">
              <a:extLst>
                <a:ext uri="{FF2B5EF4-FFF2-40B4-BE49-F238E27FC236}">
                  <a16:creationId xmlns:a16="http://schemas.microsoft.com/office/drawing/2014/main" id="{BFBECFCB-4FEB-6338-C8B3-2922E39A9EF5}"/>
                </a:ext>
              </a:extLst>
            </p:cNvPr>
            <p:cNvSpPr/>
            <p:nvPr/>
          </p:nvSpPr>
          <p:spPr>
            <a:xfrm>
              <a:off x="2162865" y="292268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3" name="Rectangle 3802">
              <a:extLst>
                <a:ext uri="{FF2B5EF4-FFF2-40B4-BE49-F238E27FC236}">
                  <a16:creationId xmlns:a16="http://schemas.microsoft.com/office/drawing/2014/main" id="{0C4A6A69-8635-C8FD-9922-FB42873D288D}"/>
                </a:ext>
              </a:extLst>
            </p:cNvPr>
            <p:cNvSpPr/>
            <p:nvPr/>
          </p:nvSpPr>
          <p:spPr>
            <a:xfrm>
              <a:off x="2162865" y="30057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4" name="Rectangle 3803">
              <a:extLst>
                <a:ext uri="{FF2B5EF4-FFF2-40B4-BE49-F238E27FC236}">
                  <a16:creationId xmlns:a16="http://schemas.microsoft.com/office/drawing/2014/main" id="{134CA996-5FE7-9594-1DB3-C2F6D49DEFC6}"/>
                </a:ext>
              </a:extLst>
            </p:cNvPr>
            <p:cNvSpPr/>
            <p:nvPr/>
          </p:nvSpPr>
          <p:spPr>
            <a:xfrm>
              <a:off x="2162865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5" name="Rectangle 3804">
              <a:extLst>
                <a:ext uri="{FF2B5EF4-FFF2-40B4-BE49-F238E27FC236}">
                  <a16:creationId xmlns:a16="http://schemas.microsoft.com/office/drawing/2014/main" id="{62C25975-DBAD-4957-672C-322178FA8F7A}"/>
                </a:ext>
              </a:extLst>
            </p:cNvPr>
            <p:cNvSpPr/>
            <p:nvPr/>
          </p:nvSpPr>
          <p:spPr>
            <a:xfrm>
              <a:off x="2162865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6" name="Rectangle 3805">
              <a:extLst>
                <a:ext uri="{FF2B5EF4-FFF2-40B4-BE49-F238E27FC236}">
                  <a16:creationId xmlns:a16="http://schemas.microsoft.com/office/drawing/2014/main" id="{5C6D7A09-4302-AD5D-7CAE-F28351888C20}"/>
                </a:ext>
              </a:extLst>
            </p:cNvPr>
            <p:cNvSpPr/>
            <p:nvPr/>
          </p:nvSpPr>
          <p:spPr>
            <a:xfrm>
              <a:off x="2162865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7" name="Rectangle 3806">
              <a:extLst>
                <a:ext uri="{FF2B5EF4-FFF2-40B4-BE49-F238E27FC236}">
                  <a16:creationId xmlns:a16="http://schemas.microsoft.com/office/drawing/2014/main" id="{9B96CBE2-012F-3773-C781-3707D55B331E}"/>
                </a:ext>
              </a:extLst>
            </p:cNvPr>
            <p:cNvSpPr/>
            <p:nvPr/>
          </p:nvSpPr>
          <p:spPr>
            <a:xfrm>
              <a:off x="2162865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8" name="Rectangle 3807">
              <a:extLst>
                <a:ext uri="{FF2B5EF4-FFF2-40B4-BE49-F238E27FC236}">
                  <a16:creationId xmlns:a16="http://schemas.microsoft.com/office/drawing/2014/main" id="{49896C4E-8DC8-68AC-2DEA-F6E94CEE1A72}"/>
                </a:ext>
              </a:extLst>
            </p:cNvPr>
            <p:cNvSpPr/>
            <p:nvPr/>
          </p:nvSpPr>
          <p:spPr>
            <a:xfrm>
              <a:off x="2162865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09" name="Rectangle 3808">
              <a:extLst>
                <a:ext uri="{FF2B5EF4-FFF2-40B4-BE49-F238E27FC236}">
                  <a16:creationId xmlns:a16="http://schemas.microsoft.com/office/drawing/2014/main" id="{81A39163-13E2-7115-5DA2-5E913DBD2AA3}"/>
                </a:ext>
              </a:extLst>
            </p:cNvPr>
            <p:cNvSpPr/>
            <p:nvPr/>
          </p:nvSpPr>
          <p:spPr>
            <a:xfrm>
              <a:off x="2162865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0" name="Rectangle 3809">
              <a:extLst>
                <a:ext uri="{FF2B5EF4-FFF2-40B4-BE49-F238E27FC236}">
                  <a16:creationId xmlns:a16="http://schemas.microsoft.com/office/drawing/2014/main" id="{94143B31-EB76-E197-3491-1E0C18182587}"/>
                </a:ext>
              </a:extLst>
            </p:cNvPr>
            <p:cNvSpPr/>
            <p:nvPr/>
          </p:nvSpPr>
          <p:spPr>
            <a:xfrm>
              <a:off x="2162865" y="358722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1" name="Rectangle 3810">
              <a:extLst>
                <a:ext uri="{FF2B5EF4-FFF2-40B4-BE49-F238E27FC236}">
                  <a16:creationId xmlns:a16="http://schemas.microsoft.com/office/drawing/2014/main" id="{A808047E-0B10-6E06-28B5-27BC8DE1EDFC}"/>
                </a:ext>
              </a:extLst>
            </p:cNvPr>
            <p:cNvSpPr/>
            <p:nvPr/>
          </p:nvSpPr>
          <p:spPr>
            <a:xfrm>
              <a:off x="2162865" y="367031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2" name="Rectangle 3811">
              <a:extLst>
                <a:ext uri="{FF2B5EF4-FFF2-40B4-BE49-F238E27FC236}">
                  <a16:creationId xmlns:a16="http://schemas.microsoft.com/office/drawing/2014/main" id="{B352011B-7D45-F52E-365F-38A00F3DFC51}"/>
                </a:ext>
              </a:extLst>
            </p:cNvPr>
            <p:cNvSpPr/>
            <p:nvPr/>
          </p:nvSpPr>
          <p:spPr>
            <a:xfrm>
              <a:off x="2162865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3" name="Rectangle 3812">
              <a:extLst>
                <a:ext uri="{FF2B5EF4-FFF2-40B4-BE49-F238E27FC236}">
                  <a16:creationId xmlns:a16="http://schemas.microsoft.com/office/drawing/2014/main" id="{F2B6A6C6-0218-6DFF-640C-05CCF27A941D}"/>
                </a:ext>
              </a:extLst>
            </p:cNvPr>
            <p:cNvSpPr/>
            <p:nvPr/>
          </p:nvSpPr>
          <p:spPr>
            <a:xfrm>
              <a:off x="2162865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4" name="Rectangle 3813">
              <a:extLst>
                <a:ext uri="{FF2B5EF4-FFF2-40B4-BE49-F238E27FC236}">
                  <a16:creationId xmlns:a16="http://schemas.microsoft.com/office/drawing/2014/main" id="{53861369-FCD2-54D5-2D23-E2B34F0D3BF7}"/>
                </a:ext>
              </a:extLst>
            </p:cNvPr>
            <p:cNvSpPr/>
            <p:nvPr/>
          </p:nvSpPr>
          <p:spPr>
            <a:xfrm>
              <a:off x="2162865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5" name="Rectangle 3814">
              <a:extLst>
                <a:ext uri="{FF2B5EF4-FFF2-40B4-BE49-F238E27FC236}">
                  <a16:creationId xmlns:a16="http://schemas.microsoft.com/office/drawing/2014/main" id="{6B51B44A-70B6-231B-2475-52577059C660}"/>
                </a:ext>
              </a:extLst>
            </p:cNvPr>
            <p:cNvSpPr/>
            <p:nvPr/>
          </p:nvSpPr>
          <p:spPr>
            <a:xfrm>
              <a:off x="2162865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6" name="Rectangle 3815">
              <a:extLst>
                <a:ext uri="{FF2B5EF4-FFF2-40B4-BE49-F238E27FC236}">
                  <a16:creationId xmlns:a16="http://schemas.microsoft.com/office/drawing/2014/main" id="{0BE04DE8-111B-3AE2-F270-541042537302}"/>
                </a:ext>
              </a:extLst>
            </p:cNvPr>
            <p:cNvSpPr/>
            <p:nvPr/>
          </p:nvSpPr>
          <p:spPr>
            <a:xfrm>
              <a:off x="2162865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7" name="Rectangle 3816">
              <a:extLst>
                <a:ext uri="{FF2B5EF4-FFF2-40B4-BE49-F238E27FC236}">
                  <a16:creationId xmlns:a16="http://schemas.microsoft.com/office/drawing/2014/main" id="{8D9E050D-F08D-F7A6-3031-1435E3AC5EBA}"/>
                </a:ext>
              </a:extLst>
            </p:cNvPr>
            <p:cNvSpPr/>
            <p:nvPr/>
          </p:nvSpPr>
          <p:spPr>
            <a:xfrm>
              <a:off x="2162865" y="416889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8" name="Rectangle 3817">
              <a:extLst>
                <a:ext uri="{FF2B5EF4-FFF2-40B4-BE49-F238E27FC236}">
                  <a16:creationId xmlns:a16="http://schemas.microsoft.com/office/drawing/2014/main" id="{EE3F92FF-0F71-147B-8CF9-73C71BA6D574}"/>
                </a:ext>
              </a:extLst>
            </p:cNvPr>
            <p:cNvSpPr/>
            <p:nvPr/>
          </p:nvSpPr>
          <p:spPr>
            <a:xfrm>
              <a:off x="2162865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19" name="Rectangle 3818">
              <a:extLst>
                <a:ext uri="{FF2B5EF4-FFF2-40B4-BE49-F238E27FC236}">
                  <a16:creationId xmlns:a16="http://schemas.microsoft.com/office/drawing/2014/main" id="{47072311-00CA-9CE4-50BA-5515C092426B}"/>
                </a:ext>
              </a:extLst>
            </p:cNvPr>
            <p:cNvSpPr/>
            <p:nvPr/>
          </p:nvSpPr>
          <p:spPr>
            <a:xfrm>
              <a:off x="2162865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0" name="Rectangle 3819">
              <a:extLst>
                <a:ext uri="{FF2B5EF4-FFF2-40B4-BE49-F238E27FC236}">
                  <a16:creationId xmlns:a16="http://schemas.microsoft.com/office/drawing/2014/main" id="{FDE588E7-F9C9-D90E-93A1-E749E53FDC6D}"/>
                </a:ext>
              </a:extLst>
            </p:cNvPr>
            <p:cNvSpPr/>
            <p:nvPr/>
          </p:nvSpPr>
          <p:spPr>
            <a:xfrm>
              <a:off x="2162865" y="441818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1" name="Rectangle 3820">
              <a:extLst>
                <a:ext uri="{FF2B5EF4-FFF2-40B4-BE49-F238E27FC236}">
                  <a16:creationId xmlns:a16="http://schemas.microsoft.com/office/drawing/2014/main" id="{279FEA3E-36E0-F48E-63EA-55F75B321E5B}"/>
                </a:ext>
              </a:extLst>
            </p:cNvPr>
            <p:cNvSpPr/>
            <p:nvPr/>
          </p:nvSpPr>
          <p:spPr>
            <a:xfrm>
              <a:off x="2162865" y="450128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2" name="Rectangle 3821">
              <a:extLst>
                <a:ext uri="{FF2B5EF4-FFF2-40B4-BE49-F238E27FC236}">
                  <a16:creationId xmlns:a16="http://schemas.microsoft.com/office/drawing/2014/main" id="{4F8254B2-2B03-5AE4-0BAD-46BB4CCEEE51}"/>
                </a:ext>
              </a:extLst>
            </p:cNvPr>
            <p:cNvSpPr/>
            <p:nvPr/>
          </p:nvSpPr>
          <p:spPr>
            <a:xfrm>
              <a:off x="2162865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3" name="Rectangle 3822">
              <a:extLst>
                <a:ext uri="{FF2B5EF4-FFF2-40B4-BE49-F238E27FC236}">
                  <a16:creationId xmlns:a16="http://schemas.microsoft.com/office/drawing/2014/main" id="{9F4AD101-B1F2-253A-4A32-BDA175357C69}"/>
                </a:ext>
              </a:extLst>
            </p:cNvPr>
            <p:cNvSpPr/>
            <p:nvPr/>
          </p:nvSpPr>
          <p:spPr>
            <a:xfrm>
              <a:off x="2162865" y="46674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4" name="Rectangle 3823">
              <a:extLst>
                <a:ext uri="{FF2B5EF4-FFF2-40B4-BE49-F238E27FC236}">
                  <a16:creationId xmlns:a16="http://schemas.microsoft.com/office/drawing/2014/main" id="{F12DAEE9-E5A1-68AD-389E-4CB848FD9007}"/>
                </a:ext>
              </a:extLst>
            </p:cNvPr>
            <p:cNvSpPr/>
            <p:nvPr/>
          </p:nvSpPr>
          <p:spPr>
            <a:xfrm>
              <a:off x="2162865" y="475033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5" name="Rectangle 3824">
              <a:extLst>
                <a:ext uri="{FF2B5EF4-FFF2-40B4-BE49-F238E27FC236}">
                  <a16:creationId xmlns:a16="http://schemas.microsoft.com/office/drawing/2014/main" id="{D33A6D42-0CBE-3A7A-B2AD-B17CB9887DEE}"/>
                </a:ext>
              </a:extLst>
            </p:cNvPr>
            <p:cNvSpPr/>
            <p:nvPr/>
          </p:nvSpPr>
          <p:spPr>
            <a:xfrm>
              <a:off x="2162865" y="4833430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6" name="Rectangle 3825">
              <a:extLst>
                <a:ext uri="{FF2B5EF4-FFF2-40B4-BE49-F238E27FC236}">
                  <a16:creationId xmlns:a16="http://schemas.microsoft.com/office/drawing/2014/main" id="{6D12E86E-66AA-6321-23E8-C7CF15FDB9DA}"/>
                </a:ext>
              </a:extLst>
            </p:cNvPr>
            <p:cNvSpPr/>
            <p:nvPr/>
          </p:nvSpPr>
          <p:spPr>
            <a:xfrm>
              <a:off x="2162865" y="49165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7" name="Rectangle 3826">
              <a:extLst>
                <a:ext uri="{FF2B5EF4-FFF2-40B4-BE49-F238E27FC236}">
                  <a16:creationId xmlns:a16="http://schemas.microsoft.com/office/drawing/2014/main" id="{7DC97765-AE12-DDAE-7FB3-8C158022C88B}"/>
                </a:ext>
              </a:extLst>
            </p:cNvPr>
            <p:cNvSpPr/>
            <p:nvPr/>
          </p:nvSpPr>
          <p:spPr>
            <a:xfrm>
              <a:off x="2162865" y="499962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8" name="Rectangle 3827">
              <a:extLst>
                <a:ext uri="{FF2B5EF4-FFF2-40B4-BE49-F238E27FC236}">
                  <a16:creationId xmlns:a16="http://schemas.microsoft.com/office/drawing/2014/main" id="{E6EE1451-852D-D4AA-6AED-C0640ECAA872}"/>
                </a:ext>
              </a:extLst>
            </p:cNvPr>
            <p:cNvSpPr/>
            <p:nvPr/>
          </p:nvSpPr>
          <p:spPr>
            <a:xfrm>
              <a:off x="2162865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29" name="Rectangle 3828">
              <a:extLst>
                <a:ext uri="{FF2B5EF4-FFF2-40B4-BE49-F238E27FC236}">
                  <a16:creationId xmlns:a16="http://schemas.microsoft.com/office/drawing/2014/main" id="{45545F86-AC40-A962-43D8-FF23775CC353}"/>
                </a:ext>
              </a:extLst>
            </p:cNvPr>
            <p:cNvSpPr/>
            <p:nvPr/>
          </p:nvSpPr>
          <p:spPr>
            <a:xfrm>
              <a:off x="2162865" y="516581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0" name="Rectangle 3829">
              <a:extLst>
                <a:ext uri="{FF2B5EF4-FFF2-40B4-BE49-F238E27FC236}">
                  <a16:creationId xmlns:a16="http://schemas.microsoft.com/office/drawing/2014/main" id="{334D0BA0-8F40-6B10-D54A-352D5268C08C}"/>
                </a:ext>
              </a:extLst>
            </p:cNvPr>
            <p:cNvSpPr/>
            <p:nvPr/>
          </p:nvSpPr>
          <p:spPr>
            <a:xfrm>
              <a:off x="2162865" y="524891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1" name="Rectangle 3830">
              <a:extLst>
                <a:ext uri="{FF2B5EF4-FFF2-40B4-BE49-F238E27FC236}">
                  <a16:creationId xmlns:a16="http://schemas.microsoft.com/office/drawing/2014/main" id="{031C1A8D-81BD-EE7E-430E-6990A930C215}"/>
                </a:ext>
              </a:extLst>
            </p:cNvPr>
            <p:cNvSpPr/>
            <p:nvPr/>
          </p:nvSpPr>
          <p:spPr>
            <a:xfrm>
              <a:off x="2162865" y="5332008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2" name="Rectangle 3831">
              <a:extLst>
                <a:ext uri="{FF2B5EF4-FFF2-40B4-BE49-F238E27FC236}">
                  <a16:creationId xmlns:a16="http://schemas.microsoft.com/office/drawing/2014/main" id="{CAB7CA42-BB88-C1C6-AA68-DE79E1C211AC}"/>
                </a:ext>
              </a:extLst>
            </p:cNvPr>
            <p:cNvSpPr/>
            <p:nvPr/>
          </p:nvSpPr>
          <p:spPr>
            <a:xfrm>
              <a:off x="2162865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3" name="Rectangle 3832">
              <a:extLst>
                <a:ext uri="{FF2B5EF4-FFF2-40B4-BE49-F238E27FC236}">
                  <a16:creationId xmlns:a16="http://schemas.microsoft.com/office/drawing/2014/main" id="{A1AB6E14-0B95-720C-A414-752135EB1CB3}"/>
                </a:ext>
              </a:extLst>
            </p:cNvPr>
            <p:cNvSpPr/>
            <p:nvPr/>
          </p:nvSpPr>
          <p:spPr>
            <a:xfrm>
              <a:off x="2162865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4" name="Rectangle 3833">
              <a:extLst>
                <a:ext uri="{FF2B5EF4-FFF2-40B4-BE49-F238E27FC236}">
                  <a16:creationId xmlns:a16="http://schemas.microsoft.com/office/drawing/2014/main" id="{31809D26-C655-3DE4-D739-73989959C6C1}"/>
                </a:ext>
              </a:extLst>
            </p:cNvPr>
            <p:cNvSpPr/>
            <p:nvPr/>
          </p:nvSpPr>
          <p:spPr>
            <a:xfrm>
              <a:off x="2162865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5" name="Rectangle 3834">
              <a:extLst>
                <a:ext uri="{FF2B5EF4-FFF2-40B4-BE49-F238E27FC236}">
                  <a16:creationId xmlns:a16="http://schemas.microsoft.com/office/drawing/2014/main" id="{378FF82B-5399-6D7D-8250-8355893B9408}"/>
                </a:ext>
              </a:extLst>
            </p:cNvPr>
            <p:cNvSpPr/>
            <p:nvPr/>
          </p:nvSpPr>
          <p:spPr>
            <a:xfrm>
              <a:off x="2162865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6" name="Rectangle 3835">
              <a:extLst>
                <a:ext uri="{FF2B5EF4-FFF2-40B4-BE49-F238E27FC236}">
                  <a16:creationId xmlns:a16="http://schemas.microsoft.com/office/drawing/2014/main" id="{95B901B0-8144-14C1-0D7D-348031D9A594}"/>
                </a:ext>
              </a:extLst>
            </p:cNvPr>
            <p:cNvSpPr/>
            <p:nvPr/>
          </p:nvSpPr>
          <p:spPr>
            <a:xfrm>
              <a:off x="2162865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7" name="Rectangle 3836">
              <a:extLst>
                <a:ext uri="{FF2B5EF4-FFF2-40B4-BE49-F238E27FC236}">
                  <a16:creationId xmlns:a16="http://schemas.microsoft.com/office/drawing/2014/main" id="{D76AE2DB-299C-DF36-3469-0B5690997339}"/>
                </a:ext>
              </a:extLst>
            </p:cNvPr>
            <p:cNvSpPr/>
            <p:nvPr/>
          </p:nvSpPr>
          <p:spPr>
            <a:xfrm>
              <a:off x="2162865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8" name="Rectangle 3837">
              <a:extLst>
                <a:ext uri="{FF2B5EF4-FFF2-40B4-BE49-F238E27FC236}">
                  <a16:creationId xmlns:a16="http://schemas.microsoft.com/office/drawing/2014/main" id="{26E4E175-57B4-912C-F335-466D4911D557}"/>
                </a:ext>
              </a:extLst>
            </p:cNvPr>
            <p:cNvSpPr/>
            <p:nvPr/>
          </p:nvSpPr>
          <p:spPr>
            <a:xfrm>
              <a:off x="2162865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39" name="Rectangle 3838">
              <a:extLst>
                <a:ext uri="{FF2B5EF4-FFF2-40B4-BE49-F238E27FC236}">
                  <a16:creationId xmlns:a16="http://schemas.microsoft.com/office/drawing/2014/main" id="{69DCE64B-7D57-BC33-1895-47A89B75AD9E}"/>
                </a:ext>
              </a:extLst>
            </p:cNvPr>
            <p:cNvSpPr/>
            <p:nvPr/>
          </p:nvSpPr>
          <p:spPr>
            <a:xfrm>
              <a:off x="2162865" y="599654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0" name="Rectangle 3839">
              <a:extLst>
                <a:ext uri="{FF2B5EF4-FFF2-40B4-BE49-F238E27FC236}">
                  <a16:creationId xmlns:a16="http://schemas.microsoft.com/office/drawing/2014/main" id="{24B539DF-4CB8-3C29-6B81-A51CD8688C55}"/>
                </a:ext>
              </a:extLst>
            </p:cNvPr>
            <p:cNvSpPr/>
            <p:nvPr/>
          </p:nvSpPr>
          <p:spPr>
            <a:xfrm>
              <a:off x="2162865" y="607964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1" name="Rectangle 3840">
              <a:extLst>
                <a:ext uri="{FF2B5EF4-FFF2-40B4-BE49-F238E27FC236}">
                  <a16:creationId xmlns:a16="http://schemas.microsoft.com/office/drawing/2014/main" id="{8E83C4D1-C859-3F26-CCB6-CB01EF0F0258}"/>
                </a:ext>
              </a:extLst>
            </p:cNvPr>
            <p:cNvSpPr/>
            <p:nvPr/>
          </p:nvSpPr>
          <p:spPr>
            <a:xfrm>
              <a:off x="2162865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2" name="Rectangle 3841">
              <a:extLst>
                <a:ext uri="{FF2B5EF4-FFF2-40B4-BE49-F238E27FC236}">
                  <a16:creationId xmlns:a16="http://schemas.microsoft.com/office/drawing/2014/main" id="{DBC568C3-73E0-1FC3-A4C2-4639E44630CC}"/>
                </a:ext>
              </a:extLst>
            </p:cNvPr>
            <p:cNvSpPr/>
            <p:nvPr/>
          </p:nvSpPr>
          <p:spPr>
            <a:xfrm>
              <a:off x="2162865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3" name="Rectangle 3842">
              <a:extLst>
                <a:ext uri="{FF2B5EF4-FFF2-40B4-BE49-F238E27FC236}">
                  <a16:creationId xmlns:a16="http://schemas.microsoft.com/office/drawing/2014/main" id="{3D22DD36-F772-2FA6-B3AC-3058D793245F}"/>
                </a:ext>
              </a:extLst>
            </p:cNvPr>
            <p:cNvSpPr/>
            <p:nvPr/>
          </p:nvSpPr>
          <p:spPr>
            <a:xfrm>
              <a:off x="2162865" y="6328929"/>
              <a:ext cx="62737" cy="8309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4" name="Rectangle 3843">
              <a:extLst>
                <a:ext uri="{FF2B5EF4-FFF2-40B4-BE49-F238E27FC236}">
                  <a16:creationId xmlns:a16="http://schemas.microsoft.com/office/drawing/2014/main" id="{A6F481CB-02F2-2986-A74F-69799BC97AA2}"/>
                </a:ext>
              </a:extLst>
            </p:cNvPr>
            <p:cNvSpPr/>
            <p:nvPr/>
          </p:nvSpPr>
          <p:spPr>
            <a:xfrm>
              <a:off x="2162865" y="6412026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5" name="Rectangle 3844">
              <a:extLst>
                <a:ext uri="{FF2B5EF4-FFF2-40B4-BE49-F238E27FC236}">
                  <a16:creationId xmlns:a16="http://schemas.microsoft.com/office/drawing/2014/main" id="{163885FE-6167-B94E-AD6D-8003937E335C}"/>
                </a:ext>
              </a:extLst>
            </p:cNvPr>
            <p:cNvSpPr/>
            <p:nvPr/>
          </p:nvSpPr>
          <p:spPr>
            <a:xfrm>
              <a:off x="2162865" y="6495122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6" name="Rectangle 3845">
              <a:extLst>
                <a:ext uri="{FF2B5EF4-FFF2-40B4-BE49-F238E27FC236}">
                  <a16:creationId xmlns:a16="http://schemas.microsoft.com/office/drawing/2014/main" id="{F3567792-A29F-4D1A-26AA-01BBA40CF413}"/>
                </a:ext>
              </a:extLst>
            </p:cNvPr>
            <p:cNvSpPr/>
            <p:nvPr/>
          </p:nvSpPr>
          <p:spPr>
            <a:xfrm>
              <a:off x="2162865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7" name="Rectangle 3846">
              <a:extLst>
                <a:ext uri="{FF2B5EF4-FFF2-40B4-BE49-F238E27FC236}">
                  <a16:creationId xmlns:a16="http://schemas.microsoft.com/office/drawing/2014/main" id="{85EF34E4-DE85-2E30-F811-54F9279608A7}"/>
                </a:ext>
              </a:extLst>
            </p:cNvPr>
            <p:cNvSpPr/>
            <p:nvPr/>
          </p:nvSpPr>
          <p:spPr>
            <a:xfrm>
              <a:off x="2162865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8" name="Rectangle 3847">
              <a:extLst>
                <a:ext uri="{FF2B5EF4-FFF2-40B4-BE49-F238E27FC236}">
                  <a16:creationId xmlns:a16="http://schemas.microsoft.com/office/drawing/2014/main" id="{07B8A990-B149-1BD5-2E07-F8E9BF568C9E}"/>
                </a:ext>
              </a:extLst>
            </p:cNvPr>
            <p:cNvSpPr/>
            <p:nvPr/>
          </p:nvSpPr>
          <p:spPr>
            <a:xfrm>
              <a:off x="2162865" y="6744411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49" name="Rectangle 3848">
              <a:extLst>
                <a:ext uri="{FF2B5EF4-FFF2-40B4-BE49-F238E27FC236}">
                  <a16:creationId xmlns:a16="http://schemas.microsoft.com/office/drawing/2014/main" id="{3857B296-CA8F-195D-A390-A8020252C2C0}"/>
                </a:ext>
              </a:extLst>
            </p:cNvPr>
            <p:cNvSpPr/>
            <p:nvPr/>
          </p:nvSpPr>
          <p:spPr>
            <a:xfrm>
              <a:off x="2162865" y="6827508"/>
              <a:ext cx="62737" cy="8309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0" name="Rectangle 3849">
              <a:extLst>
                <a:ext uri="{FF2B5EF4-FFF2-40B4-BE49-F238E27FC236}">
                  <a16:creationId xmlns:a16="http://schemas.microsoft.com/office/drawing/2014/main" id="{96FDAC2E-BEAF-B080-077D-06E0E52B6A09}"/>
                </a:ext>
              </a:extLst>
            </p:cNvPr>
            <p:cNvSpPr/>
            <p:nvPr/>
          </p:nvSpPr>
          <p:spPr>
            <a:xfrm>
              <a:off x="2162865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1" name="Rectangle 3850">
              <a:extLst>
                <a:ext uri="{FF2B5EF4-FFF2-40B4-BE49-F238E27FC236}">
                  <a16:creationId xmlns:a16="http://schemas.microsoft.com/office/drawing/2014/main" id="{C0659B48-40B0-3A8F-B0E0-E148E36A7553}"/>
                </a:ext>
              </a:extLst>
            </p:cNvPr>
            <p:cNvSpPr/>
            <p:nvPr/>
          </p:nvSpPr>
          <p:spPr>
            <a:xfrm>
              <a:off x="2162865" y="6993700"/>
              <a:ext cx="62737" cy="8309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2" name="Rectangle 3851">
              <a:extLst>
                <a:ext uri="{FF2B5EF4-FFF2-40B4-BE49-F238E27FC236}">
                  <a16:creationId xmlns:a16="http://schemas.microsoft.com/office/drawing/2014/main" id="{809C8189-ACB0-803F-EFD7-CB7E1A9E4807}"/>
                </a:ext>
              </a:extLst>
            </p:cNvPr>
            <p:cNvSpPr/>
            <p:nvPr/>
          </p:nvSpPr>
          <p:spPr>
            <a:xfrm>
              <a:off x="2225603" y="1759570"/>
              <a:ext cx="62737" cy="83095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3" name="Rectangle 3852">
              <a:extLst>
                <a:ext uri="{FF2B5EF4-FFF2-40B4-BE49-F238E27FC236}">
                  <a16:creationId xmlns:a16="http://schemas.microsoft.com/office/drawing/2014/main" id="{797DA683-8CDD-F875-D860-C34D735FA092}"/>
                </a:ext>
              </a:extLst>
            </p:cNvPr>
            <p:cNvSpPr/>
            <p:nvPr/>
          </p:nvSpPr>
          <p:spPr>
            <a:xfrm>
              <a:off x="2225603" y="1842667"/>
              <a:ext cx="62737" cy="83095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4" name="Rectangle 3853">
              <a:extLst>
                <a:ext uri="{FF2B5EF4-FFF2-40B4-BE49-F238E27FC236}">
                  <a16:creationId xmlns:a16="http://schemas.microsoft.com/office/drawing/2014/main" id="{02007BE1-8C02-6E44-3CDF-B0B5B58785D5}"/>
                </a:ext>
              </a:extLst>
            </p:cNvPr>
            <p:cNvSpPr/>
            <p:nvPr/>
          </p:nvSpPr>
          <p:spPr>
            <a:xfrm>
              <a:off x="2225603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5" name="Rectangle 3854">
              <a:extLst>
                <a:ext uri="{FF2B5EF4-FFF2-40B4-BE49-F238E27FC236}">
                  <a16:creationId xmlns:a16="http://schemas.microsoft.com/office/drawing/2014/main" id="{94A2230E-2063-1E7B-4AFA-E802023E27D4}"/>
                </a:ext>
              </a:extLst>
            </p:cNvPr>
            <p:cNvSpPr/>
            <p:nvPr/>
          </p:nvSpPr>
          <p:spPr>
            <a:xfrm>
              <a:off x="2225603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6" name="Rectangle 3855">
              <a:extLst>
                <a:ext uri="{FF2B5EF4-FFF2-40B4-BE49-F238E27FC236}">
                  <a16:creationId xmlns:a16="http://schemas.microsoft.com/office/drawing/2014/main" id="{B40344AA-7323-6A9E-814E-1C245BF15BE4}"/>
                </a:ext>
              </a:extLst>
            </p:cNvPr>
            <p:cNvSpPr/>
            <p:nvPr/>
          </p:nvSpPr>
          <p:spPr>
            <a:xfrm>
              <a:off x="2225603" y="209195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7" name="Rectangle 3856">
              <a:extLst>
                <a:ext uri="{FF2B5EF4-FFF2-40B4-BE49-F238E27FC236}">
                  <a16:creationId xmlns:a16="http://schemas.microsoft.com/office/drawing/2014/main" id="{F75B6903-FE90-8CC5-178C-26EC5882B06D}"/>
                </a:ext>
              </a:extLst>
            </p:cNvPr>
            <p:cNvSpPr/>
            <p:nvPr/>
          </p:nvSpPr>
          <p:spPr>
            <a:xfrm>
              <a:off x="2225603" y="217505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8" name="Rectangle 3857">
              <a:extLst>
                <a:ext uri="{FF2B5EF4-FFF2-40B4-BE49-F238E27FC236}">
                  <a16:creationId xmlns:a16="http://schemas.microsoft.com/office/drawing/2014/main" id="{A3633CF5-A077-01E9-D152-1E5B3DF59EF5}"/>
                </a:ext>
              </a:extLst>
            </p:cNvPr>
            <p:cNvSpPr/>
            <p:nvPr/>
          </p:nvSpPr>
          <p:spPr>
            <a:xfrm>
              <a:off x="2225603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59" name="Rectangle 3858">
              <a:extLst>
                <a:ext uri="{FF2B5EF4-FFF2-40B4-BE49-F238E27FC236}">
                  <a16:creationId xmlns:a16="http://schemas.microsoft.com/office/drawing/2014/main" id="{9D4B3AD3-8974-ED35-BB83-578A08EF1673}"/>
                </a:ext>
              </a:extLst>
            </p:cNvPr>
            <p:cNvSpPr/>
            <p:nvPr/>
          </p:nvSpPr>
          <p:spPr>
            <a:xfrm>
              <a:off x="2225603" y="234124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0" name="Rectangle 3859">
              <a:extLst>
                <a:ext uri="{FF2B5EF4-FFF2-40B4-BE49-F238E27FC236}">
                  <a16:creationId xmlns:a16="http://schemas.microsoft.com/office/drawing/2014/main" id="{A0FAFE4D-52FD-4844-D646-E352C211291F}"/>
                </a:ext>
              </a:extLst>
            </p:cNvPr>
            <p:cNvSpPr/>
            <p:nvPr/>
          </p:nvSpPr>
          <p:spPr>
            <a:xfrm>
              <a:off x="2225603" y="242410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1" name="Rectangle 3860">
              <a:extLst>
                <a:ext uri="{FF2B5EF4-FFF2-40B4-BE49-F238E27FC236}">
                  <a16:creationId xmlns:a16="http://schemas.microsoft.com/office/drawing/2014/main" id="{E8409CEE-A88E-2F65-30CE-3005DC3BABF0}"/>
                </a:ext>
              </a:extLst>
            </p:cNvPr>
            <p:cNvSpPr/>
            <p:nvPr/>
          </p:nvSpPr>
          <p:spPr>
            <a:xfrm>
              <a:off x="2225603" y="250720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2" name="Rectangle 3861">
              <a:extLst>
                <a:ext uri="{FF2B5EF4-FFF2-40B4-BE49-F238E27FC236}">
                  <a16:creationId xmlns:a16="http://schemas.microsoft.com/office/drawing/2014/main" id="{B5E5E57D-8B04-4052-3254-291FB0C9E263}"/>
                </a:ext>
              </a:extLst>
            </p:cNvPr>
            <p:cNvSpPr/>
            <p:nvPr/>
          </p:nvSpPr>
          <p:spPr>
            <a:xfrm>
              <a:off x="2225603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3" name="Rectangle 3862">
              <a:extLst>
                <a:ext uri="{FF2B5EF4-FFF2-40B4-BE49-F238E27FC236}">
                  <a16:creationId xmlns:a16="http://schemas.microsoft.com/office/drawing/2014/main" id="{C8B35066-F341-6516-D4EB-9DA5514CA95D}"/>
                </a:ext>
              </a:extLst>
            </p:cNvPr>
            <p:cNvSpPr/>
            <p:nvPr/>
          </p:nvSpPr>
          <p:spPr>
            <a:xfrm>
              <a:off x="2225603" y="2673395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4" name="Rectangle 3863">
              <a:extLst>
                <a:ext uri="{FF2B5EF4-FFF2-40B4-BE49-F238E27FC236}">
                  <a16:creationId xmlns:a16="http://schemas.microsoft.com/office/drawing/2014/main" id="{F8AE12F1-3C1C-2695-014E-85167EB1298A}"/>
                </a:ext>
              </a:extLst>
            </p:cNvPr>
            <p:cNvSpPr/>
            <p:nvPr/>
          </p:nvSpPr>
          <p:spPr>
            <a:xfrm>
              <a:off x="2225603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5" name="Rectangle 3864">
              <a:extLst>
                <a:ext uri="{FF2B5EF4-FFF2-40B4-BE49-F238E27FC236}">
                  <a16:creationId xmlns:a16="http://schemas.microsoft.com/office/drawing/2014/main" id="{8B0AFF2F-AABA-77FA-BEFA-74A53704E0B5}"/>
                </a:ext>
              </a:extLst>
            </p:cNvPr>
            <p:cNvSpPr/>
            <p:nvPr/>
          </p:nvSpPr>
          <p:spPr>
            <a:xfrm>
              <a:off x="2225603" y="283958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6" name="Rectangle 3865">
              <a:extLst>
                <a:ext uri="{FF2B5EF4-FFF2-40B4-BE49-F238E27FC236}">
                  <a16:creationId xmlns:a16="http://schemas.microsoft.com/office/drawing/2014/main" id="{34E67190-3C4D-FD69-6878-2AFBCEC2360C}"/>
                </a:ext>
              </a:extLst>
            </p:cNvPr>
            <p:cNvSpPr/>
            <p:nvPr/>
          </p:nvSpPr>
          <p:spPr>
            <a:xfrm>
              <a:off x="2225603" y="292268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7" name="Rectangle 3866">
              <a:extLst>
                <a:ext uri="{FF2B5EF4-FFF2-40B4-BE49-F238E27FC236}">
                  <a16:creationId xmlns:a16="http://schemas.microsoft.com/office/drawing/2014/main" id="{254F92BD-A264-36D9-A1AE-08C93C5DDD59}"/>
                </a:ext>
              </a:extLst>
            </p:cNvPr>
            <p:cNvSpPr/>
            <p:nvPr/>
          </p:nvSpPr>
          <p:spPr>
            <a:xfrm>
              <a:off x="2225603" y="300578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8" name="Rectangle 3867">
              <a:extLst>
                <a:ext uri="{FF2B5EF4-FFF2-40B4-BE49-F238E27FC236}">
                  <a16:creationId xmlns:a16="http://schemas.microsoft.com/office/drawing/2014/main" id="{6B2B25C6-1D8E-25EE-63D3-6A493D135553}"/>
                </a:ext>
              </a:extLst>
            </p:cNvPr>
            <p:cNvSpPr/>
            <p:nvPr/>
          </p:nvSpPr>
          <p:spPr>
            <a:xfrm>
              <a:off x="2225603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69" name="Rectangle 3868">
              <a:extLst>
                <a:ext uri="{FF2B5EF4-FFF2-40B4-BE49-F238E27FC236}">
                  <a16:creationId xmlns:a16="http://schemas.microsoft.com/office/drawing/2014/main" id="{886C6A10-595E-2C9C-74EB-757A577E4357}"/>
                </a:ext>
              </a:extLst>
            </p:cNvPr>
            <p:cNvSpPr/>
            <p:nvPr/>
          </p:nvSpPr>
          <p:spPr>
            <a:xfrm>
              <a:off x="2225603" y="3171973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0" name="Rectangle 3869">
              <a:extLst>
                <a:ext uri="{FF2B5EF4-FFF2-40B4-BE49-F238E27FC236}">
                  <a16:creationId xmlns:a16="http://schemas.microsoft.com/office/drawing/2014/main" id="{D141DE46-0E4A-4676-65D4-AD9B2DBFCB79}"/>
                </a:ext>
              </a:extLst>
            </p:cNvPr>
            <p:cNvSpPr/>
            <p:nvPr/>
          </p:nvSpPr>
          <p:spPr>
            <a:xfrm>
              <a:off x="2225603" y="325507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1" name="Rectangle 3870">
              <a:extLst>
                <a:ext uri="{FF2B5EF4-FFF2-40B4-BE49-F238E27FC236}">
                  <a16:creationId xmlns:a16="http://schemas.microsoft.com/office/drawing/2014/main" id="{5C3D91CB-9A21-A91D-F577-1B71970C5DAF}"/>
                </a:ext>
              </a:extLst>
            </p:cNvPr>
            <p:cNvSpPr/>
            <p:nvPr/>
          </p:nvSpPr>
          <p:spPr>
            <a:xfrm>
              <a:off x="2225603" y="333816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2" name="Rectangle 3871">
              <a:extLst>
                <a:ext uri="{FF2B5EF4-FFF2-40B4-BE49-F238E27FC236}">
                  <a16:creationId xmlns:a16="http://schemas.microsoft.com/office/drawing/2014/main" id="{BCE35078-F29C-6D8C-C2DA-82775EE8539E}"/>
                </a:ext>
              </a:extLst>
            </p:cNvPr>
            <p:cNvSpPr/>
            <p:nvPr/>
          </p:nvSpPr>
          <p:spPr>
            <a:xfrm>
              <a:off x="2225603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3" name="Rectangle 3872">
              <a:extLst>
                <a:ext uri="{FF2B5EF4-FFF2-40B4-BE49-F238E27FC236}">
                  <a16:creationId xmlns:a16="http://schemas.microsoft.com/office/drawing/2014/main" id="{1E634D1E-0479-FC1B-29A3-B09E25742DF4}"/>
                </a:ext>
              </a:extLst>
            </p:cNvPr>
            <p:cNvSpPr/>
            <p:nvPr/>
          </p:nvSpPr>
          <p:spPr>
            <a:xfrm>
              <a:off x="2225603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4" name="Rectangle 3873">
              <a:extLst>
                <a:ext uri="{FF2B5EF4-FFF2-40B4-BE49-F238E27FC236}">
                  <a16:creationId xmlns:a16="http://schemas.microsoft.com/office/drawing/2014/main" id="{976BA48C-A2D7-439D-79CC-25B6A51480CB}"/>
                </a:ext>
              </a:extLst>
            </p:cNvPr>
            <p:cNvSpPr/>
            <p:nvPr/>
          </p:nvSpPr>
          <p:spPr>
            <a:xfrm>
              <a:off x="2225603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5" name="Rectangle 3874">
              <a:extLst>
                <a:ext uri="{FF2B5EF4-FFF2-40B4-BE49-F238E27FC236}">
                  <a16:creationId xmlns:a16="http://schemas.microsoft.com/office/drawing/2014/main" id="{809334FA-3D65-4D8E-E0C9-FCA4D203BFB2}"/>
                </a:ext>
              </a:extLst>
            </p:cNvPr>
            <p:cNvSpPr/>
            <p:nvPr/>
          </p:nvSpPr>
          <p:spPr>
            <a:xfrm>
              <a:off x="2225603" y="367031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6" name="Rectangle 3875">
              <a:extLst>
                <a:ext uri="{FF2B5EF4-FFF2-40B4-BE49-F238E27FC236}">
                  <a16:creationId xmlns:a16="http://schemas.microsoft.com/office/drawing/2014/main" id="{5A398EFE-1CBE-D0FC-3155-530A4AE64B52}"/>
                </a:ext>
              </a:extLst>
            </p:cNvPr>
            <p:cNvSpPr/>
            <p:nvPr/>
          </p:nvSpPr>
          <p:spPr>
            <a:xfrm>
              <a:off x="2225603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7" name="Rectangle 3876">
              <a:extLst>
                <a:ext uri="{FF2B5EF4-FFF2-40B4-BE49-F238E27FC236}">
                  <a16:creationId xmlns:a16="http://schemas.microsoft.com/office/drawing/2014/main" id="{F45570AA-2186-0065-8EA6-F9AADEE70352}"/>
                </a:ext>
              </a:extLst>
            </p:cNvPr>
            <p:cNvSpPr/>
            <p:nvPr/>
          </p:nvSpPr>
          <p:spPr>
            <a:xfrm>
              <a:off x="2225603" y="3836509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8" name="Rectangle 3877">
              <a:extLst>
                <a:ext uri="{FF2B5EF4-FFF2-40B4-BE49-F238E27FC236}">
                  <a16:creationId xmlns:a16="http://schemas.microsoft.com/office/drawing/2014/main" id="{AA5BC4FF-9E24-C014-0985-C15751097DFE}"/>
                </a:ext>
              </a:extLst>
            </p:cNvPr>
            <p:cNvSpPr/>
            <p:nvPr/>
          </p:nvSpPr>
          <p:spPr>
            <a:xfrm>
              <a:off x="2225603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79" name="Rectangle 3878">
              <a:extLst>
                <a:ext uri="{FF2B5EF4-FFF2-40B4-BE49-F238E27FC236}">
                  <a16:creationId xmlns:a16="http://schemas.microsoft.com/office/drawing/2014/main" id="{551C71CB-DBB4-3E01-DD3E-E1780E603692}"/>
                </a:ext>
              </a:extLst>
            </p:cNvPr>
            <p:cNvSpPr/>
            <p:nvPr/>
          </p:nvSpPr>
          <p:spPr>
            <a:xfrm>
              <a:off x="2225603" y="400270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0" name="Rectangle 3879">
              <a:extLst>
                <a:ext uri="{FF2B5EF4-FFF2-40B4-BE49-F238E27FC236}">
                  <a16:creationId xmlns:a16="http://schemas.microsoft.com/office/drawing/2014/main" id="{B5F3440E-B246-DA3C-05DF-D3D80E1FF5D8}"/>
                </a:ext>
              </a:extLst>
            </p:cNvPr>
            <p:cNvSpPr/>
            <p:nvPr/>
          </p:nvSpPr>
          <p:spPr>
            <a:xfrm>
              <a:off x="2225603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1" name="Rectangle 3880">
              <a:extLst>
                <a:ext uri="{FF2B5EF4-FFF2-40B4-BE49-F238E27FC236}">
                  <a16:creationId xmlns:a16="http://schemas.microsoft.com/office/drawing/2014/main" id="{6E580CC5-9551-2FCD-7BD8-7F08F1EA85D7}"/>
                </a:ext>
              </a:extLst>
            </p:cNvPr>
            <p:cNvSpPr/>
            <p:nvPr/>
          </p:nvSpPr>
          <p:spPr>
            <a:xfrm>
              <a:off x="2225603" y="416889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2" name="Rectangle 3881">
              <a:extLst>
                <a:ext uri="{FF2B5EF4-FFF2-40B4-BE49-F238E27FC236}">
                  <a16:creationId xmlns:a16="http://schemas.microsoft.com/office/drawing/2014/main" id="{6D1A44B2-7D8D-7DA4-AB54-C4C68139CBAE}"/>
                </a:ext>
              </a:extLst>
            </p:cNvPr>
            <p:cNvSpPr/>
            <p:nvPr/>
          </p:nvSpPr>
          <p:spPr>
            <a:xfrm>
              <a:off x="2225603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3" name="Rectangle 3882">
              <a:extLst>
                <a:ext uri="{FF2B5EF4-FFF2-40B4-BE49-F238E27FC236}">
                  <a16:creationId xmlns:a16="http://schemas.microsoft.com/office/drawing/2014/main" id="{E2303B45-0AFF-B248-58DC-D9B0EFF86DB3}"/>
                </a:ext>
              </a:extLst>
            </p:cNvPr>
            <p:cNvSpPr/>
            <p:nvPr/>
          </p:nvSpPr>
          <p:spPr>
            <a:xfrm>
              <a:off x="2225603" y="4335087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4" name="Rectangle 3883">
              <a:extLst>
                <a:ext uri="{FF2B5EF4-FFF2-40B4-BE49-F238E27FC236}">
                  <a16:creationId xmlns:a16="http://schemas.microsoft.com/office/drawing/2014/main" id="{3C264300-97B6-35F7-7A01-F68C0D9729A9}"/>
                </a:ext>
              </a:extLst>
            </p:cNvPr>
            <p:cNvSpPr/>
            <p:nvPr/>
          </p:nvSpPr>
          <p:spPr>
            <a:xfrm>
              <a:off x="2225603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5" name="Rectangle 3884">
              <a:extLst>
                <a:ext uri="{FF2B5EF4-FFF2-40B4-BE49-F238E27FC236}">
                  <a16:creationId xmlns:a16="http://schemas.microsoft.com/office/drawing/2014/main" id="{3E8D20DA-FAE2-E560-99B8-E59C24E48FD9}"/>
                </a:ext>
              </a:extLst>
            </p:cNvPr>
            <p:cNvSpPr/>
            <p:nvPr/>
          </p:nvSpPr>
          <p:spPr>
            <a:xfrm>
              <a:off x="2225603" y="450128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6" name="Rectangle 3885">
              <a:extLst>
                <a:ext uri="{FF2B5EF4-FFF2-40B4-BE49-F238E27FC236}">
                  <a16:creationId xmlns:a16="http://schemas.microsoft.com/office/drawing/2014/main" id="{5508320B-3518-0C4B-24AC-E11F58E12CBF}"/>
                </a:ext>
              </a:extLst>
            </p:cNvPr>
            <p:cNvSpPr/>
            <p:nvPr/>
          </p:nvSpPr>
          <p:spPr>
            <a:xfrm>
              <a:off x="2225603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7" name="Rectangle 3886">
              <a:extLst>
                <a:ext uri="{FF2B5EF4-FFF2-40B4-BE49-F238E27FC236}">
                  <a16:creationId xmlns:a16="http://schemas.microsoft.com/office/drawing/2014/main" id="{342CC08D-D1A1-066C-A624-CF08F1A6D6F3}"/>
                </a:ext>
              </a:extLst>
            </p:cNvPr>
            <p:cNvSpPr/>
            <p:nvPr/>
          </p:nvSpPr>
          <p:spPr>
            <a:xfrm>
              <a:off x="2225603" y="4667473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8" name="Rectangle 3887">
              <a:extLst>
                <a:ext uri="{FF2B5EF4-FFF2-40B4-BE49-F238E27FC236}">
                  <a16:creationId xmlns:a16="http://schemas.microsoft.com/office/drawing/2014/main" id="{B750056C-480F-8C30-EF73-49D12DE981A4}"/>
                </a:ext>
              </a:extLst>
            </p:cNvPr>
            <p:cNvSpPr/>
            <p:nvPr/>
          </p:nvSpPr>
          <p:spPr>
            <a:xfrm>
              <a:off x="2225603" y="4750334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89" name="Rectangle 3888">
              <a:extLst>
                <a:ext uri="{FF2B5EF4-FFF2-40B4-BE49-F238E27FC236}">
                  <a16:creationId xmlns:a16="http://schemas.microsoft.com/office/drawing/2014/main" id="{2571F972-DB2C-E2A7-64A9-04A38E2E3E70}"/>
                </a:ext>
              </a:extLst>
            </p:cNvPr>
            <p:cNvSpPr/>
            <p:nvPr/>
          </p:nvSpPr>
          <p:spPr>
            <a:xfrm>
              <a:off x="2225603" y="483343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0" name="Rectangle 3889">
              <a:extLst>
                <a:ext uri="{FF2B5EF4-FFF2-40B4-BE49-F238E27FC236}">
                  <a16:creationId xmlns:a16="http://schemas.microsoft.com/office/drawing/2014/main" id="{98A949C5-5F0B-0006-2BE2-64DB13C2A847}"/>
                </a:ext>
              </a:extLst>
            </p:cNvPr>
            <p:cNvSpPr/>
            <p:nvPr/>
          </p:nvSpPr>
          <p:spPr>
            <a:xfrm>
              <a:off x="2225603" y="49165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1" name="Rectangle 3890">
              <a:extLst>
                <a:ext uri="{FF2B5EF4-FFF2-40B4-BE49-F238E27FC236}">
                  <a16:creationId xmlns:a16="http://schemas.microsoft.com/office/drawing/2014/main" id="{55B46D48-1C85-375E-29ED-CFC1D957F24C}"/>
                </a:ext>
              </a:extLst>
            </p:cNvPr>
            <p:cNvSpPr/>
            <p:nvPr/>
          </p:nvSpPr>
          <p:spPr>
            <a:xfrm>
              <a:off x="2225603" y="4999621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2" name="Rectangle 3891">
              <a:extLst>
                <a:ext uri="{FF2B5EF4-FFF2-40B4-BE49-F238E27FC236}">
                  <a16:creationId xmlns:a16="http://schemas.microsoft.com/office/drawing/2014/main" id="{DDFDA9E8-03BF-2DC8-27ED-D9BCFFBA111C}"/>
                </a:ext>
              </a:extLst>
            </p:cNvPr>
            <p:cNvSpPr/>
            <p:nvPr/>
          </p:nvSpPr>
          <p:spPr>
            <a:xfrm>
              <a:off x="2225603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3" name="Rectangle 3892">
              <a:extLst>
                <a:ext uri="{FF2B5EF4-FFF2-40B4-BE49-F238E27FC236}">
                  <a16:creationId xmlns:a16="http://schemas.microsoft.com/office/drawing/2014/main" id="{94D54AB9-ABA5-85DC-BE1E-479694B2DAE2}"/>
                </a:ext>
              </a:extLst>
            </p:cNvPr>
            <p:cNvSpPr/>
            <p:nvPr/>
          </p:nvSpPr>
          <p:spPr>
            <a:xfrm>
              <a:off x="2225603" y="5165814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4" name="Rectangle 3893">
              <a:extLst>
                <a:ext uri="{FF2B5EF4-FFF2-40B4-BE49-F238E27FC236}">
                  <a16:creationId xmlns:a16="http://schemas.microsoft.com/office/drawing/2014/main" id="{2F0349D2-E2C3-7EE7-EE16-8E0684837D38}"/>
                </a:ext>
              </a:extLst>
            </p:cNvPr>
            <p:cNvSpPr/>
            <p:nvPr/>
          </p:nvSpPr>
          <p:spPr>
            <a:xfrm>
              <a:off x="2225603" y="52489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5" name="Rectangle 3894">
              <a:extLst>
                <a:ext uri="{FF2B5EF4-FFF2-40B4-BE49-F238E27FC236}">
                  <a16:creationId xmlns:a16="http://schemas.microsoft.com/office/drawing/2014/main" id="{BDBB3BED-7DC1-3E73-6C96-9BA9A152064F}"/>
                </a:ext>
              </a:extLst>
            </p:cNvPr>
            <p:cNvSpPr/>
            <p:nvPr/>
          </p:nvSpPr>
          <p:spPr>
            <a:xfrm>
              <a:off x="2225603" y="5332008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6" name="Rectangle 3895">
              <a:extLst>
                <a:ext uri="{FF2B5EF4-FFF2-40B4-BE49-F238E27FC236}">
                  <a16:creationId xmlns:a16="http://schemas.microsoft.com/office/drawing/2014/main" id="{F8764A20-D1D3-CC4B-6C7B-87BDD9D5C7F8}"/>
                </a:ext>
              </a:extLst>
            </p:cNvPr>
            <p:cNvSpPr/>
            <p:nvPr/>
          </p:nvSpPr>
          <p:spPr>
            <a:xfrm>
              <a:off x="2225603" y="5415105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7" name="Rectangle 3896">
              <a:extLst>
                <a:ext uri="{FF2B5EF4-FFF2-40B4-BE49-F238E27FC236}">
                  <a16:creationId xmlns:a16="http://schemas.microsoft.com/office/drawing/2014/main" id="{172FF167-2009-FE6B-5750-F26E6571560E}"/>
                </a:ext>
              </a:extLst>
            </p:cNvPr>
            <p:cNvSpPr/>
            <p:nvPr/>
          </p:nvSpPr>
          <p:spPr>
            <a:xfrm>
              <a:off x="2225603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8" name="Rectangle 3897">
              <a:extLst>
                <a:ext uri="{FF2B5EF4-FFF2-40B4-BE49-F238E27FC236}">
                  <a16:creationId xmlns:a16="http://schemas.microsoft.com/office/drawing/2014/main" id="{0E2849D2-426D-78A1-2298-D43E1555765D}"/>
                </a:ext>
              </a:extLst>
            </p:cNvPr>
            <p:cNvSpPr/>
            <p:nvPr/>
          </p:nvSpPr>
          <p:spPr>
            <a:xfrm>
              <a:off x="2225603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899" name="Rectangle 3898">
              <a:extLst>
                <a:ext uri="{FF2B5EF4-FFF2-40B4-BE49-F238E27FC236}">
                  <a16:creationId xmlns:a16="http://schemas.microsoft.com/office/drawing/2014/main" id="{17CEFA94-0A0C-DFB1-FC19-4995A87038A8}"/>
                </a:ext>
              </a:extLst>
            </p:cNvPr>
            <p:cNvSpPr/>
            <p:nvPr/>
          </p:nvSpPr>
          <p:spPr>
            <a:xfrm>
              <a:off x="2225603" y="5664394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0" name="Rectangle 3899">
              <a:extLst>
                <a:ext uri="{FF2B5EF4-FFF2-40B4-BE49-F238E27FC236}">
                  <a16:creationId xmlns:a16="http://schemas.microsoft.com/office/drawing/2014/main" id="{A8106BCA-CF69-4A6A-ADBA-F43B6320FFBF}"/>
                </a:ext>
              </a:extLst>
            </p:cNvPr>
            <p:cNvSpPr/>
            <p:nvPr/>
          </p:nvSpPr>
          <p:spPr>
            <a:xfrm>
              <a:off x="2225603" y="5747490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1" name="Rectangle 3900">
              <a:extLst>
                <a:ext uri="{FF2B5EF4-FFF2-40B4-BE49-F238E27FC236}">
                  <a16:creationId xmlns:a16="http://schemas.microsoft.com/office/drawing/2014/main" id="{E8054144-A7BA-EE68-53A5-687E4FD14EE8}"/>
                </a:ext>
              </a:extLst>
            </p:cNvPr>
            <p:cNvSpPr/>
            <p:nvPr/>
          </p:nvSpPr>
          <p:spPr>
            <a:xfrm>
              <a:off x="2225603" y="5830586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2" name="Rectangle 3901">
              <a:extLst>
                <a:ext uri="{FF2B5EF4-FFF2-40B4-BE49-F238E27FC236}">
                  <a16:creationId xmlns:a16="http://schemas.microsoft.com/office/drawing/2014/main" id="{52DEFFE0-E725-6900-1597-A2DE09A35D41}"/>
                </a:ext>
              </a:extLst>
            </p:cNvPr>
            <p:cNvSpPr/>
            <p:nvPr/>
          </p:nvSpPr>
          <p:spPr>
            <a:xfrm>
              <a:off x="2225603" y="5913447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3" name="Rectangle 3902">
              <a:extLst>
                <a:ext uri="{FF2B5EF4-FFF2-40B4-BE49-F238E27FC236}">
                  <a16:creationId xmlns:a16="http://schemas.microsoft.com/office/drawing/2014/main" id="{91A873AB-672A-6C0B-0B53-D474A7F15F38}"/>
                </a:ext>
              </a:extLst>
            </p:cNvPr>
            <p:cNvSpPr/>
            <p:nvPr/>
          </p:nvSpPr>
          <p:spPr>
            <a:xfrm>
              <a:off x="2225603" y="5996544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4" name="Rectangle 3903">
              <a:extLst>
                <a:ext uri="{FF2B5EF4-FFF2-40B4-BE49-F238E27FC236}">
                  <a16:creationId xmlns:a16="http://schemas.microsoft.com/office/drawing/2014/main" id="{528DC167-25C3-4066-20D0-D71844EB7559}"/>
                </a:ext>
              </a:extLst>
            </p:cNvPr>
            <p:cNvSpPr/>
            <p:nvPr/>
          </p:nvSpPr>
          <p:spPr>
            <a:xfrm>
              <a:off x="2225603" y="6079640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5" name="Rectangle 3904">
              <a:extLst>
                <a:ext uri="{FF2B5EF4-FFF2-40B4-BE49-F238E27FC236}">
                  <a16:creationId xmlns:a16="http://schemas.microsoft.com/office/drawing/2014/main" id="{A0092C9E-E966-A5F3-F8B5-8DCBC18C2692}"/>
                </a:ext>
              </a:extLst>
            </p:cNvPr>
            <p:cNvSpPr/>
            <p:nvPr/>
          </p:nvSpPr>
          <p:spPr>
            <a:xfrm>
              <a:off x="2225603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6" name="Rectangle 3905">
              <a:extLst>
                <a:ext uri="{FF2B5EF4-FFF2-40B4-BE49-F238E27FC236}">
                  <a16:creationId xmlns:a16="http://schemas.microsoft.com/office/drawing/2014/main" id="{87A7A43A-E321-2D5E-D82C-CAC3AF2AA54F}"/>
                </a:ext>
              </a:extLst>
            </p:cNvPr>
            <p:cNvSpPr/>
            <p:nvPr/>
          </p:nvSpPr>
          <p:spPr>
            <a:xfrm>
              <a:off x="2225603" y="6245833"/>
              <a:ext cx="62737" cy="8309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7" name="Rectangle 3906">
              <a:extLst>
                <a:ext uri="{FF2B5EF4-FFF2-40B4-BE49-F238E27FC236}">
                  <a16:creationId xmlns:a16="http://schemas.microsoft.com/office/drawing/2014/main" id="{4D4CFFA0-2655-9726-4DE0-6D3E09920587}"/>
                </a:ext>
              </a:extLst>
            </p:cNvPr>
            <p:cNvSpPr/>
            <p:nvPr/>
          </p:nvSpPr>
          <p:spPr>
            <a:xfrm>
              <a:off x="2225603" y="6328929"/>
              <a:ext cx="62737" cy="8309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8" name="Rectangle 3907">
              <a:extLst>
                <a:ext uri="{FF2B5EF4-FFF2-40B4-BE49-F238E27FC236}">
                  <a16:creationId xmlns:a16="http://schemas.microsoft.com/office/drawing/2014/main" id="{3F65AA35-BBB2-B60B-D42D-1B55BB0DBAD6}"/>
                </a:ext>
              </a:extLst>
            </p:cNvPr>
            <p:cNvSpPr/>
            <p:nvPr/>
          </p:nvSpPr>
          <p:spPr>
            <a:xfrm>
              <a:off x="2225603" y="6412026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09" name="Rectangle 3908">
              <a:extLst>
                <a:ext uri="{FF2B5EF4-FFF2-40B4-BE49-F238E27FC236}">
                  <a16:creationId xmlns:a16="http://schemas.microsoft.com/office/drawing/2014/main" id="{9C0BB028-E3B6-29CE-A7B7-8180E52FBC5B}"/>
                </a:ext>
              </a:extLst>
            </p:cNvPr>
            <p:cNvSpPr/>
            <p:nvPr/>
          </p:nvSpPr>
          <p:spPr>
            <a:xfrm>
              <a:off x="2225603" y="649512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0" name="Rectangle 3909">
              <a:extLst>
                <a:ext uri="{FF2B5EF4-FFF2-40B4-BE49-F238E27FC236}">
                  <a16:creationId xmlns:a16="http://schemas.microsoft.com/office/drawing/2014/main" id="{B3853ED8-A0B0-5501-D7BE-50165DEBB15B}"/>
                </a:ext>
              </a:extLst>
            </p:cNvPr>
            <p:cNvSpPr/>
            <p:nvPr/>
          </p:nvSpPr>
          <p:spPr>
            <a:xfrm>
              <a:off x="2225603" y="6578219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1" name="Rectangle 3910">
              <a:extLst>
                <a:ext uri="{FF2B5EF4-FFF2-40B4-BE49-F238E27FC236}">
                  <a16:creationId xmlns:a16="http://schemas.microsoft.com/office/drawing/2014/main" id="{75EC4ED2-2996-F5A0-9DFD-411A1B098B01}"/>
                </a:ext>
              </a:extLst>
            </p:cNvPr>
            <p:cNvSpPr/>
            <p:nvPr/>
          </p:nvSpPr>
          <p:spPr>
            <a:xfrm>
              <a:off x="2225603" y="6661315"/>
              <a:ext cx="62737" cy="8309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2" name="Rectangle 3911">
              <a:extLst>
                <a:ext uri="{FF2B5EF4-FFF2-40B4-BE49-F238E27FC236}">
                  <a16:creationId xmlns:a16="http://schemas.microsoft.com/office/drawing/2014/main" id="{298896FC-6EBA-0EF5-A66C-C09E3403C5CA}"/>
                </a:ext>
              </a:extLst>
            </p:cNvPr>
            <p:cNvSpPr/>
            <p:nvPr/>
          </p:nvSpPr>
          <p:spPr>
            <a:xfrm>
              <a:off x="2225603" y="6744411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3" name="Rectangle 3912">
              <a:extLst>
                <a:ext uri="{FF2B5EF4-FFF2-40B4-BE49-F238E27FC236}">
                  <a16:creationId xmlns:a16="http://schemas.microsoft.com/office/drawing/2014/main" id="{F0CD6495-01EE-55D0-DF77-FE69F10CFCCC}"/>
                </a:ext>
              </a:extLst>
            </p:cNvPr>
            <p:cNvSpPr/>
            <p:nvPr/>
          </p:nvSpPr>
          <p:spPr>
            <a:xfrm>
              <a:off x="2225603" y="6827508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4" name="Rectangle 3913">
              <a:extLst>
                <a:ext uri="{FF2B5EF4-FFF2-40B4-BE49-F238E27FC236}">
                  <a16:creationId xmlns:a16="http://schemas.microsoft.com/office/drawing/2014/main" id="{D4FE6563-6C6A-5FD8-BF6D-A1C8D36D4AA4}"/>
                </a:ext>
              </a:extLst>
            </p:cNvPr>
            <p:cNvSpPr/>
            <p:nvPr/>
          </p:nvSpPr>
          <p:spPr>
            <a:xfrm>
              <a:off x="2225603" y="6910604"/>
              <a:ext cx="62737" cy="8309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5" name="Rectangle 3914">
              <a:extLst>
                <a:ext uri="{FF2B5EF4-FFF2-40B4-BE49-F238E27FC236}">
                  <a16:creationId xmlns:a16="http://schemas.microsoft.com/office/drawing/2014/main" id="{300ACF11-F51A-A36D-EED9-64707C5C30A2}"/>
                </a:ext>
              </a:extLst>
            </p:cNvPr>
            <p:cNvSpPr/>
            <p:nvPr/>
          </p:nvSpPr>
          <p:spPr>
            <a:xfrm>
              <a:off x="2225603" y="6993700"/>
              <a:ext cx="62737" cy="8309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6" name="Rectangle 3915">
              <a:extLst>
                <a:ext uri="{FF2B5EF4-FFF2-40B4-BE49-F238E27FC236}">
                  <a16:creationId xmlns:a16="http://schemas.microsoft.com/office/drawing/2014/main" id="{944F0F8C-B4B8-2903-F5B9-7A6D433CED9D}"/>
                </a:ext>
              </a:extLst>
            </p:cNvPr>
            <p:cNvSpPr/>
            <p:nvPr/>
          </p:nvSpPr>
          <p:spPr>
            <a:xfrm>
              <a:off x="2288341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7" name="Rectangle 3916">
              <a:extLst>
                <a:ext uri="{FF2B5EF4-FFF2-40B4-BE49-F238E27FC236}">
                  <a16:creationId xmlns:a16="http://schemas.microsoft.com/office/drawing/2014/main" id="{B71AB5BF-1F74-047D-4056-799C4C8B519E}"/>
                </a:ext>
              </a:extLst>
            </p:cNvPr>
            <p:cNvSpPr/>
            <p:nvPr/>
          </p:nvSpPr>
          <p:spPr>
            <a:xfrm>
              <a:off x="2288341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8" name="Rectangle 3917">
              <a:extLst>
                <a:ext uri="{FF2B5EF4-FFF2-40B4-BE49-F238E27FC236}">
                  <a16:creationId xmlns:a16="http://schemas.microsoft.com/office/drawing/2014/main" id="{9354CA0E-8F53-A8F8-9E99-21EB392DD492}"/>
                </a:ext>
              </a:extLst>
            </p:cNvPr>
            <p:cNvSpPr/>
            <p:nvPr/>
          </p:nvSpPr>
          <p:spPr>
            <a:xfrm>
              <a:off x="2288341" y="1925763"/>
              <a:ext cx="62737" cy="83095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19" name="Rectangle 3918">
              <a:extLst>
                <a:ext uri="{FF2B5EF4-FFF2-40B4-BE49-F238E27FC236}">
                  <a16:creationId xmlns:a16="http://schemas.microsoft.com/office/drawing/2014/main" id="{83297488-BB3F-8E82-E97B-771CEE432527}"/>
                </a:ext>
              </a:extLst>
            </p:cNvPr>
            <p:cNvSpPr/>
            <p:nvPr/>
          </p:nvSpPr>
          <p:spPr>
            <a:xfrm>
              <a:off x="2288341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0" name="Rectangle 3919">
              <a:extLst>
                <a:ext uri="{FF2B5EF4-FFF2-40B4-BE49-F238E27FC236}">
                  <a16:creationId xmlns:a16="http://schemas.microsoft.com/office/drawing/2014/main" id="{5A3F320B-D08E-0BA2-9DB2-4924F04A06F7}"/>
                </a:ext>
              </a:extLst>
            </p:cNvPr>
            <p:cNvSpPr/>
            <p:nvPr/>
          </p:nvSpPr>
          <p:spPr>
            <a:xfrm>
              <a:off x="2288341" y="2091956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1" name="Rectangle 3920">
              <a:extLst>
                <a:ext uri="{FF2B5EF4-FFF2-40B4-BE49-F238E27FC236}">
                  <a16:creationId xmlns:a16="http://schemas.microsoft.com/office/drawing/2014/main" id="{A71DC37A-8011-9079-0C26-864B0B65B86C}"/>
                </a:ext>
              </a:extLst>
            </p:cNvPr>
            <p:cNvSpPr/>
            <p:nvPr/>
          </p:nvSpPr>
          <p:spPr>
            <a:xfrm>
              <a:off x="2288341" y="2175052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2" name="Rectangle 3921">
              <a:extLst>
                <a:ext uri="{FF2B5EF4-FFF2-40B4-BE49-F238E27FC236}">
                  <a16:creationId xmlns:a16="http://schemas.microsoft.com/office/drawing/2014/main" id="{1153F3DC-55DD-D0F1-582B-12F4AC5A8C24}"/>
                </a:ext>
              </a:extLst>
            </p:cNvPr>
            <p:cNvSpPr/>
            <p:nvPr/>
          </p:nvSpPr>
          <p:spPr>
            <a:xfrm>
              <a:off x="2288341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3" name="Rectangle 3922">
              <a:extLst>
                <a:ext uri="{FF2B5EF4-FFF2-40B4-BE49-F238E27FC236}">
                  <a16:creationId xmlns:a16="http://schemas.microsoft.com/office/drawing/2014/main" id="{62B9BA5E-7836-AD57-DBE1-62E313A86091}"/>
                </a:ext>
              </a:extLst>
            </p:cNvPr>
            <p:cNvSpPr/>
            <p:nvPr/>
          </p:nvSpPr>
          <p:spPr>
            <a:xfrm>
              <a:off x="2288341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4" name="Rectangle 3923">
              <a:extLst>
                <a:ext uri="{FF2B5EF4-FFF2-40B4-BE49-F238E27FC236}">
                  <a16:creationId xmlns:a16="http://schemas.microsoft.com/office/drawing/2014/main" id="{60D76F3D-3181-DD47-78F9-E261A72FB28C}"/>
                </a:ext>
              </a:extLst>
            </p:cNvPr>
            <p:cNvSpPr/>
            <p:nvPr/>
          </p:nvSpPr>
          <p:spPr>
            <a:xfrm>
              <a:off x="2288341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5" name="Rectangle 3924">
              <a:extLst>
                <a:ext uri="{FF2B5EF4-FFF2-40B4-BE49-F238E27FC236}">
                  <a16:creationId xmlns:a16="http://schemas.microsoft.com/office/drawing/2014/main" id="{9EAD7B7E-6CF7-3D3A-E437-5175F962E522}"/>
                </a:ext>
              </a:extLst>
            </p:cNvPr>
            <p:cNvSpPr/>
            <p:nvPr/>
          </p:nvSpPr>
          <p:spPr>
            <a:xfrm>
              <a:off x="2288341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6" name="Rectangle 3925">
              <a:extLst>
                <a:ext uri="{FF2B5EF4-FFF2-40B4-BE49-F238E27FC236}">
                  <a16:creationId xmlns:a16="http://schemas.microsoft.com/office/drawing/2014/main" id="{95035565-81E2-368A-E9D8-5CAC98863A7C}"/>
                </a:ext>
              </a:extLst>
            </p:cNvPr>
            <p:cNvSpPr/>
            <p:nvPr/>
          </p:nvSpPr>
          <p:spPr>
            <a:xfrm>
              <a:off x="2288341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7" name="Rectangle 3926">
              <a:extLst>
                <a:ext uri="{FF2B5EF4-FFF2-40B4-BE49-F238E27FC236}">
                  <a16:creationId xmlns:a16="http://schemas.microsoft.com/office/drawing/2014/main" id="{FC1F706D-C87E-1E10-4D90-4AEAA9632B8F}"/>
                </a:ext>
              </a:extLst>
            </p:cNvPr>
            <p:cNvSpPr/>
            <p:nvPr/>
          </p:nvSpPr>
          <p:spPr>
            <a:xfrm>
              <a:off x="2288341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8" name="Rectangle 3927">
              <a:extLst>
                <a:ext uri="{FF2B5EF4-FFF2-40B4-BE49-F238E27FC236}">
                  <a16:creationId xmlns:a16="http://schemas.microsoft.com/office/drawing/2014/main" id="{172BD14E-0349-12D0-9BD9-E1AB95AA15F1}"/>
                </a:ext>
              </a:extLst>
            </p:cNvPr>
            <p:cNvSpPr/>
            <p:nvPr/>
          </p:nvSpPr>
          <p:spPr>
            <a:xfrm>
              <a:off x="2288341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29" name="Rectangle 3928">
              <a:extLst>
                <a:ext uri="{FF2B5EF4-FFF2-40B4-BE49-F238E27FC236}">
                  <a16:creationId xmlns:a16="http://schemas.microsoft.com/office/drawing/2014/main" id="{853E32B4-E3F4-BBA5-9EAB-E9FFFB969675}"/>
                </a:ext>
              </a:extLst>
            </p:cNvPr>
            <p:cNvSpPr/>
            <p:nvPr/>
          </p:nvSpPr>
          <p:spPr>
            <a:xfrm>
              <a:off x="2288341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0" name="Rectangle 3929">
              <a:extLst>
                <a:ext uri="{FF2B5EF4-FFF2-40B4-BE49-F238E27FC236}">
                  <a16:creationId xmlns:a16="http://schemas.microsoft.com/office/drawing/2014/main" id="{C4DDA2A0-FA25-FA1A-C422-73C69A078350}"/>
                </a:ext>
              </a:extLst>
            </p:cNvPr>
            <p:cNvSpPr/>
            <p:nvPr/>
          </p:nvSpPr>
          <p:spPr>
            <a:xfrm>
              <a:off x="2288341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1" name="Rectangle 3930">
              <a:extLst>
                <a:ext uri="{FF2B5EF4-FFF2-40B4-BE49-F238E27FC236}">
                  <a16:creationId xmlns:a16="http://schemas.microsoft.com/office/drawing/2014/main" id="{04B3E24C-4A7F-031D-B0D9-6C9389BD2AD0}"/>
                </a:ext>
              </a:extLst>
            </p:cNvPr>
            <p:cNvSpPr/>
            <p:nvPr/>
          </p:nvSpPr>
          <p:spPr>
            <a:xfrm>
              <a:off x="2288341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2" name="Rectangle 3931">
              <a:extLst>
                <a:ext uri="{FF2B5EF4-FFF2-40B4-BE49-F238E27FC236}">
                  <a16:creationId xmlns:a16="http://schemas.microsoft.com/office/drawing/2014/main" id="{52C0844E-804B-9DE0-D9B2-068386F81B28}"/>
                </a:ext>
              </a:extLst>
            </p:cNvPr>
            <p:cNvSpPr/>
            <p:nvPr/>
          </p:nvSpPr>
          <p:spPr>
            <a:xfrm>
              <a:off x="2288341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3" name="Rectangle 3932">
              <a:extLst>
                <a:ext uri="{FF2B5EF4-FFF2-40B4-BE49-F238E27FC236}">
                  <a16:creationId xmlns:a16="http://schemas.microsoft.com/office/drawing/2014/main" id="{8B6D1E4F-5183-0767-8F07-D849D332E13E}"/>
                </a:ext>
              </a:extLst>
            </p:cNvPr>
            <p:cNvSpPr/>
            <p:nvPr/>
          </p:nvSpPr>
          <p:spPr>
            <a:xfrm>
              <a:off x="2288341" y="3171973"/>
              <a:ext cx="62737" cy="8309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4" name="Rectangle 3933">
              <a:extLst>
                <a:ext uri="{FF2B5EF4-FFF2-40B4-BE49-F238E27FC236}">
                  <a16:creationId xmlns:a16="http://schemas.microsoft.com/office/drawing/2014/main" id="{880459A4-07FC-E6C5-D3B0-88CDADA836C6}"/>
                </a:ext>
              </a:extLst>
            </p:cNvPr>
            <p:cNvSpPr/>
            <p:nvPr/>
          </p:nvSpPr>
          <p:spPr>
            <a:xfrm>
              <a:off x="2288341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5" name="Rectangle 3934">
              <a:extLst>
                <a:ext uri="{FF2B5EF4-FFF2-40B4-BE49-F238E27FC236}">
                  <a16:creationId xmlns:a16="http://schemas.microsoft.com/office/drawing/2014/main" id="{9A261F6B-84F7-AE12-D2EB-AE29F3F2FCC1}"/>
                </a:ext>
              </a:extLst>
            </p:cNvPr>
            <p:cNvSpPr/>
            <p:nvPr/>
          </p:nvSpPr>
          <p:spPr>
            <a:xfrm>
              <a:off x="2288341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6" name="Rectangle 3935">
              <a:extLst>
                <a:ext uri="{FF2B5EF4-FFF2-40B4-BE49-F238E27FC236}">
                  <a16:creationId xmlns:a16="http://schemas.microsoft.com/office/drawing/2014/main" id="{F84E235A-8006-9413-4830-D0855BEED4A0}"/>
                </a:ext>
              </a:extLst>
            </p:cNvPr>
            <p:cNvSpPr/>
            <p:nvPr/>
          </p:nvSpPr>
          <p:spPr>
            <a:xfrm>
              <a:off x="2288341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7" name="Rectangle 3936">
              <a:extLst>
                <a:ext uri="{FF2B5EF4-FFF2-40B4-BE49-F238E27FC236}">
                  <a16:creationId xmlns:a16="http://schemas.microsoft.com/office/drawing/2014/main" id="{7C4A930B-286B-2287-8C35-4617FEDA0B47}"/>
                </a:ext>
              </a:extLst>
            </p:cNvPr>
            <p:cNvSpPr/>
            <p:nvPr/>
          </p:nvSpPr>
          <p:spPr>
            <a:xfrm>
              <a:off x="2288341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8" name="Rectangle 3937">
              <a:extLst>
                <a:ext uri="{FF2B5EF4-FFF2-40B4-BE49-F238E27FC236}">
                  <a16:creationId xmlns:a16="http://schemas.microsoft.com/office/drawing/2014/main" id="{0C3DCD91-F4E2-F811-AE28-58E7AE356890}"/>
                </a:ext>
              </a:extLst>
            </p:cNvPr>
            <p:cNvSpPr/>
            <p:nvPr/>
          </p:nvSpPr>
          <p:spPr>
            <a:xfrm>
              <a:off x="2288341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39" name="Rectangle 3938">
              <a:extLst>
                <a:ext uri="{FF2B5EF4-FFF2-40B4-BE49-F238E27FC236}">
                  <a16:creationId xmlns:a16="http://schemas.microsoft.com/office/drawing/2014/main" id="{D201E8C0-B428-98B3-6ECF-80A710FD092A}"/>
                </a:ext>
              </a:extLst>
            </p:cNvPr>
            <p:cNvSpPr/>
            <p:nvPr/>
          </p:nvSpPr>
          <p:spPr>
            <a:xfrm>
              <a:off x="2288341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0" name="Rectangle 3939">
              <a:extLst>
                <a:ext uri="{FF2B5EF4-FFF2-40B4-BE49-F238E27FC236}">
                  <a16:creationId xmlns:a16="http://schemas.microsoft.com/office/drawing/2014/main" id="{71DA3542-F7B5-BC83-08DC-1A2BB303C026}"/>
                </a:ext>
              </a:extLst>
            </p:cNvPr>
            <p:cNvSpPr/>
            <p:nvPr/>
          </p:nvSpPr>
          <p:spPr>
            <a:xfrm>
              <a:off x="2288341" y="3753412"/>
              <a:ext cx="62737" cy="8309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1" name="Rectangle 3940">
              <a:extLst>
                <a:ext uri="{FF2B5EF4-FFF2-40B4-BE49-F238E27FC236}">
                  <a16:creationId xmlns:a16="http://schemas.microsoft.com/office/drawing/2014/main" id="{7BDB4EA6-73D1-9B96-1B8B-A196B3A1118E}"/>
                </a:ext>
              </a:extLst>
            </p:cNvPr>
            <p:cNvSpPr/>
            <p:nvPr/>
          </p:nvSpPr>
          <p:spPr>
            <a:xfrm>
              <a:off x="2288341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2" name="Rectangle 3941">
              <a:extLst>
                <a:ext uri="{FF2B5EF4-FFF2-40B4-BE49-F238E27FC236}">
                  <a16:creationId xmlns:a16="http://schemas.microsoft.com/office/drawing/2014/main" id="{989B9C53-1026-86B0-D2E8-A3DD4C8E4F78}"/>
                </a:ext>
              </a:extLst>
            </p:cNvPr>
            <p:cNvSpPr/>
            <p:nvPr/>
          </p:nvSpPr>
          <p:spPr>
            <a:xfrm>
              <a:off x="2288341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3" name="Rectangle 3942">
              <a:extLst>
                <a:ext uri="{FF2B5EF4-FFF2-40B4-BE49-F238E27FC236}">
                  <a16:creationId xmlns:a16="http://schemas.microsoft.com/office/drawing/2014/main" id="{3A987906-162D-A6D3-3565-C758D45B4690}"/>
                </a:ext>
              </a:extLst>
            </p:cNvPr>
            <p:cNvSpPr/>
            <p:nvPr/>
          </p:nvSpPr>
          <p:spPr>
            <a:xfrm>
              <a:off x="2288341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4" name="Rectangle 3943">
              <a:extLst>
                <a:ext uri="{FF2B5EF4-FFF2-40B4-BE49-F238E27FC236}">
                  <a16:creationId xmlns:a16="http://schemas.microsoft.com/office/drawing/2014/main" id="{B19657C7-3981-A8BE-9809-1860D8B8D05D}"/>
                </a:ext>
              </a:extLst>
            </p:cNvPr>
            <p:cNvSpPr/>
            <p:nvPr/>
          </p:nvSpPr>
          <p:spPr>
            <a:xfrm>
              <a:off x="2288341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5" name="Rectangle 3944">
              <a:extLst>
                <a:ext uri="{FF2B5EF4-FFF2-40B4-BE49-F238E27FC236}">
                  <a16:creationId xmlns:a16="http://schemas.microsoft.com/office/drawing/2014/main" id="{2947E47E-EF7C-24BD-17DA-21F2BFA64FAB}"/>
                </a:ext>
              </a:extLst>
            </p:cNvPr>
            <p:cNvSpPr/>
            <p:nvPr/>
          </p:nvSpPr>
          <p:spPr>
            <a:xfrm>
              <a:off x="2288341" y="416889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6" name="Rectangle 3945">
              <a:extLst>
                <a:ext uri="{FF2B5EF4-FFF2-40B4-BE49-F238E27FC236}">
                  <a16:creationId xmlns:a16="http://schemas.microsoft.com/office/drawing/2014/main" id="{BD9B23FC-64D2-5C00-5C34-EF4F1BE1F77F}"/>
                </a:ext>
              </a:extLst>
            </p:cNvPr>
            <p:cNvSpPr/>
            <p:nvPr/>
          </p:nvSpPr>
          <p:spPr>
            <a:xfrm>
              <a:off x="2288341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7" name="Rectangle 3946">
              <a:extLst>
                <a:ext uri="{FF2B5EF4-FFF2-40B4-BE49-F238E27FC236}">
                  <a16:creationId xmlns:a16="http://schemas.microsoft.com/office/drawing/2014/main" id="{FCA6659B-C827-6D00-F297-2A49790F1B72}"/>
                </a:ext>
              </a:extLst>
            </p:cNvPr>
            <p:cNvSpPr/>
            <p:nvPr/>
          </p:nvSpPr>
          <p:spPr>
            <a:xfrm>
              <a:off x="2288341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8" name="Rectangle 3947">
              <a:extLst>
                <a:ext uri="{FF2B5EF4-FFF2-40B4-BE49-F238E27FC236}">
                  <a16:creationId xmlns:a16="http://schemas.microsoft.com/office/drawing/2014/main" id="{6FFE8EB6-0ED2-A24C-C46B-87CD977E8680}"/>
                </a:ext>
              </a:extLst>
            </p:cNvPr>
            <p:cNvSpPr/>
            <p:nvPr/>
          </p:nvSpPr>
          <p:spPr>
            <a:xfrm>
              <a:off x="2288341" y="4418183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49" name="Rectangle 3948">
              <a:extLst>
                <a:ext uri="{FF2B5EF4-FFF2-40B4-BE49-F238E27FC236}">
                  <a16:creationId xmlns:a16="http://schemas.microsoft.com/office/drawing/2014/main" id="{AEB8211F-9D18-DE3E-AE5C-CFC7F9466F20}"/>
                </a:ext>
              </a:extLst>
            </p:cNvPr>
            <p:cNvSpPr/>
            <p:nvPr/>
          </p:nvSpPr>
          <p:spPr>
            <a:xfrm>
              <a:off x="2288341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0" name="Rectangle 3949">
              <a:extLst>
                <a:ext uri="{FF2B5EF4-FFF2-40B4-BE49-F238E27FC236}">
                  <a16:creationId xmlns:a16="http://schemas.microsoft.com/office/drawing/2014/main" id="{780D5938-8A47-3A97-C4EE-03543E86089A}"/>
                </a:ext>
              </a:extLst>
            </p:cNvPr>
            <p:cNvSpPr/>
            <p:nvPr/>
          </p:nvSpPr>
          <p:spPr>
            <a:xfrm>
              <a:off x="2288341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1" name="Rectangle 3950">
              <a:extLst>
                <a:ext uri="{FF2B5EF4-FFF2-40B4-BE49-F238E27FC236}">
                  <a16:creationId xmlns:a16="http://schemas.microsoft.com/office/drawing/2014/main" id="{EA8AC51B-0E2B-2C9C-06FE-CBD4DB2265F1}"/>
                </a:ext>
              </a:extLst>
            </p:cNvPr>
            <p:cNvSpPr/>
            <p:nvPr/>
          </p:nvSpPr>
          <p:spPr>
            <a:xfrm>
              <a:off x="2288341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2" name="Rectangle 3951">
              <a:extLst>
                <a:ext uri="{FF2B5EF4-FFF2-40B4-BE49-F238E27FC236}">
                  <a16:creationId xmlns:a16="http://schemas.microsoft.com/office/drawing/2014/main" id="{01E3078D-7AAF-E156-5E7A-9FB848ED898C}"/>
                </a:ext>
              </a:extLst>
            </p:cNvPr>
            <p:cNvSpPr/>
            <p:nvPr/>
          </p:nvSpPr>
          <p:spPr>
            <a:xfrm>
              <a:off x="2288341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3" name="Rectangle 3952">
              <a:extLst>
                <a:ext uri="{FF2B5EF4-FFF2-40B4-BE49-F238E27FC236}">
                  <a16:creationId xmlns:a16="http://schemas.microsoft.com/office/drawing/2014/main" id="{6D237280-76F7-06CD-E94D-751CE8053CFE}"/>
                </a:ext>
              </a:extLst>
            </p:cNvPr>
            <p:cNvSpPr/>
            <p:nvPr/>
          </p:nvSpPr>
          <p:spPr>
            <a:xfrm>
              <a:off x="2288341" y="4833430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4" name="Rectangle 3953">
              <a:extLst>
                <a:ext uri="{FF2B5EF4-FFF2-40B4-BE49-F238E27FC236}">
                  <a16:creationId xmlns:a16="http://schemas.microsoft.com/office/drawing/2014/main" id="{EE450C02-3DF8-A124-8427-8B9B75ABA22D}"/>
                </a:ext>
              </a:extLst>
            </p:cNvPr>
            <p:cNvSpPr/>
            <p:nvPr/>
          </p:nvSpPr>
          <p:spPr>
            <a:xfrm>
              <a:off x="2288341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5" name="Rectangle 3954">
              <a:extLst>
                <a:ext uri="{FF2B5EF4-FFF2-40B4-BE49-F238E27FC236}">
                  <a16:creationId xmlns:a16="http://schemas.microsoft.com/office/drawing/2014/main" id="{7AA65747-1BC2-BAA6-382A-5CAAF15FCE89}"/>
                </a:ext>
              </a:extLst>
            </p:cNvPr>
            <p:cNvSpPr/>
            <p:nvPr/>
          </p:nvSpPr>
          <p:spPr>
            <a:xfrm>
              <a:off x="2288341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6" name="Rectangle 3955">
              <a:extLst>
                <a:ext uri="{FF2B5EF4-FFF2-40B4-BE49-F238E27FC236}">
                  <a16:creationId xmlns:a16="http://schemas.microsoft.com/office/drawing/2014/main" id="{883DCB9E-BC79-DA1F-52F8-46EC1FF5021F}"/>
                </a:ext>
              </a:extLst>
            </p:cNvPr>
            <p:cNvSpPr/>
            <p:nvPr/>
          </p:nvSpPr>
          <p:spPr>
            <a:xfrm>
              <a:off x="2288341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7" name="Rectangle 3956">
              <a:extLst>
                <a:ext uri="{FF2B5EF4-FFF2-40B4-BE49-F238E27FC236}">
                  <a16:creationId xmlns:a16="http://schemas.microsoft.com/office/drawing/2014/main" id="{69AF1288-9FDA-670F-E7D4-5BE3027133CB}"/>
                </a:ext>
              </a:extLst>
            </p:cNvPr>
            <p:cNvSpPr/>
            <p:nvPr/>
          </p:nvSpPr>
          <p:spPr>
            <a:xfrm>
              <a:off x="2288341" y="5165814"/>
              <a:ext cx="62737" cy="8309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8" name="Rectangle 3957">
              <a:extLst>
                <a:ext uri="{FF2B5EF4-FFF2-40B4-BE49-F238E27FC236}">
                  <a16:creationId xmlns:a16="http://schemas.microsoft.com/office/drawing/2014/main" id="{0CC9E9BB-70D7-8287-C478-7CF0B1B0F689}"/>
                </a:ext>
              </a:extLst>
            </p:cNvPr>
            <p:cNvSpPr/>
            <p:nvPr/>
          </p:nvSpPr>
          <p:spPr>
            <a:xfrm>
              <a:off x="2288341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59" name="Rectangle 3958">
              <a:extLst>
                <a:ext uri="{FF2B5EF4-FFF2-40B4-BE49-F238E27FC236}">
                  <a16:creationId xmlns:a16="http://schemas.microsoft.com/office/drawing/2014/main" id="{066002BC-898A-102D-379E-3CD7862812C7}"/>
                </a:ext>
              </a:extLst>
            </p:cNvPr>
            <p:cNvSpPr/>
            <p:nvPr/>
          </p:nvSpPr>
          <p:spPr>
            <a:xfrm>
              <a:off x="2288341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0" name="Rectangle 3959">
              <a:extLst>
                <a:ext uri="{FF2B5EF4-FFF2-40B4-BE49-F238E27FC236}">
                  <a16:creationId xmlns:a16="http://schemas.microsoft.com/office/drawing/2014/main" id="{C91E5208-BB22-C7DD-1EFA-E495A6D2B5FD}"/>
                </a:ext>
              </a:extLst>
            </p:cNvPr>
            <p:cNvSpPr/>
            <p:nvPr/>
          </p:nvSpPr>
          <p:spPr>
            <a:xfrm>
              <a:off x="2288341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1" name="Rectangle 3960">
              <a:extLst>
                <a:ext uri="{FF2B5EF4-FFF2-40B4-BE49-F238E27FC236}">
                  <a16:creationId xmlns:a16="http://schemas.microsoft.com/office/drawing/2014/main" id="{9F25F321-A1DB-D65F-42BC-EC6B79E55920}"/>
                </a:ext>
              </a:extLst>
            </p:cNvPr>
            <p:cNvSpPr/>
            <p:nvPr/>
          </p:nvSpPr>
          <p:spPr>
            <a:xfrm>
              <a:off x="2288341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2" name="Rectangle 3961">
              <a:extLst>
                <a:ext uri="{FF2B5EF4-FFF2-40B4-BE49-F238E27FC236}">
                  <a16:creationId xmlns:a16="http://schemas.microsoft.com/office/drawing/2014/main" id="{0B66F385-4A31-2B89-3B36-65154E192397}"/>
                </a:ext>
              </a:extLst>
            </p:cNvPr>
            <p:cNvSpPr/>
            <p:nvPr/>
          </p:nvSpPr>
          <p:spPr>
            <a:xfrm>
              <a:off x="2288341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3" name="Rectangle 3962">
              <a:extLst>
                <a:ext uri="{FF2B5EF4-FFF2-40B4-BE49-F238E27FC236}">
                  <a16:creationId xmlns:a16="http://schemas.microsoft.com/office/drawing/2014/main" id="{D6CD1ABE-207A-8CD7-9112-EC3104CA0DA7}"/>
                </a:ext>
              </a:extLst>
            </p:cNvPr>
            <p:cNvSpPr/>
            <p:nvPr/>
          </p:nvSpPr>
          <p:spPr>
            <a:xfrm>
              <a:off x="2288341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4" name="Rectangle 3963">
              <a:extLst>
                <a:ext uri="{FF2B5EF4-FFF2-40B4-BE49-F238E27FC236}">
                  <a16:creationId xmlns:a16="http://schemas.microsoft.com/office/drawing/2014/main" id="{5E6AEE00-A34D-6357-7B08-97B1ECFAE568}"/>
                </a:ext>
              </a:extLst>
            </p:cNvPr>
            <p:cNvSpPr/>
            <p:nvPr/>
          </p:nvSpPr>
          <p:spPr>
            <a:xfrm>
              <a:off x="2288341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5" name="Rectangle 3964">
              <a:extLst>
                <a:ext uri="{FF2B5EF4-FFF2-40B4-BE49-F238E27FC236}">
                  <a16:creationId xmlns:a16="http://schemas.microsoft.com/office/drawing/2014/main" id="{FBA4C6CE-811C-6BAA-98A2-3EE917011BAA}"/>
                </a:ext>
              </a:extLst>
            </p:cNvPr>
            <p:cNvSpPr/>
            <p:nvPr/>
          </p:nvSpPr>
          <p:spPr>
            <a:xfrm>
              <a:off x="2288341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6" name="Rectangle 3965">
              <a:extLst>
                <a:ext uri="{FF2B5EF4-FFF2-40B4-BE49-F238E27FC236}">
                  <a16:creationId xmlns:a16="http://schemas.microsoft.com/office/drawing/2014/main" id="{54A4CB55-33EC-88F4-B809-9D0E29CD2851}"/>
                </a:ext>
              </a:extLst>
            </p:cNvPr>
            <p:cNvSpPr/>
            <p:nvPr/>
          </p:nvSpPr>
          <p:spPr>
            <a:xfrm>
              <a:off x="2288341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7" name="Rectangle 3966">
              <a:extLst>
                <a:ext uri="{FF2B5EF4-FFF2-40B4-BE49-F238E27FC236}">
                  <a16:creationId xmlns:a16="http://schemas.microsoft.com/office/drawing/2014/main" id="{91485F42-F89C-F61C-84E0-3FECF5F27036}"/>
                </a:ext>
              </a:extLst>
            </p:cNvPr>
            <p:cNvSpPr/>
            <p:nvPr/>
          </p:nvSpPr>
          <p:spPr>
            <a:xfrm>
              <a:off x="2288341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8" name="Rectangle 3967">
              <a:extLst>
                <a:ext uri="{FF2B5EF4-FFF2-40B4-BE49-F238E27FC236}">
                  <a16:creationId xmlns:a16="http://schemas.microsoft.com/office/drawing/2014/main" id="{F6928D51-A0B0-A9B2-0F15-2B4666F3EEE1}"/>
                </a:ext>
              </a:extLst>
            </p:cNvPr>
            <p:cNvSpPr/>
            <p:nvPr/>
          </p:nvSpPr>
          <p:spPr>
            <a:xfrm>
              <a:off x="2288341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69" name="Rectangle 3968">
              <a:extLst>
                <a:ext uri="{FF2B5EF4-FFF2-40B4-BE49-F238E27FC236}">
                  <a16:creationId xmlns:a16="http://schemas.microsoft.com/office/drawing/2014/main" id="{44DD15C7-872A-A471-81C5-C2D24CED8458}"/>
                </a:ext>
              </a:extLst>
            </p:cNvPr>
            <p:cNvSpPr/>
            <p:nvPr/>
          </p:nvSpPr>
          <p:spPr>
            <a:xfrm>
              <a:off x="2288341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0" name="Rectangle 3969">
              <a:extLst>
                <a:ext uri="{FF2B5EF4-FFF2-40B4-BE49-F238E27FC236}">
                  <a16:creationId xmlns:a16="http://schemas.microsoft.com/office/drawing/2014/main" id="{BAECA20B-6C00-9B3C-53DD-8DB97458AE75}"/>
                </a:ext>
              </a:extLst>
            </p:cNvPr>
            <p:cNvSpPr/>
            <p:nvPr/>
          </p:nvSpPr>
          <p:spPr>
            <a:xfrm>
              <a:off x="2288341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1" name="Rectangle 3970">
              <a:extLst>
                <a:ext uri="{FF2B5EF4-FFF2-40B4-BE49-F238E27FC236}">
                  <a16:creationId xmlns:a16="http://schemas.microsoft.com/office/drawing/2014/main" id="{7B6C442B-D808-1FF9-3B22-9CAA0EDD1A18}"/>
                </a:ext>
              </a:extLst>
            </p:cNvPr>
            <p:cNvSpPr/>
            <p:nvPr/>
          </p:nvSpPr>
          <p:spPr>
            <a:xfrm>
              <a:off x="2288341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2" name="Rectangle 3971">
              <a:extLst>
                <a:ext uri="{FF2B5EF4-FFF2-40B4-BE49-F238E27FC236}">
                  <a16:creationId xmlns:a16="http://schemas.microsoft.com/office/drawing/2014/main" id="{720B86ED-B51A-BB93-5FE8-7F45AB2D16EE}"/>
                </a:ext>
              </a:extLst>
            </p:cNvPr>
            <p:cNvSpPr/>
            <p:nvPr/>
          </p:nvSpPr>
          <p:spPr>
            <a:xfrm>
              <a:off x="2288341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3" name="Rectangle 3972">
              <a:extLst>
                <a:ext uri="{FF2B5EF4-FFF2-40B4-BE49-F238E27FC236}">
                  <a16:creationId xmlns:a16="http://schemas.microsoft.com/office/drawing/2014/main" id="{797695D7-0363-DB5F-42D9-152FDA717722}"/>
                </a:ext>
              </a:extLst>
            </p:cNvPr>
            <p:cNvSpPr/>
            <p:nvPr/>
          </p:nvSpPr>
          <p:spPr>
            <a:xfrm>
              <a:off x="2288341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4" name="Rectangle 3973">
              <a:extLst>
                <a:ext uri="{FF2B5EF4-FFF2-40B4-BE49-F238E27FC236}">
                  <a16:creationId xmlns:a16="http://schemas.microsoft.com/office/drawing/2014/main" id="{1D2DF852-FE43-B428-699C-8200957C6A22}"/>
                </a:ext>
              </a:extLst>
            </p:cNvPr>
            <p:cNvSpPr/>
            <p:nvPr/>
          </p:nvSpPr>
          <p:spPr>
            <a:xfrm>
              <a:off x="2288341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5" name="Rectangle 3974">
              <a:extLst>
                <a:ext uri="{FF2B5EF4-FFF2-40B4-BE49-F238E27FC236}">
                  <a16:creationId xmlns:a16="http://schemas.microsoft.com/office/drawing/2014/main" id="{C662FD6C-74DB-0BCD-CC5B-3A3D48E39A08}"/>
                </a:ext>
              </a:extLst>
            </p:cNvPr>
            <p:cNvSpPr/>
            <p:nvPr/>
          </p:nvSpPr>
          <p:spPr>
            <a:xfrm>
              <a:off x="2288341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6" name="Rectangle 3975">
              <a:extLst>
                <a:ext uri="{FF2B5EF4-FFF2-40B4-BE49-F238E27FC236}">
                  <a16:creationId xmlns:a16="http://schemas.microsoft.com/office/drawing/2014/main" id="{62095C75-5BFD-1120-029C-7F403DF75252}"/>
                </a:ext>
              </a:extLst>
            </p:cNvPr>
            <p:cNvSpPr/>
            <p:nvPr/>
          </p:nvSpPr>
          <p:spPr>
            <a:xfrm>
              <a:off x="2288341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7" name="Rectangle 3976">
              <a:extLst>
                <a:ext uri="{FF2B5EF4-FFF2-40B4-BE49-F238E27FC236}">
                  <a16:creationId xmlns:a16="http://schemas.microsoft.com/office/drawing/2014/main" id="{7445E50F-DA08-4250-F0D0-563511A568B5}"/>
                </a:ext>
              </a:extLst>
            </p:cNvPr>
            <p:cNvSpPr/>
            <p:nvPr/>
          </p:nvSpPr>
          <p:spPr>
            <a:xfrm>
              <a:off x="2288341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8" name="Rectangle 3977">
              <a:extLst>
                <a:ext uri="{FF2B5EF4-FFF2-40B4-BE49-F238E27FC236}">
                  <a16:creationId xmlns:a16="http://schemas.microsoft.com/office/drawing/2014/main" id="{2D27789A-0394-C453-E4A5-DFAB8C0FDC1F}"/>
                </a:ext>
              </a:extLst>
            </p:cNvPr>
            <p:cNvSpPr/>
            <p:nvPr/>
          </p:nvSpPr>
          <p:spPr>
            <a:xfrm>
              <a:off x="2288341" y="6910604"/>
              <a:ext cx="62737" cy="83096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79" name="Rectangle 3978">
              <a:extLst>
                <a:ext uri="{FF2B5EF4-FFF2-40B4-BE49-F238E27FC236}">
                  <a16:creationId xmlns:a16="http://schemas.microsoft.com/office/drawing/2014/main" id="{401F1415-714E-5F2A-B4FD-EBAF8AF12B08}"/>
                </a:ext>
              </a:extLst>
            </p:cNvPr>
            <p:cNvSpPr/>
            <p:nvPr/>
          </p:nvSpPr>
          <p:spPr>
            <a:xfrm>
              <a:off x="2288341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0" name="Rectangle 3979">
              <a:extLst>
                <a:ext uri="{FF2B5EF4-FFF2-40B4-BE49-F238E27FC236}">
                  <a16:creationId xmlns:a16="http://schemas.microsoft.com/office/drawing/2014/main" id="{9082A71E-D95A-B0BD-0309-0B51BFFBB2AF}"/>
                </a:ext>
              </a:extLst>
            </p:cNvPr>
            <p:cNvSpPr/>
            <p:nvPr/>
          </p:nvSpPr>
          <p:spPr>
            <a:xfrm>
              <a:off x="2351079" y="1759570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1" name="Rectangle 3980">
              <a:extLst>
                <a:ext uri="{FF2B5EF4-FFF2-40B4-BE49-F238E27FC236}">
                  <a16:creationId xmlns:a16="http://schemas.microsoft.com/office/drawing/2014/main" id="{CFEE89B6-8FCF-7550-6EAA-B5048BBAD84E}"/>
                </a:ext>
              </a:extLst>
            </p:cNvPr>
            <p:cNvSpPr/>
            <p:nvPr/>
          </p:nvSpPr>
          <p:spPr>
            <a:xfrm>
              <a:off x="2351079" y="1842667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2" name="Rectangle 3981">
              <a:extLst>
                <a:ext uri="{FF2B5EF4-FFF2-40B4-BE49-F238E27FC236}">
                  <a16:creationId xmlns:a16="http://schemas.microsoft.com/office/drawing/2014/main" id="{F777CCB8-C528-6199-EF12-621400F7AC6C}"/>
                </a:ext>
              </a:extLst>
            </p:cNvPr>
            <p:cNvSpPr/>
            <p:nvPr/>
          </p:nvSpPr>
          <p:spPr>
            <a:xfrm>
              <a:off x="2351079" y="1925763"/>
              <a:ext cx="62737" cy="83095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3" name="Rectangle 3982">
              <a:extLst>
                <a:ext uri="{FF2B5EF4-FFF2-40B4-BE49-F238E27FC236}">
                  <a16:creationId xmlns:a16="http://schemas.microsoft.com/office/drawing/2014/main" id="{9171A227-6305-CBA8-DB46-CC3AE5CD1788}"/>
                </a:ext>
              </a:extLst>
            </p:cNvPr>
            <p:cNvSpPr/>
            <p:nvPr/>
          </p:nvSpPr>
          <p:spPr>
            <a:xfrm>
              <a:off x="2351079" y="20088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4" name="Rectangle 3983">
              <a:extLst>
                <a:ext uri="{FF2B5EF4-FFF2-40B4-BE49-F238E27FC236}">
                  <a16:creationId xmlns:a16="http://schemas.microsoft.com/office/drawing/2014/main" id="{5A623501-E725-5642-44FD-5FA4140BBA0E}"/>
                </a:ext>
              </a:extLst>
            </p:cNvPr>
            <p:cNvSpPr/>
            <p:nvPr/>
          </p:nvSpPr>
          <p:spPr>
            <a:xfrm>
              <a:off x="2351079" y="209195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5" name="Rectangle 3984">
              <a:extLst>
                <a:ext uri="{FF2B5EF4-FFF2-40B4-BE49-F238E27FC236}">
                  <a16:creationId xmlns:a16="http://schemas.microsoft.com/office/drawing/2014/main" id="{A4A47E9C-FEEB-F430-9090-2DB4758E3019}"/>
                </a:ext>
              </a:extLst>
            </p:cNvPr>
            <p:cNvSpPr/>
            <p:nvPr/>
          </p:nvSpPr>
          <p:spPr>
            <a:xfrm>
              <a:off x="2351079" y="217505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6" name="Rectangle 3985">
              <a:extLst>
                <a:ext uri="{FF2B5EF4-FFF2-40B4-BE49-F238E27FC236}">
                  <a16:creationId xmlns:a16="http://schemas.microsoft.com/office/drawing/2014/main" id="{37D05F04-E09F-1EA7-81E8-3187EF7AE472}"/>
                </a:ext>
              </a:extLst>
            </p:cNvPr>
            <p:cNvSpPr/>
            <p:nvPr/>
          </p:nvSpPr>
          <p:spPr>
            <a:xfrm>
              <a:off x="2351079" y="225814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7" name="Rectangle 3986">
              <a:extLst>
                <a:ext uri="{FF2B5EF4-FFF2-40B4-BE49-F238E27FC236}">
                  <a16:creationId xmlns:a16="http://schemas.microsoft.com/office/drawing/2014/main" id="{1820BDFF-299F-BBAE-823F-5613A7700DD4}"/>
                </a:ext>
              </a:extLst>
            </p:cNvPr>
            <p:cNvSpPr/>
            <p:nvPr/>
          </p:nvSpPr>
          <p:spPr>
            <a:xfrm>
              <a:off x="2351079" y="234124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8" name="Rectangle 3987">
              <a:extLst>
                <a:ext uri="{FF2B5EF4-FFF2-40B4-BE49-F238E27FC236}">
                  <a16:creationId xmlns:a16="http://schemas.microsoft.com/office/drawing/2014/main" id="{D1FA38A4-5602-3637-15B2-F3EEC14E13EF}"/>
                </a:ext>
              </a:extLst>
            </p:cNvPr>
            <p:cNvSpPr/>
            <p:nvPr/>
          </p:nvSpPr>
          <p:spPr>
            <a:xfrm>
              <a:off x="2351079" y="242410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89" name="Rectangle 3988">
              <a:extLst>
                <a:ext uri="{FF2B5EF4-FFF2-40B4-BE49-F238E27FC236}">
                  <a16:creationId xmlns:a16="http://schemas.microsoft.com/office/drawing/2014/main" id="{3050FFB5-6E75-8A3F-9FC8-93559045B721}"/>
                </a:ext>
              </a:extLst>
            </p:cNvPr>
            <p:cNvSpPr/>
            <p:nvPr/>
          </p:nvSpPr>
          <p:spPr>
            <a:xfrm>
              <a:off x="2351079" y="25072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0" name="Rectangle 3989">
              <a:extLst>
                <a:ext uri="{FF2B5EF4-FFF2-40B4-BE49-F238E27FC236}">
                  <a16:creationId xmlns:a16="http://schemas.microsoft.com/office/drawing/2014/main" id="{61646D46-FE33-171D-BA29-A5D17E7FA5F7}"/>
                </a:ext>
              </a:extLst>
            </p:cNvPr>
            <p:cNvSpPr/>
            <p:nvPr/>
          </p:nvSpPr>
          <p:spPr>
            <a:xfrm>
              <a:off x="2351079" y="259029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1" name="Rectangle 3990">
              <a:extLst>
                <a:ext uri="{FF2B5EF4-FFF2-40B4-BE49-F238E27FC236}">
                  <a16:creationId xmlns:a16="http://schemas.microsoft.com/office/drawing/2014/main" id="{456078AE-0402-EDAD-5611-7682CE845BF1}"/>
                </a:ext>
              </a:extLst>
            </p:cNvPr>
            <p:cNvSpPr/>
            <p:nvPr/>
          </p:nvSpPr>
          <p:spPr>
            <a:xfrm>
              <a:off x="2351079" y="267339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2" name="Rectangle 3991">
              <a:extLst>
                <a:ext uri="{FF2B5EF4-FFF2-40B4-BE49-F238E27FC236}">
                  <a16:creationId xmlns:a16="http://schemas.microsoft.com/office/drawing/2014/main" id="{6769F703-FD91-3244-E539-DBFDB84E21E8}"/>
                </a:ext>
              </a:extLst>
            </p:cNvPr>
            <p:cNvSpPr/>
            <p:nvPr/>
          </p:nvSpPr>
          <p:spPr>
            <a:xfrm>
              <a:off x="2351079" y="27564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3" name="Rectangle 3992">
              <a:extLst>
                <a:ext uri="{FF2B5EF4-FFF2-40B4-BE49-F238E27FC236}">
                  <a16:creationId xmlns:a16="http://schemas.microsoft.com/office/drawing/2014/main" id="{0DA96566-F872-86D2-575F-DA95A8CC655D}"/>
                </a:ext>
              </a:extLst>
            </p:cNvPr>
            <p:cNvSpPr/>
            <p:nvPr/>
          </p:nvSpPr>
          <p:spPr>
            <a:xfrm>
              <a:off x="2351079" y="283958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4" name="Rectangle 3993">
              <a:extLst>
                <a:ext uri="{FF2B5EF4-FFF2-40B4-BE49-F238E27FC236}">
                  <a16:creationId xmlns:a16="http://schemas.microsoft.com/office/drawing/2014/main" id="{0EE53811-2461-3F76-3EF9-7E78FE59E3E0}"/>
                </a:ext>
              </a:extLst>
            </p:cNvPr>
            <p:cNvSpPr/>
            <p:nvPr/>
          </p:nvSpPr>
          <p:spPr>
            <a:xfrm>
              <a:off x="2351079" y="292268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5" name="Rectangle 3994">
              <a:extLst>
                <a:ext uri="{FF2B5EF4-FFF2-40B4-BE49-F238E27FC236}">
                  <a16:creationId xmlns:a16="http://schemas.microsoft.com/office/drawing/2014/main" id="{07B92180-F881-01C5-83B3-0AA97B25A230}"/>
                </a:ext>
              </a:extLst>
            </p:cNvPr>
            <p:cNvSpPr/>
            <p:nvPr/>
          </p:nvSpPr>
          <p:spPr>
            <a:xfrm>
              <a:off x="2351079" y="30057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6" name="Rectangle 3995">
              <a:extLst>
                <a:ext uri="{FF2B5EF4-FFF2-40B4-BE49-F238E27FC236}">
                  <a16:creationId xmlns:a16="http://schemas.microsoft.com/office/drawing/2014/main" id="{A704C3A2-42A7-AC31-7DB2-EA055C433AEE}"/>
                </a:ext>
              </a:extLst>
            </p:cNvPr>
            <p:cNvSpPr/>
            <p:nvPr/>
          </p:nvSpPr>
          <p:spPr>
            <a:xfrm>
              <a:off x="2351079" y="308887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7" name="Rectangle 3996">
              <a:extLst>
                <a:ext uri="{FF2B5EF4-FFF2-40B4-BE49-F238E27FC236}">
                  <a16:creationId xmlns:a16="http://schemas.microsoft.com/office/drawing/2014/main" id="{A0E2BFC1-7EFF-9BF4-5190-9A0B3E2ED6ED}"/>
                </a:ext>
              </a:extLst>
            </p:cNvPr>
            <p:cNvSpPr/>
            <p:nvPr/>
          </p:nvSpPr>
          <p:spPr>
            <a:xfrm>
              <a:off x="2351079" y="31719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8" name="Rectangle 3997">
              <a:extLst>
                <a:ext uri="{FF2B5EF4-FFF2-40B4-BE49-F238E27FC236}">
                  <a16:creationId xmlns:a16="http://schemas.microsoft.com/office/drawing/2014/main" id="{627FB4F7-1C6D-5E58-1CAB-00946E8A7B03}"/>
                </a:ext>
              </a:extLst>
            </p:cNvPr>
            <p:cNvSpPr/>
            <p:nvPr/>
          </p:nvSpPr>
          <p:spPr>
            <a:xfrm>
              <a:off x="2351079" y="325507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3999" name="Rectangle 3998">
              <a:extLst>
                <a:ext uri="{FF2B5EF4-FFF2-40B4-BE49-F238E27FC236}">
                  <a16:creationId xmlns:a16="http://schemas.microsoft.com/office/drawing/2014/main" id="{425A46B8-DB03-85E9-2159-48B8E77E2617}"/>
                </a:ext>
              </a:extLst>
            </p:cNvPr>
            <p:cNvSpPr/>
            <p:nvPr/>
          </p:nvSpPr>
          <p:spPr>
            <a:xfrm>
              <a:off x="2351079" y="333816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0" name="Rectangle 3999">
              <a:extLst>
                <a:ext uri="{FF2B5EF4-FFF2-40B4-BE49-F238E27FC236}">
                  <a16:creationId xmlns:a16="http://schemas.microsoft.com/office/drawing/2014/main" id="{144BAFC1-3E41-C2AA-8B81-F9ED64F9D113}"/>
                </a:ext>
              </a:extLst>
            </p:cNvPr>
            <p:cNvSpPr/>
            <p:nvPr/>
          </p:nvSpPr>
          <p:spPr>
            <a:xfrm>
              <a:off x="2351079" y="342126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1" name="Rectangle 4000">
              <a:extLst>
                <a:ext uri="{FF2B5EF4-FFF2-40B4-BE49-F238E27FC236}">
                  <a16:creationId xmlns:a16="http://schemas.microsoft.com/office/drawing/2014/main" id="{2DFD336F-9C3A-F531-6033-F973E9E4BF8F}"/>
                </a:ext>
              </a:extLst>
            </p:cNvPr>
            <p:cNvSpPr/>
            <p:nvPr/>
          </p:nvSpPr>
          <p:spPr>
            <a:xfrm>
              <a:off x="2351079" y="350435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2" name="Rectangle 4001">
              <a:extLst>
                <a:ext uri="{FF2B5EF4-FFF2-40B4-BE49-F238E27FC236}">
                  <a16:creationId xmlns:a16="http://schemas.microsoft.com/office/drawing/2014/main" id="{B0A237F8-C1F2-5626-3FEC-D235C218DA0B}"/>
                </a:ext>
              </a:extLst>
            </p:cNvPr>
            <p:cNvSpPr/>
            <p:nvPr/>
          </p:nvSpPr>
          <p:spPr>
            <a:xfrm>
              <a:off x="2351079" y="358722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3" name="Rectangle 4002">
              <a:extLst>
                <a:ext uri="{FF2B5EF4-FFF2-40B4-BE49-F238E27FC236}">
                  <a16:creationId xmlns:a16="http://schemas.microsoft.com/office/drawing/2014/main" id="{420FD2F6-AAA6-74B2-864B-AB3D082D6AAE}"/>
                </a:ext>
              </a:extLst>
            </p:cNvPr>
            <p:cNvSpPr/>
            <p:nvPr/>
          </p:nvSpPr>
          <p:spPr>
            <a:xfrm>
              <a:off x="2351079" y="367031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4" name="Rectangle 4003">
              <a:extLst>
                <a:ext uri="{FF2B5EF4-FFF2-40B4-BE49-F238E27FC236}">
                  <a16:creationId xmlns:a16="http://schemas.microsoft.com/office/drawing/2014/main" id="{34DDAE77-8923-002E-2D87-8DA1403B4A89}"/>
                </a:ext>
              </a:extLst>
            </p:cNvPr>
            <p:cNvSpPr/>
            <p:nvPr/>
          </p:nvSpPr>
          <p:spPr>
            <a:xfrm>
              <a:off x="2351079" y="37534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5" name="Rectangle 4004">
              <a:extLst>
                <a:ext uri="{FF2B5EF4-FFF2-40B4-BE49-F238E27FC236}">
                  <a16:creationId xmlns:a16="http://schemas.microsoft.com/office/drawing/2014/main" id="{643550EE-2C2A-8E55-1608-6E1FDCF20868}"/>
                </a:ext>
              </a:extLst>
            </p:cNvPr>
            <p:cNvSpPr/>
            <p:nvPr/>
          </p:nvSpPr>
          <p:spPr>
            <a:xfrm>
              <a:off x="2351079" y="383650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6" name="Rectangle 4005">
              <a:extLst>
                <a:ext uri="{FF2B5EF4-FFF2-40B4-BE49-F238E27FC236}">
                  <a16:creationId xmlns:a16="http://schemas.microsoft.com/office/drawing/2014/main" id="{84CC2A03-3478-ABC3-4D6B-BD66C13C3E54}"/>
                </a:ext>
              </a:extLst>
            </p:cNvPr>
            <p:cNvSpPr/>
            <p:nvPr/>
          </p:nvSpPr>
          <p:spPr>
            <a:xfrm>
              <a:off x="2351079" y="39196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7" name="Rectangle 4006">
              <a:extLst>
                <a:ext uri="{FF2B5EF4-FFF2-40B4-BE49-F238E27FC236}">
                  <a16:creationId xmlns:a16="http://schemas.microsoft.com/office/drawing/2014/main" id="{393DB7DC-5180-5186-0F1A-175BB30AC1A6}"/>
                </a:ext>
              </a:extLst>
            </p:cNvPr>
            <p:cNvSpPr/>
            <p:nvPr/>
          </p:nvSpPr>
          <p:spPr>
            <a:xfrm>
              <a:off x="2351079" y="400270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8" name="Rectangle 4007">
              <a:extLst>
                <a:ext uri="{FF2B5EF4-FFF2-40B4-BE49-F238E27FC236}">
                  <a16:creationId xmlns:a16="http://schemas.microsoft.com/office/drawing/2014/main" id="{CBEA2547-D6A7-CDE6-0292-3E01D324977D}"/>
                </a:ext>
              </a:extLst>
            </p:cNvPr>
            <p:cNvSpPr/>
            <p:nvPr/>
          </p:nvSpPr>
          <p:spPr>
            <a:xfrm>
              <a:off x="2351079" y="408579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09" name="Rectangle 4008">
              <a:extLst>
                <a:ext uri="{FF2B5EF4-FFF2-40B4-BE49-F238E27FC236}">
                  <a16:creationId xmlns:a16="http://schemas.microsoft.com/office/drawing/2014/main" id="{16A8BCC1-45B7-8E2C-D7D2-955D3F02D0E5}"/>
                </a:ext>
              </a:extLst>
            </p:cNvPr>
            <p:cNvSpPr/>
            <p:nvPr/>
          </p:nvSpPr>
          <p:spPr>
            <a:xfrm>
              <a:off x="2351079" y="41688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0" name="Rectangle 4009">
              <a:extLst>
                <a:ext uri="{FF2B5EF4-FFF2-40B4-BE49-F238E27FC236}">
                  <a16:creationId xmlns:a16="http://schemas.microsoft.com/office/drawing/2014/main" id="{CD73D1FF-8E2E-5575-3656-9F231F1293EA}"/>
                </a:ext>
              </a:extLst>
            </p:cNvPr>
            <p:cNvSpPr/>
            <p:nvPr/>
          </p:nvSpPr>
          <p:spPr>
            <a:xfrm>
              <a:off x="2351079" y="425199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1" name="Rectangle 4010">
              <a:extLst>
                <a:ext uri="{FF2B5EF4-FFF2-40B4-BE49-F238E27FC236}">
                  <a16:creationId xmlns:a16="http://schemas.microsoft.com/office/drawing/2014/main" id="{626449CA-8BB6-A246-26C2-8010E35F8858}"/>
                </a:ext>
              </a:extLst>
            </p:cNvPr>
            <p:cNvSpPr/>
            <p:nvPr/>
          </p:nvSpPr>
          <p:spPr>
            <a:xfrm>
              <a:off x="2351079" y="433508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2" name="Rectangle 4011">
              <a:extLst>
                <a:ext uri="{FF2B5EF4-FFF2-40B4-BE49-F238E27FC236}">
                  <a16:creationId xmlns:a16="http://schemas.microsoft.com/office/drawing/2014/main" id="{AE6F6B63-5E02-2A02-EA0F-48D6296E9819}"/>
                </a:ext>
              </a:extLst>
            </p:cNvPr>
            <p:cNvSpPr/>
            <p:nvPr/>
          </p:nvSpPr>
          <p:spPr>
            <a:xfrm>
              <a:off x="2351079" y="441818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3" name="Rectangle 4012">
              <a:extLst>
                <a:ext uri="{FF2B5EF4-FFF2-40B4-BE49-F238E27FC236}">
                  <a16:creationId xmlns:a16="http://schemas.microsoft.com/office/drawing/2014/main" id="{793AEECC-1AD9-148D-1DD3-0E3D643FA83C}"/>
                </a:ext>
              </a:extLst>
            </p:cNvPr>
            <p:cNvSpPr/>
            <p:nvPr/>
          </p:nvSpPr>
          <p:spPr>
            <a:xfrm>
              <a:off x="2351079" y="450128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4" name="Rectangle 4013">
              <a:extLst>
                <a:ext uri="{FF2B5EF4-FFF2-40B4-BE49-F238E27FC236}">
                  <a16:creationId xmlns:a16="http://schemas.microsoft.com/office/drawing/2014/main" id="{F664CB36-62E9-307B-6E5A-DBA5753ADD74}"/>
                </a:ext>
              </a:extLst>
            </p:cNvPr>
            <p:cNvSpPr/>
            <p:nvPr/>
          </p:nvSpPr>
          <p:spPr>
            <a:xfrm>
              <a:off x="2351079" y="458437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5" name="Rectangle 4014">
              <a:extLst>
                <a:ext uri="{FF2B5EF4-FFF2-40B4-BE49-F238E27FC236}">
                  <a16:creationId xmlns:a16="http://schemas.microsoft.com/office/drawing/2014/main" id="{342AA8F5-B4C5-FF38-4516-3E7468984CAC}"/>
                </a:ext>
              </a:extLst>
            </p:cNvPr>
            <p:cNvSpPr/>
            <p:nvPr/>
          </p:nvSpPr>
          <p:spPr>
            <a:xfrm>
              <a:off x="2351079" y="466747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6" name="Rectangle 4015">
              <a:extLst>
                <a:ext uri="{FF2B5EF4-FFF2-40B4-BE49-F238E27FC236}">
                  <a16:creationId xmlns:a16="http://schemas.microsoft.com/office/drawing/2014/main" id="{63B4D2A9-799E-4C33-BA47-648D3566B90F}"/>
                </a:ext>
              </a:extLst>
            </p:cNvPr>
            <p:cNvSpPr/>
            <p:nvPr/>
          </p:nvSpPr>
          <p:spPr>
            <a:xfrm>
              <a:off x="2351079" y="475033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7" name="Rectangle 4016">
              <a:extLst>
                <a:ext uri="{FF2B5EF4-FFF2-40B4-BE49-F238E27FC236}">
                  <a16:creationId xmlns:a16="http://schemas.microsoft.com/office/drawing/2014/main" id="{4F837F14-212B-B89A-A738-638A4AA7CBEA}"/>
                </a:ext>
              </a:extLst>
            </p:cNvPr>
            <p:cNvSpPr/>
            <p:nvPr/>
          </p:nvSpPr>
          <p:spPr>
            <a:xfrm>
              <a:off x="2351079" y="483343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8" name="Rectangle 4017">
              <a:extLst>
                <a:ext uri="{FF2B5EF4-FFF2-40B4-BE49-F238E27FC236}">
                  <a16:creationId xmlns:a16="http://schemas.microsoft.com/office/drawing/2014/main" id="{6E7F3F56-AE74-829B-BF48-470D17066ACE}"/>
                </a:ext>
              </a:extLst>
            </p:cNvPr>
            <p:cNvSpPr/>
            <p:nvPr/>
          </p:nvSpPr>
          <p:spPr>
            <a:xfrm>
              <a:off x="2351079" y="49165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19" name="Rectangle 4018">
              <a:extLst>
                <a:ext uri="{FF2B5EF4-FFF2-40B4-BE49-F238E27FC236}">
                  <a16:creationId xmlns:a16="http://schemas.microsoft.com/office/drawing/2014/main" id="{620BD73B-74F3-F32A-DE23-C8AC27F9243D}"/>
                </a:ext>
              </a:extLst>
            </p:cNvPr>
            <p:cNvSpPr/>
            <p:nvPr/>
          </p:nvSpPr>
          <p:spPr>
            <a:xfrm>
              <a:off x="2351079" y="499962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0" name="Rectangle 4019">
              <a:extLst>
                <a:ext uri="{FF2B5EF4-FFF2-40B4-BE49-F238E27FC236}">
                  <a16:creationId xmlns:a16="http://schemas.microsoft.com/office/drawing/2014/main" id="{141BD023-B92C-5C42-EDB3-2A0734BB4600}"/>
                </a:ext>
              </a:extLst>
            </p:cNvPr>
            <p:cNvSpPr/>
            <p:nvPr/>
          </p:nvSpPr>
          <p:spPr>
            <a:xfrm>
              <a:off x="2351079" y="508271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1" name="Rectangle 4020">
              <a:extLst>
                <a:ext uri="{FF2B5EF4-FFF2-40B4-BE49-F238E27FC236}">
                  <a16:creationId xmlns:a16="http://schemas.microsoft.com/office/drawing/2014/main" id="{BC4E19C5-FDEE-3643-3739-667650F41554}"/>
                </a:ext>
              </a:extLst>
            </p:cNvPr>
            <p:cNvSpPr/>
            <p:nvPr/>
          </p:nvSpPr>
          <p:spPr>
            <a:xfrm>
              <a:off x="2351079" y="516581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2" name="Rectangle 4021">
              <a:extLst>
                <a:ext uri="{FF2B5EF4-FFF2-40B4-BE49-F238E27FC236}">
                  <a16:creationId xmlns:a16="http://schemas.microsoft.com/office/drawing/2014/main" id="{541DF7DC-BA54-6DE7-D669-E259B3F888DE}"/>
                </a:ext>
              </a:extLst>
            </p:cNvPr>
            <p:cNvSpPr/>
            <p:nvPr/>
          </p:nvSpPr>
          <p:spPr>
            <a:xfrm>
              <a:off x="2351079" y="524891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3" name="Rectangle 4022">
              <a:extLst>
                <a:ext uri="{FF2B5EF4-FFF2-40B4-BE49-F238E27FC236}">
                  <a16:creationId xmlns:a16="http://schemas.microsoft.com/office/drawing/2014/main" id="{9BBD2387-C409-7C09-F56E-DA1E8BA14774}"/>
                </a:ext>
              </a:extLst>
            </p:cNvPr>
            <p:cNvSpPr/>
            <p:nvPr/>
          </p:nvSpPr>
          <p:spPr>
            <a:xfrm>
              <a:off x="2351079" y="53320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4" name="Rectangle 4023">
              <a:extLst>
                <a:ext uri="{FF2B5EF4-FFF2-40B4-BE49-F238E27FC236}">
                  <a16:creationId xmlns:a16="http://schemas.microsoft.com/office/drawing/2014/main" id="{D8FB52DF-0AE7-10D6-DF43-794F29B95D0C}"/>
                </a:ext>
              </a:extLst>
            </p:cNvPr>
            <p:cNvSpPr/>
            <p:nvPr/>
          </p:nvSpPr>
          <p:spPr>
            <a:xfrm>
              <a:off x="2351079" y="541510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5" name="Rectangle 4024">
              <a:extLst>
                <a:ext uri="{FF2B5EF4-FFF2-40B4-BE49-F238E27FC236}">
                  <a16:creationId xmlns:a16="http://schemas.microsoft.com/office/drawing/2014/main" id="{58C0C311-209F-E650-18DC-6AC378F29DA7}"/>
                </a:ext>
              </a:extLst>
            </p:cNvPr>
            <p:cNvSpPr/>
            <p:nvPr/>
          </p:nvSpPr>
          <p:spPr>
            <a:xfrm>
              <a:off x="2351079" y="549820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6" name="Rectangle 4025">
              <a:extLst>
                <a:ext uri="{FF2B5EF4-FFF2-40B4-BE49-F238E27FC236}">
                  <a16:creationId xmlns:a16="http://schemas.microsoft.com/office/drawing/2014/main" id="{34955E3B-F14E-D1C8-628E-D07F7DA260B5}"/>
                </a:ext>
              </a:extLst>
            </p:cNvPr>
            <p:cNvSpPr/>
            <p:nvPr/>
          </p:nvSpPr>
          <p:spPr>
            <a:xfrm>
              <a:off x="2351079" y="558129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7" name="Rectangle 4026">
              <a:extLst>
                <a:ext uri="{FF2B5EF4-FFF2-40B4-BE49-F238E27FC236}">
                  <a16:creationId xmlns:a16="http://schemas.microsoft.com/office/drawing/2014/main" id="{B3D91739-1A79-FD21-BD24-9036A6AF1EB2}"/>
                </a:ext>
              </a:extLst>
            </p:cNvPr>
            <p:cNvSpPr/>
            <p:nvPr/>
          </p:nvSpPr>
          <p:spPr>
            <a:xfrm>
              <a:off x="2351079" y="566439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8" name="Rectangle 4027">
              <a:extLst>
                <a:ext uri="{FF2B5EF4-FFF2-40B4-BE49-F238E27FC236}">
                  <a16:creationId xmlns:a16="http://schemas.microsoft.com/office/drawing/2014/main" id="{E204CC77-DC1C-485D-041B-968E78BE7598}"/>
                </a:ext>
              </a:extLst>
            </p:cNvPr>
            <p:cNvSpPr/>
            <p:nvPr/>
          </p:nvSpPr>
          <p:spPr>
            <a:xfrm>
              <a:off x="2351079" y="574749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29" name="Rectangle 4028">
              <a:extLst>
                <a:ext uri="{FF2B5EF4-FFF2-40B4-BE49-F238E27FC236}">
                  <a16:creationId xmlns:a16="http://schemas.microsoft.com/office/drawing/2014/main" id="{995CFA5E-8512-E162-6CD8-9B066FD039FD}"/>
                </a:ext>
              </a:extLst>
            </p:cNvPr>
            <p:cNvSpPr/>
            <p:nvPr/>
          </p:nvSpPr>
          <p:spPr>
            <a:xfrm>
              <a:off x="2351079" y="583058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0" name="Rectangle 4029">
              <a:extLst>
                <a:ext uri="{FF2B5EF4-FFF2-40B4-BE49-F238E27FC236}">
                  <a16:creationId xmlns:a16="http://schemas.microsoft.com/office/drawing/2014/main" id="{22D68B3C-166E-B429-44B8-0D5939DD8082}"/>
                </a:ext>
              </a:extLst>
            </p:cNvPr>
            <p:cNvSpPr/>
            <p:nvPr/>
          </p:nvSpPr>
          <p:spPr>
            <a:xfrm>
              <a:off x="2351079" y="591344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1" name="Rectangle 4030">
              <a:extLst>
                <a:ext uri="{FF2B5EF4-FFF2-40B4-BE49-F238E27FC236}">
                  <a16:creationId xmlns:a16="http://schemas.microsoft.com/office/drawing/2014/main" id="{A5D5B7C2-4721-329E-0ADA-57096C148C14}"/>
                </a:ext>
              </a:extLst>
            </p:cNvPr>
            <p:cNvSpPr/>
            <p:nvPr/>
          </p:nvSpPr>
          <p:spPr>
            <a:xfrm>
              <a:off x="2351079" y="599654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2" name="Rectangle 4031">
              <a:extLst>
                <a:ext uri="{FF2B5EF4-FFF2-40B4-BE49-F238E27FC236}">
                  <a16:creationId xmlns:a16="http://schemas.microsoft.com/office/drawing/2014/main" id="{B812E331-67CE-7093-6480-9ABF8C5DDA90}"/>
                </a:ext>
              </a:extLst>
            </p:cNvPr>
            <p:cNvSpPr/>
            <p:nvPr/>
          </p:nvSpPr>
          <p:spPr>
            <a:xfrm>
              <a:off x="2351079" y="607964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3" name="Rectangle 4032">
              <a:extLst>
                <a:ext uri="{FF2B5EF4-FFF2-40B4-BE49-F238E27FC236}">
                  <a16:creationId xmlns:a16="http://schemas.microsoft.com/office/drawing/2014/main" id="{308A2FBF-FD51-4597-A483-270063C850F1}"/>
                </a:ext>
              </a:extLst>
            </p:cNvPr>
            <p:cNvSpPr/>
            <p:nvPr/>
          </p:nvSpPr>
          <p:spPr>
            <a:xfrm>
              <a:off x="2351079" y="6162737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4" name="Rectangle 4033">
              <a:extLst>
                <a:ext uri="{FF2B5EF4-FFF2-40B4-BE49-F238E27FC236}">
                  <a16:creationId xmlns:a16="http://schemas.microsoft.com/office/drawing/2014/main" id="{F6ED6083-79DA-9D00-C3A7-2D8D04F0FF53}"/>
                </a:ext>
              </a:extLst>
            </p:cNvPr>
            <p:cNvSpPr/>
            <p:nvPr/>
          </p:nvSpPr>
          <p:spPr>
            <a:xfrm>
              <a:off x="2351079" y="6245833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5" name="Rectangle 4034">
              <a:extLst>
                <a:ext uri="{FF2B5EF4-FFF2-40B4-BE49-F238E27FC236}">
                  <a16:creationId xmlns:a16="http://schemas.microsoft.com/office/drawing/2014/main" id="{0F163C6B-17B5-ADF8-7DD4-AA11038C5839}"/>
                </a:ext>
              </a:extLst>
            </p:cNvPr>
            <p:cNvSpPr/>
            <p:nvPr/>
          </p:nvSpPr>
          <p:spPr>
            <a:xfrm>
              <a:off x="2351079" y="632892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6" name="Rectangle 4035">
              <a:extLst>
                <a:ext uri="{FF2B5EF4-FFF2-40B4-BE49-F238E27FC236}">
                  <a16:creationId xmlns:a16="http://schemas.microsoft.com/office/drawing/2014/main" id="{98C86392-1DC1-09E3-C2DF-C224F7850270}"/>
                </a:ext>
              </a:extLst>
            </p:cNvPr>
            <p:cNvSpPr/>
            <p:nvPr/>
          </p:nvSpPr>
          <p:spPr>
            <a:xfrm>
              <a:off x="2351079" y="6412026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7" name="Rectangle 4036">
              <a:extLst>
                <a:ext uri="{FF2B5EF4-FFF2-40B4-BE49-F238E27FC236}">
                  <a16:creationId xmlns:a16="http://schemas.microsoft.com/office/drawing/2014/main" id="{5D79CA9A-F6AF-B5D0-531F-BBD88CE22713}"/>
                </a:ext>
              </a:extLst>
            </p:cNvPr>
            <p:cNvSpPr/>
            <p:nvPr/>
          </p:nvSpPr>
          <p:spPr>
            <a:xfrm>
              <a:off x="2351079" y="6495122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8" name="Rectangle 4037">
              <a:extLst>
                <a:ext uri="{FF2B5EF4-FFF2-40B4-BE49-F238E27FC236}">
                  <a16:creationId xmlns:a16="http://schemas.microsoft.com/office/drawing/2014/main" id="{09C32002-440D-C415-4BB8-C17EEC335D6A}"/>
                </a:ext>
              </a:extLst>
            </p:cNvPr>
            <p:cNvSpPr/>
            <p:nvPr/>
          </p:nvSpPr>
          <p:spPr>
            <a:xfrm>
              <a:off x="2351079" y="6578219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39" name="Rectangle 4038">
              <a:extLst>
                <a:ext uri="{FF2B5EF4-FFF2-40B4-BE49-F238E27FC236}">
                  <a16:creationId xmlns:a16="http://schemas.microsoft.com/office/drawing/2014/main" id="{851FF9C2-6F31-6252-2205-6068D1630F2E}"/>
                </a:ext>
              </a:extLst>
            </p:cNvPr>
            <p:cNvSpPr/>
            <p:nvPr/>
          </p:nvSpPr>
          <p:spPr>
            <a:xfrm>
              <a:off x="2351079" y="6661315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40" name="Rectangle 4039">
              <a:extLst>
                <a:ext uri="{FF2B5EF4-FFF2-40B4-BE49-F238E27FC236}">
                  <a16:creationId xmlns:a16="http://schemas.microsoft.com/office/drawing/2014/main" id="{4F030E3A-F0AA-485F-9F45-EB3F01E235E1}"/>
                </a:ext>
              </a:extLst>
            </p:cNvPr>
            <p:cNvSpPr/>
            <p:nvPr/>
          </p:nvSpPr>
          <p:spPr>
            <a:xfrm>
              <a:off x="2351079" y="6744411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41" name="Rectangle 4040">
              <a:extLst>
                <a:ext uri="{FF2B5EF4-FFF2-40B4-BE49-F238E27FC236}">
                  <a16:creationId xmlns:a16="http://schemas.microsoft.com/office/drawing/2014/main" id="{06EDAF90-222F-432E-8313-8531942941D8}"/>
                </a:ext>
              </a:extLst>
            </p:cNvPr>
            <p:cNvSpPr/>
            <p:nvPr/>
          </p:nvSpPr>
          <p:spPr>
            <a:xfrm>
              <a:off x="2351079" y="6827508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42" name="Rectangle 4041">
              <a:extLst>
                <a:ext uri="{FF2B5EF4-FFF2-40B4-BE49-F238E27FC236}">
                  <a16:creationId xmlns:a16="http://schemas.microsoft.com/office/drawing/2014/main" id="{98221ABB-769A-7ED9-67D4-00769C17A8AF}"/>
                </a:ext>
              </a:extLst>
            </p:cNvPr>
            <p:cNvSpPr/>
            <p:nvPr/>
          </p:nvSpPr>
          <p:spPr>
            <a:xfrm>
              <a:off x="2351079" y="6910604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4043" name="Rectangle 4042">
              <a:extLst>
                <a:ext uri="{FF2B5EF4-FFF2-40B4-BE49-F238E27FC236}">
                  <a16:creationId xmlns:a16="http://schemas.microsoft.com/office/drawing/2014/main" id="{A7BC5C72-F5D6-7A50-0149-5540F97826B3}"/>
                </a:ext>
              </a:extLst>
            </p:cNvPr>
            <p:cNvSpPr/>
            <p:nvPr/>
          </p:nvSpPr>
          <p:spPr>
            <a:xfrm>
              <a:off x="2351079" y="6993700"/>
              <a:ext cx="62737" cy="8309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</p:grpSp>
      <p:grpSp>
        <p:nvGrpSpPr>
          <p:cNvPr id="5099" name="Group 5098">
            <a:extLst>
              <a:ext uri="{FF2B5EF4-FFF2-40B4-BE49-F238E27FC236}">
                <a16:creationId xmlns:a16="http://schemas.microsoft.com/office/drawing/2014/main" id="{7BA9A38D-D5B6-EF99-7846-7B1E22522C7B}"/>
              </a:ext>
            </a:extLst>
          </p:cNvPr>
          <p:cNvGrpSpPr/>
          <p:nvPr/>
        </p:nvGrpSpPr>
        <p:grpSpPr>
          <a:xfrm>
            <a:off x="75582" y="5872194"/>
            <a:ext cx="2379353" cy="271228"/>
            <a:chOff x="93861" y="7098664"/>
            <a:chExt cx="2379353" cy="271228"/>
          </a:xfrm>
        </p:grpSpPr>
        <p:sp>
          <p:nvSpPr>
            <p:cNvPr id="4044" name="TextBox 4043">
              <a:extLst>
                <a:ext uri="{FF2B5EF4-FFF2-40B4-BE49-F238E27FC236}">
                  <a16:creationId xmlns:a16="http://schemas.microsoft.com/office/drawing/2014/main" id="{C495BA5A-11AB-C82B-2657-BCA47DF20238}"/>
                </a:ext>
              </a:extLst>
            </p:cNvPr>
            <p:cNvSpPr txBox="1"/>
            <p:nvPr/>
          </p:nvSpPr>
          <p:spPr>
            <a:xfrm rot="5400000">
              <a:off x="50580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18</a:t>
              </a:r>
            </a:p>
          </p:txBody>
        </p:sp>
        <p:sp>
          <p:nvSpPr>
            <p:cNvPr id="4045" name="TextBox 4044">
              <a:extLst>
                <a:ext uri="{FF2B5EF4-FFF2-40B4-BE49-F238E27FC236}">
                  <a16:creationId xmlns:a16="http://schemas.microsoft.com/office/drawing/2014/main" id="{95165FD4-92E6-5132-C456-203AAD1A5E37}"/>
                </a:ext>
              </a:extLst>
            </p:cNvPr>
            <p:cNvSpPr txBox="1"/>
            <p:nvPr/>
          </p:nvSpPr>
          <p:spPr>
            <a:xfrm rot="5400000">
              <a:off x="113191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20</a:t>
              </a:r>
            </a:p>
          </p:txBody>
        </p:sp>
        <p:sp>
          <p:nvSpPr>
            <p:cNvPr id="4046" name="TextBox 4045">
              <a:extLst>
                <a:ext uri="{FF2B5EF4-FFF2-40B4-BE49-F238E27FC236}">
                  <a16:creationId xmlns:a16="http://schemas.microsoft.com/office/drawing/2014/main" id="{E2C956EF-22EC-D6F1-3063-8A43012A012F}"/>
                </a:ext>
              </a:extLst>
            </p:cNvPr>
            <p:cNvSpPr txBox="1"/>
            <p:nvPr/>
          </p:nvSpPr>
          <p:spPr>
            <a:xfrm rot="5400000">
              <a:off x="197570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4047" name="TextBox 4046">
              <a:extLst>
                <a:ext uri="{FF2B5EF4-FFF2-40B4-BE49-F238E27FC236}">
                  <a16:creationId xmlns:a16="http://schemas.microsoft.com/office/drawing/2014/main" id="{371B3DF4-65FB-1625-17E3-2111400250CA}"/>
                </a:ext>
              </a:extLst>
            </p:cNvPr>
            <p:cNvSpPr txBox="1"/>
            <p:nvPr/>
          </p:nvSpPr>
          <p:spPr>
            <a:xfrm rot="5400000">
              <a:off x="260308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4048" name="TextBox 4047">
              <a:extLst>
                <a:ext uri="{FF2B5EF4-FFF2-40B4-BE49-F238E27FC236}">
                  <a16:creationId xmlns:a16="http://schemas.microsoft.com/office/drawing/2014/main" id="{E081A07B-BDBB-F4EB-ABF4-5E8F6BDCDAB0}"/>
                </a:ext>
              </a:extLst>
            </p:cNvPr>
            <p:cNvSpPr txBox="1"/>
            <p:nvPr/>
          </p:nvSpPr>
          <p:spPr>
            <a:xfrm rot="5400000">
              <a:off x="301405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19</a:t>
              </a:r>
            </a:p>
          </p:txBody>
        </p:sp>
        <p:sp>
          <p:nvSpPr>
            <p:cNvPr id="4049" name="TextBox 4048">
              <a:extLst>
                <a:ext uri="{FF2B5EF4-FFF2-40B4-BE49-F238E27FC236}">
                  <a16:creationId xmlns:a16="http://schemas.microsoft.com/office/drawing/2014/main" id="{9E91703E-7E07-A86A-222B-A01BB50BC312}"/>
                </a:ext>
              </a:extLst>
            </p:cNvPr>
            <p:cNvSpPr txBox="1"/>
            <p:nvPr/>
          </p:nvSpPr>
          <p:spPr>
            <a:xfrm rot="5400000">
              <a:off x="364016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31</a:t>
              </a:r>
            </a:p>
          </p:txBody>
        </p:sp>
        <p:sp>
          <p:nvSpPr>
            <p:cNvPr id="4050" name="TextBox 4049">
              <a:extLst>
                <a:ext uri="{FF2B5EF4-FFF2-40B4-BE49-F238E27FC236}">
                  <a16:creationId xmlns:a16="http://schemas.microsoft.com/office/drawing/2014/main" id="{8E8DC69B-E510-913C-1152-2F720494C5C0}"/>
                </a:ext>
              </a:extLst>
            </p:cNvPr>
            <p:cNvSpPr txBox="1"/>
            <p:nvPr/>
          </p:nvSpPr>
          <p:spPr>
            <a:xfrm rot="5400000">
              <a:off x="448395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4051" name="TextBox 4050">
              <a:extLst>
                <a:ext uri="{FF2B5EF4-FFF2-40B4-BE49-F238E27FC236}">
                  <a16:creationId xmlns:a16="http://schemas.microsoft.com/office/drawing/2014/main" id="{B9390A3E-C5CA-6DCE-7AF8-396A06BB69CF}"/>
                </a:ext>
              </a:extLst>
            </p:cNvPr>
            <p:cNvSpPr txBox="1"/>
            <p:nvPr/>
          </p:nvSpPr>
          <p:spPr>
            <a:xfrm rot="5400000">
              <a:off x="489492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35</a:t>
              </a:r>
            </a:p>
          </p:txBody>
        </p:sp>
        <p:sp>
          <p:nvSpPr>
            <p:cNvPr id="4052" name="TextBox 4051">
              <a:extLst>
                <a:ext uri="{FF2B5EF4-FFF2-40B4-BE49-F238E27FC236}">
                  <a16:creationId xmlns:a16="http://schemas.microsoft.com/office/drawing/2014/main" id="{40A4E872-BA3B-F2FB-9A35-1164964FE5B8}"/>
                </a:ext>
              </a:extLst>
            </p:cNvPr>
            <p:cNvSpPr txBox="1"/>
            <p:nvPr/>
          </p:nvSpPr>
          <p:spPr>
            <a:xfrm rot="5400000">
              <a:off x="552230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14</a:t>
              </a:r>
            </a:p>
          </p:txBody>
        </p:sp>
        <p:sp>
          <p:nvSpPr>
            <p:cNvPr id="4053" name="TextBox 4052">
              <a:extLst>
                <a:ext uri="{FF2B5EF4-FFF2-40B4-BE49-F238E27FC236}">
                  <a16:creationId xmlns:a16="http://schemas.microsoft.com/office/drawing/2014/main" id="{A0D6C08E-7CAA-63A3-C14E-A5599AFA87F1}"/>
                </a:ext>
              </a:extLst>
            </p:cNvPr>
            <p:cNvSpPr txBox="1"/>
            <p:nvPr/>
          </p:nvSpPr>
          <p:spPr>
            <a:xfrm rot="5400000">
              <a:off x="614968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29</a:t>
              </a:r>
            </a:p>
          </p:txBody>
        </p:sp>
        <p:sp>
          <p:nvSpPr>
            <p:cNvPr id="4054" name="TextBox 4053">
              <a:extLst>
                <a:ext uri="{FF2B5EF4-FFF2-40B4-BE49-F238E27FC236}">
                  <a16:creationId xmlns:a16="http://schemas.microsoft.com/office/drawing/2014/main" id="{AA07ED15-6700-87EB-8760-671E6FA59C72}"/>
                </a:ext>
              </a:extLst>
            </p:cNvPr>
            <p:cNvSpPr txBox="1"/>
            <p:nvPr/>
          </p:nvSpPr>
          <p:spPr>
            <a:xfrm rot="5400000">
              <a:off x="677579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4055" name="TextBox 4054">
              <a:extLst>
                <a:ext uri="{FF2B5EF4-FFF2-40B4-BE49-F238E27FC236}">
                  <a16:creationId xmlns:a16="http://schemas.microsoft.com/office/drawing/2014/main" id="{1A3A786A-5A15-91D9-7752-07B8A7AC31E5}"/>
                </a:ext>
              </a:extLst>
            </p:cNvPr>
            <p:cNvSpPr txBox="1"/>
            <p:nvPr/>
          </p:nvSpPr>
          <p:spPr>
            <a:xfrm rot="5400000">
              <a:off x="740317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21</a:t>
              </a:r>
            </a:p>
          </p:txBody>
        </p:sp>
        <p:sp>
          <p:nvSpPr>
            <p:cNvPr id="4056" name="TextBox 4055">
              <a:extLst>
                <a:ext uri="{FF2B5EF4-FFF2-40B4-BE49-F238E27FC236}">
                  <a16:creationId xmlns:a16="http://schemas.microsoft.com/office/drawing/2014/main" id="{4A5EE93C-D487-4FE8-6706-DA757D1CE535}"/>
                </a:ext>
              </a:extLst>
            </p:cNvPr>
            <p:cNvSpPr txBox="1"/>
            <p:nvPr/>
          </p:nvSpPr>
          <p:spPr>
            <a:xfrm rot="5400000">
              <a:off x="824696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4057" name="TextBox 4056">
              <a:extLst>
                <a:ext uri="{FF2B5EF4-FFF2-40B4-BE49-F238E27FC236}">
                  <a16:creationId xmlns:a16="http://schemas.microsoft.com/office/drawing/2014/main" id="{61C26081-EC33-6E44-B6EF-D98B304DB26B}"/>
                </a:ext>
              </a:extLst>
            </p:cNvPr>
            <p:cNvSpPr txBox="1"/>
            <p:nvPr/>
          </p:nvSpPr>
          <p:spPr>
            <a:xfrm rot="5400000">
              <a:off x="865793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15</a:t>
              </a:r>
            </a:p>
          </p:txBody>
        </p:sp>
        <p:sp>
          <p:nvSpPr>
            <p:cNvPr id="4058" name="TextBox 4057">
              <a:extLst>
                <a:ext uri="{FF2B5EF4-FFF2-40B4-BE49-F238E27FC236}">
                  <a16:creationId xmlns:a16="http://schemas.microsoft.com/office/drawing/2014/main" id="{F62EDB73-A9A0-6D9D-5CF4-8DCC4B05D66C}"/>
                </a:ext>
              </a:extLst>
            </p:cNvPr>
            <p:cNvSpPr txBox="1"/>
            <p:nvPr/>
          </p:nvSpPr>
          <p:spPr>
            <a:xfrm rot="5400000">
              <a:off x="928404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16</a:t>
              </a:r>
            </a:p>
          </p:txBody>
        </p:sp>
        <p:sp>
          <p:nvSpPr>
            <p:cNvPr id="4059" name="TextBox 4058">
              <a:extLst>
                <a:ext uri="{FF2B5EF4-FFF2-40B4-BE49-F238E27FC236}">
                  <a16:creationId xmlns:a16="http://schemas.microsoft.com/office/drawing/2014/main" id="{E2D71730-A7B1-24C1-0ABF-14616714355A}"/>
                </a:ext>
              </a:extLst>
            </p:cNvPr>
            <p:cNvSpPr txBox="1"/>
            <p:nvPr/>
          </p:nvSpPr>
          <p:spPr>
            <a:xfrm rot="5400000">
              <a:off x="991142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24</a:t>
              </a:r>
            </a:p>
          </p:txBody>
        </p:sp>
        <p:sp>
          <p:nvSpPr>
            <p:cNvPr id="4060" name="TextBox 4059">
              <a:extLst>
                <a:ext uri="{FF2B5EF4-FFF2-40B4-BE49-F238E27FC236}">
                  <a16:creationId xmlns:a16="http://schemas.microsoft.com/office/drawing/2014/main" id="{C7EF8A5C-8137-CF68-C4B9-841318DAE212}"/>
                </a:ext>
              </a:extLst>
            </p:cNvPr>
            <p:cNvSpPr txBox="1"/>
            <p:nvPr/>
          </p:nvSpPr>
          <p:spPr>
            <a:xfrm rot="5400000">
              <a:off x="1053880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25</a:t>
              </a:r>
            </a:p>
          </p:txBody>
        </p:sp>
        <p:sp>
          <p:nvSpPr>
            <p:cNvPr id="4061" name="TextBox 4060">
              <a:extLst>
                <a:ext uri="{FF2B5EF4-FFF2-40B4-BE49-F238E27FC236}">
                  <a16:creationId xmlns:a16="http://schemas.microsoft.com/office/drawing/2014/main" id="{7250FD60-0328-CA42-8DE8-C6F9B8495027}"/>
                </a:ext>
              </a:extLst>
            </p:cNvPr>
            <p:cNvSpPr txBox="1"/>
            <p:nvPr/>
          </p:nvSpPr>
          <p:spPr>
            <a:xfrm rot="5400000">
              <a:off x="1138259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4062" name="TextBox 4061">
              <a:extLst>
                <a:ext uri="{FF2B5EF4-FFF2-40B4-BE49-F238E27FC236}">
                  <a16:creationId xmlns:a16="http://schemas.microsoft.com/office/drawing/2014/main" id="{48E4B860-2D68-1A18-83E1-8C730F815313}"/>
                </a:ext>
              </a:extLst>
            </p:cNvPr>
            <p:cNvSpPr txBox="1"/>
            <p:nvPr/>
          </p:nvSpPr>
          <p:spPr>
            <a:xfrm rot="5400000">
              <a:off x="1179229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22</a:t>
              </a:r>
            </a:p>
          </p:txBody>
        </p:sp>
        <p:sp>
          <p:nvSpPr>
            <p:cNvPr id="4063" name="TextBox 4062">
              <a:extLst>
                <a:ext uri="{FF2B5EF4-FFF2-40B4-BE49-F238E27FC236}">
                  <a16:creationId xmlns:a16="http://schemas.microsoft.com/office/drawing/2014/main" id="{3B1CF7DC-3384-731B-B961-DA57D9F4EDB7}"/>
                </a:ext>
              </a:extLst>
            </p:cNvPr>
            <p:cNvSpPr txBox="1"/>
            <p:nvPr/>
          </p:nvSpPr>
          <p:spPr>
            <a:xfrm rot="5400000">
              <a:off x="1241967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13</a:t>
              </a:r>
            </a:p>
          </p:txBody>
        </p:sp>
        <p:sp>
          <p:nvSpPr>
            <p:cNvPr id="4064" name="TextBox 4063">
              <a:extLst>
                <a:ext uri="{FF2B5EF4-FFF2-40B4-BE49-F238E27FC236}">
                  <a16:creationId xmlns:a16="http://schemas.microsoft.com/office/drawing/2014/main" id="{F4DB783E-CBD6-FCE8-65E7-0D3D16CF2DE3}"/>
                </a:ext>
              </a:extLst>
            </p:cNvPr>
            <p:cNvSpPr txBox="1"/>
            <p:nvPr/>
          </p:nvSpPr>
          <p:spPr>
            <a:xfrm rot="5400000">
              <a:off x="1326346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4065" name="TextBox 4064">
              <a:extLst>
                <a:ext uri="{FF2B5EF4-FFF2-40B4-BE49-F238E27FC236}">
                  <a16:creationId xmlns:a16="http://schemas.microsoft.com/office/drawing/2014/main" id="{CF8A81DF-8325-B5F5-7B83-A278287A03A9}"/>
                </a:ext>
              </a:extLst>
            </p:cNvPr>
            <p:cNvSpPr txBox="1"/>
            <p:nvPr/>
          </p:nvSpPr>
          <p:spPr>
            <a:xfrm rot="5400000">
              <a:off x="1367443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11</a:t>
              </a:r>
            </a:p>
          </p:txBody>
        </p:sp>
        <p:sp>
          <p:nvSpPr>
            <p:cNvPr id="4066" name="TextBox 4065">
              <a:extLst>
                <a:ext uri="{FF2B5EF4-FFF2-40B4-BE49-F238E27FC236}">
                  <a16:creationId xmlns:a16="http://schemas.microsoft.com/office/drawing/2014/main" id="{0C829A17-50F0-F1EF-5030-A1EF5B623A6D}"/>
                </a:ext>
              </a:extLst>
            </p:cNvPr>
            <p:cNvSpPr txBox="1"/>
            <p:nvPr/>
          </p:nvSpPr>
          <p:spPr>
            <a:xfrm rot="5400000">
              <a:off x="1430054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34</a:t>
              </a:r>
            </a:p>
          </p:txBody>
        </p:sp>
        <p:sp>
          <p:nvSpPr>
            <p:cNvPr id="4067" name="TextBox 4066">
              <a:extLst>
                <a:ext uri="{FF2B5EF4-FFF2-40B4-BE49-F238E27FC236}">
                  <a16:creationId xmlns:a16="http://schemas.microsoft.com/office/drawing/2014/main" id="{96275283-298D-531E-B752-6A54DDE0672F}"/>
                </a:ext>
              </a:extLst>
            </p:cNvPr>
            <p:cNvSpPr txBox="1"/>
            <p:nvPr/>
          </p:nvSpPr>
          <p:spPr>
            <a:xfrm rot="5400000">
              <a:off x="1514433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4068" name="TextBox 4067">
              <a:extLst>
                <a:ext uri="{FF2B5EF4-FFF2-40B4-BE49-F238E27FC236}">
                  <a16:creationId xmlns:a16="http://schemas.microsoft.com/office/drawing/2014/main" id="{8C687557-C0F7-0AAE-C394-C496DA9F583A}"/>
                </a:ext>
              </a:extLst>
            </p:cNvPr>
            <p:cNvSpPr txBox="1"/>
            <p:nvPr/>
          </p:nvSpPr>
          <p:spPr>
            <a:xfrm rot="5400000">
              <a:off x="1577171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4069" name="TextBox 4068">
              <a:extLst>
                <a:ext uri="{FF2B5EF4-FFF2-40B4-BE49-F238E27FC236}">
                  <a16:creationId xmlns:a16="http://schemas.microsoft.com/office/drawing/2014/main" id="{FADF1C03-6AF1-F605-2299-2C489A8D9021}"/>
                </a:ext>
              </a:extLst>
            </p:cNvPr>
            <p:cNvSpPr txBox="1"/>
            <p:nvPr/>
          </p:nvSpPr>
          <p:spPr>
            <a:xfrm rot="5400000">
              <a:off x="1618268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17</a:t>
              </a:r>
            </a:p>
          </p:txBody>
        </p:sp>
        <p:sp>
          <p:nvSpPr>
            <p:cNvPr id="4070" name="TextBox 4069">
              <a:extLst>
                <a:ext uri="{FF2B5EF4-FFF2-40B4-BE49-F238E27FC236}">
                  <a16:creationId xmlns:a16="http://schemas.microsoft.com/office/drawing/2014/main" id="{5273A941-1856-CCEC-26FB-E28B4EEEB848}"/>
                </a:ext>
              </a:extLst>
            </p:cNvPr>
            <p:cNvSpPr txBox="1"/>
            <p:nvPr/>
          </p:nvSpPr>
          <p:spPr>
            <a:xfrm rot="5400000">
              <a:off x="1680879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28</a:t>
              </a:r>
            </a:p>
          </p:txBody>
        </p:sp>
        <p:sp>
          <p:nvSpPr>
            <p:cNvPr id="4071" name="TextBox 4070">
              <a:extLst>
                <a:ext uri="{FF2B5EF4-FFF2-40B4-BE49-F238E27FC236}">
                  <a16:creationId xmlns:a16="http://schemas.microsoft.com/office/drawing/2014/main" id="{E08C6F25-C7EE-1939-890A-AFAAB87849B1}"/>
                </a:ext>
              </a:extLst>
            </p:cNvPr>
            <p:cNvSpPr txBox="1"/>
            <p:nvPr/>
          </p:nvSpPr>
          <p:spPr>
            <a:xfrm rot="5400000">
              <a:off x="1743617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32</a:t>
              </a:r>
            </a:p>
          </p:txBody>
        </p:sp>
        <p:sp>
          <p:nvSpPr>
            <p:cNvPr id="4072" name="TextBox 4071">
              <a:extLst>
                <a:ext uri="{FF2B5EF4-FFF2-40B4-BE49-F238E27FC236}">
                  <a16:creationId xmlns:a16="http://schemas.microsoft.com/office/drawing/2014/main" id="{1694D877-BE28-4E31-AFF4-EFB4917C1AD9}"/>
                </a:ext>
              </a:extLst>
            </p:cNvPr>
            <p:cNvSpPr txBox="1"/>
            <p:nvPr/>
          </p:nvSpPr>
          <p:spPr>
            <a:xfrm rot="5400000">
              <a:off x="1827996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4073" name="TextBox 4072">
              <a:extLst>
                <a:ext uri="{FF2B5EF4-FFF2-40B4-BE49-F238E27FC236}">
                  <a16:creationId xmlns:a16="http://schemas.microsoft.com/office/drawing/2014/main" id="{2B241176-2A09-3E79-B53D-BEB075AAFC24}"/>
                </a:ext>
              </a:extLst>
            </p:cNvPr>
            <p:cNvSpPr txBox="1"/>
            <p:nvPr/>
          </p:nvSpPr>
          <p:spPr>
            <a:xfrm rot="5400000">
              <a:off x="1869093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23</a:t>
              </a:r>
            </a:p>
          </p:txBody>
        </p:sp>
        <p:sp>
          <p:nvSpPr>
            <p:cNvPr id="4074" name="TextBox 4073">
              <a:extLst>
                <a:ext uri="{FF2B5EF4-FFF2-40B4-BE49-F238E27FC236}">
                  <a16:creationId xmlns:a16="http://schemas.microsoft.com/office/drawing/2014/main" id="{AC1E3188-A9AF-BA32-7A0A-1A36D56CA550}"/>
                </a:ext>
              </a:extLst>
            </p:cNvPr>
            <p:cNvSpPr txBox="1"/>
            <p:nvPr/>
          </p:nvSpPr>
          <p:spPr>
            <a:xfrm rot="5400000">
              <a:off x="1931704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26</a:t>
              </a:r>
            </a:p>
          </p:txBody>
        </p:sp>
        <p:sp>
          <p:nvSpPr>
            <p:cNvPr id="4075" name="TextBox 4074">
              <a:extLst>
                <a:ext uri="{FF2B5EF4-FFF2-40B4-BE49-F238E27FC236}">
                  <a16:creationId xmlns:a16="http://schemas.microsoft.com/office/drawing/2014/main" id="{D1860175-0D4A-0853-40DD-78B51E5E5737}"/>
                </a:ext>
              </a:extLst>
            </p:cNvPr>
            <p:cNvSpPr txBox="1"/>
            <p:nvPr/>
          </p:nvSpPr>
          <p:spPr>
            <a:xfrm rot="5400000">
              <a:off x="1994442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30</a:t>
              </a:r>
            </a:p>
          </p:txBody>
        </p:sp>
        <p:sp>
          <p:nvSpPr>
            <p:cNvPr id="4076" name="TextBox 4075">
              <a:extLst>
                <a:ext uri="{FF2B5EF4-FFF2-40B4-BE49-F238E27FC236}">
                  <a16:creationId xmlns:a16="http://schemas.microsoft.com/office/drawing/2014/main" id="{3291B59C-71FD-BDBB-983B-93817A8D51BD}"/>
                </a:ext>
              </a:extLst>
            </p:cNvPr>
            <p:cNvSpPr txBox="1"/>
            <p:nvPr/>
          </p:nvSpPr>
          <p:spPr>
            <a:xfrm rot="5400000">
              <a:off x="2078821" y="7120305"/>
              <a:ext cx="22794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4077" name="TextBox 4076">
              <a:extLst>
                <a:ext uri="{FF2B5EF4-FFF2-40B4-BE49-F238E27FC236}">
                  <a16:creationId xmlns:a16="http://schemas.microsoft.com/office/drawing/2014/main" id="{908E1DAF-53DA-B4F6-F2C1-9889AD79715B}"/>
                </a:ext>
              </a:extLst>
            </p:cNvPr>
            <p:cNvSpPr txBox="1"/>
            <p:nvPr/>
          </p:nvSpPr>
          <p:spPr>
            <a:xfrm rot="5400000">
              <a:off x="2119918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4078" name="TextBox 4077">
              <a:extLst>
                <a:ext uri="{FF2B5EF4-FFF2-40B4-BE49-F238E27FC236}">
                  <a16:creationId xmlns:a16="http://schemas.microsoft.com/office/drawing/2014/main" id="{E761E1BB-DEEB-4CD5-32B1-7A1094CD3A9E}"/>
                </a:ext>
              </a:extLst>
            </p:cNvPr>
            <p:cNvSpPr txBox="1"/>
            <p:nvPr/>
          </p:nvSpPr>
          <p:spPr>
            <a:xfrm rot="5400000">
              <a:off x="2182529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27</a:t>
              </a:r>
            </a:p>
          </p:txBody>
        </p:sp>
        <p:sp>
          <p:nvSpPr>
            <p:cNvPr id="4079" name="TextBox 4078">
              <a:extLst>
                <a:ext uri="{FF2B5EF4-FFF2-40B4-BE49-F238E27FC236}">
                  <a16:creationId xmlns:a16="http://schemas.microsoft.com/office/drawing/2014/main" id="{A6D48237-CD1F-AE64-E1CC-C46707FEA90A}"/>
                </a:ext>
              </a:extLst>
            </p:cNvPr>
            <p:cNvSpPr txBox="1"/>
            <p:nvPr/>
          </p:nvSpPr>
          <p:spPr>
            <a:xfrm rot="5400000">
              <a:off x="2245267" y="7141945"/>
              <a:ext cx="271228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33</a:t>
              </a:r>
            </a:p>
          </p:txBody>
        </p:sp>
      </p:grpSp>
      <p:grpSp>
        <p:nvGrpSpPr>
          <p:cNvPr id="5101" name="Group 5100">
            <a:extLst>
              <a:ext uri="{FF2B5EF4-FFF2-40B4-BE49-F238E27FC236}">
                <a16:creationId xmlns:a16="http://schemas.microsoft.com/office/drawing/2014/main" id="{D8654F1D-85F0-D104-0F81-D57DF8FFE8F3}"/>
              </a:ext>
            </a:extLst>
          </p:cNvPr>
          <p:cNvGrpSpPr/>
          <p:nvPr/>
        </p:nvGrpSpPr>
        <p:grpSpPr>
          <a:xfrm>
            <a:off x="2342071" y="484101"/>
            <a:ext cx="503664" cy="5449339"/>
            <a:chOff x="2360350" y="1587663"/>
            <a:chExt cx="503664" cy="5449339"/>
          </a:xfrm>
        </p:grpSpPr>
        <p:sp>
          <p:nvSpPr>
            <p:cNvPr id="4141" name="TextBox 4140">
              <a:extLst>
                <a:ext uri="{FF2B5EF4-FFF2-40B4-BE49-F238E27FC236}">
                  <a16:creationId xmlns:a16="http://schemas.microsoft.com/office/drawing/2014/main" id="{27DFBCB5-E24E-9148-4B41-DF63E4C68FE5}"/>
                </a:ext>
              </a:extLst>
            </p:cNvPr>
            <p:cNvSpPr txBox="1"/>
            <p:nvPr/>
          </p:nvSpPr>
          <p:spPr>
            <a:xfrm>
              <a:off x="2360350" y="6655365"/>
              <a:ext cx="42351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Vs-m</a:t>
              </a:r>
            </a:p>
          </p:txBody>
        </p:sp>
        <p:sp>
          <p:nvSpPr>
            <p:cNvPr id="4142" name="TextBox 4141">
              <a:extLst>
                <a:ext uri="{FF2B5EF4-FFF2-40B4-BE49-F238E27FC236}">
                  <a16:creationId xmlns:a16="http://schemas.microsoft.com/office/drawing/2014/main" id="{053DEE98-9E32-95A5-4515-3D933477BCBD}"/>
                </a:ext>
              </a:extLst>
            </p:cNvPr>
            <p:cNvSpPr txBox="1"/>
            <p:nvPr/>
          </p:nvSpPr>
          <p:spPr>
            <a:xfrm>
              <a:off x="2360350" y="6738461"/>
              <a:ext cx="38504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Vsst</a:t>
              </a:r>
            </a:p>
          </p:txBody>
        </p:sp>
        <p:sp>
          <p:nvSpPr>
            <p:cNvPr id="4080" name="TextBox 4079">
              <a:extLst>
                <a:ext uri="{FF2B5EF4-FFF2-40B4-BE49-F238E27FC236}">
                  <a16:creationId xmlns:a16="http://schemas.microsoft.com/office/drawing/2014/main" id="{42230DEC-9C8C-B492-FA47-08A0963E9982}"/>
                </a:ext>
              </a:extLst>
            </p:cNvPr>
            <p:cNvSpPr txBox="1"/>
            <p:nvPr/>
          </p:nvSpPr>
          <p:spPr>
            <a:xfrm>
              <a:off x="2360350" y="1587663"/>
              <a:ext cx="29367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ac</a:t>
              </a:r>
            </a:p>
          </p:txBody>
        </p:sp>
        <p:sp>
          <p:nvSpPr>
            <p:cNvPr id="4081" name="TextBox 4080">
              <a:extLst>
                <a:ext uri="{FF2B5EF4-FFF2-40B4-BE49-F238E27FC236}">
                  <a16:creationId xmlns:a16="http://schemas.microsoft.com/office/drawing/2014/main" id="{EBF54C1B-7A19-D5F5-CE88-BB5E1036CA18}"/>
                </a:ext>
              </a:extLst>
            </p:cNvPr>
            <p:cNvSpPr txBox="1"/>
            <p:nvPr/>
          </p:nvSpPr>
          <p:spPr>
            <a:xfrm>
              <a:off x="2360350" y="1670759"/>
              <a:ext cx="3738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ATn</a:t>
              </a:r>
            </a:p>
          </p:txBody>
        </p:sp>
        <p:sp>
          <p:nvSpPr>
            <p:cNvPr id="4082" name="TextBox 4081">
              <a:extLst>
                <a:ext uri="{FF2B5EF4-FFF2-40B4-BE49-F238E27FC236}">
                  <a16:creationId xmlns:a16="http://schemas.microsoft.com/office/drawing/2014/main" id="{24BB18C5-3A2C-E4CC-B629-92520EFB62E3}"/>
                </a:ext>
              </a:extLst>
            </p:cNvPr>
            <p:cNvSpPr txBox="1"/>
            <p:nvPr/>
          </p:nvSpPr>
          <p:spPr>
            <a:xfrm>
              <a:off x="2360350" y="1753856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CM</a:t>
              </a:r>
            </a:p>
          </p:txBody>
        </p:sp>
        <p:sp>
          <p:nvSpPr>
            <p:cNvPr id="4083" name="TextBox 4082">
              <a:extLst>
                <a:ext uri="{FF2B5EF4-FFF2-40B4-BE49-F238E27FC236}">
                  <a16:creationId xmlns:a16="http://schemas.microsoft.com/office/drawing/2014/main" id="{31DE7A7E-9689-BAA5-2A88-2708BE8AE61E}"/>
                </a:ext>
              </a:extLst>
            </p:cNvPr>
            <p:cNvSpPr txBox="1"/>
            <p:nvPr/>
          </p:nvSpPr>
          <p:spPr>
            <a:xfrm>
              <a:off x="2360350" y="1836717"/>
              <a:ext cx="32733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CP</a:t>
              </a:r>
            </a:p>
          </p:txBody>
        </p:sp>
        <p:sp>
          <p:nvSpPr>
            <p:cNvPr id="4084" name="TextBox 4083">
              <a:extLst>
                <a:ext uri="{FF2B5EF4-FFF2-40B4-BE49-F238E27FC236}">
                  <a16:creationId xmlns:a16="http://schemas.microsoft.com/office/drawing/2014/main" id="{A8349CE0-6B7E-99E9-241C-CBC0B6C8A29A}"/>
                </a:ext>
              </a:extLst>
            </p:cNvPr>
            <p:cNvSpPr txBox="1"/>
            <p:nvPr/>
          </p:nvSpPr>
          <p:spPr>
            <a:xfrm>
              <a:off x="2360350" y="1919813"/>
              <a:ext cx="30970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Dc</a:t>
              </a:r>
            </a:p>
          </p:txBody>
        </p:sp>
        <p:sp>
          <p:nvSpPr>
            <p:cNvPr id="4085" name="TextBox 4084">
              <a:extLst>
                <a:ext uri="{FF2B5EF4-FFF2-40B4-BE49-F238E27FC236}">
                  <a16:creationId xmlns:a16="http://schemas.microsoft.com/office/drawing/2014/main" id="{97EAD7BE-2614-5557-9462-32D77CE68050}"/>
                </a:ext>
              </a:extLst>
            </p:cNvPr>
            <p:cNvSpPr txBox="1"/>
            <p:nvPr/>
          </p:nvSpPr>
          <p:spPr>
            <a:xfrm>
              <a:off x="2360350" y="2002909"/>
              <a:ext cx="4010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Dc-2</a:t>
              </a:r>
            </a:p>
          </p:txBody>
        </p:sp>
        <p:sp>
          <p:nvSpPr>
            <p:cNvPr id="4086" name="TextBox 4085">
              <a:extLst>
                <a:ext uri="{FF2B5EF4-FFF2-40B4-BE49-F238E27FC236}">
                  <a16:creationId xmlns:a16="http://schemas.microsoft.com/office/drawing/2014/main" id="{FF171390-0AB7-7CCD-342F-04EA1373DE97}"/>
                </a:ext>
              </a:extLst>
            </p:cNvPr>
            <p:cNvSpPr txBox="1"/>
            <p:nvPr/>
          </p:nvSpPr>
          <p:spPr>
            <a:xfrm>
              <a:off x="2360350" y="2086006"/>
              <a:ext cx="31611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Dd</a:t>
              </a:r>
            </a:p>
          </p:txBody>
        </p:sp>
        <p:sp>
          <p:nvSpPr>
            <p:cNvPr id="4087" name="TextBox 4086">
              <a:extLst>
                <a:ext uri="{FF2B5EF4-FFF2-40B4-BE49-F238E27FC236}">
                  <a16:creationId xmlns:a16="http://schemas.microsoft.com/office/drawing/2014/main" id="{AA653FED-6B2C-D909-735F-0B7362A35A61}"/>
                </a:ext>
              </a:extLst>
            </p:cNvPr>
            <p:cNvSpPr txBox="1"/>
            <p:nvPr/>
          </p:nvSpPr>
          <p:spPr>
            <a:xfrm>
              <a:off x="2360350" y="2169102"/>
              <a:ext cx="40748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Dd-d</a:t>
              </a:r>
            </a:p>
          </p:txBody>
        </p:sp>
        <p:sp>
          <p:nvSpPr>
            <p:cNvPr id="4088" name="TextBox 4087">
              <a:extLst>
                <a:ext uri="{FF2B5EF4-FFF2-40B4-BE49-F238E27FC236}">
                  <a16:creationId xmlns:a16="http://schemas.microsoft.com/office/drawing/2014/main" id="{CFAA66E2-BCD1-25AD-5983-C831C8350E83}"/>
                </a:ext>
              </a:extLst>
            </p:cNvPr>
            <p:cNvSpPr txBox="1"/>
            <p:nvPr/>
          </p:nvSpPr>
          <p:spPr>
            <a:xfrm>
              <a:off x="2360350" y="2252199"/>
              <a:ext cx="4010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Dd-v</a:t>
              </a:r>
            </a:p>
          </p:txBody>
        </p:sp>
        <p:sp>
          <p:nvSpPr>
            <p:cNvPr id="4089" name="TextBox 4088">
              <a:extLst>
                <a:ext uri="{FF2B5EF4-FFF2-40B4-BE49-F238E27FC236}">
                  <a16:creationId xmlns:a16="http://schemas.microsoft.com/office/drawing/2014/main" id="{C255797B-FC13-3C49-68C3-962509BEB312}"/>
                </a:ext>
              </a:extLst>
            </p:cNvPr>
            <p:cNvSpPr txBox="1"/>
            <p:nvPr/>
          </p:nvSpPr>
          <p:spPr>
            <a:xfrm>
              <a:off x="2360350" y="2335295"/>
              <a:ext cx="3722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Dl-g</a:t>
              </a:r>
            </a:p>
          </p:txBody>
        </p:sp>
        <p:sp>
          <p:nvSpPr>
            <p:cNvPr id="4090" name="TextBox 4089">
              <a:extLst>
                <a:ext uri="{FF2B5EF4-FFF2-40B4-BE49-F238E27FC236}">
                  <a16:creationId xmlns:a16="http://schemas.microsoft.com/office/drawing/2014/main" id="{13FEEE78-5FD6-DE27-55D3-87C74015E87D}"/>
                </a:ext>
              </a:extLst>
            </p:cNvPr>
            <p:cNvSpPr txBox="1"/>
            <p:nvPr/>
          </p:nvSpPr>
          <p:spPr>
            <a:xfrm>
              <a:off x="2360350" y="2418391"/>
              <a:ext cx="42992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Dl-gd</a:t>
              </a:r>
            </a:p>
          </p:txBody>
        </p:sp>
        <p:sp>
          <p:nvSpPr>
            <p:cNvPr id="4091" name="TextBox 4090">
              <a:extLst>
                <a:ext uri="{FF2B5EF4-FFF2-40B4-BE49-F238E27FC236}">
                  <a16:creationId xmlns:a16="http://schemas.microsoft.com/office/drawing/2014/main" id="{DAB81CE4-6863-F87D-33EE-73BF82A201F0}"/>
                </a:ext>
              </a:extLst>
            </p:cNvPr>
            <p:cNvSpPr txBox="1"/>
            <p:nvPr/>
          </p:nvSpPr>
          <p:spPr>
            <a:xfrm>
              <a:off x="2360350" y="2501488"/>
              <a:ext cx="42351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Dl-v2</a:t>
              </a:r>
            </a:p>
          </p:txBody>
        </p:sp>
        <p:sp>
          <p:nvSpPr>
            <p:cNvPr id="4092" name="TextBox 4091">
              <a:extLst>
                <a:ext uri="{FF2B5EF4-FFF2-40B4-BE49-F238E27FC236}">
                  <a16:creationId xmlns:a16="http://schemas.microsoft.com/office/drawing/2014/main" id="{320D7FBF-A460-B4CD-ED5A-EEC675D5ADCC}"/>
                </a:ext>
              </a:extLst>
            </p:cNvPr>
            <p:cNvSpPr txBox="1"/>
            <p:nvPr/>
          </p:nvSpPr>
          <p:spPr>
            <a:xfrm>
              <a:off x="2360350" y="2584584"/>
              <a:ext cx="48122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Dl-v2d</a:t>
              </a:r>
            </a:p>
          </p:txBody>
        </p:sp>
        <p:sp>
          <p:nvSpPr>
            <p:cNvPr id="4093" name="TextBox 4092">
              <a:extLst>
                <a:ext uri="{FF2B5EF4-FFF2-40B4-BE49-F238E27FC236}">
                  <a16:creationId xmlns:a16="http://schemas.microsoft.com/office/drawing/2014/main" id="{8619FC0B-A43B-50AA-E88E-14F40191C471}"/>
                </a:ext>
              </a:extLst>
            </p:cNvPr>
            <p:cNvSpPr txBox="1"/>
            <p:nvPr/>
          </p:nvSpPr>
          <p:spPr>
            <a:xfrm>
              <a:off x="2360350" y="2667680"/>
              <a:ext cx="42351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Dln-c</a:t>
              </a:r>
            </a:p>
          </p:txBody>
        </p:sp>
        <p:sp>
          <p:nvSpPr>
            <p:cNvPr id="4094" name="TextBox 4093">
              <a:extLst>
                <a:ext uri="{FF2B5EF4-FFF2-40B4-BE49-F238E27FC236}">
                  <a16:creationId xmlns:a16="http://schemas.microsoft.com/office/drawing/2014/main" id="{6F690C0B-4AF8-A6E9-EEA7-8042B83C6016}"/>
                </a:ext>
              </a:extLst>
            </p:cNvPr>
            <p:cNvSpPr txBox="1"/>
            <p:nvPr/>
          </p:nvSpPr>
          <p:spPr>
            <a:xfrm>
              <a:off x="2360350" y="2750777"/>
              <a:ext cx="40588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Dln-r</a:t>
              </a:r>
            </a:p>
          </p:txBody>
        </p:sp>
        <p:sp>
          <p:nvSpPr>
            <p:cNvPr id="4095" name="TextBox 4094">
              <a:extLst>
                <a:ext uri="{FF2B5EF4-FFF2-40B4-BE49-F238E27FC236}">
                  <a16:creationId xmlns:a16="http://schemas.microsoft.com/office/drawing/2014/main" id="{66A66244-FF37-6645-8D6B-42F8714EBF1A}"/>
                </a:ext>
              </a:extLst>
            </p:cNvPr>
            <p:cNvSpPr txBox="1"/>
            <p:nvPr/>
          </p:nvSpPr>
          <p:spPr>
            <a:xfrm>
              <a:off x="2360350" y="2833873"/>
              <a:ext cx="43473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Dm-1</a:t>
              </a:r>
            </a:p>
          </p:txBody>
        </p:sp>
        <p:sp>
          <p:nvSpPr>
            <p:cNvPr id="4096" name="TextBox 4095">
              <a:extLst>
                <a:ext uri="{FF2B5EF4-FFF2-40B4-BE49-F238E27FC236}">
                  <a16:creationId xmlns:a16="http://schemas.microsoft.com/office/drawing/2014/main" id="{50C141CF-4473-CE88-3C28-523BAA3001C2}"/>
                </a:ext>
              </a:extLst>
            </p:cNvPr>
            <p:cNvSpPr txBox="1"/>
            <p:nvPr/>
          </p:nvSpPr>
          <p:spPr>
            <a:xfrm>
              <a:off x="2360350" y="2916970"/>
              <a:ext cx="46839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Dm-2r</a:t>
              </a:r>
            </a:p>
          </p:txBody>
        </p:sp>
        <p:sp>
          <p:nvSpPr>
            <p:cNvPr id="4097" name="TextBox 4096">
              <a:extLst>
                <a:ext uri="{FF2B5EF4-FFF2-40B4-BE49-F238E27FC236}">
                  <a16:creationId xmlns:a16="http://schemas.microsoft.com/office/drawing/2014/main" id="{5F71564D-41B8-D9D6-FB6D-49A5D7984171}"/>
                </a:ext>
              </a:extLst>
            </p:cNvPr>
            <p:cNvSpPr txBox="1"/>
            <p:nvPr/>
          </p:nvSpPr>
          <p:spPr>
            <a:xfrm>
              <a:off x="2360350" y="2999831"/>
              <a:ext cx="43473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Dm-3</a:t>
              </a:r>
            </a:p>
          </p:txBody>
        </p:sp>
        <p:sp>
          <p:nvSpPr>
            <p:cNvPr id="4098" name="TextBox 4097">
              <a:extLst>
                <a:ext uri="{FF2B5EF4-FFF2-40B4-BE49-F238E27FC236}">
                  <a16:creationId xmlns:a16="http://schemas.microsoft.com/office/drawing/2014/main" id="{E391888D-1412-E667-A585-16C0FF871910}"/>
                </a:ext>
              </a:extLst>
            </p:cNvPr>
            <p:cNvSpPr txBox="1"/>
            <p:nvPr/>
          </p:nvSpPr>
          <p:spPr>
            <a:xfrm>
              <a:off x="2360350" y="3082927"/>
              <a:ext cx="31611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Dp</a:t>
              </a:r>
            </a:p>
          </p:txBody>
        </p:sp>
        <p:sp>
          <p:nvSpPr>
            <p:cNvPr id="4099" name="TextBox 4098">
              <a:extLst>
                <a:ext uri="{FF2B5EF4-FFF2-40B4-BE49-F238E27FC236}">
                  <a16:creationId xmlns:a16="http://schemas.microsoft.com/office/drawing/2014/main" id="{F2CC40FA-7EBE-ACDE-401C-20C127DDABAF}"/>
                </a:ext>
              </a:extLst>
            </p:cNvPr>
            <p:cNvSpPr txBox="1"/>
            <p:nvPr/>
          </p:nvSpPr>
          <p:spPr>
            <a:xfrm>
              <a:off x="2360350" y="3166023"/>
              <a:ext cx="32252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Gn</a:t>
              </a:r>
            </a:p>
          </p:txBody>
        </p:sp>
        <p:sp>
          <p:nvSpPr>
            <p:cNvPr id="4100" name="TextBox 4099">
              <a:extLst>
                <a:ext uri="{FF2B5EF4-FFF2-40B4-BE49-F238E27FC236}">
                  <a16:creationId xmlns:a16="http://schemas.microsoft.com/office/drawing/2014/main" id="{BF6978B1-393C-C821-7B96-B7067D6C67BF}"/>
                </a:ext>
              </a:extLst>
            </p:cNvPr>
            <p:cNvSpPr txBox="1"/>
            <p:nvPr/>
          </p:nvSpPr>
          <p:spPr>
            <a:xfrm>
              <a:off x="2360350" y="3249120"/>
              <a:ext cx="31611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Illn</a:t>
              </a:r>
            </a:p>
          </p:txBody>
        </p:sp>
        <p:sp>
          <p:nvSpPr>
            <p:cNvPr id="4101" name="TextBox 4100">
              <a:extLst>
                <a:ext uri="{FF2B5EF4-FFF2-40B4-BE49-F238E27FC236}">
                  <a16:creationId xmlns:a16="http://schemas.microsoft.com/office/drawing/2014/main" id="{88DF8CEA-C4AF-35F5-EC29-70A82E292789}"/>
                </a:ext>
              </a:extLst>
            </p:cNvPr>
            <p:cNvSpPr txBox="1"/>
            <p:nvPr/>
          </p:nvSpPr>
          <p:spPr>
            <a:xfrm>
              <a:off x="2360350" y="3332216"/>
              <a:ext cx="26481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ln</a:t>
              </a:r>
            </a:p>
          </p:txBody>
        </p:sp>
        <p:sp>
          <p:nvSpPr>
            <p:cNvPr id="4102" name="TextBox 4101">
              <a:extLst>
                <a:ext uri="{FF2B5EF4-FFF2-40B4-BE49-F238E27FC236}">
                  <a16:creationId xmlns:a16="http://schemas.microsoft.com/office/drawing/2014/main" id="{FA798EA4-CFDB-509E-B23A-EB2CDEF0C1E6}"/>
                </a:ext>
              </a:extLst>
            </p:cNvPr>
            <p:cNvSpPr txBox="1"/>
            <p:nvPr/>
          </p:nvSpPr>
          <p:spPr>
            <a:xfrm>
              <a:off x="2360350" y="3415312"/>
              <a:ext cx="33214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NC</a:t>
              </a:r>
            </a:p>
          </p:txBody>
        </p:sp>
        <p:sp>
          <p:nvSpPr>
            <p:cNvPr id="4103" name="TextBox 4102">
              <a:extLst>
                <a:ext uri="{FF2B5EF4-FFF2-40B4-BE49-F238E27FC236}">
                  <a16:creationId xmlns:a16="http://schemas.microsoft.com/office/drawing/2014/main" id="{5AAD8CBE-7956-3B92-0C60-C323470735C6}"/>
                </a:ext>
              </a:extLst>
            </p:cNvPr>
            <p:cNvSpPr txBox="1"/>
            <p:nvPr/>
          </p:nvSpPr>
          <p:spPr>
            <a:xfrm>
              <a:off x="2360350" y="3498409"/>
              <a:ext cx="44755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NDILI</a:t>
              </a:r>
            </a:p>
          </p:txBody>
        </p:sp>
        <p:sp>
          <p:nvSpPr>
            <p:cNvPr id="4104" name="TextBox 4103">
              <a:extLst>
                <a:ext uri="{FF2B5EF4-FFF2-40B4-BE49-F238E27FC236}">
                  <a16:creationId xmlns:a16="http://schemas.microsoft.com/office/drawing/2014/main" id="{2C9E3B74-5F82-BA07-A17F-393426F5E1C5}"/>
                </a:ext>
              </a:extLst>
            </p:cNvPr>
            <p:cNvSpPr txBox="1"/>
            <p:nvPr/>
          </p:nvSpPr>
          <p:spPr>
            <a:xfrm>
              <a:off x="2360350" y="3581505"/>
              <a:ext cx="5036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NDILm</a:t>
              </a:r>
            </a:p>
          </p:txBody>
        </p:sp>
        <p:sp>
          <p:nvSpPr>
            <p:cNvPr id="4105" name="TextBox 4104">
              <a:extLst>
                <a:ext uri="{FF2B5EF4-FFF2-40B4-BE49-F238E27FC236}">
                  <a16:creationId xmlns:a16="http://schemas.microsoft.com/office/drawing/2014/main" id="{000EAEF5-683D-7532-9750-A25B963D5786}"/>
                </a:ext>
              </a:extLst>
            </p:cNvPr>
            <p:cNvSpPr txBox="1"/>
            <p:nvPr/>
          </p:nvSpPr>
          <p:spPr>
            <a:xfrm>
              <a:off x="2360350" y="3664602"/>
              <a:ext cx="46519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nGMp</a:t>
              </a:r>
            </a:p>
          </p:txBody>
        </p:sp>
        <p:sp>
          <p:nvSpPr>
            <p:cNvPr id="4106" name="TextBox 4105">
              <a:extLst>
                <a:ext uri="{FF2B5EF4-FFF2-40B4-BE49-F238E27FC236}">
                  <a16:creationId xmlns:a16="http://schemas.microsoft.com/office/drawing/2014/main" id="{F8294989-467A-48D3-13C9-5BDB65D22777}"/>
                </a:ext>
              </a:extLst>
            </p:cNvPr>
            <p:cNvSpPr txBox="1"/>
            <p:nvPr/>
          </p:nvSpPr>
          <p:spPr>
            <a:xfrm>
              <a:off x="2360350" y="3747698"/>
              <a:ext cx="3738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nHd</a:t>
              </a:r>
            </a:p>
          </p:txBody>
        </p:sp>
        <p:sp>
          <p:nvSpPr>
            <p:cNvPr id="4107" name="TextBox 4106">
              <a:extLst>
                <a:ext uri="{FF2B5EF4-FFF2-40B4-BE49-F238E27FC236}">
                  <a16:creationId xmlns:a16="http://schemas.microsoft.com/office/drawing/2014/main" id="{F0803338-5B0A-3F88-1F13-66E248F4BE6B}"/>
                </a:ext>
              </a:extLst>
            </p:cNvPr>
            <p:cNvSpPr txBox="1"/>
            <p:nvPr/>
          </p:nvSpPr>
          <p:spPr>
            <a:xfrm>
              <a:off x="2360350" y="3830794"/>
              <a:ext cx="36740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nHv</a:t>
              </a:r>
            </a:p>
          </p:txBody>
        </p:sp>
        <p:sp>
          <p:nvSpPr>
            <p:cNvPr id="4108" name="TextBox 4107">
              <a:extLst>
                <a:ext uri="{FF2B5EF4-FFF2-40B4-BE49-F238E27FC236}">
                  <a16:creationId xmlns:a16="http://schemas.microsoft.com/office/drawing/2014/main" id="{A0CA4E6D-00C2-48EC-084B-277B14B86095}"/>
                </a:ext>
              </a:extLst>
            </p:cNvPr>
            <p:cNvSpPr txBox="1"/>
            <p:nvPr/>
          </p:nvSpPr>
          <p:spPr>
            <a:xfrm>
              <a:off x="2360350" y="3913891"/>
              <a:ext cx="3786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NLT</a:t>
              </a:r>
            </a:p>
          </p:txBody>
        </p:sp>
        <p:sp>
          <p:nvSpPr>
            <p:cNvPr id="4109" name="TextBox 4108">
              <a:extLst>
                <a:ext uri="{FF2B5EF4-FFF2-40B4-BE49-F238E27FC236}">
                  <a16:creationId xmlns:a16="http://schemas.microsoft.com/office/drawing/2014/main" id="{8D203710-5C1F-08C2-D8D3-E82C721037CD}"/>
                </a:ext>
              </a:extLst>
            </p:cNvPr>
            <p:cNvSpPr txBox="1"/>
            <p:nvPr/>
          </p:nvSpPr>
          <p:spPr>
            <a:xfrm>
              <a:off x="2360350" y="3996987"/>
              <a:ext cx="43633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NLTd</a:t>
              </a:r>
            </a:p>
          </p:txBody>
        </p:sp>
        <p:sp>
          <p:nvSpPr>
            <p:cNvPr id="4110" name="TextBox 4109">
              <a:extLst>
                <a:ext uri="{FF2B5EF4-FFF2-40B4-BE49-F238E27FC236}">
                  <a16:creationId xmlns:a16="http://schemas.microsoft.com/office/drawing/2014/main" id="{92D12183-04D2-3D2E-E212-CC9D26949E3B}"/>
                </a:ext>
              </a:extLst>
            </p:cNvPr>
            <p:cNvSpPr txBox="1"/>
            <p:nvPr/>
          </p:nvSpPr>
          <p:spPr>
            <a:xfrm>
              <a:off x="2360350" y="4080083"/>
              <a:ext cx="4010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NLTi</a:t>
              </a:r>
            </a:p>
          </p:txBody>
        </p:sp>
        <p:sp>
          <p:nvSpPr>
            <p:cNvPr id="4111" name="TextBox 4110">
              <a:extLst>
                <a:ext uri="{FF2B5EF4-FFF2-40B4-BE49-F238E27FC236}">
                  <a16:creationId xmlns:a16="http://schemas.microsoft.com/office/drawing/2014/main" id="{4111F117-F983-8E60-2ADE-EFFEA19AF1B7}"/>
                </a:ext>
              </a:extLst>
            </p:cNvPr>
            <p:cNvSpPr txBox="1"/>
            <p:nvPr/>
          </p:nvSpPr>
          <p:spPr>
            <a:xfrm>
              <a:off x="2360350" y="4162944"/>
              <a:ext cx="46358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NLTm</a:t>
              </a:r>
            </a:p>
          </p:txBody>
        </p:sp>
        <p:sp>
          <p:nvSpPr>
            <p:cNvPr id="4112" name="TextBox 4111">
              <a:extLst>
                <a:ext uri="{FF2B5EF4-FFF2-40B4-BE49-F238E27FC236}">
                  <a16:creationId xmlns:a16="http://schemas.microsoft.com/office/drawing/2014/main" id="{D2B2C55F-F117-8C01-65FF-4EEB87DE1069}"/>
                </a:ext>
              </a:extLst>
            </p:cNvPr>
            <p:cNvSpPr txBox="1"/>
            <p:nvPr/>
          </p:nvSpPr>
          <p:spPr>
            <a:xfrm>
              <a:off x="2360350" y="4246041"/>
              <a:ext cx="42992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NLTv</a:t>
              </a:r>
            </a:p>
          </p:txBody>
        </p:sp>
        <p:sp>
          <p:nvSpPr>
            <p:cNvPr id="4113" name="TextBox 4112">
              <a:extLst>
                <a:ext uri="{FF2B5EF4-FFF2-40B4-BE49-F238E27FC236}">
                  <a16:creationId xmlns:a16="http://schemas.microsoft.com/office/drawing/2014/main" id="{D2B7C21D-B38B-B299-75CA-3C3D44DBB020}"/>
                </a:ext>
              </a:extLst>
            </p:cNvPr>
            <p:cNvSpPr txBox="1"/>
            <p:nvPr/>
          </p:nvSpPr>
          <p:spPr>
            <a:xfrm>
              <a:off x="2360350" y="4329137"/>
              <a:ext cx="47000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nMMp</a:t>
              </a:r>
            </a:p>
          </p:txBody>
        </p:sp>
        <p:sp>
          <p:nvSpPr>
            <p:cNvPr id="4114" name="TextBox 4113">
              <a:extLst>
                <a:ext uri="{FF2B5EF4-FFF2-40B4-BE49-F238E27FC236}">
                  <a16:creationId xmlns:a16="http://schemas.microsoft.com/office/drawing/2014/main" id="{A143B822-A743-3373-99CB-6BD77ABB324D}"/>
                </a:ext>
              </a:extLst>
            </p:cNvPr>
            <p:cNvSpPr txBox="1"/>
            <p:nvPr/>
          </p:nvSpPr>
          <p:spPr>
            <a:xfrm>
              <a:off x="2360350" y="4412234"/>
              <a:ext cx="32733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NP</a:t>
              </a:r>
            </a:p>
          </p:txBody>
        </p:sp>
        <p:sp>
          <p:nvSpPr>
            <p:cNvPr id="4115" name="TextBox 4114">
              <a:extLst>
                <a:ext uri="{FF2B5EF4-FFF2-40B4-BE49-F238E27FC236}">
                  <a16:creationId xmlns:a16="http://schemas.microsoft.com/office/drawing/2014/main" id="{C703E459-70C6-8DE6-7EAC-939555E5B12F}"/>
                </a:ext>
              </a:extLst>
            </p:cNvPr>
            <p:cNvSpPr txBox="1"/>
            <p:nvPr/>
          </p:nvSpPr>
          <p:spPr>
            <a:xfrm>
              <a:off x="2360350" y="4495330"/>
              <a:ext cx="45397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nPMp</a:t>
              </a:r>
            </a:p>
          </p:txBody>
        </p:sp>
        <p:sp>
          <p:nvSpPr>
            <p:cNvPr id="4116" name="TextBox 4115">
              <a:extLst>
                <a:ext uri="{FF2B5EF4-FFF2-40B4-BE49-F238E27FC236}">
                  <a16:creationId xmlns:a16="http://schemas.microsoft.com/office/drawing/2014/main" id="{A5240053-E4AB-6928-F391-27E3A83355ED}"/>
                </a:ext>
              </a:extLst>
            </p:cNvPr>
            <p:cNvSpPr txBox="1"/>
            <p:nvPr/>
          </p:nvSpPr>
          <p:spPr>
            <a:xfrm>
              <a:off x="2360350" y="4578426"/>
              <a:ext cx="43794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nPPa</a:t>
              </a:r>
            </a:p>
          </p:txBody>
        </p:sp>
        <p:sp>
          <p:nvSpPr>
            <p:cNvPr id="4117" name="TextBox 4116">
              <a:extLst>
                <a:ext uri="{FF2B5EF4-FFF2-40B4-BE49-F238E27FC236}">
                  <a16:creationId xmlns:a16="http://schemas.microsoft.com/office/drawing/2014/main" id="{B6FCA0BC-8FFA-E4FD-317A-81505B76473E}"/>
                </a:ext>
              </a:extLst>
            </p:cNvPr>
            <p:cNvSpPr txBox="1"/>
            <p:nvPr/>
          </p:nvSpPr>
          <p:spPr>
            <a:xfrm>
              <a:off x="2360350" y="4661523"/>
              <a:ext cx="43794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nPPp</a:t>
              </a:r>
            </a:p>
          </p:txBody>
        </p:sp>
        <p:sp>
          <p:nvSpPr>
            <p:cNvPr id="4118" name="TextBox 4117">
              <a:extLst>
                <a:ext uri="{FF2B5EF4-FFF2-40B4-BE49-F238E27FC236}">
                  <a16:creationId xmlns:a16="http://schemas.microsoft.com/office/drawing/2014/main" id="{5957EE1A-42F6-2A36-92AB-58E11C5A381A}"/>
                </a:ext>
              </a:extLst>
            </p:cNvPr>
            <p:cNvSpPr txBox="1"/>
            <p:nvPr/>
          </p:nvSpPr>
          <p:spPr>
            <a:xfrm>
              <a:off x="2360350" y="474461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NRL</a:t>
              </a:r>
            </a:p>
          </p:txBody>
        </p:sp>
        <p:sp>
          <p:nvSpPr>
            <p:cNvPr id="4119" name="TextBox 4118">
              <a:extLst>
                <a:ext uri="{FF2B5EF4-FFF2-40B4-BE49-F238E27FC236}">
                  <a16:creationId xmlns:a16="http://schemas.microsoft.com/office/drawing/2014/main" id="{1F514C52-5F09-B923-55FB-C0D01535C043}"/>
                </a:ext>
              </a:extLst>
            </p:cNvPr>
            <p:cNvSpPr txBox="1"/>
            <p:nvPr/>
          </p:nvSpPr>
          <p:spPr>
            <a:xfrm>
              <a:off x="2360350" y="4827715"/>
              <a:ext cx="32092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NT</a:t>
              </a:r>
            </a:p>
          </p:txBody>
        </p:sp>
        <p:sp>
          <p:nvSpPr>
            <p:cNvPr id="4120" name="TextBox 4119">
              <a:extLst>
                <a:ext uri="{FF2B5EF4-FFF2-40B4-BE49-F238E27FC236}">
                  <a16:creationId xmlns:a16="http://schemas.microsoft.com/office/drawing/2014/main" id="{013F4E6B-335B-D549-B3C6-20F525BE2E38}"/>
                </a:ext>
              </a:extLst>
            </p:cNvPr>
            <p:cNvSpPr txBox="1"/>
            <p:nvPr/>
          </p:nvSpPr>
          <p:spPr>
            <a:xfrm>
              <a:off x="2360350" y="4910812"/>
              <a:ext cx="3738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nTE</a:t>
              </a:r>
            </a:p>
          </p:txBody>
        </p:sp>
        <p:sp>
          <p:nvSpPr>
            <p:cNvPr id="4121" name="TextBox 4120">
              <a:extLst>
                <a:ext uri="{FF2B5EF4-FFF2-40B4-BE49-F238E27FC236}">
                  <a16:creationId xmlns:a16="http://schemas.microsoft.com/office/drawing/2014/main" id="{13AFBE83-8603-EBA3-9815-32075440C81A}"/>
                </a:ext>
              </a:extLst>
            </p:cNvPr>
            <p:cNvSpPr txBox="1"/>
            <p:nvPr/>
          </p:nvSpPr>
          <p:spPr>
            <a:xfrm>
              <a:off x="2360350" y="4993908"/>
              <a:ext cx="33855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ON</a:t>
              </a:r>
            </a:p>
          </p:txBody>
        </p:sp>
        <p:sp>
          <p:nvSpPr>
            <p:cNvPr id="4122" name="TextBox 4121">
              <a:extLst>
                <a:ext uri="{FF2B5EF4-FFF2-40B4-BE49-F238E27FC236}">
                  <a16:creationId xmlns:a16="http://schemas.microsoft.com/office/drawing/2014/main" id="{19B1486F-4719-8C8D-E579-EF75345F0D36}"/>
                </a:ext>
              </a:extLst>
            </p:cNvPr>
            <p:cNvSpPr txBox="1"/>
            <p:nvPr/>
          </p:nvSpPr>
          <p:spPr>
            <a:xfrm>
              <a:off x="2360350" y="5077005"/>
              <a:ext cx="32733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OT</a:t>
              </a:r>
            </a:p>
          </p:txBody>
        </p:sp>
        <p:sp>
          <p:nvSpPr>
            <p:cNvPr id="4123" name="TextBox 4122">
              <a:extLst>
                <a:ext uri="{FF2B5EF4-FFF2-40B4-BE49-F238E27FC236}">
                  <a16:creationId xmlns:a16="http://schemas.microsoft.com/office/drawing/2014/main" id="{F99F8F9A-0E7D-608B-CAFB-F469E0D6BB57}"/>
                </a:ext>
              </a:extLst>
            </p:cNvPr>
            <p:cNvSpPr txBox="1"/>
            <p:nvPr/>
          </p:nvSpPr>
          <p:spPr>
            <a:xfrm>
              <a:off x="2360350" y="5160101"/>
              <a:ext cx="39145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PGa</a:t>
              </a:r>
            </a:p>
          </p:txBody>
        </p:sp>
        <p:sp>
          <p:nvSpPr>
            <p:cNvPr id="4124" name="TextBox 4123">
              <a:extLst>
                <a:ext uri="{FF2B5EF4-FFF2-40B4-BE49-F238E27FC236}">
                  <a16:creationId xmlns:a16="http://schemas.microsoft.com/office/drawing/2014/main" id="{D1C3CE11-847E-C476-B0A6-B0F71DD42A1F}"/>
                </a:ext>
              </a:extLst>
            </p:cNvPr>
            <p:cNvSpPr txBox="1"/>
            <p:nvPr/>
          </p:nvSpPr>
          <p:spPr>
            <a:xfrm>
              <a:off x="2360350" y="5243197"/>
              <a:ext cx="4187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PGm</a:t>
              </a:r>
            </a:p>
          </p:txBody>
        </p:sp>
        <p:sp>
          <p:nvSpPr>
            <p:cNvPr id="4125" name="TextBox 4124">
              <a:extLst>
                <a:ext uri="{FF2B5EF4-FFF2-40B4-BE49-F238E27FC236}">
                  <a16:creationId xmlns:a16="http://schemas.microsoft.com/office/drawing/2014/main" id="{D5FB1CD6-8514-DF15-98CD-A9882EF55C98}"/>
                </a:ext>
              </a:extLst>
            </p:cNvPr>
            <p:cNvSpPr txBox="1"/>
            <p:nvPr/>
          </p:nvSpPr>
          <p:spPr>
            <a:xfrm>
              <a:off x="2360350" y="5326294"/>
              <a:ext cx="39145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PGn</a:t>
              </a:r>
            </a:p>
          </p:txBody>
        </p:sp>
        <p:sp>
          <p:nvSpPr>
            <p:cNvPr id="4126" name="TextBox 4125">
              <a:extLst>
                <a:ext uri="{FF2B5EF4-FFF2-40B4-BE49-F238E27FC236}">
                  <a16:creationId xmlns:a16="http://schemas.microsoft.com/office/drawing/2014/main" id="{F75FBB6C-7FD7-D679-0EE6-2805C60B0753}"/>
                </a:ext>
              </a:extLst>
            </p:cNvPr>
            <p:cNvSpPr txBox="1"/>
            <p:nvPr/>
          </p:nvSpPr>
          <p:spPr>
            <a:xfrm>
              <a:off x="2360350" y="5409155"/>
              <a:ext cx="32252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PS</a:t>
              </a:r>
            </a:p>
          </p:txBody>
        </p:sp>
        <p:sp>
          <p:nvSpPr>
            <p:cNvPr id="4127" name="TextBox 4126">
              <a:extLst>
                <a:ext uri="{FF2B5EF4-FFF2-40B4-BE49-F238E27FC236}">
                  <a16:creationId xmlns:a16="http://schemas.microsoft.com/office/drawing/2014/main" id="{10D82188-BC94-B3B9-B198-2D43EED5A0AC}"/>
                </a:ext>
              </a:extLst>
            </p:cNvPr>
            <p:cNvSpPr txBox="1"/>
            <p:nvPr/>
          </p:nvSpPr>
          <p:spPr>
            <a:xfrm>
              <a:off x="2360350" y="5492251"/>
              <a:ext cx="34496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PSi</a:t>
              </a:r>
            </a:p>
          </p:txBody>
        </p:sp>
        <p:sp>
          <p:nvSpPr>
            <p:cNvPr id="4128" name="TextBox 4127">
              <a:extLst>
                <a:ext uri="{FF2B5EF4-FFF2-40B4-BE49-F238E27FC236}">
                  <a16:creationId xmlns:a16="http://schemas.microsoft.com/office/drawing/2014/main" id="{AF5267B6-B1F7-9209-EC1F-8A47D1935BCF}"/>
                </a:ext>
              </a:extLst>
            </p:cNvPr>
            <p:cNvSpPr txBox="1"/>
            <p:nvPr/>
          </p:nvSpPr>
          <p:spPr>
            <a:xfrm>
              <a:off x="2360350" y="5575347"/>
              <a:ext cx="40748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PSm</a:t>
              </a:r>
            </a:p>
          </p:txBody>
        </p:sp>
        <p:sp>
          <p:nvSpPr>
            <p:cNvPr id="4129" name="TextBox 4128">
              <a:extLst>
                <a:ext uri="{FF2B5EF4-FFF2-40B4-BE49-F238E27FC236}">
                  <a16:creationId xmlns:a16="http://schemas.microsoft.com/office/drawing/2014/main" id="{3B70D155-9A85-17B4-9765-B9BC5F1B7EDC}"/>
                </a:ext>
              </a:extLst>
            </p:cNvPr>
            <p:cNvSpPr txBox="1"/>
            <p:nvPr/>
          </p:nvSpPr>
          <p:spPr>
            <a:xfrm>
              <a:off x="2360350" y="5658444"/>
              <a:ext cx="39145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PSP</a:t>
              </a:r>
            </a:p>
          </p:txBody>
        </p:sp>
        <p:sp>
          <p:nvSpPr>
            <p:cNvPr id="4130" name="TextBox 4129">
              <a:extLst>
                <a:ext uri="{FF2B5EF4-FFF2-40B4-BE49-F238E27FC236}">
                  <a16:creationId xmlns:a16="http://schemas.microsoft.com/office/drawing/2014/main" id="{3D6F66ED-0F14-027C-D0C7-197D269D99F2}"/>
                </a:ext>
              </a:extLst>
            </p:cNvPr>
            <p:cNvSpPr txBox="1"/>
            <p:nvPr/>
          </p:nvSpPr>
          <p:spPr>
            <a:xfrm>
              <a:off x="2360350" y="5741540"/>
              <a:ext cx="4010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TGN</a:t>
              </a:r>
            </a:p>
          </p:txBody>
        </p:sp>
        <p:sp>
          <p:nvSpPr>
            <p:cNvPr id="4131" name="TextBox 4130">
              <a:extLst>
                <a:ext uri="{FF2B5EF4-FFF2-40B4-BE49-F238E27FC236}">
                  <a16:creationId xmlns:a16="http://schemas.microsoft.com/office/drawing/2014/main" id="{D32E71BE-5A3D-0BE0-F79D-755CECBAF6A0}"/>
                </a:ext>
              </a:extLst>
            </p:cNvPr>
            <p:cNvSpPr txBox="1"/>
            <p:nvPr/>
          </p:nvSpPr>
          <p:spPr>
            <a:xfrm>
              <a:off x="2360350" y="5824637"/>
              <a:ext cx="30489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TL</a:t>
              </a:r>
            </a:p>
          </p:txBody>
        </p:sp>
        <p:sp>
          <p:nvSpPr>
            <p:cNvPr id="4132" name="TextBox 4131">
              <a:extLst>
                <a:ext uri="{FF2B5EF4-FFF2-40B4-BE49-F238E27FC236}">
                  <a16:creationId xmlns:a16="http://schemas.microsoft.com/office/drawing/2014/main" id="{E46DD1EF-4BDE-D620-E76B-50408405205B}"/>
                </a:ext>
              </a:extLst>
            </p:cNvPr>
            <p:cNvSpPr txBox="1"/>
            <p:nvPr/>
          </p:nvSpPr>
          <p:spPr>
            <a:xfrm>
              <a:off x="2360350" y="5907733"/>
              <a:ext cx="36260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TLa</a:t>
              </a:r>
            </a:p>
          </p:txBody>
        </p:sp>
        <p:sp>
          <p:nvSpPr>
            <p:cNvPr id="4133" name="TextBox 4132">
              <a:extLst>
                <a:ext uri="{FF2B5EF4-FFF2-40B4-BE49-F238E27FC236}">
                  <a16:creationId xmlns:a16="http://schemas.microsoft.com/office/drawing/2014/main" id="{77831181-710C-4466-FCF2-E89683BE7494}"/>
                </a:ext>
              </a:extLst>
            </p:cNvPr>
            <p:cNvSpPr txBox="1"/>
            <p:nvPr/>
          </p:nvSpPr>
          <p:spPr>
            <a:xfrm>
              <a:off x="2360350" y="5990829"/>
              <a:ext cx="3738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TPp</a:t>
              </a:r>
            </a:p>
          </p:txBody>
        </p:sp>
        <p:sp>
          <p:nvSpPr>
            <p:cNvPr id="4134" name="TextBox 4133">
              <a:extLst>
                <a:ext uri="{FF2B5EF4-FFF2-40B4-BE49-F238E27FC236}">
                  <a16:creationId xmlns:a16="http://schemas.microsoft.com/office/drawing/2014/main" id="{1924AE21-70B9-C2A8-AB0A-612678FB85B8}"/>
                </a:ext>
              </a:extLst>
            </p:cNvPr>
            <p:cNvSpPr txBox="1"/>
            <p:nvPr/>
          </p:nvSpPr>
          <p:spPr>
            <a:xfrm>
              <a:off x="2360350" y="6073926"/>
              <a:ext cx="30489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Vc</a:t>
              </a:r>
            </a:p>
          </p:txBody>
        </p:sp>
        <p:sp>
          <p:nvSpPr>
            <p:cNvPr id="4135" name="TextBox 4134">
              <a:extLst>
                <a:ext uri="{FF2B5EF4-FFF2-40B4-BE49-F238E27FC236}">
                  <a16:creationId xmlns:a16="http://schemas.microsoft.com/office/drawing/2014/main" id="{DFFC70BA-C70F-E7CF-5378-C3ACAB2B62ED}"/>
                </a:ext>
              </a:extLst>
            </p:cNvPr>
            <p:cNvSpPr txBox="1"/>
            <p:nvPr/>
          </p:nvSpPr>
          <p:spPr>
            <a:xfrm>
              <a:off x="2360350" y="6157022"/>
              <a:ext cx="39626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Vd-c</a:t>
              </a:r>
            </a:p>
          </p:txBody>
        </p:sp>
        <p:sp>
          <p:nvSpPr>
            <p:cNvPr id="4136" name="TextBox 4135">
              <a:extLst>
                <a:ext uri="{FF2B5EF4-FFF2-40B4-BE49-F238E27FC236}">
                  <a16:creationId xmlns:a16="http://schemas.microsoft.com/office/drawing/2014/main" id="{D5198F4D-201B-578E-E891-CF160771B0DE}"/>
                </a:ext>
              </a:extLst>
            </p:cNvPr>
            <p:cNvSpPr txBox="1"/>
            <p:nvPr/>
          </p:nvSpPr>
          <p:spPr>
            <a:xfrm>
              <a:off x="2360350" y="6240119"/>
              <a:ext cx="3786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Vd-r</a:t>
              </a:r>
            </a:p>
          </p:txBody>
        </p:sp>
        <p:sp>
          <p:nvSpPr>
            <p:cNvPr id="4137" name="TextBox 4136">
              <a:extLst>
                <a:ext uri="{FF2B5EF4-FFF2-40B4-BE49-F238E27FC236}">
                  <a16:creationId xmlns:a16="http://schemas.microsoft.com/office/drawing/2014/main" id="{2F9E01FE-0A5D-89B8-C7BB-843DD3D12C48}"/>
                </a:ext>
              </a:extLst>
            </p:cNvPr>
            <p:cNvSpPr txBox="1"/>
            <p:nvPr/>
          </p:nvSpPr>
          <p:spPr>
            <a:xfrm>
              <a:off x="2360350" y="6323215"/>
              <a:ext cx="27603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Vi</a:t>
              </a:r>
            </a:p>
          </p:txBody>
        </p:sp>
        <p:sp>
          <p:nvSpPr>
            <p:cNvPr id="4138" name="TextBox 4137">
              <a:extLst>
                <a:ext uri="{FF2B5EF4-FFF2-40B4-BE49-F238E27FC236}">
                  <a16:creationId xmlns:a16="http://schemas.microsoft.com/office/drawing/2014/main" id="{12BA2294-FFAC-239E-0FAD-0F7EBAAFC29B}"/>
                </a:ext>
              </a:extLst>
            </p:cNvPr>
            <p:cNvSpPr txBox="1"/>
            <p:nvPr/>
          </p:nvSpPr>
          <p:spPr>
            <a:xfrm>
              <a:off x="2360350" y="6406311"/>
              <a:ext cx="39626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VMn</a:t>
              </a:r>
            </a:p>
          </p:txBody>
        </p:sp>
        <p:sp>
          <p:nvSpPr>
            <p:cNvPr id="4139" name="TextBox 4138">
              <a:extLst>
                <a:ext uri="{FF2B5EF4-FFF2-40B4-BE49-F238E27FC236}">
                  <a16:creationId xmlns:a16="http://schemas.microsoft.com/office/drawing/2014/main" id="{80DCE478-EF93-7754-8067-4369BF6FB780}"/>
                </a:ext>
              </a:extLst>
            </p:cNvPr>
            <p:cNvSpPr txBox="1"/>
            <p:nvPr/>
          </p:nvSpPr>
          <p:spPr>
            <a:xfrm>
              <a:off x="2360350" y="6489408"/>
              <a:ext cx="39626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VOT</a:t>
              </a:r>
            </a:p>
          </p:txBody>
        </p:sp>
        <p:sp>
          <p:nvSpPr>
            <p:cNvPr id="4140" name="TextBox 4139">
              <a:extLst>
                <a:ext uri="{FF2B5EF4-FFF2-40B4-BE49-F238E27FC236}">
                  <a16:creationId xmlns:a16="http://schemas.microsoft.com/office/drawing/2014/main" id="{94B34730-5B8B-FD53-3221-B89BFE5005F7}"/>
                </a:ext>
              </a:extLst>
            </p:cNvPr>
            <p:cNvSpPr txBox="1"/>
            <p:nvPr/>
          </p:nvSpPr>
          <p:spPr>
            <a:xfrm>
              <a:off x="2360350" y="6572269"/>
              <a:ext cx="3113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Vp</a:t>
              </a:r>
            </a:p>
          </p:txBody>
        </p:sp>
        <p:sp>
          <p:nvSpPr>
            <p:cNvPr id="4143" name="TextBox 4142">
              <a:extLst>
                <a:ext uri="{FF2B5EF4-FFF2-40B4-BE49-F238E27FC236}">
                  <a16:creationId xmlns:a16="http://schemas.microsoft.com/office/drawing/2014/main" id="{D6FD93D4-E869-5977-9E04-B3C4B86E0366}"/>
                </a:ext>
              </a:extLst>
            </p:cNvPr>
            <p:cNvSpPr txBox="1"/>
            <p:nvPr/>
          </p:nvSpPr>
          <p:spPr>
            <a:xfrm>
              <a:off x="2360350" y="6821558"/>
              <a:ext cx="30489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Vv</a:t>
              </a:r>
            </a:p>
          </p:txBody>
        </p:sp>
      </p:grpSp>
      <p:grpSp>
        <p:nvGrpSpPr>
          <p:cNvPr id="5102" name="Group 5101">
            <a:extLst>
              <a:ext uri="{FF2B5EF4-FFF2-40B4-BE49-F238E27FC236}">
                <a16:creationId xmlns:a16="http://schemas.microsoft.com/office/drawing/2014/main" id="{D085C9F2-947C-E1F6-C1FA-ADA8DCCFC882}"/>
              </a:ext>
            </a:extLst>
          </p:cNvPr>
          <p:cNvGrpSpPr/>
          <p:nvPr/>
        </p:nvGrpSpPr>
        <p:grpSpPr>
          <a:xfrm>
            <a:off x="2889314" y="533100"/>
            <a:ext cx="127000" cy="3531008"/>
            <a:chOff x="2907593" y="1759570"/>
            <a:chExt cx="127000" cy="3531008"/>
          </a:xfrm>
        </p:grpSpPr>
        <p:sp>
          <p:nvSpPr>
            <p:cNvPr id="4144" name="Rectangle 4143">
              <a:extLst>
                <a:ext uri="{FF2B5EF4-FFF2-40B4-BE49-F238E27FC236}">
                  <a16:creationId xmlns:a16="http://schemas.microsoft.com/office/drawing/2014/main" id="{0300E3C6-4D58-A3BB-CD66-09E86794F1EE}"/>
                </a:ext>
              </a:extLst>
            </p:cNvPr>
            <p:cNvSpPr/>
            <p:nvPr/>
          </p:nvSpPr>
          <p:spPr>
            <a:xfrm>
              <a:off x="2907593" y="5255268"/>
              <a:ext cx="127000" cy="35310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" name="Rectangle 4144">
              <a:extLst>
                <a:ext uri="{FF2B5EF4-FFF2-40B4-BE49-F238E27FC236}">
                  <a16:creationId xmlns:a16="http://schemas.microsoft.com/office/drawing/2014/main" id="{E2B2A3D2-89DA-0255-D574-F4FA10C7A123}"/>
                </a:ext>
              </a:extLst>
            </p:cNvPr>
            <p:cNvSpPr/>
            <p:nvPr/>
          </p:nvSpPr>
          <p:spPr>
            <a:xfrm>
              <a:off x="2907593" y="5219958"/>
              <a:ext cx="127000" cy="35310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6" name="Rectangle 4145">
              <a:extLst>
                <a:ext uri="{FF2B5EF4-FFF2-40B4-BE49-F238E27FC236}">
                  <a16:creationId xmlns:a16="http://schemas.microsoft.com/office/drawing/2014/main" id="{888A04F3-23F6-1FB7-2087-91AEAB1B72B5}"/>
                </a:ext>
              </a:extLst>
            </p:cNvPr>
            <p:cNvSpPr/>
            <p:nvPr/>
          </p:nvSpPr>
          <p:spPr>
            <a:xfrm>
              <a:off x="2907593" y="5184648"/>
              <a:ext cx="127000" cy="35310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7" name="Rectangle 4146">
              <a:extLst>
                <a:ext uri="{FF2B5EF4-FFF2-40B4-BE49-F238E27FC236}">
                  <a16:creationId xmlns:a16="http://schemas.microsoft.com/office/drawing/2014/main" id="{7BAD25B8-0A41-C765-8970-6FC0DCCBD431}"/>
                </a:ext>
              </a:extLst>
            </p:cNvPr>
            <p:cNvSpPr/>
            <p:nvPr/>
          </p:nvSpPr>
          <p:spPr>
            <a:xfrm>
              <a:off x="2907593" y="5149337"/>
              <a:ext cx="127000" cy="35310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8" name="Rectangle 4147">
              <a:extLst>
                <a:ext uri="{FF2B5EF4-FFF2-40B4-BE49-F238E27FC236}">
                  <a16:creationId xmlns:a16="http://schemas.microsoft.com/office/drawing/2014/main" id="{7CBB90D0-6111-14F8-1A5D-B100E1E2A166}"/>
                </a:ext>
              </a:extLst>
            </p:cNvPr>
            <p:cNvSpPr/>
            <p:nvPr/>
          </p:nvSpPr>
          <p:spPr>
            <a:xfrm>
              <a:off x="2907593" y="5114027"/>
              <a:ext cx="127000" cy="35310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9" name="Rectangle 4148">
              <a:extLst>
                <a:ext uri="{FF2B5EF4-FFF2-40B4-BE49-F238E27FC236}">
                  <a16:creationId xmlns:a16="http://schemas.microsoft.com/office/drawing/2014/main" id="{AE58A564-8CDC-9EC7-E25E-59C6567295FE}"/>
                </a:ext>
              </a:extLst>
            </p:cNvPr>
            <p:cNvSpPr/>
            <p:nvPr/>
          </p:nvSpPr>
          <p:spPr>
            <a:xfrm>
              <a:off x="2907593" y="5078717"/>
              <a:ext cx="127000" cy="35310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0" name="Rectangle 4149">
              <a:extLst>
                <a:ext uri="{FF2B5EF4-FFF2-40B4-BE49-F238E27FC236}">
                  <a16:creationId xmlns:a16="http://schemas.microsoft.com/office/drawing/2014/main" id="{E1546DE7-ABC1-DEDF-5253-A333C4297F6D}"/>
                </a:ext>
              </a:extLst>
            </p:cNvPr>
            <p:cNvSpPr/>
            <p:nvPr/>
          </p:nvSpPr>
          <p:spPr>
            <a:xfrm>
              <a:off x="2907593" y="5043407"/>
              <a:ext cx="127000" cy="35310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1" name="Rectangle 4150">
              <a:extLst>
                <a:ext uri="{FF2B5EF4-FFF2-40B4-BE49-F238E27FC236}">
                  <a16:creationId xmlns:a16="http://schemas.microsoft.com/office/drawing/2014/main" id="{269E7F43-6E1E-B2AB-2127-AB7FFF749269}"/>
                </a:ext>
              </a:extLst>
            </p:cNvPr>
            <p:cNvSpPr/>
            <p:nvPr/>
          </p:nvSpPr>
          <p:spPr>
            <a:xfrm>
              <a:off x="2907593" y="5008097"/>
              <a:ext cx="127000" cy="35310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2" name="Rectangle 4151">
              <a:extLst>
                <a:ext uri="{FF2B5EF4-FFF2-40B4-BE49-F238E27FC236}">
                  <a16:creationId xmlns:a16="http://schemas.microsoft.com/office/drawing/2014/main" id="{870DBD3D-77ED-972D-F26D-5F353EEFD857}"/>
                </a:ext>
              </a:extLst>
            </p:cNvPr>
            <p:cNvSpPr/>
            <p:nvPr/>
          </p:nvSpPr>
          <p:spPr>
            <a:xfrm>
              <a:off x="2907593" y="4972787"/>
              <a:ext cx="127000" cy="35310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3" name="Rectangle 4152">
              <a:extLst>
                <a:ext uri="{FF2B5EF4-FFF2-40B4-BE49-F238E27FC236}">
                  <a16:creationId xmlns:a16="http://schemas.microsoft.com/office/drawing/2014/main" id="{B996C6BE-0596-1692-F9CF-B81D9391AF71}"/>
                </a:ext>
              </a:extLst>
            </p:cNvPr>
            <p:cNvSpPr/>
            <p:nvPr/>
          </p:nvSpPr>
          <p:spPr>
            <a:xfrm>
              <a:off x="2907593" y="4937477"/>
              <a:ext cx="127000" cy="35310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4" name="Rectangle 4153">
              <a:extLst>
                <a:ext uri="{FF2B5EF4-FFF2-40B4-BE49-F238E27FC236}">
                  <a16:creationId xmlns:a16="http://schemas.microsoft.com/office/drawing/2014/main" id="{B8272B0C-C7E7-6A79-A48A-8BB2C16EA899}"/>
                </a:ext>
              </a:extLst>
            </p:cNvPr>
            <p:cNvSpPr/>
            <p:nvPr/>
          </p:nvSpPr>
          <p:spPr>
            <a:xfrm>
              <a:off x="2907593" y="4902167"/>
              <a:ext cx="127000" cy="35310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5" name="Rectangle 4154">
              <a:extLst>
                <a:ext uri="{FF2B5EF4-FFF2-40B4-BE49-F238E27FC236}">
                  <a16:creationId xmlns:a16="http://schemas.microsoft.com/office/drawing/2014/main" id="{D678C116-7BBC-A96E-5FDC-E7978CA7C30D}"/>
                </a:ext>
              </a:extLst>
            </p:cNvPr>
            <p:cNvSpPr/>
            <p:nvPr/>
          </p:nvSpPr>
          <p:spPr>
            <a:xfrm>
              <a:off x="2907593" y="4866857"/>
              <a:ext cx="127000" cy="35310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" name="Rectangle 4155">
              <a:extLst>
                <a:ext uri="{FF2B5EF4-FFF2-40B4-BE49-F238E27FC236}">
                  <a16:creationId xmlns:a16="http://schemas.microsoft.com/office/drawing/2014/main" id="{301E1917-7C7D-5380-C098-F9A8F87E257B}"/>
                </a:ext>
              </a:extLst>
            </p:cNvPr>
            <p:cNvSpPr/>
            <p:nvPr/>
          </p:nvSpPr>
          <p:spPr>
            <a:xfrm>
              <a:off x="2907593" y="4831547"/>
              <a:ext cx="127000" cy="35310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" name="Rectangle 4156">
              <a:extLst>
                <a:ext uri="{FF2B5EF4-FFF2-40B4-BE49-F238E27FC236}">
                  <a16:creationId xmlns:a16="http://schemas.microsoft.com/office/drawing/2014/main" id="{2477184F-3393-198D-492A-0DCB3782CABF}"/>
                </a:ext>
              </a:extLst>
            </p:cNvPr>
            <p:cNvSpPr/>
            <p:nvPr/>
          </p:nvSpPr>
          <p:spPr>
            <a:xfrm>
              <a:off x="2907593" y="4796237"/>
              <a:ext cx="127000" cy="35310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" name="Rectangle 4157">
              <a:extLst>
                <a:ext uri="{FF2B5EF4-FFF2-40B4-BE49-F238E27FC236}">
                  <a16:creationId xmlns:a16="http://schemas.microsoft.com/office/drawing/2014/main" id="{D75A4BB8-F578-4C57-BF0C-7230206C8E4A}"/>
                </a:ext>
              </a:extLst>
            </p:cNvPr>
            <p:cNvSpPr/>
            <p:nvPr/>
          </p:nvSpPr>
          <p:spPr>
            <a:xfrm>
              <a:off x="2907593" y="4760927"/>
              <a:ext cx="127000" cy="35310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" name="Rectangle 4158">
              <a:extLst>
                <a:ext uri="{FF2B5EF4-FFF2-40B4-BE49-F238E27FC236}">
                  <a16:creationId xmlns:a16="http://schemas.microsoft.com/office/drawing/2014/main" id="{DE981348-939F-AEC3-0A5A-784293C6874D}"/>
                </a:ext>
              </a:extLst>
            </p:cNvPr>
            <p:cNvSpPr/>
            <p:nvPr/>
          </p:nvSpPr>
          <p:spPr>
            <a:xfrm>
              <a:off x="2907593" y="4725617"/>
              <a:ext cx="127000" cy="35310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" name="Rectangle 4159">
              <a:extLst>
                <a:ext uri="{FF2B5EF4-FFF2-40B4-BE49-F238E27FC236}">
                  <a16:creationId xmlns:a16="http://schemas.microsoft.com/office/drawing/2014/main" id="{D08D5E36-8346-1638-E2C0-BFFDE2D70EA6}"/>
                </a:ext>
              </a:extLst>
            </p:cNvPr>
            <p:cNvSpPr/>
            <p:nvPr/>
          </p:nvSpPr>
          <p:spPr>
            <a:xfrm>
              <a:off x="2907593" y="4690306"/>
              <a:ext cx="127000" cy="35310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" name="Rectangle 4160">
              <a:extLst>
                <a:ext uri="{FF2B5EF4-FFF2-40B4-BE49-F238E27FC236}">
                  <a16:creationId xmlns:a16="http://schemas.microsoft.com/office/drawing/2014/main" id="{C83DCD57-2905-F0AF-D51D-CC7CC2CA643A}"/>
                </a:ext>
              </a:extLst>
            </p:cNvPr>
            <p:cNvSpPr/>
            <p:nvPr/>
          </p:nvSpPr>
          <p:spPr>
            <a:xfrm>
              <a:off x="2907593" y="4654996"/>
              <a:ext cx="127000" cy="35310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" name="Rectangle 4161">
              <a:extLst>
                <a:ext uri="{FF2B5EF4-FFF2-40B4-BE49-F238E27FC236}">
                  <a16:creationId xmlns:a16="http://schemas.microsoft.com/office/drawing/2014/main" id="{EE8D0CD8-601E-94DA-3A28-8E904E36BECB}"/>
                </a:ext>
              </a:extLst>
            </p:cNvPr>
            <p:cNvSpPr/>
            <p:nvPr/>
          </p:nvSpPr>
          <p:spPr>
            <a:xfrm>
              <a:off x="2907593" y="4619686"/>
              <a:ext cx="127000" cy="35310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" name="Rectangle 4162">
              <a:extLst>
                <a:ext uri="{FF2B5EF4-FFF2-40B4-BE49-F238E27FC236}">
                  <a16:creationId xmlns:a16="http://schemas.microsoft.com/office/drawing/2014/main" id="{1528EC72-6EE9-71CE-5185-46F00A89DBED}"/>
                </a:ext>
              </a:extLst>
            </p:cNvPr>
            <p:cNvSpPr/>
            <p:nvPr/>
          </p:nvSpPr>
          <p:spPr>
            <a:xfrm>
              <a:off x="2907593" y="4584376"/>
              <a:ext cx="127000" cy="35310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4" name="Rectangle 4163">
              <a:extLst>
                <a:ext uri="{FF2B5EF4-FFF2-40B4-BE49-F238E27FC236}">
                  <a16:creationId xmlns:a16="http://schemas.microsoft.com/office/drawing/2014/main" id="{0E2FB703-96DE-91DE-F831-A2C5B388F8D5}"/>
                </a:ext>
              </a:extLst>
            </p:cNvPr>
            <p:cNvSpPr/>
            <p:nvPr/>
          </p:nvSpPr>
          <p:spPr>
            <a:xfrm>
              <a:off x="2907593" y="4549066"/>
              <a:ext cx="127000" cy="35310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5" name="Rectangle 4164">
              <a:extLst>
                <a:ext uri="{FF2B5EF4-FFF2-40B4-BE49-F238E27FC236}">
                  <a16:creationId xmlns:a16="http://schemas.microsoft.com/office/drawing/2014/main" id="{15F11EB0-BC43-B7CB-C143-FBD95279692A}"/>
                </a:ext>
              </a:extLst>
            </p:cNvPr>
            <p:cNvSpPr/>
            <p:nvPr/>
          </p:nvSpPr>
          <p:spPr>
            <a:xfrm>
              <a:off x="2907593" y="4513756"/>
              <a:ext cx="127000" cy="35310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6" name="Rectangle 4165">
              <a:extLst>
                <a:ext uri="{FF2B5EF4-FFF2-40B4-BE49-F238E27FC236}">
                  <a16:creationId xmlns:a16="http://schemas.microsoft.com/office/drawing/2014/main" id="{4DEFD1AB-41F7-9FD2-4B54-8445298A4F71}"/>
                </a:ext>
              </a:extLst>
            </p:cNvPr>
            <p:cNvSpPr/>
            <p:nvPr/>
          </p:nvSpPr>
          <p:spPr>
            <a:xfrm>
              <a:off x="2907593" y="4478446"/>
              <a:ext cx="127000" cy="35310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7" name="Rectangle 4166">
              <a:extLst>
                <a:ext uri="{FF2B5EF4-FFF2-40B4-BE49-F238E27FC236}">
                  <a16:creationId xmlns:a16="http://schemas.microsoft.com/office/drawing/2014/main" id="{9CCEECD0-DE45-A5CB-5192-E44D018AB342}"/>
                </a:ext>
              </a:extLst>
            </p:cNvPr>
            <p:cNvSpPr/>
            <p:nvPr/>
          </p:nvSpPr>
          <p:spPr>
            <a:xfrm>
              <a:off x="2907593" y="4443136"/>
              <a:ext cx="127000" cy="35310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8" name="Rectangle 4167">
              <a:extLst>
                <a:ext uri="{FF2B5EF4-FFF2-40B4-BE49-F238E27FC236}">
                  <a16:creationId xmlns:a16="http://schemas.microsoft.com/office/drawing/2014/main" id="{7B18FA4D-C3ED-9052-2BFE-E6B8AE4E9759}"/>
                </a:ext>
              </a:extLst>
            </p:cNvPr>
            <p:cNvSpPr/>
            <p:nvPr/>
          </p:nvSpPr>
          <p:spPr>
            <a:xfrm>
              <a:off x="2907593" y="4407826"/>
              <a:ext cx="127000" cy="35310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" name="Rectangle 4168">
              <a:extLst>
                <a:ext uri="{FF2B5EF4-FFF2-40B4-BE49-F238E27FC236}">
                  <a16:creationId xmlns:a16="http://schemas.microsoft.com/office/drawing/2014/main" id="{7FEE128F-A56F-CE1B-3EC4-E44799C005BB}"/>
                </a:ext>
              </a:extLst>
            </p:cNvPr>
            <p:cNvSpPr/>
            <p:nvPr/>
          </p:nvSpPr>
          <p:spPr>
            <a:xfrm>
              <a:off x="2907593" y="4372516"/>
              <a:ext cx="127000" cy="35310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0" name="Rectangle 4169">
              <a:extLst>
                <a:ext uri="{FF2B5EF4-FFF2-40B4-BE49-F238E27FC236}">
                  <a16:creationId xmlns:a16="http://schemas.microsoft.com/office/drawing/2014/main" id="{5ED280D8-7C65-BEC0-9F2F-63C1836C9A14}"/>
                </a:ext>
              </a:extLst>
            </p:cNvPr>
            <p:cNvSpPr/>
            <p:nvPr/>
          </p:nvSpPr>
          <p:spPr>
            <a:xfrm>
              <a:off x="2907593" y="4337206"/>
              <a:ext cx="127000" cy="35310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1" name="Rectangle 4170">
              <a:extLst>
                <a:ext uri="{FF2B5EF4-FFF2-40B4-BE49-F238E27FC236}">
                  <a16:creationId xmlns:a16="http://schemas.microsoft.com/office/drawing/2014/main" id="{D5A348C7-DE61-49C5-A65E-74851ACA96B0}"/>
                </a:ext>
              </a:extLst>
            </p:cNvPr>
            <p:cNvSpPr/>
            <p:nvPr/>
          </p:nvSpPr>
          <p:spPr>
            <a:xfrm>
              <a:off x="2907593" y="4301896"/>
              <a:ext cx="127000" cy="35310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2" name="Rectangle 4171">
              <a:extLst>
                <a:ext uri="{FF2B5EF4-FFF2-40B4-BE49-F238E27FC236}">
                  <a16:creationId xmlns:a16="http://schemas.microsoft.com/office/drawing/2014/main" id="{64B8BA10-8232-E318-F184-031D7733523D}"/>
                </a:ext>
              </a:extLst>
            </p:cNvPr>
            <p:cNvSpPr/>
            <p:nvPr/>
          </p:nvSpPr>
          <p:spPr>
            <a:xfrm>
              <a:off x="2907593" y="4266586"/>
              <a:ext cx="127000" cy="35310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" name="Rectangle 4172">
              <a:extLst>
                <a:ext uri="{FF2B5EF4-FFF2-40B4-BE49-F238E27FC236}">
                  <a16:creationId xmlns:a16="http://schemas.microsoft.com/office/drawing/2014/main" id="{B01726DA-81DF-DC14-DFAF-AF6273E57118}"/>
                </a:ext>
              </a:extLst>
            </p:cNvPr>
            <p:cNvSpPr/>
            <p:nvPr/>
          </p:nvSpPr>
          <p:spPr>
            <a:xfrm>
              <a:off x="2907593" y="4231275"/>
              <a:ext cx="127000" cy="35310"/>
            </a:xfrm>
            <a:prstGeom prst="rect">
              <a:avLst/>
            </a:prstGeom>
            <a:solidFill>
              <a:srgbClr val="FDAE1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4" name="Rectangle 4173">
              <a:extLst>
                <a:ext uri="{FF2B5EF4-FFF2-40B4-BE49-F238E27FC236}">
                  <a16:creationId xmlns:a16="http://schemas.microsoft.com/office/drawing/2014/main" id="{EF856EAB-731C-3ABB-E690-D0A3536D253A}"/>
                </a:ext>
              </a:extLst>
            </p:cNvPr>
            <p:cNvSpPr/>
            <p:nvPr/>
          </p:nvSpPr>
          <p:spPr>
            <a:xfrm>
              <a:off x="2907593" y="4195965"/>
              <a:ext cx="127000" cy="35310"/>
            </a:xfrm>
            <a:prstGeom prst="rect">
              <a:avLst/>
            </a:prstGeom>
            <a:solidFill>
              <a:srgbClr val="FDAC1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5" name="Rectangle 4174">
              <a:extLst>
                <a:ext uri="{FF2B5EF4-FFF2-40B4-BE49-F238E27FC236}">
                  <a16:creationId xmlns:a16="http://schemas.microsoft.com/office/drawing/2014/main" id="{BFB01DBE-B077-2421-717A-92D17A390FDA}"/>
                </a:ext>
              </a:extLst>
            </p:cNvPr>
            <p:cNvSpPr/>
            <p:nvPr/>
          </p:nvSpPr>
          <p:spPr>
            <a:xfrm>
              <a:off x="2907593" y="4160655"/>
              <a:ext cx="127000" cy="35310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6" name="Rectangle 4175">
              <a:extLst>
                <a:ext uri="{FF2B5EF4-FFF2-40B4-BE49-F238E27FC236}">
                  <a16:creationId xmlns:a16="http://schemas.microsoft.com/office/drawing/2014/main" id="{00CC656A-DD48-558B-6865-6235B9759738}"/>
                </a:ext>
              </a:extLst>
            </p:cNvPr>
            <p:cNvSpPr/>
            <p:nvPr/>
          </p:nvSpPr>
          <p:spPr>
            <a:xfrm>
              <a:off x="2907593" y="4125345"/>
              <a:ext cx="127000" cy="35310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" name="Rectangle 4176">
              <a:extLst>
                <a:ext uri="{FF2B5EF4-FFF2-40B4-BE49-F238E27FC236}">
                  <a16:creationId xmlns:a16="http://schemas.microsoft.com/office/drawing/2014/main" id="{F6FE30D5-895A-9787-AE8F-86DA0088EDD5}"/>
                </a:ext>
              </a:extLst>
            </p:cNvPr>
            <p:cNvSpPr/>
            <p:nvPr/>
          </p:nvSpPr>
          <p:spPr>
            <a:xfrm>
              <a:off x="2907593" y="4090035"/>
              <a:ext cx="127000" cy="35310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8" name="Rectangle 4177">
              <a:extLst>
                <a:ext uri="{FF2B5EF4-FFF2-40B4-BE49-F238E27FC236}">
                  <a16:creationId xmlns:a16="http://schemas.microsoft.com/office/drawing/2014/main" id="{C88CE231-DC77-1E16-C1DC-9BF919D194FE}"/>
                </a:ext>
              </a:extLst>
            </p:cNvPr>
            <p:cNvSpPr/>
            <p:nvPr/>
          </p:nvSpPr>
          <p:spPr>
            <a:xfrm>
              <a:off x="2907593" y="4054725"/>
              <a:ext cx="127000" cy="35310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9" name="Rectangle 4178">
              <a:extLst>
                <a:ext uri="{FF2B5EF4-FFF2-40B4-BE49-F238E27FC236}">
                  <a16:creationId xmlns:a16="http://schemas.microsoft.com/office/drawing/2014/main" id="{5CC38DA5-269C-FD1A-F6E3-C1B6BD69F3BB}"/>
                </a:ext>
              </a:extLst>
            </p:cNvPr>
            <p:cNvSpPr/>
            <p:nvPr/>
          </p:nvSpPr>
          <p:spPr>
            <a:xfrm>
              <a:off x="2907593" y="4019415"/>
              <a:ext cx="127000" cy="35310"/>
            </a:xfrm>
            <a:prstGeom prst="rect">
              <a:avLst/>
            </a:prstGeom>
            <a:solidFill>
              <a:srgbClr val="FF9A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0" name="Rectangle 4179">
              <a:extLst>
                <a:ext uri="{FF2B5EF4-FFF2-40B4-BE49-F238E27FC236}">
                  <a16:creationId xmlns:a16="http://schemas.microsoft.com/office/drawing/2014/main" id="{DA963718-9AB2-B150-A2BB-39486842B555}"/>
                </a:ext>
              </a:extLst>
            </p:cNvPr>
            <p:cNvSpPr/>
            <p:nvPr/>
          </p:nvSpPr>
          <p:spPr>
            <a:xfrm>
              <a:off x="2907593" y="3984105"/>
              <a:ext cx="127000" cy="35310"/>
            </a:xfrm>
            <a:prstGeom prst="rect">
              <a:avLst/>
            </a:prstGeom>
            <a:solidFill>
              <a:srgbClr val="FF9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1" name="Rectangle 4180">
              <a:extLst>
                <a:ext uri="{FF2B5EF4-FFF2-40B4-BE49-F238E27FC236}">
                  <a16:creationId xmlns:a16="http://schemas.microsoft.com/office/drawing/2014/main" id="{3847762C-CC21-870E-E413-2B046979852E}"/>
                </a:ext>
              </a:extLst>
            </p:cNvPr>
            <p:cNvSpPr/>
            <p:nvPr/>
          </p:nvSpPr>
          <p:spPr>
            <a:xfrm>
              <a:off x="2907593" y="3948795"/>
              <a:ext cx="127000" cy="35310"/>
            </a:xfrm>
            <a:prstGeom prst="rect">
              <a:avLst/>
            </a:prstGeom>
            <a:solidFill>
              <a:srgbClr val="FF91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2" name="Rectangle 4181">
              <a:extLst>
                <a:ext uri="{FF2B5EF4-FFF2-40B4-BE49-F238E27FC236}">
                  <a16:creationId xmlns:a16="http://schemas.microsoft.com/office/drawing/2014/main" id="{8BF0716C-DC82-6386-F527-89C9AEE02721}"/>
                </a:ext>
              </a:extLst>
            </p:cNvPr>
            <p:cNvSpPr/>
            <p:nvPr/>
          </p:nvSpPr>
          <p:spPr>
            <a:xfrm>
              <a:off x="2907593" y="3913485"/>
              <a:ext cx="127000" cy="35310"/>
            </a:xfrm>
            <a:prstGeom prst="rect">
              <a:avLst/>
            </a:prstGeom>
            <a:solidFill>
              <a:srgbClr val="FF8B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3" name="Rectangle 4182">
              <a:extLst>
                <a:ext uri="{FF2B5EF4-FFF2-40B4-BE49-F238E27FC236}">
                  <a16:creationId xmlns:a16="http://schemas.microsoft.com/office/drawing/2014/main" id="{9260EE8F-E375-B50C-E881-799319BE7E30}"/>
                </a:ext>
              </a:extLst>
            </p:cNvPr>
            <p:cNvSpPr/>
            <p:nvPr/>
          </p:nvSpPr>
          <p:spPr>
            <a:xfrm>
              <a:off x="2907593" y="3878175"/>
              <a:ext cx="127000" cy="35310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4" name="Rectangle 4183">
              <a:extLst>
                <a:ext uri="{FF2B5EF4-FFF2-40B4-BE49-F238E27FC236}">
                  <a16:creationId xmlns:a16="http://schemas.microsoft.com/office/drawing/2014/main" id="{65BEFCA0-4FAE-E85F-A459-3A40D593BFE8}"/>
                </a:ext>
              </a:extLst>
            </p:cNvPr>
            <p:cNvSpPr/>
            <p:nvPr/>
          </p:nvSpPr>
          <p:spPr>
            <a:xfrm>
              <a:off x="2907593" y="3842865"/>
              <a:ext cx="127000" cy="35310"/>
            </a:xfrm>
            <a:prstGeom prst="rect">
              <a:avLst/>
            </a:prstGeom>
            <a:solidFill>
              <a:srgbClr val="FF8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5" name="Rectangle 4184">
              <a:extLst>
                <a:ext uri="{FF2B5EF4-FFF2-40B4-BE49-F238E27FC236}">
                  <a16:creationId xmlns:a16="http://schemas.microsoft.com/office/drawing/2014/main" id="{08042BFD-05D1-E146-75D3-582070439F0C}"/>
                </a:ext>
              </a:extLst>
            </p:cNvPr>
            <p:cNvSpPr/>
            <p:nvPr/>
          </p:nvSpPr>
          <p:spPr>
            <a:xfrm>
              <a:off x="2907593" y="3807555"/>
              <a:ext cx="127000" cy="35310"/>
            </a:xfrm>
            <a:prstGeom prst="rect">
              <a:avLst/>
            </a:prstGeom>
            <a:solidFill>
              <a:srgbClr val="FF7C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6" name="Rectangle 4185">
              <a:extLst>
                <a:ext uri="{FF2B5EF4-FFF2-40B4-BE49-F238E27FC236}">
                  <a16:creationId xmlns:a16="http://schemas.microsoft.com/office/drawing/2014/main" id="{54879491-B15E-0B67-CB09-556ECAF4640A}"/>
                </a:ext>
              </a:extLst>
            </p:cNvPr>
            <p:cNvSpPr/>
            <p:nvPr/>
          </p:nvSpPr>
          <p:spPr>
            <a:xfrm>
              <a:off x="2907593" y="3772244"/>
              <a:ext cx="127000" cy="35310"/>
            </a:xfrm>
            <a:prstGeom prst="rect">
              <a:avLst/>
            </a:prstGeom>
            <a:solidFill>
              <a:srgbClr val="FF7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7" name="Rectangle 4186">
              <a:extLst>
                <a:ext uri="{FF2B5EF4-FFF2-40B4-BE49-F238E27FC236}">
                  <a16:creationId xmlns:a16="http://schemas.microsoft.com/office/drawing/2014/main" id="{0BD99FF1-11F1-6A20-0ABE-F101D7AE3257}"/>
                </a:ext>
              </a:extLst>
            </p:cNvPr>
            <p:cNvSpPr/>
            <p:nvPr/>
          </p:nvSpPr>
          <p:spPr>
            <a:xfrm>
              <a:off x="2907593" y="3736934"/>
              <a:ext cx="127000" cy="35310"/>
            </a:xfrm>
            <a:prstGeom prst="rect">
              <a:avLst/>
            </a:prstGeom>
            <a:solidFill>
              <a:srgbClr val="FF7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8" name="Rectangle 4187">
              <a:extLst>
                <a:ext uri="{FF2B5EF4-FFF2-40B4-BE49-F238E27FC236}">
                  <a16:creationId xmlns:a16="http://schemas.microsoft.com/office/drawing/2014/main" id="{606C5F48-1B77-76F6-04B4-1D751E74CFDE}"/>
                </a:ext>
              </a:extLst>
            </p:cNvPr>
            <p:cNvSpPr/>
            <p:nvPr/>
          </p:nvSpPr>
          <p:spPr>
            <a:xfrm>
              <a:off x="2907593" y="3701624"/>
              <a:ext cx="127000" cy="35310"/>
            </a:xfrm>
            <a:prstGeom prst="rect">
              <a:avLst/>
            </a:prstGeom>
            <a:solidFill>
              <a:srgbClr val="FF6D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9" name="Rectangle 4188">
              <a:extLst>
                <a:ext uri="{FF2B5EF4-FFF2-40B4-BE49-F238E27FC236}">
                  <a16:creationId xmlns:a16="http://schemas.microsoft.com/office/drawing/2014/main" id="{33D69366-7BA8-1F0D-46BE-C8F33C4DF24A}"/>
                </a:ext>
              </a:extLst>
            </p:cNvPr>
            <p:cNvSpPr/>
            <p:nvPr/>
          </p:nvSpPr>
          <p:spPr>
            <a:xfrm>
              <a:off x="2907593" y="3666314"/>
              <a:ext cx="127000" cy="35310"/>
            </a:xfrm>
            <a:prstGeom prst="rect">
              <a:avLst/>
            </a:prstGeom>
            <a:solidFill>
              <a:srgbClr val="FF6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0" name="Rectangle 4189">
              <a:extLst>
                <a:ext uri="{FF2B5EF4-FFF2-40B4-BE49-F238E27FC236}">
                  <a16:creationId xmlns:a16="http://schemas.microsoft.com/office/drawing/2014/main" id="{1E63B710-2F3C-2E1B-84DA-DF8E6DF2FF78}"/>
                </a:ext>
              </a:extLst>
            </p:cNvPr>
            <p:cNvSpPr/>
            <p:nvPr/>
          </p:nvSpPr>
          <p:spPr>
            <a:xfrm>
              <a:off x="2907593" y="3631004"/>
              <a:ext cx="127000" cy="35310"/>
            </a:xfrm>
            <a:prstGeom prst="rect">
              <a:avLst/>
            </a:prstGeom>
            <a:solidFill>
              <a:srgbClr val="FF6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1" name="Rectangle 4190">
              <a:extLst>
                <a:ext uri="{FF2B5EF4-FFF2-40B4-BE49-F238E27FC236}">
                  <a16:creationId xmlns:a16="http://schemas.microsoft.com/office/drawing/2014/main" id="{5C47F78B-A908-1571-6A4C-1034A73DAC5B}"/>
                </a:ext>
              </a:extLst>
            </p:cNvPr>
            <p:cNvSpPr/>
            <p:nvPr/>
          </p:nvSpPr>
          <p:spPr>
            <a:xfrm>
              <a:off x="2907593" y="3595694"/>
              <a:ext cx="127000" cy="35310"/>
            </a:xfrm>
            <a:prstGeom prst="rect">
              <a:avLst/>
            </a:prstGeom>
            <a:solidFill>
              <a:srgbClr val="FF5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2" name="Rectangle 4191">
              <a:extLst>
                <a:ext uri="{FF2B5EF4-FFF2-40B4-BE49-F238E27FC236}">
                  <a16:creationId xmlns:a16="http://schemas.microsoft.com/office/drawing/2014/main" id="{4D016203-255C-8662-7DB3-CA34D485F75A}"/>
                </a:ext>
              </a:extLst>
            </p:cNvPr>
            <p:cNvSpPr/>
            <p:nvPr/>
          </p:nvSpPr>
          <p:spPr>
            <a:xfrm>
              <a:off x="2907593" y="3560384"/>
              <a:ext cx="127000" cy="35310"/>
            </a:xfrm>
            <a:prstGeom prst="rect">
              <a:avLst/>
            </a:prstGeom>
            <a:solidFill>
              <a:srgbClr val="FF59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3" name="Rectangle 4192">
              <a:extLst>
                <a:ext uri="{FF2B5EF4-FFF2-40B4-BE49-F238E27FC236}">
                  <a16:creationId xmlns:a16="http://schemas.microsoft.com/office/drawing/2014/main" id="{FE81031F-2A30-309D-9793-3D072FAFFEB9}"/>
                </a:ext>
              </a:extLst>
            </p:cNvPr>
            <p:cNvSpPr/>
            <p:nvPr/>
          </p:nvSpPr>
          <p:spPr>
            <a:xfrm>
              <a:off x="2907593" y="3525074"/>
              <a:ext cx="127000" cy="35310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4" name="Rectangle 4193">
              <a:extLst>
                <a:ext uri="{FF2B5EF4-FFF2-40B4-BE49-F238E27FC236}">
                  <a16:creationId xmlns:a16="http://schemas.microsoft.com/office/drawing/2014/main" id="{57AF89A7-084A-B6E1-C9F8-EEFF143F8AAC}"/>
                </a:ext>
              </a:extLst>
            </p:cNvPr>
            <p:cNvSpPr/>
            <p:nvPr/>
          </p:nvSpPr>
          <p:spPr>
            <a:xfrm>
              <a:off x="2907593" y="3489764"/>
              <a:ext cx="127000" cy="35310"/>
            </a:xfrm>
            <a:prstGeom prst="rect">
              <a:avLst/>
            </a:prstGeom>
            <a:solidFill>
              <a:srgbClr val="FF4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5" name="Rectangle 4194">
              <a:extLst>
                <a:ext uri="{FF2B5EF4-FFF2-40B4-BE49-F238E27FC236}">
                  <a16:creationId xmlns:a16="http://schemas.microsoft.com/office/drawing/2014/main" id="{FC337454-0BAE-56A3-536D-C4012DEEE6FA}"/>
                </a:ext>
              </a:extLst>
            </p:cNvPr>
            <p:cNvSpPr/>
            <p:nvPr/>
          </p:nvSpPr>
          <p:spPr>
            <a:xfrm>
              <a:off x="2907593" y="3454454"/>
              <a:ext cx="127000" cy="35310"/>
            </a:xfrm>
            <a:prstGeom prst="rect">
              <a:avLst/>
            </a:prstGeom>
            <a:solidFill>
              <a:srgbClr val="FF4A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6" name="Rectangle 4195">
              <a:extLst>
                <a:ext uri="{FF2B5EF4-FFF2-40B4-BE49-F238E27FC236}">
                  <a16:creationId xmlns:a16="http://schemas.microsoft.com/office/drawing/2014/main" id="{3A47FBCE-DFFB-FDE0-EC43-FD856A6D212B}"/>
                </a:ext>
              </a:extLst>
            </p:cNvPr>
            <p:cNvSpPr/>
            <p:nvPr/>
          </p:nvSpPr>
          <p:spPr>
            <a:xfrm>
              <a:off x="2907593" y="3419144"/>
              <a:ext cx="127000" cy="35310"/>
            </a:xfrm>
            <a:prstGeom prst="rect">
              <a:avLst/>
            </a:prstGeom>
            <a:solidFill>
              <a:srgbClr val="FF45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7" name="Rectangle 4196">
              <a:extLst>
                <a:ext uri="{FF2B5EF4-FFF2-40B4-BE49-F238E27FC236}">
                  <a16:creationId xmlns:a16="http://schemas.microsoft.com/office/drawing/2014/main" id="{1DD9C6D0-E9F0-BD2F-5800-C396C5AAC715}"/>
                </a:ext>
              </a:extLst>
            </p:cNvPr>
            <p:cNvSpPr/>
            <p:nvPr/>
          </p:nvSpPr>
          <p:spPr>
            <a:xfrm>
              <a:off x="2907593" y="3383834"/>
              <a:ext cx="127000" cy="35310"/>
            </a:xfrm>
            <a:prstGeom prst="rect">
              <a:avLst/>
            </a:prstGeom>
            <a:solidFill>
              <a:srgbClr val="FF4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8" name="Rectangle 4197">
              <a:extLst>
                <a:ext uri="{FF2B5EF4-FFF2-40B4-BE49-F238E27FC236}">
                  <a16:creationId xmlns:a16="http://schemas.microsoft.com/office/drawing/2014/main" id="{72E5E137-3BD5-D53D-8FFE-F2CAEFADF1D1}"/>
                </a:ext>
              </a:extLst>
            </p:cNvPr>
            <p:cNvSpPr/>
            <p:nvPr/>
          </p:nvSpPr>
          <p:spPr>
            <a:xfrm>
              <a:off x="2907593" y="3348524"/>
              <a:ext cx="127000" cy="35310"/>
            </a:xfrm>
            <a:prstGeom prst="rect">
              <a:avLst/>
            </a:prstGeom>
            <a:solidFill>
              <a:srgbClr val="FF3B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" name="Rectangle 4198">
              <a:extLst>
                <a:ext uri="{FF2B5EF4-FFF2-40B4-BE49-F238E27FC236}">
                  <a16:creationId xmlns:a16="http://schemas.microsoft.com/office/drawing/2014/main" id="{BB93F2F9-DCE8-2E75-9239-A58CBCC047E8}"/>
                </a:ext>
              </a:extLst>
            </p:cNvPr>
            <p:cNvSpPr/>
            <p:nvPr/>
          </p:nvSpPr>
          <p:spPr>
            <a:xfrm>
              <a:off x="2907593" y="3313213"/>
              <a:ext cx="127000" cy="35310"/>
            </a:xfrm>
            <a:prstGeom prst="rect">
              <a:avLst/>
            </a:prstGeom>
            <a:solidFill>
              <a:srgbClr val="FF3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" name="Rectangle 4199">
              <a:extLst>
                <a:ext uri="{FF2B5EF4-FFF2-40B4-BE49-F238E27FC236}">
                  <a16:creationId xmlns:a16="http://schemas.microsoft.com/office/drawing/2014/main" id="{0B8223B4-AAA8-472D-84EC-5B1EAB275443}"/>
                </a:ext>
              </a:extLst>
            </p:cNvPr>
            <p:cNvSpPr/>
            <p:nvPr/>
          </p:nvSpPr>
          <p:spPr>
            <a:xfrm>
              <a:off x="2907593" y="3277903"/>
              <a:ext cx="127000" cy="35310"/>
            </a:xfrm>
            <a:prstGeom prst="rect">
              <a:avLst/>
            </a:prstGeom>
            <a:solidFill>
              <a:srgbClr val="FF31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" name="Rectangle 4200">
              <a:extLst>
                <a:ext uri="{FF2B5EF4-FFF2-40B4-BE49-F238E27FC236}">
                  <a16:creationId xmlns:a16="http://schemas.microsoft.com/office/drawing/2014/main" id="{97330EFB-0489-BE6C-CDA3-384CFDBE2525}"/>
                </a:ext>
              </a:extLst>
            </p:cNvPr>
            <p:cNvSpPr/>
            <p:nvPr/>
          </p:nvSpPr>
          <p:spPr>
            <a:xfrm>
              <a:off x="2907593" y="3242593"/>
              <a:ext cx="127000" cy="35310"/>
            </a:xfrm>
            <a:prstGeom prst="rect">
              <a:avLst/>
            </a:prstGeom>
            <a:solidFill>
              <a:srgbClr val="FF2C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" name="Rectangle 4201">
              <a:extLst>
                <a:ext uri="{FF2B5EF4-FFF2-40B4-BE49-F238E27FC236}">
                  <a16:creationId xmlns:a16="http://schemas.microsoft.com/office/drawing/2014/main" id="{D8F14613-982F-6F90-6793-C4B43F34C34F}"/>
                </a:ext>
              </a:extLst>
            </p:cNvPr>
            <p:cNvSpPr/>
            <p:nvPr/>
          </p:nvSpPr>
          <p:spPr>
            <a:xfrm>
              <a:off x="2907593" y="3207283"/>
              <a:ext cx="127000" cy="35310"/>
            </a:xfrm>
            <a:prstGeom prst="rect">
              <a:avLst/>
            </a:prstGeom>
            <a:solidFill>
              <a:srgbClr val="FF27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" name="Rectangle 4202">
              <a:extLst>
                <a:ext uri="{FF2B5EF4-FFF2-40B4-BE49-F238E27FC236}">
                  <a16:creationId xmlns:a16="http://schemas.microsoft.com/office/drawing/2014/main" id="{7D3F8F5E-6890-EC34-BD67-3CC1D8A9AA9E}"/>
                </a:ext>
              </a:extLst>
            </p:cNvPr>
            <p:cNvSpPr/>
            <p:nvPr/>
          </p:nvSpPr>
          <p:spPr>
            <a:xfrm>
              <a:off x="2907593" y="3171973"/>
              <a:ext cx="127000" cy="35310"/>
            </a:xfrm>
            <a:prstGeom prst="rect">
              <a:avLst/>
            </a:prstGeom>
            <a:solidFill>
              <a:srgbClr val="FF2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" name="Rectangle 4203">
              <a:extLst>
                <a:ext uri="{FF2B5EF4-FFF2-40B4-BE49-F238E27FC236}">
                  <a16:creationId xmlns:a16="http://schemas.microsoft.com/office/drawing/2014/main" id="{C6784D88-18F3-A1AB-DC19-6325EF2F8F4D}"/>
                </a:ext>
              </a:extLst>
            </p:cNvPr>
            <p:cNvSpPr/>
            <p:nvPr/>
          </p:nvSpPr>
          <p:spPr>
            <a:xfrm>
              <a:off x="2907593" y="3136663"/>
              <a:ext cx="127000" cy="35310"/>
            </a:xfrm>
            <a:prstGeom prst="rect">
              <a:avLst/>
            </a:prstGeom>
            <a:solidFill>
              <a:srgbClr val="FF1D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" name="Rectangle 4204">
              <a:extLst>
                <a:ext uri="{FF2B5EF4-FFF2-40B4-BE49-F238E27FC236}">
                  <a16:creationId xmlns:a16="http://schemas.microsoft.com/office/drawing/2014/main" id="{B151ECE5-CAB2-EB8D-CE3D-7CDEEAC21D4D}"/>
                </a:ext>
              </a:extLst>
            </p:cNvPr>
            <p:cNvSpPr/>
            <p:nvPr/>
          </p:nvSpPr>
          <p:spPr>
            <a:xfrm>
              <a:off x="2907593" y="3101353"/>
              <a:ext cx="127000" cy="35310"/>
            </a:xfrm>
            <a:prstGeom prst="rect">
              <a:avLst/>
            </a:prstGeom>
            <a:solidFill>
              <a:srgbClr val="FF1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" name="Rectangle 4205">
              <a:extLst>
                <a:ext uri="{FF2B5EF4-FFF2-40B4-BE49-F238E27FC236}">
                  <a16:creationId xmlns:a16="http://schemas.microsoft.com/office/drawing/2014/main" id="{F9F50566-26D5-DDE4-2270-5782B86E330B}"/>
                </a:ext>
              </a:extLst>
            </p:cNvPr>
            <p:cNvSpPr/>
            <p:nvPr/>
          </p:nvSpPr>
          <p:spPr>
            <a:xfrm>
              <a:off x="2907593" y="3066043"/>
              <a:ext cx="127000" cy="35310"/>
            </a:xfrm>
            <a:prstGeom prst="rect">
              <a:avLst/>
            </a:prstGeom>
            <a:solidFill>
              <a:srgbClr val="FF1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" name="Rectangle 4206">
              <a:extLst>
                <a:ext uri="{FF2B5EF4-FFF2-40B4-BE49-F238E27FC236}">
                  <a16:creationId xmlns:a16="http://schemas.microsoft.com/office/drawing/2014/main" id="{5D583484-92F4-C523-F43B-7D4B9350AA82}"/>
                </a:ext>
              </a:extLst>
            </p:cNvPr>
            <p:cNvSpPr/>
            <p:nvPr/>
          </p:nvSpPr>
          <p:spPr>
            <a:xfrm>
              <a:off x="2907593" y="3030733"/>
              <a:ext cx="127000" cy="35310"/>
            </a:xfrm>
            <a:prstGeom prst="rect">
              <a:avLst/>
            </a:prstGeom>
            <a:solidFill>
              <a:srgbClr val="FF0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" name="Rectangle 4207">
              <a:extLst>
                <a:ext uri="{FF2B5EF4-FFF2-40B4-BE49-F238E27FC236}">
                  <a16:creationId xmlns:a16="http://schemas.microsoft.com/office/drawing/2014/main" id="{49328CB0-42E1-0AE9-4934-8984B6C20F5C}"/>
                </a:ext>
              </a:extLst>
            </p:cNvPr>
            <p:cNvSpPr/>
            <p:nvPr/>
          </p:nvSpPr>
          <p:spPr>
            <a:xfrm>
              <a:off x="2907593" y="2995423"/>
              <a:ext cx="127000" cy="35310"/>
            </a:xfrm>
            <a:prstGeom prst="rect">
              <a:avLst/>
            </a:prstGeom>
            <a:solidFill>
              <a:srgbClr val="FF09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" name="Rectangle 4208">
              <a:extLst>
                <a:ext uri="{FF2B5EF4-FFF2-40B4-BE49-F238E27FC236}">
                  <a16:creationId xmlns:a16="http://schemas.microsoft.com/office/drawing/2014/main" id="{7C9869C9-FC82-9B79-9729-333F09678243}"/>
                </a:ext>
              </a:extLst>
            </p:cNvPr>
            <p:cNvSpPr/>
            <p:nvPr/>
          </p:nvSpPr>
          <p:spPr>
            <a:xfrm>
              <a:off x="2907593" y="2960113"/>
              <a:ext cx="127000" cy="35310"/>
            </a:xfrm>
            <a:prstGeom prst="rect">
              <a:avLst/>
            </a:prstGeom>
            <a:solidFill>
              <a:srgbClr val="FF0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0" name="Rectangle 4209">
              <a:extLst>
                <a:ext uri="{FF2B5EF4-FFF2-40B4-BE49-F238E27FC236}">
                  <a16:creationId xmlns:a16="http://schemas.microsoft.com/office/drawing/2014/main" id="{D613B6AA-9D7B-81A0-39B9-2925ED96E3A8}"/>
                </a:ext>
              </a:extLst>
            </p:cNvPr>
            <p:cNvSpPr/>
            <p:nvPr/>
          </p:nvSpPr>
          <p:spPr>
            <a:xfrm>
              <a:off x="2907593" y="2924803"/>
              <a:ext cx="127000" cy="35310"/>
            </a:xfrm>
            <a:prstGeom prst="rect">
              <a:avLst/>
            </a:prstGeom>
            <a:solidFill>
              <a:srgbClr val="F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1" name="Rectangle 4210">
              <a:extLst>
                <a:ext uri="{FF2B5EF4-FFF2-40B4-BE49-F238E27FC236}">
                  <a16:creationId xmlns:a16="http://schemas.microsoft.com/office/drawing/2014/main" id="{F3988090-5FE0-6842-CA0A-F47BE62E89CF}"/>
                </a:ext>
              </a:extLst>
            </p:cNvPr>
            <p:cNvSpPr/>
            <p:nvPr/>
          </p:nvSpPr>
          <p:spPr>
            <a:xfrm>
              <a:off x="2907593" y="2889493"/>
              <a:ext cx="127000" cy="35310"/>
            </a:xfrm>
            <a:prstGeom prst="rect">
              <a:avLst/>
            </a:prstGeom>
            <a:solidFill>
              <a:srgbClr val="F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2" name="Rectangle 4211">
              <a:extLst>
                <a:ext uri="{FF2B5EF4-FFF2-40B4-BE49-F238E27FC236}">
                  <a16:creationId xmlns:a16="http://schemas.microsoft.com/office/drawing/2014/main" id="{0C2C6D3E-6333-3376-BBF3-74300505D5C9}"/>
                </a:ext>
              </a:extLst>
            </p:cNvPr>
            <p:cNvSpPr/>
            <p:nvPr/>
          </p:nvSpPr>
          <p:spPr>
            <a:xfrm>
              <a:off x="2907593" y="2854182"/>
              <a:ext cx="127000" cy="35310"/>
            </a:xfrm>
            <a:prstGeom prst="rect">
              <a:avLst/>
            </a:prstGeom>
            <a:solidFill>
              <a:srgbClr val="F7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3" name="Rectangle 4212">
              <a:extLst>
                <a:ext uri="{FF2B5EF4-FFF2-40B4-BE49-F238E27FC236}">
                  <a16:creationId xmlns:a16="http://schemas.microsoft.com/office/drawing/2014/main" id="{03D2D6E9-F5D1-0A1F-DB47-7E0049F3C50D}"/>
                </a:ext>
              </a:extLst>
            </p:cNvPr>
            <p:cNvSpPr/>
            <p:nvPr/>
          </p:nvSpPr>
          <p:spPr>
            <a:xfrm>
              <a:off x="2907593" y="2818872"/>
              <a:ext cx="127000" cy="35310"/>
            </a:xfrm>
            <a:prstGeom prst="rect">
              <a:avLst/>
            </a:prstGeom>
            <a:solidFill>
              <a:srgbClr val="F4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4" name="Rectangle 4213">
              <a:extLst>
                <a:ext uri="{FF2B5EF4-FFF2-40B4-BE49-F238E27FC236}">
                  <a16:creationId xmlns:a16="http://schemas.microsoft.com/office/drawing/2014/main" id="{FB84D1B4-2565-4DBD-717A-1D7FCB287A1D}"/>
                </a:ext>
              </a:extLst>
            </p:cNvPr>
            <p:cNvSpPr/>
            <p:nvPr/>
          </p:nvSpPr>
          <p:spPr>
            <a:xfrm>
              <a:off x="2907593" y="2783562"/>
              <a:ext cx="127000" cy="35310"/>
            </a:xfrm>
            <a:prstGeom prst="rect">
              <a:avLst/>
            </a:prstGeom>
            <a:solidFill>
              <a:srgbClr val="F0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5" name="Rectangle 4214">
              <a:extLst>
                <a:ext uri="{FF2B5EF4-FFF2-40B4-BE49-F238E27FC236}">
                  <a16:creationId xmlns:a16="http://schemas.microsoft.com/office/drawing/2014/main" id="{53E37B41-BA56-5CA6-4DE8-096770AE4658}"/>
                </a:ext>
              </a:extLst>
            </p:cNvPr>
            <p:cNvSpPr/>
            <p:nvPr/>
          </p:nvSpPr>
          <p:spPr>
            <a:xfrm>
              <a:off x="2907593" y="2748252"/>
              <a:ext cx="127000" cy="35310"/>
            </a:xfrm>
            <a:prstGeom prst="rect">
              <a:avLst/>
            </a:prstGeom>
            <a:solidFill>
              <a:srgbClr val="ED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6" name="Rectangle 4215">
              <a:extLst>
                <a:ext uri="{FF2B5EF4-FFF2-40B4-BE49-F238E27FC236}">
                  <a16:creationId xmlns:a16="http://schemas.microsoft.com/office/drawing/2014/main" id="{F4FF24B1-EA5F-F50B-FC87-0CE4A5EFAC38}"/>
                </a:ext>
              </a:extLst>
            </p:cNvPr>
            <p:cNvSpPr/>
            <p:nvPr/>
          </p:nvSpPr>
          <p:spPr>
            <a:xfrm>
              <a:off x="2907593" y="2712942"/>
              <a:ext cx="127000" cy="35310"/>
            </a:xfrm>
            <a:prstGeom prst="rect">
              <a:avLst/>
            </a:prstGeom>
            <a:solidFill>
              <a:srgbClr val="E9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7" name="Rectangle 4216">
              <a:extLst>
                <a:ext uri="{FF2B5EF4-FFF2-40B4-BE49-F238E27FC236}">
                  <a16:creationId xmlns:a16="http://schemas.microsoft.com/office/drawing/2014/main" id="{4635371A-3C0E-564C-390A-8179D0C91687}"/>
                </a:ext>
              </a:extLst>
            </p:cNvPr>
            <p:cNvSpPr/>
            <p:nvPr/>
          </p:nvSpPr>
          <p:spPr>
            <a:xfrm>
              <a:off x="2907593" y="2677632"/>
              <a:ext cx="127000" cy="35310"/>
            </a:xfrm>
            <a:prstGeom prst="rect">
              <a:avLst/>
            </a:prstGeom>
            <a:solidFill>
              <a:srgbClr val="E6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8" name="Rectangle 4217">
              <a:extLst>
                <a:ext uri="{FF2B5EF4-FFF2-40B4-BE49-F238E27FC236}">
                  <a16:creationId xmlns:a16="http://schemas.microsoft.com/office/drawing/2014/main" id="{B49B0358-463F-18F7-9E5E-D17CAB2AE1BA}"/>
                </a:ext>
              </a:extLst>
            </p:cNvPr>
            <p:cNvSpPr/>
            <p:nvPr/>
          </p:nvSpPr>
          <p:spPr>
            <a:xfrm>
              <a:off x="2907593" y="2642322"/>
              <a:ext cx="127000" cy="35310"/>
            </a:xfrm>
            <a:prstGeom prst="rect">
              <a:avLst/>
            </a:prstGeom>
            <a:solidFill>
              <a:srgbClr val="E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9" name="Rectangle 4218">
              <a:extLst>
                <a:ext uri="{FF2B5EF4-FFF2-40B4-BE49-F238E27FC236}">
                  <a16:creationId xmlns:a16="http://schemas.microsoft.com/office/drawing/2014/main" id="{8C106536-0706-B185-802A-3B441B2200CF}"/>
                </a:ext>
              </a:extLst>
            </p:cNvPr>
            <p:cNvSpPr/>
            <p:nvPr/>
          </p:nvSpPr>
          <p:spPr>
            <a:xfrm>
              <a:off x="2907593" y="2607012"/>
              <a:ext cx="127000" cy="35310"/>
            </a:xfrm>
            <a:prstGeom prst="rect">
              <a:avLst/>
            </a:prstGeom>
            <a:solidFill>
              <a:srgbClr val="DF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0" name="Rectangle 4219">
              <a:extLst>
                <a:ext uri="{FF2B5EF4-FFF2-40B4-BE49-F238E27FC236}">
                  <a16:creationId xmlns:a16="http://schemas.microsoft.com/office/drawing/2014/main" id="{1F71BEA5-BD32-5EF4-E0F9-10314B79D0B9}"/>
                </a:ext>
              </a:extLst>
            </p:cNvPr>
            <p:cNvSpPr/>
            <p:nvPr/>
          </p:nvSpPr>
          <p:spPr>
            <a:xfrm>
              <a:off x="2907593" y="2571702"/>
              <a:ext cx="127000" cy="35310"/>
            </a:xfrm>
            <a:prstGeom prst="rect">
              <a:avLst/>
            </a:prstGeom>
            <a:solidFill>
              <a:srgbClr val="D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1" name="Rectangle 4220">
              <a:extLst>
                <a:ext uri="{FF2B5EF4-FFF2-40B4-BE49-F238E27FC236}">
                  <a16:creationId xmlns:a16="http://schemas.microsoft.com/office/drawing/2014/main" id="{EF3D6B19-A505-9380-3C77-43AF83ED00A7}"/>
                </a:ext>
              </a:extLst>
            </p:cNvPr>
            <p:cNvSpPr/>
            <p:nvPr/>
          </p:nvSpPr>
          <p:spPr>
            <a:xfrm>
              <a:off x="2907593" y="2536392"/>
              <a:ext cx="127000" cy="35310"/>
            </a:xfrm>
            <a:prstGeom prst="rect">
              <a:avLst/>
            </a:prstGeom>
            <a:solidFill>
              <a:srgbClr val="D8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2" name="Rectangle 4221">
              <a:extLst>
                <a:ext uri="{FF2B5EF4-FFF2-40B4-BE49-F238E27FC236}">
                  <a16:creationId xmlns:a16="http://schemas.microsoft.com/office/drawing/2014/main" id="{408BDFC4-6F6E-FB26-B562-BC49CEE68F8F}"/>
                </a:ext>
              </a:extLst>
            </p:cNvPr>
            <p:cNvSpPr/>
            <p:nvPr/>
          </p:nvSpPr>
          <p:spPr>
            <a:xfrm>
              <a:off x="2907593" y="2501082"/>
              <a:ext cx="127000" cy="35310"/>
            </a:xfrm>
            <a:prstGeom prst="rect">
              <a:avLst/>
            </a:prstGeom>
            <a:solidFill>
              <a:srgbClr val="D4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3" name="Rectangle 4222">
              <a:extLst>
                <a:ext uri="{FF2B5EF4-FFF2-40B4-BE49-F238E27FC236}">
                  <a16:creationId xmlns:a16="http://schemas.microsoft.com/office/drawing/2014/main" id="{FD2C1454-99DB-1D6D-B78C-CE286867951A}"/>
                </a:ext>
              </a:extLst>
            </p:cNvPr>
            <p:cNvSpPr/>
            <p:nvPr/>
          </p:nvSpPr>
          <p:spPr>
            <a:xfrm>
              <a:off x="2907593" y="2465772"/>
              <a:ext cx="127000" cy="35310"/>
            </a:xfrm>
            <a:prstGeom prst="rect">
              <a:avLst/>
            </a:prstGeom>
            <a:solidFill>
              <a:srgbClr val="D1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4" name="Rectangle 4223">
              <a:extLst>
                <a:ext uri="{FF2B5EF4-FFF2-40B4-BE49-F238E27FC236}">
                  <a16:creationId xmlns:a16="http://schemas.microsoft.com/office/drawing/2014/main" id="{98040739-BC99-403E-898F-48D57364E6F0}"/>
                </a:ext>
              </a:extLst>
            </p:cNvPr>
            <p:cNvSpPr/>
            <p:nvPr/>
          </p:nvSpPr>
          <p:spPr>
            <a:xfrm>
              <a:off x="2907593" y="2430462"/>
              <a:ext cx="127000" cy="35310"/>
            </a:xfrm>
            <a:prstGeom prst="rect">
              <a:avLst/>
            </a:prstGeom>
            <a:solidFill>
              <a:srgbClr val="CD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5" name="Rectangle 4224">
              <a:extLst>
                <a:ext uri="{FF2B5EF4-FFF2-40B4-BE49-F238E27FC236}">
                  <a16:creationId xmlns:a16="http://schemas.microsoft.com/office/drawing/2014/main" id="{333EC108-C5CE-8A6C-470D-3DD043D5DE5F}"/>
                </a:ext>
              </a:extLst>
            </p:cNvPr>
            <p:cNvSpPr/>
            <p:nvPr/>
          </p:nvSpPr>
          <p:spPr>
            <a:xfrm>
              <a:off x="2907593" y="2395152"/>
              <a:ext cx="127000" cy="35310"/>
            </a:xfrm>
            <a:prstGeom prst="rect">
              <a:avLst/>
            </a:prstGeom>
            <a:solidFill>
              <a:srgbClr val="CA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6" name="Rectangle 4225">
              <a:extLst>
                <a:ext uri="{FF2B5EF4-FFF2-40B4-BE49-F238E27FC236}">
                  <a16:creationId xmlns:a16="http://schemas.microsoft.com/office/drawing/2014/main" id="{9C83856C-0438-6D9E-C603-349696C31BE1}"/>
                </a:ext>
              </a:extLst>
            </p:cNvPr>
            <p:cNvSpPr/>
            <p:nvPr/>
          </p:nvSpPr>
          <p:spPr>
            <a:xfrm>
              <a:off x="2907593" y="2359841"/>
              <a:ext cx="127000" cy="35310"/>
            </a:xfrm>
            <a:prstGeom prst="rect">
              <a:avLst/>
            </a:prstGeom>
            <a:solidFill>
              <a:srgbClr val="C6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7" name="Rectangle 4226">
              <a:extLst>
                <a:ext uri="{FF2B5EF4-FFF2-40B4-BE49-F238E27FC236}">
                  <a16:creationId xmlns:a16="http://schemas.microsoft.com/office/drawing/2014/main" id="{01B93600-6B64-EF1D-3346-5232F0E8E4BB}"/>
                </a:ext>
              </a:extLst>
            </p:cNvPr>
            <p:cNvSpPr/>
            <p:nvPr/>
          </p:nvSpPr>
          <p:spPr>
            <a:xfrm>
              <a:off x="2907593" y="2324531"/>
              <a:ext cx="127000" cy="35310"/>
            </a:xfrm>
            <a:prstGeom prst="rect">
              <a:avLst/>
            </a:prstGeom>
            <a:solidFill>
              <a:srgbClr val="C3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8" name="Rectangle 4227">
              <a:extLst>
                <a:ext uri="{FF2B5EF4-FFF2-40B4-BE49-F238E27FC236}">
                  <a16:creationId xmlns:a16="http://schemas.microsoft.com/office/drawing/2014/main" id="{F0EC2CE5-2177-6407-9530-DBD863A969C6}"/>
                </a:ext>
              </a:extLst>
            </p:cNvPr>
            <p:cNvSpPr/>
            <p:nvPr/>
          </p:nvSpPr>
          <p:spPr>
            <a:xfrm>
              <a:off x="2907593" y="2289221"/>
              <a:ext cx="127000" cy="35310"/>
            </a:xfrm>
            <a:prstGeom prst="rect">
              <a:avLst/>
            </a:prstGeom>
            <a:solidFill>
              <a:srgbClr val="BF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9" name="Rectangle 4228">
              <a:extLst>
                <a:ext uri="{FF2B5EF4-FFF2-40B4-BE49-F238E27FC236}">
                  <a16:creationId xmlns:a16="http://schemas.microsoft.com/office/drawing/2014/main" id="{5E169FB0-86EA-975D-3A71-6EF6407E5381}"/>
                </a:ext>
              </a:extLst>
            </p:cNvPr>
            <p:cNvSpPr/>
            <p:nvPr/>
          </p:nvSpPr>
          <p:spPr>
            <a:xfrm>
              <a:off x="2907593" y="2253911"/>
              <a:ext cx="127000" cy="35310"/>
            </a:xfrm>
            <a:prstGeom prst="rect">
              <a:avLst/>
            </a:prstGeom>
            <a:solidFill>
              <a:srgbClr val="BC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0" name="Rectangle 4229">
              <a:extLst>
                <a:ext uri="{FF2B5EF4-FFF2-40B4-BE49-F238E27FC236}">
                  <a16:creationId xmlns:a16="http://schemas.microsoft.com/office/drawing/2014/main" id="{1000C4C1-F2EB-E5EA-4E73-0E63DFED787F}"/>
                </a:ext>
              </a:extLst>
            </p:cNvPr>
            <p:cNvSpPr/>
            <p:nvPr/>
          </p:nvSpPr>
          <p:spPr>
            <a:xfrm>
              <a:off x="2907593" y="2218601"/>
              <a:ext cx="127000" cy="35310"/>
            </a:xfrm>
            <a:prstGeom prst="rect">
              <a:avLst/>
            </a:prstGeom>
            <a:solidFill>
              <a:srgbClr val="B8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1" name="Rectangle 4230">
              <a:extLst>
                <a:ext uri="{FF2B5EF4-FFF2-40B4-BE49-F238E27FC236}">
                  <a16:creationId xmlns:a16="http://schemas.microsoft.com/office/drawing/2014/main" id="{CBD8AEF5-835B-65F0-09A0-D66807D56891}"/>
                </a:ext>
              </a:extLst>
            </p:cNvPr>
            <p:cNvSpPr/>
            <p:nvPr/>
          </p:nvSpPr>
          <p:spPr>
            <a:xfrm>
              <a:off x="2907593" y="2183291"/>
              <a:ext cx="127000" cy="35310"/>
            </a:xfrm>
            <a:prstGeom prst="rect">
              <a:avLst/>
            </a:prstGeom>
            <a:solidFill>
              <a:srgbClr val="B5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" name="Rectangle 4231">
              <a:extLst>
                <a:ext uri="{FF2B5EF4-FFF2-40B4-BE49-F238E27FC236}">
                  <a16:creationId xmlns:a16="http://schemas.microsoft.com/office/drawing/2014/main" id="{4FF373FB-91D6-1236-F83C-6C5408D2FCDD}"/>
                </a:ext>
              </a:extLst>
            </p:cNvPr>
            <p:cNvSpPr/>
            <p:nvPr/>
          </p:nvSpPr>
          <p:spPr>
            <a:xfrm>
              <a:off x="2907593" y="2147981"/>
              <a:ext cx="127000" cy="35310"/>
            </a:xfrm>
            <a:prstGeom prst="rect">
              <a:avLst/>
            </a:prstGeom>
            <a:solidFill>
              <a:srgbClr val="B1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" name="Rectangle 4232">
              <a:extLst>
                <a:ext uri="{FF2B5EF4-FFF2-40B4-BE49-F238E27FC236}">
                  <a16:creationId xmlns:a16="http://schemas.microsoft.com/office/drawing/2014/main" id="{F67C3F04-EB82-D579-250C-2956469F0E8A}"/>
                </a:ext>
              </a:extLst>
            </p:cNvPr>
            <p:cNvSpPr/>
            <p:nvPr/>
          </p:nvSpPr>
          <p:spPr>
            <a:xfrm>
              <a:off x="2907593" y="2112671"/>
              <a:ext cx="127000" cy="35310"/>
            </a:xfrm>
            <a:prstGeom prst="rect">
              <a:avLst/>
            </a:prstGeom>
            <a:solidFill>
              <a:srgbClr val="A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4" name="Rectangle 4233">
              <a:extLst>
                <a:ext uri="{FF2B5EF4-FFF2-40B4-BE49-F238E27FC236}">
                  <a16:creationId xmlns:a16="http://schemas.microsoft.com/office/drawing/2014/main" id="{AC2C58C0-F924-D46C-0481-4711B57B4448}"/>
                </a:ext>
              </a:extLst>
            </p:cNvPr>
            <p:cNvSpPr/>
            <p:nvPr/>
          </p:nvSpPr>
          <p:spPr>
            <a:xfrm>
              <a:off x="2907593" y="2077361"/>
              <a:ext cx="127000" cy="35310"/>
            </a:xfrm>
            <a:prstGeom prst="rect">
              <a:avLst/>
            </a:prstGeom>
            <a:solidFill>
              <a:srgbClr val="AA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5" name="Rectangle 4234">
              <a:extLst>
                <a:ext uri="{FF2B5EF4-FFF2-40B4-BE49-F238E27FC236}">
                  <a16:creationId xmlns:a16="http://schemas.microsoft.com/office/drawing/2014/main" id="{5D2937A7-C9EC-0FBD-CA94-142815A43AED}"/>
                </a:ext>
              </a:extLst>
            </p:cNvPr>
            <p:cNvSpPr/>
            <p:nvPr/>
          </p:nvSpPr>
          <p:spPr>
            <a:xfrm>
              <a:off x="2907593" y="2042051"/>
              <a:ext cx="127000" cy="35310"/>
            </a:xfrm>
            <a:prstGeom prst="rect">
              <a:avLst/>
            </a:prstGeom>
            <a:solidFill>
              <a:srgbClr val="A7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6" name="Rectangle 4235">
              <a:extLst>
                <a:ext uri="{FF2B5EF4-FFF2-40B4-BE49-F238E27FC236}">
                  <a16:creationId xmlns:a16="http://schemas.microsoft.com/office/drawing/2014/main" id="{23D8B29F-09CA-937D-332A-189AA914060E}"/>
                </a:ext>
              </a:extLst>
            </p:cNvPr>
            <p:cNvSpPr/>
            <p:nvPr/>
          </p:nvSpPr>
          <p:spPr>
            <a:xfrm>
              <a:off x="2907593" y="2006741"/>
              <a:ext cx="127000" cy="35310"/>
            </a:xfrm>
            <a:prstGeom prst="rect">
              <a:avLst/>
            </a:prstGeom>
            <a:solidFill>
              <a:srgbClr val="A3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" name="Rectangle 4236">
              <a:extLst>
                <a:ext uri="{FF2B5EF4-FFF2-40B4-BE49-F238E27FC236}">
                  <a16:creationId xmlns:a16="http://schemas.microsoft.com/office/drawing/2014/main" id="{6BD45213-84D6-1E71-2254-1FA260C4418E}"/>
                </a:ext>
              </a:extLst>
            </p:cNvPr>
            <p:cNvSpPr/>
            <p:nvPr/>
          </p:nvSpPr>
          <p:spPr>
            <a:xfrm>
              <a:off x="2907593" y="1971431"/>
              <a:ext cx="127000" cy="35310"/>
            </a:xfrm>
            <a:prstGeom prst="rect">
              <a:avLst/>
            </a:prstGeom>
            <a:solidFill>
              <a:srgbClr val="A0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" name="Rectangle 4237">
              <a:extLst>
                <a:ext uri="{FF2B5EF4-FFF2-40B4-BE49-F238E27FC236}">
                  <a16:creationId xmlns:a16="http://schemas.microsoft.com/office/drawing/2014/main" id="{7FEFF1E8-5D1D-D588-AF4D-CF97ECC72C81}"/>
                </a:ext>
              </a:extLst>
            </p:cNvPr>
            <p:cNvSpPr/>
            <p:nvPr/>
          </p:nvSpPr>
          <p:spPr>
            <a:xfrm>
              <a:off x="2907593" y="1936121"/>
              <a:ext cx="127000" cy="35310"/>
            </a:xfrm>
            <a:prstGeom prst="rect">
              <a:avLst/>
            </a:prstGeom>
            <a:solidFill>
              <a:srgbClr val="9C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" name="Rectangle 4238">
              <a:extLst>
                <a:ext uri="{FF2B5EF4-FFF2-40B4-BE49-F238E27FC236}">
                  <a16:creationId xmlns:a16="http://schemas.microsoft.com/office/drawing/2014/main" id="{C9F18920-E8FB-235A-FD6C-7F45193BBD86}"/>
                </a:ext>
              </a:extLst>
            </p:cNvPr>
            <p:cNvSpPr/>
            <p:nvPr/>
          </p:nvSpPr>
          <p:spPr>
            <a:xfrm>
              <a:off x="2907593" y="1900810"/>
              <a:ext cx="127000" cy="35310"/>
            </a:xfrm>
            <a:prstGeom prst="rect">
              <a:avLst/>
            </a:prstGeom>
            <a:solidFill>
              <a:srgbClr val="99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" name="Rectangle 4239">
              <a:extLst>
                <a:ext uri="{FF2B5EF4-FFF2-40B4-BE49-F238E27FC236}">
                  <a16:creationId xmlns:a16="http://schemas.microsoft.com/office/drawing/2014/main" id="{E52E78F1-5723-FAC0-4183-5680ADB6473A}"/>
                </a:ext>
              </a:extLst>
            </p:cNvPr>
            <p:cNvSpPr/>
            <p:nvPr/>
          </p:nvSpPr>
          <p:spPr>
            <a:xfrm>
              <a:off x="2907593" y="1865500"/>
              <a:ext cx="127000" cy="35310"/>
            </a:xfrm>
            <a:prstGeom prst="rect">
              <a:avLst/>
            </a:prstGeom>
            <a:solidFill>
              <a:srgbClr val="95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" name="Rectangle 4240">
              <a:extLst>
                <a:ext uri="{FF2B5EF4-FFF2-40B4-BE49-F238E27FC236}">
                  <a16:creationId xmlns:a16="http://schemas.microsoft.com/office/drawing/2014/main" id="{CE896033-5206-9810-03C9-27CCB57FC877}"/>
                </a:ext>
              </a:extLst>
            </p:cNvPr>
            <p:cNvSpPr/>
            <p:nvPr/>
          </p:nvSpPr>
          <p:spPr>
            <a:xfrm>
              <a:off x="2907593" y="1830190"/>
              <a:ext cx="127000" cy="35310"/>
            </a:xfrm>
            <a:prstGeom prst="rect">
              <a:avLst/>
            </a:prstGeom>
            <a:solidFill>
              <a:srgbClr val="9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" name="Rectangle 4241">
              <a:extLst>
                <a:ext uri="{FF2B5EF4-FFF2-40B4-BE49-F238E27FC236}">
                  <a16:creationId xmlns:a16="http://schemas.microsoft.com/office/drawing/2014/main" id="{1346467D-33E6-54D2-7AB6-FF157BF54079}"/>
                </a:ext>
              </a:extLst>
            </p:cNvPr>
            <p:cNvSpPr/>
            <p:nvPr/>
          </p:nvSpPr>
          <p:spPr>
            <a:xfrm>
              <a:off x="2907593" y="1794880"/>
              <a:ext cx="127000" cy="35310"/>
            </a:xfrm>
            <a:prstGeom prst="rect">
              <a:avLst/>
            </a:prstGeom>
            <a:solidFill>
              <a:srgbClr val="8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3" name="Rectangle 4242">
              <a:extLst>
                <a:ext uri="{FF2B5EF4-FFF2-40B4-BE49-F238E27FC236}">
                  <a16:creationId xmlns:a16="http://schemas.microsoft.com/office/drawing/2014/main" id="{EDE3ECF0-8FB6-7DEA-C0EC-5B79DA722A4B}"/>
                </a:ext>
              </a:extLst>
            </p:cNvPr>
            <p:cNvSpPr/>
            <p:nvPr/>
          </p:nvSpPr>
          <p:spPr>
            <a:xfrm>
              <a:off x="2907593" y="1759570"/>
              <a:ext cx="127000" cy="35310"/>
            </a:xfrm>
            <a:prstGeom prst="rect">
              <a:avLst/>
            </a:prstGeom>
            <a:solidFill>
              <a:srgbClr val="8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03" name="Group 5102">
            <a:extLst>
              <a:ext uri="{FF2B5EF4-FFF2-40B4-BE49-F238E27FC236}">
                <a16:creationId xmlns:a16="http://schemas.microsoft.com/office/drawing/2014/main" id="{323BADB5-03D8-1799-00F5-1FB33B53C6D5}"/>
              </a:ext>
            </a:extLst>
          </p:cNvPr>
          <p:cNvGrpSpPr/>
          <p:nvPr/>
        </p:nvGrpSpPr>
        <p:grpSpPr>
          <a:xfrm>
            <a:off x="2975673" y="528752"/>
            <a:ext cx="328936" cy="3537227"/>
            <a:chOff x="2993952" y="1755222"/>
            <a:chExt cx="328936" cy="3537227"/>
          </a:xfrm>
        </p:grpSpPr>
        <p:sp>
          <p:nvSpPr>
            <p:cNvPr id="4244" name="TextBox 4243">
              <a:extLst>
                <a:ext uri="{FF2B5EF4-FFF2-40B4-BE49-F238E27FC236}">
                  <a16:creationId xmlns:a16="http://schemas.microsoft.com/office/drawing/2014/main" id="{A60D0D1C-49D5-3179-FD36-8AF1C78AA772}"/>
                </a:ext>
              </a:extLst>
            </p:cNvPr>
            <p:cNvSpPr txBox="1"/>
            <p:nvPr/>
          </p:nvSpPr>
          <p:spPr>
            <a:xfrm>
              <a:off x="2993952" y="5077005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4245" name="TextBox 4244">
              <a:extLst>
                <a:ext uri="{FF2B5EF4-FFF2-40B4-BE49-F238E27FC236}">
                  <a16:creationId xmlns:a16="http://schemas.microsoft.com/office/drawing/2014/main" id="{270711FF-C174-CBEA-2DF4-1786529B7038}"/>
                </a:ext>
              </a:extLst>
            </p:cNvPr>
            <p:cNvSpPr txBox="1"/>
            <p:nvPr/>
          </p:nvSpPr>
          <p:spPr>
            <a:xfrm>
              <a:off x="2993952" y="4370803"/>
              <a:ext cx="32893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0.2</a:t>
              </a:r>
            </a:p>
          </p:txBody>
        </p:sp>
        <p:sp>
          <p:nvSpPr>
            <p:cNvPr id="4246" name="TextBox 4245">
              <a:extLst>
                <a:ext uri="{FF2B5EF4-FFF2-40B4-BE49-F238E27FC236}">
                  <a16:creationId xmlns:a16="http://schemas.microsoft.com/office/drawing/2014/main" id="{C496FED0-84AD-5F80-2C47-91632DD4441C}"/>
                </a:ext>
              </a:extLst>
            </p:cNvPr>
            <p:cNvSpPr txBox="1"/>
            <p:nvPr/>
          </p:nvSpPr>
          <p:spPr>
            <a:xfrm>
              <a:off x="2993952" y="3664602"/>
              <a:ext cx="32893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0.4</a:t>
              </a:r>
            </a:p>
          </p:txBody>
        </p:sp>
        <p:sp>
          <p:nvSpPr>
            <p:cNvPr id="4247" name="TextBox 4246">
              <a:extLst>
                <a:ext uri="{FF2B5EF4-FFF2-40B4-BE49-F238E27FC236}">
                  <a16:creationId xmlns:a16="http://schemas.microsoft.com/office/drawing/2014/main" id="{1A712BE3-F9BA-5B06-B9F7-2E27E0C7F2DF}"/>
                </a:ext>
              </a:extLst>
            </p:cNvPr>
            <p:cNvSpPr txBox="1"/>
            <p:nvPr/>
          </p:nvSpPr>
          <p:spPr>
            <a:xfrm>
              <a:off x="2993952" y="2958400"/>
              <a:ext cx="32893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0.6</a:t>
              </a:r>
            </a:p>
          </p:txBody>
        </p:sp>
        <p:sp>
          <p:nvSpPr>
            <p:cNvPr id="4248" name="TextBox 4247">
              <a:extLst>
                <a:ext uri="{FF2B5EF4-FFF2-40B4-BE49-F238E27FC236}">
                  <a16:creationId xmlns:a16="http://schemas.microsoft.com/office/drawing/2014/main" id="{FFFF5FB7-7326-0FF7-54CA-545D555B3EE4}"/>
                </a:ext>
              </a:extLst>
            </p:cNvPr>
            <p:cNvSpPr txBox="1"/>
            <p:nvPr/>
          </p:nvSpPr>
          <p:spPr>
            <a:xfrm>
              <a:off x="2993952" y="2252199"/>
              <a:ext cx="32893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0.8</a:t>
              </a:r>
            </a:p>
          </p:txBody>
        </p:sp>
        <p:sp>
          <p:nvSpPr>
            <p:cNvPr id="4249" name="TextBox 4248">
              <a:extLst>
                <a:ext uri="{FF2B5EF4-FFF2-40B4-BE49-F238E27FC236}">
                  <a16:creationId xmlns:a16="http://schemas.microsoft.com/office/drawing/2014/main" id="{31E6B860-9C67-BE9E-37D3-763D2A8D8548}"/>
                </a:ext>
              </a:extLst>
            </p:cNvPr>
            <p:cNvSpPr txBox="1"/>
            <p:nvPr/>
          </p:nvSpPr>
          <p:spPr>
            <a:xfrm>
              <a:off x="2993952" y="1755222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</p:grpSp>
      <p:grpSp>
        <p:nvGrpSpPr>
          <p:cNvPr id="5113" name="Group 5112">
            <a:extLst>
              <a:ext uri="{FF2B5EF4-FFF2-40B4-BE49-F238E27FC236}">
                <a16:creationId xmlns:a16="http://schemas.microsoft.com/office/drawing/2014/main" id="{FA27A35B-BF27-453A-121D-E7BA35319A0F}"/>
              </a:ext>
            </a:extLst>
          </p:cNvPr>
          <p:cNvGrpSpPr/>
          <p:nvPr/>
        </p:nvGrpSpPr>
        <p:grpSpPr>
          <a:xfrm>
            <a:off x="6424556" y="529689"/>
            <a:ext cx="415295" cy="3436763"/>
            <a:chOff x="6379665" y="1756159"/>
            <a:chExt cx="415295" cy="3436763"/>
          </a:xfrm>
        </p:grpSpPr>
        <p:grpSp>
          <p:nvGrpSpPr>
            <p:cNvPr id="5109" name="Group 5108">
              <a:extLst>
                <a:ext uri="{FF2B5EF4-FFF2-40B4-BE49-F238E27FC236}">
                  <a16:creationId xmlns:a16="http://schemas.microsoft.com/office/drawing/2014/main" id="{08545173-7258-F8BB-46D0-58F8459ED710}"/>
                </a:ext>
              </a:extLst>
            </p:cNvPr>
            <p:cNvGrpSpPr/>
            <p:nvPr/>
          </p:nvGrpSpPr>
          <p:grpSpPr>
            <a:xfrm>
              <a:off x="6379665" y="1756159"/>
              <a:ext cx="127000" cy="3428705"/>
              <a:chOff x="6379665" y="1756159"/>
              <a:chExt cx="127000" cy="3428705"/>
            </a:xfrm>
          </p:grpSpPr>
          <p:sp>
            <p:nvSpPr>
              <p:cNvPr id="4992" name="Rectangle 4991">
                <a:extLst>
                  <a:ext uri="{FF2B5EF4-FFF2-40B4-BE49-F238E27FC236}">
                    <a16:creationId xmlns:a16="http://schemas.microsoft.com/office/drawing/2014/main" id="{B3D16FDA-B734-E005-0269-7CD9B46B6484}"/>
                  </a:ext>
                </a:extLst>
              </p:cNvPr>
              <p:cNvSpPr/>
              <p:nvPr/>
            </p:nvSpPr>
            <p:spPr>
              <a:xfrm>
                <a:off x="6379665" y="5150577"/>
                <a:ext cx="127000" cy="34287"/>
              </a:xfrm>
              <a:prstGeom prst="rect">
                <a:avLst/>
              </a:prstGeom>
              <a:solidFill>
                <a:srgbClr val="F2F2F2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3" name="Rectangle 4992">
                <a:extLst>
                  <a:ext uri="{FF2B5EF4-FFF2-40B4-BE49-F238E27FC236}">
                    <a16:creationId xmlns:a16="http://schemas.microsoft.com/office/drawing/2014/main" id="{4FEA2335-F845-1BB4-4A87-ED5FBE05CEC2}"/>
                  </a:ext>
                </a:extLst>
              </p:cNvPr>
              <p:cNvSpPr/>
              <p:nvPr/>
            </p:nvSpPr>
            <p:spPr>
              <a:xfrm>
                <a:off x="6379665" y="5116289"/>
                <a:ext cx="127000" cy="34287"/>
              </a:xfrm>
              <a:prstGeom prst="rect">
                <a:avLst/>
              </a:prstGeom>
              <a:solidFill>
                <a:srgbClr val="F2EFEA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4" name="Rectangle 4993">
                <a:extLst>
                  <a:ext uri="{FF2B5EF4-FFF2-40B4-BE49-F238E27FC236}">
                    <a16:creationId xmlns:a16="http://schemas.microsoft.com/office/drawing/2014/main" id="{DDC3D64E-45F5-8C52-EC4E-4C8DD56BB754}"/>
                  </a:ext>
                </a:extLst>
              </p:cNvPr>
              <p:cNvSpPr/>
              <p:nvPr/>
            </p:nvSpPr>
            <p:spPr>
              <a:xfrm>
                <a:off x="6379665" y="5082002"/>
                <a:ext cx="127000" cy="34287"/>
              </a:xfrm>
              <a:prstGeom prst="rect">
                <a:avLst/>
              </a:prstGeom>
              <a:solidFill>
                <a:srgbClr val="F2EDE3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5" name="Rectangle 4994">
                <a:extLst>
                  <a:ext uri="{FF2B5EF4-FFF2-40B4-BE49-F238E27FC236}">
                    <a16:creationId xmlns:a16="http://schemas.microsoft.com/office/drawing/2014/main" id="{0383DF3B-E129-ADC0-D5A0-97E701E2A4D3}"/>
                  </a:ext>
                </a:extLst>
              </p:cNvPr>
              <p:cNvSpPr/>
              <p:nvPr/>
            </p:nvSpPr>
            <p:spPr>
              <a:xfrm>
                <a:off x="6379665" y="5047715"/>
                <a:ext cx="127000" cy="34287"/>
              </a:xfrm>
              <a:prstGeom prst="rect">
                <a:avLst/>
              </a:prstGeom>
              <a:solidFill>
                <a:srgbClr val="F3EBDB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6" name="Rectangle 4995">
                <a:extLst>
                  <a:ext uri="{FF2B5EF4-FFF2-40B4-BE49-F238E27FC236}">
                    <a16:creationId xmlns:a16="http://schemas.microsoft.com/office/drawing/2014/main" id="{DD76A96E-B646-5152-53CD-3C23C948B141}"/>
                  </a:ext>
                </a:extLst>
              </p:cNvPr>
              <p:cNvSpPr/>
              <p:nvPr/>
            </p:nvSpPr>
            <p:spPr>
              <a:xfrm>
                <a:off x="6379665" y="5013428"/>
                <a:ext cx="127000" cy="34287"/>
              </a:xfrm>
              <a:prstGeom prst="rect">
                <a:avLst/>
              </a:prstGeom>
              <a:solidFill>
                <a:srgbClr val="F3E8D4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7" name="Rectangle 4996">
                <a:extLst>
                  <a:ext uri="{FF2B5EF4-FFF2-40B4-BE49-F238E27FC236}">
                    <a16:creationId xmlns:a16="http://schemas.microsoft.com/office/drawing/2014/main" id="{19E3E755-51BD-2B7F-9519-73E95F51779F}"/>
                  </a:ext>
                </a:extLst>
              </p:cNvPr>
              <p:cNvSpPr/>
              <p:nvPr/>
            </p:nvSpPr>
            <p:spPr>
              <a:xfrm>
                <a:off x="6379665" y="4979141"/>
                <a:ext cx="127000" cy="34287"/>
              </a:xfrm>
              <a:prstGeom prst="rect">
                <a:avLst/>
              </a:prstGeom>
              <a:solidFill>
                <a:srgbClr val="F3E6CD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8" name="Rectangle 4997">
                <a:extLst>
                  <a:ext uri="{FF2B5EF4-FFF2-40B4-BE49-F238E27FC236}">
                    <a16:creationId xmlns:a16="http://schemas.microsoft.com/office/drawing/2014/main" id="{30F26733-667F-80D6-E3C5-578A2365AC37}"/>
                  </a:ext>
                </a:extLst>
              </p:cNvPr>
              <p:cNvSpPr/>
              <p:nvPr/>
            </p:nvSpPr>
            <p:spPr>
              <a:xfrm>
                <a:off x="6379665" y="4944854"/>
                <a:ext cx="127000" cy="34287"/>
              </a:xfrm>
              <a:prstGeom prst="rect">
                <a:avLst/>
              </a:prstGeom>
              <a:solidFill>
                <a:srgbClr val="F4E3C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4999" name="Rectangle 4998">
                <a:extLst>
                  <a:ext uri="{FF2B5EF4-FFF2-40B4-BE49-F238E27FC236}">
                    <a16:creationId xmlns:a16="http://schemas.microsoft.com/office/drawing/2014/main" id="{9E716AAD-AB2F-E79D-8786-4F6118D2ECA0}"/>
                  </a:ext>
                </a:extLst>
              </p:cNvPr>
              <p:cNvSpPr/>
              <p:nvPr/>
            </p:nvSpPr>
            <p:spPr>
              <a:xfrm>
                <a:off x="6379665" y="4910567"/>
                <a:ext cx="127000" cy="34287"/>
              </a:xfrm>
              <a:prstGeom prst="rect">
                <a:avLst/>
              </a:prstGeom>
              <a:solidFill>
                <a:srgbClr val="F4E1B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0" name="Rectangle 4999">
                <a:extLst>
                  <a:ext uri="{FF2B5EF4-FFF2-40B4-BE49-F238E27FC236}">
                    <a16:creationId xmlns:a16="http://schemas.microsoft.com/office/drawing/2014/main" id="{937E5854-00DF-BC9E-66E1-2FDA2F16B8B6}"/>
                  </a:ext>
                </a:extLst>
              </p:cNvPr>
              <p:cNvSpPr/>
              <p:nvPr/>
            </p:nvSpPr>
            <p:spPr>
              <a:xfrm>
                <a:off x="6379665" y="4876280"/>
                <a:ext cx="127000" cy="34287"/>
              </a:xfrm>
              <a:prstGeom prst="rect">
                <a:avLst/>
              </a:prstGeom>
              <a:solidFill>
                <a:srgbClr val="F5DFB7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1" name="Rectangle 5000">
                <a:extLst>
                  <a:ext uri="{FF2B5EF4-FFF2-40B4-BE49-F238E27FC236}">
                    <a16:creationId xmlns:a16="http://schemas.microsoft.com/office/drawing/2014/main" id="{5E880BD3-D551-CBDF-159C-7DB6843D8DCD}"/>
                  </a:ext>
                </a:extLst>
              </p:cNvPr>
              <p:cNvSpPr/>
              <p:nvPr/>
            </p:nvSpPr>
            <p:spPr>
              <a:xfrm>
                <a:off x="6379665" y="4841993"/>
                <a:ext cx="127000" cy="34287"/>
              </a:xfrm>
              <a:prstGeom prst="rect">
                <a:avLst/>
              </a:prstGeom>
              <a:solidFill>
                <a:srgbClr val="F5DD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2" name="Rectangle 5001">
                <a:extLst>
                  <a:ext uri="{FF2B5EF4-FFF2-40B4-BE49-F238E27FC236}">
                    <a16:creationId xmlns:a16="http://schemas.microsoft.com/office/drawing/2014/main" id="{B213EF4C-E983-5F76-114C-3312A6C22E24}"/>
                  </a:ext>
                </a:extLst>
              </p:cNvPr>
              <p:cNvSpPr/>
              <p:nvPr/>
            </p:nvSpPr>
            <p:spPr>
              <a:xfrm>
                <a:off x="6379665" y="4807706"/>
                <a:ext cx="127000" cy="34287"/>
              </a:xfrm>
              <a:prstGeom prst="rect">
                <a:avLst/>
              </a:prstGeom>
              <a:solidFill>
                <a:srgbClr val="F5DAA8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3" name="Rectangle 5002">
                <a:extLst>
                  <a:ext uri="{FF2B5EF4-FFF2-40B4-BE49-F238E27FC236}">
                    <a16:creationId xmlns:a16="http://schemas.microsoft.com/office/drawing/2014/main" id="{ADE6B108-1919-3278-1B40-2A660E79071F}"/>
                  </a:ext>
                </a:extLst>
              </p:cNvPr>
              <p:cNvSpPr/>
              <p:nvPr/>
            </p:nvSpPr>
            <p:spPr>
              <a:xfrm>
                <a:off x="6379665" y="4773419"/>
                <a:ext cx="127000" cy="34287"/>
              </a:xfrm>
              <a:prstGeom prst="rect">
                <a:avLst/>
              </a:prstGeom>
              <a:solidFill>
                <a:srgbClr val="F6D8A1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4" name="Rectangle 5003">
                <a:extLst>
                  <a:ext uri="{FF2B5EF4-FFF2-40B4-BE49-F238E27FC236}">
                    <a16:creationId xmlns:a16="http://schemas.microsoft.com/office/drawing/2014/main" id="{122E25F1-B0EA-78C6-84B9-CD6ACEF49170}"/>
                  </a:ext>
                </a:extLst>
              </p:cNvPr>
              <p:cNvSpPr/>
              <p:nvPr/>
            </p:nvSpPr>
            <p:spPr>
              <a:xfrm>
                <a:off x="6379665" y="4739132"/>
                <a:ext cx="127000" cy="34287"/>
              </a:xfrm>
              <a:prstGeom prst="rect">
                <a:avLst/>
              </a:prstGeom>
              <a:solidFill>
                <a:srgbClr val="F6D69A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5" name="Rectangle 5004">
                <a:extLst>
                  <a:ext uri="{FF2B5EF4-FFF2-40B4-BE49-F238E27FC236}">
                    <a16:creationId xmlns:a16="http://schemas.microsoft.com/office/drawing/2014/main" id="{4A77A562-413E-0D9D-D712-3A3C54F158AA}"/>
                  </a:ext>
                </a:extLst>
              </p:cNvPr>
              <p:cNvSpPr/>
              <p:nvPr/>
            </p:nvSpPr>
            <p:spPr>
              <a:xfrm>
                <a:off x="6379665" y="4704845"/>
                <a:ext cx="127000" cy="34287"/>
              </a:xfrm>
              <a:prstGeom prst="rect">
                <a:avLst/>
              </a:prstGeom>
              <a:solidFill>
                <a:srgbClr val="F7D392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6" name="Rectangle 5005">
                <a:extLst>
                  <a:ext uri="{FF2B5EF4-FFF2-40B4-BE49-F238E27FC236}">
                    <a16:creationId xmlns:a16="http://schemas.microsoft.com/office/drawing/2014/main" id="{9DDCB7DF-A5F0-34D1-D4DF-98AF484EB5D5}"/>
                  </a:ext>
                </a:extLst>
              </p:cNvPr>
              <p:cNvSpPr/>
              <p:nvPr/>
            </p:nvSpPr>
            <p:spPr>
              <a:xfrm>
                <a:off x="6379665" y="4670558"/>
                <a:ext cx="127000" cy="34287"/>
              </a:xfrm>
              <a:prstGeom prst="rect">
                <a:avLst/>
              </a:prstGeom>
              <a:solidFill>
                <a:srgbClr val="F7D18B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7" name="Rectangle 5006">
                <a:extLst>
                  <a:ext uri="{FF2B5EF4-FFF2-40B4-BE49-F238E27FC236}">
                    <a16:creationId xmlns:a16="http://schemas.microsoft.com/office/drawing/2014/main" id="{3FAFFE19-7AAD-AC09-18E5-56268E50AB7C}"/>
                  </a:ext>
                </a:extLst>
              </p:cNvPr>
              <p:cNvSpPr/>
              <p:nvPr/>
            </p:nvSpPr>
            <p:spPr>
              <a:xfrm>
                <a:off x="6379665" y="4636271"/>
                <a:ext cx="127000" cy="34287"/>
              </a:xfrm>
              <a:prstGeom prst="rect">
                <a:avLst/>
              </a:prstGeom>
              <a:solidFill>
                <a:srgbClr val="F7CF83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8" name="Rectangle 5007">
                <a:extLst>
                  <a:ext uri="{FF2B5EF4-FFF2-40B4-BE49-F238E27FC236}">
                    <a16:creationId xmlns:a16="http://schemas.microsoft.com/office/drawing/2014/main" id="{19F53C12-BEB5-29BC-DF73-1701CA444C4B}"/>
                  </a:ext>
                </a:extLst>
              </p:cNvPr>
              <p:cNvSpPr/>
              <p:nvPr/>
            </p:nvSpPr>
            <p:spPr>
              <a:xfrm>
                <a:off x="6379665" y="4601984"/>
                <a:ext cx="127000" cy="34287"/>
              </a:xfrm>
              <a:prstGeom prst="rect">
                <a:avLst/>
              </a:prstGeom>
              <a:solidFill>
                <a:srgbClr val="F8CC7C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09" name="Rectangle 5008">
                <a:extLst>
                  <a:ext uri="{FF2B5EF4-FFF2-40B4-BE49-F238E27FC236}">
                    <a16:creationId xmlns:a16="http://schemas.microsoft.com/office/drawing/2014/main" id="{BB1BEED3-E74F-4043-8C8E-E3B4E0DD1614}"/>
                  </a:ext>
                </a:extLst>
              </p:cNvPr>
              <p:cNvSpPr/>
              <p:nvPr/>
            </p:nvSpPr>
            <p:spPr>
              <a:xfrm>
                <a:off x="6379665" y="4567697"/>
                <a:ext cx="127000" cy="34287"/>
              </a:xfrm>
              <a:prstGeom prst="rect">
                <a:avLst/>
              </a:prstGeom>
              <a:solidFill>
                <a:srgbClr val="F8CA7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0" name="Rectangle 5009">
                <a:extLst>
                  <a:ext uri="{FF2B5EF4-FFF2-40B4-BE49-F238E27FC236}">
                    <a16:creationId xmlns:a16="http://schemas.microsoft.com/office/drawing/2014/main" id="{9D85F52A-CA9A-E0DB-50A4-DF36CFF8C73F}"/>
                  </a:ext>
                </a:extLst>
              </p:cNvPr>
              <p:cNvSpPr/>
              <p:nvPr/>
            </p:nvSpPr>
            <p:spPr>
              <a:xfrm>
                <a:off x="6379665" y="4533410"/>
                <a:ext cx="127000" cy="34287"/>
              </a:xfrm>
              <a:prstGeom prst="rect">
                <a:avLst/>
              </a:prstGeom>
              <a:solidFill>
                <a:srgbClr val="F9C86D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1" name="Rectangle 5010">
                <a:extLst>
                  <a:ext uri="{FF2B5EF4-FFF2-40B4-BE49-F238E27FC236}">
                    <a16:creationId xmlns:a16="http://schemas.microsoft.com/office/drawing/2014/main" id="{CA739038-569E-881E-324A-C50A59849FDE}"/>
                  </a:ext>
                </a:extLst>
              </p:cNvPr>
              <p:cNvSpPr/>
              <p:nvPr/>
            </p:nvSpPr>
            <p:spPr>
              <a:xfrm>
                <a:off x="6379665" y="4499123"/>
                <a:ext cx="127000" cy="34287"/>
              </a:xfrm>
              <a:prstGeom prst="rect">
                <a:avLst/>
              </a:prstGeom>
              <a:solidFill>
                <a:srgbClr val="F9C566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2" name="Rectangle 5011">
                <a:extLst>
                  <a:ext uri="{FF2B5EF4-FFF2-40B4-BE49-F238E27FC236}">
                    <a16:creationId xmlns:a16="http://schemas.microsoft.com/office/drawing/2014/main" id="{2D3B2F02-7957-3F56-D3A2-EF622851E487}"/>
                  </a:ext>
                </a:extLst>
              </p:cNvPr>
              <p:cNvSpPr/>
              <p:nvPr/>
            </p:nvSpPr>
            <p:spPr>
              <a:xfrm>
                <a:off x="6379665" y="4464836"/>
                <a:ext cx="127000" cy="34287"/>
              </a:xfrm>
              <a:prstGeom prst="rect">
                <a:avLst/>
              </a:prstGeom>
              <a:solidFill>
                <a:srgbClr val="F9C35F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3" name="Rectangle 5012">
                <a:extLst>
                  <a:ext uri="{FF2B5EF4-FFF2-40B4-BE49-F238E27FC236}">
                    <a16:creationId xmlns:a16="http://schemas.microsoft.com/office/drawing/2014/main" id="{BF668A51-2F4C-2BCF-8159-88FB4DC7DA6E}"/>
                  </a:ext>
                </a:extLst>
              </p:cNvPr>
              <p:cNvSpPr/>
              <p:nvPr/>
            </p:nvSpPr>
            <p:spPr>
              <a:xfrm>
                <a:off x="6379665" y="4430549"/>
                <a:ext cx="127000" cy="34287"/>
              </a:xfrm>
              <a:prstGeom prst="rect">
                <a:avLst/>
              </a:prstGeom>
              <a:solidFill>
                <a:srgbClr val="FAC157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4" name="Rectangle 5013">
                <a:extLst>
                  <a:ext uri="{FF2B5EF4-FFF2-40B4-BE49-F238E27FC236}">
                    <a16:creationId xmlns:a16="http://schemas.microsoft.com/office/drawing/2014/main" id="{6182FACC-5E46-CB11-1706-E1757D142DA6}"/>
                  </a:ext>
                </a:extLst>
              </p:cNvPr>
              <p:cNvSpPr/>
              <p:nvPr/>
            </p:nvSpPr>
            <p:spPr>
              <a:xfrm>
                <a:off x="6379665" y="4396262"/>
                <a:ext cx="127000" cy="34287"/>
              </a:xfrm>
              <a:prstGeom prst="rect">
                <a:avLst/>
              </a:prstGeom>
              <a:solidFill>
                <a:srgbClr val="FABE5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5" name="Rectangle 5014">
                <a:extLst>
                  <a:ext uri="{FF2B5EF4-FFF2-40B4-BE49-F238E27FC236}">
                    <a16:creationId xmlns:a16="http://schemas.microsoft.com/office/drawing/2014/main" id="{E320E818-11FD-1C26-EC45-B8C4D381E106}"/>
                  </a:ext>
                </a:extLst>
              </p:cNvPr>
              <p:cNvSpPr/>
              <p:nvPr/>
            </p:nvSpPr>
            <p:spPr>
              <a:xfrm>
                <a:off x="6379665" y="4361975"/>
                <a:ext cx="127000" cy="34287"/>
              </a:xfrm>
              <a:prstGeom prst="rect">
                <a:avLst/>
              </a:prstGeom>
              <a:solidFill>
                <a:srgbClr val="FBBC49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6" name="Rectangle 5015">
                <a:extLst>
                  <a:ext uri="{FF2B5EF4-FFF2-40B4-BE49-F238E27FC236}">
                    <a16:creationId xmlns:a16="http://schemas.microsoft.com/office/drawing/2014/main" id="{46D897F4-D4AC-1D10-F351-498427AF9EF4}"/>
                  </a:ext>
                </a:extLst>
              </p:cNvPr>
              <p:cNvSpPr/>
              <p:nvPr/>
            </p:nvSpPr>
            <p:spPr>
              <a:xfrm>
                <a:off x="6379665" y="4327687"/>
                <a:ext cx="127000" cy="34287"/>
              </a:xfrm>
              <a:prstGeom prst="rect">
                <a:avLst/>
              </a:prstGeom>
              <a:solidFill>
                <a:srgbClr val="FBBA41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7" name="Rectangle 5016">
                <a:extLst>
                  <a:ext uri="{FF2B5EF4-FFF2-40B4-BE49-F238E27FC236}">
                    <a16:creationId xmlns:a16="http://schemas.microsoft.com/office/drawing/2014/main" id="{FA013224-B9CE-9507-86B7-3A6D17E684F1}"/>
                  </a:ext>
                </a:extLst>
              </p:cNvPr>
              <p:cNvSpPr/>
              <p:nvPr/>
            </p:nvSpPr>
            <p:spPr>
              <a:xfrm>
                <a:off x="6379665" y="4293400"/>
                <a:ext cx="127000" cy="34287"/>
              </a:xfrm>
              <a:prstGeom prst="rect">
                <a:avLst/>
              </a:prstGeom>
              <a:solidFill>
                <a:srgbClr val="FBB73A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8" name="Rectangle 5017">
                <a:extLst>
                  <a:ext uri="{FF2B5EF4-FFF2-40B4-BE49-F238E27FC236}">
                    <a16:creationId xmlns:a16="http://schemas.microsoft.com/office/drawing/2014/main" id="{9BAC1D60-6D4B-EB93-7ED9-D2B62788216E}"/>
                  </a:ext>
                </a:extLst>
              </p:cNvPr>
              <p:cNvSpPr/>
              <p:nvPr/>
            </p:nvSpPr>
            <p:spPr>
              <a:xfrm>
                <a:off x="6379665" y="4259113"/>
                <a:ext cx="127000" cy="34287"/>
              </a:xfrm>
              <a:prstGeom prst="rect">
                <a:avLst/>
              </a:prstGeom>
              <a:solidFill>
                <a:srgbClr val="FCB533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19" name="Rectangle 5018">
                <a:extLst>
                  <a:ext uri="{FF2B5EF4-FFF2-40B4-BE49-F238E27FC236}">
                    <a16:creationId xmlns:a16="http://schemas.microsoft.com/office/drawing/2014/main" id="{B80F7248-5226-CF6D-DA7C-C1EBC6FFA2FB}"/>
                  </a:ext>
                </a:extLst>
              </p:cNvPr>
              <p:cNvSpPr/>
              <p:nvPr/>
            </p:nvSpPr>
            <p:spPr>
              <a:xfrm>
                <a:off x="6379665" y="4224826"/>
                <a:ext cx="127000" cy="34287"/>
              </a:xfrm>
              <a:prstGeom prst="rect">
                <a:avLst/>
              </a:prstGeom>
              <a:solidFill>
                <a:srgbClr val="FCB32B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0" name="Rectangle 5019">
                <a:extLst>
                  <a:ext uri="{FF2B5EF4-FFF2-40B4-BE49-F238E27FC236}">
                    <a16:creationId xmlns:a16="http://schemas.microsoft.com/office/drawing/2014/main" id="{335BC91E-2A9E-C328-715C-0277BC505D4E}"/>
                  </a:ext>
                </a:extLst>
              </p:cNvPr>
              <p:cNvSpPr/>
              <p:nvPr/>
            </p:nvSpPr>
            <p:spPr>
              <a:xfrm>
                <a:off x="6379665" y="4190539"/>
                <a:ext cx="127000" cy="34287"/>
              </a:xfrm>
              <a:prstGeom prst="rect">
                <a:avLst/>
              </a:prstGeom>
              <a:solidFill>
                <a:srgbClr val="FDB024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1" name="Rectangle 5020">
                <a:extLst>
                  <a:ext uri="{FF2B5EF4-FFF2-40B4-BE49-F238E27FC236}">
                    <a16:creationId xmlns:a16="http://schemas.microsoft.com/office/drawing/2014/main" id="{FA8C3246-203E-9990-0EA0-0D7688FD9D19}"/>
                  </a:ext>
                </a:extLst>
              </p:cNvPr>
              <p:cNvSpPr/>
              <p:nvPr/>
            </p:nvSpPr>
            <p:spPr>
              <a:xfrm>
                <a:off x="6379665" y="4156252"/>
                <a:ext cx="127000" cy="34287"/>
              </a:xfrm>
              <a:prstGeom prst="rect">
                <a:avLst/>
              </a:prstGeom>
              <a:solidFill>
                <a:srgbClr val="FDAE1D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2" name="Rectangle 5021">
                <a:extLst>
                  <a:ext uri="{FF2B5EF4-FFF2-40B4-BE49-F238E27FC236}">
                    <a16:creationId xmlns:a16="http://schemas.microsoft.com/office/drawing/2014/main" id="{82B69569-E04F-7C2A-C0AC-DD521573EC40}"/>
                  </a:ext>
                </a:extLst>
              </p:cNvPr>
              <p:cNvSpPr/>
              <p:nvPr/>
            </p:nvSpPr>
            <p:spPr>
              <a:xfrm>
                <a:off x="6379665" y="4121965"/>
                <a:ext cx="127000" cy="34287"/>
              </a:xfrm>
              <a:prstGeom prst="rect">
                <a:avLst/>
              </a:prstGeom>
              <a:solidFill>
                <a:srgbClr val="FDAC1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3" name="Rectangle 5022">
                <a:extLst>
                  <a:ext uri="{FF2B5EF4-FFF2-40B4-BE49-F238E27FC236}">
                    <a16:creationId xmlns:a16="http://schemas.microsoft.com/office/drawing/2014/main" id="{3048DF4A-1144-649F-84D0-1AD21C2F34CD}"/>
                  </a:ext>
                </a:extLst>
              </p:cNvPr>
              <p:cNvSpPr/>
              <p:nvPr/>
            </p:nvSpPr>
            <p:spPr>
              <a:xfrm>
                <a:off x="6379665" y="4087678"/>
                <a:ext cx="127000" cy="34287"/>
              </a:xfrm>
              <a:prstGeom prst="rect">
                <a:avLst/>
              </a:prstGeom>
              <a:solidFill>
                <a:srgbClr val="FEA90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4" name="Rectangle 5023">
                <a:extLst>
                  <a:ext uri="{FF2B5EF4-FFF2-40B4-BE49-F238E27FC236}">
                    <a16:creationId xmlns:a16="http://schemas.microsoft.com/office/drawing/2014/main" id="{E4CCA611-60A6-CA02-7B06-99D7C6F5E62E}"/>
                  </a:ext>
                </a:extLst>
              </p:cNvPr>
              <p:cNvSpPr/>
              <p:nvPr/>
            </p:nvSpPr>
            <p:spPr>
              <a:xfrm>
                <a:off x="6379665" y="4053391"/>
                <a:ext cx="127000" cy="34287"/>
              </a:xfrm>
              <a:prstGeom prst="rect">
                <a:avLst/>
              </a:prstGeom>
              <a:solidFill>
                <a:srgbClr val="FEA707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5" name="Rectangle 5024">
                <a:extLst>
                  <a:ext uri="{FF2B5EF4-FFF2-40B4-BE49-F238E27FC236}">
                    <a16:creationId xmlns:a16="http://schemas.microsoft.com/office/drawing/2014/main" id="{FB56D32D-E235-310C-459C-803B699EB90F}"/>
                  </a:ext>
                </a:extLst>
              </p:cNvPr>
              <p:cNvSpPr/>
              <p:nvPr/>
            </p:nvSpPr>
            <p:spPr>
              <a:xfrm>
                <a:off x="6379665" y="4019104"/>
                <a:ext cx="127000" cy="34287"/>
              </a:xfrm>
              <a:prstGeom prst="rect">
                <a:avLst/>
              </a:prstGeom>
              <a:solidFill>
                <a:srgbClr val="FFA4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6" name="Rectangle 5025">
                <a:extLst>
                  <a:ext uri="{FF2B5EF4-FFF2-40B4-BE49-F238E27FC236}">
                    <a16:creationId xmlns:a16="http://schemas.microsoft.com/office/drawing/2014/main" id="{BDFA2C9D-6224-76B4-284B-A30F6871A0AD}"/>
                  </a:ext>
                </a:extLst>
              </p:cNvPr>
              <p:cNvSpPr/>
              <p:nvPr/>
            </p:nvSpPr>
            <p:spPr>
              <a:xfrm>
                <a:off x="6379665" y="3984817"/>
                <a:ext cx="127000" cy="34287"/>
              </a:xfrm>
              <a:prstGeom prst="rect">
                <a:avLst/>
              </a:prstGeom>
              <a:solidFill>
                <a:srgbClr val="FF9F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7" name="Rectangle 5026">
                <a:extLst>
                  <a:ext uri="{FF2B5EF4-FFF2-40B4-BE49-F238E27FC236}">
                    <a16:creationId xmlns:a16="http://schemas.microsoft.com/office/drawing/2014/main" id="{F77A8389-90E4-1B31-2991-CA1E45CF5258}"/>
                  </a:ext>
                </a:extLst>
              </p:cNvPr>
              <p:cNvSpPr/>
              <p:nvPr/>
            </p:nvSpPr>
            <p:spPr>
              <a:xfrm>
                <a:off x="6379665" y="3950530"/>
                <a:ext cx="127000" cy="34287"/>
              </a:xfrm>
              <a:prstGeom prst="rect">
                <a:avLst/>
              </a:prstGeom>
              <a:solidFill>
                <a:srgbClr val="FF9A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8" name="Rectangle 5027">
                <a:extLst>
                  <a:ext uri="{FF2B5EF4-FFF2-40B4-BE49-F238E27FC236}">
                    <a16:creationId xmlns:a16="http://schemas.microsoft.com/office/drawing/2014/main" id="{1B061D76-482D-CFDF-3EA8-767610D7343F}"/>
                  </a:ext>
                </a:extLst>
              </p:cNvPr>
              <p:cNvSpPr/>
              <p:nvPr/>
            </p:nvSpPr>
            <p:spPr>
              <a:xfrm>
                <a:off x="6379665" y="3916243"/>
                <a:ext cx="127000" cy="34287"/>
              </a:xfrm>
              <a:prstGeom prst="rect">
                <a:avLst/>
              </a:prstGeom>
              <a:solidFill>
                <a:srgbClr val="FF96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29" name="Rectangle 5028">
                <a:extLst>
                  <a:ext uri="{FF2B5EF4-FFF2-40B4-BE49-F238E27FC236}">
                    <a16:creationId xmlns:a16="http://schemas.microsoft.com/office/drawing/2014/main" id="{4A25DFE8-648D-F718-66BE-DD7A43836967}"/>
                  </a:ext>
                </a:extLst>
              </p:cNvPr>
              <p:cNvSpPr/>
              <p:nvPr/>
            </p:nvSpPr>
            <p:spPr>
              <a:xfrm>
                <a:off x="6379665" y="3881956"/>
                <a:ext cx="127000" cy="34287"/>
              </a:xfrm>
              <a:prstGeom prst="rect">
                <a:avLst/>
              </a:prstGeom>
              <a:solidFill>
                <a:srgbClr val="FF91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0" name="Rectangle 5029">
                <a:extLst>
                  <a:ext uri="{FF2B5EF4-FFF2-40B4-BE49-F238E27FC236}">
                    <a16:creationId xmlns:a16="http://schemas.microsoft.com/office/drawing/2014/main" id="{2453E798-9904-F9F6-5C63-B47A4049DCBA}"/>
                  </a:ext>
                </a:extLst>
              </p:cNvPr>
              <p:cNvSpPr/>
              <p:nvPr/>
            </p:nvSpPr>
            <p:spPr>
              <a:xfrm>
                <a:off x="6379665" y="3847669"/>
                <a:ext cx="127000" cy="34287"/>
              </a:xfrm>
              <a:prstGeom prst="rect">
                <a:avLst/>
              </a:prstGeom>
              <a:solidFill>
                <a:srgbClr val="FF8B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1" name="Rectangle 5030">
                <a:extLst>
                  <a:ext uri="{FF2B5EF4-FFF2-40B4-BE49-F238E27FC236}">
                    <a16:creationId xmlns:a16="http://schemas.microsoft.com/office/drawing/2014/main" id="{CFBB85E5-8B2A-BE8D-3042-1F6C29CED489}"/>
                  </a:ext>
                </a:extLst>
              </p:cNvPr>
              <p:cNvSpPr/>
              <p:nvPr/>
            </p:nvSpPr>
            <p:spPr>
              <a:xfrm>
                <a:off x="6379665" y="3813382"/>
                <a:ext cx="127000" cy="34287"/>
              </a:xfrm>
              <a:prstGeom prst="rect">
                <a:avLst/>
              </a:prstGeom>
              <a:solidFill>
                <a:srgbClr val="FF86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2" name="Rectangle 5031">
                <a:extLst>
                  <a:ext uri="{FF2B5EF4-FFF2-40B4-BE49-F238E27FC236}">
                    <a16:creationId xmlns:a16="http://schemas.microsoft.com/office/drawing/2014/main" id="{FCC4B2A6-1731-16C5-03BA-EF9BD0DCB763}"/>
                  </a:ext>
                </a:extLst>
              </p:cNvPr>
              <p:cNvSpPr/>
              <p:nvPr/>
            </p:nvSpPr>
            <p:spPr>
              <a:xfrm>
                <a:off x="6379665" y="3779095"/>
                <a:ext cx="127000" cy="34287"/>
              </a:xfrm>
              <a:prstGeom prst="rect">
                <a:avLst/>
              </a:prstGeom>
              <a:solidFill>
                <a:srgbClr val="FF82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3" name="Rectangle 5032">
                <a:extLst>
                  <a:ext uri="{FF2B5EF4-FFF2-40B4-BE49-F238E27FC236}">
                    <a16:creationId xmlns:a16="http://schemas.microsoft.com/office/drawing/2014/main" id="{008C5B81-3E67-920E-B15B-138118562E22}"/>
                  </a:ext>
                </a:extLst>
              </p:cNvPr>
              <p:cNvSpPr/>
              <p:nvPr/>
            </p:nvSpPr>
            <p:spPr>
              <a:xfrm>
                <a:off x="6379665" y="3744808"/>
                <a:ext cx="127000" cy="34287"/>
              </a:xfrm>
              <a:prstGeom prst="rect">
                <a:avLst/>
              </a:prstGeom>
              <a:solidFill>
                <a:srgbClr val="FF7C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4" name="Rectangle 5033">
                <a:extLst>
                  <a:ext uri="{FF2B5EF4-FFF2-40B4-BE49-F238E27FC236}">
                    <a16:creationId xmlns:a16="http://schemas.microsoft.com/office/drawing/2014/main" id="{34F22751-4D3F-D519-64C9-3A2721B90EAE}"/>
                  </a:ext>
                </a:extLst>
              </p:cNvPr>
              <p:cNvSpPr/>
              <p:nvPr/>
            </p:nvSpPr>
            <p:spPr>
              <a:xfrm>
                <a:off x="6379665" y="3710521"/>
                <a:ext cx="127000" cy="34287"/>
              </a:xfrm>
              <a:prstGeom prst="rect">
                <a:avLst/>
              </a:prstGeom>
              <a:solidFill>
                <a:srgbClr val="FF78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5" name="Rectangle 5034">
                <a:extLst>
                  <a:ext uri="{FF2B5EF4-FFF2-40B4-BE49-F238E27FC236}">
                    <a16:creationId xmlns:a16="http://schemas.microsoft.com/office/drawing/2014/main" id="{0525AAA1-B931-1FD0-43EB-108470047B0C}"/>
                  </a:ext>
                </a:extLst>
              </p:cNvPr>
              <p:cNvSpPr/>
              <p:nvPr/>
            </p:nvSpPr>
            <p:spPr>
              <a:xfrm>
                <a:off x="6379665" y="3676234"/>
                <a:ext cx="127000" cy="34287"/>
              </a:xfrm>
              <a:prstGeom prst="rect">
                <a:avLst/>
              </a:prstGeom>
              <a:solidFill>
                <a:srgbClr val="FF72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6" name="Rectangle 5035">
                <a:extLst>
                  <a:ext uri="{FF2B5EF4-FFF2-40B4-BE49-F238E27FC236}">
                    <a16:creationId xmlns:a16="http://schemas.microsoft.com/office/drawing/2014/main" id="{D2608315-9406-B282-32E3-E4502E6A42F2}"/>
                  </a:ext>
                </a:extLst>
              </p:cNvPr>
              <p:cNvSpPr/>
              <p:nvPr/>
            </p:nvSpPr>
            <p:spPr>
              <a:xfrm>
                <a:off x="6379665" y="3641947"/>
                <a:ext cx="127000" cy="34287"/>
              </a:xfrm>
              <a:prstGeom prst="rect">
                <a:avLst/>
              </a:prstGeom>
              <a:solidFill>
                <a:srgbClr val="FF6D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7" name="Rectangle 5036">
                <a:extLst>
                  <a:ext uri="{FF2B5EF4-FFF2-40B4-BE49-F238E27FC236}">
                    <a16:creationId xmlns:a16="http://schemas.microsoft.com/office/drawing/2014/main" id="{C61FB7DC-962F-9AC7-00D4-F29FC2524777}"/>
                  </a:ext>
                </a:extLst>
              </p:cNvPr>
              <p:cNvSpPr/>
              <p:nvPr/>
            </p:nvSpPr>
            <p:spPr>
              <a:xfrm>
                <a:off x="6379665" y="3607660"/>
                <a:ext cx="127000" cy="34287"/>
              </a:xfrm>
              <a:prstGeom prst="rect">
                <a:avLst/>
              </a:prstGeom>
              <a:solidFill>
                <a:srgbClr val="FF68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8" name="Rectangle 5037">
                <a:extLst>
                  <a:ext uri="{FF2B5EF4-FFF2-40B4-BE49-F238E27FC236}">
                    <a16:creationId xmlns:a16="http://schemas.microsoft.com/office/drawing/2014/main" id="{036C5ADA-0924-E221-1959-DC53AA2C1B76}"/>
                  </a:ext>
                </a:extLst>
              </p:cNvPr>
              <p:cNvSpPr/>
              <p:nvPr/>
            </p:nvSpPr>
            <p:spPr>
              <a:xfrm>
                <a:off x="6379665" y="3573373"/>
                <a:ext cx="127000" cy="34287"/>
              </a:xfrm>
              <a:prstGeom prst="rect">
                <a:avLst/>
              </a:prstGeom>
              <a:solidFill>
                <a:srgbClr val="FF63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39" name="Rectangle 5038">
                <a:extLst>
                  <a:ext uri="{FF2B5EF4-FFF2-40B4-BE49-F238E27FC236}">
                    <a16:creationId xmlns:a16="http://schemas.microsoft.com/office/drawing/2014/main" id="{0BC07BFF-F11D-DE9A-BF2A-AA9C0029F9CF}"/>
                  </a:ext>
                </a:extLst>
              </p:cNvPr>
              <p:cNvSpPr/>
              <p:nvPr/>
            </p:nvSpPr>
            <p:spPr>
              <a:xfrm>
                <a:off x="6379665" y="3539085"/>
                <a:ext cx="127000" cy="34287"/>
              </a:xfrm>
              <a:prstGeom prst="rect">
                <a:avLst/>
              </a:prstGeom>
              <a:solidFill>
                <a:srgbClr val="FF5E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0" name="Rectangle 5039">
                <a:extLst>
                  <a:ext uri="{FF2B5EF4-FFF2-40B4-BE49-F238E27FC236}">
                    <a16:creationId xmlns:a16="http://schemas.microsoft.com/office/drawing/2014/main" id="{0F7960A6-5FED-5665-C319-F8E8477740F7}"/>
                  </a:ext>
                </a:extLst>
              </p:cNvPr>
              <p:cNvSpPr/>
              <p:nvPr/>
            </p:nvSpPr>
            <p:spPr>
              <a:xfrm>
                <a:off x="6379665" y="3504798"/>
                <a:ext cx="127000" cy="34287"/>
              </a:xfrm>
              <a:prstGeom prst="rect">
                <a:avLst/>
              </a:prstGeom>
              <a:solidFill>
                <a:srgbClr val="FF59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1" name="Rectangle 5040">
                <a:extLst>
                  <a:ext uri="{FF2B5EF4-FFF2-40B4-BE49-F238E27FC236}">
                    <a16:creationId xmlns:a16="http://schemas.microsoft.com/office/drawing/2014/main" id="{0B04A544-6261-E266-623B-C89C8E92FE8D}"/>
                  </a:ext>
                </a:extLst>
              </p:cNvPr>
              <p:cNvSpPr/>
              <p:nvPr/>
            </p:nvSpPr>
            <p:spPr>
              <a:xfrm>
                <a:off x="6379665" y="3470511"/>
                <a:ext cx="127000" cy="34287"/>
              </a:xfrm>
              <a:prstGeom prst="rect">
                <a:avLst/>
              </a:prstGeom>
              <a:solidFill>
                <a:srgbClr val="FF54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2" name="Rectangle 5041">
                <a:extLst>
                  <a:ext uri="{FF2B5EF4-FFF2-40B4-BE49-F238E27FC236}">
                    <a16:creationId xmlns:a16="http://schemas.microsoft.com/office/drawing/2014/main" id="{92006896-435D-39AF-977A-A6972DFF645D}"/>
                  </a:ext>
                </a:extLst>
              </p:cNvPr>
              <p:cNvSpPr/>
              <p:nvPr/>
            </p:nvSpPr>
            <p:spPr>
              <a:xfrm>
                <a:off x="6379665" y="3436224"/>
                <a:ext cx="127000" cy="34287"/>
              </a:xfrm>
              <a:prstGeom prst="rect">
                <a:avLst/>
              </a:prstGeom>
              <a:solidFill>
                <a:srgbClr val="FF4F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3" name="Rectangle 5042">
                <a:extLst>
                  <a:ext uri="{FF2B5EF4-FFF2-40B4-BE49-F238E27FC236}">
                    <a16:creationId xmlns:a16="http://schemas.microsoft.com/office/drawing/2014/main" id="{EBD66E7C-8241-ED9A-7BCB-F9AB7B68202A}"/>
                  </a:ext>
                </a:extLst>
              </p:cNvPr>
              <p:cNvSpPr/>
              <p:nvPr/>
            </p:nvSpPr>
            <p:spPr>
              <a:xfrm>
                <a:off x="6379665" y="3401937"/>
                <a:ext cx="127000" cy="34287"/>
              </a:xfrm>
              <a:prstGeom prst="rect">
                <a:avLst/>
              </a:prstGeom>
              <a:solidFill>
                <a:srgbClr val="FF4A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4" name="Rectangle 5043">
                <a:extLst>
                  <a:ext uri="{FF2B5EF4-FFF2-40B4-BE49-F238E27FC236}">
                    <a16:creationId xmlns:a16="http://schemas.microsoft.com/office/drawing/2014/main" id="{E15DDC0A-FB6A-6A3F-CE1D-B287B5C69575}"/>
                  </a:ext>
                </a:extLst>
              </p:cNvPr>
              <p:cNvSpPr/>
              <p:nvPr/>
            </p:nvSpPr>
            <p:spPr>
              <a:xfrm>
                <a:off x="6379665" y="3367650"/>
                <a:ext cx="127000" cy="34287"/>
              </a:xfrm>
              <a:prstGeom prst="rect">
                <a:avLst/>
              </a:prstGeom>
              <a:solidFill>
                <a:srgbClr val="FF45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5" name="Rectangle 5044">
                <a:extLst>
                  <a:ext uri="{FF2B5EF4-FFF2-40B4-BE49-F238E27FC236}">
                    <a16:creationId xmlns:a16="http://schemas.microsoft.com/office/drawing/2014/main" id="{266614DB-E7A2-138F-704D-CEAA58DF26F3}"/>
                  </a:ext>
                </a:extLst>
              </p:cNvPr>
              <p:cNvSpPr/>
              <p:nvPr/>
            </p:nvSpPr>
            <p:spPr>
              <a:xfrm>
                <a:off x="6379665" y="3333363"/>
                <a:ext cx="127000" cy="34287"/>
              </a:xfrm>
              <a:prstGeom prst="rect">
                <a:avLst/>
              </a:prstGeom>
              <a:solidFill>
                <a:srgbClr val="FF4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6" name="Rectangle 5045">
                <a:extLst>
                  <a:ext uri="{FF2B5EF4-FFF2-40B4-BE49-F238E27FC236}">
                    <a16:creationId xmlns:a16="http://schemas.microsoft.com/office/drawing/2014/main" id="{E0B6ECC0-ACD8-75FF-965A-6DBFC36E1EDD}"/>
                  </a:ext>
                </a:extLst>
              </p:cNvPr>
              <p:cNvSpPr/>
              <p:nvPr/>
            </p:nvSpPr>
            <p:spPr>
              <a:xfrm>
                <a:off x="6379665" y="3299076"/>
                <a:ext cx="127000" cy="34287"/>
              </a:xfrm>
              <a:prstGeom prst="rect">
                <a:avLst/>
              </a:prstGeom>
              <a:solidFill>
                <a:srgbClr val="FF3B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7" name="Rectangle 5046">
                <a:extLst>
                  <a:ext uri="{FF2B5EF4-FFF2-40B4-BE49-F238E27FC236}">
                    <a16:creationId xmlns:a16="http://schemas.microsoft.com/office/drawing/2014/main" id="{251A77DA-4382-0E86-4F20-6188ECC3DC12}"/>
                  </a:ext>
                </a:extLst>
              </p:cNvPr>
              <p:cNvSpPr/>
              <p:nvPr/>
            </p:nvSpPr>
            <p:spPr>
              <a:xfrm>
                <a:off x="6379665" y="3264789"/>
                <a:ext cx="127000" cy="34287"/>
              </a:xfrm>
              <a:prstGeom prst="rect">
                <a:avLst/>
              </a:prstGeom>
              <a:solidFill>
                <a:srgbClr val="FF36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8" name="Rectangle 5047">
                <a:extLst>
                  <a:ext uri="{FF2B5EF4-FFF2-40B4-BE49-F238E27FC236}">
                    <a16:creationId xmlns:a16="http://schemas.microsoft.com/office/drawing/2014/main" id="{2F833D2E-ED3F-5C96-61FD-B3E6AD5F55E7}"/>
                  </a:ext>
                </a:extLst>
              </p:cNvPr>
              <p:cNvSpPr/>
              <p:nvPr/>
            </p:nvSpPr>
            <p:spPr>
              <a:xfrm>
                <a:off x="6379665" y="3230502"/>
                <a:ext cx="127000" cy="34287"/>
              </a:xfrm>
              <a:prstGeom prst="rect">
                <a:avLst/>
              </a:prstGeom>
              <a:solidFill>
                <a:srgbClr val="FF31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49" name="Rectangle 5048">
                <a:extLst>
                  <a:ext uri="{FF2B5EF4-FFF2-40B4-BE49-F238E27FC236}">
                    <a16:creationId xmlns:a16="http://schemas.microsoft.com/office/drawing/2014/main" id="{1796631A-CA57-E7EE-15DB-09717A11D484}"/>
                  </a:ext>
                </a:extLst>
              </p:cNvPr>
              <p:cNvSpPr/>
              <p:nvPr/>
            </p:nvSpPr>
            <p:spPr>
              <a:xfrm>
                <a:off x="6379665" y="3196215"/>
                <a:ext cx="127000" cy="34287"/>
              </a:xfrm>
              <a:prstGeom prst="rect">
                <a:avLst/>
              </a:prstGeom>
              <a:solidFill>
                <a:srgbClr val="FF2C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0" name="Rectangle 5049">
                <a:extLst>
                  <a:ext uri="{FF2B5EF4-FFF2-40B4-BE49-F238E27FC236}">
                    <a16:creationId xmlns:a16="http://schemas.microsoft.com/office/drawing/2014/main" id="{F5447757-ADCF-94FA-8748-283915DC945E}"/>
                  </a:ext>
                </a:extLst>
              </p:cNvPr>
              <p:cNvSpPr/>
              <p:nvPr/>
            </p:nvSpPr>
            <p:spPr>
              <a:xfrm>
                <a:off x="6379665" y="3161928"/>
                <a:ext cx="127000" cy="34287"/>
              </a:xfrm>
              <a:prstGeom prst="rect">
                <a:avLst/>
              </a:prstGeom>
              <a:solidFill>
                <a:srgbClr val="FF27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1" name="Rectangle 5050">
                <a:extLst>
                  <a:ext uri="{FF2B5EF4-FFF2-40B4-BE49-F238E27FC236}">
                    <a16:creationId xmlns:a16="http://schemas.microsoft.com/office/drawing/2014/main" id="{8CC47956-42B0-B3A5-75AE-7E28556AC4B7}"/>
                  </a:ext>
                </a:extLst>
              </p:cNvPr>
              <p:cNvSpPr/>
              <p:nvPr/>
            </p:nvSpPr>
            <p:spPr>
              <a:xfrm>
                <a:off x="6379665" y="3127641"/>
                <a:ext cx="127000" cy="34287"/>
              </a:xfrm>
              <a:prstGeom prst="rect">
                <a:avLst/>
              </a:prstGeom>
              <a:solidFill>
                <a:srgbClr val="FF22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2" name="Rectangle 5051">
                <a:extLst>
                  <a:ext uri="{FF2B5EF4-FFF2-40B4-BE49-F238E27FC236}">
                    <a16:creationId xmlns:a16="http://schemas.microsoft.com/office/drawing/2014/main" id="{7EAAC802-1CFF-DC57-67BB-13B9F7AA0038}"/>
                  </a:ext>
                </a:extLst>
              </p:cNvPr>
              <p:cNvSpPr/>
              <p:nvPr/>
            </p:nvSpPr>
            <p:spPr>
              <a:xfrm>
                <a:off x="6379665" y="3093354"/>
                <a:ext cx="127000" cy="34287"/>
              </a:xfrm>
              <a:prstGeom prst="rect">
                <a:avLst/>
              </a:prstGeom>
              <a:solidFill>
                <a:srgbClr val="FF1D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3" name="Rectangle 5052">
                <a:extLst>
                  <a:ext uri="{FF2B5EF4-FFF2-40B4-BE49-F238E27FC236}">
                    <a16:creationId xmlns:a16="http://schemas.microsoft.com/office/drawing/2014/main" id="{B02F8DE9-ADD6-037B-54B4-53924FD605A9}"/>
                  </a:ext>
                </a:extLst>
              </p:cNvPr>
              <p:cNvSpPr/>
              <p:nvPr/>
            </p:nvSpPr>
            <p:spPr>
              <a:xfrm>
                <a:off x="6379665" y="3059067"/>
                <a:ext cx="127000" cy="34287"/>
              </a:xfrm>
              <a:prstGeom prst="rect">
                <a:avLst/>
              </a:prstGeom>
              <a:solidFill>
                <a:srgbClr val="FF18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4" name="Rectangle 5053">
                <a:extLst>
                  <a:ext uri="{FF2B5EF4-FFF2-40B4-BE49-F238E27FC236}">
                    <a16:creationId xmlns:a16="http://schemas.microsoft.com/office/drawing/2014/main" id="{AEDA2B26-F28D-FCCA-2E5D-47D43CE1A05F}"/>
                  </a:ext>
                </a:extLst>
              </p:cNvPr>
              <p:cNvSpPr/>
              <p:nvPr/>
            </p:nvSpPr>
            <p:spPr>
              <a:xfrm>
                <a:off x="6379665" y="3024780"/>
                <a:ext cx="127000" cy="34287"/>
              </a:xfrm>
              <a:prstGeom prst="rect">
                <a:avLst/>
              </a:prstGeom>
              <a:solidFill>
                <a:srgbClr val="FF13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5" name="Rectangle 5054">
                <a:extLst>
                  <a:ext uri="{FF2B5EF4-FFF2-40B4-BE49-F238E27FC236}">
                    <a16:creationId xmlns:a16="http://schemas.microsoft.com/office/drawing/2014/main" id="{1F60FE7B-15F4-47F6-FF9A-111DC7957C28}"/>
                  </a:ext>
                </a:extLst>
              </p:cNvPr>
              <p:cNvSpPr/>
              <p:nvPr/>
            </p:nvSpPr>
            <p:spPr>
              <a:xfrm>
                <a:off x="6379665" y="2990493"/>
                <a:ext cx="127000" cy="34287"/>
              </a:xfrm>
              <a:prstGeom prst="rect">
                <a:avLst/>
              </a:prstGeom>
              <a:solidFill>
                <a:srgbClr val="FF0E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6" name="Rectangle 5055">
                <a:extLst>
                  <a:ext uri="{FF2B5EF4-FFF2-40B4-BE49-F238E27FC236}">
                    <a16:creationId xmlns:a16="http://schemas.microsoft.com/office/drawing/2014/main" id="{E8394657-E63F-2E1B-48CC-75C08F4671FD}"/>
                  </a:ext>
                </a:extLst>
              </p:cNvPr>
              <p:cNvSpPr/>
              <p:nvPr/>
            </p:nvSpPr>
            <p:spPr>
              <a:xfrm>
                <a:off x="6379665" y="2956206"/>
                <a:ext cx="127000" cy="34287"/>
              </a:xfrm>
              <a:prstGeom prst="rect">
                <a:avLst/>
              </a:prstGeom>
              <a:solidFill>
                <a:srgbClr val="FF09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7" name="Rectangle 5056">
                <a:extLst>
                  <a:ext uri="{FF2B5EF4-FFF2-40B4-BE49-F238E27FC236}">
                    <a16:creationId xmlns:a16="http://schemas.microsoft.com/office/drawing/2014/main" id="{DD44BF08-F4A4-4292-6334-37D74B49A2D0}"/>
                  </a:ext>
                </a:extLst>
              </p:cNvPr>
              <p:cNvSpPr/>
              <p:nvPr/>
            </p:nvSpPr>
            <p:spPr>
              <a:xfrm>
                <a:off x="6379665" y="2921919"/>
                <a:ext cx="127000" cy="34287"/>
              </a:xfrm>
              <a:prstGeom prst="rect">
                <a:avLst/>
              </a:prstGeom>
              <a:solidFill>
                <a:srgbClr val="FF04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8" name="Rectangle 5057">
                <a:extLst>
                  <a:ext uri="{FF2B5EF4-FFF2-40B4-BE49-F238E27FC236}">
                    <a16:creationId xmlns:a16="http://schemas.microsoft.com/office/drawing/2014/main" id="{E661812E-2754-7466-34BD-C2828687FA10}"/>
                  </a:ext>
                </a:extLst>
              </p:cNvPr>
              <p:cNvSpPr/>
              <p:nvPr/>
            </p:nvSpPr>
            <p:spPr>
              <a:xfrm>
                <a:off x="6379665" y="2887632"/>
                <a:ext cx="127000" cy="34287"/>
              </a:xfrm>
              <a:prstGeom prst="rect">
                <a:avLst/>
              </a:prstGeom>
              <a:solidFill>
                <a:srgbClr val="FE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59" name="Rectangle 5058">
                <a:extLst>
                  <a:ext uri="{FF2B5EF4-FFF2-40B4-BE49-F238E27FC236}">
                    <a16:creationId xmlns:a16="http://schemas.microsoft.com/office/drawing/2014/main" id="{183B7A50-0970-270C-6BF9-64F663FB573B}"/>
                  </a:ext>
                </a:extLst>
              </p:cNvPr>
              <p:cNvSpPr/>
              <p:nvPr/>
            </p:nvSpPr>
            <p:spPr>
              <a:xfrm>
                <a:off x="6379665" y="2853345"/>
                <a:ext cx="127000" cy="34287"/>
              </a:xfrm>
              <a:prstGeom prst="rect">
                <a:avLst/>
              </a:prstGeom>
              <a:solidFill>
                <a:srgbClr val="FB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0" name="Rectangle 5059">
                <a:extLst>
                  <a:ext uri="{FF2B5EF4-FFF2-40B4-BE49-F238E27FC236}">
                    <a16:creationId xmlns:a16="http://schemas.microsoft.com/office/drawing/2014/main" id="{BEABDB58-5DCC-4DB2-1C98-6D6887023ED6}"/>
                  </a:ext>
                </a:extLst>
              </p:cNvPr>
              <p:cNvSpPr/>
              <p:nvPr/>
            </p:nvSpPr>
            <p:spPr>
              <a:xfrm>
                <a:off x="6379665" y="2819058"/>
                <a:ext cx="127000" cy="34287"/>
              </a:xfrm>
              <a:prstGeom prst="rect">
                <a:avLst/>
              </a:prstGeom>
              <a:solidFill>
                <a:srgbClr val="F7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1" name="Rectangle 5060">
                <a:extLst>
                  <a:ext uri="{FF2B5EF4-FFF2-40B4-BE49-F238E27FC236}">
                    <a16:creationId xmlns:a16="http://schemas.microsoft.com/office/drawing/2014/main" id="{9EF3C21F-76F7-83D3-AADA-45705001ED30}"/>
                  </a:ext>
                </a:extLst>
              </p:cNvPr>
              <p:cNvSpPr/>
              <p:nvPr/>
            </p:nvSpPr>
            <p:spPr>
              <a:xfrm>
                <a:off x="6379665" y="2784771"/>
                <a:ext cx="127000" cy="34287"/>
              </a:xfrm>
              <a:prstGeom prst="rect">
                <a:avLst/>
              </a:prstGeom>
              <a:solidFill>
                <a:srgbClr val="F4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2" name="Rectangle 5061">
                <a:extLst>
                  <a:ext uri="{FF2B5EF4-FFF2-40B4-BE49-F238E27FC236}">
                    <a16:creationId xmlns:a16="http://schemas.microsoft.com/office/drawing/2014/main" id="{D07B0480-A78A-8473-F017-8EBC44721250}"/>
                  </a:ext>
                </a:extLst>
              </p:cNvPr>
              <p:cNvSpPr/>
              <p:nvPr/>
            </p:nvSpPr>
            <p:spPr>
              <a:xfrm>
                <a:off x="6379665" y="2750483"/>
                <a:ext cx="127000" cy="34287"/>
              </a:xfrm>
              <a:prstGeom prst="rect">
                <a:avLst/>
              </a:prstGeom>
              <a:solidFill>
                <a:srgbClr val="F0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3" name="Rectangle 5062">
                <a:extLst>
                  <a:ext uri="{FF2B5EF4-FFF2-40B4-BE49-F238E27FC236}">
                    <a16:creationId xmlns:a16="http://schemas.microsoft.com/office/drawing/2014/main" id="{C705E66A-E502-634C-13D8-56E44C5D23F1}"/>
                  </a:ext>
                </a:extLst>
              </p:cNvPr>
              <p:cNvSpPr/>
              <p:nvPr/>
            </p:nvSpPr>
            <p:spPr>
              <a:xfrm>
                <a:off x="6379665" y="2716196"/>
                <a:ext cx="127000" cy="34287"/>
              </a:xfrm>
              <a:prstGeom prst="rect">
                <a:avLst/>
              </a:prstGeom>
              <a:solidFill>
                <a:srgbClr val="ED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4" name="Rectangle 5063">
                <a:extLst>
                  <a:ext uri="{FF2B5EF4-FFF2-40B4-BE49-F238E27FC236}">
                    <a16:creationId xmlns:a16="http://schemas.microsoft.com/office/drawing/2014/main" id="{20B89FA8-F49E-EDF7-52E2-E4BB3B72DB6B}"/>
                  </a:ext>
                </a:extLst>
              </p:cNvPr>
              <p:cNvSpPr/>
              <p:nvPr/>
            </p:nvSpPr>
            <p:spPr>
              <a:xfrm>
                <a:off x="6379665" y="2681909"/>
                <a:ext cx="127000" cy="34287"/>
              </a:xfrm>
              <a:prstGeom prst="rect">
                <a:avLst/>
              </a:prstGeom>
              <a:solidFill>
                <a:srgbClr val="E9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5" name="Rectangle 5064">
                <a:extLst>
                  <a:ext uri="{FF2B5EF4-FFF2-40B4-BE49-F238E27FC236}">
                    <a16:creationId xmlns:a16="http://schemas.microsoft.com/office/drawing/2014/main" id="{E267E5E2-A25D-3B01-1913-734169B208A0}"/>
                  </a:ext>
                </a:extLst>
              </p:cNvPr>
              <p:cNvSpPr/>
              <p:nvPr/>
            </p:nvSpPr>
            <p:spPr>
              <a:xfrm>
                <a:off x="6379665" y="2647622"/>
                <a:ext cx="127000" cy="34287"/>
              </a:xfrm>
              <a:prstGeom prst="rect">
                <a:avLst/>
              </a:prstGeom>
              <a:solidFill>
                <a:srgbClr val="E6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6" name="Rectangle 5065">
                <a:extLst>
                  <a:ext uri="{FF2B5EF4-FFF2-40B4-BE49-F238E27FC236}">
                    <a16:creationId xmlns:a16="http://schemas.microsoft.com/office/drawing/2014/main" id="{DC74BD4D-341E-6882-4DB1-043B616AF868}"/>
                  </a:ext>
                </a:extLst>
              </p:cNvPr>
              <p:cNvSpPr/>
              <p:nvPr/>
            </p:nvSpPr>
            <p:spPr>
              <a:xfrm>
                <a:off x="6379665" y="2613335"/>
                <a:ext cx="127000" cy="34287"/>
              </a:xfrm>
              <a:prstGeom prst="rect">
                <a:avLst/>
              </a:prstGeom>
              <a:solidFill>
                <a:srgbClr val="E2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7" name="Rectangle 5066">
                <a:extLst>
                  <a:ext uri="{FF2B5EF4-FFF2-40B4-BE49-F238E27FC236}">
                    <a16:creationId xmlns:a16="http://schemas.microsoft.com/office/drawing/2014/main" id="{95BEA97D-F733-D717-36C6-1CE69014710B}"/>
                  </a:ext>
                </a:extLst>
              </p:cNvPr>
              <p:cNvSpPr/>
              <p:nvPr/>
            </p:nvSpPr>
            <p:spPr>
              <a:xfrm>
                <a:off x="6379665" y="2579048"/>
                <a:ext cx="127000" cy="34287"/>
              </a:xfrm>
              <a:prstGeom prst="rect">
                <a:avLst/>
              </a:prstGeom>
              <a:solidFill>
                <a:srgbClr val="DF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8" name="Rectangle 5067">
                <a:extLst>
                  <a:ext uri="{FF2B5EF4-FFF2-40B4-BE49-F238E27FC236}">
                    <a16:creationId xmlns:a16="http://schemas.microsoft.com/office/drawing/2014/main" id="{79C9FB85-6D6E-F34E-594A-308AC39FA541}"/>
                  </a:ext>
                </a:extLst>
              </p:cNvPr>
              <p:cNvSpPr/>
              <p:nvPr/>
            </p:nvSpPr>
            <p:spPr>
              <a:xfrm>
                <a:off x="6379665" y="2544761"/>
                <a:ext cx="127000" cy="34287"/>
              </a:xfrm>
              <a:prstGeom prst="rect">
                <a:avLst/>
              </a:prstGeom>
              <a:solidFill>
                <a:srgbClr val="DB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69" name="Rectangle 5068">
                <a:extLst>
                  <a:ext uri="{FF2B5EF4-FFF2-40B4-BE49-F238E27FC236}">
                    <a16:creationId xmlns:a16="http://schemas.microsoft.com/office/drawing/2014/main" id="{5637A61A-3683-EC72-C7EA-C3AA4ECC10EC}"/>
                  </a:ext>
                </a:extLst>
              </p:cNvPr>
              <p:cNvSpPr/>
              <p:nvPr/>
            </p:nvSpPr>
            <p:spPr>
              <a:xfrm>
                <a:off x="6379665" y="2510474"/>
                <a:ext cx="127000" cy="34287"/>
              </a:xfrm>
              <a:prstGeom prst="rect">
                <a:avLst/>
              </a:prstGeom>
              <a:solidFill>
                <a:srgbClr val="D8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0" name="Rectangle 5069">
                <a:extLst>
                  <a:ext uri="{FF2B5EF4-FFF2-40B4-BE49-F238E27FC236}">
                    <a16:creationId xmlns:a16="http://schemas.microsoft.com/office/drawing/2014/main" id="{A504C9F5-3C76-639A-80E8-B3B438C9DC6E}"/>
                  </a:ext>
                </a:extLst>
              </p:cNvPr>
              <p:cNvSpPr/>
              <p:nvPr/>
            </p:nvSpPr>
            <p:spPr>
              <a:xfrm>
                <a:off x="6379665" y="2476187"/>
                <a:ext cx="127000" cy="34287"/>
              </a:xfrm>
              <a:prstGeom prst="rect">
                <a:avLst/>
              </a:prstGeom>
              <a:solidFill>
                <a:srgbClr val="D4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1" name="Rectangle 5070">
                <a:extLst>
                  <a:ext uri="{FF2B5EF4-FFF2-40B4-BE49-F238E27FC236}">
                    <a16:creationId xmlns:a16="http://schemas.microsoft.com/office/drawing/2014/main" id="{98873B1A-319D-9898-73EC-010EC6A98F3F}"/>
                  </a:ext>
                </a:extLst>
              </p:cNvPr>
              <p:cNvSpPr/>
              <p:nvPr/>
            </p:nvSpPr>
            <p:spPr>
              <a:xfrm>
                <a:off x="6379665" y="2441900"/>
                <a:ext cx="127000" cy="34287"/>
              </a:xfrm>
              <a:prstGeom prst="rect">
                <a:avLst/>
              </a:prstGeom>
              <a:solidFill>
                <a:srgbClr val="D1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2" name="Rectangle 5071">
                <a:extLst>
                  <a:ext uri="{FF2B5EF4-FFF2-40B4-BE49-F238E27FC236}">
                    <a16:creationId xmlns:a16="http://schemas.microsoft.com/office/drawing/2014/main" id="{788514B3-5698-91E6-5481-E26D2D5A895A}"/>
                  </a:ext>
                </a:extLst>
              </p:cNvPr>
              <p:cNvSpPr/>
              <p:nvPr/>
            </p:nvSpPr>
            <p:spPr>
              <a:xfrm>
                <a:off x="6379665" y="2407613"/>
                <a:ext cx="127000" cy="34287"/>
              </a:xfrm>
              <a:prstGeom prst="rect">
                <a:avLst/>
              </a:prstGeom>
              <a:solidFill>
                <a:srgbClr val="CD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3" name="Rectangle 5072">
                <a:extLst>
                  <a:ext uri="{FF2B5EF4-FFF2-40B4-BE49-F238E27FC236}">
                    <a16:creationId xmlns:a16="http://schemas.microsoft.com/office/drawing/2014/main" id="{0424D427-2003-CD8F-FA4B-A612A1F6508F}"/>
                  </a:ext>
                </a:extLst>
              </p:cNvPr>
              <p:cNvSpPr/>
              <p:nvPr/>
            </p:nvSpPr>
            <p:spPr>
              <a:xfrm>
                <a:off x="6379665" y="2373326"/>
                <a:ext cx="127000" cy="34287"/>
              </a:xfrm>
              <a:prstGeom prst="rect">
                <a:avLst/>
              </a:prstGeom>
              <a:solidFill>
                <a:srgbClr val="CA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4" name="Rectangle 5073">
                <a:extLst>
                  <a:ext uri="{FF2B5EF4-FFF2-40B4-BE49-F238E27FC236}">
                    <a16:creationId xmlns:a16="http://schemas.microsoft.com/office/drawing/2014/main" id="{C6ADAEB8-C6C4-614D-EA32-FBDE0ACD18A5}"/>
                  </a:ext>
                </a:extLst>
              </p:cNvPr>
              <p:cNvSpPr/>
              <p:nvPr/>
            </p:nvSpPr>
            <p:spPr>
              <a:xfrm>
                <a:off x="6379665" y="2339039"/>
                <a:ext cx="127000" cy="34287"/>
              </a:xfrm>
              <a:prstGeom prst="rect">
                <a:avLst/>
              </a:prstGeom>
              <a:solidFill>
                <a:srgbClr val="C6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5" name="Rectangle 5074">
                <a:extLst>
                  <a:ext uri="{FF2B5EF4-FFF2-40B4-BE49-F238E27FC236}">
                    <a16:creationId xmlns:a16="http://schemas.microsoft.com/office/drawing/2014/main" id="{00CCBF3B-4317-4E80-D03B-45FE02E137D2}"/>
                  </a:ext>
                </a:extLst>
              </p:cNvPr>
              <p:cNvSpPr/>
              <p:nvPr/>
            </p:nvSpPr>
            <p:spPr>
              <a:xfrm>
                <a:off x="6379665" y="2304752"/>
                <a:ext cx="127000" cy="34287"/>
              </a:xfrm>
              <a:prstGeom prst="rect">
                <a:avLst/>
              </a:prstGeom>
              <a:solidFill>
                <a:srgbClr val="C3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6" name="Rectangle 5075">
                <a:extLst>
                  <a:ext uri="{FF2B5EF4-FFF2-40B4-BE49-F238E27FC236}">
                    <a16:creationId xmlns:a16="http://schemas.microsoft.com/office/drawing/2014/main" id="{320F8F30-0281-949B-4D33-B961EC53BE8F}"/>
                  </a:ext>
                </a:extLst>
              </p:cNvPr>
              <p:cNvSpPr/>
              <p:nvPr/>
            </p:nvSpPr>
            <p:spPr>
              <a:xfrm>
                <a:off x="6379665" y="2270465"/>
                <a:ext cx="127000" cy="34287"/>
              </a:xfrm>
              <a:prstGeom prst="rect">
                <a:avLst/>
              </a:prstGeom>
              <a:solidFill>
                <a:srgbClr val="BF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7" name="Rectangle 5076">
                <a:extLst>
                  <a:ext uri="{FF2B5EF4-FFF2-40B4-BE49-F238E27FC236}">
                    <a16:creationId xmlns:a16="http://schemas.microsoft.com/office/drawing/2014/main" id="{367A793B-3625-0D12-5914-2C12318A2B63}"/>
                  </a:ext>
                </a:extLst>
              </p:cNvPr>
              <p:cNvSpPr/>
              <p:nvPr/>
            </p:nvSpPr>
            <p:spPr>
              <a:xfrm>
                <a:off x="6379665" y="2236178"/>
                <a:ext cx="127000" cy="34287"/>
              </a:xfrm>
              <a:prstGeom prst="rect">
                <a:avLst/>
              </a:prstGeom>
              <a:solidFill>
                <a:srgbClr val="BC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8" name="Rectangle 5077">
                <a:extLst>
                  <a:ext uri="{FF2B5EF4-FFF2-40B4-BE49-F238E27FC236}">
                    <a16:creationId xmlns:a16="http://schemas.microsoft.com/office/drawing/2014/main" id="{C96F9E73-22DB-3E47-184C-9B6CAC230E9F}"/>
                  </a:ext>
                </a:extLst>
              </p:cNvPr>
              <p:cNvSpPr/>
              <p:nvPr/>
            </p:nvSpPr>
            <p:spPr>
              <a:xfrm>
                <a:off x="6379665" y="2201891"/>
                <a:ext cx="127000" cy="34287"/>
              </a:xfrm>
              <a:prstGeom prst="rect">
                <a:avLst/>
              </a:prstGeom>
              <a:solidFill>
                <a:srgbClr val="B8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79" name="Rectangle 5078">
                <a:extLst>
                  <a:ext uri="{FF2B5EF4-FFF2-40B4-BE49-F238E27FC236}">
                    <a16:creationId xmlns:a16="http://schemas.microsoft.com/office/drawing/2014/main" id="{893E785E-9371-6EB9-EA6B-C12252A920B5}"/>
                  </a:ext>
                </a:extLst>
              </p:cNvPr>
              <p:cNvSpPr/>
              <p:nvPr/>
            </p:nvSpPr>
            <p:spPr>
              <a:xfrm>
                <a:off x="6379665" y="2167604"/>
                <a:ext cx="127000" cy="34287"/>
              </a:xfrm>
              <a:prstGeom prst="rect">
                <a:avLst/>
              </a:prstGeom>
              <a:solidFill>
                <a:srgbClr val="B5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0" name="Rectangle 5079">
                <a:extLst>
                  <a:ext uri="{FF2B5EF4-FFF2-40B4-BE49-F238E27FC236}">
                    <a16:creationId xmlns:a16="http://schemas.microsoft.com/office/drawing/2014/main" id="{A3F289EC-08EE-DFB7-C588-C311160E2C44}"/>
                  </a:ext>
                </a:extLst>
              </p:cNvPr>
              <p:cNvSpPr/>
              <p:nvPr/>
            </p:nvSpPr>
            <p:spPr>
              <a:xfrm>
                <a:off x="6379665" y="2133317"/>
                <a:ext cx="127000" cy="34287"/>
              </a:xfrm>
              <a:prstGeom prst="rect">
                <a:avLst/>
              </a:prstGeom>
              <a:solidFill>
                <a:srgbClr val="B1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1" name="Rectangle 5080">
                <a:extLst>
                  <a:ext uri="{FF2B5EF4-FFF2-40B4-BE49-F238E27FC236}">
                    <a16:creationId xmlns:a16="http://schemas.microsoft.com/office/drawing/2014/main" id="{D258BEAB-E87A-57FA-D0B4-35868DAC52EE}"/>
                  </a:ext>
                </a:extLst>
              </p:cNvPr>
              <p:cNvSpPr/>
              <p:nvPr/>
            </p:nvSpPr>
            <p:spPr>
              <a:xfrm>
                <a:off x="6379665" y="2099030"/>
                <a:ext cx="127000" cy="34287"/>
              </a:xfrm>
              <a:prstGeom prst="rect">
                <a:avLst/>
              </a:prstGeom>
              <a:solidFill>
                <a:srgbClr val="AE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2" name="Rectangle 5081">
                <a:extLst>
                  <a:ext uri="{FF2B5EF4-FFF2-40B4-BE49-F238E27FC236}">
                    <a16:creationId xmlns:a16="http://schemas.microsoft.com/office/drawing/2014/main" id="{82FA6195-972C-E243-C227-DDBC2156E9C8}"/>
                  </a:ext>
                </a:extLst>
              </p:cNvPr>
              <p:cNvSpPr/>
              <p:nvPr/>
            </p:nvSpPr>
            <p:spPr>
              <a:xfrm>
                <a:off x="6379665" y="2064743"/>
                <a:ext cx="127000" cy="34287"/>
              </a:xfrm>
              <a:prstGeom prst="rect">
                <a:avLst/>
              </a:prstGeom>
              <a:solidFill>
                <a:srgbClr val="AA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3" name="Rectangle 5082">
                <a:extLst>
                  <a:ext uri="{FF2B5EF4-FFF2-40B4-BE49-F238E27FC236}">
                    <a16:creationId xmlns:a16="http://schemas.microsoft.com/office/drawing/2014/main" id="{9F496D8A-562F-13B4-73FB-D688931E7BD2}"/>
                  </a:ext>
                </a:extLst>
              </p:cNvPr>
              <p:cNvSpPr/>
              <p:nvPr/>
            </p:nvSpPr>
            <p:spPr>
              <a:xfrm>
                <a:off x="6379665" y="2030456"/>
                <a:ext cx="127000" cy="34287"/>
              </a:xfrm>
              <a:prstGeom prst="rect">
                <a:avLst/>
              </a:prstGeom>
              <a:solidFill>
                <a:srgbClr val="A7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4" name="Rectangle 5083">
                <a:extLst>
                  <a:ext uri="{FF2B5EF4-FFF2-40B4-BE49-F238E27FC236}">
                    <a16:creationId xmlns:a16="http://schemas.microsoft.com/office/drawing/2014/main" id="{5DAF9AEB-1B8C-3DCC-7D4F-BDA1AF2DA761}"/>
                  </a:ext>
                </a:extLst>
              </p:cNvPr>
              <p:cNvSpPr/>
              <p:nvPr/>
            </p:nvSpPr>
            <p:spPr>
              <a:xfrm>
                <a:off x="6379665" y="1996169"/>
                <a:ext cx="127000" cy="34287"/>
              </a:xfrm>
              <a:prstGeom prst="rect">
                <a:avLst/>
              </a:prstGeom>
              <a:solidFill>
                <a:srgbClr val="A3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5" name="Rectangle 5084">
                <a:extLst>
                  <a:ext uri="{FF2B5EF4-FFF2-40B4-BE49-F238E27FC236}">
                    <a16:creationId xmlns:a16="http://schemas.microsoft.com/office/drawing/2014/main" id="{7D23E155-D88A-416B-EF0A-2D4226D3A406}"/>
                  </a:ext>
                </a:extLst>
              </p:cNvPr>
              <p:cNvSpPr/>
              <p:nvPr/>
            </p:nvSpPr>
            <p:spPr>
              <a:xfrm>
                <a:off x="6379665" y="1961881"/>
                <a:ext cx="127000" cy="34287"/>
              </a:xfrm>
              <a:prstGeom prst="rect">
                <a:avLst/>
              </a:prstGeom>
              <a:solidFill>
                <a:srgbClr val="A0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6" name="Rectangle 5085">
                <a:extLst>
                  <a:ext uri="{FF2B5EF4-FFF2-40B4-BE49-F238E27FC236}">
                    <a16:creationId xmlns:a16="http://schemas.microsoft.com/office/drawing/2014/main" id="{EFA2E3C3-5D87-B268-8312-18FBAD614F53}"/>
                  </a:ext>
                </a:extLst>
              </p:cNvPr>
              <p:cNvSpPr/>
              <p:nvPr/>
            </p:nvSpPr>
            <p:spPr>
              <a:xfrm>
                <a:off x="6379665" y="1927594"/>
                <a:ext cx="127000" cy="34287"/>
              </a:xfrm>
              <a:prstGeom prst="rect">
                <a:avLst/>
              </a:prstGeom>
              <a:solidFill>
                <a:srgbClr val="9C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7" name="Rectangle 5086">
                <a:extLst>
                  <a:ext uri="{FF2B5EF4-FFF2-40B4-BE49-F238E27FC236}">
                    <a16:creationId xmlns:a16="http://schemas.microsoft.com/office/drawing/2014/main" id="{496E7C1E-48A3-E20C-3784-480E5694594C}"/>
                  </a:ext>
                </a:extLst>
              </p:cNvPr>
              <p:cNvSpPr/>
              <p:nvPr/>
            </p:nvSpPr>
            <p:spPr>
              <a:xfrm>
                <a:off x="6379665" y="1893307"/>
                <a:ext cx="127000" cy="34287"/>
              </a:xfrm>
              <a:prstGeom prst="rect">
                <a:avLst/>
              </a:prstGeom>
              <a:solidFill>
                <a:srgbClr val="99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8" name="Rectangle 5087">
                <a:extLst>
                  <a:ext uri="{FF2B5EF4-FFF2-40B4-BE49-F238E27FC236}">
                    <a16:creationId xmlns:a16="http://schemas.microsoft.com/office/drawing/2014/main" id="{53CA24D2-876D-E197-AB22-34CAE4FC9F7F}"/>
                  </a:ext>
                </a:extLst>
              </p:cNvPr>
              <p:cNvSpPr/>
              <p:nvPr/>
            </p:nvSpPr>
            <p:spPr>
              <a:xfrm>
                <a:off x="6379665" y="1859020"/>
                <a:ext cx="127000" cy="34287"/>
              </a:xfrm>
              <a:prstGeom prst="rect">
                <a:avLst/>
              </a:prstGeom>
              <a:solidFill>
                <a:srgbClr val="95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89" name="Rectangle 5088">
                <a:extLst>
                  <a:ext uri="{FF2B5EF4-FFF2-40B4-BE49-F238E27FC236}">
                    <a16:creationId xmlns:a16="http://schemas.microsoft.com/office/drawing/2014/main" id="{67B3CF65-1428-9447-09FE-F1A64A672CCE}"/>
                  </a:ext>
                </a:extLst>
              </p:cNvPr>
              <p:cNvSpPr/>
              <p:nvPr/>
            </p:nvSpPr>
            <p:spPr>
              <a:xfrm>
                <a:off x="6379665" y="1824733"/>
                <a:ext cx="127000" cy="34287"/>
              </a:xfrm>
              <a:prstGeom prst="rect">
                <a:avLst/>
              </a:prstGeom>
              <a:solidFill>
                <a:srgbClr val="92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90" name="Rectangle 5089">
                <a:extLst>
                  <a:ext uri="{FF2B5EF4-FFF2-40B4-BE49-F238E27FC236}">
                    <a16:creationId xmlns:a16="http://schemas.microsoft.com/office/drawing/2014/main" id="{83F63884-D759-1564-B185-5DC8F4A84FDB}"/>
                  </a:ext>
                </a:extLst>
              </p:cNvPr>
              <p:cNvSpPr/>
              <p:nvPr/>
            </p:nvSpPr>
            <p:spPr>
              <a:xfrm>
                <a:off x="6379665" y="1790446"/>
                <a:ext cx="127000" cy="34287"/>
              </a:xfrm>
              <a:prstGeom prst="rect">
                <a:avLst/>
              </a:prstGeom>
              <a:solidFill>
                <a:srgbClr val="8E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  <p:sp>
            <p:nvSpPr>
              <p:cNvPr id="5091" name="Rectangle 5090">
                <a:extLst>
                  <a:ext uri="{FF2B5EF4-FFF2-40B4-BE49-F238E27FC236}">
                    <a16:creationId xmlns:a16="http://schemas.microsoft.com/office/drawing/2014/main" id="{3DF39D01-F9B4-CA7C-ED63-3BCBE37BE2CD}"/>
                  </a:ext>
                </a:extLst>
              </p:cNvPr>
              <p:cNvSpPr/>
              <p:nvPr/>
            </p:nvSpPr>
            <p:spPr>
              <a:xfrm>
                <a:off x="6379665" y="1756159"/>
                <a:ext cx="127000" cy="34287"/>
              </a:xfrm>
              <a:prstGeom prst="rect">
                <a:avLst/>
              </a:prstGeom>
              <a:solidFill>
                <a:srgbClr val="8B000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800"/>
              </a:p>
            </p:txBody>
          </p:sp>
        </p:grpSp>
        <p:grpSp>
          <p:nvGrpSpPr>
            <p:cNvPr id="5110" name="Group 5109">
              <a:extLst>
                <a:ext uri="{FF2B5EF4-FFF2-40B4-BE49-F238E27FC236}">
                  <a16:creationId xmlns:a16="http://schemas.microsoft.com/office/drawing/2014/main" id="{CDC2BF52-3D4D-B068-6CFA-02DB80632B01}"/>
                </a:ext>
              </a:extLst>
            </p:cNvPr>
            <p:cNvGrpSpPr/>
            <p:nvPr/>
          </p:nvGrpSpPr>
          <p:grpSpPr>
            <a:xfrm>
              <a:off x="6466024" y="1804555"/>
              <a:ext cx="328936" cy="3388367"/>
              <a:chOff x="6466024" y="1804555"/>
              <a:chExt cx="328936" cy="3388367"/>
            </a:xfrm>
          </p:grpSpPr>
          <p:sp>
            <p:nvSpPr>
              <p:cNvPr id="5092" name="TextBox 5091">
                <a:extLst>
                  <a:ext uri="{FF2B5EF4-FFF2-40B4-BE49-F238E27FC236}">
                    <a16:creationId xmlns:a16="http://schemas.microsoft.com/office/drawing/2014/main" id="{12F7F415-4E19-4C96-B603-F1357782DCD2}"/>
                  </a:ext>
                </a:extLst>
              </p:cNvPr>
              <p:cNvSpPr txBox="1"/>
              <p:nvPr/>
            </p:nvSpPr>
            <p:spPr>
              <a:xfrm>
                <a:off x="6466024" y="4977478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5093" name="TextBox 5092">
                <a:extLst>
                  <a:ext uri="{FF2B5EF4-FFF2-40B4-BE49-F238E27FC236}">
                    <a16:creationId xmlns:a16="http://schemas.microsoft.com/office/drawing/2014/main" id="{B5630B62-705B-4629-8751-FC094BF3BD07}"/>
                  </a:ext>
                </a:extLst>
              </p:cNvPr>
              <p:cNvSpPr txBox="1"/>
              <p:nvPr/>
            </p:nvSpPr>
            <p:spPr>
              <a:xfrm>
                <a:off x="6466024" y="4184305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</a:t>
                </a:r>
              </a:p>
            </p:txBody>
          </p:sp>
          <p:sp>
            <p:nvSpPr>
              <p:cNvPr id="5094" name="TextBox 5093">
                <a:extLst>
                  <a:ext uri="{FF2B5EF4-FFF2-40B4-BE49-F238E27FC236}">
                    <a16:creationId xmlns:a16="http://schemas.microsoft.com/office/drawing/2014/main" id="{8F661FF8-FCE4-22A9-B04B-E9F7888EFECA}"/>
                  </a:ext>
                </a:extLst>
              </p:cNvPr>
              <p:cNvSpPr txBox="1"/>
              <p:nvPr/>
            </p:nvSpPr>
            <p:spPr>
              <a:xfrm>
                <a:off x="6466024" y="3390902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0.4</a:t>
                </a:r>
              </a:p>
            </p:txBody>
          </p:sp>
          <p:sp>
            <p:nvSpPr>
              <p:cNvPr id="5095" name="TextBox 5094">
                <a:extLst>
                  <a:ext uri="{FF2B5EF4-FFF2-40B4-BE49-F238E27FC236}">
                    <a16:creationId xmlns:a16="http://schemas.microsoft.com/office/drawing/2014/main" id="{474D7B04-B051-3FC8-1C1D-DD4D591FFA1D}"/>
                  </a:ext>
                </a:extLst>
              </p:cNvPr>
              <p:cNvSpPr txBox="1"/>
              <p:nvPr/>
            </p:nvSpPr>
            <p:spPr>
              <a:xfrm>
                <a:off x="6466024" y="2597729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0.6</a:t>
                </a:r>
              </a:p>
            </p:txBody>
          </p:sp>
          <p:sp>
            <p:nvSpPr>
              <p:cNvPr id="5096" name="TextBox 5095">
                <a:extLst>
                  <a:ext uri="{FF2B5EF4-FFF2-40B4-BE49-F238E27FC236}">
                    <a16:creationId xmlns:a16="http://schemas.microsoft.com/office/drawing/2014/main" id="{F39249F3-9519-2D26-F370-2A21ACE3782C}"/>
                  </a:ext>
                </a:extLst>
              </p:cNvPr>
              <p:cNvSpPr txBox="1"/>
              <p:nvPr/>
            </p:nvSpPr>
            <p:spPr>
              <a:xfrm>
                <a:off x="6466024" y="1804555"/>
                <a:ext cx="32893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0.8</a:t>
                </a:r>
              </a:p>
            </p:txBody>
          </p:sp>
        </p:grpSp>
      </p:grpSp>
      <p:sp>
        <p:nvSpPr>
          <p:cNvPr id="5104" name="TextBox 5103">
            <a:extLst>
              <a:ext uri="{FF2B5EF4-FFF2-40B4-BE49-F238E27FC236}">
                <a16:creationId xmlns:a16="http://schemas.microsoft.com/office/drawing/2014/main" id="{4AA6809A-ED70-1DAD-3FF7-70D502B0D7CB}"/>
              </a:ext>
            </a:extLst>
          </p:cNvPr>
          <p:cNvSpPr txBox="1"/>
          <p:nvPr/>
        </p:nvSpPr>
        <p:spPr>
          <a:xfrm>
            <a:off x="2352640" y="21456"/>
            <a:ext cx="113685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Proportion of</a:t>
            </a:r>
          </a:p>
          <a:p>
            <a:pPr algn="ctr"/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Cells in Region</a:t>
            </a:r>
          </a:p>
        </p:txBody>
      </p:sp>
      <p:sp>
        <p:nvSpPr>
          <p:cNvPr id="5105" name="TextBox 5104">
            <a:extLst>
              <a:ext uri="{FF2B5EF4-FFF2-40B4-BE49-F238E27FC236}">
                <a16:creationId xmlns:a16="http://schemas.microsoft.com/office/drawing/2014/main" id="{F643685E-DCC9-224F-FAF7-58938150C5C9}"/>
              </a:ext>
            </a:extLst>
          </p:cNvPr>
          <p:cNvSpPr txBox="1"/>
          <p:nvPr/>
        </p:nvSpPr>
        <p:spPr>
          <a:xfrm>
            <a:off x="653609" y="6201835"/>
            <a:ext cx="109517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err="1">
                <a:latin typeface="Arial" panose="020B0604020202020204" pitchFamily="34" charset="0"/>
                <a:cs typeface="Arial" panose="020B0604020202020204" pitchFamily="34" charset="0"/>
              </a:rPr>
              <a:t>Visium</a:t>
            </a:r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 Cluster</a:t>
            </a:r>
          </a:p>
        </p:txBody>
      </p:sp>
      <p:grpSp>
        <p:nvGrpSpPr>
          <p:cNvPr id="5107" name="Group 5106">
            <a:extLst>
              <a:ext uri="{FF2B5EF4-FFF2-40B4-BE49-F238E27FC236}">
                <a16:creationId xmlns:a16="http://schemas.microsoft.com/office/drawing/2014/main" id="{74FA8905-E958-83A4-A6CB-FA331ADA2D5B}"/>
              </a:ext>
            </a:extLst>
          </p:cNvPr>
          <p:cNvGrpSpPr/>
          <p:nvPr/>
        </p:nvGrpSpPr>
        <p:grpSpPr>
          <a:xfrm>
            <a:off x="5882386" y="521762"/>
            <a:ext cx="300082" cy="5432777"/>
            <a:chOff x="6058101" y="1620548"/>
            <a:chExt cx="300082" cy="5235067"/>
          </a:xfrm>
        </p:grpSpPr>
        <p:grpSp>
          <p:nvGrpSpPr>
            <p:cNvPr id="5106" name="Group 5105">
              <a:extLst>
                <a:ext uri="{FF2B5EF4-FFF2-40B4-BE49-F238E27FC236}">
                  <a16:creationId xmlns:a16="http://schemas.microsoft.com/office/drawing/2014/main" id="{EF5B4CC9-8589-1C93-8C0F-234AF8C638E9}"/>
                </a:ext>
              </a:extLst>
            </p:cNvPr>
            <p:cNvGrpSpPr/>
            <p:nvPr/>
          </p:nvGrpSpPr>
          <p:grpSpPr>
            <a:xfrm>
              <a:off x="6058101" y="1620548"/>
              <a:ext cx="300082" cy="4948199"/>
              <a:chOff x="6058101" y="1620548"/>
              <a:chExt cx="300082" cy="4948199"/>
            </a:xfrm>
          </p:grpSpPr>
          <p:sp>
            <p:nvSpPr>
              <p:cNvPr id="4956" name="TextBox 4955">
                <a:extLst>
                  <a:ext uri="{FF2B5EF4-FFF2-40B4-BE49-F238E27FC236}">
                    <a16:creationId xmlns:a16="http://schemas.microsoft.com/office/drawing/2014/main" id="{8BB35F75-71F1-7F6E-1D9A-55551B8D08C5}"/>
                  </a:ext>
                </a:extLst>
              </p:cNvPr>
              <p:cNvSpPr txBox="1"/>
              <p:nvPr/>
            </p:nvSpPr>
            <p:spPr>
              <a:xfrm>
                <a:off x="6058101" y="1620548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4957" name="TextBox 4956">
                <a:extLst>
                  <a:ext uri="{FF2B5EF4-FFF2-40B4-BE49-F238E27FC236}">
                    <a16:creationId xmlns:a16="http://schemas.microsoft.com/office/drawing/2014/main" id="{47667C26-1B77-FA98-4EE2-725D30C11BDF}"/>
                  </a:ext>
                </a:extLst>
              </p:cNvPr>
              <p:cNvSpPr txBox="1"/>
              <p:nvPr/>
            </p:nvSpPr>
            <p:spPr>
              <a:xfrm>
                <a:off x="6058101" y="1763868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4958" name="TextBox 4957">
                <a:extLst>
                  <a:ext uri="{FF2B5EF4-FFF2-40B4-BE49-F238E27FC236}">
                    <a16:creationId xmlns:a16="http://schemas.microsoft.com/office/drawing/2014/main" id="{95700064-C436-7780-0D6B-EE31BA6855A0}"/>
                  </a:ext>
                </a:extLst>
              </p:cNvPr>
              <p:cNvSpPr txBox="1"/>
              <p:nvPr/>
            </p:nvSpPr>
            <p:spPr>
              <a:xfrm>
                <a:off x="6058101" y="1907416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4959" name="TextBox 4958">
                <a:extLst>
                  <a:ext uri="{FF2B5EF4-FFF2-40B4-BE49-F238E27FC236}">
                    <a16:creationId xmlns:a16="http://schemas.microsoft.com/office/drawing/2014/main" id="{51567F8D-5833-F144-F3FD-55B9692C879F}"/>
                  </a:ext>
                </a:extLst>
              </p:cNvPr>
              <p:cNvSpPr txBox="1"/>
              <p:nvPr/>
            </p:nvSpPr>
            <p:spPr>
              <a:xfrm>
                <a:off x="6058101" y="2050736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4960" name="TextBox 4959">
                <a:extLst>
                  <a:ext uri="{FF2B5EF4-FFF2-40B4-BE49-F238E27FC236}">
                    <a16:creationId xmlns:a16="http://schemas.microsoft.com/office/drawing/2014/main" id="{F1DDCF3F-5D1D-7438-061C-A7D4E0FE13D5}"/>
                  </a:ext>
                </a:extLst>
              </p:cNvPr>
              <p:cNvSpPr txBox="1"/>
              <p:nvPr/>
            </p:nvSpPr>
            <p:spPr>
              <a:xfrm>
                <a:off x="6058101" y="2194285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4961" name="TextBox 4960">
                <a:extLst>
                  <a:ext uri="{FF2B5EF4-FFF2-40B4-BE49-F238E27FC236}">
                    <a16:creationId xmlns:a16="http://schemas.microsoft.com/office/drawing/2014/main" id="{C3547A4C-0CCD-BA71-C199-E4822DD83606}"/>
                  </a:ext>
                </a:extLst>
              </p:cNvPr>
              <p:cNvSpPr txBox="1"/>
              <p:nvPr/>
            </p:nvSpPr>
            <p:spPr>
              <a:xfrm>
                <a:off x="6058101" y="2337604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4962" name="TextBox 4961">
                <a:extLst>
                  <a:ext uri="{FF2B5EF4-FFF2-40B4-BE49-F238E27FC236}">
                    <a16:creationId xmlns:a16="http://schemas.microsoft.com/office/drawing/2014/main" id="{2285E6AB-949E-45BF-2C61-4473BE7D6C24}"/>
                  </a:ext>
                </a:extLst>
              </p:cNvPr>
              <p:cNvSpPr txBox="1"/>
              <p:nvPr/>
            </p:nvSpPr>
            <p:spPr>
              <a:xfrm>
                <a:off x="6058101" y="2480924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4963" name="TextBox 4962">
                <a:extLst>
                  <a:ext uri="{FF2B5EF4-FFF2-40B4-BE49-F238E27FC236}">
                    <a16:creationId xmlns:a16="http://schemas.microsoft.com/office/drawing/2014/main" id="{19A25673-81DC-55C8-FF75-69BB76A9F4A8}"/>
                  </a:ext>
                </a:extLst>
              </p:cNvPr>
              <p:cNvSpPr txBox="1"/>
              <p:nvPr/>
            </p:nvSpPr>
            <p:spPr>
              <a:xfrm>
                <a:off x="6058101" y="2624473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4964" name="TextBox 4963">
                <a:extLst>
                  <a:ext uri="{FF2B5EF4-FFF2-40B4-BE49-F238E27FC236}">
                    <a16:creationId xmlns:a16="http://schemas.microsoft.com/office/drawing/2014/main" id="{883E616D-CD4F-836C-B683-FC04D8E11B3E}"/>
                  </a:ext>
                </a:extLst>
              </p:cNvPr>
              <p:cNvSpPr txBox="1"/>
              <p:nvPr/>
            </p:nvSpPr>
            <p:spPr>
              <a:xfrm>
                <a:off x="6058101" y="2767793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4965" name="TextBox 4964">
                <a:extLst>
                  <a:ext uri="{FF2B5EF4-FFF2-40B4-BE49-F238E27FC236}">
                    <a16:creationId xmlns:a16="http://schemas.microsoft.com/office/drawing/2014/main" id="{0512AEC8-B52F-11CD-54FB-61F999357968}"/>
                  </a:ext>
                </a:extLst>
              </p:cNvPr>
              <p:cNvSpPr txBox="1"/>
              <p:nvPr/>
            </p:nvSpPr>
            <p:spPr>
              <a:xfrm>
                <a:off x="6058101" y="291134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9</a:t>
                </a:r>
              </a:p>
            </p:txBody>
          </p:sp>
          <p:sp>
            <p:nvSpPr>
              <p:cNvPr id="4966" name="TextBox 4965">
                <a:extLst>
                  <a:ext uri="{FF2B5EF4-FFF2-40B4-BE49-F238E27FC236}">
                    <a16:creationId xmlns:a16="http://schemas.microsoft.com/office/drawing/2014/main" id="{1AB544C4-7070-B35E-C7AA-9AE3F58646B4}"/>
                  </a:ext>
                </a:extLst>
              </p:cNvPr>
              <p:cNvSpPr txBox="1"/>
              <p:nvPr/>
            </p:nvSpPr>
            <p:spPr>
              <a:xfrm>
                <a:off x="6058101" y="3054661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10</a:t>
                </a:r>
              </a:p>
            </p:txBody>
          </p:sp>
          <p:sp>
            <p:nvSpPr>
              <p:cNvPr id="4967" name="TextBox 4966">
                <a:extLst>
                  <a:ext uri="{FF2B5EF4-FFF2-40B4-BE49-F238E27FC236}">
                    <a16:creationId xmlns:a16="http://schemas.microsoft.com/office/drawing/2014/main" id="{C1C9B301-7336-BB50-CEF9-D32105949BD6}"/>
                  </a:ext>
                </a:extLst>
              </p:cNvPr>
              <p:cNvSpPr txBox="1"/>
              <p:nvPr/>
            </p:nvSpPr>
            <p:spPr>
              <a:xfrm>
                <a:off x="6058101" y="319820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</a:t>
                </a:r>
              </a:p>
            </p:txBody>
          </p:sp>
          <p:sp>
            <p:nvSpPr>
              <p:cNvPr id="4968" name="TextBox 4967">
                <a:extLst>
                  <a:ext uri="{FF2B5EF4-FFF2-40B4-BE49-F238E27FC236}">
                    <a16:creationId xmlns:a16="http://schemas.microsoft.com/office/drawing/2014/main" id="{03010C0F-877E-921C-8E45-806D46B6F134}"/>
                  </a:ext>
                </a:extLst>
              </p:cNvPr>
              <p:cNvSpPr txBox="1"/>
              <p:nvPr/>
            </p:nvSpPr>
            <p:spPr>
              <a:xfrm>
                <a:off x="6058101" y="334152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4969" name="TextBox 4968">
                <a:extLst>
                  <a:ext uri="{FF2B5EF4-FFF2-40B4-BE49-F238E27FC236}">
                    <a16:creationId xmlns:a16="http://schemas.microsoft.com/office/drawing/2014/main" id="{3F1FB92B-7F3B-A7FE-AE08-2A1C03B5266C}"/>
                  </a:ext>
                </a:extLst>
              </p:cNvPr>
              <p:cNvSpPr txBox="1"/>
              <p:nvPr/>
            </p:nvSpPr>
            <p:spPr>
              <a:xfrm>
                <a:off x="6058101" y="348507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13</a:t>
                </a:r>
              </a:p>
            </p:txBody>
          </p:sp>
          <p:sp>
            <p:nvSpPr>
              <p:cNvPr id="4970" name="TextBox 4969">
                <a:extLst>
                  <a:ext uri="{FF2B5EF4-FFF2-40B4-BE49-F238E27FC236}">
                    <a16:creationId xmlns:a16="http://schemas.microsoft.com/office/drawing/2014/main" id="{1978E705-1030-45AA-E6B2-F35387F691BE}"/>
                  </a:ext>
                </a:extLst>
              </p:cNvPr>
              <p:cNvSpPr txBox="1"/>
              <p:nvPr/>
            </p:nvSpPr>
            <p:spPr>
              <a:xfrm>
                <a:off x="6058101" y="362839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14</a:t>
                </a:r>
              </a:p>
            </p:txBody>
          </p:sp>
          <p:sp>
            <p:nvSpPr>
              <p:cNvPr id="4971" name="TextBox 4970">
                <a:extLst>
                  <a:ext uri="{FF2B5EF4-FFF2-40B4-BE49-F238E27FC236}">
                    <a16:creationId xmlns:a16="http://schemas.microsoft.com/office/drawing/2014/main" id="{6500BC67-F561-AAB8-3C15-BD1342D1790A}"/>
                  </a:ext>
                </a:extLst>
              </p:cNvPr>
              <p:cNvSpPr txBox="1"/>
              <p:nvPr/>
            </p:nvSpPr>
            <p:spPr>
              <a:xfrm>
                <a:off x="6058101" y="377171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15</a:t>
                </a:r>
              </a:p>
            </p:txBody>
          </p:sp>
          <p:sp>
            <p:nvSpPr>
              <p:cNvPr id="4972" name="TextBox 4971">
                <a:extLst>
                  <a:ext uri="{FF2B5EF4-FFF2-40B4-BE49-F238E27FC236}">
                    <a16:creationId xmlns:a16="http://schemas.microsoft.com/office/drawing/2014/main" id="{C794E6CC-5066-9B76-64F1-23F912ACB89D}"/>
                  </a:ext>
                </a:extLst>
              </p:cNvPr>
              <p:cNvSpPr txBox="1"/>
              <p:nvPr/>
            </p:nvSpPr>
            <p:spPr>
              <a:xfrm>
                <a:off x="6058101" y="391526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16</a:t>
                </a:r>
              </a:p>
            </p:txBody>
          </p:sp>
          <p:sp>
            <p:nvSpPr>
              <p:cNvPr id="4973" name="TextBox 4972">
                <a:extLst>
                  <a:ext uri="{FF2B5EF4-FFF2-40B4-BE49-F238E27FC236}">
                    <a16:creationId xmlns:a16="http://schemas.microsoft.com/office/drawing/2014/main" id="{3F736796-2609-19F2-4DF1-6B8879375E9E}"/>
                  </a:ext>
                </a:extLst>
              </p:cNvPr>
              <p:cNvSpPr txBox="1"/>
              <p:nvPr/>
            </p:nvSpPr>
            <p:spPr>
              <a:xfrm>
                <a:off x="6058101" y="405858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17</a:t>
                </a:r>
              </a:p>
            </p:txBody>
          </p:sp>
          <p:sp>
            <p:nvSpPr>
              <p:cNvPr id="4974" name="TextBox 4973">
                <a:extLst>
                  <a:ext uri="{FF2B5EF4-FFF2-40B4-BE49-F238E27FC236}">
                    <a16:creationId xmlns:a16="http://schemas.microsoft.com/office/drawing/2014/main" id="{6B865B4E-4275-8D9D-A682-236FC356C722}"/>
                  </a:ext>
                </a:extLst>
              </p:cNvPr>
              <p:cNvSpPr txBox="1"/>
              <p:nvPr/>
            </p:nvSpPr>
            <p:spPr>
              <a:xfrm>
                <a:off x="6058101" y="4202134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18</a:t>
                </a:r>
              </a:p>
            </p:txBody>
          </p:sp>
          <p:sp>
            <p:nvSpPr>
              <p:cNvPr id="4975" name="TextBox 4974">
                <a:extLst>
                  <a:ext uri="{FF2B5EF4-FFF2-40B4-BE49-F238E27FC236}">
                    <a16:creationId xmlns:a16="http://schemas.microsoft.com/office/drawing/2014/main" id="{F6EE1A56-4306-60BB-C631-CB1B930CF928}"/>
                  </a:ext>
                </a:extLst>
              </p:cNvPr>
              <p:cNvSpPr txBox="1"/>
              <p:nvPr/>
            </p:nvSpPr>
            <p:spPr>
              <a:xfrm>
                <a:off x="6058101" y="4345454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19</a:t>
                </a:r>
              </a:p>
            </p:txBody>
          </p:sp>
          <p:sp>
            <p:nvSpPr>
              <p:cNvPr id="4976" name="TextBox 4975">
                <a:extLst>
                  <a:ext uri="{FF2B5EF4-FFF2-40B4-BE49-F238E27FC236}">
                    <a16:creationId xmlns:a16="http://schemas.microsoft.com/office/drawing/2014/main" id="{22851BC9-2E2D-8DA6-1282-4DBEF3233248}"/>
                  </a:ext>
                </a:extLst>
              </p:cNvPr>
              <p:cNvSpPr txBox="1"/>
              <p:nvPr/>
            </p:nvSpPr>
            <p:spPr>
              <a:xfrm>
                <a:off x="6058101" y="4489002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20</a:t>
                </a:r>
              </a:p>
            </p:txBody>
          </p:sp>
          <p:sp>
            <p:nvSpPr>
              <p:cNvPr id="4977" name="TextBox 4976">
                <a:extLst>
                  <a:ext uri="{FF2B5EF4-FFF2-40B4-BE49-F238E27FC236}">
                    <a16:creationId xmlns:a16="http://schemas.microsoft.com/office/drawing/2014/main" id="{96F39D77-BA25-E948-0680-A8AE287C9F17}"/>
                  </a:ext>
                </a:extLst>
              </p:cNvPr>
              <p:cNvSpPr txBox="1"/>
              <p:nvPr/>
            </p:nvSpPr>
            <p:spPr>
              <a:xfrm>
                <a:off x="6058101" y="4632322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21</a:t>
                </a:r>
              </a:p>
            </p:txBody>
          </p:sp>
          <p:sp>
            <p:nvSpPr>
              <p:cNvPr id="4978" name="TextBox 4977">
                <a:extLst>
                  <a:ext uri="{FF2B5EF4-FFF2-40B4-BE49-F238E27FC236}">
                    <a16:creationId xmlns:a16="http://schemas.microsoft.com/office/drawing/2014/main" id="{9C4AB7C4-3B5B-1705-110A-0B084983BCCF}"/>
                  </a:ext>
                </a:extLst>
              </p:cNvPr>
              <p:cNvSpPr txBox="1"/>
              <p:nvPr/>
            </p:nvSpPr>
            <p:spPr>
              <a:xfrm>
                <a:off x="6058101" y="4775642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22</a:t>
                </a:r>
              </a:p>
            </p:txBody>
          </p:sp>
          <p:sp>
            <p:nvSpPr>
              <p:cNvPr id="4979" name="TextBox 4978">
                <a:extLst>
                  <a:ext uri="{FF2B5EF4-FFF2-40B4-BE49-F238E27FC236}">
                    <a16:creationId xmlns:a16="http://schemas.microsoft.com/office/drawing/2014/main" id="{7EBB47C8-C6AC-EFBC-D4FD-F17749B0B704}"/>
                  </a:ext>
                </a:extLst>
              </p:cNvPr>
              <p:cNvSpPr txBox="1"/>
              <p:nvPr/>
            </p:nvSpPr>
            <p:spPr>
              <a:xfrm>
                <a:off x="6058101" y="491919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23</a:t>
                </a:r>
              </a:p>
            </p:txBody>
          </p:sp>
          <p:sp>
            <p:nvSpPr>
              <p:cNvPr id="4980" name="TextBox 4979">
                <a:extLst>
                  <a:ext uri="{FF2B5EF4-FFF2-40B4-BE49-F238E27FC236}">
                    <a16:creationId xmlns:a16="http://schemas.microsoft.com/office/drawing/2014/main" id="{330AFBC0-F9F7-E98A-D69C-A19F62E0955A}"/>
                  </a:ext>
                </a:extLst>
              </p:cNvPr>
              <p:cNvSpPr txBox="1"/>
              <p:nvPr/>
            </p:nvSpPr>
            <p:spPr>
              <a:xfrm>
                <a:off x="6058101" y="506251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24</a:t>
                </a:r>
              </a:p>
            </p:txBody>
          </p:sp>
          <p:sp>
            <p:nvSpPr>
              <p:cNvPr id="4981" name="TextBox 4980">
                <a:extLst>
                  <a:ext uri="{FF2B5EF4-FFF2-40B4-BE49-F238E27FC236}">
                    <a16:creationId xmlns:a16="http://schemas.microsoft.com/office/drawing/2014/main" id="{45CEAD86-6338-4B01-7274-A19096AE5804}"/>
                  </a:ext>
                </a:extLst>
              </p:cNvPr>
              <p:cNvSpPr txBox="1"/>
              <p:nvPr/>
            </p:nvSpPr>
            <p:spPr>
              <a:xfrm>
                <a:off x="6058101" y="520605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25</a:t>
                </a:r>
              </a:p>
            </p:txBody>
          </p:sp>
          <p:sp>
            <p:nvSpPr>
              <p:cNvPr id="4982" name="TextBox 4981">
                <a:extLst>
                  <a:ext uri="{FF2B5EF4-FFF2-40B4-BE49-F238E27FC236}">
                    <a16:creationId xmlns:a16="http://schemas.microsoft.com/office/drawing/2014/main" id="{4BA42400-2278-24C2-00AA-34BFC0FD3DBE}"/>
                  </a:ext>
                </a:extLst>
              </p:cNvPr>
              <p:cNvSpPr txBox="1"/>
              <p:nvPr/>
            </p:nvSpPr>
            <p:spPr>
              <a:xfrm>
                <a:off x="6058101" y="534937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26</a:t>
                </a:r>
              </a:p>
            </p:txBody>
          </p:sp>
          <p:sp>
            <p:nvSpPr>
              <p:cNvPr id="4983" name="TextBox 4982">
                <a:extLst>
                  <a:ext uri="{FF2B5EF4-FFF2-40B4-BE49-F238E27FC236}">
                    <a16:creationId xmlns:a16="http://schemas.microsoft.com/office/drawing/2014/main" id="{11865103-55B8-3A47-B84E-8471EA10FA6C}"/>
                  </a:ext>
                </a:extLst>
              </p:cNvPr>
              <p:cNvSpPr txBox="1"/>
              <p:nvPr/>
            </p:nvSpPr>
            <p:spPr>
              <a:xfrm>
                <a:off x="6058101" y="549292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27</a:t>
                </a:r>
              </a:p>
            </p:txBody>
          </p:sp>
          <p:sp>
            <p:nvSpPr>
              <p:cNvPr id="4984" name="TextBox 4983">
                <a:extLst>
                  <a:ext uri="{FF2B5EF4-FFF2-40B4-BE49-F238E27FC236}">
                    <a16:creationId xmlns:a16="http://schemas.microsoft.com/office/drawing/2014/main" id="{0E6BAF7C-76C2-BC65-06FF-84F644E06092}"/>
                  </a:ext>
                </a:extLst>
              </p:cNvPr>
              <p:cNvSpPr txBox="1"/>
              <p:nvPr/>
            </p:nvSpPr>
            <p:spPr>
              <a:xfrm>
                <a:off x="6058101" y="563624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28</a:t>
                </a:r>
              </a:p>
            </p:txBody>
          </p:sp>
          <p:sp>
            <p:nvSpPr>
              <p:cNvPr id="4985" name="TextBox 4984">
                <a:extLst>
                  <a:ext uri="{FF2B5EF4-FFF2-40B4-BE49-F238E27FC236}">
                    <a16:creationId xmlns:a16="http://schemas.microsoft.com/office/drawing/2014/main" id="{2A016842-63FD-C374-2A28-479F1D2F6C83}"/>
                  </a:ext>
                </a:extLst>
              </p:cNvPr>
              <p:cNvSpPr txBox="1"/>
              <p:nvPr/>
            </p:nvSpPr>
            <p:spPr>
              <a:xfrm>
                <a:off x="6058101" y="577956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29</a:t>
                </a:r>
              </a:p>
            </p:txBody>
          </p:sp>
          <p:sp>
            <p:nvSpPr>
              <p:cNvPr id="4986" name="TextBox 4985">
                <a:extLst>
                  <a:ext uri="{FF2B5EF4-FFF2-40B4-BE49-F238E27FC236}">
                    <a16:creationId xmlns:a16="http://schemas.microsoft.com/office/drawing/2014/main" id="{ABB0B297-D6A0-1EF8-DD5E-A5F23E6B4FF4}"/>
                  </a:ext>
                </a:extLst>
              </p:cNvPr>
              <p:cNvSpPr txBox="1"/>
              <p:nvPr/>
            </p:nvSpPr>
            <p:spPr>
              <a:xfrm>
                <a:off x="6058101" y="592311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30</a:t>
                </a:r>
              </a:p>
            </p:txBody>
          </p:sp>
          <p:sp>
            <p:nvSpPr>
              <p:cNvPr id="4987" name="TextBox 4986">
                <a:extLst>
                  <a:ext uri="{FF2B5EF4-FFF2-40B4-BE49-F238E27FC236}">
                    <a16:creationId xmlns:a16="http://schemas.microsoft.com/office/drawing/2014/main" id="{09F83422-C962-47A7-C862-6BBC8BA2EAB5}"/>
                  </a:ext>
                </a:extLst>
              </p:cNvPr>
              <p:cNvSpPr txBox="1"/>
              <p:nvPr/>
            </p:nvSpPr>
            <p:spPr>
              <a:xfrm>
                <a:off x="6058101" y="606643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31</a:t>
                </a:r>
              </a:p>
            </p:txBody>
          </p:sp>
          <p:sp>
            <p:nvSpPr>
              <p:cNvPr id="4988" name="TextBox 4987">
                <a:extLst>
                  <a:ext uri="{FF2B5EF4-FFF2-40B4-BE49-F238E27FC236}">
                    <a16:creationId xmlns:a16="http://schemas.microsoft.com/office/drawing/2014/main" id="{22583B9F-38FC-A7C0-8E62-256D18A7022E}"/>
                  </a:ext>
                </a:extLst>
              </p:cNvPr>
              <p:cNvSpPr txBox="1"/>
              <p:nvPr/>
            </p:nvSpPr>
            <p:spPr>
              <a:xfrm>
                <a:off x="6058101" y="6209983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32</a:t>
                </a:r>
              </a:p>
            </p:txBody>
          </p:sp>
          <p:sp>
            <p:nvSpPr>
              <p:cNvPr id="4989" name="TextBox 4988">
                <a:extLst>
                  <a:ext uri="{FF2B5EF4-FFF2-40B4-BE49-F238E27FC236}">
                    <a16:creationId xmlns:a16="http://schemas.microsoft.com/office/drawing/2014/main" id="{4030EB2A-4FCF-E0D0-80D5-AC4C99E4A566}"/>
                  </a:ext>
                </a:extLst>
              </p:cNvPr>
              <p:cNvSpPr txBox="1"/>
              <p:nvPr/>
            </p:nvSpPr>
            <p:spPr>
              <a:xfrm>
                <a:off x="6058101" y="6353303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33</a:t>
                </a:r>
              </a:p>
            </p:txBody>
          </p:sp>
        </p:grpSp>
        <p:sp>
          <p:nvSpPr>
            <p:cNvPr id="4990" name="TextBox 4989">
              <a:extLst>
                <a:ext uri="{FF2B5EF4-FFF2-40B4-BE49-F238E27FC236}">
                  <a16:creationId xmlns:a16="http://schemas.microsoft.com/office/drawing/2014/main" id="{8086EA4E-0248-730D-4568-065912B660EF}"/>
                </a:ext>
              </a:extLst>
            </p:cNvPr>
            <p:cNvSpPr txBox="1"/>
            <p:nvPr/>
          </p:nvSpPr>
          <p:spPr>
            <a:xfrm>
              <a:off x="6058101" y="6496851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34</a:t>
              </a:r>
            </a:p>
          </p:txBody>
        </p:sp>
        <p:sp>
          <p:nvSpPr>
            <p:cNvPr id="4991" name="TextBox 4990">
              <a:extLst>
                <a:ext uri="{FF2B5EF4-FFF2-40B4-BE49-F238E27FC236}">
                  <a16:creationId xmlns:a16="http://schemas.microsoft.com/office/drawing/2014/main" id="{E15A0516-BF8E-D26C-094C-7AE22D3B41E7}"/>
                </a:ext>
              </a:extLst>
            </p:cNvPr>
            <p:cNvSpPr txBox="1"/>
            <p:nvPr/>
          </p:nvSpPr>
          <p:spPr>
            <a:xfrm>
              <a:off x="6058101" y="6640171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35</a:t>
              </a:r>
            </a:p>
          </p:txBody>
        </p:sp>
      </p:grpSp>
      <p:grpSp>
        <p:nvGrpSpPr>
          <p:cNvPr id="5119" name="Group 5118">
            <a:extLst>
              <a:ext uri="{FF2B5EF4-FFF2-40B4-BE49-F238E27FC236}">
                <a16:creationId xmlns:a16="http://schemas.microsoft.com/office/drawing/2014/main" id="{825696E2-B586-1F4C-FFED-8F6DBA71DC88}"/>
              </a:ext>
            </a:extLst>
          </p:cNvPr>
          <p:cNvGrpSpPr/>
          <p:nvPr/>
        </p:nvGrpSpPr>
        <p:grpSpPr>
          <a:xfrm>
            <a:off x="3399800" y="5848418"/>
            <a:ext cx="2585743" cy="605438"/>
            <a:chOff x="3357799" y="6823097"/>
            <a:chExt cx="2585743" cy="583405"/>
          </a:xfrm>
        </p:grpSpPr>
        <p:sp>
          <p:nvSpPr>
            <p:cNvPr id="4937" name="TextBox 4936">
              <a:extLst>
                <a:ext uri="{FF2B5EF4-FFF2-40B4-BE49-F238E27FC236}">
                  <a16:creationId xmlns:a16="http://schemas.microsoft.com/office/drawing/2014/main" id="{B91C3F2E-5FD5-0FCA-9921-CC0C7DBF2E07}"/>
                </a:ext>
              </a:extLst>
            </p:cNvPr>
            <p:cNvSpPr txBox="1"/>
            <p:nvPr/>
          </p:nvSpPr>
          <p:spPr>
            <a:xfrm rot="5400000">
              <a:off x="3246320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4938" name="TextBox 4937">
              <a:extLst>
                <a:ext uri="{FF2B5EF4-FFF2-40B4-BE49-F238E27FC236}">
                  <a16:creationId xmlns:a16="http://schemas.microsoft.com/office/drawing/2014/main" id="{EB226E91-E6CA-2A9C-DACA-3C7029DB87E8}"/>
                </a:ext>
              </a:extLst>
            </p:cNvPr>
            <p:cNvSpPr txBox="1"/>
            <p:nvPr/>
          </p:nvSpPr>
          <p:spPr>
            <a:xfrm rot="5400000">
              <a:off x="3377003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4939" name="TextBox 4938">
              <a:extLst>
                <a:ext uri="{FF2B5EF4-FFF2-40B4-BE49-F238E27FC236}">
                  <a16:creationId xmlns:a16="http://schemas.microsoft.com/office/drawing/2014/main" id="{967102CB-3DF0-23D9-7D0D-ADAC5D1E1126}"/>
                </a:ext>
              </a:extLst>
            </p:cNvPr>
            <p:cNvSpPr txBox="1"/>
            <p:nvPr/>
          </p:nvSpPr>
          <p:spPr>
            <a:xfrm rot="5400000">
              <a:off x="3507686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4940" name="TextBox 4939">
              <a:extLst>
                <a:ext uri="{FF2B5EF4-FFF2-40B4-BE49-F238E27FC236}">
                  <a16:creationId xmlns:a16="http://schemas.microsoft.com/office/drawing/2014/main" id="{B4267400-6C2C-D0A4-C1F7-D92106E95DFA}"/>
                </a:ext>
              </a:extLst>
            </p:cNvPr>
            <p:cNvSpPr txBox="1"/>
            <p:nvPr/>
          </p:nvSpPr>
          <p:spPr>
            <a:xfrm rot="5400000">
              <a:off x="3638369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4941" name="TextBox 4940">
              <a:extLst>
                <a:ext uri="{FF2B5EF4-FFF2-40B4-BE49-F238E27FC236}">
                  <a16:creationId xmlns:a16="http://schemas.microsoft.com/office/drawing/2014/main" id="{B4F9DD19-CC9E-E214-B1FB-D6957F815037}"/>
                </a:ext>
              </a:extLst>
            </p:cNvPr>
            <p:cNvSpPr txBox="1"/>
            <p:nvPr/>
          </p:nvSpPr>
          <p:spPr>
            <a:xfrm rot="5400000">
              <a:off x="3769179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4942" name="TextBox 4941">
              <a:extLst>
                <a:ext uri="{FF2B5EF4-FFF2-40B4-BE49-F238E27FC236}">
                  <a16:creationId xmlns:a16="http://schemas.microsoft.com/office/drawing/2014/main" id="{18AA0B0F-BF40-3052-0498-EDC7BB2BA1FA}"/>
                </a:ext>
              </a:extLst>
            </p:cNvPr>
            <p:cNvSpPr txBox="1"/>
            <p:nvPr/>
          </p:nvSpPr>
          <p:spPr>
            <a:xfrm rot="5400000">
              <a:off x="3899862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4943" name="TextBox 4942">
              <a:extLst>
                <a:ext uri="{FF2B5EF4-FFF2-40B4-BE49-F238E27FC236}">
                  <a16:creationId xmlns:a16="http://schemas.microsoft.com/office/drawing/2014/main" id="{0FA41D2A-7C36-9629-1437-7524D7025D21}"/>
                </a:ext>
              </a:extLst>
            </p:cNvPr>
            <p:cNvSpPr txBox="1"/>
            <p:nvPr/>
          </p:nvSpPr>
          <p:spPr>
            <a:xfrm rot="5400000">
              <a:off x="4030545" y="6934577"/>
              <a:ext cx="456280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4944" name="TextBox 4943">
              <a:extLst>
                <a:ext uri="{FF2B5EF4-FFF2-40B4-BE49-F238E27FC236}">
                  <a16:creationId xmlns:a16="http://schemas.microsoft.com/office/drawing/2014/main" id="{D4B8249B-0DD6-BD39-0AB4-2B59FEC24C7D}"/>
                </a:ext>
              </a:extLst>
            </p:cNvPr>
            <p:cNvSpPr txBox="1"/>
            <p:nvPr/>
          </p:nvSpPr>
          <p:spPr>
            <a:xfrm rot="5400000">
              <a:off x="4097666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4945" name="TextBox 4944">
              <a:extLst>
                <a:ext uri="{FF2B5EF4-FFF2-40B4-BE49-F238E27FC236}">
                  <a16:creationId xmlns:a16="http://schemas.microsoft.com/office/drawing/2014/main" id="{B263AC19-8DC9-B69D-4774-6D9E784AA380}"/>
                </a:ext>
              </a:extLst>
            </p:cNvPr>
            <p:cNvSpPr txBox="1"/>
            <p:nvPr/>
          </p:nvSpPr>
          <p:spPr>
            <a:xfrm rot="5400000">
              <a:off x="4228349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4946" name="TextBox 4945">
              <a:extLst>
                <a:ext uri="{FF2B5EF4-FFF2-40B4-BE49-F238E27FC236}">
                  <a16:creationId xmlns:a16="http://schemas.microsoft.com/office/drawing/2014/main" id="{74B759C1-F970-6273-BBD7-BAC31FF3B3D4}"/>
                </a:ext>
              </a:extLst>
            </p:cNvPr>
            <p:cNvSpPr txBox="1"/>
            <p:nvPr/>
          </p:nvSpPr>
          <p:spPr>
            <a:xfrm rot="5400000">
              <a:off x="4359032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14</a:t>
              </a:r>
            </a:p>
          </p:txBody>
        </p:sp>
        <p:sp>
          <p:nvSpPr>
            <p:cNvPr id="4947" name="TextBox 4946">
              <a:extLst>
                <a:ext uri="{FF2B5EF4-FFF2-40B4-BE49-F238E27FC236}">
                  <a16:creationId xmlns:a16="http://schemas.microsoft.com/office/drawing/2014/main" id="{08BC6099-62E2-4849-556B-E26D57317BA3}"/>
                </a:ext>
              </a:extLst>
            </p:cNvPr>
            <p:cNvSpPr txBox="1"/>
            <p:nvPr/>
          </p:nvSpPr>
          <p:spPr>
            <a:xfrm rot="5400000">
              <a:off x="4489715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16</a:t>
              </a:r>
            </a:p>
          </p:txBody>
        </p:sp>
        <p:sp>
          <p:nvSpPr>
            <p:cNvPr id="4948" name="TextBox 4947">
              <a:extLst>
                <a:ext uri="{FF2B5EF4-FFF2-40B4-BE49-F238E27FC236}">
                  <a16:creationId xmlns:a16="http://schemas.microsoft.com/office/drawing/2014/main" id="{0F1C15B8-8F7E-D2E6-87FB-E3C5B011E488}"/>
                </a:ext>
              </a:extLst>
            </p:cNvPr>
            <p:cNvSpPr txBox="1"/>
            <p:nvPr/>
          </p:nvSpPr>
          <p:spPr>
            <a:xfrm rot="5400000">
              <a:off x="4620398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17</a:t>
              </a:r>
            </a:p>
          </p:txBody>
        </p:sp>
        <p:sp>
          <p:nvSpPr>
            <p:cNvPr id="4949" name="TextBox 4948">
              <a:extLst>
                <a:ext uri="{FF2B5EF4-FFF2-40B4-BE49-F238E27FC236}">
                  <a16:creationId xmlns:a16="http://schemas.microsoft.com/office/drawing/2014/main" id="{4FF3349A-EB6D-9814-54A3-A13E5598903B}"/>
                </a:ext>
              </a:extLst>
            </p:cNvPr>
            <p:cNvSpPr txBox="1"/>
            <p:nvPr/>
          </p:nvSpPr>
          <p:spPr>
            <a:xfrm rot="5400000">
              <a:off x="4751081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18</a:t>
              </a:r>
            </a:p>
          </p:txBody>
        </p:sp>
        <p:sp>
          <p:nvSpPr>
            <p:cNvPr id="4950" name="TextBox 4949">
              <a:extLst>
                <a:ext uri="{FF2B5EF4-FFF2-40B4-BE49-F238E27FC236}">
                  <a16:creationId xmlns:a16="http://schemas.microsoft.com/office/drawing/2014/main" id="{0B86D546-A70E-3776-E621-E4D86E0C8DC0}"/>
                </a:ext>
              </a:extLst>
            </p:cNvPr>
            <p:cNvSpPr txBox="1"/>
            <p:nvPr/>
          </p:nvSpPr>
          <p:spPr>
            <a:xfrm rot="5400000">
              <a:off x="4881764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19</a:t>
              </a:r>
            </a:p>
          </p:txBody>
        </p:sp>
        <p:sp>
          <p:nvSpPr>
            <p:cNvPr id="4951" name="TextBox 4950">
              <a:extLst>
                <a:ext uri="{FF2B5EF4-FFF2-40B4-BE49-F238E27FC236}">
                  <a16:creationId xmlns:a16="http://schemas.microsoft.com/office/drawing/2014/main" id="{B6A06F52-EEA1-126F-FF28-E47745595746}"/>
                </a:ext>
              </a:extLst>
            </p:cNvPr>
            <p:cNvSpPr txBox="1"/>
            <p:nvPr/>
          </p:nvSpPr>
          <p:spPr>
            <a:xfrm rot="5400000">
              <a:off x="5012447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21</a:t>
              </a:r>
            </a:p>
          </p:txBody>
        </p:sp>
        <p:sp>
          <p:nvSpPr>
            <p:cNvPr id="4952" name="TextBox 4951">
              <a:extLst>
                <a:ext uri="{FF2B5EF4-FFF2-40B4-BE49-F238E27FC236}">
                  <a16:creationId xmlns:a16="http://schemas.microsoft.com/office/drawing/2014/main" id="{B8CCE225-E66C-84CD-996F-EA84CA531809}"/>
                </a:ext>
              </a:extLst>
            </p:cNvPr>
            <p:cNvSpPr txBox="1"/>
            <p:nvPr/>
          </p:nvSpPr>
          <p:spPr>
            <a:xfrm rot="5400000">
              <a:off x="5143130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22</a:t>
              </a:r>
            </a:p>
          </p:txBody>
        </p:sp>
        <p:sp>
          <p:nvSpPr>
            <p:cNvPr id="4953" name="TextBox 4952">
              <a:extLst>
                <a:ext uri="{FF2B5EF4-FFF2-40B4-BE49-F238E27FC236}">
                  <a16:creationId xmlns:a16="http://schemas.microsoft.com/office/drawing/2014/main" id="{D47C8DF5-A74C-9C7E-373B-4748CB4926D5}"/>
                </a:ext>
              </a:extLst>
            </p:cNvPr>
            <p:cNvSpPr txBox="1"/>
            <p:nvPr/>
          </p:nvSpPr>
          <p:spPr>
            <a:xfrm rot="5400000">
              <a:off x="5273813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23</a:t>
              </a:r>
            </a:p>
          </p:txBody>
        </p:sp>
        <p:sp>
          <p:nvSpPr>
            <p:cNvPr id="4954" name="TextBox 4953">
              <a:extLst>
                <a:ext uri="{FF2B5EF4-FFF2-40B4-BE49-F238E27FC236}">
                  <a16:creationId xmlns:a16="http://schemas.microsoft.com/office/drawing/2014/main" id="{7CA42631-7DC0-478F-1857-FD2AD3B7784B}"/>
                </a:ext>
              </a:extLst>
            </p:cNvPr>
            <p:cNvSpPr txBox="1"/>
            <p:nvPr/>
          </p:nvSpPr>
          <p:spPr>
            <a:xfrm rot="5400000">
              <a:off x="5404496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24</a:t>
              </a:r>
            </a:p>
          </p:txBody>
        </p:sp>
        <p:sp>
          <p:nvSpPr>
            <p:cNvPr id="4955" name="TextBox 4954">
              <a:extLst>
                <a:ext uri="{FF2B5EF4-FFF2-40B4-BE49-F238E27FC236}">
                  <a16:creationId xmlns:a16="http://schemas.microsoft.com/office/drawing/2014/main" id="{CF3139FF-80E5-04B8-EBC2-B8C226078971}"/>
                </a:ext>
              </a:extLst>
            </p:cNvPr>
            <p:cNvSpPr txBox="1"/>
            <p:nvPr/>
          </p:nvSpPr>
          <p:spPr>
            <a:xfrm rot="5400000">
              <a:off x="5535178" y="6998139"/>
              <a:ext cx="583405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25</a:t>
              </a:r>
            </a:p>
          </p:txBody>
        </p:sp>
        <p:sp>
          <p:nvSpPr>
            <p:cNvPr id="5108" name="TextBox 5107">
              <a:extLst>
                <a:ext uri="{FF2B5EF4-FFF2-40B4-BE49-F238E27FC236}">
                  <a16:creationId xmlns:a16="http://schemas.microsoft.com/office/drawing/2014/main" id="{1EA64699-603F-A3B6-5148-E80F1F6EBB17}"/>
                </a:ext>
              </a:extLst>
            </p:cNvPr>
            <p:cNvSpPr txBox="1"/>
            <p:nvPr/>
          </p:nvSpPr>
          <p:spPr>
            <a:xfrm>
              <a:off x="3993476" y="7142687"/>
              <a:ext cx="123944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err="1">
                  <a:latin typeface="Arial" panose="020B0604020202020204" pitchFamily="34" charset="0"/>
                  <a:cs typeface="Arial" panose="020B0604020202020204" pitchFamily="34" charset="0"/>
                </a:rPr>
                <a:t>Multiome</a:t>
              </a:r>
              <a:r>
                <a:rPr lang="en-US" sz="1100">
                  <a:latin typeface="Arial" panose="020B0604020202020204" pitchFamily="34" charset="0"/>
                  <a:cs typeface="Arial" panose="020B0604020202020204" pitchFamily="34" charset="0"/>
                </a:rPr>
                <a:t> Cluster</a:t>
              </a:r>
            </a:p>
          </p:txBody>
        </p:sp>
      </p:grpSp>
      <p:sp>
        <p:nvSpPr>
          <p:cNvPr id="5111" name="TextBox 5110">
            <a:extLst>
              <a:ext uri="{FF2B5EF4-FFF2-40B4-BE49-F238E27FC236}">
                <a16:creationId xmlns:a16="http://schemas.microsoft.com/office/drawing/2014/main" id="{63813739-70DF-EA6B-E533-DFF00066BDC4}"/>
              </a:ext>
            </a:extLst>
          </p:cNvPr>
          <p:cNvSpPr txBox="1"/>
          <p:nvPr/>
        </p:nvSpPr>
        <p:spPr>
          <a:xfrm>
            <a:off x="5857969" y="0"/>
            <a:ext cx="113524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Proportion of</a:t>
            </a:r>
          </a:p>
          <a:p>
            <a:pPr algn="ctr"/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Cells in Cluster</a:t>
            </a:r>
          </a:p>
        </p:txBody>
      </p:sp>
      <p:sp>
        <p:nvSpPr>
          <p:cNvPr id="5114" name="TextBox 5113">
            <a:extLst>
              <a:ext uri="{FF2B5EF4-FFF2-40B4-BE49-F238E27FC236}">
                <a16:creationId xmlns:a16="http://schemas.microsoft.com/office/drawing/2014/main" id="{F0F391E5-CA2D-21BD-5D22-E71E7AACA0BC}"/>
              </a:ext>
            </a:extLst>
          </p:cNvPr>
          <p:cNvSpPr txBox="1"/>
          <p:nvPr/>
        </p:nvSpPr>
        <p:spPr>
          <a:xfrm rot="5400000">
            <a:off x="5718208" y="3142070"/>
            <a:ext cx="109517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err="1">
                <a:latin typeface="Arial" panose="020B0604020202020204" pitchFamily="34" charset="0"/>
                <a:cs typeface="Arial" panose="020B0604020202020204" pitchFamily="34" charset="0"/>
              </a:rPr>
              <a:t>Visium</a:t>
            </a:r>
            <a:r>
              <a:rPr lang="en-US" sz="1100">
                <a:latin typeface="Arial" panose="020B0604020202020204" pitchFamily="34" charset="0"/>
                <a:cs typeface="Arial" panose="020B0604020202020204" pitchFamily="34" charset="0"/>
              </a:rPr>
              <a:t> Cluster</a:t>
            </a:r>
          </a:p>
        </p:txBody>
      </p:sp>
      <p:sp>
        <p:nvSpPr>
          <p:cNvPr id="5115" name="TextBox 5114">
            <a:extLst>
              <a:ext uri="{FF2B5EF4-FFF2-40B4-BE49-F238E27FC236}">
                <a16:creationId xmlns:a16="http://schemas.microsoft.com/office/drawing/2014/main" id="{1EE8FEB0-21F8-3084-8F08-552D2E278003}"/>
              </a:ext>
            </a:extLst>
          </p:cNvPr>
          <p:cNvSpPr txBox="1"/>
          <p:nvPr/>
        </p:nvSpPr>
        <p:spPr>
          <a:xfrm>
            <a:off x="3802495" y="138400"/>
            <a:ext cx="150438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err="1">
                <a:latin typeface="Arial" panose="020B0604020202020204" pitchFamily="34" charset="0"/>
                <a:cs typeface="Arial" panose="020B0604020202020204" pitchFamily="34" charset="0"/>
              </a:rPr>
              <a:t>Multiome</a:t>
            </a:r>
            <a:r>
              <a:rPr lang="en-US" sz="1200">
                <a:latin typeface="Arial" panose="020B0604020202020204" pitchFamily="34" charset="0"/>
                <a:cs typeface="Arial" panose="020B0604020202020204" pitchFamily="34" charset="0"/>
              </a:rPr>
              <a:t> → </a:t>
            </a:r>
            <a:r>
              <a:rPr lang="en-US" sz="1200" err="1">
                <a:latin typeface="Arial" panose="020B0604020202020204" pitchFamily="34" charset="0"/>
                <a:cs typeface="Arial" panose="020B0604020202020204" pitchFamily="34" charset="0"/>
              </a:rPr>
              <a:t>Visium</a:t>
            </a:r>
            <a:endParaRPr lang="en-U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16" name="TextBox 5115">
            <a:extLst>
              <a:ext uri="{FF2B5EF4-FFF2-40B4-BE49-F238E27FC236}">
                <a16:creationId xmlns:a16="http://schemas.microsoft.com/office/drawing/2014/main" id="{3F4173B3-9F63-9C88-8DBD-3320BC6F73A8}"/>
              </a:ext>
            </a:extLst>
          </p:cNvPr>
          <p:cNvSpPr txBox="1"/>
          <p:nvPr/>
        </p:nvSpPr>
        <p:spPr>
          <a:xfrm>
            <a:off x="653609" y="76943"/>
            <a:ext cx="13665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err="1">
                <a:latin typeface="Arial" panose="020B0604020202020204" pitchFamily="34" charset="0"/>
                <a:cs typeface="Arial" panose="020B0604020202020204" pitchFamily="34" charset="0"/>
              </a:rPr>
              <a:t>Visium</a:t>
            </a:r>
            <a:r>
              <a:rPr lang="en-US" sz="1200">
                <a:latin typeface="Arial" panose="020B0604020202020204" pitchFamily="34" charset="0"/>
                <a:cs typeface="Arial" panose="020B0604020202020204" pitchFamily="34" charset="0"/>
              </a:rPr>
              <a:t> → Region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F7CBE19-375D-2489-1EE0-51595B7387A3}"/>
              </a:ext>
            </a:extLst>
          </p:cNvPr>
          <p:cNvSpPr/>
          <p:nvPr/>
        </p:nvSpPr>
        <p:spPr>
          <a:xfrm>
            <a:off x="-3924300" y="1125089"/>
            <a:ext cx="3200400" cy="3200400"/>
          </a:xfrm>
          <a:prstGeom prst="rect">
            <a:avLst/>
          </a:prstGeom>
          <a:noFill/>
          <a:ln w="12700" cap="rnd">
            <a:noFill/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5893" name="Group 5892">
            <a:extLst>
              <a:ext uri="{FF2B5EF4-FFF2-40B4-BE49-F238E27FC236}">
                <a16:creationId xmlns:a16="http://schemas.microsoft.com/office/drawing/2014/main" id="{8C83427C-4D91-8608-E9F0-AACD7DBAF775}"/>
              </a:ext>
            </a:extLst>
          </p:cNvPr>
          <p:cNvGrpSpPr/>
          <p:nvPr/>
        </p:nvGrpSpPr>
        <p:grpSpPr>
          <a:xfrm>
            <a:off x="3464090" y="609605"/>
            <a:ext cx="2483103" cy="5223260"/>
            <a:chOff x="-3860800" y="1188589"/>
            <a:chExt cx="2483103" cy="278892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128246A5-524E-33C1-1CA7-6F0815572E0B}"/>
                </a:ext>
              </a:extLst>
            </p:cNvPr>
            <p:cNvSpPr/>
            <p:nvPr/>
          </p:nvSpPr>
          <p:spPr>
            <a:xfrm>
              <a:off x="-3860800" y="1188589"/>
              <a:ext cx="130682" cy="79629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35BF9AC-8414-3C1B-E82C-26EFA0691AA3}"/>
                </a:ext>
              </a:extLst>
            </p:cNvPr>
            <p:cNvSpPr/>
            <p:nvPr/>
          </p:nvSpPr>
          <p:spPr>
            <a:xfrm>
              <a:off x="-3860800" y="1268218"/>
              <a:ext cx="130682" cy="79629"/>
            </a:xfrm>
            <a:prstGeom prst="rect">
              <a:avLst/>
            </a:prstGeom>
            <a:solidFill>
              <a:srgbClr val="FF7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DB1AB00-9FE8-6FBC-1621-850BA4BB29A4}"/>
                </a:ext>
              </a:extLst>
            </p:cNvPr>
            <p:cNvSpPr/>
            <p:nvPr/>
          </p:nvSpPr>
          <p:spPr>
            <a:xfrm>
              <a:off x="-3860800" y="1347974"/>
              <a:ext cx="130682" cy="79629"/>
            </a:xfrm>
            <a:prstGeom prst="rect">
              <a:avLst/>
            </a:prstGeom>
            <a:solidFill>
              <a:srgbClr val="FF5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8CCB9AF-D693-F1FE-D4C0-C122DFF4CE4B}"/>
                </a:ext>
              </a:extLst>
            </p:cNvPr>
            <p:cNvSpPr/>
            <p:nvPr/>
          </p:nvSpPr>
          <p:spPr>
            <a:xfrm>
              <a:off x="-3860800" y="1427603"/>
              <a:ext cx="130682" cy="79629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FD258DA-DF41-E532-96EB-AD396D70C9F9}"/>
                </a:ext>
              </a:extLst>
            </p:cNvPr>
            <p:cNvSpPr/>
            <p:nvPr/>
          </p:nvSpPr>
          <p:spPr>
            <a:xfrm>
              <a:off x="-3860800" y="1507359"/>
              <a:ext cx="130682" cy="79629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CD2ABE8-9F79-0C3E-8C8C-759B7E100157}"/>
                </a:ext>
              </a:extLst>
            </p:cNvPr>
            <p:cNvSpPr/>
            <p:nvPr/>
          </p:nvSpPr>
          <p:spPr>
            <a:xfrm>
              <a:off x="-3860800" y="1586988"/>
              <a:ext cx="130682" cy="79629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41CEC55-45A7-1422-A60F-C89DC60BA02F}"/>
                </a:ext>
              </a:extLst>
            </p:cNvPr>
            <p:cNvSpPr/>
            <p:nvPr/>
          </p:nvSpPr>
          <p:spPr>
            <a:xfrm>
              <a:off x="-3860800" y="1666744"/>
              <a:ext cx="130682" cy="79629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BB487AE-15B1-93E0-75B1-D124FA4F62F1}"/>
                </a:ext>
              </a:extLst>
            </p:cNvPr>
            <p:cNvSpPr/>
            <p:nvPr/>
          </p:nvSpPr>
          <p:spPr>
            <a:xfrm>
              <a:off x="-3860800" y="1746373"/>
              <a:ext cx="130682" cy="79628"/>
            </a:xfrm>
            <a:prstGeom prst="rect">
              <a:avLst/>
            </a:prstGeom>
            <a:solidFill>
              <a:srgbClr val="FF91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9F6422C-1849-252F-8F28-5D70FF68A22B}"/>
                </a:ext>
              </a:extLst>
            </p:cNvPr>
            <p:cNvSpPr/>
            <p:nvPr/>
          </p:nvSpPr>
          <p:spPr>
            <a:xfrm>
              <a:off x="-3860800" y="1826002"/>
              <a:ext cx="130682" cy="79628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869219F-3804-3F9E-2366-CDFD96C14EE1}"/>
                </a:ext>
              </a:extLst>
            </p:cNvPr>
            <p:cNvSpPr/>
            <p:nvPr/>
          </p:nvSpPr>
          <p:spPr>
            <a:xfrm>
              <a:off x="-3860800" y="1905758"/>
              <a:ext cx="130682" cy="79628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309BB98-4E5B-5261-88C2-32F350B44037}"/>
                </a:ext>
              </a:extLst>
            </p:cNvPr>
            <p:cNvSpPr/>
            <p:nvPr/>
          </p:nvSpPr>
          <p:spPr>
            <a:xfrm>
              <a:off x="-3860800" y="1985387"/>
              <a:ext cx="130682" cy="79628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D44D8EEC-D352-8A3F-5F99-E59EC7491200}"/>
                </a:ext>
              </a:extLst>
            </p:cNvPr>
            <p:cNvSpPr/>
            <p:nvPr/>
          </p:nvSpPr>
          <p:spPr>
            <a:xfrm>
              <a:off x="-3860800" y="2065143"/>
              <a:ext cx="130682" cy="79628"/>
            </a:xfrm>
            <a:prstGeom prst="rect">
              <a:avLst/>
            </a:prstGeom>
            <a:solidFill>
              <a:srgbClr val="FF3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30E095C-68BA-3AB8-67B3-FA78D33F1594}"/>
                </a:ext>
              </a:extLst>
            </p:cNvPr>
            <p:cNvSpPr/>
            <p:nvPr/>
          </p:nvSpPr>
          <p:spPr>
            <a:xfrm>
              <a:off x="-3860800" y="2144772"/>
              <a:ext cx="130682" cy="79628"/>
            </a:xfrm>
            <a:prstGeom prst="rect">
              <a:avLst/>
            </a:prstGeom>
            <a:solidFill>
              <a:srgbClr val="FF4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171A18B7-A8C3-6613-58BA-23E9B4F3FD5C}"/>
                </a:ext>
              </a:extLst>
            </p:cNvPr>
            <p:cNvSpPr/>
            <p:nvPr/>
          </p:nvSpPr>
          <p:spPr>
            <a:xfrm>
              <a:off x="-3860800" y="2224528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C6AE648C-3261-BAD2-9187-1B2EE5602A0D}"/>
                </a:ext>
              </a:extLst>
            </p:cNvPr>
            <p:cNvSpPr/>
            <p:nvPr/>
          </p:nvSpPr>
          <p:spPr>
            <a:xfrm>
              <a:off x="-3860800" y="2304157"/>
              <a:ext cx="130682" cy="79628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11798C0-2460-EE98-D7C0-C4B57C0ECB4B}"/>
                </a:ext>
              </a:extLst>
            </p:cNvPr>
            <p:cNvSpPr/>
            <p:nvPr/>
          </p:nvSpPr>
          <p:spPr>
            <a:xfrm>
              <a:off x="-3860800" y="2383786"/>
              <a:ext cx="130682" cy="79628"/>
            </a:xfrm>
            <a:prstGeom prst="rect">
              <a:avLst/>
            </a:prstGeom>
            <a:solidFill>
              <a:srgbClr val="ED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BB2E94D-08B3-8538-2BF0-44E77D7885A8}"/>
                </a:ext>
              </a:extLst>
            </p:cNvPr>
            <p:cNvSpPr/>
            <p:nvPr/>
          </p:nvSpPr>
          <p:spPr>
            <a:xfrm>
              <a:off x="-3860800" y="2463542"/>
              <a:ext cx="130682" cy="79628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BD54F096-172A-D7D8-062E-D2D0CACAE8A9}"/>
                </a:ext>
              </a:extLst>
            </p:cNvPr>
            <p:cNvSpPr/>
            <p:nvPr/>
          </p:nvSpPr>
          <p:spPr>
            <a:xfrm>
              <a:off x="-3860800" y="2543171"/>
              <a:ext cx="130682" cy="79628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283D90F-EA3C-3C5C-0A24-AB79A3DCD705}"/>
                </a:ext>
              </a:extLst>
            </p:cNvPr>
            <p:cNvSpPr/>
            <p:nvPr/>
          </p:nvSpPr>
          <p:spPr>
            <a:xfrm>
              <a:off x="-3860800" y="2622927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10A7829-65C1-88A2-379B-6BF683EA4936}"/>
                </a:ext>
              </a:extLst>
            </p:cNvPr>
            <p:cNvSpPr/>
            <p:nvPr/>
          </p:nvSpPr>
          <p:spPr>
            <a:xfrm>
              <a:off x="-3860800" y="2702556"/>
              <a:ext cx="130682" cy="79628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98C958A-6ECD-EBB2-D685-7776F795174B}"/>
                </a:ext>
              </a:extLst>
            </p:cNvPr>
            <p:cNvSpPr/>
            <p:nvPr/>
          </p:nvSpPr>
          <p:spPr>
            <a:xfrm>
              <a:off x="-3860800" y="2782312"/>
              <a:ext cx="130682" cy="79629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FC3AA1CA-98F0-9E3C-FF00-82DAA196E1A0}"/>
                </a:ext>
              </a:extLst>
            </p:cNvPr>
            <p:cNvSpPr/>
            <p:nvPr/>
          </p:nvSpPr>
          <p:spPr>
            <a:xfrm>
              <a:off x="-3860800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2FF7867-FB73-A5F1-3D34-DC6E2BB1E658}"/>
                </a:ext>
              </a:extLst>
            </p:cNvPr>
            <p:cNvSpPr/>
            <p:nvPr/>
          </p:nvSpPr>
          <p:spPr>
            <a:xfrm>
              <a:off x="-3860800" y="2941570"/>
              <a:ext cx="130682" cy="79629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3ADB7C9-D1B0-0B03-3D26-3272E5FF06E4}"/>
                </a:ext>
              </a:extLst>
            </p:cNvPr>
            <p:cNvSpPr/>
            <p:nvPr/>
          </p:nvSpPr>
          <p:spPr>
            <a:xfrm>
              <a:off x="-3860800" y="3021326"/>
              <a:ext cx="130682" cy="79629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626ACDD-70DE-2ACE-1C39-CBDA68E04C4A}"/>
                </a:ext>
              </a:extLst>
            </p:cNvPr>
            <p:cNvSpPr/>
            <p:nvPr/>
          </p:nvSpPr>
          <p:spPr>
            <a:xfrm>
              <a:off x="-3860800" y="3100955"/>
              <a:ext cx="130682" cy="79629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528E113F-F5A6-79CB-2FC2-7203EBE38711}"/>
                </a:ext>
              </a:extLst>
            </p:cNvPr>
            <p:cNvSpPr/>
            <p:nvPr/>
          </p:nvSpPr>
          <p:spPr>
            <a:xfrm>
              <a:off x="-3860800" y="3180711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162B72E-AA35-EB1B-E900-5C6C9D9AE2EC}"/>
                </a:ext>
              </a:extLst>
            </p:cNvPr>
            <p:cNvSpPr/>
            <p:nvPr/>
          </p:nvSpPr>
          <p:spPr>
            <a:xfrm>
              <a:off x="-3860800" y="3260340"/>
              <a:ext cx="130682" cy="79629"/>
            </a:xfrm>
            <a:prstGeom prst="rect">
              <a:avLst/>
            </a:prstGeom>
            <a:solidFill>
              <a:srgbClr val="FF3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66C66D0E-1499-F22A-9874-EEB71573D638}"/>
                </a:ext>
              </a:extLst>
            </p:cNvPr>
            <p:cNvSpPr/>
            <p:nvPr/>
          </p:nvSpPr>
          <p:spPr>
            <a:xfrm>
              <a:off x="-3860800" y="3340096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1AAE2F0-1DC1-C92F-E788-5E3CE9D5E115}"/>
                </a:ext>
              </a:extLst>
            </p:cNvPr>
            <p:cNvSpPr/>
            <p:nvPr/>
          </p:nvSpPr>
          <p:spPr>
            <a:xfrm>
              <a:off x="-3860800" y="3419725"/>
              <a:ext cx="130682" cy="79629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A659CEF-8D47-8C8A-2122-7B6FAD75A3A2}"/>
                </a:ext>
              </a:extLst>
            </p:cNvPr>
            <p:cNvSpPr/>
            <p:nvPr/>
          </p:nvSpPr>
          <p:spPr>
            <a:xfrm>
              <a:off x="-3860800" y="3499354"/>
              <a:ext cx="130682" cy="79629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BE0E7535-B558-F3B9-6739-0EFC4E3D6F54}"/>
                </a:ext>
              </a:extLst>
            </p:cNvPr>
            <p:cNvSpPr/>
            <p:nvPr/>
          </p:nvSpPr>
          <p:spPr>
            <a:xfrm>
              <a:off x="-3860800" y="3579110"/>
              <a:ext cx="130682" cy="79629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8A366B06-159D-F794-11AC-3F637C31845F}"/>
                </a:ext>
              </a:extLst>
            </p:cNvPr>
            <p:cNvSpPr/>
            <p:nvPr/>
          </p:nvSpPr>
          <p:spPr>
            <a:xfrm>
              <a:off x="-3860800" y="3658739"/>
              <a:ext cx="130682" cy="79629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C215BDC-EA49-C85C-9DDA-A3B7A40380F6}"/>
                </a:ext>
              </a:extLst>
            </p:cNvPr>
            <p:cNvSpPr/>
            <p:nvPr/>
          </p:nvSpPr>
          <p:spPr>
            <a:xfrm>
              <a:off x="-3860800" y="3738495"/>
              <a:ext cx="130682" cy="79629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26B3F3C-0525-E02E-DB65-1BC9CF773EA8}"/>
                </a:ext>
              </a:extLst>
            </p:cNvPr>
            <p:cNvSpPr/>
            <p:nvPr/>
          </p:nvSpPr>
          <p:spPr>
            <a:xfrm>
              <a:off x="-3860800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73510B2-2C72-DB30-BC83-F994D0DBFCF7}"/>
                </a:ext>
              </a:extLst>
            </p:cNvPr>
            <p:cNvSpPr/>
            <p:nvPr/>
          </p:nvSpPr>
          <p:spPr>
            <a:xfrm>
              <a:off x="-3860800" y="3897880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6B02A6E8-1E86-4EEA-4A46-F4BCF9FC6B9E}"/>
                </a:ext>
              </a:extLst>
            </p:cNvPr>
            <p:cNvSpPr/>
            <p:nvPr/>
          </p:nvSpPr>
          <p:spPr>
            <a:xfrm>
              <a:off x="-3730117" y="1188589"/>
              <a:ext cx="130682" cy="79629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412B32CE-8AC0-3F1A-C252-5CECE53C3A8A}"/>
                </a:ext>
              </a:extLst>
            </p:cNvPr>
            <p:cNvSpPr/>
            <p:nvPr/>
          </p:nvSpPr>
          <p:spPr>
            <a:xfrm>
              <a:off x="-3730117" y="1268218"/>
              <a:ext cx="130682" cy="79629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5DF87C6F-F42A-8003-CF43-4F3CE821D880}"/>
                </a:ext>
              </a:extLst>
            </p:cNvPr>
            <p:cNvSpPr/>
            <p:nvPr/>
          </p:nvSpPr>
          <p:spPr>
            <a:xfrm>
              <a:off x="-3730117" y="1347974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D8CE10AA-4C95-A49D-200F-3DA9CEE2E0E4}"/>
                </a:ext>
              </a:extLst>
            </p:cNvPr>
            <p:cNvSpPr/>
            <p:nvPr/>
          </p:nvSpPr>
          <p:spPr>
            <a:xfrm>
              <a:off x="-3730117" y="1427603"/>
              <a:ext cx="130682" cy="79629"/>
            </a:xfrm>
            <a:prstGeom prst="rect">
              <a:avLst/>
            </a:prstGeom>
            <a:solidFill>
              <a:srgbClr val="B5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F27C81BC-3B31-35DF-85EE-78217AA0F6A8}"/>
                </a:ext>
              </a:extLst>
            </p:cNvPr>
            <p:cNvSpPr/>
            <p:nvPr/>
          </p:nvSpPr>
          <p:spPr>
            <a:xfrm>
              <a:off x="-3730117" y="1507359"/>
              <a:ext cx="130682" cy="79629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F5CC49ED-AC37-A263-B447-4B542BCF45CD}"/>
                </a:ext>
              </a:extLst>
            </p:cNvPr>
            <p:cNvSpPr/>
            <p:nvPr/>
          </p:nvSpPr>
          <p:spPr>
            <a:xfrm>
              <a:off x="-3730117" y="1586988"/>
              <a:ext cx="130682" cy="79629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019DB57C-B54B-8BF5-8D87-FC319AE178CB}"/>
                </a:ext>
              </a:extLst>
            </p:cNvPr>
            <p:cNvSpPr/>
            <p:nvPr/>
          </p:nvSpPr>
          <p:spPr>
            <a:xfrm>
              <a:off x="-3730117" y="1666744"/>
              <a:ext cx="130682" cy="79629"/>
            </a:xfrm>
            <a:prstGeom prst="rect">
              <a:avLst/>
            </a:prstGeom>
            <a:solidFill>
              <a:srgbClr val="FF31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0289DADC-9510-F946-416D-33737E8B0499}"/>
                </a:ext>
              </a:extLst>
            </p:cNvPr>
            <p:cNvSpPr/>
            <p:nvPr/>
          </p:nvSpPr>
          <p:spPr>
            <a:xfrm>
              <a:off x="-3730117" y="1746373"/>
              <a:ext cx="130682" cy="79628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3C590AC5-3C8D-C1F2-6C4D-5FEE5EE4229F}"/>
                </a:ext>
              </a:extLst>
            </p:cNvPr>
            <p:cNvSpPr/>
            <p:nvPr/>
          </p:nvSpPr>
          <p:spPr>
            <a:xfrm>
              <a:off x="-3730117" y="1826002"/>
              <a:ext cx="130682" cy="79628"/>
            </a:xfrm>
            <a:prstGeom prst="rect">
              <a:avLst/>
            </a:prstGeom>
            <a:solidFill>
              <a:srgbClr val="FF4A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FF54FDC0-98B7-3FE9-333E-CB76EAD04441}"/>
                </a:ext>
              </a:extLst>
            </p:cNvPr>
            <p:cNvSpPr/>
            <p:nvPr/>
          </p:nvSpPr>
          <p:spPr>
            <a:xfrm>
              <a:off x="-3730117" y="1905758"/>
              <a:ext cx="130682" cy="79628"/>
            </a:xfrm>
            <a:prstGeom prst="rect">
              <a:avLst/>
            </a:prstGeom>
            <a:solidFill>
              <a:srgbClr val="FF2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B9C5FB1-D218-D752-C8EA-52E0C8F61191}"/>
                </a:ext>
              </a:extLst>
            </p:cNvPr>
            <p:cNvSpPr/>
            <p:nvPr/>
          </p:nvSpPr>
          <p:spPr>
            <a:xfrm>
              <a:off x="-3730117" y="1985387"/>
              <a:ext cx="130682" cy="79628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D8A225EF-E351-0671-9E76-E9D7DF431A5B}"/>
                </a:ext>
              </a:extLst>
            </p:cNvPr>
            <p:cNvSpPr/>
            <p:nvPr/>
          </p:nvSpPr>
          <p:spPr>
            <a:xfrm>
              <a:off x="-3730117" y="2065143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B198B38E-C0F7-EF90-A038-33A34191D7C2}"/>
                </a:ext>
              </a:extLst>
            </p:cNvPr>
            <p:cNvSpPr/>
            <p:nvPr/>
          </p:nvSpPr>
          <p:spPr>
            <a:xfrm>
              <a:off x="-3730117" y="2144772"/>
              <a:ext cx="130682" cy="79628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2117A919-308F-53CA-2019-C3B1D1934A2F}"/>
                </a:ext>
              </a:extLst>
            </p:cNvPr>
            <p:cNvSpPr/>
            <p:nvPr/>
          </p:nvSpPr>
          <p:spPr>
            <a:xfrm>
              <a:off x="-3730117" y="2224528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F7D56B3C-8239-675B-5050-DC2688E37148}"/>
                </a:ext>
              </a:extLst>
            </p:cNvPr>
            <p:cNvSpPr/>
            <p:nvPr/>
          </p:nvSpPr>
          <p:spPr>
            <a:xfrm>
              <a:off x="-3730117" y="2304157"/>
              <a:ext cx="130682" cy="79628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87286945-78AB-F156-746E-8F0B6C7435D8}"/>
                </a:ext>
              </a:extLst>
            </p:cNvPr>
            <p:cNvSpPr/>
            <p:nvPr/>
          </p:nvSpPr>
          <p:spPr>
            <a:xfrm>
              <a:off x="-3730117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FB9E136C-F486-FEA5-2D3B-9EDF3D511E06}"/>
                </a:ext>
              </a:extLst>
            </p:cNvPr>
            <p:cNvSpPr/>
            <p:nvPr/>
          </p:nvSpPr>
          <p:spPr>
            <a:xfrm>
              <a:off x="-3730117" y="2463542"/>
              <a:ext cx="130682" cy="79628"/>
            </a:xfrm>
            <a:prstGeom prst="rect">
              <a:avLst/>
            </a:prstGeom>
            <a:solidFill>
              <a:srgbClr val="DF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A5F2D62B-876E-BF81-7E70-CCDD5949B997}"/>
                </a:ext>
              </a:extLst>
            </p:cNvPr>
            <p:cNvSpPr/>
            <p:nvPr/>
          </p:nvSpPr>
          <p:spPr>
            <a:xfrm>
              <a:off x="-3730117" y="2543171"/>
              <a:ext cx="130682" cy="79628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178F1798-E49A-8838-B4C5-74EB7C00F336}"/>
                </a:ext>
              </a:extLst>
            </p:cNvPr>
            <p:cNvSpPr/>
            <p:nvPr/>
          </p:nvSpPr>
          <p:spPr>
            <a:xfrm>
              <a:off x="-3730117" y="2622927"/>
              <a:ext cx="130682" cy="79628"/>
            </a:xfrm>
            <a:prstGeom prst="rect">
              <a:avLst/>
            </a:prstGeom>
            <a:solidFill>
              <a:srgbClr val="ED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69F06338-9D04-9E0C-B3FF-CB5E63017622}"/>
                </a:ext>
              </a:extLst>
            </p:cNvPr>
            <p:cNvSpPr/>
            <p:nvPr/>
          </p:nvSpPr>
          <p:spPr>
            <a:xfrm>
              <a:off x="-3730117" y="2702556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F39D0C41-4862-EA4A-CBE5-9ADBEBBC2382}"/>
                </a:ext>
              </a:extLst>
            </p:cNvPr>
            <p:cNvSpPr/>
            <p:nvPr/>
          </p:nvSpPr>
          <p:spPr>
            <a:xfrm>
              <a:off x="-3730117" y="2782312"/>
              <a:ext cx="130682" cy="79629"/>
            </a:xfrm>
            <a:prstGeom prst="rect">
              <a:avLst/>
            </a:prstGeom>
            <a:solidFill>
              <a:srgbClr val="FF6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250" name="Rectangle 4249">
              <a:extLst>
                <a:ext uri="{FF2B5EF4-FFF2-40B4-BE49-F238E27FC236}">
                  <a16:creationId xmlns:a16="http://schemas.microsoft.com/office/drawing/2014/main" id="{325BED42-F93A-529A-97C3-5AAA7817CFB9}"/>
                </a:ext>
              </a:extLst>
            </p:cNvPr>
            <p:cNvSpPr/>
            <p:nvPr/>
          </p:nvSpPr>
          <p:spPr>
            <a:xfrm>
              <a:off x="-3730117" y="2861941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251" name="Rectangle 4250">
              <a:extLst>
                <a:ext uri="{FF2B5EF4-FFF2-40B4-BE49-F238E27FC236}">
                  <a16:creationId xmlns:a16="http://schemas.microsoft.com/office/drawing/2014/main" id="{9B0AD2EF-2CD9-E0A4-C140-ABF6AEA5B809}"/>
                </a:ext>
              </a:extLst>
            </p:cNvPr>
            <p:cNvSpPr/>
            <p:nvPr/>
          </p:nvSpPr>
          <p:spPr>
            <a:xfrm>
              <a:off x="-3730117" y="2941570"/>
              <a:ext cx="130682" cy="79629"/>
            </a:xfrm>
            <a:prstGeom prst="rect">
              <a:avLst/>
            </a:prstGeom>
            <a:solidFill>
              <a:srgbClr val="FF5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4252" name="Rectangle 4251">
              <a:extLst>
                <a:ext uri="{FF2B5EF4-FFF2-40B4-BE49-F238E27FC236}">
                  <a16:creationId xmlns:a16="http://schemas.microsoft.com/office/drawing/2014/main" id="{8D2C5CF0-040B-09B8-B6DA-A60DEE91FA6D}"/>
                </a:ext>
              </a:extLst>
            </p:cNvPr>
            <p:cNvSpPr/>
            <p:nvPr/>
          </p:nvSpPr>
          <p:spPr>
            <a:xfrm>
              <a:off x="-3730117" y="3021326"/>
              <a:ext cx="130682" cy="79629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28" name="Rectangle 1727">
              <a:extLst>
                <a:ext uri="{FF2B5EF4-FFF2-40B4-BE49-F238E27FC236}">
                  <a16:creationId xmlns:a16="http://schemas.microsoft.com/office/drawing/2014/main" id="{C06DFD40-C71F-7AB3-3EF9-44EE0DC41CB8}"/>
                </a:ext>
              </a:extLst>
            </p:cNvPr>
            <p:cNvSpPr/>
            <p:nvPr/>
          </p:nvSpPr>
          <p:spPr>
            <a:xfrm>
              <a:off x="-3730117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29" name="Rectangle 1728">
              <a:extLst>
                <a:ext uri="{FF2B5EF4-FFF2-40B4-BE49-F238E27FC236}">
                  <a16:creationId xmlns:a16="http://schemas.microsoft.com/office/drawing/2014/main" id="{5A4413C2-5D4A-1FC6-094E-1973FE78EBCB}"/>
                </a:ext>
              </a:extLst>
            </p:cNvPr>
            <p:cNvSpPr/>
            <p:nvPr/>
          </p:nvSpPr>
          <p:spPr>
            <a:xfrm>
              <a:off x="-3730117" y="3180711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0" name="Rectangle 1729">
              <a:extLst>
                <a:ext uri="{FF2B5EF4-FFF2-40B4-BE49-F238E27FC236}">
                  <a16:creationId xmlns:a16="http://schemas.microsoft.com/office/drawing/2014/main" id="{059363FC-8F69-5B8C-8060-308DE50FA5EF}"/>
                </a:ext>
              </a:extLst>
            </p:cNvPr>
            <p:cNvSpPr/>
            <p:nvPr/>
          </p:nvSpPr>
          <p:spPr>
            <a:xfrm>
              <a:off x="-3730117" y="3260340"/>
              <a:ext cx="130682" cy="79629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1" name="Rectangle 1730">
              <a:extLst>
                <a:ext uri="{FF2B5EF4-FFF2-40B4-BE49-F238E27FC236}">
                  <a16:creationId xmlns:a16="http://schemas.microsoft.com/office/drawing/2014/main" id="{43D75EA3-FD48-3832-5ABB-3D401973E81E}"/>
                </a:ext>
              </a:extLst>
            </p:cNvPr>
            <p:cNvSpPr/>
            <p:nvPr/>
          </p:nvSpPr>
          <p:spPr>
            <a:xfrm>
              <a:off x="-3730117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2" name="Rectangle 1731">
              <a:extLst>
                <a:ext uri="{FF2B5EF4-FFF2-40B4-BE49-F238E27FC236}">
                  <a16:creationId xmlns:a16="http://schemas.microsoft.com/office/drawing/2014/main" id="{6DF4B465-ABE9-6810-D99F-7B68CF0AEF15}"/>
                </a:ext>
              </a:extLst>
            </p:cNvPr>
            <p:cNvSpPr/>
            <p:nvPr/>
          </p:nvSpPr>
          <p:spPr>
            <a:xfrm>
              <a:off x="-3730117" y="3419725"/>
              <a:ext cx="130682" cy="79629"/>
            </a:xfrm>
            <a:prstGeom prst="rect">
              <a:avLst/>
            </a:prstGeom>
            <a:solidFill>
              <a:srgbClr val="FF8B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3" name="Rectangle 1732">
              <a:extLst>
                <a:ext uri="{FF2B5EF4-FFF2-40B4-BE49-F238E27FC236}">
                  <a16:creationId xmlns:a16="http://schemas.microsoft.com/office/drawing/2014/main" id="{210289D1-3DBC-55F7-4FFC-F874A54065C3}"/>
                </a:ext>
              </a:extLst>
            </p:cNvPr>
            <p:cNvSpPr/>
            <p:nvPr/>
          </p:nvSpPr>
          <p:spPr>
            <a:xfrm>
              <a:off x="-3730117" y="3499354"/>
              <a:ext cx="130682" cy="79629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C986F93E-53DC-9CA2-F9F8-EE7858244119}"/>
                </a:ext>
              </a:extLst>
            </p:cNvPr>
            <p:cNvSpPr/>
            <p:nvPr/>
          </p:nvSpPr>
          <p:spPr>
            <a:xfrm>
              <a:off x="-3730117" y="3579110"/>
              <a:ext cx="130682" cy="79629"/>
            </a:xfrm>
            <a:prstGeom prst="rect">
              <a:avLst/>
            </a:prstGeom>
            <a:solidFill>
              <a:srgbClr val="D8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9BEBC1B4-36DB-A05D-E486-BFAE20224A71}"/>
                </a:ext>
              </a:extLst>
            </p:cNvPr>
            <p:cNvSpPr/>
            <p:nvPr/>
          </p:nvSpPr>
          <p:spPr>
            <a:xfrm>
              <a:off x="-3730117" y="3658739"/>
              <a:ext cx="130682" cy="79629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6" name="Rectangle 1735">
              <a:extLst>
                <a:ext uri="{FF2B5EF4-FFF2-40B4-BE49-F238E27FC236}">
                  <a16:creationId xmlns:a16="http://schemas.microsoft.com/office/drawing/2014/main" id="{BD8C1A27-23CF-486C-116C-6C03E1EE135C}"/>
                </a:ext>
              </a:extLst>
            </p:cNvPr>
            <p:cNvSpPr/>
            <p:nvPr/>
          </p:nvSpPr>
          <p:spPr>
            <a:xfrm>
              <a:off x="-3730117" y="3738495"/>
              <a:ext cx="130682" cy="79629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7" name="Rectangle 1736">
              <a:extLst>
                <a:ext uri="{FF2B5EF4-FFF2-40B4-BE49-F238E27FC236}">
                  <a16:creationId xmlns:a16="http://schemas.microsoft.com/office/drawing/2014/main" id="{A4D1E667-B5DF-0773-BE2F-E68D4773CA85}"/>
                </a:ext>
              </a:extLst>
            </p:cNvPr>
            <p:cNvSpPr/>
            <p:nvPr/>
          </p:nvSpPr>
          <p:spPr>
            <a:xfrm>
              <a:off x="-3730117" y="3818124"/>
              <a:ext cx="130682" cy="79629"/>
            </a:xfrm>
            <a:prstGeom prst="rect">
              <a:avLst/>
            </a:prstGeom>
            <a:solidFill>
              <a:srgbClr val="B1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1739" name="Rectangle 1738">
              <a:extLst>
                <a:ext uri="{FF2B5EF4-FFF2-40B4-BE49-F238E27FC236}">
                  <a16:creationId xmlns:a16="http://schemas.microsoft.com/office/drawing/2014/main" id="{905A9B01-349B-293C-C416-489FAB9F069E}"/>
                </a:ext>
              </a:extLst>
            </p:cNvPr>
            <p:cNvSpPr/>
            <p:nvPr/>
          </p:nvSpPr>
          <p:spPr>
            <a:xfrm>
              <a:off x="-3730117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12" name="Rectangle 5111">
              <a:extLst>
                <a:ext uri="{FF2B5EF4-FFF2-40B4-BE49-F238E27FC236}">
                  <a16:creationId xmlns:a16="http://schemas.microsoft.com/office/drawing/2014/main" id="{38F5BC08-A261-6AEC-7192-BBB621430553}"/>
                </a:ext>
              </a:extLst>
            </p:cNvPr>
            <p:cNvSpPr/>
            <p:nvPr/>
          </p:nvSpPr>
          <p:spPr>
            <a:xfrm>
              <a:off x="-3599434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17" name="Rectangle 5116">
              <a:extLst>
                <a:ext uri="{FF2B5EF4-FFF2-40B4-BE49-F238E27FC236}">
                  <a16:creationId xmlns:a16="http://schemas.microsoft.com/office/drawing/2014/main" id="{94554E75-85EB-00FF-D560-A0809F95D939}"/>
                </a:ext>
              </a:extLst>
            </p:cNvPr>
            <p:cNvSpPr/>
            <p:nvPr/>
          </p:nvSpPr>
          <p:spPr>
            <a:xfrm>
              <a:off x="-3599434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18" name="Rectangle 5117">
              <a:extLst>
                <a:ext uri="{FF2B5EF4-FFF2-40B4-BE49-F238E27FC236}">
                  <a16:creationId xmlns:a16="http://schemas.microsoft.com/office/drawing/2014/main" id="{0DCD5FB1-E191-B796-CB86-2B5AA24C9A2C}"/>
                </a:ext>
              </a:extLst>
            </p:cNvPr>
            <p:cNvSpPr/>
            <p:nvPr/>
          </p:nvSpPr>
          <p:spPr>
            <a:xfrm>
              <a:off x="-3599434" y="1347974"/>
              <a:ext cx="130682" cy="79629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3" name="Rectangle 5122">
              <a:extLst>
                <a:ext uri="{FF2B5EF4-FFF2-40B4-BE49-F238E27FC236}">
                  <a16:creationId xmlns:a16="http://schemas.microsoft.com/office/drawing/2014/main" id="{D89B9B14-BE42-F3FB-6F26-A07CF5C854F0}"/>
                </a:ext>
              </a:extLst>
            </p:cNvPr>
            <p:cNvSpPr/>
            <p:nvPr/>
          </p:nvSpPr>
          <p:spPr>
            <a:xfrm>
              <a:off x="-3599434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4" name="Rectangle 5123">
              <a:extLst>
                <a:ext uri="{FF2B5EF4-FFF2-40B4-BE49-F238E27FC236}">
                  <a16:creationId xmlns:a16="http://schemas.microsoft.com/office/drawing/2014/main" id="{6D294691-E77F-6CB5-B75C-58EE218B53C9}"/>
                </a:ext>
              </a:extLst>
            </p:cNvPr>
            <p:cNvSpPr/>
            <p:nvPr/>
          </p:nvSpPr>
          <p:spPr>
            <a:xfrm>
              <a:off x="-3599434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5" name="Rectangle 5124">
              <a:extLst>
                <a:ext uri="{FF2B5EF4-FFF2-40B4-BE49-F238E27FC236}">
                  <a16:creationId xmlns:a16="http://schemas.microsoft.com/office/drawing/2014/main" id="{E0228643-6D83-8479-A85B-7BD8A05A3F9C}"/>
                </a:ext>
              </a:extLst>
            </p:cNvPr>
            <p:cNvSpPr/>
            <p:nvPr/>
          </p:nvSpPr>
          <p:spPr>
            <a:xfrm>
              <a:off x="-3599434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6" name="Rectangle 5125">
              <a:extLst>
                <a:ext uri="{FF2B5EF4-FFF2-40B4-BE49-F238E27FC236}">
                  <a16:creationId xmlns:a16="http://schemas.microsoft.com/office/drawing/2014/main" id="{0449A491-AFD0-AC1F-3B86-70EF9D405EBB}"/>
                </a:ext>
              </a:extLst>
            </p:cNvPr>
            <p:cNvSpPr/>
            <p:nvPr/>
          </p:nvSpPr>
          <p:spPr>
            <a:xfrm>
              <a:off x="-3599434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7" name="Rectangle 5126">
              <a:extLst>
                <a:ext uri="{FF2B5EF4-FFF2-40B4-BE49-F238E27FC236}">
                  <a16:creationId xmlns:a16="http://schemas.microsoft.com/office/drawing/2014/main" id="{274A4530-EA1A-4FAF-AD8F-FB285D297CCF}"/>
                </a:ext>
              </a:extLst>
            </p:cNvPr>
            <p:cNvSpPr/>
            <p:nvPr/>
          </p:nvSpPr>
          <p:spPr>
            <a:xfrm>
              <a:off x="-3599434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8" name="Rectangle 5127">
              <a:extLst>
                <a:ext uri="{FF2B5EF4-FFF2-40B4-BE49-F238E27FC236}">
                  <a16:creationId xmlns:a16="http://schemas.microsoft.com/office/drawing/2014/main" id="{B5B9F7C0-61A5-60C6-AF99-3C6B5893B704}"/>
                </a:ext>
              </a:extLst>
            </p:cNvPr>
            <p:cNvSpPr/>
            <p:nvPr/>
          </p:nvSpPr>
          <p:spPr>
            <a:xfrm>
              <a:off x="-3599434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29" name="Rectangle 5128">
              <a:extLst>
                <a:ext uri="{FF2B5EF4-FFF2-40B4-BE49-F238E27FC236}">
                  <a16:creationId xmlns:a16="http://schemas.microsoft.com/office/drawing/2014/main" id="{16760453-F72C-F63C-BDEC-7216729436C2}"/>
                </a:ext>
              </a:extLst>
            </p:cNvPr>
            <p:cNvSpPr/>
            <p:nvPr/>
          </p:nvSpPr>
          <p:spPr>
            <a:xfrm>
              <a:off x="-3599434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0" name="Rectangle 5129">
              <a:extLst>
                <a:ext uri="{FF2B5EF4-FFF2-40B4-BE49-F238E27FC236}">
                  <a16:creationId xmlns:a16="http://schemas.microsoft.com/office/drawing/2014/main" id="{5A347DEC-9B47-9564-3D62-C71BC76470C4}"/>
                </a:ext>
              </a:extLst>
            </p:cNvPr>
            <p:cNvSpPr/>
            <p:nvPr/>
          </p:nvSpPr>
          <p:spPr>
            <a:xfrm>
              <a:off x="-3599434" y="1985387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1" name="Rectangle 5130">
              <a:extLst>
                <a:ext uri="{FF2B5EF4-FFF2-40B4-BE49-F238E27FC236}">
                  <a16:creationId xmlns:a16="http://schemas.microsoft.com/office/drawing/2014/main" id="{94036076-33EC-2B68-D701-9A3D35CC7A2F}"/>
                </a:ext>
              </a:extLst>
            </p:cNvPr>
            <p:cNvSpPr/>
            <p:nvPr/>
          </p:nvSpPr>
          <p:spPr>
            <a:xfrm>
              <a:off x="-3599434" y="2065143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2" name="Rectangle 5131">
              <a:extLst>
                <a:ext uri="{FF2B5EF4-FFF2-40B4-BE49-F238E27FC236}">
                  <a16:creationId xmlns:a16="http://schemas.microsoft.com/office/drawing/2014/main" id="{DAF24A24-A1B7-D97F-AFD3-8CC5AFD21873}"/>
                </a:ext>
              </a:extLst>
            </p:cNvPr>
            <p:cNvSpPr/>
            <p:nvPr/>
          </p:nvSpPr>
          <p:spPr>
            <a:xfrm>
              <a:off x="-3599434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3" name="Rectangle 5132">
              <a:extLst>
                <a:ext uri="{FF2B5EF4-FFF2-40B4-BE49-F238E27FC236}">
                  <a16:creationId xmlns:a16="http://schemas.microsoft.com/office/drawing/2014/main" id="{7F6DF81B-BAF0-A213-FB1F-10BEA3484AD5}"/>
                </a:ext>
              </a:extLst>
            </p:cNvPr>
            <p:cNvSpPr/>
            <p:nvPr/>
          </p:nvSpPr>
          <p:spPr>
            <a:xfrm>
              <a:off x="-3599434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4" name="Rectangle 5133">
              <a:extLst>
                <a:ext uri="{FF2B5EF4-FFF2-40B4-BE49-F238E27FC236}">
                  <a16:creationId xmlns:a16="http://schemas.microsoft.com/office/drawing/2014/main" id="{00A9462B-E283-BF64-807B-83EC1E5C2176}"/>
                </a:ext>
              </a:extLst>
            </p:cNvPr>
            <p:cNvSpPr/>
            <p:nvPr/>
          </p:nvSpPr>
          <p:spPr>
            <a:xfrm>
              <a:off x="-3599434" y="2304157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5" name="Rectangle 5134">
              <a:extLst>
                <a:ext uri="{FF2B5EF4-FFF2-40B4-BE49-F238E27FC236}">
                  <a16:creationId xmlns:a16="http://schemas.microsoft.com/office/drawing/2014/main" id="{2D439FFA-C880-868D-43D6-95AB175C2DD7}"/>
                </a:ext>
              </a:extLst>
            </p:cNvPr>
            <p:cNvSpPr/>
            <p:nvPr/>
          </p:nvSpPr>
          <p:spPr>
            <a:xfrm>
              <a:off x="-3599434" y="2383786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6" name="Rectangle 5135">
              <a:extLst>
                <a:ext uri="{FF2B5EF4-FFF2-40B4-BE49-F238E27FC236}">
                  <a16:creationId xmlns:a16="http://schemas.microsoft.com/office/drawing/2014/main" id="{513C3D27-DED6-673A-8694-24840F29EC42}"/>
                </a:ext>
              </a:extLst>
            </p:cNvPr>
            <p:cNvSpPr/>
            <p:nvPr/>
          </p:nvSpPr>
          <p:spPr>
            <a:xfrm>
              <a:off x="-3599434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7" name="Rectangle 5136">
              <a:extLst>
                <a:ext uri="{FF2B5EF4-FFF2-40B4-BE49-F238E27FC236}">
                  <a16:creationId xmlns:a16="http://schemas.microsoft.com/office/drawing/2014/main" id="{D110DBE5-BB15-B791-F301-6BB969B1D0BB}"/>
                </a:ext>
              </a:extLst>
            </p:cNvPr>
            <p:cNvSpPr/>
            <p:nvPr/>
          </p:nvSpPr>
          <p:spPr>
            <a:xfrm>
              <a:off x="-3599434" y="2543171"/>
              <a:ext cx="130682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8" name="Rectangle 5137">
              <a:extLst>
                <a:ext uri="{FF2B5EF4-FFF2-40B4-BE49-F238E27FC236}">
                  <a16:creationId xmlns:a16="http://schemas.microsoft.com/office/drawing/2014/main" id="{C09A1F04-6E53-8FFC-DAD0-CCB58BF7D763}"/>
                </a:ext>
              </a:extLst>
            </p:cNvPr>
            <p:cNvSpPr/>
            <p:nvPr/>
          </p:nvSpPr>
          <p:spPr>
            <a:xfrm>
              <a:off x="-3599434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39" name="Rectangle 5138">
              <a:extLst>
                <a:ext uri="{FF2B5EF4-FFF2-40B4-BE49-F238E27FC236}">
                  <a16:creationId xmlns:a16="http://schemas.microsoft.com/office/drawing/2014/main" id="{64B15E36-24B7-AAF3-130F-331B0129EB3A}"/>
                </a:ext>
              </a:extLst>
            </p:cNvPr>
            <p:cNvSpPr/>
            <p:nvPr/>
          </p:nvSpPr>
          <p:spPr>
            <a:xfrm>
              <a:off x="-3599434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0" name="Rectangle 5139">
              <a:extLst>
                <a:ext uri="{FF2B5EF4-FFF2-40B4-BE49-F238E27FC236}">
                  <a16:creationId xmlns:a16="http://schemas.microsoft.com/office/drawing/2014/main" id="{EB33B409-B2BC-2788-5698-E7E45F04420B}"/>
                </a:ext>
              </a:extLst>
            </p:cNvPr>
            <p:cNvSpPr/>
            <p:nvPr/>
          </p:nvSpPr>
          <p:spPr>
            <a:xfrm>
              <a:off x="-3599434" y="2782312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1" name="Rectangle 5140">
              <a:extLst>
                <a:ext uri="{FF2B5EF4-FFF2-40B4-BE49-F238E27FC236}">
                  <a16:creationId xmlns:a16="http://schemas.microsoft.com/office/drawing/2014/main" id="{FAC93490-9B5C-D9F8-4895-BBDA498AA60C}"/>
                </a:ext>
              </a:extLst>
            </p:cNvPr>
            <p:cNvSpPr/>
            <p:nvPr/>
          </p:nvSpPr>
          <p:spPr>
            <a:xfrm>
              <a:off x="-3599434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2" name="Rectangle 5141">
              <a:extLst>
                <a:ext uri="{FF2B5EF4-FFF2-40B4-BE49-F238E27FC236}">
                  <a16:creationId xmlns:a16="http://schemas.microsoft.com/office/drawing/2014/main" id="{AB676D59-3331-E07F-EB0E-15CDE1D29993}"/>
                </a:ext>
              </a:extLst>
            </p:cNvPr>
            <p:cNvSpPr/>
            <p:nvPr/>
          </p:nvSpPr>
          <p:spPr>
            <a:xfrm>
              <a:off x="-3599434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3" name="Rectangle 5142">
              <a:extLst>
                <a:ext uri="{FF2B5EF4-FFF2-40B4-BE49-F238E27FC236}">
                  <a16:creationId xmlns:a16="http://schemas.microsoft.com/office/drawing/2014/main" id="{435E81D9-845E-3875-4FD7-5BE8D8EB99F4}"/>
                </a:ext>
              </a:extLst>
            </p:cNvPr>
            <p:cNvSpPr/>
            <p:nvPr/>
          </p:nvSpPr>
          <p:spPr>
            <a:xfrm>
              <a:off x="-3599434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4" name="Rectangle 5143">
              <a:extLst>
                <a:ext uri="{FF2B5EF4-FFF2-40B4-BE49-F238E27FC236}">
                  <a16:creationId xmlns:a16="http://schemas.microsoft.com/office/drawing/2014/main" id="{3C13B116-C399-832F-D187-DF1B8A722A90}"/>
                </a:ext>
              </a:extLst>
            </p:cNvPr>
            <p:cNvSpPr/>
            <p:nvPr/>
          </p:nvSpPr>
          <p:spPr>
            <a:xfrm>
              <a:off x="-3599434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5" name="Rectangle 5144">
              <a:extLst>
                <a:ext uri="{FF2B5EF4-FFF2-40B4-BE49-F238E27FC236}">
                  <a16:creationId xmlns:a16="http://schemas.microsoft.com/office/drawing/2014/main" id="{031181C4-DD27-503C-76E5-DD97D14FC639}"/>
                </a:ext>
              </a:extLst>
            </p:cNvPr>
            <p:cNvSpPr/>
            <p:nvPr/>
          </p:nvSpPr>
          <p:spPr>
            <a:xfrm>
              <a:off x="-3599434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6" name="Rectangle 5145">
              <a:extLst>
                <a:ext uri="{FF2B5EF4-FFF2-40B4-BE49-F238E27FC236}">
                  <a16:creationId xmlns:a16="http://schemas.microsoft.com/office/drawing/2014/main" id="{13F7C36C-0A94-E26F-BABF-3D5D60A46403}"/>
                </a:ext>
              </a:extLst>
            </p:cNvPr>
            <p:cNvSpPr/>
            <p:nvPr/>
          </p:nvSpPr>
          <p:spPr>
            <a:xfrm>
              <a:off x="-3599434" y="3260340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7" name="Rectangle 5146">
              <a:extLst>
                <a:ext uri="{FF2B5EF4-FFF2-40B4-BE49-F238E27FC236}">
                  <a16:creationId xmlns:a16="http://schemas.microsoft.com/office/drawing/2014/main" id="{7939063C-524B-3FD4-7E8F-1FD5DDAE721B}"/>
                </a:ext>
              </a:extLst>
            </p:cNvPr>
            <p:cNvSpPr/>
            <p:nvPr/>
          </p:nvSpPr>
          <p:spPr>
            <a:xfrm>
              <a:off x="-3599434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8" name="Rectangle 5147">
              <a:extLst>
                <a:ext uri="{FF2B5EF4-FFF2-40B4-BE49-F238E27FC236}">
                  <a16:creationId xmlns:a16="http://schemas.microsoft.com/office/drawing/2014/main" id="{2578CC3B-B488-ABB8-DCE1-FF0F6450AAC6}"/>
                </a:ext>
              </a:extLst>
            </p:cNvPr>
            <p:cNvSpPr/>
            <p:nvPr/>
          </p:nvSpPr>
          <p:spPr>
            <a:xfrm>
              <a:off x="-3599434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49" name="Rectangle 5148">
              <a:extLst>
                <a:ext uri="{FF2B5EF4-FFF2-40B4-BE49-F238E27FC236}">
                  <a16:creationId xmlns:a16="http://schemas.microsoft.com/office/drawing/2014/main" id="{4F880D82-673B-58EA-B1B5-0CB514ACAB24}"/>
                </a:ext>
              </a:extLst>
            </p:cNvPr>
            <p:cNvSpPr/>
            <p:nvPr/>
          </p:nvSpPr>
          <p:spPr>
            <a:xfrm>
              <a:off x="-3599434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0" name="Rectangle 5149">
              <a:extLst>
                <a:ext uri="{FF2B5EF4-FFF2-40B4-BE49-F238E27FC236}">
                  <a16:creationId xmlns:a16="http://schemas.microsoft.com/office/drawing/2014/main" id="{3965D5C4-C3D5-B075-EB9A-2AA57FF41F26}"/>
                </a:ext>
              </a:extLst>
            </p:cNvPr>
            <p:cNvSpPr/>
            <p:nvPr/>
          </p:nvSpPr>
          <p:spPr>
            <a:xfrm>
              <a:off x="-3599434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1" name="Rectangle 5150">
              <a:extLst>
                <a:ext uri="{FF2B5EF4-FFF2-40B4-BE49-F238E27FC236}">
                  <a16:creationId xmlns:a16="http://schemas.microsoft.com/office/drawing/2014/main" id="{7570C5DC-F43B-88B9-D1BE-17E7BD8410C4}"/>
                </a:ext>
              </a:extLst>
            </p:cNvPr>
            <p:cNvSpPr/>
            <p:nvPr/>
          </p:nvSpPr>
          <p:spPr>
            <a:xfrm>
              <a:off x="-3599434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2" name="Rectangle 5151">
              <a:extLst>
                <a:ext uri="{FF2B5EF4-FFF2-40B4-BE49-F238E27FC236}">
                  <a16:creationId xmlns:a16="http://schemas.microsoft.com/office/drawing/2014/main" id="{4C616955-A6AC-89F1-20C2-090D9220B092}"/>
                </a:ext>
              </a:extLst>
            </p:cNvPr>
            <p:cNvSpPr/>
            <p:nvPr/>
          </p:nvSpPr>
          <p:spPr>
            <a:xfrm>
              <a:off x="-3599434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3" name="Rectangle 5152">
              <a:extLst>
                <a:ext uri="{FF2B5EF4-FFF2-40B4-BE49-F238E27FC236}">
                  <a16:creationId xmlns:a16="http://schemas.microsoft.com/office/drawing/2014/main" id="{4C1855EA-B8CA-09FC-EBE5-E37825D896B5}"/>
                </a:ext>
              </a:extLst>
            </p:cNvPr>
            <p:cNvSpPr/>
            <p:nvPr/>
          </p:nvSpPr>
          <p:spPr>
            <a:xfrm>
              <a:off x="-3599434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4" name="Rectangle 5153">
              <a:extLst>
                <a:ext uri="{FF2B5EF4-FFF2-40B4-BE49-F238E27FC236}">
                  <a16:creationId xmlns:a16="http://schemas.microsoft.com/office/drawing/2014/main" id="{581937AB-85C6-0368-6FC1-6E95557EF075}"/>
                </a:ext>
              </a:extLst>
            </p:cNvPr>
            <p:cNvSpPr/>
            <p:nvPr/>
          </p:nvSpPr>
          <p:spPr>
            <a:xfrm>
              <a:off x="-3599434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6" name="Rectangle 5155">
              <a:extLst>
                <a:ext uri="{FF2B5EF4-FFF2-40B4-BE49-F238E27FC236}">
                  <a16:creationId xmlns:a16="http://schemas.microsoft.com/office/drawing/2014/main" id="{045D65D4-B095-72BB-16FA-89EA2BA4B6D2}"/>
                </a:ext>
              </a:extLst>
            </p:cNvPr>
            <p:cNvSpPr/>
            <p:nvPr/>
          </p:nvSpPr>
          <p:spPr>
            <a:xfrm>
              <a:off x="-3468751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7" name="Rectangle 5156">
              <a:extLst>
                <a:ext uri="{FF2B5EF4-FFF2-40B4-BE49-F238E27FC236}">
                  <a16:creationId xmlns:a16="http://schemas.microsoft.com/office/drawing/2014/main" id="{56973087-E36D-80BE-FC05-68B39D089B2C}"/>
                </a:ext>
              </a:extLst>
            </p:cNvPr>
            <p:cNvSpPr/>
            <p:nvPr/>
          </p:nvSpPr>
          <p:spPr>
            <a:xfrm>
              <a:off x="-3468751" y="1268218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8" name="Rectangle 5157">
              <a:extLst>
                <a:ext uri="{FF2B5EF4-FFF2-40B4-BE49-F238E27FC236}">
                  <a16:creationId xmlns:a16="http://schemas.microsoft.com/office/drawing/2014/main" id="{CBB7C612-32E0-F0A3-E860-5A445C876939}"/>
                </a:ext>
              </a:extLst>
            </p:cNvPr>
            <p:cNvSpPr/>
            <p:nvPr/>
          </p:nvSpPr>
          <p:spPr>
            <a:xfrm>
              <a:off x="-3468751" y="1347974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59" name="Rectangle 5158">
              <a:extLst>
                <a:ext uri="{FF2B5EF4-FFF2-40B4-BE49-F238E27FC236}">
                  <a16:creationId xmlns:a16="http://schemas.microsoft.com/office/drawing/2014/main" id="{1B8AB443-FD8B-8659-A03B-CF47DF080572}"/>
                </a:ext>
              </a:extLst>
            </p:cNvPr>
            <p:cNvSpPr/>
            <p:nvPr/>
          </p:nvSpPr>
          <p:spPr>
            <a:xfrm>
              <a:off x="-3468751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0" name="Rectangle 5159">
              <a:extLst>
                <a:ext uri="{FF2B5EF4-FFF2-40B4-BE49-F238E27FC236}">
                  <a16:creationId xmlns:a16="http://schemas.microsoft.com/office/drawing/2014/main" id="{74A4A094-7398-C383-D625-638B869267A4}"/>
                </a:ext>
              </a:extLst>
            </p:cNvPr>
            <p:cNvSpPr/>
            <p:nvPr/>
          </p:nvSpPr>
          <p:spPr>
            <a:xfrm>
              <a:off x="-3468751" y="1507359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1" name="Rectangle 5160">
              <a:extLst>
                <a:ext uri="{FF2B5EF4-FFF2-40B4-BE49-F238E27FC236}">
                  <a16:creationId xmlns:a16="http://schemas.microsoft.com/office/drawing/2014/main" id="{04F8527F-D1FF-F999-880E-077102B2A570}"/>
                </a:ext>
              </a:extLst>
            </p:cNvPr>
            <p:cNvSpPr/>
            <p:nvPr/>
          </p:nvSpPr>
          <p:spPr>
            <a:xfrm>
              <a:off x="-3468751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2" name="Rectangle 5161">
              <a:extLst>
                <a:ext uri="{FF2B5EF4-FFF2-40B4-BE49-F238E27FC236}">
                  <a16:creationId xmlns:a16="http://schemas.microsoft.com/office/drawing/2014/main" id="{10167D42-E96D-BEF4-9405-4F23CF01C8ED}"/>
                </a:ext>
              </a:extLst>
            </p:cNvPr>
            <p:cNvSpPr/>
            <p:nvPr/>
          </p:nvSpPr>
          <p:spPr>
            <a:xfrm>
              <a:off x="-3468751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3" name="Rectangle 5162">
              <a:extLst>
                <a:ext uri="{FF2B5EF4-FFF2-40B4-BE49-F238E27FC236}">
                  <a16:creationId xmlns:a16="http://schemas.microsoft.com/office/drawing/2014/main" id="{48A5D230-934D-A0D3-E5F4-742CD6E223AF}"/>
                </a:ext>
              </a:extLst>
            </p:cNvPr>
            <p:cNvSpPr/>
            <p:nvPr/>
          </p:nvSpPr>
          <p:spPr>
            <a:xfrm>
              <a:off x="-3468751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4" name="Rectangle 5163">
              <a:extLst>
                <a:ext uri="{FF2B5EF4-FFF2-40B4-BE49-F238E27FC236}">
                  <a16:creationId xmlns:a16="http://schemas.microsoft.com/office/drawing/2014/main" id="{8BE52028-D943-1B07-07A8-CD5CE254AEAD}"/>
                </a:ext>
              </a:extLst>
            </p:cNvPr>
            <p:cNvSpPr/>
            <p:nvPr/>
          </p:nvSpPr>
          <p:spPr>
            <a:xfrm>
              <a:off x="-3468751" y="1826002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5" name="Rectangle 5164">
              <a:extLst>
                <a:ext uri="{FF2B5EF4-FFF2-40B4-BE49-F238E27FC236}">
                  <a16:creationId xmlns:a16="http://schemas.microsoft.com/office/drawing/2014/main" id="{B5A45A87-BAFA-8330-DA64-2436CBB12C85}"/>
                </a:ext>
              </a:extLst>
            </p:cNvPr>
            <p:cNvSpPr/>
            <p:nvPr/>
          </p:nvSpPr>
          <p:spPr>
            <a:xfrm>
              <a:off x="-3468751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6" name="Rectangle 5165">
              <a:extLst>
                <a:ext uri="{FF2B5EF4-FFF2-40B4-BE49-F238E27FC236}">
                  <a16:creationId xmlns:a16="http://schemas.microsoft.com/office/drawing/2014/main" id="{93E3CE81-DEC4-1F43-064A-AFC98A65EC13}"/>
                </a:ext>
              </a:extLst>
            </p:cNvPr>
            <p:cNvSpPr/>
            <p:nvPr/>
          </p:nvSpPr>
          <p:spPr>
            <a:xfrm>
              <a:off x="-3468751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7" name="Rectangle 5166">
              <a:extLst>
                <a:ext uri="{FF2B5EF4-FFF2-40B4-BE49-F238E27FC236}">
                  <a16:creationId xmlns:a16="http://schemas.microsoft.com/office/drawing/2014/main" id="{703E6E8B-50CC-BF1F-C677-7754B79302C5}"/>
                </a:ext>
              </a:extLst>
            </p:cNvPr>
            <p:cNvSpPr/>
            <p:nvPr/>
          </p:nvSpPr>
          <p:spPr>
            <a:xfrm>
              <a:off x="-3468751" y="2065143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8" name="Rectangle 5167">
              <a:extLst>
                <a:ext uri="{FF2B5EF4-FFF2-40B4-BE49-F238E27FC236}">
                  <a16:creationId xmlns:a16="http://schemas.microsoft.com/office/drawing/2014/main" id="{A7A05F69-AE22-0DA9-6DE2-ED54B2D34D42}"/>
                </a:ext>
              </a:extLst>
            </p:cNvPr>
            <p:cNvSpPr/>
            <p:nvPr/>
          </p:nvSpPr>
          <p:spPr>
            <a:xfrm>
              <a:off x="-3468751" y="2144772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69" name="Rectangle 5168">
              <a:extLst>
                <a:ext uri="{FF2B5EF4-FFF2-40B4-BE49-F238E27FC236}">
                  <a16:creationId xmlns:a16="http://schemas.microsoft.com/office/drawing/2014/main" id="{270841E6-EDF1-B233-40A5-21314047D020}"/>
                </a:ext>
              </a:extLst>
            </p:cNvPr>
            <p:cNvSpPr/>
            <p:nvPr/>
          </p:nvSpPr>
          <p:spPr>
            <a:xfrm>
              <a:off x="-3468751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0" name="Rectangle 5169">
              <a:extLst>
                <a:ext uri="{FF2B5EF4-FFF2-40B4-BE49-F238E27FC236}">
                  <a16:creationId xmlns:a16="http://schemas.microsoft.com/office/drawing/2014/main" id="{D2D77686-694C-BB49-E51D-26A2AE5715EF}"/>
                </a:ext>
              </a:extLst>
            </p:cNvPr>
            <p:cNvSpPr/>
            <p:nvPr/>
          </p:nvSpPr>
          <p:spPr>
            <a:xfrm>
              <a:off x="-3468751" y="2304157"/>
              <a:ext cx="130682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1" name="Rectangle 5170">
              <a:extLst>
                <a:ext uri="{FF2B5EF4-FFF2-40B4-BE49-F238E27FC236}">
                  <a16:creationId xmlns:a16="http://schemas.microsoft.com/office/drawing/2014/main" id="{8E723F41-CEBF-30B0-53D3-7D6C9A084FB3}"/>
                </a:ext>
              </a:extLst>
            </p:cNvPr>
            <p:cNvSpPr/>
            <p:nvPr/>
          </p:nvSpPr>
          <p:spPr>
            <a:xfrm>
              <a:off x="-3468751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2" name="Rectangle 5171">
              <a:extLst>
                <a:ext uri="{FF2B5EF4-FFF2-40B4-BE49-F238E27FC236}">
                  <a16:creationId xmlns:a16="http://schemas.microsoft.com/office/drawing/2014/main" id="{7E1D0A94-A818-18D8-308C-000D245CD023}"/>
                </a:ext>
              </a:extLst>
            </p:cNvPr>
            <p:cNvSpPr/>
            <p:nvPr/>
          </p:nvSpPr>
          <p:spPr>
            <a:xfrm>
              <a:off x="-3468751" y="2463542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3" name="Rectangle 5172">
              <a:extLst>
                <a:ext uri="{FF2B5EF4-FFF2-40B4-BE49-F238E27FC236}">
                  <a16:creationId xmlns:a16="http://schemas.microsoft.com/office/drawing/2014/main" id="{A7AC3D33-F217-E6D7-359F-C912331B82CE}"/>
                </a:ext>
              </a:extLst>
            </p:cNvPr>
            <p:cNvSpPr/>
            <p:nvPr/>
          </p:nvSpPr>
          <p:spPr>
            <a:xfrm>
              <a:off x="-3468751" y="2543171"/>
              <a:ext cx="130682" cy="79628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4" name="Rectangle 5173">
              <a:extLst>
                <a:ext uri="{FF2B5EF4-FFF2-40B4-BE49-F238E27FC236}">
                  <a16:creationId xmlns:a16="http://schemas.microsoft.com/office/drawing/2014/main" id="{FB16B4CD-9696-CA49-D74F-7AAAAF0EED9F}"/>
                </a:ext>
              </a:extLst>
            </p:cNvPr>
            <p:cNvSpPr/>
            <p:nvPr/>
          </p:nvSpPr>
          <p:spPr>
            <a:xfrm>
              <a:off x="-3468751" y="2622927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5" name="Rectangle 5174">
              <a:extLst>
                <a:ext uri="{FF2B5EF4-FFF2-40B4-BE49-F238E27FC236}">
                  <a16:creationId xmlns:a16="http://schemas.microsoft.com/office/drawing/2014/main" id="{AF82E1BC-3A74-AE60-A619-5CEF7B6A7510}"/>
                </a:ext>
              </a:extLst>
            </p:cNvPr>
            <p:cNvSpPr/>
            <p:nvPr/>
          </p:nvSpPr>
          <p:spPr>
            <a:xfrm>
              <a:off x="-3468751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6" name="Rectangle 5175">
              <a:extLst>
                <a:ext uri="{FF2B5EF4-FFF2-40B4-BE49-F238E27FC236}">
                  <a16:creationId xmlns:a16="http://schemas.microsoft.com/office/drawing/2014/main" id="{A03E1B73-FBEB-2302-262B-D172F59EFC5D}"/>
                </a:ext>
              </a:extLst>
            </p:cNvPr>
            <p:cNvSpPr/>
            <p:nvPr/>
          </p:nvSpPr>
          <p:spPr>
            <a:xfrm>
              <a:off x="-3468751" y="2782312"/>
              <a:ext cx="130682" cy="79629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7" name="Rectangle 5176">
              <a:extLst>
                <a:ext uri="{FF2B5EF4-FFF2-40B4-BE49-F238E27FC236}">
                  <a16:creationId xmlns:a16="http://schemas.microsoft.com/office/drawing/2014/main" id="{6E575F2D-211A-BAAC-B049-C604295EC549}"/>
                </a:ext>
              </a:extLst>
            </p:cNvPr>
            <p:cNvSpPr/>
            <p:nvPr/>
          </p:nvSpPr>
          <p:spPr>
            <a:xfrm>
              <a:off x="-3468751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8" name="Rectangle 5177">
              <a:extLst>
                <a:ext uri="{FF2B5EF4-FFF2-40B4-BE49-F238E27FC236}">
                  <a16:creationId xmlns:a16="http://schemas.microsoft.com/office/drawing/2014/main" id="{6445FA0C-A1D9-13FA-A0E2-AB378C97593C}"/>
                </a:ext>
              </a:extLst>
            </p:cNvPr>
            <p:cNvSpPr/>
            <p:nvPr/>
          </p:nvSpPr>
          <p:spPr>
            <a:xfrm>
              <a:off x="-3468751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79" name="Rectangle 5178">
              <a:extLst>
                <a:ext uri="{FF2B5EF4-FFF2-40B4-BE49-F238E27FC236}">
                  <a16:creationId xmlns:a16="http://schemas.microsoft.com/office/drawing/2014/main" id="{2B374836-5CEA-4C3F-1C0B-7139420F8908}"/>
                </a:ext>
              </a:extLst>
            </p:cNvPr>
            <p:cNvSpPr/>
            <p:nvPr/>
          </p:nvSpPr>
          <p:spPr>
            <a:xfrm>
              <a:off x="-3468751" y="3021326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0" name="Rectangle 5179">
              <a:extLst>
                <a:ext uri="{FF2B5EF4-FFF2-40B4-BE49-F238E27FC236}">
                  <a16:creationId xmlns:a16="http://schemas.microsoft.com/office/drawing/2014/main" id="{C9A3610C-8C22-3272-0CAE-B6B3B10B3DCD}"/>
                </a:ext>
              </a:extLst>
            </p:cNvPr>
            <p:cNvSpPr/>
            <p:nvPr/>
          </p:nvSpPr>
          <p:spPr>
            <a:xfrm>
              <a:off x="-3468751" y="3100955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1" name="Rectangle 5180">
              <a:extLst>
                <a:ext uri="{FF2B5EF4-FFF2-40B4-BE49-F238E27FC236}">
                  <a16:creationId xmlns:a16="http://schemas.microsoft.com/office/drawing/2014/main" id="{2167F337-A353-F828-E267-F33850A54065}"/>
                </a:ext>
              </a:extLst>
            </p:cNvPr>
            <p:cNvSpPr/>
            <p:nvPr/>
          </p:nvSpPr>
          <p:spPr>
            <a:xfrm>
              <a:off x="-3468751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2" name="Rectangle 5181">
              <a:extLst>
                <a:ext uri="{FF2B5EF4-FFF2-40B4-BE49-F238E27FC236}">
                  <a16:creationId xmlns:a16="http://schemas.microsoft.com/office/drawing/2014/main" id="{A80831B3-1E37-AE8D-B936-60EF775DA31B}"/>
                </a:ext>
              </a:extLst>
            </p:cNvPr>
            <p:cNvSpPr/>
            <p:nvPr/>
          </p:nvSpPr>
          <p:spPr>
            <a:xfrm>
              <a:off x="-3468751" y="3260340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3" name="Rectangle 5182">
              <a:extLst>
                <a:ext uri="{FF2B5EF4-FFF2-40B4-BE49-F238E27FC236}">
                  <a16:creationId xmlns:a16="http://schemas.microsoft.com/office/drawing/2014/main" id="{8894F9F1-C3BC-D037-A512-65B8B3BF4FA3}"/>
                </a:ext>
              </a:extLst>
            </p:cNvPr>
            <p:cNvSpPr/>
            <p:nvPr/>
          </p:nvSpPr>
          <p:spPr>
            <a:xfrm>
              <a:off x="-3468751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4" name="Rectangle 5183">
              <a:extLst>
                <a:ext uri="{FF2B5EF4-FFF2-40B4-BE49-F238E27FC236}">
                  <a16:creationId xmlns:a16="http://schemas.microsoft.com/office/drawing/2014/main" id="{13A2F765-37C6-0908-E5A1-F200A3E27D8C}"/>
                </a:ext>
              </a:extLst>
            </p:cNvPr>
            <p:cNvSpPr/>
            <p:nvPr/>
          </p:nvSpPr>
          <p:spPr>
            <a:xfrm>
              <a:off x="-3468751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5" name="Rectangle 5184">
              <a:extLst>
                <a:ext uri="{FF2B5EF4-FFF2-40B4-BE49-F238E27FC236}">
                  <a16:creationId xmlns:a16="http://schemas.microsoft.com/office/drawing/2014/main" id="{512D15A5-5D28-197E-BD32-5400017DA0BF}"/>
                </a:ext>
              </a:extLst>
            </p:cNvPr>
            <p:cNvSpPr/>
            <p:nvPr/>
          </p:nvSpPr>
          <p:spPr>
            <a:xfrm>
              <a:off x="-3468751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6" name="Rectangle 5185">
              <a:extLst>
                <a:ext uri="{FF2B5EF4-FFF2-40B4-BE49-F238E27FC236}">
                  <a16:creationId xmlns:a16="http://schemas.microsoft.com/office/drawing/2014/main" id="{316D9578-AEDA-A2C7-9BA0-76027F896A72}"/>
                </a:ext>
              </a:extLst>
            </p:cNvPr>
            <p:cNvSpPr/>
            <p:nvPr/>
          </p:nvSpPr>
          <p:spPr>
            <a:xfrm>
              <a:off x="-3468751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7" name="Rectangle 5186">
              <a:extLst>
                <a:ext uri="{FF2B5EF4-FFF2-40B4-BE49-F238E27FC236}">
                  <a16:creationId xmlns:a16="http://schemas.microsoft.com/office/drawing/2014/main" id="{302F8B06-510A-13AE-929D-9D6C1BCB88CA}"/>
                </a:ext>
              </a:extLst>
            </p:cNvPr>
            <p:cNvSpPr/>
            <p:nvPr/>
          </p:nvSpPr>
          <p:spPr>
            <a:xfrm>
              <a:off x="-3468751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8" name="Rectangle 5187">
              <a:extLst>
                <a:ext uri="{FF2B5EF4-FFF2-40B4-BE49-F238E27FC236}">
                  <a16:creationId xmlns:a16="http://schemas.microsoft.com/office/drawing/2014/main" id="{FA4E7E5E-E0B5-E55C-652B-99F03655096C}"/>
                </a:ext>
              </a:extLst>
            </p:cNvPr>
            <p:cNvSpPr/>
            <p:nvPr/>
          </p:nvSpPr>
          <p:spPr>
            <a:xfrm>
              <a:off x="-3468751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89" name="Rectangle 5188">
              <a:extLst>
                <a:ext uri="{FF2B5EF4-FFF2-40B4-BE49-F238E27FC236}">
                  <a16:creationId xmlns:a16="http://schemas.microsoft.com/office/drawing/2014/main" id="{D1C03F49-46BC-8C0E-DC46-8D3E07E6B745}"/>
                </a:ext>
              </a:extLst>
            </p:cNvPr>
            <p:cNvSpPr/>
            <p:nvPr/>
          </p:nvSpPr>
          <p:spPr>
            <a:xfrm>
              <a:off x="-3468751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0" name="Rectangle 5189">
              <a:extLst>
                <a:ext uri="{FF2B5EF4-FFF2-40B4-BE49-F238E27FC236}">
                  <a16:creationId xmlns:a16="http://schemas.microsoft.com/office/drawing/2014/main" id="{14B4CAB5-EB88-3CD0-C76A-5092C7A84889}"/>
                </a:ext>
              </a:extLst>
            </p:cNvPr>
            <p:cNvSpPr/>
            <p:nvPr/>
          </p:nvSpPr>
          <p:spPr>
            <a:xfrm>
              <a:off x="-3468751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2" name="Rectangle 5191">
              <a:extLst>
                <a:ext uri="{FF2B5EF4-FFF2-40B4-BE49-F238E27FC236}">
                  <a16:creationId xmlns:a16="http://schemas.microsoft.com/office/drawing/2014/main" id="{1D4BF4BD-A9D6-C9C8-B901-3160B7BC980E}"/>
                </a:ext>
              </a:extLst>
            </p:cNvPr>
            <p:cNvSpPr/>
            <p:nvPr/>
          </p:nvSpPr>
          <p:spPr>
            <a:xfrm>
              <a:off x="-3338068" y="1188589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3" name="Rectangle 5192">
              <a:extLst>
                <a:ext uri="{FF2B5EF4-FFF2-40B4-BE49-F238E27FC236}">
                  <a16:creationId xmlns:a16="http://schemas.microsoft.com/office/drawing/2014/main" id="{D1CDED39-F858-3ECF-E179-CB8183604F7F}"/>
                </a:ext>
              </a:extLst>
            </p:cNvPr>
            <p:cNvSpPr/>
            <p:nvPr/>
          </p:nvSpPr>
          <p:spPr>
            <a:xfrm>
              <a:off x="-3338068" y="1268218"/>
              <a:ext cx="130682" cy="79629"/>
            </a:xfrm>
            <a:prstGeom prst="rect">
              <a:avLst/>
            </a:prstGeom>
            <a:solidFill>
              <a:srgbClr val="FDAE1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4" name="Rectangle 5193">
              <a:extLst>
                <a:ext uri="{FF2B5EF4-FFF2-40B4-BE49-F238E27FC236}">
                  <a16:creationId xmlns:a16="http://schemas.microsoft.com/office/drawing/2014/main" id="{7D36E1AC-5E02-BAAF-735C-DA81C29C3B5E}"/>
                </a:ext>
              </a:extLst>
            </p:cNvPr>
            <p:cNvSpPr/>
            <p:nvPr/>
          </p:nvSpPr>
          <p:spPr>
            <a:xfrm>
              <a:off x="-3338068" y="1347974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5" name="Rectangle 5194">
              <a:extLst>
                <a:ext uri="{FF2B5EF4-FFF2-40B4-BE49-F238E27FC236}">
                  <a16:creationId xmlns:a16="http://schemas.microsoft.com/office/drawing/2014/main" id="{78D07D29-CCBB-16F2-4669-6FAC564A187E}"/>
                </a:ext>
              </a:extLst>
            </p:cNvPr>
            <p:cNvSpPr/>
            <p:nvPr/>
          </p:nvSpPr>
          <p:spPr>
            <a:xfrm>
              <a:off x="-3338068" y="1427603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6" name="Rectangle 5195">
              <a:extLst>
                <a:ext uri="{FF2B5EF4-FFF2-40B4-BE49-F238E27FC236}">
                  <a16:creationId xmlns:a16="http://schemas.microsoft.com/office/drawing/2014/main" id="{06B1D278-0493-DB63-4A50-565B121CA049}"/>
                </a:ext>
              </a:extLst>
            </p:cNvPr>
            <p:cNvSpPr/>
            <p:nvPr/>
          </p:nvSpPr>
          <p:spPr>
            <a:xfrm>
              <a:off x="-3338068" y="1507359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7" name="Rectangle 5196">
              <a:extLst>
                <a:ext uri="{FF2B5EF4-FFF2-40B4-BE49-F238E27FC236}">
                  <a16:creationId xmlns:a16="http://schemas.microsoft.com/office/drawing/2014/main" id="{B133D03A-FB1C-1A73-C442-1EAA3AADEEA2}"/>
                </a:ext>
              </a:extLst>
            </p:cNvPr>
            <p:cNvSpPr/>
            <p:nvPr/>
          </p:nvSpPr>
          <p:spPr>
            <a:xfrm>
              <a:off x="-3338068" y="1586988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8" name="Rectangle 5197">
              <a:extLst>
                <a:ext uri="{FF2B5EF4-FFF2-40B4-BE49-F238E27FC236}">
                  <a16:creationId xmlns:a16="http://schemas.microsoft.com/office/drawing/2014/main" id="{B6501978-D5C6-C63D-4E4E-A3B0339DFE2B}"/>
                </a:ext>
              </a:extLst>
            </p:cNvPr>
            <p:cNvSpPr/>
            <p:nvPr/>
          </p:nvSpPr>
          <p:spPr>
            <a:xfrm>
              <a:off x="-3338068" y="1666744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199" name="Rectangle 5198">
              <a:extLst>
                <a:ext uri="{FF2B5EF4-FFF2-40B4-BE49-F238E27FC236}">
                  <a16:creationId xmlns:a16="http://schemas.microsoft.com/office/drawing/2014/main" id="{E0DC840F-4CB8-46E9-DE5D-7C12B37BD272}"/>
                </a:ext>
              </a:extLst>
            </p:cNvPr>
            <p:cNvSpPr/>
            <p:nvPr/>
          </p:nvSpPr>
          <p:spPr>
            <a:xfrm>
              <a:off x="-3338068" y="1746373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0" name="Rectangle 5199">
              <a:extLst>
                <a:ext uri="{FF2B5EF4-FFF2-40B4-BE49-F238E27FC236}">
                  <a16:creationId xmlns:a16="http://schemas.microsoft.com/office/drawing/2014/main" id="{FC5048B0-C0CD-A511-933C-8A357150C114}"/>
                </a:ext>
              </a:extLst>
            </p:cNvPr>
            <p:cNvSpPr/>
            <p:nvPr/>
          </p:nvSpPr>
          <p:spPr>
            <a:xfrm>
              <a:off x="-3338068" y="1826002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1" name="Rectangle 5200">
              <a:extLst>
                <a:ext uri="{FF2B5EF4-FFF2-40B4-BE49-F238E27FC236}">
                  <a16:creationId xmlns:a16="http://schemas.microsoft.com/office/drawing/2014/main" id="{42139B6E-6431-E8BA-4D9A-A602248C3EC7}"/>
                </a:ext>
              </a:extLst>
            </p:cNvPr>
            <p:cNvSpPr/>
            <p:nvPr/>
          </p:nvSpPr>
          <p:spPr>
            <a:xfrm>
              <a:off x="-3338068" y="1905758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2" name="Rectangle 5201">
              <a:extLst>
                <a:ext uri="{FF2B5EF4-FFF2-40B4-BE49-F238E27FC236}">
                  <a16:creationId xmlns:a16="http://schemas.microsoft.com/office/drawing/2014/main" id="{9EE81C03-4AFA-A65E-87C5-7503756DC109}"/>
                </a:ext>
              </a:extLst>
            </p:cNvPr>
            <p:cNvSpPr/>
            <p:nvPr/>
          </p:nvSpPr>
          <p:spPr>
            <a:xfrm>
              <a:off x="-3338068" y="1985387"/>
              <a:ext cx="130682" cy="79628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3" name="Rectangle 5202">
              <a:extLst>
                <a:ext uri="{FF2B5EF4-FFF2-40B4-BE49-F238E27FC236}">
                  <a16:creationId xmlns:a16="http://schemas.microsoft.com/office/drawing/2014/main" id="{D8555FF3-F7EB-6CB7-49EC-62FBFA1C566D}"/>
                </a:ext>
              </a:extLst>
            </p:cNvPr>
            <p:cNvSpPr/>
            <p:nvPr/>
          </p:nvSpPr>
          <p:spPr>
            <a:xfrm>
              <a:off x="-3338068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4" name="Rectangle 5203">
              <a:extLst>
                <a:ext uri="{FF2B5EF4-FFF2-40B4-BE49-F238E27FC236}">
                  <a16:creationId xmlns:a16="http://schemas.microsoft.com/office/drawing/2014/main" id="{1C6E8FCF-8B86-12DB-ACC4-CF66359C24E8}"/>
                </a:ext>
              </a:extLst>
            </p:cNvPr>
            <p:cNvSpPr/>
            <p:nvPr/>
          </p:nvSpPr>
          <p:spPr>
            <a:xfrm>
              <a:off x="-3338068" y="2144772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5" name="Rectangle 5204">
              <a:extLst>
                <a:ext uri="{FF2B5EF4-FFF2-40B4-BE49-F238E27FC236}">
                  <a16:creationId xmlns:a16="http://schemas.microsoft.com/office/drawing/2014/main" id="{3625EEE7-625C-5A88-D2B0-F04CEFD2F6B8}"/>
                </a:ext>
              </a:extLst>
            </p:cNvPr>
            <p:cNvSpPr/>
            <p:nvPr/>
          </p:nvSpPr>
          <p:spPr>
            <a:xfrm>
              <a:off x="-3338068" y="2224528"/>
              <a:ext cx="130682" cy="79628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6" name="Rectangle 5205">
              <a:extLst>
                <a:ext uri="{FF2B5EF4-FFF2-40B4-BE49-F238E27FC236}">
                  <a16:creationId xmlns:a16="http://schemas.microsoft.com/office/drawing/2014/main" id="{F1453C11-5489-091E-58A1-2F76D4F5BAAA}"/>
                </a:ext>
              </a:extLst>
            </p:cNvPr>
            <p:cNvSpPr/>
            <p:nvPr/>
          </p:nvSpPr>
          <p:spPr>
            <a:xfrm>
              <a:off x="-3338068" y="2304157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7" name="Rectangle 5206">
              <a:extLst>
                <a:ext uri="{FF2B5EF4-FFF2-40B4-BE49-F238E27FC236}">
                  <a16:creationId xmlns:a16="http://schemas.microsoft.com/office/drawing/2014/main" id="{5BBF6B14-DEC9-899C-D9AF-F9F07951467D}"/>
                </a:ext>
              </a:extLst>
            </p:cNvPr>
            <p:cNvSpPr/>
            <p:nvPr/>
          </p:nvSpPr>
          <p:spPr>
            <a:xfrm>
              <a:off x="-3338068" y="2383786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8" name="Rectangle 5207">
              <a:extLst>
                <a:ext uri="{FF2B5EF4-FFF2-40B4-BE49-F238E27FC236}">
                  <a16:creationId xmlns:a16="http://schemas.microsoft.com/office/drawing/2014/main" id="{FF042778-BE70-3BBE-40DF-7F42F7FB8739}"/>
                </a:ext>
              </a:extLst>
            </p:cNvPr>
            <p:cNvSpPr/>
            <p:nvPr/>
          </p:nvSpPr>
          <p:spPr>
            <a:xfrm>
              <a:off x="-3338068" y="2463542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09" name="Rectangle 5208">
              <a:extLst>
                <a:ext uri="{FF2B5EF4-FFF2-40B4-BE49-F238E27FC236}">
                  <a16:creationId xmlns:a16="http://schemas.microsoft.com/office/drawing/2014/main" id="{5D1170FA-9F61-E2E7-A744-788C27E54CFC}"/>
                </a:ext>
              </a:extLst>
            </p:cNvPr>
            <p:cNvSpPr/>
            <p:nvPr/>
          </p:nvSpPr>
          <p:spPr>
            <a:xfrm>
              <a:off x="-3338068" y="2543171"/>
              <a:ext cx="130682" cy="79628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0" name="Rectangle 5209">
              <a:extLst>
                <a:ext uri="{FF2B5EF4-FFF2-40B4-BE49-F238E27FC236}">
                  <a16:creationId xmlns:a16="http://schemas.microsoft.com/office/drawing/2014/main" id="{CA2CB88F-7A21-AF73-8789-E7D7C153BD30}"/>
                </a:ext>
              </a:extLst>
            </p:cNvPr>
            <p:cNvSpPr/>
            <p:nvPr/>
          </p:nvSpPr>
          <p:spPr>
            <a:xfrm>
              <a:off x="-3338068" y="2622927"/>
              <a:ext cx="130682" cy="79628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1" name="Rectangle 5210">
              <a:extLst>
                <a:ext uri="{FF2B5EF4-FFF2-40B4-BE49-F238E27FC236}">
                  <a16:creationId xmlns:a16="http://schemas.microsoft.com/office/drawing/2014/main" id="{59B5CE93-6EDE-3FFF-069B-A30D0EC60F0A}"/>
                </a:ext>
              </a:extLst>
            </p:cNvPr>
            <p:cNvSpPr/>
            <p:nvPr/>
          </p:nvSpPr>
          <p:spPr>
            <a:xfrm>
              <a:off x="-3338068" y="2702556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2" name="Rectangle 5211">
              <a:extLst>
                <a:ext uri="{FF2B5EF4-FFF2-40B4-BE49-F238E27FC236}">
                  <a16:creationId xmlns:a16="http://schemas.microsoft.com/office/drawing/2014/main" id="{FD544C9D-8615-CA35-DDA7-DA3D385B5567}"/>
                </a:ext>
              </a:extLst>
            </p:cNvPr>
            <p:cNvSpPr/>
            <p:nvPr/>
          </p:nvSpPr>
          <p:spPr>
            <a:xfrm>
              <a:off x="-3338068" y="2782312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3" name="Rectangle 5212">
              <a:extLst>
                <a:ext uri="{FF2B5EF4-FFF2-40B4-BE49-F238E27FC236}">
                  <a16:creationId xmlns:a16="http://schemas.microsoft.com/office/drawing/2014/main" id="{4971E3CE-1CC1-5A93-1822-6D57FD485600}"/>
                </a:ext>
              </a:extLst>
            </p:cNvPr>
            <p:cNvSpPr/>
            <p:nvPr/>
          </p:nvSpPr>
          <p:spPr>
            <a:xfrm>
              <a:off x="-3338068" y="2861941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4" name="Rectangle 5213">
              <a:extLst>
                <a:ext uri="{FF2B5EF4-FFF2-40B4-BE49-F238E27FC236}">
                  <a16:creationId xmlns:a16="http://schemas.microsoft.com/office/drawing/2014/main" id="{1F05185D-9F7A-7D43-C331-F87FA01528B1}"/>
                </a:ext>
              </a:extLst>
            </p:cNvPr>
            <p:cNvSpPr/>
            <p:nvPr/>
          </p:nvSpPr>
          <p:spPr>
            <a:xfrm>
              <a:off x="-3338068" y="2941570"/>
              <a:ext cx="130682" cy="79629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5" name="Rectangle 5214">
              <a:extLst>
                <a:ext uri="{FF2B5EF4-FFF2-40B4-BE49-F238E27FC236}">
                  <a16:creationId xmlns:a16="http://schemas.microsoft.com/office/drawing/2014/main" id="{3E7A25A5-0CBA-5DEB-8144-A9537C57D8D4}"/>
                </a:ext>
              </a:extLst>
            </p:cNvPr>
            <p:cNvSpPr/>
            <p:nvPr/>
          </p:nvSpPr>
          <p:spPr>
            <a:xfrm>
              <a:off x="-3338068" y="3021326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6" name="Rectangle 5215">
              <a:extLst>
                <a:ext uri="{FF2B5EF4-FFF2-40B4-BE49-F238E27FC236}">
                  <a16:creationId xmlns:a16="http://schemas.microsoft.com/office/drawing/2014/main" id="{0C125DC3-C608-CE3C-843B-A3075A407337}"/>
                </a:ext>
              </a:extLst>
            </p:cNvPr>
            <p:cNvSpPr/>
            <p:nvPr/>
          </p:nvSpPr>
          <p:spPr>
            <a:xfrm>
              <a:off x="-3338068" y="3100955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7" name="Rectangle 5216">
              <a:extLst>
                <a:ext uri="{FF2B5EF4-FFF2-40B4-BE49-F238E27FC236}">
                  <a16:creationId xmlns:a16="http://schemas.microsoft.com/office/drawing/2014/main" id="{BA6E5E1E-0904-1B69-EE20-DCB0CC9E7261}"/>
                </a:ext>
              </a:extLst>
            </p:cNvPr>
            <p:cNvSpPr/>
            <p:nvPr/>
          </p:nvSpPr>
          <p:spPr>
            <a:xfrm>
              <a:off x="-3338068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8" name="Rectangle 5217">
              <a:extLst>
                <a:ext uri="{FF2B5EF4-FFF2-40B4-BE49-F238E27FC236}">
                  <a16:creationId xmlns:a16="http://schemas.microsoft.com/office/drawing/2014/main" id="{4959E1AC-111D-88AF-24D0-1606863BE263}"/>
                </a:ext>
              </a:extLst>
            </p:cNvPr>
            <p:cNvSpPr/>
            <p:nvPr/>
          </p:nvSpPr>
          <p:spPr>
            <a:xfrm>
              <a:off x="-3338068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19" name="Rectangle 5218">
              <a:extLst>
                <a:ext uri="{FF2B5EF4-FFF2-40B4-BE49-F238E27FC236}">
                  <a16:creationId xmlns:a16="http://schemas.microsoft.com/office/drawing/2014/main" id="{EE14A5F8-C37B-43FC-C75F-03D300D7C77F}"/>
                </a:ext>
              </a:extLst>
            </p:cNvPr>
            <p:cNvSpPr/>
            <p:nvPr/>
          </p:nvSpPr>
          <p:spPr>
            <a:xfrm>
              <a:off x="-3338068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0" name="Rectangle 5219">
              <a:extLst>
                <a:ext uri="{FF2B5EF4-FFF2-40B4-BE49-F238E27FC236}">
                  <a16:creationId xmlns:a16="http://schemas.microsoft.com/office/drawing/2014/main" id="{5DBBDD5C-E1A0-58BA-0BCD-96AE5E3702B3}"/>
                </a:ext>
              </a:extLst>
            </p:cNvPr>
            <p:cNvSpPr/>
            <p:nvPr/>
          </p:nvSpPr>
          <p:spPr>
            <a:xfrm>
              <a:off x="-3338068" y="3419725"/>
              <a:ext cx="130682" cy="79629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1" name="Rectangle 5220">
              <a:extLst>
                <a:ext uri="{FF2B5EF4-FFF2-40B4-BE49-F238E27FC236}">
                  <a16:creationId xmlns:a16="http://schemas.microsoft.com/office/drawing/2014/main" id="{48B13B40-4923-2E2F-1C4E-6EE4590527A0}"/>
                </a:ext>
              </a:extLst>
            </p:cNvPr>
            <p:cNvSpPr/>
            <p:nvPr/>
          </p:nvSpPr>
          <p:spPr>
            <a:xfrm>
              <a:off x="-3338068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2" name="Rectangle 5221">
              <a:extLst>
                <a:ext uri="{FF2B5EF4-FFF2-40B4-BE49-F238E27FC236}">
                  <a16:creationId xmlns:a16="http://schemas.microsoft.com/office/drawing/2014/main" id="{5CD118D2-95C0-64B6-15F4-AF854E1E8273}"/>
                </a:ext>
              </a:extLst>
            </p:cNvPr>
            <p:cNvSpPr/>
            <p:nvPr/>
          </p:nvSpPr>
          <p:spPr>
            <a:xfrm>
              <a:off x="-3338068" y="3579110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3" name="Rectangle 5222">
              <a:extLst>
                <a:ext uri="{FF2B5EF4-FFF2-40B4-BE49-F238E27FC236}">
                  <a16:creationId xmlns:a16="http://schemas.microsoft.com/office/drawing/2014/main" id="{8E905668-7788-5506-7B3A-05252ECB226D}"/>
                </a:ext>
              </a:extLst>
            </p:cNvPr>
            <p:cNvSpPr/>
            <p:nvPr/>
          </p:nvSpPr>
          <p:spPr>
            <a:xfrm>
              <a:off x="-3338068" y="3658739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4" name="Rectangle 5223">
              <a:extLst>
                <a:ext uri="{FF2B5EF4-FFF2-40B4-BE49-F238E27FC236}">
                  <a16:creationId xmlns:a16="http://schemas.microsoft.com/office/drawing/2014/main" id="{404F4A5B-8250-5C09-518E-D40D41BDBD00}"/>
                </a:ext>
              </a:extLst>
            </p:cNvPr>
            <p:cNvSpPr/>
            <p:nvPr/>
          </p:nvSpPr>
          <p:spPr>
            <a:xfrm>
              <a:off x="-3338068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5" name="Rectangle 5224">
              <a:extLst>
                <a:ext uri="{FF2B5EF4-FFF2-40B4-BE49-F238E27FC236}">
                  <a16:creationId xmlns:a16="http://schemas.microsoft.com/office/drawing/2014/main" id="{E8813A3D-7597-01D1-E8E1-A4648ACA62CF}"/>
                </a:ext>
              </a:extLst>
            </p:cNvPr>
            <p:cNvSpPr/>
            <p:nvPr/>
          </p:nvSpPr>
          <p:spPr>
            <a:xfrm>
              <a:off x="-3338068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6" name="Rectangle 5225">
              <a:extLst>
                <a:ext uri="{FF2B5EF4-FFF2-40B4-BE49-F238E27FC236}">
                  <a16:creationId xmlns:a16="http://schemas.microsoft.com/office/drawing/2014/main" id="{F76CF1A7-B113-6D5F-F3B6-33C6DC5AB015}"/>
                </a:ext>
              </a:extLst>
            </p:cNvPr>
            <p:cNvSpPr/>
            <p:nvPr/>
          </p:nvSpPr>
          <p:spPr>
            <a:xfrm>
              <a:off x="-3338068" y="3897880"/>
              <a:ext cx="130682" cy="79629"/>
            </a:xfrm>
            <a:prstGeom prst="rect">
              <a:avLst/>
            </a:prstGeom>
            <a:solidFill>
              <a:srgbClr val="D8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8" name="Rectangle 5227">
              <a:extLst>
                <a:ext uri="{FF2B5EF4-FFF2-40B4-BE49-F238E27FC236}">
                  <a16:creationId xmlns:a16="http://schemas.microsoft.com/office/drawing/2014/main" id="{59C1BF29-5BAB-6501-6E40-B3F499983312}"/>
                </a:ext>
              </a:extLst>
            </p:cNvPr>
            <p:cNvSpPr/>
            <p:nvPr/>
          </p:nvSpPr>
          <p:spPr>
            <a:xfrm>
              <a:off x="-3207385" y="1188589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29" name="Rectangle 5228">
              <a:extLst>
                <a:ext uri="{FF2B5EF4-FFF2-40B4-BE49-F238E27FC236}">
                  <a16:creationId xmlns:a16="http://schemas.microsoft.com/office/drawing/2014/main" id="{8C54D394-0602-E91F-DA70-87BDED0161A3}"/>
                </a:ext>
              </a:extLst>
            </p:cNvPr>
            <p:cNvSpPr/>
            <p:nvPr/>
          </p:nvSpPr>
          <p:spPr>
            <a:xfrm>
              <a:off x="-3207385" y="1268218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0" name="Rectangle 5229">
              <a:extLst>
                <a:ext uri="{FF2B5EF4-FFF2-40B4-BE49-F238E27FC236}">
                  <a16:creationId xmlns:a16="http://schemas.microsoft.com/office/drawing/2014/main" id="{838C9FEB-9AF7-0261-CB7D-73C252E23A97}"/>
                </a:ext>
              </a:extLst>
            </p:cNvPr>
            <p:cNvSpPr/>
            <p:nvPr/>
          </p:nvSpPr>
          <p:spPr>
            <a:xfrm>
              <a:off x="-3207385" y="1347974"/>
              <a:ext cx="130683" cy="79629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1" name="Rectangle 5230">
              <a:extLst>
                <a:ext uri="{FF2B5EF4-FFF2-40B4-BE49-F238E27FC236}">
                  <a16:creationId xmlns:a16="http://schemas.microsoft.com/office/drawing/2014/main" id="{1882625A-E5D9-244C-AF64-344C0801EAC7}"/>
                </a:ext>
              </a:extLst>
            </p:cNvPr>
            <p:cNvSpPr/>
            <p:nvPr/>
          </p:nvSpPr>
          <p:spPr>
            <a:xfrm>
              <a:off x="-3207385" y="1427603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2" name="Rectangle 5231">
              <a:extLst>
                <a:ext uri="{FF2B5EF4-FFF2-40B4-BE49-F238E27FC236}">
                  <a16:creationId xmlns:a16="http://schemas.microsoft.com/office/drawing/2014/main" id="{98861D57-88B0-C46E-5B93-D4FE9C4CEB30}"/>
                </a:ext>
              </a:extLst>
            </p:cNvPr>
            <p:cNvSpPr/>
            <p:nvPr/>
          </p:nvSpPr>
          <p:spPr>
            <a:xfrm>
              <a:off x="-3207385" y="1507359"/>
              <a:ext cx="130683" cy="79629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3" name="Rectangle 5232">
              <a:extLst>
                <a:ext uri="{FF2B5EF4-FFF2-40B4-BE49-F238E27FC236}">
                  <a16:creationId xmlns:a16="http://schemas.microsoft.com/office/drawing/2014/main" id="{4739D80D-33A1-EE15-6CB4-13ABFE085A54}"/>
                </a:ext>
              </a:extLst>
            </p:cNvPr>
            <p:cNvSpPr/>
            <p:nvPr/>
          </p:nvSpPr>
          <p:spPr>
            <a:xfrm>
              <a:off x="-3207385" y="1586988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4" name="Rectangle 5233">
              <a:extLst>
                <a:ext uri="{FF2B5EF4-FFF2-40B4-BE49-F238E27FC236}">
                  <a16:creationId xmlns:a16="http://schemas.microsoft.com/office/drawing/2014/main" id="{C58A3EC0-CB18-8730-A364-2D7CBD555E39}"/>
                </a:ext>
              </a:extLst>
            </p:cNvPr>
            <p:cNvSpPr/>
            <p:nvPr/>
          </p:nvSpPr>
          <p:spPr>
            <a:xfrm>
              <a:off x="-3207385" y="166674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5" name="Rectangle 5234">
              <a:extLst>
                <a:ext uri="{FF2B5EF4-FFF2-40B4-BE49-F238E27FC236}">
                  <a16:creationId xmlns:a16="http://schemas.microsoft.com/office/drawing/2014/main" id="{49513425-F288-2114-C9CE-83E853B5DF2E}"/>
                </a:ext>
              </a:extLst>
            </p:cNvPr>
            <p:cNvSpPr/>
            <p:nvPr/>
          </p:nvSpPr>
          <p:spPr>
            <a:xfrm>
              <a:off x="-3207385" y="1746373"/>
              <a:ext cx="130683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6" name="Rectangle 5235">
              <a:extLst>
                <a:ext uri="{FF2B5EF4-FFF2-40B4-BE49-F238E27FC236}">
                  <a16:creationId xmlns:a16="http://schemas.microsoft.com/office/drawing/2014/main" id="{61526718-FA4E-D295-81A0-B6CD0E305CBB}"/>
                </a:ext>
              </a:extLst>
            </p:cNvPr>
            <p:cNvSpPr/>
            <p:nvPr/>
          </p:nvSpPr>
          <p:spPr>
            <a:xfrm>
              <a:off x="-3207385" y="1826002"/>
              <a:ext cx="130683" cy="79628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7" name="Rectangle 5236">
              <a:extLst>
                <a:ext uri="{FF2B5EF4-FFF2-40B4-BE49-F238E27FC236}">
                  <a16:creationId xmlns:a16="http://schemas.microsoft.com/office/drawing/2014/main" id="{EDF8C5FA-1074-8EA3-AF47-B6409006EE28}"/>
                </a:ext>
              </a:extLst>
            </p:cNvPr>
            <p:cNvSpPr/>
            <p:nvPr/>
          </p:nvSpPr>
          <p:spPr>
            <a:xfrm>
              <a:off x="-3207385" y="1905758"/>
              <a:ext cx="130683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8" name="Rectangle 5237">
              <a:extLst>
                <a:ext uri="{FF2B5EF4-FFF2-40B4-BE49-F238E27FC236}">
                  <a16:creationId xmlns:a16="http://schemas.microsoft.com/office/drawing/2014/main" id="{8043B917-4864-6940-EE06-59B37337D4DF}"/>
                </a:ext>
              </a:extLst>
            </p:cNvPr>
            <p:cNvSpPr/>
            <p:nvPr/>
          </p:nvSpPr>
          <p:spPr>
            <a:xfrm>
              <a:off x="-3207385" y="198538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39" name="Rectangle 5238">
              <a:extLst>
                <a:ext uri="{FF2B5EF4-FFF2-40B4-BE49-F238E27FC236}">
                  <a16:creationId xmlns:a16="http://schemas.microsoft.com/office/drawing/2014/main" id="{7E07650B-474F-6A20-4096-190F345BA092}"/>
                </a:ext>
              </a:extLst>
            </p:cNvPr>
            <p:cNvSpPr/>
            <p:nvPr/>
          </p:nvSpPr>
          <p:spPr>
            <a:xfrm>
              <a:off x="-3207385" y="2065143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0" name="Rectangle 5239">
              <a:extLst>
                <a:ext uri="{FF2B5EF4-FFF2-40B4-BE49-F238E27FC236}">
                  <a16:creationId xmlns:a16="http://schemas.microsoft.com/office/drawing/2014/main" id="{097303BE-1490-77EA-872F-83F28B9146E3}"/>
                </a:ext>
              </a:extLst>
            </p:cNvPr>
            <p:cNvSpPr/>
            <p:nvPr/>
          </p:nvSpPr>
          <p:spPr>
            <a:xfrm>
              <a:off x="-3207385" y="2144772"/>
              <a:ext cx="130683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1" name="Rectangle 5240">
              <a:extLst>
                <a:ext uri="{FF2B5EF4-FFF2-40B4-BE49-F238E27FC236}">
                  <a16:creationId xmlns:a16="http://schemas.microsoft.com/office/drawing/2014/main" id="{7CA0BD5C-1FD1-056A-A4DC-C5315D125A34}"/>
                </a:ext>
              </a:extLst>
            </p:cNvPr>
            <p:cNvSpPr/>
            <p:nvPr/>
          </p:nvSpPr>
          <p:spPr>
            <a:xfrm>
              <a:off x="-3207385" y="2224528"/>
              <a:ext cx="130683" cy="79628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2" name="Rectangle 5241">
              <a:extLst>
                <a:ext uri="{FF2B5EF4-FFF2-40B4-BE49-F238E27FC236}">
                  <a16:creationId xmlns:a16="http://schemas.microsoft.com/office/drawing/2014/main" id="{4D56EDA4-1671-5F43-4186-73C2F1F0C2D0}"/>
                </a:ext>
              </a:extLst>
            </p:cNvPr>
            <p:cNvSpPr/>
            <p:nvPr/>
          </p:nvSpPr>
          <p:spPr>
            <a:xfrm>
              <a:off x="-3207385" y="2304157"/>
              <a:ext cx="130683" cy="79628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3" name="Rectangle 5242">
              <a:extLst>
                <a:ext uri="{FF2B5EF4-FFF2-40B4-BE49-F238E27FC236}">
                  <a16:creationId xmlns:a16="http://schemas.microsoft.com/office/drawing/2014/main" id="{E893633E-71C7-77D6-1A47-09819A48C915}"/>
                </a:ext>
              </a:extLst>
            </p:cNvPr>
            <p:cNvSpPr/>
            <p:nvPr/>
          </p:nvSpPr>
          <p:spPr>
            <a:xfrm>
              <a:off x="-3207385" y="238378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4" name="Rectangle 5243">
              <a:extLst>
                <a:ext uri="{FF2B5EF4-FFF2-40B4-BE49-F238E27FC236}">
                  <a16:creationId xmlns:a16="http://schemas.microsoft.com/office/drawing/2014/main" id="{7C84C620-0CA1-4C79-D283-72FBF608DBAF}"/>
                </a:ext>
              </a:extLst>
            </p:cNvPr>
            <p:cNvSpPr/>
            <p:nvPr/>
          </p:nvSpPr>
          <p:spPr>
            <a:xfrm>
              <a:off x="-3207385" y="2463542"/>
              <a:ext cx="130683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5" name="Rectangle 5244">
              <a:extLst>
                <a:ext uri="{FF2B5EF4-FFF2-40B4-BE49-F238E27FC236}">
                  <a16:creationId xmlns:a16="http://schemas.microsoft.com/office/drawing/2014/main" id="{93971B06-03E0-DAC2-CAD6-FFE83325D797}"/>
                </a:ext>
              </a:extLst>
            </p:cNvPr>
            <p:cNvSpPr/>
            <p:nvPr/>
          </p:nvSpPr>
          <p:spPr>
            <a:xfrm>
              <a:off x="-3207385" y="2543171"/>
              <a:ext cx="130683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6" name="Rectangle 5245">
              <a:extLst>
                <a:ext uri="{FF2B5EF4-FFF2-40B4-BE49-F238E27FC236}">
                  <a16:creationId xmlns:a16="http://schemas.microsoft.com/office/drawing/2014/main" id="{60AB7AF1-5E9D-5B21-17BE-75AD8B5B3D08}"/>
                </a:ext>
              </a:extLst>
            </p:cNvPr>
            <p:cNvSpPr/>
            <p:nvPr/>
          </p:nvSpPr>
          <p:spPr>
            <a:xfrm>
              <a:off x="-3207385" y="262292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7" name="Rectangle 5246">
              <a:extLst>
                <a:ext uri="{FF2B5EF4-FFF2-40B4-BE49-F238E27FC236}">
                  <a16:creationId xmlns:a16="http://schemas.microsoft.com/office/drawing/2014/main" id="{9C727818-CA30-2597-C349-7C9F1C8D8E65}"/>
                </a:ext>
              </a:extLst>
            </p:cNvPr>
            <p:cNvSpPr/>
            <p:nvPr/>
          </p:nvSpPr>
          <p:spPr>
            <a:xfrm>
              <a:off x="-3207385" y="270255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8" name="Rectangle 5247">
              <a:extLst>
                <a:ext uri="{FF2B5EF4-FFF2-40B4-BE49-F238E27FC236}">
                  <a16:creationId xmlns:a16="http://schemas.microsoft.com/office/drawing/2014/main" id="{CBBE81B0-9A81-FFA0-7D66-96FE04985981}"/>
                </a:ext>
              </a:extLst>
            </p:cNvPr>
            <p:cNvSpPr/>
            <p:nvPr/>
          </p:nvSpPr>
          <p:spPr>
            <a:xfrm>
              <a:off x="-3207385" y="2782312"/>
              <a:ext cx="130683" cy="79629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49" name="Rectangle 5248">
              <a:extLst>
                <a:ext uri="{FF2B5EF4-FFF2-40B4-BE49-F238E27FC236}">
                  <a16:creationId xmlns:a16="http://schemas.microsoft.com/office/drawing/2014/main" id="{63B6897B-B651-D5CA-712B-E39151970FAF}"/>
                </a:ext>
              </a:extLst>
            </p:cNvPr>
            <p:cNvSpPr/>
            <p:nvPr/>
          </p:nvSpPr>
          <p:spPr>
            <a:xfrm>
              <a:off x="-3207385" y="286194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0" name="Rectangle 5249">
              <a:extLst>
                <a:ext uri="{FF2B5EF4-FFF2-40B4-BE49-F238E27FC236}">
                  <a16:creationId xmlns:a16="http://schemas.microsoft.com/office/drawing/2014/main" id="{4BDEB900-7A64-0E33-AD99-616DED3CA87E}"/>
                </a:ext>
              </a:extLst>
            </p:cNvPr>
            <p:cNvSpPr/>
            <p:nvPr/>
          </p:nvSpPr>
          <p:spPr>
            <a:xfrm>
              <a:off x="-3207385" y="2941570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1" name="Rectangle 5250">
              <a:extLst>
                <a:ext uri="{FF2B5EF4-FFF2-40B4-BE49-F238E27FC236}">
                  <a16:creationId xmlns:a16="http://schemas.microsoft.com/office/drawing/2014/main" id="{14943894-DCF1-C262-3C51-04A43D21EB91}"/>
                </a:ext>
              </a:extLst>
            </p:cNvPr>
            <p:cNvSpPr/>
            <p:nvPr/>
          </p:nvSpPr>
          <p:spPr>
            <a:xfrm>
              <a:off x="-3207385" y="3021326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2" name="Rectangle 5251">
              <a:extLst>
                <a:ext uri="{FF2B5EF4-FFF2-40B4-BE49-F238E27FC236}">
                  <a16:creationId xmlns:a16="http://schemas.microsoft.com/office/drawing/2014/main" id="{A3ED3CAC-A0FE-116F-E904-3E05D1A3F870}"/>
                </a:ext>
              </a:extLst>
            </p:cNvPr>
            <p:cNvSpPr/>
            <p:nvPr/>
          </p:nvSpPr>
          <p:spPr>
            <a:xfrm>
              <a:off x="-3207385" y="310095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3" name="Rectangle 5252">
              <a:extLst>
                <a:ext uri="{FF2B5EF4-FFF2-40B4-BE49-F238E27FC236}">
                  <a16:creationId xmlns:a16="http://schemas.microsoft.com/office/drawing/2014/main" id="{7487B562-2133-514A-24C8-171F79285F47}"/>
                </a:ext>
              </a:extLst>
            </p:cNvPr>
            <p:cNvSpPr/>
            <p:nvPr/>
          </p:nvSpPr>
          <p:spPr>
            <a:xfrm>
              <a:off x="-3207385" y="318071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4" name="Rectangle 5253">
              <a:extLst>
                <a:ext uri="{FF2B5EF4-FFF2-40B4-BE49-F238E27FC236}">
                  <a16:creationId xmlns:a16="http://schemas.microsoft.com/office/drawing/2014/main" id="{77DEF831-7D69-6B99-56DC-F206EF37FFB7}"/>
                </a:ext>
              </a:extLst>
            </p:cNvPr>
            <p:cNvSpPr/>
            <p:nvPr/>
          </p:nvSpPr>
          <p:spPr>
            <a:xfrm>
              <a:off x="-3207385" y="326034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5" name="Rectangle 5254">
              <a:extLst>
                <a:ext uri="{FF2B5EF4-FFF2-40B4-BE49-F238E27FC236}">
                  <a16:creationId xmlns:a16="http://schemas.microsoft.com/office/drawing/2014/main" id="{D1707F8C-6EB2-1E81-8DD6-088CF15172F1}"/>
                </a:ext>
              </a:extLst>
            </p:cNvPr>
            <p:cNvSpPr/>
            <p:nvPr/>
          </p:nvSpPr>
          <p:spPr>
            <a:xfrm>
              <a:off x="-3207385" y="334009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6" name="Rectangle 5255">
              <a:extLst>
                <a:ext uri="{FF2B5EF4-FFF2-40B4-BE49-F238E27FC236}">
                  <a16:creationId xmlns:a16="http://schemas.microsoft.com/office/drawing/2014/main" id="{26185E2D-C258-9A36-99DA-A1740CC8F3C4}"/>
                </a:ext>
              </a:extLst>
            </p:cNvPr>
            <p:cNvSpPr/>
            <p:nvPr/>
          </p:nvSpPr>
          <p:spPr>
            <a:xfrm>
              <a:off x="-3207385" y="3419725"/>
              <a:ext cx="130683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7" name="Rectangle 5256">
              <a:extLst>
                <a:ext uri="{FF2B5EF4-FFF2-40B4-BE49-F238E27FC236}">
                  <a16:creationId xmlns:a16="http://schemas.microsoft.com/office/drawing/2014/main" id="{0CD35CB8-5AC3-C869-BBED-6ED2BA4CE035}"/>
                </a:ext>
              </a:extLst>
            </p:cNvPr>
            <p:cNvSpPr/>
            <p:nvPr/>
          </p:nvSpPr>
          <p:spPr>
            <a:xfrm>
              <a:off x="-3207385" y="349935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8" name="Rectangle 5257">
              <a:extLst>
                <a:ext uri="{FF2B5EF4-FFF2-40B4-BE49-F238E27FC236}">
                  <a16:creationId xmlns:a16="http://schemas.microsoft.com/office/drawing/2014/main" id="{B707E2E6-DCE3-757A-BF5D-28C47F249143}"/>
                </a:ext>
              </a:extLst>
            </p:cNvPr>
            <p:cNvSpPr/>
            <p:nvPr/>
          </p:nvSpPr>
          <p:spPr>
            <a:xfrm>
              <a:off x="-3207385" y="357911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59" name="Rectangle 5258">
              <a:extLst>
                <a:ext uri="{FF2B5EF4-FFF2-40B4-BE49-F238E27FC236}">
                  <a16:creationId xmlns:a16="http://schemas.microsoft.com/office/drawing/2014/main" id="{C6D4B4BC-0CE6-72F0-60FB-DE5D39AAD915}"/>
                </a:ext>
              </a:extLst>
            </p:cNvPr>
            <p:cNvSpPr/>
            <p:nvPr/>
          </p:nvSpPr>
          <p:spPr>
            <a:xfrm>
              <a:off x="-3207385" y="365873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0" name="Rectangle 5259">
              <a:extLst>
                <a:ext uri="{FF2B5EF4-FFF2-40B4-BE49-F238E27FC236}">
                  <a16:creationId xmlns:a16="http://schemas.microsoft.com/office/drawing/2014/main" id="{3BE8F998-3900-F8E4-0AA9-3023A00F2F91}"/>
                </a:ext>
              </a:extLst>
            </p:cNvPr>
            <p:cNvSpPr/>
            <p:nvPr/>
          </p:nvSpPr>
          <p:spPr>
            <a:xfrm>
              <a:off x="-3207385" y="373849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1" name="Rectangle 5260">
              <a:extLst>
                <a:ext uri="{FF2B5EF4-FFF2-40B4-BE49-F238E27FC236}">
                  <a16:creationId xmlns:a16="http://schemas.microsoft.com/office/drawing/2014/main" id="{FECEA6AC-FAA0-0A9F-8EF7-20D393E1D289}"/>
                </a:ext>
              </a:extLst>
            </p:cNvPr>
            <p:cNvSpPr/>
            <p:nvPr/>
          </p:nvSpPr>
          <p:spPr>
            <a:xfrm>
              <a:off x="-3207385" y="381812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2" name="Rectangle 5261">
              <a:extLst>
                <a:ext uri="{FF2B5EF4-FFF2-40B4-BE49-F238E27FC236}">
                  <a16:creationId xmlns:a16="http://schemas.microsoft.com/office/drawing/2014/main" id="{CD354EAC-C4CC-1201-248C-286C22347139}"/>
                </a:ext>
              </a:extLst>
            </p:cNvPr>
            <p:cNvSpPr/>
            <p:nvPr/>
          </p:nvSpPr>
          <p:spPr>
            <a:xfrm>
              <a:off x="-3207385" y="389788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4" name="Rectangle 5263">
              <a:extLst>
                <a:ext uri="{FF2B5EF4-FFF2-40B4-BE49-F238E27FC236}">
                  <a16:creationId xmlns:a16="http://schemas.microsoft.com/office/drawing/2014/main" id="{1879CD14-EB9A-6B18-B369-60388451454A}"/>
                </a:ext>
              </a:extLst>
            </p:cNvPr>
            <p:cNvSpPr/>
            <p:nvPr/>
          </p:nvSpPr>
          <p:spPr>
            <a:xfrm>
              <a:off x="-3076702" y="118858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5" name="Rectangle 5264">
              <a:extLst>
                <a:ext uri="{FF2B5EF4-FFF2-40B4-BE49-F238E27FC236}">
                  <a16:creationId xmlns:a16="http://schemas.microsoft.com/office/drawing/2014/main" id="{281A0B18-9510-2843-759C-5ADDA73A6D56}"/>
                </a:ext>
              </a:extLst>
            </p:cNvPr>
            <p:cNvSpPr/>
            <p:nvPr/>
          </p:nvSpPr>
          <p:spPr>
            <a:xfrm>
              <a:off x="-3076702" y="1268218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6" name="Rectangle 5265">
              <a:extLst>
                <a:ext uri="{FF2B5EF4-FFF2-40B4-BE49-F238E27FC236}">
                  <a16:creationId xmlns:a16="http://schemas.microsoft.com/office/drawing/2014/main" id="{A61009C4-F4DA-7E27-9A87-245C74F00340}"/>
                </a:ext>
              </a:extLst>
            </p:cNvPr>
            <p:cNvSpPr/>
            <p:nvPr/>
          </p:nvSpPr>
          <p:spPr>
            <a:xfrm>
              <a:off x="-3076702" y="1347974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7" name="Rectangle 5266">
              <a:extLst>
                <a:ext uri="{FF2B5EF4-FFF2-40B4-BE49-F238E27FC236}">
                  <a16:creationId xmlns:a16="http://schemas.microsoft.com/office/drawing/2014/main" id="{2B402F9E-7A40-2E2B-3E7B-F108A31B4147}"/>
                </a:ext>
              </a:extLst>
            </p:cNvPr>
            <p:cNvSpPr/>
            <p:nvPr/>
          </p:nvSpPr>
          <p:spPr>
            <a:xfrm>
              <a:off x="-3076702" y="1427603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8" name="Rectangle 5267">
              <a:extLst>
                <a:ext uri="{FF2B5EF4-FFF2-40B4-BE49-F238E27FC236}">
                  <a16:creationId xmlns:a16="http://schemas.microsoft.com/office/drawing/2014/main" id="{2BD4FA43-C194-74F3-E5F1-3B4E59BFF406}"/>
                </a:ext>
              </a:extLst>
            </p:cNvPr>
            <p:cNvSpPr/>
            <p:nvPr/>
          </p:nvSpPr>
          <p:spPr>
            <a:xfrm>
              <a:off x="-3076702" y="150735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69" name="Rectangle 5268">
              <a:extLst>
                <a:ext uri="{FF2B5EF4-FFF2-40B4-BE49-F238E27FC236}">
                  <a16:creationId xmlns:a16="http://schemas.microsoft.com/office/drawing/2014/main" id="{AD741403-E177-698E-7255-F658F172DC94}"/>
                </a:ext>
              </a:extLst>
            </p:cNvPr>
            <p:cNvSpPr/>
            <p:nvPr/>
          </p:nvSpPr>
          <p:spPr>
            <a:xfrm>
              <a:off x="-3076702" y="1586988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0" name="Rectangle 5269">
              <a:extLst>
                <a:ext uri="{FF2B5EF4-FFF2-40B4-BE49-F238E27FC236}">
                  <a16:creationId xmlns:a16="http://schemas.microsoft.com/office/drawing/2014/main" id="{2E7B5A5F-45B4-9D4F-1C92-91BC33261ADA}"/>
                </a:ext>
              </a:extLst>
            </p:cNvPr>
            <p:cNvSpPr/>
            <p:nvPr/>
          </p:nvSpPr>
          <p:spPr>
            <a:xfrm>
              <a:off x="-3076702" y="166674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1" name="Rectangle 5270">
              <a:extLst>
                <a:ext uri="{FF2B5EF4-FFF2-40B4-BE49-F238E27FC236}">
                  <a16:creationId xmlns:a16="http://schemas.microsoft.com/office/drawing/2014/main" id="{29950B35-68DB-C355-CF58-1F60B54BB063}"/>
                </a:ext>
              </a:extLst>
            </p:cNvPr>
            <p:cNvSpPr/>
            <p:nvPr/>
          </p:nvSpPr>
          <p:spPr>
            <a:xfrm>
              <a:off x="-3076702" y="1746373"/>
              <a:ext cx="130683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2" name="Rectangle 5271">
              <a:extLst>
                <a:ext uri="{FF2B5EF4-FFF2-40B4-BE49-F238E27FC236}">
                  <a16:creationId xmlns:a16="http://schemas.microsoft.com/office/drawing/2014/main" id="{CE83D6FF-537D-D878-F16A-DFC9391DD376}"/>
                </a:ext>
              </a:extLst>
            </p:cNvPr>
            <p:cNvSpPr/>
            <p:nvPr/>
          </p:nvSpPr>
          <p:spPr>
            <a:xfrm>
              <a:off x="-3076702" y="1826002"/>
              <a:ext cx="130683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3" name="Rectangle 5272">
              <a:extLst>
                <a:ext uri="{FF2B5EF4-FFF2-40B4-BE49-F238E27FC236}">
                  <a16:creationId xmlns:a16="http://schemas.microsoft.com/office/drawing/2014/main" id="{0878B4D4-96A0-4D12-6455-D4096EF7BF0E}"/>
                </a:ext>
              </a:extLst>
            </p:cNvPr>
            <p:cNvSpPr/>
            <p:nvPr/>
          </p:nvSpPr>
          <p:spPr>
            <a:xfrm>
              <a:off x="-3076702" y="190575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4" name="Rectangle 5273">
              <a:extLst>
                <a:ext uri="{FF2B5EF4-FFF2-40B4-BE49-F238E27FC236}">
                  <a16:creationId xmlns:a16="http://schemas.microsoft.com/office/drawing/2014/main" id="{5E1465EF-9EC2-F4C4-E18C-0742126EEC7B}"/>
                </a:ext>
              </a:extLst>
            </p:cNvPr>
            <p:cNvSpPr/>
            <p:nvPr/>
          </p:nvSpPr>
          <p:spPr>
            <a:xfrm>
              <a:off x="-3076702" y="198538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5" name="Rectangle 5274">
              <a:extLst>
                <a:ext uri="{FF2B5EF4-FFF2-40B4-BE49-F238E27FC236}">
                  <a16:creationId xmlns:a16="http://schemas.microsoft.com/office/drawing/2014/main" id="{3BE4D958-C71E-49A2-8DC3-E922EB48C239}"/>
                </a:ext>
              </a:extLst>
            </p:cNvPr>
            <p:cNvSpPr/>
            <p:nvPr/>
          </p:nvSpPr>
          <p:spPr>
            <a:xfrm>
              <a:off x="-3076702" y="2065143"/>
              <a:ext cx="130683" cy="79628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6" name="Rectangle 5275">
              <a:extLst>
                <a:ext uri="{FF2B5EF4-FFF2-40B4-BE49-F238E27FC236}">
                  <a16:creationId xmlns:a16="http://schemas.microsoft.com/office/drawing/2014/main" id="{20982C69-D9A6-5532-C4B9-2E0640AB16F9}"/>
                </a:ext>
              </a:extLst>
            </p:cNvPr>
            <p:cNvSpPr/>
            <p:nvPr/>
          </p:nvSpPr>
          <p:spPr>
            <a:xfrm>
              <a:off x="-3076702" y="214477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7" name="Rectangle 5276">
              <a:extLst>
                <a:ext uri="{FF2B5EF4-FFF2-40B4-BE49-F238E27FC236}">
                  <a16:creationId xmlns:a16="http://schemas.microsoft.com/office/drawing/2014/main" id="{F59515AB-4587-288A-D42B-0BED16DD9A5C}"/>
                </a:ext>
              </a:extLst>
            </p:cNvPr>
            <p:cNvSpPr/>
            <p:nvPr/>
          </p:nvSpPr>
          <p:spPr>
            <a:xfrm>
              <a:off x="-3076702" y="222452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8" name="Rectangle 5277">
              <a:extLst>
                <a:ext uri="{FF2B5EF4-FFF2-40B4-BE49-F238E27FC236}">
                  <a16:creationId xmlns:a16="http://schemas.microsoft.com/office/drawing/2014/main" id="{B0CF685E-0481-7D9C-BCD1-0CB406075676}"/>
                </a:ext>
              </a:extLst>
            </p:cNvPr>
            <p:cNvSpPr/>
            <p:nvPr/>
          </p:nvSpPr>
          <p:spPr>
            <a:xfrm>
              <a:off x="-3076702" y="230415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79" name="Rectangle 5278">
              <a:extLst>
                <a:ext uri="{FF2B5EF4-FFF2-40B4-BE49-F238E27FC236}">
                  <a16:creationId xmlns:a16="http://schemas.microsoft.com/office/drawing/2014/main" id="{B42405BA-695C-C2E4-A4BA-94AEA9895772}"/>
                </a:ext>
              </a:extLst>
            </p:cNvPr>
            <p:cNvSpPr/>
            <p:nvPr/>
          </p:nvSpPr>
          <p:spPr>
            <a:xfrm>
              <a:off x="-3076702" y="238378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0" name="Rectangle 5279">
              <a:extLst>
                <a:ext uri="{FF2B5EF4-FFF2-40B4-BE49-F238E27FC236}">
                  <a16:creationId xmlns:a16="http://schemas.microsoft.com/office/drawing/2014/main" id="{43CA9BAA-355B-704F-1315-B57D514A775D}"/>
                </a:ext>
              </a:extLst>
            </p:cNvPr>
            <p:cNvSpPr/>
            <p:nvPr/>
          </p:nvSpPr>
          <p:spPr>
            <a:xfrm>
              <a:off x="-3076702" y="246354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1" name="Rectangle 5280">
              <a:extLst>
                <a:ext uri="{FF2B5EF4-FFF2-40B4-BE49-F238E27FC236}">
                  <a16:creationId xmlns:a16="http://schemas.microsoft.com/office/drawing/2014/main" id="{0DC06E22-00A8-A9DA-0798-14E82A55D65E}"/>
                </a:ext>
              </a:extLst>
            </p:cNvPr>
            <p:cNvSpPr/>
            <p:nvPr/>
          </p:nvSpPr>
          <p:spPr>
            <a:xfrm>
              <a:off x="-3076702" y="2543171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2" name="Rectangle 5281">
              <a:extLst>
                <a:ext uri="{FF2B5EF4-FFF2-40B4-BE49-F238E27FC236}">
                  <a16:creationId xmlns:a16="http://schemas.microsoft.com/office/drawing/2014/main" id="{7294F7CE-2C40-CD2C-37FD-BC84A7D3C906}"/>
                </a:ext>
              </a:extLst>
            </p:cNvPr>
            <p:cNvSpPr/>
            <p:nvPr/>
          </p:nvSpPr>
          <p:spPr>
            <a:xfrm>
              <a:off x="-3076702" y="262292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3" name="Rectangle 5282">
              <a:extLst>
                <a:ext uri="{FF2B5EF4-FFF2-40B4-BE49-F238E27FC236}">
                  <a16:creationId xmlns:a16="http://schemas.microsoft.com/office/drawing/2014/main" id="{50050317-57DD-2E98-C48F-E50CA11FF5DC}"/>
                </a:ext>
              </a:extLst>
            </p:cNvPr>
            <p:cNvSpPr/>
            <p:nvPr/>
          </p:nvSpPr>
          <p:spPr>
            <a:xfrm>
              <a:off x="-3076702" y="270255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4" name="Rectangle 5283">
              <a:extLst>
                <a:ext uri="{FF2B5EF4-FFF2-40B4-BE49-F238E27FC236}">
                  <a16:creationId xmlns:a16="http://schemas.microsoft.com/office/drawing/2014/main" id="{97B88A16-702B-9C52-082A-D133CBDD6EFA}"/>
                </a:ext>
              </a:extLst>
            </p:cNvPr>
            <p:cNvSpPr/>
            <p:nvPr/>
          </p:nvSpPr>
          <p:spPr>
            <a:xfrm>
              <a:off x="-3076702" y="2782312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5" name="Rectangle 5284">
              <a:extLst>
                <a:ext uri="{FF2B5EF4-FFF2-40B4-BE49-F238E27FC236}">
                  <a16:creationId xmlns:a16="http://schemas.microsoft.com/office/drawing/2014/main" id="{99E5A1FD-3B13-1F6E-1D86-88D7A7CC9F9B}"/>
                </a:ext>
              </a:extLst>
            </p:cNvPr>
            <p:cNvSpPr/>
            <p:nvPr/>
          </p:nvSpPr>
          <p:spPr>
            <a:xfrm>
              <a:off x="-3076702" y="286194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6" name="Rectangle 5285">
              <a:extLst>
                <a:ext uri="{FF2B5EF4-FFF2-40B4-BE49-F238E27FC236}">
                  <a16:creationId xmlns:a16="http://schemas.microsoft.com/office/drawing/2014/main" id="{44462189-B460-A8A9-CE97-DFE02D1FCA84}"/>
                </a:ext>
              </a:extLst>
            </p:cNvPr>
            <p:cNvSpPr/>
            <p:nvPr/>
          </p:nvSpPr>
          <p:spPr>
            <a:xfrm>
              <a:off x="-3076702" y="294157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7" name="Rectangle 5286">
              <a:extLst>
                <a:ext uri="{FF2B5EF4-FFF2-40B4-BE49-F238E27FC236}">
                  <a16:creationId xmlns:a16="http://schemas.microsoft.com/office/drawing/2014/main" id="{0D0034EA-3B7B-1077-7C57-E87C5AE05D1C}"/>
                </a:ext>
              </a:extLst>
            </p:cNvPr>
            <p:cNvSpPr/>
            <p:nvPr/>
          </p:nvSpPr>
          <p:spPr>
            <a:xfrm>
              <a:off x="-3076702" y="302132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8" name="Rectangle 5287">
              <a:extLst>
                <a:ext uri="{FF2B5EF4-FFF2-40B4-BE49-F238E27FC236}">
                  <a16:creationId xmlns:a16="http://schemas.microsoft.com/office/drawing/2014/main" id="{214B082E-5064-0E1A-347B-DA961BA22F2D}"/>
                </a:ext>
              </a:extLst>
            </p:cNvPr>
            <p:cNvSpPr/>
            <p:nvPr/>
          </p:nvSpPr>
          <p:spPr>
            <a:xfrm>
              <a:off x="-3076702" y="310095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89" name="Rectangle 5288">
              <a:extLst>
                <a:ext uri="{FF2B5EF4-FFF2-40B4-BE49-F238E27FC236}">
                  <a16:creationId xmlns:a16="http://schemas.microsoft.com/office/drawing/2014/main" id="{8189EC11-5EFF-F73C-50FB-2B05D4E9B117}"/>
                </a:ext>
              </a:extLst>
            </p:cNvPr>
            <p:cNvSpPr/>
            <p:nvPr/>
          </p:nvSpPr>
          <p:spPr>
            <a:xfrm>
              <a:off x="-3076702" y="318071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0" name="Rectangle 5289">
              <a:extLst>
                <a:ext uri="{FF2B5EF4-FFF2-40B4-BE49-F238E27FC236}">
                  <a16:creationId xmlns:a16="http://schemas.microsoft.com/office/drawing/2014/main" id="{6ECA82F8-F07C-1CB0-FCF1-18DC99520662}"/>
                </a:ext>
              </a:extLst>
            </p:cNvPr>
            <p:cNvSpPr/>
            <p:nvPr/>
          </p:nvSpPr>
          <p:spPr>
            <a:xfrm>
              <a:off x="-3076702" y="326034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1" name="Rectangle 5290">
              <a:extLst>
                <a:ext uri="{FF2B5EF4-FFF2-40B4-BE49-F238E27FC236}">
                  <a16:creationId xmlns:a16="http://schemas.microsoft.com/office/drawing/2014/main" id="{DE2F558D-D8B6-65B1-1CDC-64C67DB1EC8C}"/>
                </a:ext>
              </a:extLst>
            </p:cNvPr>
            <p:cNvSpPr/>
            <p:nvPr/>
          </p:nvSpPr>
          <p:spPr>
            <a:xfrm>
              <a:off x="-3076702" y="334009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2" name="Rectangle 5291">
              <a:extLst>
                <a:ext uri="{FF2B5EF4-FFF2-40B4-BE49-F238E27FC236}">
                  <a16:creationId xmlns:a16="http://schemas.microsoft.com/office/drawing/2014/main" id="{F955417E-8012-0D93-9F16-A20037100CC0}"/>
                </a:ext>
              </a:extLst>
            </p:cNvPr>
            <p:cNvSpPr/>
            <p:nvPr/>
          </p:nvSpPr>
          <p:spPr>
            <a:xfrm>
              <a:off x="-3076702" y="341972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3" name="Rectangle 5292">
              <a:extLst>
                <a:ext uri="{FF2B5EF4-FFF2-40B4-BE49-F238E27FC236}">
                  <a16:creationId xmlns:a16="http://schemas.microsoft.com/office/drawing/2014/main" id="{72E8248F-9099-362C-0413-98E50ED6A950}"/>
                </a:ext>
              </a:extLst>
            </p:cNvPr>
            <p:cNvSpPr/>
            <p:nvPr/>
          </p:nvSpPr>
          <p:spPr>
            <a:xfrm>
              <a:off x="-3076702" y="349935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4" name="Rectangle 5293">
              <a:extLst>
                <a:ext uri="{FF2B5EF4-FFF2-40B4-BE49-F238E27FC236}">
                  <a16:creationId xmlns:a16="http://schemas.microsoft.com/office/drawing/2014/main" id="{77C220B3-1190-C0D9-03D9-1B6E06782B5C}"/>
                </a:ext>
              </a:extLst>
            </p:cNvPr>
            <p:cNvSpPr/>
            <p:nvPr/>
          </p:nvSpPr>
          <p:spPr>
            <a:xfrm>
              <a:off x="-3076702" y="357911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5" name="Rectangle 5294">
              <a:extLst>
                <a:ext uri="{FF2B5EF4-FFF2-40B4-BE49-F238E27FC236}">
                  <a16:creationId xmlns:a16="http://schemas.microsoft.com/office/drawing/2014/main" id="{89FCA499-7A2D-929F-1558-4652D3637D2D}"/>
                </a:ext>
              </a:extLst>
            </p:cNvPr>
            <p:cNvSpPr/>
            <p:nvPr/>
          </p:nvSpPr>
          <p:spPr>
            <a:xfrm>
              <a:off x="-3076702" y="365873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6" name="Rectangle 5295">
              <a:extLst>
                <a:ext uri="{FF2B5EF4-FFF2-40B4-BE49-F238E27FC236}">
                  <a16:creationId xmlns:a16="http://schemas.microsoft.com/office/drawing/2014/main" id="{6622EDC3-2A8B-19BD-9505-CC9C1ED3DE24}"/>
                </a:ext>
              </a:extLst>
            </p:cNvPr>
            <p:cNvSpPr/>
            <p:nvPr/>
          </p:nvSpPr>
          <p:spPr>
            <a:xfrm>
              <a:off x="-3076702" y="373849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7" name="Rectangle 5296">
              <a:extLst>
                <a:ext uri="{FF2B5EF4-FFF2-40B4-BE49-F238E27FC236}">
                  <a16:creationId xmlns:a16="http://schemas.microsoft.com/office/drawing/2014/main" id="{FC2AEE49-49F7-6687-EC94-B2091AAE0722}"/>
                </a:ext>
              </a:extLst>
            </p:cNvPr>
            <p:cNvSpPr/>
            <p:nvPr/>
          </p:nvSpPr>
          <p:spPr>
            <a:xfrm>
              <a:off x="-3076702" y="381812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298" name="Rectangle 5297">
              <a:extLst>
                <a:ext uri="{FF2B5EF4-FFF2-40B4-BE49-F238E27FC236}">
                  <a16:creationId xmlns:a16="http://schemas.microsoft.com/office/drawing/2014/main" id="{C1E7EB10-67B1-1F2D-D6C1-E51B2B64FFBA}"/>
                </a:ext>
              </a:extLst>
            </p:cNvPr>
            <p:cNvSpPr/>
            <p:nvPr/>
          </p:nvSpPr>
          <p:spPr>
            <a:xfrm>
              <a:off x="-3076702" y="389788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0" name="Rectangle 5299">
              <a:extLst>
                <a:ext uri="{FF2B5EF4-FFF2-40B4-BE49-F238E27FC236}">
                  <a16:creationId xmlns:a16="http://schemas.microsoft.com/office/drawing/2014/main" id="{129BA9E3-6D47-DAFC-E8F9-7EE377595DE0}"/>
                </a:ext>
              </a:extLst>
            </p:cNvPr>
            <p:cNvSpPr/>
            <p:nvPr/>
          </p:nvSpPr>
          <p:spPr>
            <a:xfrm>
              <a:off x="-2946019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1" name="Rectangle 5300">
              <a:extLst>
                <a:ext uri="{FF2B5EF4-FFF2-40B4-BE49-F238E27FC236}">
                  <a16:creationId xmlns:a16="http://schemas.microsoft.com/office/drawing/2014/main" id="{4F44C116-1399-38BE-A5A4-9ADE541FBA02}"/>
                </a:ext>
              </a:extLst>
            </p:cNvPr>
            <p:cNvSpPr/>
            <p:nvPr/>
          </p:nvSpPr>
          <p:spPr>
            <a:xfrm>
              <a:off x="-2946019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2" name="Rectangle 5301">
              <a:extLst>
                <a:ext uri="{FF2B5EF4-FFF2-40B4-BE49-F238E27FC236}">
                  <a16:creationId xmlns:a16="http://schemas.microsoft.com/office/drawing/2014/main" id="{6D9B4BBB-2B93-CA8D-A32A-7B0729C56F78}"/>
                </a:ext>
              </a:extLst>
            </p:cNvPr>
            <p:cNvSpPr/>
            <p:nvPr/>
          </p:nvSpPr>
          <p:spPr>
            <a:xfrm>
              <a:off x="-2946019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3" name="Rectangle 5302">
              <a:extLst>
                <a:ext uri="{FF2B5EF4-FFF2-40B4-BE49-F238E27FC236}">
                  <a16:creationId xmlns:a16="http://schemas.microsoft.com/office/drawing/2014/main" id="{5BD871AD-36D9-3A8E-015E-08EFD7C65EFF}"/>
                </a:ext>
              </a:extLst>
            </p:cNvPr>
            <p:cNvSpPr/>
            <p:nvPr/>
          </p:nvSpPr>
          <p:spPr>
            <a:xfrm>
              <a:off x="-2946019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4" name="Rectangle 5303">
              <a:extLst>
                <a:ext uri="{FF2B5EF4-FFF2-40B4-BE49-F238E27FC236}">
                  <a16:creationId xmlns:a16="http://schemas.microsoft.com/office/drawing/2014/main" id="{F73BD3F8-0F8A-9F84-1FA3-2D382504C9C3}"/>
                </a:ext>
              </a:extLst>
            </p:cNvPr>
            <p:cNvSpPr/>
            <p:nvPr/>
          </p:nvSpPr>
          <p:spPr>
            <a:xfrm>
              <a:off x="-2946019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5" name="Rectangle 5304">
              <a:extLst>
                <a:ext uri="{FF2B5EF4-FFF2-40B4-BE49-F238E27FC236}">
                  <a16:creationId xmlns:a16="http://schemas.microsoft.com/office/drawing/2014/main" id="{6464BDC9-7CA1-489B-1C06-FA7CBC10012E}"/>
                </a:ext>
              </a:extLst>
            </p:cNvPr>
            <p:cNvSpPr/>
            <p:nvPr/>
          </p:nvSpPr>
          <p:spPr>
            <a:xfrm>
              <a:off x="-2946019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6" name="Rectangle 5305">
              <a:extLst>
                <a:ext uri="{FF2B5EF4-FFF2-40B4-BE49-F238E27FC236}">
                  <a16:creationId xmlns:a16="http://schemas.microsoft.com/office/drawing/2014/main" id="{A8228FFF-4C6A-1150-E052-CA8B7848F7CC}"/>
                </a:ext>
              </a:extLst>
            </p:cNvPr>
            <p:cNvSpPr/>
            <p:nvPr/>
          </p:nvSpPr>
          <p:spPr>
            <a:xfrm>
              <a:off x="-2946019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7" name="Rectangle 5306">
              <a:extLst>
                <a:ext uri="{FF2B5EF4-FFF2-40B4-BE49-F238E27FC236}">
                  <a16:creationId xmlns:a16="http://schemas.microsoft.com/office/drawing/2014/main" id="{7B2C0D8B-4CA0-F247-D049-20AD18A431F6}"/>
                </a:ext>
              </a:extLst>
            </p:cNvPr>
            <p:cNvSpPr/>
            <p:nvPr/>
          </p:nvSpPr>
          <p:spPr>
            <a:xfrm>
              <a:off x="-2946019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8" name="Rectangle 5307">
              <a:extLst>
                <a:ext uri="{FF2B5EF4-FFF2-40B4-BE49-F238E27FC236}">
                  <a16:creationId xmlns:a16="http://schemas.microsoft.com/office/drawing/2014/main" id="{42EA21D2-613D-64A6-D274-EC438B1157B4}"/>
                </a:ext>
              </a:extLst>
            </p:cNvPr>
            <p:cNvSpPr/>
            <p:nvPr/>
          </p:nvSpPr>
          <p:spPr>
            <a:xfrm>
              <a:off x="-2946019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09" name="Rectangle 5308">
              <a:extLst>
                <a:ext uri="{FF2B5EF4-FFF2-40B4-BE49-F238E27FC236}">
                  <a16:creationId xmlns:a16="http://schemas.microsoft.com/office/drawing/2014/main" id="{88672D15-CD2A-3061-15D8-D79DA29D54FC}"/>
                </a:ext>
              </a:extLst>
            </p:cNvPr>
            <p:cNvSpPr/>
            <p:nvPr/>
          </p:nvSpPr>
          <p:spPr>
            <a:xfrm>
              <a:off x="-2946019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0" name="Rectangle 5309">
              <a:extLst>
                <a:ext uri="{FF2B5EF4-FFF2-40B4-BE49-F238E27FC236}">
                  <a16:creationId xmlns:a16="http://schemas.microsoft.com/office/drawing/2014/main" id="{2ADEFE42-092C-3486-96C8-C6B79B55E7DD}"/>
                </a:ext>
              </a:extLst>
            </p:cNvPr>
            <p:cNvSpPr/>
            <p:nvPr/>
          </p:nvSpPr>
          <p:spPr>
            <a:xfrm>
              <a:off x="-2946019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1" name="Rectangle 5310">
              <a:extLst>
                <a:ext uri="{FF2B5EF4-FFF2-40B4-BE49-F238E27FC236}">
                  <a16:creationId xmlns:a16="http://schemas.microsoft.com/office/drawing/2014/main" id="{A9F0F938-F023-F550-6908-33CCEF6A4E55}"/>
                </a:ext>
              </a:extLst>
            </p:cNvPr>
            <p:cNvSpPr/>
            <p:nvPr/>
          </p:nvSpPr>
          <p:spPr>
            <a:xfrm>
              <a:off x="-2946019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2" name="Rectangle 5311">
              <a:extLst>
                <a:ext uri="{FF2B5EF4-FFF2-40B4-BE49-F238E27FC236}">
                  <a16:creationId xmlns:a16="http://schemas.microsoft.com/office/drawing/2014/main" id="{ECB717EA-57E5-F034-C832-772E0DB8C3DF}"/>
                </a:ext>
              </a:extLst>
            </p:cNvPr>
            <p:cNvSpPr/>
            <p:nvPr/>
          </p:nvSpPr>
          <p:spPr>
            <a:xfrm>
              <a:off x="-2946019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3" name="Rectangle 5312">
              <a:extLst>
                <a:ext uri="{FF2B5EF4-FFF2-40B4-BE49-F238E27FC236}">
                  <a16:creationId xmlns:a16="http://schemas.microsoft.com/office/drawing/2014/main" id="{01E3EBC2-939E-1960-EB1C-99C6A6A06626}"/>
                </a:ext>
              </a:extLst>
            </p:cNvPr>
            <p:cNvSpPr/>
            <p:nvPr/>
          </p:nvSpPr>
          <p:spPr>
            <a:xfrm>
              <a:off x="-2946019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4" name="Rectangle 5313">
              <a:extLst>
                <a:ext uri="{FF2B5EF4-FFF2-40B4-BE49-F238E27FC236}">
                  <a16:creationId xmlns:a16="http://schemas.microsoft.com/office/drawing/2014/main" id="{C442BC8E-5B0A-1D22-6491-576CDBAC0462}"/>
                </a:ext>
              </a:extLst>
            </p:cNvPr>
            <p:cNvSpPr/>
            <p:nvPr/>
          </p:nvSpPr>
          <p:spPr>
            <a:xfrm>
              <a:off x="-2946019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5" name="Rectangle 5314">
              <a:extLst>
                <a:ext uri="{FF2B5EF4-FFF2-40B4-BE49-F238E27FC236}">
                  <a16:creationId xmlns:a16="http://schemas.microsoft.com/office/drawing/2014/main" id="{BBCF0CD0-AE39-C950-E706-711D4C20E8AD}"/>
                </a:ext>
              </a:extLst>
            </p:cNvPr>
            <p:cNvSpPr/>
            <p:nvPr/>
          </p:nvSpPr>
          <p:spPr>
            <a:xfrm>
              <a:off x="-2946019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6" name="Rectangle 5315">
              <a:extLst>
                <a:ext uri="{FF2B5EF4-FFF2-40B4-BE49-F238E27FC236}">
                  <a16:creationId xmlns:a16="http://schemas.microsoft.com/office/drawing/2014/main" id="{FDEF7130-27B4-B4C0-5040-4D5681E0CC9A}"/>
                </a:ext>
              </a:extLst>
            </p:cNvPr>
            <p:cNvSpPr/>
            <p:nvPr/>
          </p:nvSpPr>
          <p:spPr>
            <a:xfrm>
              <a:off x="-2946019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7" name="Rectangle 5316">
              <a:extLst>
                <a:ext uri="{FF2B5EF4-FFF2-40B4-BE49-F238E27FC236}">
                  <a16:creationId xmlns:a16="http://schemas.microsoft.com/office/drawing/2014/main" id="{2A9C1206-0003-3B46-1C9B-1E41BE9F0A96}"/>
                </a:ext>
              </a:extLst>
            </p:cNvPr>
            <p:cNvSpPr/>
            <p:nvPr/>
          </p:nvSpPr>
          <p:spPr>
            <a:xfrm>
              <a:off x="-2946019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8" name="Rectangle 5317">
              <a:extLst>
                <a:ext uri="{FF2B5EF4-FFF2-40B4-BE49-F238E27FC236}">
                  <a16:creationId xmlns:a16="http://schemas.microsoft.com/office/drawing/2014/main" id="{47A76F2A-9B94-4066-CA34-DB064E708AD7}"/>
                </a:ext>
              </a:extLst>
            </p:cNvPr>
            <p:cNvSpPr/>
            <p:nvPr/>
          </p:nvSpPr>
          <p:spPr>
            <a:xfrm>
              <a:off x="-2946019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19" name="Rectangle 5318">
              <a:extLst>
                <a:ext uri="{FF2B5EF4-FFF2-40B4-BE49-F238E27FC236}">
                  <a16:creationId xmlns:a16="http://schemas.microsoft.com/office/drawing/2014/main" id="{11483D02-68F9-7D00-549B-51B7CD309087}"/>
                </a:ext>
              </a:extLst>
            </p:cNvPr>
            <p:cNvSpPr/>
            <p:nvPr/>
          </p:nvSpPr>
          <p:spPr>
            <a:xfrm>
              <a:off x="-2946019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0" name="Rectangle 5319">
              <a:extLst>
                <a:ext uri="{FF2B5EF4-FFF2-40B4-BE49-F238E27FC236}">
                  <a16:creationId xmlns:a16="http://schemas.microsoft.com/office/drawing/2014/main" id="{1BB89551-9680-24A6-1D18-7C3B57AB653E}"/>
                </a:ext>
              </a:extLst>
            </p:cNvPr>
            <p:cNvSpPr/>
            <p:nvPr/>
          </p:nvSpPr>
          <p:spPr>
            <a:xfrm>
              <a:off x="-2946019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1" name="Rectangle 5320">
              <a:extLst>
                <a:ext uri="{FF2B5EF4-FFF2-40B4-BE49-F238E27FC236}">
                  <a16:creationId xmlns:a16="http://schemas.microsoft.com/office/drawing/2014/main" id="{A3D8A591-A964-41BD-9A52-EE0D7EF08952}"/>
                </a:ext>
              </a:extLst>
            </p:cNvPr>
            <p:cNvSpPr/>
            <p:nvPr/>
          </p:nvSpPr>
          <p:spPr>
            <a:xfrm>
              <a:off x="-2946019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2" name="Rectangle 5321">
              <a:extLst>
                <a:ext uri="{FF2B5EF4-FFF2-40B4-BE49-F238E27FC236}">
                  <a16:creationId xmlns:a16="http://schemas.microsoft.com/office/drawing/2014/main" id="{708F1DE9-E425-2B96-A6BB-74C4F609772A}"/>
                </a:ext>
              </a:extLst>
            </p:cNvPr>
            <p:cNvSpPr/>
            <p:nvPr/>
          </p:nvSpPr>
          <p:spPr>
            <a:xfrm>
              <a:off x="-2946019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3" name="Rectangle 5322">
              <a:extLst>
                <a:ext uri="{FF2B5EF4-FFF2-40B4-BE49-F238E27FC236}">
                  <a16:creationId xmlns:a16="http://schemas.microsoft.com/office/drawing/2014/main" id="{2194C5FB-C5AD-1118-8AD5-B25790862DF6}"/>
                </a:ext>
              </a:extLst>
            </p:cNvPr>
            <p:cNvSpPr/>
            <p:nvPr/>
          </p:nvSpPr>
          <p:spPr>
            <a:xfrm>
              <a:off x="-2946019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4" name="Rectangle 5323">
              <a:extLst>
                <a:ext uri="{FF2B5EF4-FFF2-40B4-BE49-F238E27FC236}">
                  <a16:creationId xmlns:a16="http://schemas.microsoft.com/office/drawing/2014/main" id="{4690DE0B-B575-CD7A-D389-6237A829BCE3}"/>
                </a:ext>
              </a:extLst>
            </p:cNvPr>
            <p:cNvSpPr/>
            <p:nvPr/>
          </p:nvSpPr>
          <p:spPr>
            <a:xfrm>
              <a:off x="-2946019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5" name="Rectangle 5324">
              <a:extLst>
                <a:ext uri="{FF2B5EF4-FFF2-40B4-BE49-F238E27FC236}">
                  <a16:creationId xmlns:a16="http://schemas.microsoft.com/office/drawing/2014/main" id="{C1285C57-62B7-DC76-5C66-78FF48CE6E8C}"/>
                </a:ext>
              </a:extLst>
            </p:cNvPr>
            <p:cNvSpPr/>
            <p:nvPr/>
          </p:nvSpPr>
          <p:spPr>
            <a:xfrm>
              <a:off x="-2946019" y="3180711"/>
              <a:ext cx="130682" cy="79629"/>
            </a:xfrm>
            <a:prstGeom prst="rect">
              <a:avLst/>
            </a:prstGeom>
            <a:solidFill>
              <a:srgbClr val="F0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6" name="Rectangle 5325">
              <a:extLst>
                <a:ext uri="{FF2B5EF4-FFF2-40B4-BE49-F238E27FC236}">
                  <a16:creationId xmlns:a16="http://schemas.microsoft.com/office/drawing/2014/main" id="{1DC5046B-B89B-B968-1227-EFBD06D8A535}"/>
                </a:ext>
              </a:extLst>
            </p:cNvPr>
            <p:cNvSpPr/>
            <p:nvPr/>
          </p:nvSpPr>
          <p:spPr>
            <a:xfrm>
              <a:off x="-2946019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7" name="Rectangle 5326">
              <a:extLst>
                <a:ext uri="{FF2B5EF4-FFF2-40B4-BE49-F238E27FC236}">
                  <a16:creationId xmlns:a16="http://schemas.microsoft.com/office/drawing/2014/main" id="{60E7B4AA-E37E-4936-4622-665948517985}"/>
                </a:ext>
              </a:extLst>
            </p:cNvPr>
            <p:cNvSpPr/>
            <p:nvPr/>
          </p:nvSpPr>
          <p:spPr>
            <a:xfrm>
              <a:off x="-2946019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8" name="Rectangle 5327">
              <a:extLst>
                <a:ext uri="{FF2B5EF4-FFF2-40B4-BE49-F238E27FC236}">
                  <a16:creationId xmlns:a16="http://schemas.microsoft.com/office/drawing/2014/main" id="{652A7149-5D9A-36E2-7164-1D544FD78523}"/>
                </a:ext>
              </a:extLst>
            </p:cNvPr>
            <p:cNvSpPr/>
            <p:nvPr/>
          </p:nvSpPr>
          <p:spPr>
            <a:xfrm>
              <a:off x="-2946019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29" name="Rectangle 5328">
              <a:extLst>
                <a:ext uri="{FF2B5EF4-FFF2-40B4-BE49-F238E27FC236}">
                  <a16:creationId xmlns:a16="http://schemas.microsoft.com/office/drawing/2014/main" id="{130721CA-D981-79AF-AEB4-996C3AE6A46E}"/>
                </a:ext>
              </a:extLst>
            </p:cNvPr>
            <p:cNvSpPr/>
            <p:nvPr/>
          </p:nvSpPr>
          <p:spPr>
            <a:xfrm>
              <a:off x="-2946019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0" name="Rectangle 5329">
              <a:extLst>
                <a:ext uri="{FF2B5EF4-FFF2-40B4-BE49-F238E27FC236}">
                  <a16:creationId xmlns:a16="http://schemas.microsoft.com/office/drawing/2014/main" id="{8030DE16-94B1-E56F-627C-079E52C91333}"/>
                </a:ext>
              </a:extLst>
            </p:cNvPr>
            <p:cNvSpPr/>
            <p:nvPr/>
          </p:nvSpPr>
          <p:spPr>
            <a:xfrm>
              <a:off x="-2946019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1" name="Rectangle 5330">
              <a:extLst>
                <a:ext uri="{FF2B5EF4-FFF2-40B4-BE49-F238E27FC236}">
                  <a16:creationId xmlns:a16="http://schemas.microsoft.com/office/drawing/2014/main" id="{C45E26AE-6E44-BE72-0CAC-0C8AD4A574F1}"/>
                </a:ext>
              </a:extLst>
            </p:cNvPr>
            <p:cNvSpPr/>
            <p:nvPr/>
          </p:nvSpPr>
          <p:spPr>
            <a:xfrm>
              <a:off x="-2946019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2" name="Rectangle 5331">
              <a:extLst>
                <a:ext uri="{FF2B5EF4-FFF2-40B4-BE49-F238E27FC236}">
                  <a16:creationId xmlns:a16="http://schemas.microsoft.com/office/drawing/2014/main" id="{22687B17-A8C9-D2C5-C413-90ECB0EECD25}"/>
                </a:ext>
              </a:extLst>
            </p:cNvPr>
            <p:cNvSpPr/>
            <p:nvPr/>
          </p:nvSpPr>
          <p:spPr>
            <a:xfrm>
              <a:off x="-2946019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3" name="Rectangle 5332">
              <a:extLst>
                <a:ext uri="{FF2B5EF4-FFF2-40B4-BE49-F238E27FC236}">
                  <a16:creationId xmlns:a16="http://schemas.microsoft.com/office/drawing/2014/main" id="{9D7BC141-F248-A61B-32E6-27C0D0141F9A}"/>
                </a:ext>
              </a:extLst>
            </p:cNvPr>
            <p:cNvSpPr/>
            <p:nvPr/>
          </p:nvSpPr>
          <p:spPr>
            <a:xfrm>
              <a:off x="-2946019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4" name="Rectangle 5333">
              <a:extLst>
                <a:ext uri="{FF2B5EF4-FFF2-40B4-BE49-F238E27FC236}">
                  <a16:creationId xmlns:a16="http://schemas.microsoft.com/office/drawing/2014/main" id="{8ECFB72E-6C76-2E91-F9C4-5C7942173241}"/>
                </a:ext>
              </a:extLst>
            </p:cNvPr>
            <p:cNvSpPr/>
            <p:nvPr/>
          </p:nvSpPr>
          <p:spPr>
            <a:xfrm>
              <a:off x="-2946019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6" name="Rectangle 5335">
              <a:extLst>
                <a:ext uri="{FF2B5EF4-FFF2-40B4-BE49-F238E27FC236}">
                  <a16:creationId xmlns:a16="http://schemas.microsoft.com/office/drawing/2014/main" id="{CF3C3705-AA61-6BA9-9371-D7462487BACA}"/>
                </a:ext>
              </a:extLst>
            </p:cNvPr>
            <p:cNvSpPr/>
            <p:nvPr/>
          </p:nvSpPr>
          <p:spPr>
            <a:xfrm>
              <a:off x="-2815336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7" name="Rectangle 5336">
              <a:extLst>
                <a:ext uri="{FF2B5EF4-FFF2-40B4-BE49-F238E27FC236}">
                  <a16:creationId xmlns:a16="http://schemas.microsoft.com/office/drawing/2014/main" id="{3EB00E19-6965-DA95-2345-0CE90239AF09}"/>
                </a:ext>
              </a:extLst>
            </p:cNvPr>
            <p:cNvSpPr/>
            <p:nvPr/>
          </p:nvSpPr>
          <p:spPr>
            <a:xfrm>
              <a:off x="-2815336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8" name="Rectangle 5337">
              <a:extLst>
                <a:ext uri="{FF2B5EF4-FFF2-40B4-BE49-F238E27FC236}">
                  <a16:creationId xmlns:a16="http://schemas.microsoft.com/office/drawing/2014/main" id="{A00A06F3-2A38-E6FC-34B1-113AB380C238}"/>
                </a:ext>
              </a:extLst>
            </p:cNvPr>
            <p:cNvSpPr/>
            <p:nvPr/>
          </p:nvSpPr>
          <p:spPr>
            <a:xfrm>
              <a:off x="-2815336" y="1347974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39" name="Rectangle 5338">
              <a:extLst>
                <a:ext uri="{FF2B5EF4-FFF2-40B4-BE49-F238E27FC236}">
                  <a16:creationId xmlns:a16="http://schemas.microsoft.com/office/drawing/2014/main" id="{70D3C964-3D32-7CC7-CB68-082D93A0C4CD}"/>
                </a:ext>
              </a:extLst>
            </p:cNvPr>
            <p:cNvSpPr/>
            <p:nvPr/>
          </p:nvSpPr>
          <p:spPr>
            <a:xfrm>
              <a:off x="-2815336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0" name="Rectangle 5339">
              <a:extLst>
                <a:ext uri="{FF2B5EF4-FFF2-40B4-BE49-F238E27FC236}">
                  <a16:creationId xmlns:a16="http://schemas.microsoft.com/office/drawing/2014/main" id="{A0DA7E27-4E32-3D16-8E79-14996C2209ED}"/>
                </a:ext>
              </a:extLst>
            </p:cNvPr>
            <p:cNvSpPr/>
            <p:nvPr/>
          </p:nvSpPr>
          <p:spPr>
            <a:xfrm>
              <a:off x="-2815336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1" name="Rectangle 5340">
              <a:extLst>
                <a:ext uri="{FF2B5EF4-FFF2-40B4-BE49-F238E27FC236}">
                  <a16:creationId xmlns:a16="http://schemas.microsoft.com/office/drawing/2014/main" id="{284899C0-6759-0374-AD72-AE64AC5AF51C}"/>
                </a:ext>
              </a:extLst>
            </p:cNvPr>
            <p:cNvSpPr/>
            <p:nvPr/>
          </p:nvSpPr>
          <p:spPr>
            <a:xfrm>
              <a:off x="-2815336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2" name="Rectangle 5341">
              <a:extLst>
                <a:ext uri="{FF2B5EF4-FFF2-40B4-BE49-F238E27FC236}">
                  <a16:creationId xmlns:a16="http://schemas.microsoft.com/office/drawing/2014/main" id="{6DED1A78-B2F3-8003-71D4-4DCB979B8B4B}"/>
                </a:ext>
              </a:extLst>
            </p:cNvPr>
            <p:cNvSpPr/>
            <p:nvPr/>
          </p:nvSpPr>
          <p:spPr>
            <a:xfrm>
              <a:off x="-2815336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3" name="Rectangle 5342">
              <a:extLst>
                <a:ext uri="{FF2B5EF4-FFF2-40B4-BE49-F238E27FC236}">
                  <a16:creationId xmlns:a16="http://schemas.microsoft.com/office/drawing/2014/main" id="{B7FE1B45-4D5D-1967-FB74-CB72355B726C}"/>
                </a:ext>
              </a:extLst>
            </p:cNvPr>
            <p:cNvSpPr/>
            <p:nvPr/>
          </p:nvSpPr>
          <p:spPr>
            <a:xfrm>
              <a:off x="-2815336" y="1746373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4" name="Rectangle 5343">
              <a:extLst>
                <a:ext uri="{FF2B5EF4-FFF2-40B4-BE49-F238E27FC236}">
                  <a16:creationId xmlns:a16="http://schemas.microsoft.com/office/drawing/2014/main" id="{E6EF8D4F-710C-8630-13B1-AAB9091C4AC3}"/>
                </a:ext>
              </a:extLst>
            </p:cNvPr>
            <p:cNvSpPr/>
            <p:nvPr/>
          </p:nvSpPr>
          <p:spPr>
            <a:xfrm>
              <a:off x="-2815336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5" name="Rectangle 5344">
              <a:extLst>
                <a:ext uri="{FF2B5EF4-FFF2-40B4-BE49-F238E27FC236}">
                  <a16:creationId xmlns:a16="http://schemas.microsoft.com/office/drawing/2014/main" id="{7E778E70-A9A1-8470-02F1-D34E29514E36}"/>
                </a:ext>
              </a:extLst>
            </p:cNvPr>
            <p:cNvSpPr/>
            <p:nvPr/>
          </p:nvSpPr>
          <p:spPr>
            <a:xfrm>
              <a:off x="-2815336" y="1905758"/>
              <a:ext cx="130682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6" name="Rectangle 5345">
              <a:extLst>
                <a:ext uri="{FF2B5EF4-FFF2-40B4-BE49-F238E27FC236}">
                  <a16:creationId xmlns:a16="http://schemas.microsoft.com/office/drawing/2014/main" id="{D963E2AB-63B1-3A99-465A-C2B7A68369A5}"/>
                </a:ext>
              </a:extLst>
            </p:cNvPr>
            <p:cNvSpPr/>
            <p:nvPr/>
          </p:nvSpPr>
          <p:spPr>
            <a:xfrm>
              <a:off x="-2815336" y="1985387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7" name="Rectangle 5346">
              <a:extLst>
                <a:ext uri="{FF2B5EF4-FFF2-40B4-BE49-F238E27FC236}">
                  <a16:creationId xmlns:a16="http://schemas.microsoft.com/office/drawing/2014/main" id="{C44264B8-569B-61AE-3C87-A82661D29576}"/>
                </a:ext>
              </a:extLst>
            </p:cNvPr>
            <p:cNvSpPr/>
            <p:nvPr/>
          </p:nvSpPr>
          <p:spPr>
            <a:xfrm>
              <a:off x="-2815336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8" name="Rectangle 5347">
              <a:extLst>
                <a:ext uri="{FF2B5EF4-FFF2-40B4-BE49-F238E27FC236}">
                  <a16:creationId xmlns:a16="http://schemas.microsoft.com/office/drawing/2014/main" id="{D9E2BF0E-622D-57AE-1652-CCEDFB3D2DA4}"/>
                </a:ext>
              </a:extLst>
            </p:cNvPr>
            <p:cNvSpPr/>
            <p:nvPr/>
          </p:nvSpPr>
          <p:spPr>
            <a:xfrm>
              <a:off x="-2815336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49" name="Rectangle 5348">
              <a:extLst>
                <a:ext uri="{FF2B5EF4-FFF2-40B4-BE49-F238E27FC236}">
                  <a16:creationId xmlns:a16="http://schemas.microsoft.com/office/drawing/2014/main" id="{28D36461-B819-73C9-8D16-D7B95051FB14}"/>
                </a:ext>
              </a:extLst>
            </p:cNvPr>
            <p:cNvSpPr/>
            <p:nvPr/>
          </p:nvSpPr>
          <p:spPr>
            <a:xfrm>
              <a:off x="-2815336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0" name="Rectangle 5349">
              <a:extLst>
                <a:ext uri="{FF2B5EF4-FFF2-40B4-BE49-F238E27FC236}">
                  <a16:creationId xmlns:a16="http://schemas.microsoft.com/office/drawing/2014/main" id="{34337FBD-C28D-D754-D9A8-04BE3BEE9B14}"/>
                </a:ext>
              </a:extLst>
            </p:cNvPr>
            <p:cNvSpPr/>
            <p:nvPr/>
          </p:nvSpPr>
          <p:spPr>
            <a:xfrm>
              <a:off x="-2815336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1" name="Rectangle 5350">
              <a:extLst>
                <a:ext uri="{FF2B5EF4-FFF2-40B4-BE49-F238E27FC236}">
                  <a16:creationId xmlns:a16="http://schemas.microsoft.com/office/drawing/2014/main" id="{F8AE105F-BE65-27B0-2475-670181E35D0E}"/>
                </a:ext>
              </a:extLst>
            </p:cNvPr>
            <p:cNvSpPr/>
            <p:nvPr/>
          </p:nvSpPr>
          <p:spPr>
            <a:xfrm>
              <a:off x="-2815336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2" name="Rectangle 5351">
              <a:extLst>
                <a:ext uri="{FF2B5EF4-FFF2-40B4-BE49-F238E27FC236}">
                  <a16:creationId xmlns:a16="http://schemas.microsoft.com/office/drawing/2014/main" id="{7CE869A1-AE94-644B-F3E4-316DF7282EC6}"/>
                </a:ext>
              </a:extLst>
            </p:cNvPr>
            <p:cNvSpPr/>
            <p:nvPr/>
          </p:nvSpPr>
          <p:spPr>
            <a:xfrm>
              <a:off x="-2815336" y="2463542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3" name="Rectangle 5352">
              <a:extLst>
                <a:ext uri="{FF2B5EF4-FFF2-40B4-BE49-F238E27FC236}">
                  <a16:creationId xmlns:a16="http://schemas.microsoft.com/office/drawing/2014/main" id="{B3FFD159-1664-B7BC-ED28-C04849A93107}"/>
                </a:ext>
              </a:extLst>
            </p:cNvPr>
            <p:cNvSpPr/>
            <p:nvPr/>
          </p:nvSpPr>
          <p:spPr>
            <a:xfrm>
              <a:off x="-2815336" y="2543171"/>
              <a:ext cx="130682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4" name="Rectangle 5353">
              <a:extLst>
                <a:ext uri="{FF2B5EF4-FFF2-40B4-BE49-F238E27FC236}">
                  <a16:creationId xmlns:a16="http://schemas.microsoft.com/office/drawing/2014/main" id="{51FA54BE-2AC2-614E-F0B7-A6487B1ACFEF}"/>
                </a:ext>
              </a:extLst>
            </p:cNvPr>
            <p:cNvSpPr/>
            <p:nvPr/>
          </p:nvSpPr>
          <p:spPr>
            <a:xfrm>
              <a:off x="-2815336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5" name="Rectangle 5354">
              <a:extLst>
                <a:ext uri="{FF2B5EF4-FFF2-40B4-BE49-F238E27FC236}">
                  <a16:creationId xmlns:a16="http://schemas.microsoft.com/office/drawing/2014/main" id="{4C8B7854-C7B1-FF5B-CA2C-2F870756BA53}"/>
                </a:ext>
              </a:extLst>
            </p:cNvPr>
            <p:cNvSpPr/>
            <p:nvPr/>
          </p:nvSpPr>
          <p:spPr>
            <a:xfrm>
              <a:off x="-2815336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6" name="Rectangle 5355">
              <a:extLst>
                <a:ext uri="{FF2B5EF4-FFF2-40B4-BE49-F238E27FC236}">
                  <a16:creationId xmlns:a16="http://schemas.microsoft.com/office/drawing/2014/main" id="{5234CDE8-F43D-8466-20B1-450D96F85D6A}"/>
                </a:ext>
              </a:extLst>
            </p:cNvPr>
            <p:cNvSpPr/>
            <p:nvPr/>
          </p:nvSpPr>
          <p:spPr>
            <a:xfrm>
              <a:off x="-2815336" y="2782312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7" name="Rectangle 5356">
              <a:extLst>
                <a:ext uri="{FF2B5EF4-FFF2-40B4-BE49-F238E27FC236}">
                  <a16:creationId xmlns:a16="http://schemas.microsoft.com/office/drawing/2014/main" id="{AC2B0411-E366-50FE-CD3B-07CDEF1BC607}"/>
                </a:ext>
              </a:extLst>
            </p:cNvPr>
            <p:cNvSpPr/>
            <p:nvPr/>
          </p:nvSpPr>
          <p:spPr>
            <a:xfrm>
              <a:off x="-2815336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8" name="Rectangle 5357">
              <a:extLst>
                <a:ext uri="{FF2B5EF4-FFF2-40B4-BE49-F238E27FC236}">
                  <a16:creationId xmlns:a16="http://schemas.microsoft.com/office/drawing/2014/main" id="{78522C2F-30F5-430B-D642-B0CFEB08342A}"/>
                </a:ext>
              </a:extLst>
            </p:cNvPr>
            <p:cNvSpPr/>
            <p:nvPr/>
          </p:nvSpPr>
          <p:spPr>
            <a:xfrm>
              <a:off x="-2815336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59" name="Rectangle 5358">
              <a:extLst>
                <a:ext uri="{FF2B5EF4-FFF2-40B4-BE49-F238E27FC236}">
                  <a16:creationId xmlns:a16="http://schemas.microsoft.com/office/drawing/2014/main" id="{F1BDDD34-2777-A191-2238-157F979F3A82}"/>
                </a:ext>
              </a:extLst>
            </p:cNvPr>
            <p:cNvSpPr/>
            <p:nvPr/>
          </p:nvSpPr>
          <p:spPr>
            <a:xfrm>
              <a:off x="-2815336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0" name="Rectangle 5359">
              <a:extLst>
                <a:ext uri="{FF2B5EF4-FFF2-40B4-BE49-F238E27FC236}">
                  <a16:creationId xmlns:a16="http://schemas.microsoft.com/office/drawing/2014/main" id="{8BA59691-E3E5-8B45-5819-BB54C8A16083}"/>
                </a:ext>
              </a:extLst>
            </p:cNvPr>
            <p:cNvSpPr/>
            <p:nvPr/>
          </p:nvSpPr>
          <p:spPr>
            <a:xfrm>
              <a:off x="-2815336" y="3100955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1" name="Rectangle 5360">
              <a:extLst>
                <a:ext uri="{FF2B5EF4-FFF2-40B4-BE49-F238E27FC236}">
                  <a16:creationId xmlns:a16="http://schemas.microsoft.com/office/drawing/2014/main" id="{77CB396A-B2D9-400E-0411-B39CFE8C0FED}"/>
                </a:ext>
              </a:extLst>
            </p:cNvPr>
            <p:cNvSpPr/>
            <p:nvPr/>
          </p:nvSpPr>
          <p:spPr>
            <a:xfrm>
              <a:off x="-2815336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2" name="Rectangle 5361">
              <a:extLst>
                <a:ext uri="{FF2B5EF4-FFF2-40B4-BE49-F238E27FC236}">
                  <a16:creationId xmlns:a16="http://schemas.microsoft.com/office/drawing/2014/main" id="{1152B6DB-1F31-3461-6B5B-DB2F619C7483}"/>
                </a:ext>
              </a:extLst>
            </p:cNvPr>
            <p:cNvSpPr/>
            <p:nvPr/>
          </p:nvSpPr>
          <p:spPr>
            <a:xfrm>
              <a:off x="-2815336" y="3260340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3" name="Rectangle 5362">
              <a:extLst>
                <a:ext uri="{FF2B5EF4-FFF2-40B4-BE49-F238E27FC236}">
                  <a16:creationId xmlns:a16="http://schemas.microsoft.com/office/drawing/2014/main" id="{382FF0A8-5665-1723-0233-4E0D71AC5B2F}"/>
                </a:ext>
              </a:extLst>
            </p:cNvPr>
            <p:cNvSpPr/>
            <p:nvPr/>
          </p:nvSpPr>
          <p:spPr>
            <a:xfrm>
              <a:off x="-2815336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4" name="Rectangle 5363">
              <a:extLst>
                <a:ext uri="{FF2B5EF4-FFF2-40B4-BE49-F238E27FC236}">
                  <a16:creationId xmlns:a16="http://schemas.microsoft.com/office/drawing/2014/main" id="{5B4EF917-6F4D-13E9-989D-DEEF5B427F88}"/>
                </a:ext>
              </a:extLst>
            </p:cNvPr>
            <p:cNvSpPr/>
            <p:nvPr/>
          </p:nvSpPr>
          <p:spPr>
            <a:xfrm>
              <a:off x="-2815336" y="3419725"/>
              <a:ext cx="130682" cy="79629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5" name="Rectangle 5364">
              <a:extLst>
                <a:ext uri="{FF2B5EF4-FFF2-40B4-BE49-F238E27FC236}">
                  <a16:creationId xmlns:a16="http://schemas.microsoft.com/office/drawing/2014/main" id="{897769F7-4C03-8E85-1ADA-5BFE2F293905}"/>
                </a:ext>
              </a:extLst>
            </p:cNvPr>
            <p:cNvSpPr/>
            <p:nvPr/>
          </p:nvSpPr>
          <p:spPr>
            <a:xfrm>
              <a:off x="-2815336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6" name="Rectangle 5365">
              <a:extLst>
                <a:ext uri="{FF2B5EF4-FFF2-40B4-BE49-F238E27FC236}">
                  <a16:creationId xmlns:a16="http://schemas.microsoft.com/office/drawing/2014/main" id="{3592037A-B661-129D-A235-275DB3578489}"/>
                </a:ext>
              </a:extLst>
            </p:cNvPr>
            <p:cNvSpPr/>
            <p:nvPr/>
          </p:nvSpPr>
          <p:spPr>
            <a:xfrm>
              <a:off x="-2815336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7" name="Rectangle 5366">
              <a:extLst>
                <a:ext uri="{FF2B5EF4-FFF2-40B4-BE49-F238E27FC236}">
                  <a16:creationId xmlns:a16="http://schemas.microsoft.com/office/drawing/2014/main" id="{4961C93C-EA05-FF83-B044-E2F34CCCEB98}"/>
                </a:ext>
              </a:extLst>
            </p:cNvPr>
            <p:cNvSpPr/>
            <p:nvPr/>
          </p:nvSpPr>
          <p:spPr>
            <a:xfrm>
              <a:off x="-2815336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8" name="Rectangle 5367">
              <a:extLst>
                <a:ext uri="{FF2B5EF4-FFF2-40B4-BE49-F238E27FC236}">
                  <a16:creationId xmlns:a16="http://schemas.microsoft.com/office/drawing/2014/main" id="{4B44B508-0A16-5060-A4B8-8D94A35F5BCE}"/>
                </a:ext>
              </a:extLst>
            </p:cNvPr>
            <p:cNvSpPr/>
            <p:nvPr/>
          </p:nvSpPr>
          <p:spPr>
            <a:xfrm>
              <a:off x="-2815336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69" name="Rectangle 5368">
              <a:extLst>
                <a:ext uri="{FF2B5EF4-FFF2-40B4-BE49-F238E27FC236}">
                  <a16:creationId xmlns:a16="http://schemas.microsoft.com/office/drawing/2014/main" id="{1137D32A-0637-AB9B-A3E3-31CF0B4EC5BA}"/>
                </a:ext>
              </a:extLst>
            </p:cNvPr>
            <p:cNvSpPr/>
            <p:nvPr/>
          </p:nvSpPr>
          <p:spPr>
            <a:xfrm>
              <a:off x="-2815336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0" name="Rectangle 5369">
              <a:extLst>
                <a:ext uri="{FF2B5EF4-FFF2-40B4-BE49-F238E27FC236}">
                  <a16:creationId xmlns:a16="http://schemas.microsoft.com/office/drawing/2014/main" id="{E41132E5-056B-6B92-B60B-3218E68C980B}"/>
                </a:ext>
              </a:extLst>
            </p:cNvPr>
            <p:cNvSpPr/>
            <p:nvPr/>
          </p:nvSpPr>
          <p:spPr>
            <a:xfrm>
              <a:off x="-2815336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2" name="Rectangle 5371">
              <a:extLst>
                <a:ext uri="{FF2B5EF4-FFF2-40B4-BE49-F238E27FC236}">
                  <a16:creationId xmlns:a16="http://schemas.microsoft.com/office/drawing/2014/main" id="{7CF12A8C-213C-3435-2760-0C4915A124E9}"/>
                </a:ext>
              </a:extLst>
            </p:cNvPr>
            <p:cNvSpPr/>
            <p:nvPr/>
          </p:nvSpPr>
          <p:spPr>
            <a:xfrm>
              <a:off x="-2684653" y="118858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3" name="Rectangle 5372">
              <a:extLst>
                <a:ext uri="{FF2B5EF4-FFF2-40B4-BE49-F238E27FC236}">
                  <a16:creationId xmlns:a16="http://schemas.microsoft.com/office/drawing/2014/main" id="{3D173574-26ED-50D9-0846-6CD94036BB43}"/>
                </a:ext>
              </a:extLst>
            </p:cNvPr>
            <p:cNvSpPr/>
            <p:nvPr/>
          </p:nvSpPr>
          <p:spPr>
            <a:xfrm>
              <a:off x="-2684653" y="1268218"/>
              <a:ext cx="130683" cy="79629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4" name="Rectangle 5373">
              <a:extLst>
                <a:ext uri="{FF2B5EF4-FFF2-40B4-BE49-F238E27FC236}">
                  <a16:creationId xmlns:a16="http://schemas.microsoft.com/office/drawing/2014/main" id="{B9291D83-D374-CFEB-EAA7-8325033D0280}"/>
                </a:ext>
              </a:extLst>
            </p:cNvPr>
            <p:cNvSpPr/>
            <p:nvPr/>
          </p:nvSpPr>
          <p:spPr>
            <a:xfrm>
              <a:off x="-2684653" y="134797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5" name="Rectangle 5374">
              <a:extLst>
                <a:ext uri="{FF2B5EF4-FFF2-40B4-BE49-F238E27FC236}">
                  <a16:creationId xmlns:a16="http://schemas.microsoft.com/office/drawing/2014/main" id="{F3A5D845-91EF-F0CB-A3A0-897715D5B025}"/>
                </a:ext>
              </a:extLst>
            </p:cNvPr>
            <p:cNvSpPr/>
            <p:nvPr/>
          </p:nvSpPr>
          <p:spPr>
            <a:xfrm>
              <a:off x="-2684653" y="1427603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6" name="Rectangle 5375">
              <a:extLst>
                <a:ext uri="{FF2B5EF4-FFF2-40B4-BE49-F238E27FC236}">
                  <a16:creationId xmlns:a16="http://schemas.microsoft.com/office/drawing/2014/main" id="{72771BBB-34A9-727F-C572-1194DF002991}"/>
                </a:ext>
              </a:extLst>
            </p:cNvPr>
            <p:cNvSpPr/>
            <p:nvPr/>
          </p:nvSpPr>
          <p:spPr>
            <a:xfrm>
              <a:off x="-2684653" y="150735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7" name="Rectangle 5376">
              <a:extLst>
                <a:ext uri="{FF2B5EF4-FFF2-40B4-BE49-F238E27FC236}">
                  <a16:creationId xmlns:a16="http://schemas.microsoft.com/office/drawing/2014/main" id="{A4B02A54-D90D-3DD9-25A3-94396589177E}"/>
                </a:ext>
              </a:extLst>
            </p:cNvPr>
            <p:cNvSpPr/>
            <p:nvPr/>
          </p:nvSpPr>
          <p:spPr>
            <a:xfrm>
              <a:off x="-2684653" y="1586988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8" name="Rectangle 5377">
              <a:extLst>
                <a:ext uri="{FF2B5EF4-FFF2-40B4-BE49-F238E27FC236}">
                  <a16:creationId xmlns:a16="http://schemas.microsoft.com/office/drawing/2014/main" id="{7CCED555-B67F-E7FB-2778-800EDE00102A}"/>
                </a:ext>
              </a:extLst>
            </p:cNvPr>
            <p:cNvSpPr/>
            <p:nvPr/>
          </p:nvSpPr>
          <p:spPr>
            <a:xfrm>
              <a:off x="-2684653" y="1666744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79" name="Rectangle 5378">
              <a:extLst>
                <a:ext uri="{FF2B5EF4-FFF2-40B4-BE49-F238E27FC236}">
                  <a16:creationId xmlns:a16="http://schemas.microsoft.com/office/drawing/2014/main" id="{C216F853-CB37-7A1F-4611-FE4574933E4F}"/>
                </a:ext>
              </a:extLst>
            </p:cNvPr>
            <p:cNvSpPr/>
            <p:nvPr/>
          </p:nvSpPr>
          <p:spPr>
            <a:xfrm>
              <a:off x="-2684653" y="1746373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0" name="Rectangle 5379">
              <a:extLst>
                <a:ext uri="{FF2B5EF4-FFF2-40B4-BE49-F238E27FC236}">
                  <a16:creationId xmlns:a16="http://schemas.microsoft.com/office/drawing/2014/main" id="{DD94C132-5B50-5016-00C3-9FE8A977A5B8}"/>
                </a:ext>
              </a:extLst>
            </p:cNvPr>
            <p:cNvSpPr/>
            <p:nvPr/>
          </p:nvSpPr>
          <p:spPr>
            <a:xfrm>
              <a:off x="-2684653" y="1826002"/>
              <a:ext cx="130683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1" name="Rectangle 5380">
              <a:extLst>
                <a:ext uri="{FF2B5EF4-FFF2-40B4-BE49-F238E27FC236}">
                  <a16:creationId xmlns:a16="http://schemas.microsoft.com/office/drawing/2014/main" id="{FB84708A-A563-F06B-28DB-2C93C1C927D6}"/>
                </a:ext>
              </a:extLst>
            </p:cNvPr>
            <p:cNvSpPr/>
            <p:nvPr/>
          </p:nvSpPr>
          <p:spPr>
            <a:xfrm>
              <a:off x="-2684653" y="190575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2" name="Rectangle 5381">
              <a:extLst>
                <a:ext uri="{FF2B5EF4-FFF2-40B4-BE49-F238E27FC236}">
                  <a16:creationId xmlns:a16="http://schemas.microsoft.com/office/drawing/2014/main" id="{D15D32A0-B36D-F13E-0E50-817ACABC75D8}"/>
                </a:ext>
              </a:extLst>
            </p:cNvPr>
            <p:cNvSpPr/>
            <p:nvPr/>
          </p:nvSpPr>
          <p:spPr>
            <a:xfrm>
              <a:off x="-2684653" y="198538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3" name="Rectangle 5382">
              <a:extLst>
                <a:ext uri="{FF2B5EF4-FFF2-40B4-BE49-F238E27FC236}">
                  <a16:creationId xmlns:a16="http://schemas.microsoft.com/office/drawing/2014/main" id="{C4835E97-1E69-9BC7-26C5-9DDCE6C9C84A}"/>
                </a:ext>
              </a:extLst>
            </p:cNvPr>
            <p:cNvSpPr/>
            <p:nvPr/>
          </p:nvSpPr>
          <p:spPr>
            <a:xfrm>
              <a:off x="-2684653" y="2065143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4" name="Rectangle 5383">
              <a:extLst>
                <a:ext uri="{FF2B5EF4-FFF2-40B4-BE49-F238E27FC236}">
                  <a16:creationId xmlns:a16="http://schemas.microsoft.com/office/drawing/2014/main" id="{C697AC2C-CB5C-C596-FD27-60AA0130DE8A}"/>
                </a:ext>
              </a:extLst>
            </p:cNvPr>
            <p:cNvSpPr/>
            <p:nvPr/>
          </p:nvSpPr>
          <p:spPr>
            <a:xfrm>
              <a:off x="-2684653" y="2144772"/>
              <a:ext cx="130683" cy="79628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5" name="Rectangle 5384">
              <a:extLst>
                <a:ext uri="{FF2B5EF4-FFF2-40B4-BE49-F238E27FC236}">
                  <a16:creationId xmlns:a16="http://schemas.microsoft.com/office/drawing/2014/main" id="{5C148E66-76A1-4C97-73BB-92B52FF3C1C1}"/>
                </a:ext>
              </a:extLst>
            </p:cNvPr>
            <p:cNvSpPr/>
            <p:nvPr/>
          </p:nvSpPr>
          <p:spPr>
            <a:xfrm>
              <a:off x="-2684653" y="222452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6" name="Rectangle 5385">
              <a:extLst>
                <a:ext uri="{FF2B5EF4-FFF2-40B4-BE49-F238E27FC236}">
                  <a16:creationId xmlns:a16="http://schemas.microsoft.com/office/drawing/2014/main" id="{3DBAB440-819C-37C7-0F9A-BD119F515212}"/>
                </a:ext>
              </a:extLst>
            </p:cNvPr>
            <p:cNvSpPr/>
            <p:nvPr/>
          </p:nvSpPr>
          <p:spPr>
            <a:xfrm>
              <a:off x="-2684653" y="230415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7" name="Rectangle 5386">
              <a:extLst>
                <a:ext uri="{FF2B5EF4-FFF2-40B4-BE49-F238E27FC236}">
                  <a16:creationId xmlns:a16="http://schemas.microsoft.com/office/drawing/2014/main" id="{208C6FED-E6F0-7E3D-E594-ECE00584A042}"/>
                </a:ext>
              </a:extLst>
            </p:cNvPr>
            <p:cNvSpPr/>
            <p:nvPr/>
          </p:nvSpPr>
          <p:spPr>
            <a:xfrm>
              <a:off x="-2684653" y="2383786"/>
              <a:ext cx="130683" cy="79628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8" name="Rectangle 5387">
              <a:extLst>
                <a:ext uri="{FF2B5EF4-FFF2-40B4-BE49-F238E27FC236}">
                  <a16:creationId xmlns:a16="http://schemas.microsoft.com/office/drawing/2014/main" id="{06A10389-2274-FE1D-9679-7BBF231587D7}"/>
                </a:ext>
              </a:extLst>
            </p:cNvPr>
            <p:cNvSpPr/>
            <p:nvPr/>
          </p:nvSpPr>
          <p:spPr>
            <a:xfrm>
              <a:off x="-2684653" y="246354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89" name="Rectangle 5388">
              <a:extLst>
                <a:ext uri="{FF2B5EF4-FFF2-40B4-BE49-F238E27FC236}">
                  <a16:creationId xmlns:a16="http://schemas.microsoft.com/office/drawing/2014/main" id="{3807607C-3026-F916-304E-833E23F6BFC9}"/>
                </a:ext>
              </a:extLst>
            </p:cNvPr>
            <p:cNvSpPr/>
            <p:nvPr/>
          </p:nvSpPr>
          <p:spPr>
            <a:xfrm>
              <a:off x="-2684653" y="2543171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0" name="Rectangle 5389">
              <a:extLst>
                <a:ext uri="{FF2B5EF4-FFF2-40B4-BE49-F238E27FC236}">
                  <a16:creationId xmlns:a16="http://schemas.microsoft.com/office/drawing/2014/main" id="{20A0EC23-7293-A132-923E-20065239F140}"/>
                </a:ext>
              </a:extLst>
            </p:cNvPr>
            <p:cNvSpPr/>
            <p:nvPr/>
          </p:nvSpPr>
          <p:spPr>
            <a:xfrm>
              <a:off x="-2684653" y="262292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1" name="Rectangle 5390">
              <a:extLst>
                <a:ext uri="{FF2B5EF4-FFF2-40B4-BE49-F238E27FC236}">
                  <a16:creationId xmlns:a16="http://schemas.microsoft.com/office/drawing/2014/main" id="{BA1883AE-7FCF-F73F-D0D8-8FBF9042949A}"/>
                </a:ext>
              </a:extLst>
            </p:cNvPr>
            <p:cNvSpPr/>
            <p:nvPr/>
          </p:nvSpPr>
          <p:spPr>
            <a:xfrm>
              <a:off x="-2684653" y="270255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2" name="Rectangle 5391">
              <a:extLst>
                <a:ext uri="{FF2B5EF4-FFF2-40B4-BE49-F238E27FC236}">
                  <a16:creationId xmlns:a16="http://schemas.microsoft.com/office/drawing/2014/main" id="{5FB63EAA-714F-8D00-2EEE-194FAE71528E}"/>
                </a:ext>
              </a:extLst>
            </p:cNvPr>
            <p:cNvSpPr/>
            <p:nvPr/>
          </p:nvSpPr>
          <p:spPr>
            <a:xfrm>
              <a:off x="-2684653" y="2782312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3" name="Rectangle 5392">
              <a:extLst>
                <a:ext uri="{FF2B5EF4-FFF2-40B4-BE49-F238E27FC236}">
                  <a16:creationId xmlns:a16="http://schemas.microsoft.com/office/drawing/2014/main" id="{DD2F0E33-1FDB-069F-8455-2B6547B5A424}"/>
                </a:ext>
              </a:extLst>
            </p:cNvPr>
            <p:cNvSpPr/>
            <p:nvPr/>
          </p:nvSpPr>
          <p:spPr>
            <a:xfrm>
              <a:off x="-2684653" y="286194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4" name="Rectangle 5393">
              <a:extLst>
                <a:ext uri="{FF2B5EF4-FFF2-40B4-BE49-F238E27FC236}">
                  <a16:creationId xmlns:a16="http://schemas.microsoft.com/office/drawing/2014/main" id="{F3FE71D6-F59A-CCE5-EF99-AB636025782F}"/>
                </a:ext>
              </a:extLst>
            </p:cNvPr>
            <p:cNvSpPr/>
            <p:nvPr/>
          </p:nvSpPr>
          <p:spPr>
            <a:xfrm>
              <a:off x="-2684653" y="294157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5" name="Rectangle 5394">
              <a:extLst>
                <a:ext uri="{FF2B5EF4-FFF2-40B4-BE49-F238E27FC236}">
                  <a16:creationId xmlns:a16="http://schemas.microsoft.com/office/drawing/2014/main" id="{DBEE4B85-D94D-3616-4D39-2CCF65694CEF}"/>
                </a:ext>
              </a:extLst>
            </p:cNvPr>
            <p:cNvSpPr/>
            <p:nvPr/>
          </p:nvSpPr>
          <p:spPr>
            <a:xfrm>
              <a:off x="-2684653" y="302132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6" name="Rectangle 5395">
              <a:extLst>
                <a:ext uri="{FF2B5EF4-FFF2-40B4-BE49-F238E27FC236}">
                  <a16:creationId xmlns:a16="http://schemas.microsoft.com/office/drawing/2014/main" id="{74D764A0-0CF6-003A-751E-BDB74EF86938}"/>
                </a:ext>
              </a:extLst>
            </p:cNvPr>
            <p:cNvSpPr/>
            <p:nvPr/>
          </p:nvSpPr>
          <p:spPr>
            <a:xfrm>
              <a:off x="-2684653" y="310095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7" name="Rectangle 5396">
              <a:extLst>
                <a:ext uri="{FF2B5EF4-FFF2-40B4-BE49-F238E27FC236}">
                  <a16:creationId xmlns:a16="http://schemas.microsoft.com/office/drawing/2014/main" id="{D9B262A2-E31A-ACB3-C0A2-B41F5C69BF50}"/>
                </a:ext>
              </a:extLst>
            </p:cNvPr>
            <p:cNvSpPr/>
            <p:nvPr/>
          </p:nvSpPr>
          <p:spPr>
            <a:xfrm>
              <a:off x="-2684653" y="318071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8" name="Rectangle 5397">
              <a:extLst>
                <a:ext uri="{FF2B5EF4-FFF2-40B4-BE49-F238E27FC236}">
                  <a16:creationId xmlns:a16="http://schemas.microsoft.com/office/drawing/2014/main" id="{EC146E8F-99FB-AADA-5553-868369F059C4}"/>
                </a:ext>
              </a:extLst>
            </p:cNvPr>
            <p:cNvSpPr/>
            <p:nvPr/>
          </p:nvSpPr>
          <p:spPr>
            <a:xfrm>
              <a:off x="-2684653" y="326034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399" name="Rectangle 5398">
              <a:extLst>
                <a:ext uri="{FF2B5EF4-FFF2-40B4-BE49-F238E27FC236}">
                  <a16:creationId xmlns:a16="http://schemas.microsoft.com/office/drawing/2014/main" id="{CBB48FB4-57E0-4099-F62F-0E73428D3029}"/>
                </a:ext>
              </a:extLst>
            </p:cNvPr>
            <p:cNvSpPr/>
            <p:nvPr/>
          </p:nvSpPr>
          <p:spPr>
            <a:xfrm>
              <a:off x="-2684653" y="3340096"/>
              <a:ext cx="130683" cy="79629"/>
            </a:xfrm>
            <a:prstGeom prst="rect">
              <a:avLst/>
            </a:prstGeom>
            <a:solidFill>
              <a:srgbClr val="99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0" name="Rectangle 5399">
              <a:extLst>
                <a:ext uri="{FF2B5EF4-FFF2-40B4-BE49-F238E27FC236}">
                  <a16:creationId xmlns:a16="http://schemas.microsoft.com/office/drawing/2014/main" id="{D996DE7B-EDA4-33BD-D493-52A6D71DD4E7}"/>
                </a:ext>
              </a:extLst>
            </p:cNvPr>
            <p:cNvSpPr/>
            <p:nvPr/>
          </p:nvSpPr>
          <p:spPr>
            <a:xfrm>
              <a:off x="-2684653" y="341972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1" name="Rectangle 5400">
              <a:extLst>
                <a:ext uri="{FF2B5EF4-FFF2-40B4-BE49-F238E27FC236}">
                  <a16:creationId xmlns:a16="http://schemas.microsoft.com/office/drawing/2014/main" id="{129C26FB-D860-0EC5-068D-54D0C7F2AE33}"/>
                </a:ext>
              </a:extLst>
            </p:cNvPr>
            <p:cNvSpPr/>
            <p:nvPr/>
          </p:nvSpPr>
          <p:spPr>
            <a:xfrm>
              <a:off x="-2684653" y="349935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2" name="Rectangle 5401">
              <a:extLst>
                <a:ext uri="{FF2B5EF4-FFF2-40B4-BE49-F238E27FC236}">
                  <a16:creationId xmlns:a16="http://schemas.microsoft.com/office/drawing/2014/main" id="{F2B3946F-8BD8-5356-D21E-EEADE1F19E56}"/>
                </a:ext>
              </a:extLst>
            </p:cNvPr>
            <p:cNvSpPr/>
            <p:nvPr/>
          </p:nvSpPr>
          <p:spPr>
            <a:xfrm>
              <a:off x="-2684653" y="357911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3" name="Rectangle 5402">
              <a:extLst>
                <a:ext uri="{FF2B5EF4-FFF2-40B4-BE49-F238E27FC236}">
                  <a16:creationId xmlns:a16="http://schemas.microsoft.com/office/drawing/2014/main" id="{40903B6D-C2D8-1A98-18F6-4E380FEC68DC}"/>
                </a:ext>
              </a:extLst>
            </p:cNvPr>
            <p:cNvSpPr/>
            <p:nvPr/>
          </p:nvSpPr>
          <p:spPr>
            <a:xfrm>
              <a:off x="-2684653" y="365873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4" name="Rectangle 5403">
              <a:extLst>
                <a:ext uri="{FF2B5EF4-FFF2-40B4-BE49-F238E27FC236}">
                  <a16:creationId xmlns:a16="http://schemas.microsoft.com/office/drawing/2014/main" id="{DD52CED0-6EE9-E421-257F-2D91AC13D364}"/>
                </a:ext>
              </a:extLst>
            </p:cNvPr>
            <p:cNvSpPr/>
            <p:nvPr/>
          </p:nvSpPr>
          <p:spPr>
            <a:xfrm>
              <a:off x="-2684653" y="373849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5" name="Rectangle 5404">
              <a:extLst>
                <a:ext uri="{FF2B5EF4-FFF2-40B4-BE49-F238E27FC236}">
                  <a16:creationId xmlns:a16="http://schemas.microsoft.com/office/drawing/2014/main" id="{1B7F60A9-9040-8B33-F38B-3F24F2C0029E}"/>
                </a:ext>
              </a:extLst>
            </p:cNvPr>
            <p:cNvSpPr/>
            <p:nvPr/>
          </p:nvSpPr>
          <p:spPr>
            <a:xfrm>
              <a:off x="-2684653" y="381812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6" name="Rectangle 5405">
              <a:extLst>
                <a:ext uri="{FF2B5EF4-FFF2-40B4-BE49-F238E27FC236}">
                  <a16:creationId xmlns:a16="http://schemas.microsoft.com/office/drawing/2014/main" id="{1A7ECE66-8C1B-6D35-3265-1A7F28AF9DFA}"/>
                </a:ext>
              </a:extLst>
            </p:cNvPr>
            <p:cNvSpPr/>
            <p:nvPr/>
          </p:nvSpPr>
          <p:spPr>
            <a:xfrm>
              <a:off x="-2684653" y="389788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8" name="Rectangle 5407">
              <a:extLst>
                <a:ext uri="{FF2B5EF4-FFF2-40B4-BE49-F238E27FC236}">
                  <a16:creationId xmlns:a16="http://schemas.microsoft.com/office/drawing/2014/main" id="{ED536377-3040-6413-FD90-B1E1B34EAB40}"/>
                </a:ext>
              </a:extLst>
            </p:cNvPr>
            <p:cNvSpPr/>
            <p:nvPr/>
          </p:nvSpPr>
          <p:spPr>
            <a:xfrm>
              <a:off x="-2553970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09" name="Rectangle 5408">
              <a:extLst>
                <a:ext uri="{FF2B5EF4-FFF2-40B4-BE49-F238E27FC236}">
                  <a16:creationId xmlns:a16="http://schemas.microsoft.com/office/drawing/2014/main" id="{42DFF619-7254-8505-7265-FB14AA31C2C1}"/>
                </a:ext>
              </a:extLst>
            </p:cNvPr>
            <p:cNvSpPr/>
            <p:nvPr/>
          </p:nvSpPr>
          <p:spPr>
            <a:xfrm>
              <a:off x="-2553970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0" name="Rectangle 5409">
              <a:extLst>
                <a:ext uri="{FF2B5EF4-FFF2-40B4-BE49-F238E27FC236}">
                  <a16:creationId xmlns:a16="http://schemas.microsoft.com/office/drawing/2014/main" id="{D2500E3E-0AFF-ED76-C012-7E319FC6A917}"/>
                </a:ext>
              </a:extLst>
            </p:cNvPr>
            <p:cNvSpPr/>
            <p:nvPr/>
          </p:nvSpPr>
          <p:spPr>
            <a:xfrm>
              <a:off x="-2553970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1" name="Rectangle 5410">
              <a:extLst>
                <a:ext uri="{FF2B5EF4-FFF2-40B4-BE49-F238E27FC236}">
                  <a16:creationId xmlns:a16="http://schemas.microsoft.com/office/drawing/2014/main" id="{8B3A0B85-2D53-3E62-5DB9-5A643096C10F}"/>
                </a:ext>
              </a:extLst>
            </p:cNvPr>
            <p:cNvSpPr/>
            <p:nvPr/>
          </p:nvSpPr>
          <p:spPr>
            <a:xfrm>
              <a:off x="-2553970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2" name="Rectangle 5411">
              <a:extLst>
                <a:ext uri="{FF2B5EF4-FFF2-40B4-BE49-F238E27FC236}">
                  <a16:creationId xmlns:a16="http://schemas.microsoft.com/office/drawing/2014/main" id="{F048F66B-FEFD-ADD2-258C-4860D885BBB8}"/>
                </a:ext>
              </a:extLst>
            </p:cNvPr>
            <p:cNvSpPr/>
            <p:nvPr/>
          </p:nvSpPr>
          <p:spPr>
            <a:xfrm>
              <a:off x="-2553970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3" name="Rectangle 5412">
              <a:extLst>
                <a:ext uri="{FF2B5EF4-FFF2-40B4-BE49-F238E27FC236}">
                  <a16:creationId xmlns:a16="http://schemas.microsoft.com/office/drawing/2014/main" id="{5B098237-E0DB-6F95-4ED7-6AB71FD698AD}"/>
                </a:ext>
              </a:extLst>
            </p:cNvPr>
            <p:cNvSpPr/>
            <p:nvPr/>
          </p:nvSpPr>
          <p:spPr>
            <a:xfrm>
              <a:off x="-2553970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4" name="Rectangle 5413">
              <a:extLst>
                <a:ext uri="{FF2B5EF4-FFF2-40B4-BE49-F238E27FC236}">
                  <a16:creationId xmlns:a16="http://schemas.microsoft.com/office/drawing/2014/main" id="{63CD021D-C78E-0E9A-1936-321178A9FA80}"/>
                </a:ext>
              </a:extLst>
            </p:cNvPr>
            <p:cNvSpPr/>
            <p:nvPr/>
          </p:nvSpPr>
          <p:spPr>
            <a:xfrm>
              <a:off x="-2553970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5" name="Rectangle 5414">
              <a:extLst>
                <a:ext uri="{FF2B5EF4-FFF2-40B4-BE49-F238E27FC236}">
                  <a16:creationId xmlns:a16="http://schemas.microsoft.com/office/drawing/2014/main" id="{7589FAAC-F51A-5380-737F-FA918534D553}"/>
                </a:ext>
              </a:extLst>
            </p:cNvPr>
            <p:cNvSpPr/>
            <p:nvPr/>
          </p:nvSpPr>
          <p:spPr>
            <a:xfrm>
              <a:off x="-2553970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6" name="Rectangle 5415">
              <a:extLst>
                <a:ext uri="{FF2B5EF4-FFF2-40B4-BE49-F238E27FC236}">
                  <a16:creationId xmlns:a16="http://schemas.microsoft.com/office/drawing/2014/main" id="{110A22DE-6926-F2AE-0388-7F733436448A}"/>
                </a:ext>
              </a:extLst>
            </p:cNvPr>
            <p:cNvSpPr/>
            <p:nvPr/>
          </p:nvSpPr>
          <p:spPr>
            <a:xfrm>
              <a:off x="-2553970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7" name="Rectangle 5416">
              <a:extLst>
                <a:ext uri="{FF2B5EF4-FFF2-40B4-BE49-F238E27FC236}">
                  <a16:creationId xmlns:a16="http://schemas.microsoft.com/office/drawing/2014/main" id="{3951CC2A-D62A-7BF2-ADB0-1CDBE7D0AF73}"/>
                </a:ext>
              </a:extLst>
            </p:cNvPr>
            <p:cNvSpPr/>
            <p:nvPr/>
          </p:nvSpPr>
          <p:spPr>
            <a:xfrm>
              <a:off x="-2553970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8" name="Rectangle 5417">
              <a:extLst>
                <a:ext uri="{FF2B5EF4-FFF2-40B4-BE49-F238E27FC236}">
                  <a16:creationId xmlns:a16="http://schemas.microsoft.com/office/drawing/2014/main" id="{4559D269-E858-0A12-81B2-27767D332808}"/>
                </a:ext>
              </a:extLst>
            </p:cNvPr>
            <p:cNvSpPr/>
            <p:nvPr/>
          </p:nvSpPr>
          <p:spPr>
            <a:xfrm>
              <a:off x="-2553970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19" name="Rectangle 5418">
              <a:extLst>
                <a:ext uri="{FF2B5EF4-FFF2-40B4-BE49-F238E27FC236}">
                  <a16:creationId xmlns:a16="http://schemas.microsoft.com/office/drawing/2014/main" id="{9C4F1A05-0699-3BE5-93B1-CB4E01A9EDB8}"/>
                </a:ext>
              </a:extLst>
            </p:cNvPr>
            <p:cNvSpPr/>
            <p:nvPr/>
          </p:nvSpPr>
          <p:spPr>
            <a:xfrm>
              <a:off x="-2553970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0" name="Rectangle 5419">
              <a:extLst>
                <a:ext uri="{FF2B5EF4-FFF2-40B4-BE49-F238E27FC236}">
                  <a16:creationId xmlns:a16="http://schemas.microsoft.com/office/drawing/2014/main" id="{CB4B57A1-7964-D943-FFEE-058D012A8EA4}"/>
                </a:ext>
              </a:extLst>
            </p:cNvPr>
            <p:cNvSpPr/>
            <p:nvPr/>
          </p:nvSpPr>
          <p:spPr>
            <a:xfrm>
              <a:off x="-2553970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1" name="Rectangle 5420">
              <a:extLst>
                <a:ext uri="{FF2B5EF4-FFF2-40B4-BE49-F238E27FC236}">
                  <a16:creationId xmlns:a16="http://schemas.microsoft.com/office/drawing/2014/main" id="{890343A8-FC03-4BC0-F008-758153FC1355}"/>
                </a:ext>
              </a:extLst>
            </p:cNvPr>
            <p:cNvSpPr/>
            <p:nvPr/>
          </p:nvSpPr>
          <p:spPr>
            <a:xfrm>
              <a:off x="-2553970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2" name="Rectangle 5421">
              <a:extLst>
                <a:ext uri="{FF2B5EF4-FFF2-40B4-BE49-F238E27FC236}">
                  <a16:creationId xmlns:a16="http://schemas.microsoft.com/office/drawing/2014/main" id="{65CA9048-1570-C1EB-C64A-9D6BC7B2C14E}"/>
                </a:ext>
              </a:extLst>
            </p:cNvPr>
            <p:cNvSpPr/>
            <p:nvPr/>
          </p:nvSpPr>
          <p:spPr>
            <a:xfrm>
              <a:off x="-2553970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3" name="Rectangle 5422">
              <a:extLst>
                <a:ext uri="{FF2B5EF4-FFF2-40B4-BE49-F238E27FC236}">
                  <a16:creationId xmlns:a16="http://schemas.microsoft.com/office/drawing/2014/main" id="{BBDA600F-4E49-6D83-8D46-D80518A970A7}"/>
                </a:ext>
              </a:extLst>
            </p:cNvPr>
            <p:cNvSpPr/>
            <p:nvPr/>
          </p:nvSpPr>
          <p:spPr>
            <a:xfrm>
              <a:off x="-2553970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4" name="Rectangle 5423">
              <a:extLst>
                <a:ext uri="{FF2B5EF4-FFF2-40B4-BE49-F238E27FC236}">
                  <a16:creationId xmlns:a16="http://schemas.microsoft.com/office/drawing/2014/main" id="{FBAC2382-7D53-796C-EC62-663EF6AD75E0}"/>
                </a:ext>
              </a:extLst>
            </p:cNvPr>
            <p:cNvSpPr/>
            <p:nvPr/>
          </p:nvSpPr>
          <p:spPr>
            <a:xfrm>
              <a:off x="-2553970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5" name="Rectangle 5424">
              <a:extLst>
                <a:ext uri="{FF2B5EF4-FFF2-40B4-BE49-F238E27FC236}">
                  <a16:creationId xmlns:a16="http://schemas.microsoft.com/office/drawing/2014/main" id="{782E7A27-D1A0-8CA0-47C5-FFCA6DD19E9B}"/>
                </a:ext>
              </a:extLst>
            </p:cNvPr>
            <p:cNvSpPr/>
            <p:nvPr/>
          </p:nvSpPr>
          <p:spPr>
            <a:xfrm>
              <a:off x="-2553970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6" name="Rectangle 5425">
              <a:extLst>
                <a:ext uri="{FF2B5EF4-FFF2-40B4-BE49-F238E27FC236}">
                  <a16:creationId xmlns:a16="http://schemas.microsoft.com/office/drawing/2014/main" id="{E6E3F3E6-F836-B9DB-2BFF-EB074047D07A}"/>
                </a:ext>
              </a:extLst>
            </p:cNvPr>
            <p:cNvSpPr/>
            <p:nvPr/>
          </p:nvSpPr>
          <p:spPr>
            <a:xfrm>
              <a:off x="-2553970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7" name="Rectangle 5426">
              <a:extLst>
                <a:ext uri="{FF2B5EF4-FFF2-40B4-BE49-F238E27FC236}">
                  <a16:creationId xmlns:a16="http://schemas.microsoft.com/office/drawing/2014/main" id="{6A8D13C7-6623-E43B-BE2A-47DCB9E90B56}"/>
                </a:ext>
              </a:extLst>
            </p:cNvPr>
            <p:cNvSpPr/>
            <p:nvPr/>
          </p:nvSpPr>
          <p:spPr>
            <a:xfrm>
              <a:off x="-2553970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8" name="Rectangle 5427">
              <a:extLst>
                <a:ext uri="{FF2B5EF4-FFF2-40B4-BE49-F238E27FC236}">
                  <a16:creationId xmlns:a16="http://schemas.microsoft.com/office/drawing/2014/main" id="{64635B82-4FD4-3957-81B5-291678C823FE}"/>
                </a:ext>
              </a:extLst>
            </p:cNvPr>
            <p:cNvSpPr/>
            <p:nvPr/>
          </p:nvSpPr>
          <p:spPr>
            <a:xfrm>
              <a:off x="-2553970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29" name="Rectangle 5428">
              <a:extLst>
                <a:ext uri="{FF2B5EF4-FFF2-40B4-BE49-F238E27FC236}">
                  <a16:creationId xmlns:a16="http://schemas.microsoft.com/office/drawing/2014/main" id="{86F7DC77-495D-F73C-BE2A-7849466F97A8}"/>
                </a:ext>
              </a:extLst>
            </p:cNvPr>
            <p:cNvSpPr/>
            <p:nvPr/>
          </p:nvSpPr>
          <p:spPr>
            <a:xfrm>
              <a:off x="-2553970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0" name="Rectangle 5429">
              <a:extLst>
                <a:ext uri="{FF2B5EF4-FFF2-40B4-BE49-F238E27FC236}">
                  <a16:creationId xmlns:a16="http://schemas.microsoft.com/office/drawing/2014/main" id="{8FCA276B-87AF-74E5-5B68-85994CF14193}"/>
                </a:ext>
              </a:extLst>
            </p:cNvPr>
            <p:cNvSpPr/>
            <p:nvPr/>
          </p:nvSpPr>
          <p:spPr>
            <a:xfrm>
              <a:off x="-2553970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1" name="Rectangle 5430">
              <a:extLst>
                <a:ext uri="{FF2B5EF4-FFF2-40B4-BE49-F238E27FC236}">
                  <a16:creationId xmlns:a16="http://schemas.microsoft.com/office/drawing/2014/main" id="{AC193D2B-5632-D3CA-B3AF-6B755EC7D470}"/>
                </a:ext>
              </a:extLst>
            </p:cNvPr>
            <p:cNvSpPr/>
            <p:nvPr/>
          </p:nvSpPr>
          <p:spPr>
            <a:xfrm>
              <a:off x="-2553970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2" name="Rectangle 5431">
              <a:extLst>
                <a:ext uri="{FF2B5EF4-FFF2-40B4-BE49-F238E27FC236}">
                  <a16:creationId xmlns:a16="http://schemas.microsoft.com/office/drawing/2014/main" id="{EE4BBF22-8FC7-2F3E-1E1F-5C48D38C9483}"/>
                </a:ext>
              </a:extLst>
            </p:cNvPr>
            <p:cNvSpPr/>
            <p:nvPr/>
          </p:nvSpPr>
          <p:spPr>
            <a:xfrm>
              <a:off x="-2553970" y="3100955"/>
              <a:ext cx="130682" cy="79629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3" name="Rectangle 5432">
              <a:extLst>
                <a:ext uri="{FF2B5EF4-FFF2-40B4-BE49-F238E27FC236}">
                  <a16:creationId xmlns:a16="http://schemas.microsoft.com/office/drawing/2014/main" id="{18F07572-7839-01CE-C598-906A693FDACB}"/>
                </a:ext>
              </a:extLst>
            </p:cNvPr>
            <p:cNvSpPr/>
            <p:nvPr/>
          </p:nvSpPr>
          <p:spPr>
            <a:xfrm>
              <a:off x="-2553970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4" name="Rectangle 5433">
              <a:extLst>
                <a:ext uri="{FF2B5EF4-FFF2-40B4-BE49-F238E27FC236}">
                  <a16:creationId xmlns:a16="http://schemas.microsoft.com/office/drawing/2014/main" id="{7581327C-AD4E-3A40-1E84-F98684860088}"/>
                </a:ext>
              </a:extLst>
            </p:cNvPr>
            <p:cNvSpPr/>
            <p:nvPr/>
          </p:nvSpPr>
          <p:spPr>
            <a:xfrm>
              <a:off x="-2553970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5" name="Rectangle 5434">
              <a:extLst>
                <a:ext uri="{FF2B5EF4-FFF2-40B4-BE49-F238E27FC236}">
                  <a16:creationId xmlns:a16="http://schemas.microsoft.com/office/drawing/2014/main" id="{255C1D74-25DA-61A4-4C56-8F54CE55B573}"/>
                </a:ext>
              </a:extLst>
            </p:cNvPr>
            <p:cNvSpPr/>
            <p:nvPr/>
          </p:nvSpPr>
          <p:spPr>
            <a:xfrm>
              <a:off x="-2553970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6" name="Rectangle 5435">
              <a:extLst>
                <a:ext uri="{FF2B5EF4-FFF2-40B4-BE49-F238E27FC236}">
                  <a16:creationId xmlns:a16="http://schemas.microsoft.com/office/drawing/2014/main" id="{7FE1D41D-B100-10B4-9F79-92CBEF4FB1EF}"/>
                </a:ext>
              </a:extLst>
            </p:cNvPr>
            <p:cNvSpPr/>
            <p:nvPr/>
          </p:nvSpPr>
          <p:spPr>
            <a:xfrm>
              <a:off x="-2553970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7" name="Rectangle 5436">
              <a:extLst>
                <a:ext uri="{FF2B5EF4-FFF2-40B4-BE49-F238E27FC236}">
                  <a16:creationId xmlns:a16="http://schemas.microsoft.com/office/drawing/2014/main" id="{5B47CAB0-6646-E424-D679-863EC8A48D60}"/>
                </a:ext>
              </a:extLst>
            </p:cNvPr>
            <p:cNvSpPr/>
            <p:nvPr/>
          </p:nvSpPr>
          <p:spPr>
            <a:xfrm>
              <a:off x="-2553970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8" name="Rectangle 5437">
              <a:extLst>
                <a:ext uri="{FF2B5EF4-FFF2-40B4-BE49-F238E27FC236}">
                  <a16:creationId xmlns:a16="http://schemas.microsoft.com/office/drawing/2014/main" id="{BB53E378-7F05-FEF0-3695-CA23F7E375C5}"/>
                </a:ext>
              </a:extLst>
            </p:cNvPr>
            <p:cNvSpPr/>
            <p:nvPr/>
          </p:nvSpPr>
          <p:spPr>
            <a:xfrm>
              <a:off x="-2553970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39" name="Rectangle 5438">
              <a:extLst>
                <a:ext uri="{FF2B5EF4-FFF2-40B4-BE49-F238E27FC236}">
                  <a16:creationId xmlns:a16="http://schemas.microsoft.com/office/drawing/2014/main" id="{78607536-6867-13B4-69D9-934B49549AFF}"/>
                </a:ext>
              </a:extLst>
            </p:cNvPr>
            <p:cNvSpPr/>
            <p:nvPr/>
          </p:nvSpPr>
          <p:spPr>
            <a:xfrm>
              <a:off x="-2553970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0" name="Rectangle 5439">
              <a:extLst>
                <a:ext uri="{FF2B5EF4-FFF2-40B4-BE49-F238E27FC236}">
                  <a16:creationId xmlns:a16="http://schemas.microsoft.com/office/drawing/2014/main" id="{542D887B-1203-2474-52FB-1BF3569C14B8}"/>
                </a:ext>
              </a:extLst>
            </p:cNvPr>
            <p:cNvSpPr/>
            <p:nvPr/>
          </p:nvSpPr>
          <p:spPr>
            <a:xfrm>
              <a:off x="-2553970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1" name="Rectangle 5440">
              <a:extLst>
                <a:ext uri="{FF2B5EF4-FFF2-40B4-BE49-F238E27FC236}">
                  <a16:creationId xmlns:a16="http://schemas.microsoft.com/office/drawing/2014/main" id="{BA2141CC-2E42-1831-C2AE-19C7D90F05EA}"/>
                </a:ext>
              </a:extLst>
            </p:cNvPr>
            <p:cNvSpPr/>
            <p:nvPr/>
          </p:nvSpPr>
          <p:spPr>
            <a:xfrm>
              <a:off x="-2553970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2" name="Rectangle 5441">
              <a:extLst>
                <a:ext uri="{FF2B5EF4-FFF2-40B4-BE49-F238E27FC236}">
                  <a16:creationId xmlns:a16="http://schemas.microsoft.com/office/drawing/2014/main" id="{9366C11A-176C-14E4-62D3-D1E8A0E0F69F}"/>
                </a:ext>
              </a:extLst>
            </p:cNvPr>
            <p:cNvSpPr/>
            <p:nvPr/>
          </p:nvSpPr>
          <p:spPr>
            <a:xfrm>
              <a:off x="-2553970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4" name="Rectangle 5443">
              <a:extLst>
                <a:ext uri="{FF2B5EF4-FFF2-40B4-BE49-F238E27FC236}">
                  <a16:creationId xmlns:a16="http://schemas.microsoft.com/office/drawing/2014/main" id="{98B9A730-8A46-C058-0C7B-F544C8CB91DB}"/>
                </a:ext>
              </a:extLst>
            </p:cNvPr>
            <p:cNvSpPr/>
            <p:nvPr/>
          </p:nvSpPr>
          <p:spPr>
            <a:xfrm>
              <a:off x="-2423160" y="118858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5" name="Rectangle 5444">
              <a:extLst>
                <a:ext uri="{FF2B5EF4-FFF2-40B4-BE49-F238E27FC236}">
                  <a16:creationId xmlns:a16="http://schemas.microsoft.com/office/drawing/2014/main" id="{33AE96CF-C151-8CEC-6BEE-1B503EF4D6AA}"/>
                </a:ext>
              </a:extLst>
            </p:cNvPr>
            <p:cNvSpPr/>
            <p:nvPr/>
          </p:nvSpPr>
          <p:spPr>
            <a:xfrm>
              <a:off x="-2423160" y="1268218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6" name="Rectangle 5445">
              <a:extLst>
                <a:ext uri="{FF2B5EF4-FFF2-40B4-BE49-F238E27FC236}">
                  <a16:creationId xmlns:a16="http://schemas.microsoft.com/office/drawing/2014/main" id="{9F1FDB1C-FFE2-FE1A-B807-BED8D6549AC4}"/>
                </a:ext>
              </a:extLst>
            </p:cNvPr>
            <p:cNvSpPr/>
            <p:nvPr/>
          </p:nvSpPr>
          <p:spPr>
            <a:xfrm>
              <a:off x="-2423160" y="1347974"/>
              <a:ext cx="130683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7" name="Rectangle 5446">
              <a:extLst>
                <a:ext uri="{FF2B5EF4-FFF2-40B4-BE49-F238E27FC236}">
                  <a16:creationId xmlns:a16="http://schemas.microsoft.com/office/drawing/2014/main" id="{EBA1D576-3BF4-7060-1CBF-E7FFE20E82BC}"/>
                </a:ext>
              </a:extLst>
            </p:cNvPr>
            <p:cNvSpPr/>
            <p:nvPr/>
          </p:nvSpPr>
          <p:spPr>
            <a:xfrm>
              <a:off x="-2423160" y="1427603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8" name="Rectangle 5447">
              <a:extLst>
                <a:ext uri="{FF2B5EF4-FFF2-40B4-BE49-F238E27FC236}">
                  <a16:creationId xmlns:a16="http://schemas.microsoft.com/office/drawing/2014/main" id="{2875E613-2AEA-FC81-CB59-1863CA9A4809}"/>
                </a:ext>
              </a:extLst>
            </p:cNvPr>
            <p:cNvSpPr/>
            <p:nvPr/>
          </p:nvSpPr>
          <p:spPr>
            <a:xfrm>
              <a:off x="-2423160" y="150735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49" name="Rectangle 5448">
              <a:extLst>
                <a:ext uri="{FF2B5EF4-FFF2-40B4-BE49-F238E27FC236}">
                  <a16:creationId xmlns:a16="http://schemas.microsoft.com/office/drawing/2014/main" id="{D199ED5D-B7A6-5B18-0735-9CCD984D9B02}"/>
                </a:ext>
              </a:extLst>
            </p:cNvPr>
            <p:cNvSpPr/>
            <p:nvPr/>
          </p:nvSpPr>
          <p:spPr>
            <a:xfrm>
              <a:off x="-2423160" y="1586988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0" name="Rectangle 5449">
              <a:extLst>
                <a:ext uri="{FF2B5EF4-FFF2-40B4-BE49-F238E27FC236}">
                  <a16:creationId xmlns:a16="http://schemas.microsoft.com/office/drawing/2014/main" id="{7F68D980-F5F1-71CC-EED6-BF5DF055DA29}"/>
                </a:ext>
              </a:extLst>
            </p:cNvPr>
            <p:cNvSpPr/>
            <p:nvPr/>
          </p:nvSpPr>
          <p:spPr>
            <a:xfrm>
              <a:off x="-2423160" y="166674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1" name="Rectangle 5450">
              <a:extLst>
                <a:ext uri="{FF2B5EF4-FFF2-40B4-BE49-F238E27FC236}">
                  <a16:creationId xmlns:a16="http://schemas.microsoft.com/office/drawing/2014/main" id="{7F8E45D0-FA00-9433-14D4-7922544F0EFD}"/>
                </a:ext>
              </a:extLst>
            </p:cNvPr>
            <p:cNvSpPr/>
            <p:nvPr/>
          </p:nvSpPr>
          <p:spPr>
            <a:xfrm>
              <a:off x="-2423160" y="1746373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2" name="Rectangle 5451">
              <a:extLst>
                <a:ext uri="{FF2B5EF4-FFF2-40B4-BE49-F238E27FC236}">
                  <a16:creationId xmlns:a16="http://schemas.microsoft.com/office/drawing/2014/main" id="{AFDDB0DF-33D8-1D20-ADEF-E553B04D88B3}"/>
                </a:ext>
              </a:extLst>
            </p:cNvPr>
            <p:cNvSpPr/>
            <p:nvPr/>
          </p:nvSpPr>
          <p:spPr>
            <a:xfrm>
              <a:off x="-2423160" y="182600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3" name="Rectangle 5452">
              <a:extLst>
                <a:ext uri="{FF2B5EF4-FFF2-40B4-BE49-F238E27FC236}">
                  <a16:creationId xmlns:a16="http://schemas.microsoft.com/office/drawing/2014/main" id="{FD59B9A6-21BC-2523-CA2A-1C6F7919D48F}"/>
                </a:ext>
              </a:extLst>
            </p:cNvPr>
            <p:cNvSpPr/>
            <p:nvPr/>
          </p:nvSpPr>
          <p:spPr>
            <a:xfrm>
              <a:off x="-2423160" y="190575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4" name="Rectangle 5453">
              <a:extLst>
                <a:ext uri="{FF2B5EF4-FFF2-40B4-BE49-F238E27FC236}">
                  <a16:creationId xmlns:a16="http://schemas.microsoft.com/office/drawing/2014/main" id="{AC961249-B7D7-9531-C2DD-0C40EBD1525A}"/>
                </a:ext>
              </a:extLst>
            </p:cNvPr>
            <p:cNvSpPr/>
            <p:nvPr/>
          </p:nvSpPr>
          <p:spPr>
            <a:xfrm>
              <a:off x="-2423160" y="198538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5" name="Rectangle 5454">
              <a:extLst>
                <a:ext uri="{FF2B5EF4-FFF2-40B4-BE49-F238E27FC236}">
                  <a16:creationId xmlns:a16="http://schemas.microsoft.com/office/drawing/2014/main" id="{A5CCBE2E-E52A-1CAB-72AA-DE1887996F5D}"/>
                </a:ext>
              </a:extLst>
            </p:cNvPr>
            <p:cNvSpPr/>
            <p:nvPr/>
          </p:nvSpPr>
          <p:spPr>
            <a:xfrm>
              <a:off x="-2423160" y="2065143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6" name="Rectangle 5455">
              <a:extLst>
                <a:ext uri="{FF2B5EF4-FFF2-40B4-BE49-F238E27FC236}">
                  <a16:creationId xmlns:a16="http://schemas.microsoft.com/office/drawing/2014/main" id="{0E895C0F-5238-31F8-A205-533162C2DCF8}"/>
                </a:ext>
              </a:extLst>
            </p:cNvPr>
            <p:cNvSpPr/>
            <p:nvPr/>
          </p:nvSpPr>
          <p:spPr>
            <a:xfrm>
              <a:off x="-2423160" y="214477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7" name="Rectangle 5456">
              <a:extLst>
                <a:ext uri="{FF2B5EF4-FFF2-40B4-BE49-F238E27FC236}">
                  <a16:creationId xmlns:a16="http://schemas.microsoft.com/office/drawing/2014/main" id="{13C84F15-6E68-3F77-028E-F5C57DE56CE1}"/>
                </a:ext>
              </a:extLst>
            </p:cNvPr>
            <p:cNvSpPr/>
            <p:nvPr/>
          </p:nvSpPr>
          <p:spPr>
            <a:xfrm>
              <a:off x="-2423160" y="2224528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8" name="Rectangle 5457">
              <a:extLst>
                <a:ext uri="{FF2B5EF4-FFF2-40B4-BE49-F238E27FC236}">
                  <a16:creationId xmlns:a16="http://schemas.microsoft.com/office/drawing/2014/main" id="{1F1CB69D-CE5D-E516-57DB-648D881C3B40}"/>
                </a:ext>
              </a:extLst>
            </p:cNvPr>
            <p:cNvSpPr/>
            <p:nvPr/>
          </p:nvSpPr>
          <p:spPr>
            <a:xfrm>
              <a:off x="-2423160" y="230415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59" name="Rectangle 5458">
              <a:extLst>
                <a:ext uri="{FF2B5EF4-FFF2-40B4-BE49-F238E27FC236}">
                  <a16:creationId xmlns:a16="http://schemas.microsoft.com/office/drawing/2014/main" id="{51957326-A070-A4BC-0443-27B653A7DCFA}"/>
                </a:ext>
              </a:extLst>
            </p:cNvPr>
            <p:cNvSpPr/>
            <p:nvPr/>
          </p:nvSpPr>
          <p:spPr>
            <a:xfrm>
              <a:off x="-2423160" y="238378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0" name="Rectangle 5459">
              <a:extLst>
                <a:ext uri="{FF2B5EF4-FFF2-40B4-BE49-F238E27FC236}">
                  <a16:creationId xmlns:a16="http://schemas.microsoft.com/office/drawing/2014/main" id="{17CEF993-E164-E81A-6009-E186BAB50BCB}"/>
                </a:ext>
              </a:extLst>
            </p:cNvPr>
            <p:cNvSpPr/>
            <p:nvPr/>
          </p:nvSpPr>
          <p:spPr>
            <a:xfrm>
              <a:off x="-2423160" y="2463542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1" name="Rectangle 5460">
              <a:extLst>
                <a:ext uri="{FF2B5EF4-FFF2-40B4-BE49-F238E27FC236}">
                  <a16:creationId xmlns:a16="http://schemas.microsoft.com/office/drawing/2014/main" id="{8E986DB0-236A-0548-4B7F-CF116786BFF7}"/>
                </a:ext>
              </a:extLst>
            </p:cNvPr>
            <p:cNvSpPr/>
            <p:nvPr/>
          </p:nvSpPr>
          <p:spPr>
            <a:xfrm>
              <a:off x="-2423160" y="2543171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2" name="Rectangle 5461">
              <a:extLst>
                <a:ext uri="{FF2B5EF4-FFF2-40B4-BE49-F238E27FC236}">
                  <a16:creationId xmlns:a16="http://schemas.microsoft.com/office/drawing/2014/main" id="{D080CFF1-7A55-6492-6C52-7F8DD98C0B76}"/>
                </a:ext>
              </a:extLst>
            </p:cNvPr>
            <p:cNvSpPr/>
            <p:nvPr/>
          </p:nvSpPr>
          <p:spPr>
            <a:xfrm>
              <a:off x="-2423160" y="2622927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3" name="Rectangle 5462">
              <a:extLst>
                <a:ext uri="{FF2B5EF4-FFF2-40B4-BE49-F238E27FC236}">
                  <a16:creationId xmlns:a16="http://schemas.microsoft.com/office/drawing/2014/main" id="{98A13740-B090-BC3B-D57A-0EA1AF458D23}"/>
                </a:ext>
              </a:extLst>
            </p:cNvPr>
            <p:cNvSpPr/>
            <p:nvPr/>
          </p:nvSpPr>
          <p:spPr>
            <a:xfrm>
              <a:off x="-2423160" y="2702556"/>
              <a:ext cx="130683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4" name="Rectangle 5463">
              <a:extLst>
                <a:ext uri="{FF2B5EF4-FFF2-40B4-BE49-F238E27FC236}">
                  <a16:creationId xmlns:a16="http://schemas.microsoft.com/office/drawing/2014/main" id="{721B2FB9-91F7-A854-0634-EAB0B42F932C}"/>
                </a:ext>
              </a:extLst>
            </p:cNvPr>
            <p:cNvSpPr/>
            <p:nvPr/>
          </p:nvSpPr>
          <p:spPr>
            <a:xfrm>
              <a:off x="-2423160" y="2782312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5" name="Rectangle 5464">
              <a:extLst>
                <a:ext uri="{FF2B5EF4-FFF2-40B4-BE49-F238E27FC236}">
                  <a16:creationId xmlns:a16="http://schemas.microsoft.com/office/drawing/2014/main" id="{F765AE66-4A52-A9CF-61B5-3D14306A0414}"/>
                </a:ext>
              </a:extLst>
            </p:cNvPr>
            <p:cNvSpPr/>
            <p:nvPr/>
          </p:nvSpPr>
          <p:spPr>
            <a:xfrm>
              <a:off x="-2423160" y="286194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6" name="Rectangle 5465">
              <a:extLst>
                <a:ext uri="{FF2B5EF4-FFF2-40B4-BE49-F238E27FC236}">
                  <a16:creationId xmlns:a16="http://schemas.microsoft.com/office/drawing/2014/main" id="{1F62C9C5-13CB-B10C-D35D-05094AE335DF}"/>
                </a:ext>
              </a:extLst>
            </p:cNvPr>
            <p:cNvSpPr/>
            <p:nvPr/>
          </p:nvSpPr>
          <p:spPr>
            <a:xfrm>
              <a:off x="-2423160" y="294157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7" name="Rectangle 5466">
              <a:extLst>
                <a:ext uri="{FF2B5EF4-FFF2-40B4-BE49-F238E27FC236}">
                  <a16:creationId xmlns:a16="http://schemas.microsoft.com/office/drawing/2014/main" id="{569E0451-73D2-CE8E-C8B2-EFAAC41F883A}"/>
                </a:ext>
              </a:extLst>
            </p:cNvPr>
            <p:cNvSpPr/>
            <p:nvPr/>
          </p:nvSpPr>
          <p:spPr>
            <a:xfrm>
              <a:off x="-2423160" y="302132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8" name="Rectangle 5467">
              <a:extLst>
                <a:ext uri="{FF2B5EF4-FFF2-40B4-BE49-F238E27FC236}">
                  <a16:creationId xmlns:a16="http://schemas.microsoft.com/office/drawing/2014/main" id="{AD61FBC3-86FE-AC1B-AA8A-F0D4CA9BF134}"/>
                </a:ext>
              </a:extLst>
            </p:cNvPr>
            <p:cNvSpPr/>
            <p:nvPr/>
          </p:nvSpPr>
          <p:spPr>
            <a:xfrm>
              <a:off x="-2423160" y="3100955"/>
              <a:ext cx="130683" cy="79629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69" name="Rectangle 5468">
              <a:extLst>
                <a:ext uri="{FF2B5EF4-FFF2-40B4-BE49-F238E27FC236}">
                  <a16:creationId xmlns:a16="http://schemas.microsoft.com/office/drawing/2014/main" id="{A47A7408-1991-939C-DB8D-63049FABC52D}"/>
                </a:ext>
              </a:extLst>
            </p:cNvPr>
            <p:cNvSpPr/>
            <p:nvPr/>
          </p:nvSpPr>
          <p:spPr>
            <a:xfrm>
              <a:off x="-2423160" y="3180711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0" name="Rectangle 5469">
              <a:extLst>
                <a:ext uri="{FF2B5EF4-FFF2-40B4-BE49-F238E27FC236}">
                  <a16:creationId xmlns:a16="http://schemas.microsoft.com/office/drawing/2014/main" id="{C745AFB3-485F-4414-51E3-9B418DD927E8}"/>
                </a:ext>
              </a:extLst>
            </p:cNvPr>
            <p:cNvSpPr/>
            <p:nvPr/>
          </p:nvSpPr>
          <p:spPr>
            <a:xfrm>
              <a:off x="-2423160" y="326034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1" name="Rectangle 5470">
              <a:extLst>
                <a:ext uri="{FF2B5EF4-FFF2-40B4-BE49-F238E27FC236}">
                  <a16:creationId xmlns:a16="http://schemas.microsoft.com/office/drawing/2014/main" id="{BD47FE87-99CC-4F1C-F8C2-DF6D1E63AB99}"/>
                </a:ext>
              </a:extLst>
            </p:cNvPr>
            <p:cNvSpPr/>
            <p:nvPr/>
          </p:nvSpPr>
          <p:spPr>
            <a:xfrm>
              <a:off x="-2423160" y="3340096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2" name="Rectangle 5471">
              <a:extLst>
                <a:ext uri="{FF2B5EF4-FFF2-40B4-BE49-F238E27FC236}">
                  <a16:creationId xmlns:a16="http://schemas.microsoft.com/office/drawing/2014/main" id="{385704D7-1081-9112-DFAA-DFAD9EB15F4F}"/>
                </a:ext>
              </a:extLst>
            </p:cNvPr>
            <p:cNvSpPr/>
            <p:nvPr/>
          </p:nvSpPr>
          <p:spPr>
            <a:xfrm>
              <a:off x="-2423160" y="341972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3" name="Rectangle 5472">
              <a:extLst>
                <a:ext uri="{FF2B5EF4-FFF2-40B4-BE49-F238E27FC236}">
                  <a16:creationId xmlns:a16="http://schemas.microsoft.com/office/drawing/2014/main" id="{292A5603-4588-9F3B-E99F-7D98E2F9E524}"/>
                </a:ext>
              </a:extLst>
            </p:cNvPr>
            <p:cNvSpPr/>
            <p:nvPr/>
          </p:nvSpPr>
          <p:spPr>
            <a:xfrm>
              <a:off x="-2423160" y="349935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4" name="Rectangle 5473">
              <a:extLst>
                <a:ext uri="{FF2B5EF4-FFF2-40B4-BE49-F238E27FC236}">
                  <a16:creationId xmlns:a16="http://schemas.microsoft.com/office/drawing/2014/main" id="{0DCC2A43-9295-07D2-5099-C85CC5D5190F}"/>
                </a:ext>
              </a:extLst>
            </p:cNvPr>
            <p:cNvSpPr/>
            <p:nvPr/>
          </p:nvSpPr>
          <p:spPr>
            <a:xfrm>
              <a:off x="-2423160" y="357911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5" name="Rectangle 5474">
              <a:extLst>
                <a:ext uri="{FF2B5EF4-FFF2-40B4-BE49-F238E27FC236}">
                  <a16:creationId xmlns:a16="http://schemas.microsoft.com/office/drawing/2014/main" id="{8E498083-1152-0904-AE74-B80D8AB58B4A}"/>
                </a:ext>
              </a:extLst>
            </p:cNvPr>
            <p:cNvSpPr/>
            <p:nvPr/>
          </p:nvSpPr>
          <p:spPr>
            <a:xfrm>
              <a:off x="-2423160" y="3658739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6" name="Rectangle 5475">
              <a:extLst>
                <a:ext uri="{FF2B5EF4-FFF2-40B4-BE49-F238E27FC236}">
                  <a16:creationId xmlns:a16="http://schemas.microsoft.com/office/drawing/2014/main" id="{FC8D472F-7DCC-78E5-D134-4FE76EB4B663}"/>
                </a:ext>
              </a:extLst>
            </p:cNvPr>
            <p:cNvSpPr/>
            <p:nvPr/>
          </p:nvSpPr>
          <p:spPr>
            <a:xfrm>
              <a:off x="-2423160" y="3738495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7" name="Rectangle 5476">
              <a:extLst>
                <a:ext uri="{FF2B5EF4-FFF2-40B4-BE49-F238E27FC236}">
                  <a16:creationId xmlns:a16="http://schemas.microsoft.com/office/drawing/2014/main" id="{2ED6C82D-1882-A342-1FAD-00F4763288BB}"/>
                </a:ext>
              </a:extLst>
            </p:cNvPr>
            <p:cNvSpPr/>
            <p:nvPr/>
          </p:nvSpPr>
          <p:spPr>
            <a:xfrm>
              <a:off x="-2423160" y="3818124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78" name="Rectangle 5477">
              <a:extLst>
                <a:ext uri="{FF2B5EF4-FFF2-40B4-BE49-F238E27FC236}">
                  <a16:creationId xmlns:a16="http://schemas.microsoft.com/office/drawing/2014/main" id="{81406F92-51F7-7E1F-3818-792CC7DBB37C}"/>
                </a:ext>
              </a:extLst>
            </p:cNvPr>
            <p:cNvSpPr/>
            <p:nvPr/>
          </p:nvSpPr>
          <p:spPr>
            <a:xfrm>
              <a:off x="-2423160" y="3897880"/>
              <a:ext cx="130683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0" name="Rectangle 5479">
              <a:extLst>
                <a:ext uri="{FF2B5EF4-FFF2-40B4-BE49-F238E27FC236}">
                  <a16:creationId xmlns:a16="http://schemas.microsoft.com/office/drawing/2014/main" id="{E84E87E3-B039-CE8E-5CA5-3A2FD2D0A139}"/>
                </a:ext>
              </a:extLst>
            </p:cNvPr>
            <p:cNvSpPr/>
            <p:nvPr/>
          </p:nvSpPr>
          <p:spPr>
            <a:xfrm>
              <a:off x="-2292477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1" name="Rectangle 5480">
              <a:extLst>
                <a:ext uri="{FF2B5EF4-FFF2-40B4-BE49-F238E27FC236}">
                  <a16:creationId xmlns:a16="http://schemas.microsoft.com/office/drawing/2014/main" id="{9F664088-4A14-DF77-81B8-188F315F2449}"/>
                </a:ext>
              </a:extLst>
            </p:cNvPr>
            <p:cNvSpPr/>
            <p:nvPr/>
          </p:nvSpPr>
          <p:spPr>
            <a:xfrm>
              <a:off x="-2292477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2" name="Rectangle 5481">
              <a:extLst>
                <a:ext uri="{FF2B5EF4-FFF2-40B4-BE49-F238E27FC236}">
                  <a16:creationId xmlns:a16="http://schemas.microsoft.com/office/drawing/2014/main" id="{7D1C021B-07C8-0B49-B20A-BB3F18034DDD}"/>
                </a:ext>
              </a:extLst>
            </p:cNvPr>
            <p:cNvSpPr/>
            <p:nvPr/>
          </p:nvSpPr>
          <p:spPr>
            <a:xfrm>
              <a:off x="-2292477" y="1347974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3" name="Rectangle 5482">
              <a:extLst>
                <a:ext uri="{FF2B5EF4-FFF2-40B4-BE49-F238E27FC236}">
                  <a16:creationId xmlns:a16="http://schemas.microsoft.com/office/drawing/2014/main" id="{185801CE-DA35-026F-63D0-3AA8F6137592}"/>
                </a:ext>
              </a:extLst>
            </p:cNvPr>
            <p:cNvSpPr/>
            <p:nvPr/>
          </p:nvSpPr>
          <p:spPr>
            <a:xfrm>
              <a:off x="-2292477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4" name="Rectangle 5483">
              <a:extLst>
                <a:ext uri="{FF2B5EF4-FFF2-40B4-BE49-F238E27FC236}">
                  <a16:creationId xmlns:a16="http://schemas.microsoft.com/office/drawing/2014/main" id="{D6F71E1A-5147-B766-4AE7-8C4B445A6EC5}"/>
                </a:ext>
              </a:extLst>
            </p:cNvPr>
            <p:cNvSpPr/>
            <p:nvPr/>
          </p:nvSpPr>
          <p:spPr>
            <a:xfrm>
              <a:off x="-2292477" y="1507359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5" name="Rectangle 5484">
              <a:extLst>
                <a:ext uri="{FF2B5EF4-FFF2-40B4-BE49-F238E27FC236}">
                  <a16:creationId xmlns:a16="http://schemas.microsoft.com/office/drawing/2014/main" id="{D9591117-33FA-2E90-C541-F24DBC687783}"/>
                </a:ext>
              </a:extLst>
            </p:cNvPr>
            <p:cNvSpPr/>
            <p:nvPr/>
          </p:nvSpPr>
          <p:spPr>
            <a:xfrm>
              <a:off x="-2292477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6" name="Rectangle 5485">
              <a:extLst>
                <a:ext uri="{FF2B5EF4-FFF2-40B4-BE49-F238E27FC236}">
                  <a16:creationId xmlns:a16="http://schemas.microsoft.com/office/drawing/2014/main" id="{C372B888-F564-CDAD-8E52-0A5B4291C485}"/>
                </a:ext>
              </a:extLst>
            </p:cNvPr>
            <p:cNvSpPr/>
            <p:nvPr/>
          </p:nvSpPr>
          <p:spPr>
            <a:xfrm>
              <a:off x="-2292477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7" name="Rectangle 5486">
              <a:extLst>
                <a:ext uri="{FF2B5EF4-FFF2-40B4-BE49-F238E27FC236}">
                  <a16:creationId xmlns:a16="http://schemas.microsoft.com/office/drawing/2014/main" id="{06BF73B0-DC63-A165-01DC-1E9BB8D8C6CA}"/>
                </a:ext>
              </a:extLst>
            </p:cNvPr>
            <p:cNvSpPr/>
            <p:nvPr/>
          </p:nvSpPr>
          <p:spPr>
            <a:xfrm>
              <a:off x="-2292477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8" name="Rectangle 5487">
              <a:extLst>
                <a:ext uri="{FF2B5EF4-FFF2-40B4-BE49-F238E27FC236}">
                  <a16:creationId xmlns:a16="http://schemas.microsoft.com/office/drawing/2014/main" id="{C27A815F-C505-FAF9-8A5B-ABE122E06E41}"/>
                </a:ext>
              </a:extLst>
            </p:cNvPr>
            <p:cNvSpPr/>
            <p:nvPr/>
          </p:nvSpPr>
          <p:spPr>
            <a:xfrm>
              <a:off x="-2292477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89" name="Rectangle 5488">
              <a:extLst>
                <a:ext uri="{FF2B5EF4-FFF2-40B4-BE49-F238E27FC236}">
                  <a16:creationId xmlns:a16="http://schemas.microsoft.com/office/drawing/2014/main" id="{8FD20796-1786-D4BB-0C1C-CF869E7C6F19}"/>
                </a:ext>
              </a:extLst>
            </p:cNvPr>
            <p:cNvSpPr/>
            <p:nvPr/>
          </p:nvSpPr>
          <p:spPr>
            <a:xfrm>
              <a:off x="-2292477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0" name="Rectangle 5489">
              <a:extLst>
                <a:ext uri="{FF2B5EF4-FFF2-40B4-BE49-F238E27FC236}">
                  <a16:creationId xmlns:a16="http://schemas.microsoft.com/office/drawing/2014/main" id="{40B84EEB-8601-CB07-3DD4-EEB5090F3698}"/>
                </a:ext>
              </a:extLst>
            </p:cNvPr>
            <p:cNvSpPr/>
            <p:nvPr/>
          </p:nvSpPr>
          <p:spPr>
            <a:xfrm>
              <a:off x="-2292477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1" name="Rectangle 5490">
              <a:extLst>
                <a:ext uri="{FF2B5EF4-FFF2-40B4-BE49-F238E27FC236}">
                  <a16:creationId xmlns:a16="http://schemas.microsoft.com/office/drawing/2014/main" id="{7F1FEAA7-F5E8-76C7-F669-C14104F5F019}"/>
                </a:ext>
              </a:extLst>
            </p:cNvPr>
            <p:cNvSpPr/>
            <p:nvPr/>
          </p:nvSpPr>
          <p:spPr>
            <a:xfrm>
              <a:off x="-2292477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2" name="Rectangle 5491">
              <a:extLst>
                <a:ext uri="{FF2B5EF4-FFF2-40B4-BE49-F238E27FC236}">
                  <a16:creationId xmlns:a16="http://schemas.microsoft.com/office/drawing/2014/main" id="{C588DFDC-9469-CDC6-7348-7EF713E1604E}"/>
                </a:ext>
              </a:extLst>
            </p:cNvPr>
            <p:cNvSpPr/>
            <p:nvPr/>
          </p:nvSpPr>
          <p:spPr>
            <a:xfrm>
              <a:off x="-2292477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3" name="Rectangle 5492">
              <a:extLst>
                <a:ext uri="{FF2B5EF4-FFF2-40B4-BE49-F238E27FC236}">
                  <a16:creationId xmlns:a16="http://schemas.microsoft.com/office/drawing/2014/main" id="{256A19CE-7E42-A06C-AB20-31ACBC242700}"/>
                </a:ext>
              </a:extLst>
            </p:cNvPr>
            <p:cNvSpPr/>
            <p:nvPr/>
          </p:nvSpPr>
          <p:spPr>
            <a:xfrm>
              <a:off x="-2292477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4" name="Rectangle 5493">
              <a:extLst>
                <a:ext uri="{FF2B5EF4-FFF2-40B4-BE49-F238E27FC236}">
                  <a16:creationId xmlns:a16="http://schemas.microsoft.com/office/drawing/2014/main" id="{FECA6098-24EA-0B24-2B51-E0A6FE183A04}"/>
                </a:ext>
              </a:extLst>
            </p:cNvPr>
            <p:cNvSpPr/>
            <p:nvPr/>
          </p:nvSpPr>
          <p:spPr>
            <a:xfrm>
              <a:off x="-2292477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5" name="Rectangle 5494">
              <a:extLst>
                <a:ext uri="{FF2B5EF4-FFF2-40B4-BE49-F238E27FC236}">
                  <a16:creationId xmlns:a16="http://schemas.microsoft.com/office/drawing/2014/main" id="{7E8C5ECA-B5C3-FB78-9A04-1B249FE04623}"/>
                </a:ext>
              </a:extLst>
            </p:cNvPr>
            <p:cNvSpPr/>
            <p:nvPr/>
          </p:nvSpPr>
          <p:spPr>
            <a:xfrm>
              <a:off x="-2292477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6" name="Rectangle 5495">
              <a:extLst>
                <a:ext uri="{FF2B5EF4-FFF2-40B4-BE49-F238E27FC236}">
                  <a16:creationId xmlns:a16="http://schemas.microsoft.com/office/drawing/2014/main" id="{01BFC045-8328-DBB1-75A9-72B51A817D19}"/>
                </a:ext>
              </a:extLst>
            </p:cNvPr>
            <p:cNvSpPr/>
            <p:nvPr/>
          </p:nvSpPr>
          <p:spPr>
            <a:xfrm>
              <a:off x="-2292477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7" name="Rectangle 5496">
              <a:extLst>
                <a:ext uri="{FF2B5EF4-FFF2-40B4-BE49-F238E27FC236}">
                  <a16:creationId xmlns:a16="http://schemas.microsoft.com/office/drawing/2014/main" id="{3FE60C90-8A74-83A4-453F-4BFB33488F32}"/>
                </a:ext>
              </a:extLst>
            </p:cNvPr>
            <p:cNvSpPr/>
            <p:nvPr/>
          </p:nvSpPr>
          <p:spPr>
            <a:xfrm>
              <a:off x="-2292477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8" name="Rectangle 5497">
              <a:extLst>
                <a:ext uri="{FF2B5EF4-FFF2-40B4-BE49-F238E27FC236}">
                  <a16:creationId xmlns:a16="http://schemas.microsoft.com/office/drawing/2014/main" id="{A323EAF3-4BE3-57EC-2044-2C078B6B0974}"/>
                </a:ext>
              </a:extLst>
            </p:cNvPr>
            <p:cNvSpPr/>
            <p:nvPr/>
          </p:nvSpPr>
          <p:spPr>
            <a:xfrm>
              <a:off x="-2292477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499" name="Rectangle 5498">
              <a:extLst>
                <a:ext uri="{FF2B5EF4-FFF2-40B4-BE49-F238E27FC236}">
                  <a16:creationId xmlns:a16="http://schemas.microsoft.com/office/drawing/2014/main" id="{488B1B6D-C9EE-8CFE-DCEC-70A466073792}"/>
                </a:ext>
              </a:extLst>
            </p:cNvPr>
            <p:cNvSpPr/>
            <p:nvPr/>
          </p:nvSpPr>
          <p:spPr>
            <a:xfrm>
              <a:off x="-2292477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0" name="Rectangle 5499">
              <a:extLst>
                <a:ext uri="{FF2B5EF4-FFF2-40B4-BE49-F238E27FC236}">
                  <a16:creationId xmlns:a16="http://schemas.microsoft.com/office/drawing/2014/main" id="{BE170357-7D41-E653-8915-94D0604730AC}"/>
                </a:ext>
              </a:extLst>
            </p:cNvPr>
            <p:cNvSpPr/>
            <p:nvPr/>
          </p:nvSpPr>
          <p:spPr>
            <a:xfrm>
              <a:off x="-2292477" y="2782312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1" name="Rectangle 5500">
              <a:extLst>
                <a:ext uri="{FF2B5EF4-FFF2-40B4-BE49-F238E27FC236}">
                  <a16:creationId xmlns:a16="http://schemas.microsoft.com/office/drawing/2014/main" id="{603180FC-8E64-69C4-A67F-2B40AE794D8D}"/>
                </a:ext>
              </a:extLst>
            </p:cNvPr>
            <p:cNvSpPr/>
            <p:nvPr/>
          </p:nvSpPr>
          <p:spPr>
            <a:xfrm>
              <a:off x="-2292477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2" name="Rectangle 5501">
              <a:extLst>
                <a:ext uri="{FF2B5EF4-FFF2-40B4-BE49-F238E27FC236}">
                  <a16:creationId xmlns:a16="http://schemas.microsoft.com/office/drawing/2014/main" id="{31206B1C-CB96-8BF8-1B5C-5E0857EF3127}"/>
                </a:ext>
              </a:extLst>
            </p:cNvPr>
            <p:cNvSpPr/>
            <p:nvPr/>
          </p:nvSpPr>
          <p:spPr>
            <a:xfrm>
              <a:off x="-2292477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3" name="Rectangle 5502">
              <a:extLst>
                <a:ext uri="{FF2B5EF4-FFF2-40B4-BE49-F238E27FC236}">
                  <a16:creationId xmlns:a16="http://schemas.microsoft.com/office/drawing/2014/main" id="{21CF5621-4C0D-5206-40B5-4ABAA41D2F61}"/>
                </a:ext>
              </a:extLst>
            </p:cNvPr>
            <p:cNvSpPr/>
            <p:nvPr/>
          </p:nvSpPr>
          <p:spPr>
            <a:xfrm>
              <a:off x="-2292477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4" name="Rectangle 5503">
              <a:extLst>
                <a:ext uri="{FF2B5EF4-FFF2-40B4-BE49-F238E27FC236}">
                  <a16:creationId xmlns:a16="http://schemas.microsoft.com/office/drawing/2014/main" id="{A3896B13-8683-2DE2-6727-F446084FA50E}"/>
                </a:ext>
              </a:extLst>
            </p:cNvPr>
            <p:cNvSpPr/>
            <p:nvPr/>
          </p:nvSpPr>
          <p:spPr>
            <a:xfrm>
              <a:off x="-2292477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5" name="Rectangle 5504">
              <a:extLst>
                <a:ext uri="{FF2B5EF4-FFF2-40B4-BE49-F238E27FC236}">
                  <a16:creationId xmlns:a16="http://schemas.microsoft.com/office/drawing/2014/main" id="{A134B01F-36BD-A33E-B9BE-9CD84EF8539E}"/>
                </a:ext>
              </a:extLst>
            </p:cNvPr>
            <p:cNvSpPr/>
            <p:nvPr/>
          </p:nvSpPr>
          <p:spPr>
            <a:xfrm>
              <a:off x="-2292477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6" name="Rectangle 5505">
              <a:extLst>
                <a:ext uri="{FF2B5EF4-FFF2-40B4-BE49-F238E27FC236}">
                  <a16:creationId xmlns:a16="http://schemas.microsoft.com/office/drawing/2014/main" id="{A4CF2EC0-DC50-AED4-ED37-0DCFDE85CD4E}"/>
                </a:ext>
              </a:extLst>
            </p:cNvPr>
            <p:cNvSpPr/>
            <p:nvPr/>
          </p:nvSpPr>
          <p:spPr>
            <a:xfrm>
              <a:off x="-2292477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7" name="Rectangle 5506">
              <a:extLst>
                <a:ext uri="{FF2B5EF4-FFF2-40B4-BE49-F238E27FC236}">
                  <a16:creationId xmlns:a16="http://schemas.microsoft.com/office/drawing/2014/main" id="{A142E4E7-9EF0-643A-AF4C-3F7E68F46C25}"/>
                </a:ext>
              </a:extLst>
            </p:cNvPr>
            <p:cNvSpPr/>
            <p:nvPr/>
          </p:nvSpPr>
          <p:spPr>
            <a:xfrm>
              <a:off x="-2292477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8" name="Rectangle 5507">
              <a:extLst>
                <a:ext uri="{FF2B5EF4-FFF2-40B4-BE49-F238E27FC236}">
                  <a16:creationId xmlns:a16="http://schemas.microsoft.com/office/drawing/2014/main" id="{B15BEE4D-BA8F-D876-59E4-F060F44216B5}"/>
                </a:ext>
              </a:extLst>
            </p:cNvPr>
            <p:cNvSpPr/>
            <p:nvPr/>
          </p:nvSpPr>
          <p:spPr>
            <a:xfrm>
              <a:off x="-2292477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09" name="Rectangle 5508">
              <a:extLst>
                <a:ext uri="{FF2B5EF4-FFF2-40B4-BE49-F238E27FC236}">
                  <a16:creationId xmlns:a16="http://schemas.microsoft.com/office/drawing/2014/main" id="{1E53BD78-3816-A448-4D68-599DB1C77828}"/>
                </a:ext>
              </a:extLst>
            </p:cNvPr>
            <p:cNvSpPr/>
            <p:nvPr/>
          </p:nvSpPr>
          <p:spPr>
            <a:xfrm>
              <a:off x="-2292477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0" name="Rectangle 5509">
              <a:extLst>
                <a:ext uri="{FF2B5EF4-FFF2-40B4-BE49-F238E27FC236}">
                  <a16:creationId xmlns:a16="http://schemas.microsoft.com/office/drawing/2014/main" id="{314E13D3-D956-68EB-6C92-254B37C7ED4F}"/>
                </a:ext>
              </a:extLst>
            </p:cNvPr>
            <p:cNvSpPr/>
            <p:nvPr/>
          </p:nvSpPr>
          <p:spPr>
            <a:xfrm>
              <a:off x="-2292477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1" name="Rectangle 5510">
              <a:extLst>
                <a:ext uri="{FF2B5EF4-FFF2-40B4-BE49-F238E27FC236}">
                  <a16:creationId xmlns:a16="http://schemas.microsoft.com/office/drawing/2014/main" id="{F59DD31A-C064-64E1-85A2-D078B8D3E473}"/>
                </a:ext>
              </a:extLst>
            </p:cNvPr>
            <p:cNvSpPr/>
            <p:nvPr/>
          </p:nvSpPr>
          <p:spPr>
            <a:xfrm>
              <a:off x="-2292477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2" name="Rectangle 5511">
              <a:extLst>
                <a:ext uri="{FF2B5EF4-FFF2-40B4-BE49-F238E27FC236}">
                  <a16:creationId xmlns:a16="http://schemas.microsoft.com/office/drawing/2014/main" id="{0E7EECF4-2ED5-7AA9-302B-DD9DF538210E}"/>
                </a:ext>
              </a:extLst>
            </p:cNvPr>
            <p:cNvSpPr/>
            <p:nvPr/>
          </p:nvSpPr>
          <p:spPr>
            <a:xfrm>
              <a:off x="-2292477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3" name="Rectangle 5512">
              <a:extLst>
                <a:ext uri="{FF2B5EF4-FFF2-40B4-BE49-F238E27FC236}">
                  <a16:creationId xmlns:a16="http://schemas.microsoft.com/office/drawing/2014/main" id="{EAA2236A-5080-237B-C058-586929E6F027}"/>
                </a:ext>
              </a:extLst>
            </p:cNvPr>
            <p:cNvSpPr/>
            <p:nvPr/>
          </p:nvSpPr>
          <p:spPr>
            <a:xfrm>
              <a:off x="-2292477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4" name="Rectangle 5513">
              <a:extLst>
                <a:ext uri="{FF2B5EF4-FFF2-40B4-BE49-F238E27FC236}">
                  <a16:creationId xmlns:a16="http://schemas.microsoft.com/office/drawing/2014/main" id="{464BEE32-0550-08E1-52A7-AB8CC85020EC}"/>
                </a:ext>
              </a:extLst>
            </p:cNvPr>
            <p:cNvSpPr/>
            <p:nvPr/>
          </p:nvSpPr>
          <p:spPr>
            <a:xfrm>
              <a:off x="-2292477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6" name="Rectangle 5515">
              <a:extLst>
                <a:ext uri="{FF2B5EF4-FFF2-40B4-BE49-F238E27FC236}">
                  <a16:creationId xmlns:a16="http://schemas.microsoft.com/office/drawing/2014/main" id="{ADAA7A53-EFB1-5E58-D589-61715693C739}"/>
                </a:ext>
              </a:extLst>
            </p:cNvPr>
            <p:cNvSpPr/>
            <p:nvPr/>
          </p:nvSpPr>
          <p:spPr>
            <a:xfrm>
              <a:off x="-2161794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7" name="Rectangle 5516">
              <a:extLst>
                <a:ext uri="{FF2B5EF4-FFF2-40B4-BE49-F238E27FC236}">
                  <a16:creationId xmlns:a16="http://schemas.microsoft.com/office/drawing/2014/main" id="{656DF340-00BE-7FDE-2836-A4AE184305DD}"/>
                </a:ext>
              </a:extLst>
            </p:cNvPr>
            <p:cNvSpPr/>
            <p:nvPr/>
          </p:nvSpPr>
          <p:spPr>
            <a:xfrm>
              <a:off x="-2161794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8" name="Rectangle 5517">
              <a:extLst>
                <a:ext uri="{FF2B5EF4-FFF2-40B4-BE49-F238E27FC236}">
                  <a16:creationId xmlns:a16="http://schemas.microsoft.com/office/drawing/2014/main" id="{04327E21-FE56-681B-6EF1-74AA54E58072}"/>
                </a:ext>
              </a:extLst>
            </p:cNvPr>
            <p:cNvSpPr/>
            <p:nvPr/>
          </p:nvSpPr>
          <p:spPr>
            <a:xfrm>
              <a:off x="-2161794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19" name="Rectangle 5518">
              <a:extLst>
                <a:ext uri="{FF2B5EF4-FFF2-40B4-BE49-F238E27FC236}">
                  <a16:creationId xmlns:a16="http://schemas.microsoft.com/office/drawing/2014/main" id="{CBC3EFEC-6B11-E031-271A-BD343D9DA50D}"/>
                </a:ext>
              </a:extLst>
            </p:cNvPr>
            <p:cNvSpPr/>
            <p:nvPr/>
          </p:nvSpPr>
          <p:spPr>
            <a:xfrm>
              <a:off x="-2161794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0" name="Rectangle 5519">
              <a:extLst>
                <a:ext uri="{FF2B5EF4-FFF2-40B4-BE49-F238E27FC236}">
                  <a16:creationId xmlns:a16="http://schemas.microsoft.com/office/drawing/2014/main" id="{2234350B-CB8B-34CD-1832-823E272A736D}"/>
                </a:ext>
              </a:extLst>
            </p:cNvPr>
            <p:cNvSpPr/>
            <p:nvPr/>
          </p:nvSpPr>
          <p:spPr>
            <a:xfrm>
              <a:off x="-2161794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1" name="Rectangle 5520">
              <a:extLst>
                <a:ext uri="{FF2B5EF4-FFF2-40B4-BE49-F238E27FC236}">
                  <a16:creationId xmlns:a16="http://schemas.microsoft.com/office/drawing/2014/main" id="{23D9B4F1-F845-90FB-868D-BCF89E27B0B9}"/>
                </a:ext>
              </a:extLst>
            </p:cNvPr>
            <p:cNvSpPr/>
            <p:nvPr/>
          </p:nvSpPr>
          <p:spPr>
            <a:xfrm>
              <a:off x="-2161794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2" name="Rectangle 5521">
              <a:extLst>
                <a:ext uri="{FF2B5EF4-FFF2-40B4-BE49-F238E27FC236}">
                  <a16:creationId xmlns:a16="http://schemas.microsoft.com/office/drawing/2014/main" id="{8350EEA7-DC01-7158-193F-F513F9FCF365}"/>
                </a:ext>
              </a:extLst>
            </p:cNvPr>
            <p:cNvSpPr/>
            <p:nvPr/>
          </p:nvSpPr>
          <p:spPr>
            <a:xfrm>
              <a:off x="-2161794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3" name="Rectangle 5522">
              <a:extLst>
                <a:ext uri="{FF2B5EF4-FFF2-40B4-BE49-F238E27FC236}">
                  <a16:creationId xmlns:a16="http://schemas.microsoft.com/office/drawing/2014/main" id="{6E47C739-FDF7-1CDC-B77B-9CD6321B26B9}"/>
                </a:ext>
              </a:extLst>
            </p:cNvPr>
            <p:cNvSpPr/>
            <p:nvPr/>
          </p:nvSpPr>
          <p:spPr>
            <a:xfrm>
              <a:off x="-2161794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4" name="Rectangle 5523">
              <a:extLst>
                <a:ext uri="{FF2B5EF4-FFF2-40B4-BE49-F238E27FC236}">
                  <a16:creationId xmlns:a16="http://schemas.microsoft.com/office/drawing/2014/main" id="{14BA1ADE-67EA-3FEF-10B3-85C6EFC0A9B2}"/>
                </a:ext>
              </a:extLst>
            </p:cNvPr>
            <p:cNvSpPr/>
            <p:nvPr/>
          </p:nvSpPr>
          <p:spPr>
            <a:xfrm>
              <a:off x="-2161794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5" name="Rectangle 5524">
              <a:extLst>
                <a:ext uri="{FF2B5EF4-FFF2-40B4-BE49-F238E27FC236}">
                  <a16:creationId xmlns:a16="http://schemas.microsoft.com/office/drawing/2014/main" id="{682F4879-FCA0-62EB-29DD-F13EC70A4B0D}"/>
                </a:ext>
              </a:extLst>
            </p:cNvPr>
            <p:cNvSpPr/>
            <p:nvPr/>
          </p:nvSpPr>
          <p:spPr>
            <a:xfrm>
              <a:off x="-2161794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6" name="Rectangle 5525">
              <a:extLst>
                <a:ext uri="{FF2B5EF4-FFF2-40B4-BE49-F238E27FC236}">
                  <a16:creationId xmlns:a16="http://schemas.microsoft.com/office/drawing/2014/main" id="{A62C3416-E864-9413-B981-6E1DDC5F4200}"/>
                </a:ext>
              </a:extLst>
            </p:cNvPr>
            <p:cNvSpPr/>
            <p:nvPr/>
          </p:nvSpPr>
          <p:spPr>
            <a:xfrm>
              <a:off x="-2161794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7" name="Rectangle 5526">
              <a:extLst>
                <a:ext uri="{FF2B5EF4-FFF2-40B4-BE49-F238E27FC236}">
                  <a16:creationId xmlns:a16="http://schemas.microsoft.com/office/drawing/2014/main" id="{34F44040-C407-B007-355D-16342D72D281}"/>
                </a:ext>
              </a:extLst>
            </p:cNvPr>
            <p:cNvSpPr/>
            <p:nvPr/>
          </p:nvSpPr>
          <p:spPr>
            <a:xfrm>
              <a:off x="-2161794" y="2065143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8" name="Rectangle 5527">
              <a:extLst>
                <a:ext uri="{FF2B5EF4-FFF2-40B4-BE49-F238E27FC236}">
                  <a16:creationId xmlns:a16="http://schemas.microsoft.com/office/drawing/2014/main" id="{B52133D2-BD8F-EDA6-FE22-BCE7EC2E0A01}"/>
                </a:ext>
              </a:extLst>
            </p:cNvPr>
            <p:cNvSpPr/>
            <p:nvPr/>
          </p:nvSpPr>
          <p:spPr>
            <a:xfrm>
              <a:off x="-2161794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29" name="Rectangle 5528">
              <a:extLst>
                <a:ext uri="{FF2B5EF4-FFF2-40B4-BE49-F238E27FC236}">
                  <a16:creationId xmlns:a16="http://schemas.microsoft.com/office/drawing/2014/main" id="{31BCB2D7-B9E7-EC93-B80E-964BD9406E98}"/>
                </a:ext>
              </a:extLst>
            </p:cNvPr>
            <p:cNvSpPr/>
            <p:nvPr/>
          </p:nvSpPr>
          <p:spPr>
            <a:xfrm>
              <a:off x="-2161794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0" name="Rectangle 5529">
              <a:extLst>
                <a:ext uri="{FF2B5EF4-FFF2-40B4-BE49-F238E27FC236}">
                  <a16:creationId xmlns:a16="http://schemas.microsoft.com/office/drawing/2014/main" id="{60E78125-2B1B-52AA-03DA-549C82B81AC9}"/>
                </a:ext>
              </a:extLst>
            </p:cNvPr>
            <p:cNvSpPr/>
            <p:nvPr/>
          </p:nvSpPr>
          <p:spPr>
            <a:xfrm>
              <a:off x="-2161794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1" name="Rectangle 5530">
              <a:extLst>
                <a:ext uri="{FF2B5EF4-FFF2-40B4-BE49-F238E27FC236}">
                  <a16:creationId xmlns:a16="http://schemas.microsoft.com/office/drawing/2014/main" id="{2F3FAC34-CDF5-A37A-BC37-34BD08B2882A}"/>
                </a:ext>
              </a:extLst>
            </p:cNvPr>
            <p:cNvSpPr/>
            <p:nvPr/>
          </p:nvSpPr>
          <p:spPr>
            <a:xfrm>
              <a:off x="-2161794" y="2383786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2" name="Rectangle 5531">
              <a:extLst>
                <a:ext uri="{FF2B5EF4-FFF2-40B4-BE49-F238E27FC236}">
                  <a16:creationId xmlns:a16="http://schemas.microsoft.com/office/drawing/2014/main" id="{D3D43D8F-7DEF-EB57-8A8A-50BA0A2FD19D}"/>
                </a:ext>
              </a:extLst>
            </p:cNvPr>
            <p:cNvSpPr/>
            <p:nvPr/>
          </p:nvSpPr>
          <p:spPr>
            <a:xfrm>
              <a:off x="-2161794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3" name="Rectangle 5532">
              <a:extLst>
                <a:ext uri="{FF2B5EF4-FFF2-40B4-BE49-F238E27FC236}">
                  <a16:creationId xmlns:a16="http://schemas.microsoft.com/office/drawing/2014/main" id="{FA7A0E7B-760F-1758-392E-9946AD520E3A}"/>
                </a:ext>
              </a:extLst>
            </p:cNvPr>
            <p:cNvSpPr/>
            <p:nvPr/>
          </p:nvSpPr>
          <p:spPr>
            <a:xfrm>
              <a:off x="-2161794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4" name="Rectangle 5533">
              <a:extLst>
                <a:ext uri="{FF2B5EF4-FFF2-40B4-BE49-F238E27FC236}">
                  <a16:creationId xmlns:a16="http://schemas.microsoft.com/office/drawing/2014/main" id="{E49159E0-F8B8-FBFC-E06C-7D58DC475486}"/>
                </a:ext>
              </a:extLst>
            </p:cNvPr>
            <p:cNvSpPr/>
            <p:nvPr/>
          </p:nvSpPr>
          <p:spPr>
            <a:xfrm>
              <a:off x="-2161794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5" name="Rectangle 5534">
              <a:extLst>
                <a:ext uri="{FF2B5EF4-FFF2-40B4-BE49-F238E27FC236}">
                  <a16:creationId xmlns:a16="http://schemas.microsoft.com/office/drawing/2014/main" id="{3DFFCE69-952F-4A6F-5244-414AA251380A}"/>
                </a:ext>
              </a:extLst>
            </p:cNvPr>
            <p:cNvSpPr/>
            <p:nvPr/>
          </p:nvSpPr>
          <p:spPr>
            <a:xfrm>
              <a:off x="-2161794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6" name="Rectangle 5535">
              <a:extLst>
                <a:ext uri="{FF2B5EF4-FFF2-40B4-BE49-F238E27FC236}">
                  <a16:creationId xmlns:a16="http://schemas.microsoft.com/office/drawing/2014/main" id="{58D3C909-E882-F1AD-DBCE-05D2BECA9375}"/>
                </a:ext>
              </a:extLst>
            </p:cNvPr>
            <p:cNvSpPr/>
            <p:nvPr/>
          </p:nvSpPr>
          <p:spPr>
            <a:xfrm>
              <a:off x="-2161794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7" name="Rectangle 5536">
              <a:extLst>
                <a:ext uri="{FF2B5EF4-FFF2-40B4-BE49-F238E27FC236}">
                  <a16:creationId xmlns:a16="http://schemas.microsoft.com/office/drawing/2014/main" id="{63E97708-617D-6B3D-F9AD-A340F8749D3B}"/>
                </a:ext>
              </a:extLst>
            </p:cNvPr>
            <p:cNvSpPr/>
            <p:nvPr/>
          </p:nvSpPr>
          <p:spPr>
            <a:xfrm>
              <a:off x="-2161794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8" name="Rectangle 5537">
              <a:extLst>
                <a:ext uri="{FF2B5EF4-FFF2-40B4-BE49-F238E27FC236}">
                  <a16:creationId xmlns:a16="http://schemas.microsoft.com/office/drawing/2014/main" id="{C6E9269B-9FD9-253B-789E-ABE08484182F}"/>
                </a:ext>
              </a:extLst>
            </p:cNvPr>
            <p:cNvSpPr/>
            <p:nvPr/>
          </p:nvSpPr>
          <p:spPr>
            <a:xfrm>
              <a:off x="-2161794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39" name="Rectangle 5538">
              <a:extLst>
                <a:ext uri="{FF2B5EF4-FFF2-40B4-BE49-F238E27FC236}">
                  <a16:creationId xmlns:a16="http://schemas.microsoft.com/office/drawing/2014/main" id="{AA7AA875-4261-370A-A412-E1A09C324A1C}"/>
                </a:ext>
              </a:extLst>
            </p:cNvPr>
            <p:cNvSpPr/>
            <p:nvPr/>
          </p:nvSpPr>
          <p:spPr>
            <a:xfrm>
              <a:off x="-2161794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0" name="Rectangle 5539">
              <a:extLst>
                <a:ext uri="{FF2B5EF4-FFF2-40B4-BE49-F238E27FC236}">
                  <a16:creationId xmlns:a16="http://schemas.microsoft.com/office/drawing/2014/main" id="{0EA1925B-FAB4-ACE8-F453-6C494FEAACE1}"/>
                </a:ext>
              </a:extLst>
            </p:cNvPr>
            <p:cNvSpPr/>
            <p:nvPr/>
          </p:nvSpPr>
          <p:spPr>
            <a:xfrm>
              <a:off x="-2161794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1" name="Rectangle 5540">
              <a:extLst>
                <a:ext uri="{FF2B5EF4-FFF2-40B4-BE49-F238E27FC236}">
                  <a16:creationId xmlns:a16="http://schemas.microsoft.com/office/drawing/2014/main" id="{15E08698-414A-C016-79D7-A20C1E1F10DA}"/>
                </a:ext>
              </a:extLst>
            </p:cNvPr>
            <p:cNvSpPr/>
            <p:nvPr/>
          </p:nvSpPr>
          <p:spPr>
            <a:xfrm>
              <a:off x="-2161794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2" name="Rectangle 5541">
              <a:extLst>
                <a:ext uri="{FF2B5EF4-FFF2-40B4-BE49-F238E27FC236}">
                  <a16:creationId xmlns:a16="http://schemas.microsoft.com/office/drawing/2014/main" id="{C85F5BB7-6D72-C1E9-649B-889D643C4E32}"/>
                </a:ext>
              </a:extLst>
            </p:cNvPr>
            <p:cNvSpPr/>
            <p:nvPr/>
          </p:nvSpPr>
          <p:spPr>
            <a:xfrm>
              <a:off x="-2161794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3" name="Rectangle 5542">
              <a:extLst>
                <a:ext uri="{FF2B5EF4-FFF2-40B4-BE49-F238E27FC236}">
                  <a16:creationId xmlns:a16="http://schemas.microsoft.com/office/drawing/2014/main" id="{CC70119F-FA84-26D0-8C54-775934B045F0}"/>
                </a:ext>
              </a:extLst>
            </p:cNvPr>
            <p:cNvSpPr/>
            <p:nvPr/>
          </p:nvSpPr>
          <p:spPr>
            <a:xfrm>
              <a:off x="-2161794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4" name="Rectangle 5543">
              <a:extLst>
                <a:ext uri="{FF2B5EF4-FFF2-40B4-BE49-F238E27FC236}">
                  <a16:creationId xmlns:a16="http://schemas.microsoft.com/office/drawing/2014/main" id="{5B0591F6-EB79-D6FD-A2D4-B24D365F57DE}"/>
                </a:ext>
              </a:extLst>
            </p:cNvPr>
            <p:cNvSpPr/>
            <p:nvPr/>
          </p:nvSpPr>
          <p:spPr>
            <a:xfrm>
              <a:off x="-2161794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5" name="Rectangle 5544">
              <a:extLst>
                <a:ext uri="{FF2B5EF4-FFF2-40B4-BE49-F238E27FC236}">
                  <a16:creationId xmlns:a16="http://schemas.microsoft.com/office/drawing/2014/main" id="{98084387-2524-A59A-2EC9-C7AA78099775}"/>
                </a:ext>
              </a:extLst>
            </p:cNvPr>
            <p:cNvSpPr/>
            <p:nvPr/>
          </p:nvSpPr>
          <p:spPr>
            <a:xfrm>
              <a:off x="-2161794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6" name="Rectangle 5545">
              <a:extLst>
                <a:ext uri="{FF2B5EF4-FFF2-40B4-BE49-F238E27FC236}">
                  <a16:creationId xmlns:a16="http://schemas.microsoft.com/office/drawing/2014/main" id="{63B49B51-14C4-EBA3-B415-81A8D7FD4277}"/>
                </a:ext>
              </a:extLst>
            </p:cNvPr>
            <p:cNvSpPr/>
            <p:nvPr/>
          </p:nvSpPr>
          <p:spPr>
            <a:xfrm>
              <a:off x="-2161794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7" name="Rectangle 5546">
              <a:extLst>
                <a:ext uri="{FF2B5EF4-FFF2-40B4-BE49-F238E27FC236}">
                  <a16:creationId xmlns:a16="http://schemas.microsoft.com/office/drawing/2014/main" id="{978A778B-67F7-A661-73D8-55C643F26F22}"/>
                </a:ext>
              </a:extLst>
            </p:cNvPr>
            <p:cNvSpPr/>
            <p:nvPr/>
          </p:nvSpPr>
          <p:spPr>
            <a:xfrm>
              <a:off x="-2161794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8" name="Rectangle 5547">
              <a:extLst>
                <a:ext uri="{FF2B5EF4-FFF2-40B4-BE49-F238E27FC236}">
                  <a16:creationId xmlns:a16="http://schemas.microsoft.com/office/drawing/2014/main" id="{CAE48AC5-8CA0-846B-C9EC-60108FE8D6D7}"/>
                </a:ext>
              </a:extLst>
            </p:cNvPr>
            <p:cNvSpPr/>
            <p:nvPr/>
          </p:nvSpPr>
          <p:spPr>
            <a:xfrm>
              <a:off x="-2161794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49" name="Rectangle 5548">
              <a:extLst>
                <a:ext uri="{FF2B5EF4-FFF2-40B4-BE49-F238E27FC236}">
                  <a16:creationId xmlns:a16="http://schemas.microsoft.com/office/drawing/2014/main" id="{F60D8865-FA93-8759-4F56-5439F3F83448}"/>
                </a:ext>
              </a:extLst>
            </p:cNvPr>
            <p:cNvSpPr/>
            <p:nvPr/>
          </p:nvSpPr>
          <p:spPr>
            <a:xfrm>
              <a:off x="-2161794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0" name="Rectangle 5549">
              <a:extLst>
                <a:ext uri="{FF2B5EF4-FFF2-40B4-BE49-F238E27FC236}">
                  <a16:creationId xmlns:a16="http://schemas.microsoft.com/office/drawing/2014/main" id="{BDD8A305-5B14-406B-83B3-5108B57614C3}"/>
                </a:ext>
              </a:extLst>
            </p:cNvPr>
            <p:cNvSpPr/>
            <p:nvPr/>
          </p:nvSpPr>
          <p:spPr>
            <a:xfrm>
              <a:off x="-2161794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2" name="Rectangle 5551">
              <a:extLst>
                <a:ext uri="{FF2B5EF4-FFF2-40B4-BE49-F238E27FC236}">
                  <a16:creationId xmlns:a16="http://schemas.microsoft.com/office/drawing/2014/main" id="{7410455E-1C15-BD55-8308-A7D77C3F4624}"/>
                </a:ext>
              </a:extLst>
            </p:cNvPr>
            <p:cNvSpPr/>
            <p:nvPr/>
          </p:nvSpPr>
          <p:spPr>
            <a:xfrm>
              <a:off x="-2031111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3" name="Rectangle 5552">
              <a:extLst>
                <a:ext uri="{FF2B5EF4-FFF2-40B4-BE49-F238E27FC236}">
                  <a16:creationId xmlns:a16="http://schemas.microsoft.com/office/drawing/2014/main" id="{42108897-9BCA-5DEC-63F0-1F27C2CC1F2A}"/>
                </a:ext>
              </a:extLst>
            </p:cNvPr>
            <p:cNvSpPr/>
            <p:nvPr/>
          </p:nvSpPr>
          <p:spPr>
            <a:xfrm>
              <a:off x="-2031111" y="1268218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4" name="Rectangle 5553">
              <a:extLst>
                <a:ext uri="{FF2B5EF4-FFF2-40B4-BE49-F238E27FC236}">
                  <a16:creationId xmlns:a16="http://schemas.microsoft.com/office/drawing/2014/main" id="{020CE0E4-7BA8-5804-5023-12211858D734}"/>
                </a:ext>
              </a:extLst>
            </p:cNvPr>
            <p:cNvSpPr/>
            <p:nvPr/>
          </p:nvSpPr>
          <p:spPr>
            <a:xfrm>
              <a:off x="-2031111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5" name="Rectangle 5554">
              <a:extLst>
                <a:ext uri="{FF2B5EF4-FFF2-40B4-BE49-F238E27FC236}">
                  <a16:creationId xmlns:a16="http://schemas.microsoft.com/office/drawing/2014/main" id="{3519F766-4E90-109F-12E7-FADF23901D6B}"/>
                </a:ext>
              </a:extLst>
            </p:cNvPr>
            <p:cNvSpPr/>
            <p:nvPr/>
          </p:nvSpPr>
          <p:spPr>
            <a:xfrm>
              <a:off x="-2031111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6" name="Rectangle 5555">
              <a:extLst>
                <a:ext uri="{FF2B5EF4-FFF2-40B4-BE49-F238E27FC236}">
                  <a16:creationId xmlns:a16="http://schemas.microsoft.com/office/drawing/2014/main" id="{D91B2779-41AA-8224-87ED-BEDBDD1EE367}"/>
                </a:ext>
              </a:extLst>
            </p:cNvPr>
            <p:cNvSpPr/>
            <p:nvPr/>
          </p:nvSpPr>
          <p:spPr>
            <a:xfrm>
              <a:off x="-2031111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7" name="Rectangle 5556">
              <a:extLst>
                <a:ext uri="{FF2B5EF4-FFF2-40B4-BE49-F238E27FC236}">
                  <a16:creationId xmlns:a16="http://schemas.microsoft.com/office/drawing/2014/main" id="{D985FCEE-E30A-A11F-D5D2-C491283C6179}"/>
                </a:ext>
              </a:extLst>
            </p:cNvPr>
            <p:cNvSpPr/>
            <p:nvPr/>
          </p:nvSpPr>
          <p:spPr>
            <a:xfrm>
              <a:off x="-2031111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8" name="Rectangle 5557">
              <a:extLst>
                <a:ext uri="{FF2B5EF4-FFF2-40B4-BE49-F238E27FC236}">
                  <a16:creationId xmlns:a16="http://schemas.microsoft.com/office/drawing/2014/main" id="{F592E47F-2940-E55D-5B37-19C91879F9C1}"/>
                </a:ext>
              </a:extLst>
            </p:cNvPr>
            <p:cNvSpPr/>
            <p:nvPr/>
          </p:nvSpPr>
          <p:spPr>
            <a:xfrm>
              <a:off x="-2031111" y="1666744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59" name="Rectangle 5558">
              <a:extLst>
                <a:ext uri="{FF2B5EF4-FFF2-40B4-BE49-F238E27FC236}">
                  <a16:creationId xmlns:a16="http://schemas.microsoft.com/office/drawing/2014/main" id="{B4F60492-02F5-ABE5-F71F-E28297358BD6}"/>
                </a:ext>
              </a:extLst>
            </p:cNvPr>
            <p:cNvSpPr/>
            <p:nvPr/>
          </p:nvSpPr>
          <p:spPr>
            <a:xfrm>
              <a:off x="-2031111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0" name="Rectangle 5559">
              <a:extLst>
                <a:ext uri="{FF2B5EF4-FFF2-40B4-BE49-F238E27FC236}">
                  <a16:creationId xmlns:a16="http://schemas.microsoft.com/office/drawing/2014/main" id="{7CC8FC07-6CD4-6CDA-DE2F-93039B50510A}"/>
                </a:ext>
              </a:extLst>
            </p:cNvPr>
            <p:cNvSpPr/>
            <p:nvPr/>
          </p:nvSpPr>
          <p:spPr>
            <a:xfrm>
              <a:off x="-2031111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1" name="Rectangle 5560">
              <a:extLst>
                <a:ext uri="{FF2B5EF4-FFF2-40B4-BE49-F238E27FC236}">
                  <a16:creationId xmlns:a16="http://schemas.microsoft.com/office/drawing/2014/main" id="{54F062DD-3F25-8625-FC53-53FD62006341}"/>
                </a:ext>
              </a:extLst>
            </p:cNvPr>
            <p:cNvSpPr/>
            <p:nvPr/>
          </p:nvSpPr>
          <p:spPr>
            <a:xfrm>
              <a:off x="-2031111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2" name="Rectangle 5561">
              <a:extLst>
                <a:ext uri="{FF2B5EF4-FFF2-40B4-BE49-F238E27FC236}">
                  <a16:creationId xmlns:a16="http://schemas.microsoft.com/office/drawing/2014/main" id="{39189E7B-F47F-1244-997F-16CE52CE87EF}"/>
                </a:ext>
              </a:extLst>
            </p:cNvPr>
            <p:cNvSpPr/>
            <p:nvPr/>
          </p:nvSpPr>
          <p:spPr>
            <a:xfrm>
              <a:off x="-2031111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3" name="Rectangle 5562">
              <a:extLst>
                <a:ext uri="{FF2B5EF4-FFF2-40B4-BE49-F238E27FC236}">
                  <a16:creationId xmlns:a16="http://schemas.microsoft.com/office/drawing/2014/main" id="{72737BA3-F04C-1074-BF41-C4A70FD68A60}"/>
                </a:ext>
              </a:extLst>
            </p:cNvPr>
            <p:cNvSpPr/>
            <p:nvPr/>
          </p:nvSpPr>
          <p:spPr>
            <a:xfrm>
              <a:off x="-2031111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4" name="Rectangle 5563">
              <a:extLst>
                <a:ext uri="{FF2B5EF4-FFF2-40B4-BE49-F238E27FC236}">
                  <a16:creationId xmlns:a16="http://schemas.microsoft.com/office/drawing/2014/main" id="{302B5FDE-7B0E-4B45-B2A6-5FCE78D750F5}"/>
                </a:ext>
              </a:extLst>
            </p:cNvPr>
            <p:cNvSpPr/>
            <p:nvPr/>
          </p:nvSpPr>
          <p:spPr>
            <a:xfrm>
              <a:off x="-2031111" y="2144772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5" name="Rectangle 5564">
              <a:extLst>
                <a:ext uri="{FF2B5EF4-FFF2-40B4-BE49-F238E27FC236}">
                  <a16:creationId xmlns:a16="http://schemas.microsoft.com/office/drawing/2014/main" id="{3D2BAE6B-4093-95D3-5F65-4FDE9205227E}"/>
                </a:ext>
              </a:extLst>
            </p:cNvPr>
            <p:cNvSpPr/>
            <p:nvPr/>
          </p:nvSpPr>
          <p:spPr>
            <a:xfrm>
              <a:off x="-2031111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6" name="Rectangle 5565">
              <a:extLst>
                <a:ext uri="{FF2B5EF4-FFF2-40B4-BE49-F238E27FC236}">
                  <a16:creationId xmlns:a16="http://schemas.microsoft.com/office/drawing/2014/main" id="{1E7633DB-DB12-81CC-909D-3DB8EFEA16A8}"/>
                </a:ext>
              </a:extLst>
            </p:cNvPr>
            <p:cNvSpPr/>
            <p:nvPr/>
          </p:nvSpPr>
          <p:spPr>
            <a:xfrm>
              <a:off x="-2031111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7" name="Rectangle 5566">
              <a:extLst>
                <a:ext uri="{FF2B5EF4-FFF2-40B4-BE49-F238E27FC236}">
                  <a16:creationId xmlns:a16="http://schemas.microsoft.com/office/drawing/2014/main" id="{12B67346-543D-9191-F90E-EB09EB82FA0E}"/>
                </a:ext>
              </a:extLst>
            </p:cNvPr>
            <p:cNvSpPr/>
            <p:nvPr/>
          </p:nvSpPr>
          <p:spPr>
            <a:xfrm>
              <a:off x="-2031111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8" name="Rectangle 5567">
              <a:extLst>
                <a:ext uri="{FF2B5EF4-FFF2-40B4-BE49-F238E27FC236}">
                  <a16:creationId xmlns:a16="http://schemas.microsoft.com/office/drawing/2014/main" id="{D1CA4C82-96CC-8FEA-307F-2955A09AF0FA}"/>
                </a:ext>
              </a:extLst>
            </p:cNvPr>
            <p:cNvSpPr/>
            <p:nvPr/>
          </p:nvSpPr>
          <p:spPr>
            <a:xfrm>
              <a:off x="-2031111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69" name="Rectangle 5568">
              <a:extLst>
                <a:ext uri="{FF2B5EF4-FFF2-40B4-BE49-F238E27FC236}">
                  <a16:creationId xmlns:a16="http://schemas.microsoft.com/office/drawing/2014/main" id="{D7BE253A-A7FD-9EC2-52ED-931B9E87863C}"/>
                </a:ext>
              </a:extLst>
            </p:cNvPr>
            <p:cNvSpPr/>
            <p:nvPr/>
          </p:nvSpPr>
          <p:spPr>
            <a:xfrm>
              <a:off x="-2031111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0" name="Rectangle 5569">
              <a:extLst>
                <a:ext uri="{FF2B5EF4-FFF2-40B4-BE49-F238E27FC236}">
                  <a16:creationId xmlns:a16="http://schemas.microsoft.com/office/drawing/2014/main" id="{2DECE1EF-156D-8090-6B9A-22DB8C3CA5CD}"/>
                </a:ext>
              </a:extLst>
            </p:cNvPr>
            <p:cNvSpPr/>
            <p:nvPr/>
          </p:nvSpPr>
          <p:spPr>
            <a:xfrm>
              <a:off x="-2031111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1" name="Rectangle 5570">
              <a:extLst>
                <a:ext uri="{FF2B5EF4-FFF2-40B4-BE49-F238E27FC236}">
                  <a16:creationId xmlns:a16="http://schemas.microsoft.com/office/drawing/2014/main" id="{597DB529-6B9C-A739-CA1E-DE35B0BC3F80}"/>
                </a:ext>
              </a:extLst>
            </p:cNvPr>
            <p:cNvSpPr/>
            <p:nvPr/>
          </p:nvSpPr>
          <p:spPr>
            <a:xfrm>
              <a:off x="-2031111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2" name="Rectangle 5571">
              <a:extLst>
                <a:ext uri="{FF2B5EF4-FFF2-40B4-BE49-F238E27FC236}">
                  <a16:creationId xmlns:a16="http://schemas.microsoft.com/office/drawing/2014/main" id="{40FABB91-447A-4C72-7077-169EBBE085F0}"/>
                </a:ext>
              </a:extLst>
            </p:cNvPr>
            <p:cNvSpPr/>
            <p:nvPr/>
          </p:nvSpPr>
          <p:spPr>
            <a:xfrm>
              <a:off x="-2031111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3" name="Rectangle 5572">
              <a:extLst>
                <a:ext uri="{FF2B5EF4-FFF2-40B4-BE49-F238E27FC236}">
                  <a16:creationId xmlns:a16="http://schemas.microsoft.com/office/drawing/2014/main" id="{4D93308E-855C-2D4E-6BA5-050368C70648}"/>
                </a:ext>
              </a:extLst>
            </p:cNvPr>
            <p:cNvSpPr/>
            <p:nvPr/>
          </p:nvSpPr>
          <p:spPr>
            <a:xfrm>
              <a:off x="-2031111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4" name="Rectangle 5573">
              <a:extLst>
                <a:ext uri="{FF2B5EF4-FFF2-40B4-BE49-F238E27FC236}">
                  <a16:creationId xmlns:a16="http://schemas.microsoft.com/office/drawing/2014/main" id="{A5C47AB9-0B1C-0B6E-D35F-16802DA1AB68}"/>
                </a:ext>
              </a:extLst>
            </p:cNvPr>
            <p:cNvSpPr/>
            <p:nvPr/>
          </p:nvSpPr>
          <p:spPr>
            <a:xfrm>
              <a:off x="-2031111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5" name="Rectangle 5574">
              <a:extLst>
                <a:ext uri="{FF2B5EF4-FFF2-40B4-BE49-F238E27FC236}">
                  <a16:creationId xmlns:a16="http://schemas.microsoft.com/office/drawing/2014/main" id="{3E79E700-D653-EA82-C30F-510D9180E70A}"/>
                </a:ext>
              </a:extLst>
            </p:cNvPr>
            <p:cNvSpPr/>
            <p:nvPr/>
          </p:nvSpPr>
          <p:spPr>
            <a:xfrm>
              <a:off x="-2031111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6" name="Rectangle 5575">
              <a:extLst>
                <a:ext uri="{FF2B5EF4-FFF2-40B4-BE49-F238E27FC236}">
                  <a16:creationId xmlns:a16="http://schemas.microsoft.com/office/drawing/2014/main" id="{72C25679-9A48-D8D8-552C-65139F4407BC}"/>
                </a:ext>
              </a:extLst>
            </p:cNvPr>
            <p:cNvSpPr/>
            <p:nvPr/>
          </p:nvSpPr>
          <p:spPr>
            <a:xfrm>
              <a:off x="-2031111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7" name="Rectangle 5576">
              <a:extLst>
                <a:ext uri="{FF2B5EF4-FFF2-40B4-BE49-F238E27FC236}">
                  <a16:creationId xmlns:a16="http://schemas.microsoft.com/office/drawing/2014/main" id="{2E836A50-5644-3A90-96C2-68EED9E214A2}"/>
                </a:ext>
              </a:extLst>
            </p:cNvPr>
            <p:cNvSpPr/>
            <p:nvPr/>
          </p:nvSpPr>
          <p:spPr>
            <a:xfrm>
              <a:off x="-2031111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8" name="Rectangle 5577">
              <a:extLst>
                <a:ext uri="{FF2B5EF4-FFF2-40B4-BE49-F238E27FC236}">
                  <a16:creationId xmlns:a16="http://schemas.microsoft.com/office/drawing/2014/main" id="{AECA18C7-F3C0-C8C5-3166-030270785B49}"/>
                </a:ext>
              </a:extLst>
            </p:cNvPr>
            <p:cNvSpPr/>
            <p:nvPr/>
          </p:nvSpPr>
          <p:spPr>
            <a:xfrm>
              <a:off x="-2031111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79" name="Rectangle 5578">
              <a:extLst>
                <a:ext uri="{FF2B5EF4-FFF2-40B4-BE49-F238E27FC236}">
                  <a16:creationId xmlns:a16="http://schemas.microsoft.com/office/drawing/2014/main" id="{B88AA7E9-EECA-468F-D8F7-99773ED33D26}"/>
                </a:ext>
              </a:extLst>
            </p:cNvPr>
            <p:cNvSpPr/>
            <p:nvPr/>
          </p:nvSpPr>
          <p:spPr>
            <a:xfrm>
              <a:off x="-2031111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0" name="Rectangle 5579">
              <a:extLst>
                <a:ext uri="{FF2B5EF4-FFF2-40B4-BE49-F238E27FC236}">
                  <a16:creationId xmlns:a16="http://schemas.microsoft.com/office/drawing/2014/main" id="{67180DEE-EBCD-E7C7-4002-7EF036F4A7FA}"/>
                </a:ext>
              </a:extLst>
            </p:cNvPr>
            <p:cNvSpPr/>
            <p:nvPr/>
          </p:nvSpPr>
          <p:spPr>
            <a:xfrm>
              <a:off x="-2031111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1" name="Rectangle 5580">
              <a:extLst>
                <a:ext uri="{FF2B5EF4-FFF2-40B4-BE49-F238E27FC236}">
                  <a16:creationId xmlns:a16="http://schemas.microsoft.com/office/drawing/2014/main" id="{CB242A47-1F83-D1E1-7E3F-DE3C70C19B59}"/>
                </a:ext>
              </a:extLst>
            </p:cNvPr>
            <p:cNvSpPr/>
            <p:nvPr/>
          </p:nvSpPr>
          <p:spPr>
            <a:xfrm>
              <a:off x="-2031111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2" name="Rectangle 5581">
              <a:extLst>
                <a:ext uri="{FF2B5EF4-FFF2-40B4-BE49-F238E27FC236}">
                  <a16:creationId xmlns:a16="http://schemas.microsoft.com/office/drawing/2014/main" id="{8DE8227A-7461-AAF0-0280-F54F4B512953}"/>
                </a:ext>
              </a:extLst>
            </p:cNvPr>
            <p:cNvSpPr/>
            <p:nvPr/>
          </p:nvSpPr>
          <p:spPr>
            <a:xfrm>
              <a:off x="-2031111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3" name="Rectangle 5582">
              <a:extLst>
                <a:ext uri="{FF2B5EF4-FFF2-40B4-BE49-F238E27FC236}">
                  <a16:creationId xmlns:a16="http://schemas.microsoft.com/office/drawing/2014/main" id="{FCBE1781-8B80-AA94-F115-B9BC62A33E9E}"/>
                </a:ext>
              </a:extLst>
            </p:cNvPr>
            <p:cNvSpPr/>
            <p:nvPr/>
          </p:nvSpPr>
          <p:spPr>
            <a:xfrm>
              <a:off x="-2031111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4" name="Rectangle 5583">
              <a:extLst>
                <a:ext uri="{FF2B5EF4-FFF2-40B4-BE49-F238E27FC236}">
                  <a16:creationId xmlns:a16="http://schemas.microsoft.com/office/drawing/2014/main" id="{2164922F-D95B-5EB4-60F4-FA5D63C450A0}"/>
                </a:ext>
              </a:extLst>
            </p:cNvPr>
            <p:cNvSpPr/>
            <p:nvPr/>
          </p:nvSpPr>
          <p:spPr>
            <a:xfrm>
              <a:off x="-2031111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5" name="Rectangle 5584">
              <a:extLst>
                <a:ext uri="{FF2B5EF4-FFF2-40B4-BE49-F238E27FC236}">
                  <a16:creationId xmlns:a16="http://schemas.microsoft.com/office/drawing/2014/main" id="{8F12A268-85B9-A471-4C96-68E6E5AF7EB7}"/>
                </a:ext>
              </a:extLst>
            </p:cNvPr>
            <p:cNvSpPr/>
            <p:nvPr/>
          </p:nvSpPr>
          <p:spPr>
            <a:xfrm>
              <a:off x="-2031111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6" name="Rectangle 5585">
              <a:extLst>
                <a:ext uri="{FF2B5EF4-FFF2-40B4-BE49-F238E27FC236}">
                  <a16:creationId xmlns:a16="http://schemas.microsoft.com/office/drawing/2014/main" id="{19381E34-36C2-7103-258F-9A3E78287AD4}"/>
                </a:ext>
              </a:extLst>
            </p:cNvPr>
            <p:cNvSpPr/>
            <p:nvPr/>
          </p:nvSpPr>
          <p:spPr>
            <a:xfrm>
              <a:off x="-2031111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8" name="Rectangle 5587">
              <a:extLst>
                <a:ext uri="{FF2B5EF4-FFF2-40B4-BE49-F238E27FC236}">
                  <a16:creationId xmlns:a16="http://schemas.microsoft.com/office/drawing/2014/main" id="{13CBE3C9-958C-D143-A9EA-5D9923884878}"/>
                </a:ext>
              </a:extLst>
            </p:cNvPr>
            <p:cNvSpPr/>
            <p:nvPr/>
          </p:nvSpPr>
          <p:spPr>
            <a:xfrm>
              <a:off x="-1900427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89" name="Rectangle 5588">
              <a:extLst>
                <a:ext uri="{FF2B5EF4-FFF2-40B4-BE49-F238E27FC236}">
                  <a16:creationId xmlns:a16="http://schemas.microsoft.com/office/drawing/2014/main" id="{31F21FEA-CEBE-2E3F-7258-CAD95C0EC5F8}"/>
                </a:ext>
              </a:extLst>
            </p:cNvPr>
            <p:cNvSpPr/>
            <p:nvPr/>
          </p:nvSpPr>
          <p:spPr>
            <a:xfrm>
              <a:off x="-1900427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0" name="Rectangle 5589">
              <a:extLst>
                <a:ext uri="{FF2B5EF4-FFF2-40B4-BE49-F238E27FC236}">
                  <a16:creationId xmlns:a16="http://schemas.microsoft.com/office/drawing/2014/main" id="{2769A187-A53A-996C-6A30-2B3F57CC6644}"/>
                </a:ext>
              </a:extLst>
            </p:cNvPr>
            <p:cNvSpPr/>
            <p:nvPr/>
          </p:nvSpPr>
          <p:spPr>
            <a:xfrm>
              <a:off x="-1900427" y="1347974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1" name="Rectangle 5590">
              <a:extLst>
                <a:ext uri="{FF2B5EF4-FFF2-40B4-BE49-F238E27FC236}">
                  <a16:creationId xmlns:a16="http://schemas.microsoft.com/office/drawing/2014/main" id="{6379DB9B-8D75-EB94-4065-2BCA8DD290FC}"/>
                </a:ext>
              </a:extLst>
            </p:cNvPr>
            <p:cNvSpPr/>
            <p:nvPr/>
          </p:nvSpPr>
          <p:spPr>
            <a:xfrm>
              <a:off x="-1900427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2" name="Rectangle 5591">
              <a:extLst>
                <a:ext uri="{FF2B5EF4-FFF2-40B4-BE49-F238E27FC236}">
                  <a16:creationId xmlns:a16="http://schemas.microsoft.com/office/drawing/2014/main" id="{4352ABA1-7E9B-5076-08D3-549F9EAF7EA2}"/>
                </a:ext>
              </a:extLst>
            </p:cNvPr>
            <p:cNvSpPr/>
            <p:nvPr/>
          </p:nvSpPr>
          <p:spPr>
            <a:xfrm>
              <a:off x="-1900427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3" name="Rectangle 5592">
              <a:extLst>
                <a:ext uri="{FF2B5EF4-FFF2-40B4-BE49-F238E27FC236}">
                  <a16:creationId xmlns:a16="http://schemas.microsoft.com/office/drawing/2014/main" id="{AF70E9FE-2FAB-7CC8-0AC7-F1DA9846F041}"/>
                </a:ext>
              </a:extLst>
            </p:cNvPr>
            <p:cNvSpPr/>
            <p:nvPr/>
          </p:nvSpPr>
          <p:spPr>
            <a:xfrm>
              <a:off x="-1900427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4" name="Rectangle 5593">
              <a:extLst>
                <a:ext uri="{FF2B5EF4-FFF2-40B4-BE49-F238E27FC236}">
                  <a16:creationId xmlns:a16="http://schemas.microsoft.com/office/drawing/2014/main" id="{768587C7-9402-672A-AE61-B4092B224E78}"/>
                </a:ext>
              </a:extLst>
            </p:cNvPr>
            <p:cNvSpPr/>
            <p:nvPr/>
          </p:nvSpPr>
          <p:spPr>
            <a:xfrm>
              <a:off x="-1900427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5" name="Rectangle 5594">
              <a:extLst>
                <a:ext uri="{FF2B5EF4-FFF2-40B4-BE49-F238E27FC236}">
                  <a16:creationId xmlns:a16="http://schemas.microsoft.com/office/drawing/2014/main" id="{6D66BA78-255F-FA58-33C9-F68B0D7DDC4A}"/>
                </a:ext>
              </a:extLst>
            </p:cNvPr>
            <p:cNvSpPr/>
            <p:nvPr/>
          </p:nvSpPr>
          <p:spPr>
            <a:xfrm>
              <a:off x="-1900427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6" name="Rectangle 5595">
              <a:extLst>
                <a:ext uri="{FF2B5EF4-FFF2-40B4-BE49-F238E27FC236}">
                  <a16:creationId xmlns:a16="http://schemas.microsoft.com/office/drawing/2014/main" id="{AB935AC0-B2C2-E259-9C66-73D8E475B688}"/>
                </a:ext>
              </a:extLst>
            </p:cNvPr>
            <p:cNvSpPr/>
            <p:nvPr/>
          </p:nvSpPr>
          <p:spPr>
            <a:xfrm>
              <a:off x="-1900427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7" name="Rectangle 5596">
              <a:extLst>
                <a:ext uri="{FF2B5EF4-FFF2-40B4-BE49-F238E27FC236}">
                  <a16:creationId xmlns:a16="http://schemas.microsoft.com/office/drawing/2014/main" id="{5E3ED372-716D-EF85-79A2-737959964D01}"/>
                </a:ext>
              </a:extLst>
            </p:cNvPr>
            <p:cNvSpPr/>
            <p:nvPr/>
          </p:nvSpPr>
          <p:spPr>
            <a:xfrm>
              <a:off x="-1900427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8" name="Rectangle 5597">
              <a:extLst>
                <a:ext uri="{FF2B5EF4-FFF2-40B4-BE49-F238E27FC236}">
                  <a16:creationId xmlns:a16="http://schemas.microsoft.com/office/drawing/2014/main" id="{CE1AC53D-74FE-E0C1-57C2-A6DC6979456D}"/>
                </a:ext>
              </a:extLst>
            </p:cNvPr>
            <p:cNvSpPr/>
            <p:nvPr/>
          </p:nvSpPr>
          <p:spPr>
            <a:xfrm>
              <a:off x="-1900427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599" name="Rectangle 5598">
              <a:extLst>
                <a:ext uri="{FF2B5EF4-FFF2-40B4-BE49-F238E27FC236}">
                  <a16:creationId xmlns:a16="http://schemas.microsoft.com/office/drawing/2014/main" id="{8CFBBF67-676B-358A-84D7-A19BC2F842CB}"/>
                </a:ext>
              </a:extLst>
            </p:cNvPr>
            <p:cNvSpPr/>
            <p:nvPr/>
          </p:nvSpPr>
          <p:spPr>
            <a:xfrm>
              <a:off x="-1900427" y="2065143"/>
              <a:ext cx="130682" cy="79628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0" name="Rectangle 5599">
              <a:extLst>
                <a:ext uri="{FF2B5EF4-FFF2-40B4-BE49-F238E27FC236}">
                  <a16:creationId xmlns:a16="http://schemas.microsoft.com/office/drawing/2014/main" id="{005AF914-422B-D128-3DF7-02B1D17E148A}"/>
                </a:ext>
              </a:extLst>
            </p:cNvPr>
            <p:cNvSpPr/>
            <p:nvPr/>
          </p:nvSpPr>
          <p:spPr>
            <a:xfrm>
              <a:off x="-1900427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1" name="Rectangle 5600">
              <a:extLst>
                <a:ext uri="{FF2B5EF4-FFF2-40B4-BE49-F238E27FC236}">
                  <a16:creationId xmlns:a16="http://schemas.microsoft.com/office/drawing/2014/main" id="{5D0D2682-4150-10CD-7EBD-E47381FC1F9B}"/>
                </a:ext>
              </a:extLst>
            </p:cNvPr>
            <p:cNvSpPr/>
            <p:nvPr/>
          </p:nvSpPr>
          <p:spPr>
            <a:xfrm>
              <a:off x="-1900427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2" name="Rectangle 5601">
              <a:extLst>
                <a:ext uri="{FF2B5EF4-FFF2-40B4-BE49-F238E27FC236}">
                  <a16:creationId xmlns:a16="http://schemas.microsoft.com/office/drawing/2014/main" id="{97700BE4-BD8A-121A-0EE2-4A00EE064F7D}"/>
                </a:ext>
              </a:extLst>
            </p:cNvPr>
            <p:cNvSpPr/>
            <p:nvPr/>
          </p:nvSpPr>
          <p:spPr>
            <a:xfrm>
              <a:off x="-1900427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3" name="Rectangle 5602">
              <a:extLst>
                <a:ext uri="{FF2B5EF4-FFF2-40B4-BE49-F238E27FC236}">
                  <a16:creationId xmlns:a16="http://schemas.microsoft.com/office/drawing/2014/main" id="{F6157E85-A8EC-73E3-5AB4-3EA866C40E21}"/>
                </a:ext>
              </a:extLst>
            </p:cNvPr>
            <p:cNvSpPr/>
            <p:nvPr/>
          </p:nvSpPr>
          <p:spPr>
            <a:xfrm>
              <a:off x="-1900427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4" name="Rectangle 5603">
              <a:extLst>
                <a:ext uri="{FF2B5EF4-FFF2-40B4-BE49-F238E27FC236}">
                  <a16:creationId xmlns:a16="http://schemas.microsoft.com/office/drawing/2014/main" id="{DA5505FB-2EDB-F2A3-9BCD-68154DF2BD04}"/>
                </a:ext>
              </a:extLst>
            </p:cNvPr>
            <p:cNvSpPr/>
            <p:nvPr/>
          </p:nvSpPr>
          <p:spPr>
            <a:xfrm>
              <a:off x="-1900427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5" name="Rectangle 5604">
              <a:extLst>
                <a:ext uri="{FF2B5EF4-FFF2-40B4-BE49-F238E27FC236}">
                  <a16:creationId xmlns:a16="http://schemas.microsoft.com/office/drawing/2014/main" id="{4DCF3357-5DFE-F8AE-48CA-99EBB8D51D21}"/>
                </a:ext>
              </a:extLst>
            </p:cNvPr>
            <p:cNvSpPr/>
            <p:nvPr/>
          </p:nvSpPr>
          <p:spPr>
            <a:xfrm>
              <a:off x="-1900427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6" name="Rectangle 5605">
              <a:extLst>
                <a:ext uri="{FF2B5EF4-FFF2-40B4-BE49-F238E27FC236}">
                  <a16:creationId xmlns:a16="http://schemas.microsoft.com/office/drawing/2014/main" id="{28652ED1-9106-2CEE-946B-AC51ECCCB396}"/>
                </a:ext>
              </a:extLst>
            </p:cNvPr>
            <p:cNvSpPr/>
            <p:nvPr/>
          </p:nvSpPr>
          <p:spPr>
            <a:xfrm>
              <a:off x="-1900427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7" name="Rectangle 5606">
              <a:extLst>
                <a:ext uri="{FF2B5EF4-FFF2-40B4-BE49-F238E27FC236}">
                  <a16:creationId xmlns:a16="http://schemas.microsoft.com/office/drawing/2014/main" id="{864B30F5-8CED-2D26-4537-E0E5F4379CE2}"/>
                </a:ext>
              </a:extLst>
            </p:cNvPr>
            <p:cNvSpPr/>
            <p:nvPr/>
          </p:nvSpPr>
          <p:spPr>
            <a:xfrm>
              <a:off x="-1900427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8" name="Rectangle 5607">
              <a:extLst>
                <a:ext uri="{FF2B5EF4-FFF2-40B4-BE49-F238E27FC236}">
                  <a16:creationId xmlns:a16="http://schemas.microsoft.com/office/drawing/2014/main" id="{4751E82E-7773-4AAA-CC60-6BA20DF7AAA3}"/>
                </a:ext>
              </a:extLst>
            </p:cNvPr>
            <p:cNvSpPr/>
            <p:nvPr/>
          </p:nvSpPr>
          <p:spPr>
            <a:xfrm>
              <a:off x="-1900427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09" name="Rectangle 5608">
              <a:extLst>
                <a:ext uri="{FF2B5EF4-FFF2-40B4-BE49-F238E27FC236}">
                  <a16:creationId xmlns:a16="http://schemas.microsoft.com/office/drawing/2014/main" id="{D31DC6F6-11DB-601D-A437-18D97B1E9A7D}"/>
                </a:ext>
              </a:extLst>
            </p:cNvPr>
            <p:cNvSpPr/>
            <p:nvPr/>
          </p:nvSpPr>
          <p:spPr>
            <a:xfrm>
              <a:off x="-1900427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0" name="Rectangle 5609">
              <a:extLst>
                <a:ext uri="{FF2B5EF4-FFF2-40B4-BE49-F238E27FC236}">
                  <a16:creationId xmlns:a16="http://schemas.microsoft.com/office/drawing/2014/main" id="{BFAE388B-D0DF-3B85-91A0-61283C1E5580}"/>
                </a:ext>
              </a:extLst>
            </p:cNvPr>
            <p:cNvSpPr/>
            <p:nvPr/>
          </p:nvSpPr>
          <p:spPr>
            <a:xfrm>
              <a:off x="-1900427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1" name="Rectangle 5610">
              <a:extLst>
                <a:ext uri="{FF2B5EF4-FFF2-40B4-BE49-F238E27FC236}">
                  <a16:creationId xmlns:a16="http://schemas.microsoft.com/office/drawing/2014/main" id="{B6CC6711-4DCD-A083-6C4D-E4815A4B5317}"/>
                </a:ext>
              </a:extLst>
            </p:cNvPr>
            <p:cNvSpPr/>
            <p:nvPr/>
          </p:nvSpPr>
          <p:spPr>
            <a:xfrm>
              <a:off x="-1900427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2" name="Rectangle 5611">
              <a:extLst>
                <a:ext uri="{FF2B5EF4-FFF2-40B4-BE49-F238E27FC236}">
                  <a16:creationId xmlns:a16="http://schemas.microsoft.com/office/drawing/2014/main" id="{A14B9497-0D61-15D9-1D89-01DE7678301A}"/>
                </a:ext>
              </a:extLst>
            </p:cNvPr>
            <p:cNvSpPr/>
            <p:nvPr/>
          </p:nvSpPr>
          <p:spPr>
            <a:xfrm>
              <a:off x="-1900427" y="3100955"/>
              <a:ext cx="130682" cy="79629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3" name="Rectangle 5612">
              <a:extLst>
                <a:ext uri="{FF2B5EF4-FFF2-40B4-BE49-F238E27FC236}">
                  <a16:creationId xmlns:a16="http://schemas.microsoft.com/office/drawing/2014/main" id="{C47EEAD7-A597-45BD-0492-AF194EC44FDA}"/>
                </a:ext>
              </a:extLst>
            </p:cNvPr>
            <p:cNvSpPr/>
            <p:nvPr/>
          </p:nvSpPr>
          <p:spPr>
            <a:xfrm>
              <a:off x="-1900427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4" name="Rectangle 5613">
              <a:extLst>
                <a:ext uri="{FF2B5EF4-FFF2-40B4-BE49-F238E27FC236}">
                  <a16:creationId xmlns:a16="http://schemas.microsoft.com/office/drawing/2014/main" id="{613D4452-FCCF-6ADB-4B32-4E6C37036966}"/>
                </a:ext>
              </a:extLst>
            </p:cNvPr>
            <p:cNvSpPr/>
            <p:nvPr/>
          </p:nvSpPr>
          <p:spPr>
            <a:xfrm>
              <a:off x="-1900427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5" name="Rectangle 5614">
              <a:extLst>
                <a:ext uri="{FF2B5EF4-FFF2-40B4-BE49-F238E27FC236}">
                  <a16:creationId xmlns:a16="http://schemas.microsoft.com/office/drawing/2014/main" id="{6F0BC07C-CF33-D85F-1DEA-D8AD3F0B9ED1}"/>
                </a:ext>
              </a:extLst>
            </p:cNvPr>
            <p:cNvSpPr/>
            <p:nvPr/>
          </p:nvSpPr>
          <p:spPr>
            <a:xfrm>
              <a:off x="-1900427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6" name="Rectangle 5615">
              <a:extLst>
                <a:ext uri="{FF2B5EF4-FFF2-40B4-BE49-F238E27FC236}">
                  <a16:creationId xmlns:a16="http://schemas.microsoft.com/office/drawing/2014/main" id="{71609761-3AC1-8C7F-019C-8AEC1E90446B}"/>
                </a:ext>
              </a:extLst>
            </p:cNvPr>
            <p:cNvSpPr/>
            <p:nvPr/>
          </p:nvSpPr>
          <p:spPr>
            <a:xfrm>
              <a:off x="-1900427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7" name="Rectangle 5616">
              <a:extLst>
                <a:ext uri="{FF2B5EF4-FFF2-40B4-BE49-F238E27FC236}">
                  <a16:creationId xmlns:a16="http://schemas.microsoft.com/office/drawing/2014/main" id="{B0B39FCC-EFA9-643C-52DF-D53680E50BAF}"/>
                </a:ext>
              </a:extLst>
            </p:cNvPr>
            <p:cNvSpPr/>
            <p:nvPr/>
          </p:nvSpPr>
          <p:spPr>
            <a:xfrm>
              <a:off x="-1900427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8" name="Rectangle 5617">
              <a:extLst>
                <a:ext uri="{FF2B5EF4-FFF2-40B4-BE49-F238E27FC236}">
                  <a16:creationId xmlns:a16="http://schemas.microsoft.com/office/drawing/2014/main" id="{6AC76864-C301-B062-5502-32FD3D9CF729}"/>
                </a:ext>
              </a:extLst>
            </p:cNvPr>
            <p:cNvSpPr/>
            <p:nvPr/>
          </p:nvSpPr>
          <p:spPr>
            <a:xfrm>
              <a:off x="-1900427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19" name="Rectangle 5618">
              <a:extLst>
                <a:ext uri="{FF2B5EF4-FFF2-40B4-BE49-F238E27FC236}">
                  <a16:creationId xmlns:a16="http://schemas.microsoft.com/office/drawing/2014/main" id="{F567E6D9-1C1B-3BC4-A1DA-603111E2D3C0}"/>
                </a:ext>
              </a:extLst>
            </p:cNvPr>
            <p:cNvSpPr/>
            <p:nvPr/>
          </p:nvSpPr>
          <p:spPr>
            <a:xfrm>
              <a:off x="-1900427" y="3658739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0" name="Rectangle 5619">
              <a:extLst>
                <a:ext uri="{FF2B5EF4-FFF2-40B4-BE49-F238E27FC236}">
                  <a16:creationId xmlns:a16="http://schemas.microsoft.com/office/drawing/2014/main" id="{0970432A-94EE-8116-A372-7B6E22CD15C3}"/>
                </a:ext>
              </a:extLst>
            </p:cNvPr>
            <p:cNvSpPr/>
            <p:nvPr/>
          </p:nvSpPr>
          <p:spPr>
            <a:xfrm>
              <a:off x="-1900427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1" name="Rectangle 5620">
              <a:extLst>
                <a:ext uri="{FF2B5EF4-FFF2-40B4-BE49-F238E27FC236}">
                  <a16:creationId xmlns:a16="http://schemas.microsoft.com/office/drawing/2014/main" id="{D02CD913-E583-7042-549E-463EAD5AC5D6}"/>
                </a:ext>
              </a:extLst>
            </p:cNvPr>
            <p:cNvSpPr/>
            <p:nvPr/>
          </p:nvSpPr>
          <p:spPr>
            <a:xfrm>
              <a:off x="-1900427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2" name="Rectangle 5621">
              <a:extLst>
                <a:ext uri="{FF2B5EF4-FFF2-40B4-BE49-F238E27FC236}">
                  <a16:creationId xmlns:a16="http://schemas.microsoft.com/office/drawing/2014/main" id="{F272E405-07D7-823A-B954-E84A3BBF2F92}"/>
                </a:ext>
              </a:extLst>
            </p:cNvPr>
            <p:cNvSpPr/>
            <p:nvPr/>
          </p:nvSpPr>
          <p:spPr>
            <a:xfrm>
              <a:off x="-1900427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4" name="Rectangle 5623">
              <a:extLst>
                <a:ext uri="{FF2B5EF4-FFF2-40B4-BE49-F238E27FC236}">
                  <a16:creationId xmlns:a16="http://schemas.microsoft.com/office/drawing/2014/main" id="{1F73367E-A54F-FAE0-C3C0-423A9FB013E1}"/>
                </a:ext>
              </a:extLst>
            </p:cNvPr>
            <p:cNvSpPr/>
            <p:nvPr/>
          </p:nvSpPr>
          <p:spPr>
            <a:xfrm>
              <a:off x="-1769745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5" name="Rectangle 5624">
              <a:extLst>
                <a:ext uri="{FF2B5EF4-FFF2-40B4-BE49-F238E27FC236}">
                  <a16:creationId xmlns:a16="http://schemas.microsoft.com/office/drawing/2014/main" id="{5DC7016F-EBEA-2CD5-41D1-0A2AD634F5C0}"/>
                </a:ext>
              </a:extLst>
            </p:cNvPr>
            <p:cNvSpPr/>
            <p:nvPr/>
          </p:nvSpPr>
          <p:spPr>
            <a:xfrm>
              <a:off x="-1769745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6" name="Rectangle 5625">
              <a:extLst>
                <a:ext uri="{FF2B5EF4-FFF2-40B4-BE49-F238E27FC236}">
                  <a16:creationId xmlns:a16="http://schemas.microsoft.com/office/drawing/2014/main" id="{B1FA4B7F-4188-A436-2417-7C5775BCF97D}"/>
                </a:ext>
              </a:extLst>
            </p:cNvPr>
            <p:cNvSpPr/>
            <p:nvPr/>
          </p:nvSpPr>
          <p:spPr>
            <a:xfrm>
              <a:off x="-1769745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7" name="Rectangle 5626">
              <a:extLst>
                <a:ext uri="{FF2B5EF4-FFF2-40B4-BE49-F238E27FC236}">
                  <a16:creationId xmlns:a16="http://schemas.microsoft.com/office/drawing/2014/main" id="{D327CE2D-77F8-9892-E2ED-FFB2DB33FA0E}"/>
                </a:ext>
              </a:extLst>
            </p:cNvPr>
            <p:cNvSpPr/>
            <p:nvPr/>
          </p:nvSpPr>
          <p:spPr>
            <a:xfrm>
              <a:off x="-1769745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8" name="Rectangle 5627">
              <a:extLst>
                <a:ext uri="{FF2B5EF4-FFF2-40B4-BE49-F238E27FC236}">
                  <a16:creationId xmlns:a16="http://schemas.microsoft.com/office/drawing/2014/main" id="{89D7AE7C-E06E-6617-4390-AFAAF5A8FF24}"/>
                </a:ext>
              </a:extLst>
            </p:cNvPr>
            <p:cNvSpPr/>
            <p:nvPr/>
          </p:nvSpPr>
          <p:spPr>
            <a:xfrm>
              <a:off x="-1769745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29" name="Rectangle 5628">
              <a:extLst>
                <a:ext uri="{FF2B5EF4-FFF2-40B4-BE49-F238E27FC236}">
                  <a16:creationId xmlns:a16="http://schemas.microsoft.com/office/drawing/2014/main" id="{C1844748-2B51-977E-A6C7-BF4F0C235AF0}"/>
                </a:ext>
              </a:extLst>
            </p:cNvPr>
            <p:cNvSpPr/>
            <p:nvPr/>
          </p:nvSpPr>
          <p:spPr>
            <a:xfrm>
              <a:off x="-1769745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0" name="Rectangle 5629">
              <a:extLst>
                <a:ext uri="{FF2B5EF4-FFF2-40B4-BE49-F238E27FC236}">
                  <a16:creationId xmlns:a16="http://schemas.microsoft.com/office/drawing/2014/main" id="{77654E46-7665-1CFF-A8E0-0FDA8ABDFB3C}"/>
                </a:ext>
              </a:extLst>
            </p:cNvPr>
            <p:cNvSpPr/>
            <p:nvPr/>
          </p:nvSpPr>
          <p:spPr>
            <a:xfrm>
              <a:off x="-1769745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1" name="Rectangle 5630">
              <a:extLst>
                <a:ext uri="{FF2B5EF4-FFF2-40B4-BE49-F238E27FC236}">
                  <a16:creationId xmlns:a16="http://schemas.microsoft.com/office/drawing/2014/main" id="{8545ADD5-2E27-5527-2A2B-838F573A16DB}"/>
                </a:ext>
              </a:extLst>
            </p:cNvPr>
            <p:cNvSpPr/>
            <p:nvPr/>
          </p:nvSpPr>
          <p:spPr>
            <a:xfrm>
              <a:off x="-1769745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2" name="Rectangle 5631">
              <a:extLst>
                <a:ext uri="{FF2B5EF4-FFF2-40B4-BE49-F238E27FC236}">
                  <a16:creationId xmlns:a16="http://schemas.microsoft.com/office/drawing/2014/main" id="{C39D2372-2533-A331-49AE-F28D365CA76E}"/>
                </a:ext>
              </a:extLst>
            </p:cNvPr>
            <p:cNvSpPr/>
            <p:nvPr/>
          </p:nvSpPr>
          <p:spPr>
            <a:xfrm>
              <a:off x="-1769745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3" name="Rectangle 5632">
              <a:extLst>
                <a:ext uri="{FF2B5EF4-FFF2-40B4-BE49-F238E27FC236}">
                  <a16:creationId xmlns:a16="http://schemas.microsoft.com/office/drawing/2014/main" id="{BF3C031D-2CF7-04C1-1729-5FEFC06D06DB}"/>
                </a:ext>
              </a:extLst>
            </p:cNvPr>
            <p:cNvSpPr/>
            <p:nvPr/>
          </p:nvSpPr>
          <p:spPr>
            <a:xfrm>
              <a:off x="-1769745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4" name="Rectangle 5633">
              <a:extLst>
                <a:ext uri="{FF2B5EF4-FFF2-40B4-BE49-F238E27FC236}">
                  <a16:creationId xmlns:a16="http://schemas.microsoft.com/office/drawing/2014/main" id="{3A04C036-5021-4A09-482B-B563F6E401DC}"/>
                </a:ext>
              </a:extLst>
            </p:cNvPr>
            <p:cNvSpPr/>
            <p:nvPr/>
          </p:nvSpPr>
          <p:spPr>
            <a:xfrm>
              <a:off x="-1769745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5" name="Rectangle 5634">
              <a:extLst>
                <a:ext uri="{FF2B5EF4-FFF2-40B4-BE49-F238E27FC236}">
                  <a16:creationId xmlns:a16="http://schemas.microsoft.com/office/drawing/2014/main" id="{99848F2B-F840-0FCF-F397-7AB93116B868}"/>
                </a:ext>
              </a:extLst>
            </p:cNvPr>
            <p:cNvSpPr/>
            <p:nvPr/>
          </p:nvSpPr>
          <p:spPr>
            <a:xfrm>
              <a:off x="-1769745" y="206514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6" name="Rectangle 5635">
              <a:extLst>
                <a:ext uri="{FF2B5EF4-FFF2-40B4-BE49-F238E27FC236}">
                  <a16:creationId xmlns:a16="http://schemas.microsoft.com/office/drawing/2014/main" id="{7D42C7F5-7892-2477-DE4A-B7A9C4B9FABA}"/>
                </a:ext>
              </a:extLst>
            </p:cNvPr>
            <p:cNvSpPr/>
            <p:nvPr/>
          </p:nvSpPr>
          <p:spPr>
            <a:xfrm>
              <a:off x="-1769745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7" name="Rectangle 5636">
              <a:extLst>
                <a:ext uri="{FF2B5EF4-FFF2-40B4-BE49-F238E27FC236}">
                  <a16:creationId xmlns:a16="http://schemas.microsoft.com/office/drawing/2014/main" id="{3614AC06-55D4-AB99-C25C-4B1E6FDFB21C}"/>
                </a:ext>
              </a:extLst>
            </p:cNvPr>
            <p:cNvSpPr/>
            <p:nvPr/>
          </p:nvSpPr>
          <p:spPr>
            <a:xfrm>
              <a:off x="-1769745" y="2224528"/>
              <a:ext cx="130682" cy="79628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8" name="Rectangle 5637">
              <a:extLst>
                <a:ext uri="{FF2B5EF4-FFF2-40B4-BE49-F238E27FC236}">
                  <a16:creationId xmlns:a16="http://schemas.microsoft.com/office/drawing/2014/main" id="{A1FCBCE2-6FE6-C217-AFCD-2E43005B3A09}"/>
                </a:ext>
              </a:extLst>
            </p:cNvPr>
            <p:cNvSpPr/>
            <p:nvPr/>
          </p:nvSpPr>
          <p:spPr>
            <a:xfrm>
              <a:off x="-1769745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39" name="Rectangle 5638">
              <a:extLst>
                <a:ext uri="{FF2B5EF4-FFF2-40B4-BE49-F238E27FC236}">
                  <a16:creationId xmlns:a16="http://schemas.microsoft.com/office/drawing/2014/main" id="{BB53D83D-981D-1B70-C99F-CBAAE2C7608E}"/>
                </a:ext>
              </a:extLst>
            </p:cNvPr>
            <p:cNvSpPr/>
            <p:nvPr/>
          </p:nvSpPr>
          <p:spPr>
            <a:xfrm>
              <a:off x="-1769745" y="238378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0" name="Rectangle 5639">
              <a:extLst>
                <a:ext uri="{FF2B5EF4-FFF2-40B4-BE49-F238E27FC236}">
                  <a16:creationId xmlns:a16="http://schemas.microsoft.com/office/drawing/2014/main" id="{3F8098C8-17E2-B9D9-410D-826B00205C37}"/>
                </a:ext>
              </a:extLst>
            </p:cNvPr>
            <p:cNvSpPr/>
            <p:nvPr/>
          </p:nvSpPr>
          <p:spPr>
            <a:xfrm>
              <a:off x="-1769745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1" name="Rectangle 5640">
              <a:extLst>
                <a:ext uri="{FF2B5EF4-FFF2-40B4-BE49-F238E27FC236}">
                  <a16:creationId xmlns:a16="http://schemas.microsoft.com/office/drawing/2014/main" id="{7E2F2181-64B7-52DF-FCBA-FEA655D53BCB}"/>
                </a:ext>
              </a:extLst>
            </p:cNvPr>
            <p:cNvSpPr/>
            <p:nvPr/>
          </p:nvSpPr>
          <p:spPr>
            <a:xfrm>
              <a:off x="-1769745" y="2543171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2" name="Rectangle 5641">
              <a:extLst>
                <a:ext uri="{FF2B5EF4-FFF2-40B4-BE49-F238E27FC236}">
                  <a16:creationId xmlns:a16="http://schemas.microsoft.com/office/drawing/2014/main" id="{71E05779-6C1C-8A18-E85C-A9FEDDEAF6A1}"/>
                </a:ext>
              </a:extLst>
            </p:cNvPr>
            <p:cNvSpPr/>
            <p:nvPr/>
          </p:nvSpPr>
          <p:spPr>
            <a:xfrm>
              <a:off x="-1769745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3" name="Rectangle 5642">
              <a:extLst>
                <a:ext uri="{FF2B5EF4-FFF2-40B4-BE49-F238E27FC236}">
                  <a16:creationId xmlns:a16="http://schemas.microsoft.com/office/drawing/2014/main" id="{BAC26ADB-A1CD-427C-6B65-3DD539AA791B}"/>
                </a:ext>
              </a:extLst>
            </p:cNvPr>
            <p:cNvSpPr/>
            <p:nvPr/>
          </p:nvSpPr>
          <p:spPr>
            <a:xfrm>
              <a:off x="-1769745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4" name="Rectangle 5643">
              <a:extLst>
                <a:ext uri="{FF2B5EF4-FFF2-40B4-BE49-F238E27FC236}">
                  <a16:creationId xmlns:a16="http://schemas.microsoft.com/office/drawing/2014/main" id="{28F6E9D5-474B-E2BB-9DA5-006383BC422F}"/>
                </a:ext>
              </a:extLst>
            </p:cNvPr>
            <p:cNvSpPr/>
            <p:nvPr/>
          </p:nvSpPr>
          <p:spPr>
            <a:xfrm>
              <a:off x="-1769745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5" name="Rectangle 5644">
              <a:extLst>
                <a:ext uri="{FF2B5EF4-FFF2-40B4-BE49-F238E27FC236}">
                  <a16:creationId xmlns:a16="http://schemas.microsoft.com/office/drawing/2014/main" id="{E7815A86-3CE2-CB3F-F6A8-B214152D145B}"/>
                </a:ext>
              </a:extLst>
            </p:cNvPr>
            <p:cNvSpPr/>
            <p:nvPr/>
          </p:nvSpPr>
          <p:spPr>
            <a:xfrm>
              <a:off x="-1769745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6" name="Rectangle 5645">
              <a:extLst>
                <a:ext uri="{FF2B5EF4-FFF2-40B4-BE49-F238E27FC236}">
                  <a16:creationId xmlns:a16="http://schemas.microsoft.com/office/drawing/2014/main" id="{2632D90D-3853-F62F-D4E9-A53FF940EFB6}"/>
                </a:ext>
              </a:extLst>
            </p:cNvPr>
            <p:cNvSpPr/>
            <p:nvPr/>
          </p:nvSpPr>
          <p:spPr>
            <a:xfrm>
              <a:off x="-1769745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7" name="Rectangle 5646">
              <a:extLst>
                <a:ext uri="{FF2B5EF4-FFF2-40B4-BE49-F238E27FC236}">
                  <a16:creationId xmlns:a16="http://schemas.microsoft.com/office/drawing/2014/main" id="{3226729E-87E6-92B0-2DC9-0CE9D32FDEEE}"/>
                </a:ext>
              </a:extLst>
            </p:cNvPr>
            <p:cNvSpPr/>
            <p:nvPr/>
          </p:nvSpPr>
          <p:spPr>
            <a:xfrm>
              <a:off x="-1769745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8" name="Rectangle 5647">
              <a:extLst>
                <a:ext uri="{FF2B5EF4-FFF2-40B4-BE49-F238E27FC236}">
                  <a16:creationId xmlns:a16="http://schemas.microsoft.com/office/drawing/2014/main" id="{5E76440F-640C-C6F9-937D-9DF74568CC01}"/>
                </a:ext>
              </a:extLst>
            </p:cNvPr>
            <p:cNvSpPr/>
            <p:nvPr/>
          </p:nvSpPr>
          <p:spPr>
            <a:xfrm>
              <a:off x="-1769745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49" name="Rectangle 5648">
              <a:extLst>
                <a:ext uri="{FF2B5EF4-FFF2-40B4-BE49-F238E27FC236}">
                  <a16:creationId xmlns:a16="http://schemas.microsoft.com/office/drawing/2014/main" id="{064CCFD7-0BED-390A-6D65-0DB4E5511DE5}"/>
                </a:ext>
              </a:extLst>
            </p:cNvPr>
            <p:cNvSpPr/>
            <p:nvPr/>
          </p:nvSpPr>
          <p:spPr>
            <a:xfrm>
              <a:off x="-1769745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0" name="Rectangle 5649">
              <a:extLst>
                <a:ext uri="{FF2B5EF4-FFF2-40B4-BE49-F238E27FC236}">
                  <a16:creationId xmlns:a16="http://schemas.microsoft.com/office/drawing/2014/main" id="{1FE174A9-45E8-3F70-0C76-D27E2F3D0DE4}"/>
                </a:ext>
              </a:extLst>
            </p:cNvPr>
            <p:cNvSpPr/>
            <p:nvPr/>
          </p:nvSpPr>
          <p:spPr>
            <a:xfrm>
              <a:off x="-1769745" y="326034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1" name="Rectangle 5650">
              <a:extLst>
                <a:ext uri="{FF2B5EF4-FFF2-40B4-BE49-F238E27FC236}">
                  <a16:creationId xmlns:a16="http://schemas.microsoft.com/office/drawing/2014/main" id="{9EDA98BB-E5E0-A5B2-2458-12A546533D32}"/>
                </a:ext>
              </a:extLst>
            </p:cNvPr>
            <p:cNvSpPr/>
            <p:nvPr/>
          </p:nvSpPr>
          <p:spPr>
            <a:xfrm>
              <a:off x="-1769745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2" name="Rectangle 5651">
              <a:extLst>
                <a:ext uri="{FF2B5EF4-FFF2-40B4-BE49-F238E27FC236}">
                  <a16:creationId xmlns:a16="http://schemas.microsoft.com/office/drawing/2014/main" id="{C2E90A2F-DB55-4028-2C09-296355EE030A}"/>
                </a:ext>
              </a:extLst>
            </p:cNvPr>
            <p:cNvSpPr/>
            <p:nvPr/>
          </p:nvSpPr>
          <p:spPr>
            <a:xfrm>
              <a:off x="-1769745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3" name="Rectangle 5652">
              <a:extLst>
                <a:ext uri="{FF2B5EF4-FFF2-40B4-BE49-F238E27FC236}">
                  <a16:creationId xmlns:a16="http://schemas.microsoft.com/office/drawing/2014/main" id="{66B06B6C-1718-C686-1EC6-F26F841EDB74}"/>
                </a:ext>
              </a:extLst>
            </p:cNvPr>
            <p:cNvSpPr/>
            <p:nvPr/>
          </p:nvSpPr>
          <p:spPr>
            <a:xfrm>
              <a:off x="-1769745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4" name="Rectangle 5653">
              <a:extLst>
                <a:ext uri="{FF2B5EF4-FFF2-40B4-BE49-F238E27FC236}">
                  <a16:creationId xmlns:a16="http://schemas.microsoft.com/office/drawing/2014/main" id="{BF866C08-327A-7239-292E-CEA420DD8DA6}"/>
                </a:ext>
              </a:extLst>
            </p:cNvPr>
            <p:cNvSpPr/>
            <p:nvPr/>
          </p:nvSpPr>
          <p:spPr>
            <a:xfrm>
              <a:off x="-1769745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5" name="Rectangle 5654">
              <a:extLst>
                <a:ext uri="{FF2B5EF4-FFF2-40B4-BE49-F238E27FC236}">
                  <a16:creationId xmlns:a16="http://schemas.microsoft.com/office/drawing/2014/main" id="{EE1C35CA-5092-A522-4DDE-757155912EE9}"/>
                </a:ext>
              </a:extLst>
            </p:cNvPr>
            <p:cNvSpPr/>
            <p:nvPr/>
          </p:nvSpPr>
          <p:spPr>
            <a:xfrm>
              <a:off x="-1769745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6" name="Rectangle 5655">
              <a:extLst>
                <a:ext uri="{FF2B5EF4-FFF2-40B4-BE49-F238E27FC236}">
                  <a16:creationId xmlns:a16="http://schemas.microsoft.com/office/drawing/2014/main" id="{ADA67023-400F-8B32-8EE9-8A34DD429F3C}"/>
                </a:ext>
              </a:extLst>
            </p:cNvPr>
            <p:cNvSpPr/>
            <p:nvPr/>
          </p:nvSpPr>
          <p:spPr>
            <a:xfrm>
              <a:off x="-1769745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7" name="Rectangle 5656">
              <a:extLst>
                <a:ext uri="{FF2B5EF4-FFF2-40B4-BE49-F238E27FC236}">
                  <a16:creationId xmlns:a16="http://schemas.microsoft.com/office/drawing/2014/main" id="{35B5E6CB-09FF-A408-2BB0-99C87125CC9F}"/>
                </a:ext>
              </a:extLst>
            </p:cNvPr>
            <p:cNvSpPr/>
            <p:nvPr/>
          </p:nvSpPr>
          <p:spPr>
            <a:xfrm>
              <a:off x="-1769745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58" name="Rectangle 5657">
              <a:extLst>
                <a:ext uri="{FF2B5EF4-FFF2-40B4-BE49-F238E27FC236}">
                  <a16:creationId xmlns:a16="http://schemas.microsoft.com/office/drawing/2014/main" id="{456DD222-CA77-AB3D-F17F-9F6A79D5AB2A}"/>
                </a:ext>
              </a:extLst>
            </p:cNvPr>
            <p:cNvSpPr/>
            <p:nvPr/>
          </p:nvSpPr>
          <p:spPr>
            <a:xfrm>
              <a:off x="-1769745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0" name="Rectangle 5659">
              <a:extLst>
                <a:ext uri="{FF2B5EF4-FFF2-40B4-BE49-F238E27FC236}">
                  <a16:creationId xmlns:a16="http://schemas.microsoft.com/office/drawing/2014/main" id="{36E689F2-955C-0592-E6D8-4BF63D574E5E}"/>
                </a:ext>
              </a:extLst>
            </p:cNvPr>
            <p:cNvSpPr/>
            <p:nvPr/>
          </p:nvSpPr>
          <p:spPr>
            <a:xfrm>
              <a:off x="-1639062" y="1188589"/>
              <a:ext cx="130682" cy="79629"/>
            </a:xfrm>
            <a:prstGeom prst="rect">
              <a:avLst/>
            </a:prstGeom>
            <a:solidFill>
              <a:srgbClr val="FF4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1" name="Rectangle 5660">
              <a:extLst>
                <a:ext uri="{FF2B5EF4-FFF2-40B4-BE49-F238E27FC236}">
                  <a16:creationId xmlns:a16="http://schemas.microsoft.com/office/drawing/2014/main" id="{C9E1CFCF-8C75-3671-3F66-B1740D9E1B70}"/>
                </a:ext>
              </a:extLst>
            </p:cNvPr>
            <p:cNvSpPr/>
            <p:nvPr/>
          </p:nvSpPr>
          <p:spPr>
            <a:xfrm>
              <a:off x="-1639062" y="1268218"/>
              <a:ext cx="130682" cy="79629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2" name="Rectangle 5661">
              <a:extLst>
                <a:ext uri="{FF2B5EF4-FFF2-40B4-BE49-F238E27FC236}">
                  <a16:creationId xmlns:a16="http://schemas.microsoft.com/office/drawing/2014/main" id="{A401D98A-C0F6-1350-8AD5-582CCF96DEBB}"/>
                </a:ext>
              </a:extLst>
            </p:cNvPr>
            <p:cNvSpPr/>
            <p:nvPr/>
          </p:nvSpPr>
          <p:spPr>
            <a:xfrm>
              <a:off x="-1639062" y="1347974"/>
              <a:ext cx="130682" cy="79629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3" name="Rectangle 5662">
              <a:extLst>
                <a:ext uri="{FF2B5EF4-FFF2-40B4-BE49-F238E27FC236}">
                  <a16:creationId xmlns:a16="http://schemas.microsoft.com/office/drawing/2014/main" id="{225EC5F0-27D1-5767-8A74-915B3F4F2E55}"/>
                </a:ext>
              </a:extLst>
            </p:cNvPr>
            <p:cNvSpPr/>
            <p:nvPr/>
          </p:nvSpPr>
          <p:spPr>
            <a:xfrm>
              <a:off x="-1639062" y="1427603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4" name="Rectangle 5663">
              <a:extLst>
                <a:ext uri="{FF2B5EF4-FFF2-40B4-BE49-F238E27FC236}">
                  <a16:creationId xmlns:a16="http://schemas.microsoft.com/office/drawing/2014/main" id="{7750A634-2C83-4455-9AA5-DCF27BC97803}"/>
                </a:ext>
              </a:extLst>
            </p:cNvPr>
            <p:cNvSpPr/>
            <p:nvPr/>
          </p:nvSpPr>
          <p:spPr>
            <a:xfrm>
              <a:off x="-1639062" y="1507359"/>
              <a:ext cx="130682" cy="79629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5" name="Rectangle 5664">
              <a:extLst>
                <a:ext uri="{FF2B5EF4-FFF2-40B4-BE49-F238E27FC236}">
                  <a16:creationId xmlns:a16="http://schemas.microsoft.com/office/drawing/2014/main" id="{B0533EDD-BC24-9507-5EDB-B90ECD718FBA}"/>
                </a:ext>
              </a:extLst>
            </p:cNvPr>
            <p:cNvSpPr/>
            <p:nvPr/>
          </p:nvSpPr>
          <p:spPr>
            <a:xfrm>
              <a:off x="-1639062" y="1586988"/>
              <a:ext cx="130682" cy="79629"/>
            </a:xfrm>
            <a:prstGeom prst="rect">
              <a:avLst/>
            </a:prstGeom>
            <a:solidFill>
              <a:srgbClr val="FF1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6" name="Rectangle 5665">
              <a:extLst>
                <a:ext uri="{FF2B5EF4-FFF2-40B4-BE49-F238E27FC236}">
                  <a16:creationId xmlns:a16="http://schemas.microsoft.com/office/drawing/2014/main" id="{17B716BE-C04F-7B75-844F-5998F8C98942}"/>
                </a:ext>
              </a:extLst>
            </p:cNvPr>
            <p:cNvSpPr/>
            <p:nvPr/>
          </p:nvSpPr>
          <p:spPr>
            <a:xfrm>
              <a:off x="-1639062" y="1666744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7" name="Rectangle 5666">
              <a:extLst>
                <a:ext uri="{FF2B5EF4-FFF2-40B4-BE49-F238E27FC236}">
                  <a16:creationId xmlns:a16="http://schemas.microsoft.com/office/drawing/2014/main" id="{7500DB68-4DC4-BAEC-4F7C-272F545857CF}"/>
                </a:ext>
              </a:extLst>
            </p:cNvPr>
            <p:cNvSpPr/>
            <p:nvPr/>
          </p:nvSpPr>
          <p:spPr>
            <a:xfrm>
              <a:off x="-1639062" y="1746373"/>
              <a:ext cx="130682" cy="79628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8" name="Rectangle 5667">
              <a:extLst>
                <a:ext uri="{FF2B5EF4-FFF2-40B4-BE49-F238E27FC236}">
                  <a16:creationId xmlns:a16="http://schemas.microsoft.com/office/drawing/2014/main" id="{D3E0108C-DB92-ABFC-EFE3-B3298ACD97E2}"/>
                </a:ext>
              </a:extLst>
            </p:cNvPr>
            <p:cNvSpPr/>
            <p:nvPr/>
          </p:nvSpPr>
          <p:spPr>
            <a:xfrm>
              <a:off x="-1639062" y="1826002"/>
              <a:ext cx="130682" cy="79628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69" name="Rectangle 5668">
              <a:extLst>
                <a:ext uri="{FF2B5EF4-FFF2-40B4-BE49-F238E27FC236}">
                  <a16:creationId xmlns:a16="http://schemas.microsoft.com/office/drawing/2014/main" id="{110E86D4-6935-0F1A-EEE4-00D8AFA6149F}"/>
                </a:ext>
              </a:extLst>
            </p:cNvPr>
            <p:cNvSpPr/>
            <p:nvPr/>
          </p:nvSpPr>
          <p:spPr>
            <a:xfrm>
              <a:off x="-1639062" y="1905758"/>
              <a:ext cx="130682" cy="79628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0" name="Rectangle 5669">
              <a:extLst>
                <a:ext uri="{FF2B5EF4-FFF2-40B4-BE49-F238E27FC236}">
                  <a16:creationId xmlns:a16="http://schemas.microsoft.com/office/drawing/2014/main" id="{91E32E4E-0F41-7AA0-0D52-68E4DDC44781}"/>
                </a:ext>
              </a:extLst>
            </p:cNvPr>
            <p:cNvSpPr/>
            <p:nvPr/>
          </p:nvSpPr>
          <p:spPr>
            <a:xfrm>
              <a:off x="-1639062" y="1985387"/>
              <a:ext cx="130682" cy="79628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1" name="Rectangle 5670">
              <a:extLst>
                <a:ext uri="{FF2B5EF4-FFF2-40B4-BE49-F238E27FC236}">
                  <a16:creationId xmlns:a16="http://schemas.microsoft.com/office/drawing/2014/main" id="{D6094937-0460-B384-EB80-1D2C7952FC7A}"/>
                </a:ext>
              </a:extLst>
            </p:cNvPr>
            <p:cNvSpPr/>
            <p:nvPr/>
          </p:nvSpPr>
          <p:spPr>
            <a:xfrm>
              <a:off x="-1639062" y="2065143"/>
              <a:ext cx="130682" cy="79628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2" name="Rectangle 5671">
              <a:extLst>
                <a:ext uri="{FF2B5EF4-FFF2-40B4-BE49-F238E27FC236}">
                  <a16:creationId xmlns:a16="http://schemas.microsoft.com/office/drawing/2014/main" id="{D44E8478-DA48-D35E-5889-C07B1A8430C2}"/>
                </a:ext>
              </a:extLst>
            </p:cNvPr>
            <p:cNvSpPr/>
            <p:nvPr/>
          </p:nvSpPr>
          <p:spPr>
            <a:xfrm>
              <a:off x="-1639062" y="2144772"/>
              <a:ext cx="130682" cy="79628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3" name="Rectangle 5672">
              <a:extLst>
                <a:ext uri="{FF2B5EF4-FFF2-40B4-BE49-F238E27FC236}">
                  <a16:creationId xmlns:a16="http://schemas.microsoft.com/office/drawing/2014/main" id="{645DAABE-3F37-3E1C-6213-274BDDE00D15}"/>
                </a:ext>
              </a:extLst>
            </p:cNvPr>
            <p:cNvSpPr/>
            <p:nvPr/>
          </p:nvSpPr>
          <p:spPr>
            <a:xfrm>
              <a:off x="-1639062" y="2224528"/>
              <a:ext cx="130682" cy="79628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4" name="Rectangle 5673">
              <a:extLst>
                <a:ext uri="{FF2B5EF4-FFF2-40B4-BE49-F238E27FC236}">
                  <a16:creationId xmlns:a16="http://schemas.microsoft.com/office/drawing/2014/main" id="{29277326-085D-FD1B-A84B-FF97C26DD3BA}"/>
                </a:ext>
              </a:extLst>
            </p:cNvPr>
            <p:cNvSpPr/>
            <p:nvPr/>
          </p:nvSpPr>
          <p:spPr>
            <a:xfrm>
              <a:off x="-1639062" y="2304157"/>
              <a:ext cx="130682" cy="79628"/>
            </a:xfrm>
            <a:prstGeom prst="rect">
              <a:avLst/>
            </a:prstGeom>
            <a:solidFill>
              <a:srgbClr val="FF0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5" name="Rectangle 5674">
              <a:extLst>
                <a:ext uri="{FF2B5EF4-FFF2-40B4-BE49-F238E27FC236}">
                  <a16:creationId xmlns:a16="http://schemas.microsoft.com/office/drawing/2014/main" id="{DAFE351C-17A1-1FB2-0F6F-B9E12DF66C06}"/>
                </a:ext>
              </a:extLst>
            </p:cNvPr>
            <p:cNvSpPr/>
            <p:nvPr/>
          </p:nvSpPr>
          <p:spPr>
            <a:xfrm>
              <a:off x="-1639062" y="2383786"/>
              <a:ext cx="130682" cy="79628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6" name="Rectangle 5675">
              <a:extLst>
                <a:ext uri="{FF2B5EF4-FFF2-40B4-BE49-F238E27FC236}">
                  <a16:creationId xmlns:a16="http://schemas.microsoft.com/office/drawing/2014/main" id="{E214F19E-6A69-068C-CC06-71139227F21F}"/>
                </a:ext>
              </a:extLst>
            </p:cNvPr>
            <p:cNvSpPr/>
            <p:nvPr/>
          </p:nvSpPr>
          <p:spPr>
            <a:xfrm>
              <a:off x="-1639062" y="2463542"/>
              <a:ext cx="130682" cy="79628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7" name="Rectangle 5676">
              <a:extLst>
                <a:ext uri="{FF2B5EF4-FFF2-40B4-BE49-F238E27FC236}">
                  <a16:creationId xmlns:a16="http://schemas.microsoft.com/office/drawing/2014/main" id="{E2AF7EA3-5343-3B43-DDA7-B3D9E9FCDC08}"/>
                </a:ext>
              </a:extLst>
            </p:cNvPr>
            <p:cNvSpPr/>
            <p:nvPr/>
          </p:nvSpPr>
          <p:spPr>
            <a:xfrm>
              <a:off x="-1639062" y="2543171"/>
              <a:ext cx="130682" cy="79628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8" name="Rectangle 5677">
              <a:extLst>
                <a:ext uri="{FF2B5EF4-FFF2-40B4-BE49-F238E27FC236}">
                  <a16:creationId xmlns:a16="http://schemas.microsoft.com/office/drawing/2014/main" id="{41B09492-9ECC-1B9D-F02F-3D7A65082F7F}"/>
                </a:ext>
              </a:extLst>
            </p:cNvPr>
            <p:cNvSpPr/>
            <p:nvPr/>
          </p:nvSpPr>
          <p:spPr>
            <a:xfrm>
              <a:off x="-1639062" y="2622927"/>
              <a:ext cx="130682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79" name="Rectangle 5678">
              <a:extLst>
                <a:ext uri="{FF2B5EF4-FFF2-40B4-BE49-F238E27FC236}">
                  <a16:creationId xmlns:a16="http://schemas.microsoft.com/office/drawing/2014/main" id="{40030542-65B8-3F16-7ECA-F3DFF4948719}"/>
                </a:ext>
              </a:extLst>
            </p:cNvPr>
            <p:cNvSpPr/>
            <p:nvPr/>
          </p:nvSpPr>
          <p:spPr>
            <a:xfrm>
              <a:off x="-1639062" y="2702556"/>
              <a:ext cx="130682" cy="79628"/>
            </a:xfrm>
            <a:prstGeom prst="rect">
              <a:avLst/>
            </a:prstGeom>
            <a:solidFill>
              <a:srgbClr val="C3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0" name="Rectangle 5679">
              <a:extLst>
                <a:ext uri="{FF2B5EF4-FFF2-40B4-BE49-F238E27FC236}">
                  <a16:creationId xmlns:a16="http://schemas.microsoft.com/office/drawing/2014/main" id="{7BFC3E70-3341-A99B-FA33-908FD896D1E5}"/>
                </a:ext>
              </a:extLst>
            </p:cNvPr>
            <p:cNvSpPr/>
            <p:nvPr/>
          </p:nvSpPr>
          <p:spPr>
            <a:xfrm>
              <a:off x="-1639062" y="2782312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1" name="Rectangle 5680">
              <a:extLst>
                <a:ext uri="{FF2B5EF4-FFF2-40B4-BE49-F238E27FC236}">
                  <a16:creationId xmlns:a16="http://schemas.microsoft.com/office/drawing/2014/main" id="{B3C200AA-3419-5B95-91DB-D12E89A41EA3}"/>
                </a:ext>
              </a:extLst>
            </p:cNvPr>
            <p:cNvSpPr/>
            <p:nvPr/>
          </p:nvSpPr>
          <p:spPr>
            <a:xfrm>
              <a:off x="-1639062" y="2861941"/>
              <a:ext cx="130682" cy="79629"/>
            </a:xfrm>
            <a:prstGeom prst="rect">
              <a:avLst/>
            </a:prstGeom>
            <a:solidFill>
              <a:srgbClr val="99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2" name="Rectangle 5681">
              <a:extLst>
                <a:ext uri="{FF2B5EF4-FFF2-40B4-BE49-F238E27FC236}">
                  <a16:creationId xmlns:a16="http://schemas.microsoft.com/office/drawing/2014/main" id="{6E33BAC2-14C3-FF2D-5F5A-F82DBE38AC3B}"/>
                </a:ext>
              </a:extLst>
            </p:cNvPr>
            <p:cNvSpPr/>
            <p:nvPr/>
          </p:nvSpPr>
          <p:spPr>
            <a:xfrm>
              <a:off x="-1639062" y="2941570"/>
              <a:ext cx="130682" cy="79629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3" name="Rectangle 5682">
              <a:extLst>
                <a:ext uri="{FF2B5EF4-FFF2-40B4-BE49-F238E27FC236}">
                  <a16:creationId xmlns:a16="http://schemas.microsoft.com/office/drawing/2014/main" id="{4F340531-6689-6E46-6649-7C53927CAD6F}"/>
                </a:ext>
              </a:extLst>
            </p:cNvPr>
            <p:cNvSpPr/>
            <p:nvPr/>
          </p:nvSpPr>
          <p:spPr>
            <a:xfrm>
              <a:off x="-1639062" y="3021326"/>
              <a:ext cx="130682" cy="79629"/>
            </a:xfrm>
            <a:prstGeom prst="rect">
              <a:avLst/>
            </a:prstGeom>
            <a:solidFill>
              <a:srgbClr val="E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4" name="Rectangle 5683">
              <a:extLst>
                <a:ext uri="{FF2B5EF4-FFF2-40B4-BE49-F238E27FC236}">
                  <a16:creationId xmlns:a16="http://schemas.microsoft.com/office/drawing/2014/main" id="{265D0588-63B9-157D-2564-14E11DCD9603}"/>
                </a:ext>
              </a:extLst>
            </p:cNvPr>
            <p:cNvSpPr/>
            <p:nvPr/>
          </p:nvSpPr>
          <p:spPr>
            <a:xfrm>
              <a:off x="-1639062" y="3100955"/>
              <a:ext cx="130682" cy="79629"/>
            </a:xfrm>
            <a:prstGeom prst="rect">
              <a:avLst/>
            </a:prstGeom>
            <a:solidFill>
              <a:srgbClr val="FDAE1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5" name="Rectangle 5684">
              <a:extLst>
                <a:ext uri="{FF2B5EF4-FFF2-40B4-BE49-F238E27FC236}">
                  <a16:creationId xmlns:a16="http://schemas.microsoft.com/office/drawing/2014/main" id="{7DE6FC49-4198-E936-8E73-DA89EFE92743}"/>
                </a:ext>
              </a:extLst>
            </p:cNvPr>
            <p:cNvSpPr/>
            <p:nvPr/>
          </p:nvSpPr>
          <p:spPr>
            <a:xfrm>
              <a:off x="-1639062" y="3180711"/>
              <a:ext cx="130682" cy="79629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6" name="Rectangle 5685">
              <a:extLst>
                <a:ext uri="{FF2B5EF4-FFF2-40B4-BE49-F238E27FC236}">
                  <a16:creationId xmlns:a16="http://schemas.microsoft.com/office/drawing/2014/main" id="{586D9B18-DFD2-BD2A-E414-B35AB42ED3F8}"/>
                </a:ext>
              </a:extLst>
            </p:cNvPr>
            <p:cNvSpPr/>
            <p:nvPr/>
          </p:nvSpPr>
          <p:spPr>
            <a:xfrm>
              <a:off x="-1639062" y="3260340"/>
              <a:ext cx="130682" cy="79629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7" name="Rectangle 5686">
              <a:extLst>
                <a:ext uri="{FF2B5EF4-FFF2-40B4-BE49-F238E27FC236}">
                  <a16:creationId xmlns:a16="http://schemas.microsoft.com/office/drawing/2014/main" id="{942C4A4A-D5A9-E31A-7671-99EE782ABBC0}"/>
                </a:ext>
              </a:extLst>
            </p:cNvPr>
            <p:cNvSpPr/>
            <p:nvPr/>
          </p:nvSpPr>
          <p:spPr>
            <a:xfrm>
              <a:off x="-1639062" y="3340096"/>
              <a:ext cx="130682" cy="79629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8" name="Rectangle 5687">
              <a:extLst>
                <a:ext uri="{FF2B5EF4-FFF2-40B4-BE49-F238E27FC236}">
                  <a16:creationId xmlns:a16="http://schemas.microsoft.com/office/drawing/2014/main" id="{B3FF8158-5826-F172-08A7-C3E3DB9BF941}"/>
                </a:ext>
              </a:extLst>
            </p:cNvPr>
            <p:cNvSpPr/>
            <p:nvPr/>
          </p:nvSpPr>
          <p:spPr>
            <a:xfrm>
              <a:off x="-1639062" y="3419725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89" name="Rectangle 5688">
              <a:extLst>
                <a:ext uri="{FF2B5EF4-FFF2-40B4-BE49-F238E27FC236}">
                  <a16:creationId xmlns:a16="http://schemas.microsoft.com/office/drawing/2014/main" id="{3A3A932D-DFF1-0A4A-C2BE-80F250E94E1D}"/>
                </a:ext>
              </a:extLst>
            </p:cNvPr>
            <p:cNvSpPr/>
            <p:nvPr/>
          </p:nvSpPr>
          <p:spPr>
            <a:xfrm>
              <a:off x="-1639062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0" name="Rectangle 5689">
              <a:extLst>
                <a:ext uri="{FF2B5EF4-FFF2-40B4-BE49-F238E27FC236}">
                  <a16:creationId xmlns:a16="http://schemas.microsoft.com/office/drawing/2014/main" id="{5B0CCEF4-7628-E953-5AC0-A3B5C2813521}"/>
                </a:ext>
              </a:extLst>
            </p:cNvPr>
            <p:cNvSpPr/>
            <p:nvPr/>
          </p:nvSpPr>
          <p:spPr>
            <a:xfrm>
              <a:off x="-1639062" y="3579110"/>
              <a:ext cx="130682" cy="79629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1" name="Rectangle 5690">
              <a:extLst>
                <a:ext uri="{FF2B5EF4-FFF2-40B4-BE49-F238E27FC236}">
                  <a16:creationId xmlns:a16="http://schemas.microsoft.com/office/drawing/2014/main" id="{A5495300-9F76-25EB-E3E4-A1820FD82E7F}"/>
                </a:ext>
              </a:extLst>
            </p:cNvPr>
            <p:cNvSpPr/>
            <p:nvPr/>
          </p:nvSpPr>
          <p:spPr>
            <a:xfrm>
              <a:off x="-1639062" y="3658739"/>
              <a:ext cx="130682" cy="79629"/>
            </a:xfrm>
            <a:prstGeom prst="rect">
              <a:avLst/>
            </a:prstGeom>
            <a:solidFill>
              <a:srgbClr val="F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2" name="Rectangle 5691">
              <a:extLst>
                <a:ext uri="{FF2B5EF4-FFF2-40B4-BE49-F238E27FC236}">
                  <a16:creationId xmlns:a16="http://schemas.microsoft.com/office/drawing/2014/main" id="{0F3DC587-BB77-0216-5860-6BD242CA1E61}"/>
                </a:ext>
              </a:extLst>
            </p:cNvPr>
            <p:cNvSpPr/>
            <p:nvPr/>
          </p:nvSpPr>
          <p:spPr>
            <a:xfrm>
              <a:off x="-1639062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3" name="Rectangle 5692">
              <a:extLst>
                <a:ext uri="{FF2B5EF4-FFF2-40B4-BE49-F238E27FC236}">
                  <a16:creationId xmlns:a16="http://schemas.microsoft.com/office/drawing/2014/main" id="{A5AB67D1-8DC3-D99C-B1CF-C07E99D3ADD6}"/>
                </a:ext>
              </a:extLst>
            </p:cNvPr>
            <p:cNvSpPr/>
            <p:nvPr/>
          </p:nvSpPr>
          <p:spPr>
            <a:xfrm>
              <a:off x="-1639062" y="3818124"/>
              <a:ext cx="130682" cy="79629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4" name="Rectangle 5693">
              <a:extLst>
                <a:ext uri="{FF2B5EF4-FFF2-40B4-BE49-F238E27FC236}">
                  <a16:creationId xmlns:a16="http://schemas.microsoft.com/office/drawing/2014/main" id="{BAA2E3F3-4F51-E1DA-8FA5-831A644C5001}"/>
                </a:ext>
              </a:extLst>
            </p:cNvPr>
            <p:cNvSpPr/>
            <p:nvPr/>
          </p:nvSpPr>
          <p:spPr>
            <a:xfrm>
              <a:off x="-1639062" y="3897880"/>
              <a:ext cx="130682" cy="79629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6" name="Rectangle 5695">
              <a:extLst>
                <a:ext uri="{FF2B5EF4-FFF2-40B4-BE49-F238E27FC236}">
                  <a16:creationId xmlns:a16="http://schemas.microsoft.com/office/drawing/2014/main" id="{C09EA7B0-58B2-3685-8ACB-94A16A0178D0}"/>
                </a:ext>
              </a:extLst>
            </p:cNvPr>
            <p:cNvSpPr/>
            <p:nvPr/>
          </p:nvSpPr>
          <p:spPr>
            <a:xfrm>
              <a:off x="-1508379" y="118858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7" name="Rectangle 5696">
              <a:extLst>
                <a:ext uri="{FF2B5EF4-FFF2-40B4-BE49-F238E27FC236}">
                  <a16:creationId xmlns:a16="http://schemas.microsoft.com/office/drawing/2014/main" id="{8D42F461-896B-2895-0710-94A1D7334CAC}"/>
                </a:ext>
              </a:extLst>
            </p:cNvPr>
            <p:cNvSpPr/>
            <p:nvPr/>
          </p:nvSpPr>
          <p:spPr>
            <a:xfrm>
              <a:off x="-1508379" y="126821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8" name="Rectangle 5697">
              <a:extLst>
                <a:ext uri="{FF2B5EF4-FFF2-40B4-BE49-F238E27FC236}">
                  <a16:creationId xmlns:a16="http://schemas.microsoft.com/office/drawing/2014/main" id="{D20398B8-A58B-A232-B254-67FD1E0D041E}"/>
                </a:ext>
              </a:extLst>
            </p:cNvPr>
            <p:cNvSpPr/>
            <p:nvPr/>
          </p:nvSpPr>
          <p:spPr>
            <a:xfrm>
              <a:off x="-1508379" y="134797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699" name="Rectangle 5698">
              <a:extLst>
                <a:ext uri="{FF2B5EF4-FFF2-40B4-BE49-F238E27FC236}">
                  <a16:creationId xmlns:a16="http://schemas.microsoft.com/office/drawing/2014/main" id="{81DCF596-C463-5639-89DA-493E23C8A9AA}"/>
                </a:ext>
              </a:extLst>
            </p:cNvPr>
            <p:cNvSpPr/>
            <p:nvPr/>
          </p:nvSpPr>
          <p:spPr>
            <a:xfrm>
              <a:off x="-1508379" y="1427603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0" name="Rectangle 5699">
              <a:extLst>
                <a:ext uri="{FF2B5EF4-FFF2-40B4-BE49-F238E27FC236}">
                  <a16:creationId xmlns:a16="http://schemas.microsoft.com/office/drawing/2014/main" id="{430182DC-DC54-1429-5FDA-2B183B488A42}"/>
                </a:ext>
              </a:extLst>
            </p:cNvPr>
            <p:cNvSpPr/>
            <p:nvPr/>
          </p:nvSpPr>
          <p:spPr>
            <a:xfrm>
              <a:off x="-1508379" y="150735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1" name="Rectangle 5700">
              <a:extLst>
                <a:ext uri="{FF2B5EF4-FFF2-40B4-BE49-F238E27FC236}">
                  <a16:creationId xmlns:a16="http://schemas.microsoft.com/office/drawing/2014/main" id="{28E9D6DA-8F04-ABF1-1D6A-97B9618CDD92}"/>
                </a:ext>
              </a:extLst>
            </p:cNvPr>
            <p:cNvSpPr/>
            <p:nvPr/>
          </p:nvSpPr>
          <p:spPr>
            <a:xfrm>
              <a:off x="-1508379" y="1586988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2" name="Rectangle 5701">
              <a:extLst>
                <a:ext uri="{FF2B5EF4-FFF2-40B4-BE49-F238E27FC236}">
                  <a16:creationId xmlns:a16="http://schemas.microsoft.com/office/drawing/2014/main" id="{3B717148-2F60-C883-368E-9AD6757A472B}"/>
                </a:ext>
              </a:extLst>
            </p:cNvPr>
            <p:cNvSpPr/>
            <p:nvPr/>
          </p:nvSpPr>
          <p:spPr>
            <a:xfrm>
              <a:off x="-1508379" y="166674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3" name="Rectangle 5702">
              <a:extLst>
                <a:ext uri="{FF2B5EF4-FFF2-40B4-BE49-F238E27FC236}">
                  <a16:creationId xmlns:a16="http://schemas.microsoft.com/office/drawing/2014/main" id="{E04AD55A-6AA9-DDB6-66E2-84C3BCBAFD58}"/>
                </a:ext>
              </a:extLst>
            </p:cNvPr>
            <p:cNvSpPr/>
            <p:nvPr/>
          </p:nvSpPr>
          <p:spPr>
            <a:xfrm>
              <a:off x="-1508379" y="1746373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4" name="Rectangle 5703">
              <a:extLst>
                <a:ext uri="{FF2B5EF4-FFF2-40B4-BE49-F238E27FC236}">
                  <a16:creationId xmlns:a16="http://schemas.microsoft.com/office/drawing/2014/main" id="{53B9CD1C-D200-43DB-E63B-E37A27D21DE8}"/>
                </a:ext>
              </a:extLst>
            </p:cNvPr>
            <p:cNvSpPr/>
            <p:nvPr/>
          </p:nvSpPr>
          <p:spPr>
            <a:xfrm>
              <a:off x="-1508379" y="182600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5" name="Rectangle 5704">
              <a:extLst>
                <a:ext uri="{FF2B5EF4-FFF2-40B4-BE49-F238E27FC236}">
                  <a16:creationId xmlns:a16="http://schemas.microsoft.com/office/drawing/2014/main" id="{E884D057-85AE-7841-390B-B0829AE0A698}"/>
                </a:ext>
              </a:extLst>
            </p:cNvPr>
            <p:cNvSpPr/>
            <p:nvPr/>
          </p:nvSpPr>
          <p:spPr>
            <a:xfrm>
              <a:off x="-1508379" y="190575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6" name="Rectangle 5705">
              <a:extLst>
                <a:ext uri="{FF2B5EF4-FFF2-40B4-BE49-F238E27FC236}">
                  <a16:creationId xmlns:a16="http://schemas.microsoft.com/office/drawing/2014/main" id="{FC9D9C6E-B3F1-F7C2-7C87-34D792ED40B4}"/>
                </a:ext>
              </a:extLst>
            </p:cNvPr>
            <p:cNvSpPr/>
            <p:nvPr/>
          </p:nvSpPr>
          <p:spPr>
            <a:xfrm>
              <a:off x="-1508379" y="198538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7" name="Rectangle 5706">
              <a:extLst>
                <a:ext uri="{FF2B5EF4-FFF2-40B4-BE49-F238E27FC236}">
                  <a16:creationId xmlns:a16="http://schemas.microsoft.com/office/drawing/2014/main" id="{CC37F855-C54C-784A-ED50-639AB0C9DA66}"/>
                </a:ext>
              </a:extLst>
            </p:cNvPr>
            <p:cNvSpPr/>
            <p:nvPr/>
          </p:nvSpPr>
          <p:spPr>
            <a:xfrm>
              <a:off x="-1508379" y="2065143"/>
              <a:ext cx="130682" cy="79628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8" name="Rectangle 5707">
              <a:extLst>
                <a:ext uri="{FF2B5EF4-FFF2-40B4-BE49-F238E27FC236}">
                  <a16:creationId xmlns:a16="http://schemas.microsoft.com/office/drawing/2014/main" id="{7B97BF55-C6C9-A4FE-F2B0-3176B16A4ECB}"/>
                </a:ext>
              </a:extLst>
            </p:cNvPr>
            <p:cNvSpPr/>
            <p:nvPr/>
          </p:nvSpPr>
          <p:spPr>
            <a:xfrm>
              <a:off x="-1508379" y="214477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09" name="Rectangle 5708">
              <a:extLst>
                <a:ext uri="{FF2B5EF4-FFF2-40B4-BE49-F238E27FC236}">
                  <a16:creationId xmlns:a16="http://schemas.microsoft.com/office/drawing/2014/main" id="{923567B3-8456-D326-71C2-3B320285FE87}"/>
                </a:ext>
              </a:extLst>
            </p:cNvPr>
            <p:cNvSpPr/>
            <p:nvPr/>
          </p:nvSpPr>
          <p:spPr>
            <a:xfrm>
              <a:off x="-1508379" y="2224528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0" name="Rectangle 5709">
              <a:extLst>
                <a:ext uri="{FF2B5EF4-FFF2-40B4-BE49-F238E27FC236}">
                  <a16:creationId xmlns:a16="http://schemas.microsoft.com/office/drawing/2014/main" id="{A3088129-8782-85DC-55D6-9826D1A9C6BB}"/>
                </a:ext>
              </a:extLst>
            </p:cNvPr>
            <p:cNvSpPr/>
            <p:nvPr/>
          </p:nvSpPr>
          <p:spPr>
            <a:xfrm>
              <a:off x="-1508379" y="230415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1" name="Rectangle 5710">
              <a:extLst>
                <a:ext uri="{FF2B5EF4-FFF2-40B4-BE49-F238E27FC236}">
                  <a16:creationId xmlns:a16="http://schemas.microsoft.com/office/drawing/2014/main" id="{79FE7AC3-7A5C-FF1E-DDF0-E75E52E154B7}"/>
                </a:ext>
              </a:extLst>
            </p:cNvPr>
            <p:cNvSpPr/>
            <p:nvPr/>
          </p:nvSpPr>
          <p:spPr>
            <a:xfrm>
              <a:off x="-1508379" y="2383786"/>
              <a:ext cx="130682" cy="79628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2" name="Rectangle 5711">
              <a:extLst>
                <a:ext uri="{FF2B5EF4-FFF2-40B4-BE49-F238E27FC236}">
                  <a16:creationId xmlns:a16="http://schemas.microsoft.com/office/drawing/2014/main" id="{969FE01B-A414-4200-994A-231069AF74E7}"/>
                </a:ext>
              </a:extLst>
            </p:cNvPr>
            <p:cNvSpPr/>
            <p:nvPr/>
          </p:nvSpPr>
          <p:spPr>
            <a:xfrm>
              <a:off x="-1508379" y="2463542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3" name="Rectangle 5712">
              <a:extLst>
                <a:ext uri="{FF2B5EF4-FFF2-40B4-BE49-F238E27FC236}">
                  <a16:creationId xmlns:a16="http://schemas.microsoft.com/office/drawing/2014/main" id="{2D072990-4B9D-9DB9-F8A2-722A18F0A4DA}"/>
                </a:ext>
              </a:extLst>
            </p:cNvPr>
            <p:cNvSpPr/>
            <p:nvPr/>
          </p:nvSpPr>
          <p:spPr>
            <a:xfrm>
              <a:off x="-1508379" y="2543171"/>
              <a:ext cx="130682" cy="79628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4" name="Rectangle 5713">
              <a:extLst>
                <a:ext uri="{FF2B5EF4-FFF2-40B4-BE49-F238E27FC236}">
                  <a16:creationId xmlns:a16="http://schemas.microsoft.com/office/drawing/2014/main" id="{0FF68B68-52F0-3DEF-0C9A-D67C90C99F5B}"/>
                </a:ext>
              </a:extLst>
            </p:cNvPr>
            <p:cNvSpPr/>
            <p:nvPr/>
          </p:nvSpPr>
          <p:spPr>
            <a:xfrm>
              <a:off x="-1508379" y="2622927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5" name="Rectangle 5714">
              <a:extLst>
                <a:ext uri="{FF2B5EF4-FFF2-40B4-BE49-F238E27FC236}">
                  <a16:creationId xmlns:a16="http://schemas.microsoft.com/office/drawing/2014/main" id="{7FE85554-65C3-7C11-2C5C-C6E148A848D0}"/>
                </a:ext>
              </a:extLst>
            </p:cNvPr>
            <p:cNvSpPr/>
            <p:nvPr/>
          </p:nvSpPr>
          <p:spPr>
            <a:xfrm>
              <a:off x="-1508379" y="2702556"/>
              <a:ext cx="130682" cy="79628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6" name="Rectangle 5715">
              <a:extLst>
                <a:ext uri="{FF2B5EF4-FFF2-40B4-BE49-F238E27FC236}">
                  <a16:creationId xmlns:a16="http://schemas.microsoft.com/office/drawing/2014/main" id="{F283E41A-675C-F5DA-A2DE-6027BD0AE794}"/>
                </a:ext>
              </a:extLst>
            </p:cNvPr>
            <p:cNvSpPr/>
            <p:nvPr/>
          </p:nvSpPr>
          <p:spPr>
            <a:xfrm>
              <a:off x="-1508379" y="2782312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7" name="Rectangle 5716">
              <a:extLst>
                <a:ext uri="{FF2B5EF4-FFF2-40B4-BE49-F238E27FC236}">
                  <a16:creationId xmlns:a16="http://schemas.microsoft.com/office/drawing/2014/main" id="{BDF8C988-9915-9C95-9686-911D84797A91}"/>
                </a:ext>
              </a:extLst>
            </p:cNvPr>
            <p:cNvSpPr/>
            <p:nvPr/>
          </p:nvSpPr>
          <p:spPr>
            <a:xfrm>
              <a:off x="-1508379" y="286194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8" name="Rectangle 5717">
              <a:extLst>
                <a:ext uri="{FF2B5EF4-FFF2-40B4-BE49-F238E27FC236}">
                  <a16:creationId xmlns:a16="http://schemas.microsoft.com/office/drawing/2014/main" id="{B620FFD9-DC7F-804A-0048-67F83D2D649A}"/>
                </a:ext>
              </a:extLst>
            </p:cNvPr>
            <p:cNvSpPr/>
            <p:nvPr/>
          </p:nvSpPr>
          <p:spPr>
            <a:xfrm>
              <a:off x="-1508379" y="294157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19" name="Rectangle 5718">
              <a:extLst>
                <a:ext uri="{FF2B5EF4-FFF2-40B4-BE49-F238E27FC236}">
                  <a16:creationId xmlns:a16="http://schemas.microsoft.com/office/drawing/2014/main" id="{167A7F7A-9989-649D-9814-27D00B941A20}"/>
                </a:ext>
              </a:extLst>
            </p:cNvPr>
            <p:cNvSpPr/>
            <p:nvPr/>
          </p:nvSpPr>
          <p:spPr>
            <a:xfrm>
              <a:off x="-1508379" y="302132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0" name="Rectangle 5719">
              <a:extLst>
                <a:ext uri="{FF2B5EF4-FFF2-40B4-BE49-F238E27FC236}">
                  <a16:creationId xmlns:a16="http://schemas.microsoft.com/office/drawing/2014/main" id="{8A9602D0-EA3B-57E6-734C-3F2A78D49130}"/>
                </a:ext>
              </a:extLst>
            </p:cNvPr>
            <p:cNvSpPr/>
            <p:nvPr/>
          </p:nvSpPr>
          <p:spPr>
            <a:xfrm>
              <a:off x="-1508379" y="310095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1" name="Rectangle 5720">
              <a:extLst>
                <a:ext uri="{FF2B5EF4-FFF2-40B4-BE49-F238E27FC236}">
                  <a16:creationId xmlns:a16="http://schemas.microsoft.com/office/drawing/2014/main" id="{424094D4-0C0A-BF7B-EE25-9498B5B032AA}"/>
                </a:ext>
              </a:extLst>
            </p:cNvPr>
            <p:cNvSpPr/>
            <p:nvPr/>
          </p:nvSpPr>
          <p:spPr>
            <a:xfrm>
              <a:off x="-1508379" y="3180711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2" name="Rectangle 5721">
              <a:extLst>
                <a:ext uri="{FF2B5EF4-FFF2-40B4-BE49-F238E27FC236}">
                  <a16:creationId xmlns:a16="http://schemas.microsoft.com/office/drawing/2014/main" id="{A8C14D56-7AA2-56FD-C098-15A41EDE25B7}"/>
                </a:ext>
              </a:extLst>
            </p:cNvPr>
            <p:cNvSpPr/>
            <p:nvPr/>
          </p:nvSpPr>
          <p:spPr>
            <a:xfrm>
              <a:off x="-1508379" y="3260340"/>
              <a:ext cx="130682" cy="79629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3" name="Rectangle 5722">
              <a:extLst>
                <a:ext uri="{FF2B5EF4-FFF2-40B4-BE49-F238E27FC236}">
                  <a16:creationId xmlns:a16="http://schemas.microsoft.com/office/drawing/2014/main" id="{34711AC4-F1DA-1CA5-3B23-C15417A6C56A}"/>
                </a:ext>
              </a:extLst>
            </p:cNvPr>
            <p:cNvSpPr/>
            <p:nvPr/>
          </p:nvSpPr>
          <p:spPr>
            <a:xfrm>
              <a:off x="-1508379" y="3340096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4" name="Rectangle 5723">
              <a:extLst>
                <a:ext uri="{FF2B5EF4-FFF2-40B4-BE49-F238E27FC236}">
                  <a16:creationId xmlns:a16="http://schemas.microsoft.com/office/drawing/2014/main" id="{9AC64000-8B09-CFB3-BA22-AEC61D332C9F}"/>
                </a:ext>
              </a:extLst>
            </p:cNvPr>
            <p:cNvSpPr/>
            <p:nvPr/>
          </p:nvSpPr>
          <p:spPr>
            <a:xfrm>
              <a:off x="-1508379" y="341972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5" name="Rectangle 5724">
              <a:extLst>
                <a:ext uri="{FF2B5EF4-FFF2-40B4-BE49-F238E27FC236}">
                  <a16:creationId xmlns:a16="http://schemas.microsoft.com/office/drawing/2014/main" id="{BE58567B-E6E2-631F-E615-BD500262C8BF}"/>
                </a:ext>
              </a:extLst>
            </p:cNvPr>
            <p:cNvSpPr/>
            <p:nvPr/>
          </p:nvSpPr>
          <p:spPr>
            <a:xfrm>
              <a:off x="-1508379" y="349935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6" name="Rectangle 5725">
              <a:extLst>
                <a:ext uri="{FF2B5EF4-FFF2-40B4-BE49-F238E27FC236}">
                  <a16:creationId xmlns:a16="http://schemas.microsoft.com/office/drawing/2014/main" id="{348F23D0-50E4-63DD-98B3-DEA44ABE521D}"/>
                </a:ext>
              </a:extLst>
            </p:cNvPr>
            <p:cNvSpPr/>
            <p:nvPr/>
          </p:nvSpPr>
          <p:spPr>
            <a:xfrm>
              <a:off x="-1508379" y="357911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7" name="Rectangle 5726">
              <a:extLst>
                <a:ext uri="{FF2B5EF4-FFF2-40B4-BE49-F238E27FC236}">
                  <a16:creationId xmlns:a16="http://schemas.microsoft.com/office/drawing/2014/main" id="{A3FA3DFB-B376-BDE1-9E41-2AD66ED75A83}"/>
                </a:ext>
              </a:extLst>
            </p:cNvPr>
            <p:cNvSpPr/>
            <p:nvPr/>
          </p:nvSpPr>
          <p:spPr>
            <a:xfrm>
              <a:off x="-1508379" y="3658739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8" name="Rectangle 5727">
              <a:extLst>
                <a:ext uri="{FF2B5EF4-FFF2-40B4-BE49-F238E27FC236}">
                  <a16:creationId xmlns:a16="http://schemas.microsoft.com/office/drawing/2014/main" id="{41D12CB8-A18F-D92B-932D-053AD2D6EF41}"/>
                </a:ext>
              </a:extLst>
            </p:cNvPr>
            <p:cNvSpPr/>
            <p:nvPr/>
          </p:nvSpPr>
          <p:spPr>
            <a:xfrm>
              <a:off x="-1508379" y="3738495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29" name="Rectangle 5728">
              <a:extLst>
                <a:ext uri="{FF2B5EF4-FFF2-40B4-BE49-F238E27FC236}">
                  <a16:creationId xmlns:a16="http://schemas.microsoft.com/office/drawing/2014/main" id="{1B8A87CF-62A3-C031-A6DB-796696BE16EB}"/>
                </a:ext>
              </a:extLst>
            </p:cNvPr>
            <p:cNvSpPr/>
            <p:nvPr/>
          </p:nvSpPr>
          <p:spPr>
            <a:xfrm>
              <a:off x="-1508379" y="3818124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  <p:sp>
          <p:nvSpPr>
            <p:cNvPr id="5730" name="Rectangle 5729">
              <a:extLst>
                <a:ext uri="{FF2B5EF4-FFF2-40B4-BE49-F238E27FC236}">
                  <a16:creationId xmlns:a16="http://schemas.microsoft.com/office/drawing/2014/main" id="{18ACF70F-9C89-471F-DBD5-008902BFDDE7}"/>
                </a:ext>
              </a:extLst>
            </p:cNvPr>
            <p:cNvSpPr/>
            <p:nvPr/>
          </p:nvSpPr>
          <p:spPr>
            <a:xfrm>
              <a:off x="-1508379" y="3897880"/>
              <a:ext cx="130682" cy="79629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 baseline="-25000"/>
            </a:p>
          </p:txBody>
        </p:sp>
      </p:grpSp>
    </p:spTree>
    <p:extLst>
      <p:ext uri="{BB962C8B-B14F-4D97-AF65-F5344CB8AC3E}">
        <p14:creationId xmlns:p14="http://schemas.microsoft.com/office/powerpoint/2010/main" val="129602799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DA208DD-CFB2-608B-37C5-E68C5A06CF1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075" y="5194300"/>
            <a:ext cx="1728974" cy="2635149"/>
          </a:xfrm>
          <a:prstGeom prst="rect">
            <a:avLst/>
          </a:prstGeom>
        </p:spPr>
      </p:pic>
      <p:grpSp>
        <p:nvGrpSpPr>
          <p:cNvPr id="5865" name="Graphic 2">
            <a:extLst>
              <a:ext uri="{FF2B5EF4-FFF2-40B4-BE49-F238E27FC236}">
                <a16:creationId xmlns:a16="http://schemas.microsoft.com/office/drawing/2014/main" id="{30FE675D-FA3E-2BC0-F502-77987A732E03}"/>
              </a:ext>
            </a:extLst>
          </p:cNvPr>
          <p:cNvGrpSpPr/>
          <p:nvPr/>
        </p:nvGrpSpPr>
        <p:grpSpPr>
          <a:xfrm>
            <a:off x="3098050" y="570457"/>
            <a:ext cx="3866277" cy="5409295"/>
            <a:chOff x="3593350" y="-590402"/>
            <a:chExt cx="3866277" cy="7748406"/>
          </a:xfrm>
        </p:grpSpPr>
        <p:sp>
          <p:nvSpPr>
            <p:cNvPr id="5866" name="Rectangle 5865">
              <a:extLst>
                <a:ext uri="{FF2B5EF4-FFF2-40B4-BE49-F238E27FC236}">
                  <a16:creationId xmlns:a16="http://schemas.microsoft.com/office/drawing/2014/main" id="{175D901B-D364-F608-26E9-6006D9C543A9}"/>
                </a:ext>
              </a:extLst>
            </p:cNvPr>
            <p:cNvSpPr/>
            <p:nvPr/>
          </p:nvSpPr>
          <p:spPr>
            <a:xfrm>
              <a:off x="3593350" y="-590402"/>
              <a:ext cx="3840163" cy="7680324"/>
            </a:xfrm>
            <a:prstGeom prst="rect">
              <a:avLst/>
            </a:prstGeom>
            <a:noFill/>
            <a:ln w="10663" cap="rnd">
              <a:noFill/>
              <a:prstDash val="solid"/>
              <a:round/>
            </a:ln>
          </p:spPr>
          <p:txBody>
            <a:bodyPr/>
            <a:lstStyle/>
            <a:p>
              <a:endParaRPr lang="en-US" sz="1400"/>
            </a:p>
          </p:txBody>
        </p:sp>
        <p:grpSp>
          <p:nvGrpSpPr>
            <p:cNvPr id="5867" name="Graphic 2">
              <a:extLst>
                <a:ext uri="{FF2B5EF4-FFF2-40B4-BE49-F238E27FC236}">
                  <a16:creationId xmlns:a16="http://schemas.microsoft.com/office/drawing/2014/main" id="{8F6A9684-E59F-FD87-EEE5-ABA355765AC5}"/>
                </a:ext>
              </a:extLst>
            </p:cNvPr>
            <p:cNvGrpSpPr/>
            <p:nvPr/>
          </p:nvGrpSpPr>
          <p:grpSpPr>
            <a:xfrm>
              <a:off x="3602319" y="-492145"/>
              <a:ext cx="3857308" cy="7650149"/>
              <a:chOff x="3602319" y="-492145"/>
              <a:chExt cx="3857308" cy="7650149"/>
            </a:xfrm>
          </p:grpSpPr>
          <p:sp>
            <p:nvSpPr>
              <p:cNvPr id="5869" name="Rectangle 5868">
                <a:extLst>
                  <a:ext uri="{FF2B5EF4-FFF2-40B4-BE49-F238E27FC236}">
                    <a16:creationId xmlns:a16="http://schemas.microsoft.com/office/drawing/2014/main" id="{F0E609CA-8A65-917A-5B70-8C4DC0F365CC}"/>
                  </a:ext>
                </a:extLst>
              </p:cNvPr>
              <p:cNvSpPr/>
              <p:nvPr/>
            </p:nvSpPr>
            <p:spPr>
              <a:xfrm>
                <a:off x="3646685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0" name="Rectangle 5869">
                <a:extLst>
                  <a:ext uri="{FF2B5EF4-FFF2-40B4-BE49-F238E27FC236}">
                    <a16:creationId xmlns:a16="http://schemas.microsoft.com/office/drawing/2014/main" id="{5D3F94F0-3BB0-D4FC-AC66-39AFCE8E202A}"/>
                  </a:ext>
                </a:extLst>
              </p:cNvPr>
              <p:cNvSpPr/>
              <p:nvPr/>
            </p:nvSpPr>
            <p:spPr>
              <a:xfrm>
                <a:off x="3646685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1" name="Rectangle 5870">
                <a:extLst>
                  <a:ext uri="{FF2B5EF4-FFF2-40B4-BE49-F238E27FC236}">
                    <a16:creationId xmlns:a16="http://schemas.microsoft.com/office/drawing/2014/main" id="{4D8C6E2C-50E9-9A48-36FB-76224BB9C640}"/>
                  </a:ext>
                </a:extLst>
              </p:cNvPr>
              <p:cNvSpPr/>
              <p:nvPr/>
            </p:nvSpPr>
            <p:spPr>
              <a:xfrm>
                <a:off x="3646685" y="-16467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2" name="Rectangle 5871">
                <a:extLst>
                  <a:ext uri="{FF2B5EF4-FFF2-40B4-BE49-F238E27FC236}">
                    <a16:creationId xmlns:a16="http://schemas.microsoft.com/office/drawing/2014/main" id="{3879A2D8-B5ED-9FEE-081D-DFB03AD135F6}"/>
                  </a:ext>
                </a:extLst>
              </p:cNvPr>
              <p:cNvSpPr/>
              <p:nvPr/>
            </p:nvSpPr>
            <p:spPr>
              <a:xfrm>
                <a:off x="3646685" y="-5299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3" name="Rectangle 5872">
                <a:extLst>
                  <a:ext uri="{FF2B5EF4-FFF2-40B4-BE49-F238E27FC236}">
                    <a16:creationId xmlns:a16="http://schemas.microsoft.com/office/drawing/2014/main" id="{DAD026FB-E18E-3FA8-8EA3-0DDAA710A798}"/>
                  </a:ext>
                </a:extLst>
              </p:cNvPr>
              <p:cNvSpPr/>
              <p:nvPr/>
            </p:nvSpPr>
            <p:spPr>
              <a:xfrm>
                <a:off x="3646685" y="58692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4" name="Rectangle 5873">
                <a:extLst>
                  <a:ext uri="{FF2B5EF4-FFF2-40B4-BE49-F238E27FC236}">
                    <a16:creationId xmlns:a16="http://schemas.microsoft.com/office/drawing/2014/main" id="{D0317A8D-39DF-38C9-56C9-3CAAC7BD119E}"/>
                  </a:ext>
                </a:extLst>
              </p:cNvPr>
              <p:cNvSpPr/>
              <p:nvPr/>
            </p:nvSpPr>
            <p:spPr>
              <a:xfrm>
                <a:off x="3646685" y="170376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5" name="Rectangle 5874">
                <a:extLst>
                  <a:ext uri="{FF2B5EF4-FFF2-40B4-BE49-F238E27FC236}">
                    <a16:creationId xmlns:a16="http://schemas.microsoft.com/office/drawing/2014/main" id="{7DA05715-93D0-253D-341C-C800B39C3B21}"/>
                  </a:ext>
                </a:extLst>
              </p:cNvPr>
              <p:cNvSpPr/>
              <p:nvPr/>
            </p:nvSpPr>
            <p:spPr>
              <a:xfrm>
                <a:off x="3646685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6" name="Rectangle 5875">
                <a:extLst>
                  <a:ext uri="{FF2B5EF4-FFF2-40B4-BE49-F238E27FC236}">
                    <a16:creationId xmlns:a16="http://schemas.microsoft.com/office/drawing/2014/main" id="{DDC13CC1-0E92-1896-39F5-DFB210BF24A0}"/>
                  </a:ext>
                </a:extLst>
              </p:cNvPr>
              <p:cNvSpPr/>
              <p:nvPr/>
            </p:nvSpPr>
            <p:spPr>
              <a:xfrm>
                <a:off x="3646685" y="39374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7" name="Rectangle 5876">
                <a:extLst>
                  <a:ext uri="{FF2B5EF4-FFF2-40B4-BE49-F238E27FC236}">
                    <a16:creationId xmlns:a16="http://schemas.microsoft.com/office/drawing/2014/main" id="{8FA16169-8F77-2B06-361D-38A8242313BC}"/>
                  </a:ext>
                </a:extLst>
              </p:cNvPr>
              <p:cNvSpPr/>
              <p:nvPr/>
            </p:nvSpPr>
            <p:spPr>
              <a:xfrm>
                <a:off x="3646685" y="5055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8" name="Rectangle 5877">
                <a:extLst>
                  <a:ext uri="{FF2B5EF4-FFF2-40B4-BE49-F238E27FC236}">
                    <a16:creationId xmlns:a16="http://schemas.microsoft.com/office/drawing/2014/main" id="{6E60F3BC-4AF1-4823-B072-310F6FF7F800}"/>
                  </a:ext>
                </a:extLst>
              </p:cNvPr>
              <p:cNvSpPr/>
              <p:nvPr/>
            </p:nvSpPr>
            <p:spPr>
              <a:xfrm>
                <a:off x="3646685" y="61722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79" name="Rectangle 5878">
                <a:extLst>
                  <a:ext uri="{FF2B5EF4-FFF2-40B4-BE49-F238E27FC236}">
                    <a16:creationId xmlns:a16="http://schemas.microsoft.com/office/drawing/2014/main" id="{ACCEBCB8-C50D-BB0A-9C3E-E9A684432F4B}"/>
                  </a:ext>
                </a:extLst>
              </p:cNvPr>
              <p:cNvSpPr/>
              <p:nvPr/>
            </p:nvSpPr>
            <p:spPr>
              <a:xfrm>
                <a:off x="3646685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0" name="Rectangle 5879">
                <a:extLst>
                  <a:ext uri="{FF2B5EF4-FFF2-40B4-BE49-F238E27FC236}">
                    <a16:creationId xmlns:a16="http://schemas.microsoft.com/office/drawing/2014/main" id="{815F7495-B33D-3F43-3D70-9B0D0CD99EFF}"/>
                  </a:ext>
                </a:extLst>
              </p:cNvPr>
              <p:cNvSpPr/>
              <p:nvPr/>
            </p:nvSpPr>
            <p:spPr>
              <a:xfrm>
                <a:off x="3646685" y="84059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1" name="Rectangle 5880">
                <a:extLst>
                  <a:ext uri="{FF2B5EF4-FFF2-40B4-BE49-F238E27FC236}">
                    <a16:creationId xmlns:a16="http://schemas.microsoft.com/office/drawing/2014/main" id="{1D90A0AB-ADB6-53B6-0B6D-AFA6314D2509}"/>
                  </a:ext>
                </a:extLst>
              </p:cNvPr>
              <p:cNvSpPr/>
              <p:nvPr/>
            </p:nvSpPr>
            <p:spPr>
              <a:xfrm>
                <a:off x="3646685" y="95227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2" name="Rectangle 5881">
                <a:extLst>
                  <a:ext uri="{FF2B5EF4-FFF2-40B4-BE49-F238E27FC236}">
                    <a16:creationId xmlns:a16="http://schemas.microsoft.com/office/drawing/2014/main" id="{8A85D3A0-6B86-2BCB-F6E2-F9C5F65E58F1}"/>
                  </a:ext>
                </a:extLst>
              </p:cNvPr>
              <p:cNvSpPr/>
              <p:nvPr/>
            </p:nvSpPr>
            <p:spPr>
              <a:xfrm>
                <a:off x="3646685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3" name="Rectangle 5882">
                <a:extLst>
                  <a:ext uri="{FF2B5EF4-FFF2-40B4-BE49-F238E27FC236}">
                    <a16:creationId xmlns:a16="http://schemas.microsoft.com/office/drawing/2014/main" id="{12D61B76-43BB-6E10-E115-543D39C78E0F}"/>
                  </a:ext>
                </a:extLst>
              </p:cNvPr>
              <p:cNvSpPr/>
              <p:nvPr/>
            </p:nvSpPr>
            <p:spPr>
              <a:xfrm>
                <a:off x="3646685" y="117564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4" name="Rectangle 5883">
                <a:extLst>
                  <a:ext uri="{FF2B5EF4-FFF2-40B4-BE49-F238E27FC236}">
                    <a16:creationId xmlns:a16="http://schemas.microsoft.com/office/drawing/2014/main" id="{F32CA09B-0BCF-E768-0F0E-818660240283}"/>
                  </a:ext>
                </a:extLst>
              </p:cNvPr>
              <p:cNvSpPr/>
              <p:nvPr/>
            </p:nvSpPr>
            <p:spPr>
              <a:xfrm>
                <a:off x="3646685" y="12874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5" name="Rectangle 5884">
                <a:extLst>
                  <a:ext uri="{FF2B5EF4-FFF2-40B4-BE49-F238E27FC236}">
                    <a16:creationId xmlns:a16="http://schemas.microsoft.com/office/drawing/2014/main" id="{5CCBBE95-F1C9-BB6A-7ACF-6678D7C29589}"/>
                  </a:ext>
                </a:extLst>
              </p:cNvPr>
              <p:cNvSpPr/>
              <p:nvPr/>
            </p:nvSpPr>
            <p:spPr>
              <a:xfrm>
                <a:off x="3646685" y="13991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6" name="Rectangle 5885">
                <a:extLst>
                  <a:ext uri="{FF2B5EF4-FFF2-40B4-BE49-F238E27FC236}">
                    <a16:creationId xmlns:a16="http://schemas.microsoft.com/office/drawing/2014/main" id="{DA94FE59-A05C-B488-237D-1A3759F75E54}"/>
                  </a:ext>
                </a:extLst>
              </p:cNvPr>
              <p:cNvSpPr/>
              <p:nvPr/>
            </p:nvSpPr>
            <p:spPr>
              <a:xfrm>
                <a:off x="3646685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7" name="Rectangle 5886">
                <a:extLst>
                  <a:ext uri="{FF2B5EF4-FFF2-40B4-BE49-F238E27FC236}">
                    <a16:creationId xmlns:a16="http://schemas.microsoft.com/office/drawing/2014/main" id="{4257EC3A-E554-C266-0A89-0A456AB41430}"/>
                  </a:ext>
                </a:extLst>
              </p:cNvPr>
              <p:cNvSpPr/>
              <p:nvPr/>
            </p:nvSpPr>
            <p:spPr>
              <a:xfrm>
                <a:off x="3646685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8" name="Rectangle 5887">
                <a:extLst>
                  <a:ext uri="{FF2B5EF4-FFF2-40B4-BE49-F238E27FC236}">
                    <a16:creationId xmlns:a16="http://schemas.microsoft.com/office/drawing/2014/main" id="{8B837C96-6F24-A596-9147-A7D6C47B7B29}"/>
                  </a:ext>
                </a:extLst>
              </p:cNvPr>
              <p:cNvSpPr/>
              <p:nvPr/>
            </p:nvSpPr>
            <p:spPr>
              <a:xfrm>
                <a:off x="3646685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89" name="Rectangle 5888">
                <a:extLst>
                  <a:ext uri="{FF2B5EF4-FFF2-40B4-BE49-F238E27FC236}">
                    <a16:creationId xmlns:a16="http://schemas.microsoft.com/office/drawing/2014/main" id="{9D35278F-17A9-FDE9-56EE-7A160295A0C3}"/>
                  </a:ext>
                </a:extLst>
              </p:cNvPr>
              <p:cNvSpPr/>
              <p:nvPr/>
            </p:nvSpPr>
            <p:spPr>
              <a:xfrm>
                <a:off x="3646685" y="184586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0" name="Rectangle 5889">
                <a:extLst>
                  <a:ext uri="{FF2B5EF4-FFF2-40B4-BE49-F238E27FC236}">
                    <a16:creationId xmlns:a16="http://schemas.microsoft.com/office/drawing/2014/main" id="{A508A14D-DE9E-34A0-40EA-4743FA242BD4}"/>
                  </a:ext>
                </a:extLst>
              </p:cNvPr>
              <p:cNvSpPr/>
              <p:nvPr/>
            </p:nvSpPr>
            <p:spPr>
              <a:xfrm>
                <a:off x="3646685" y="195765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1" name="Rectangle 5890">
                <a:extLst>
                  <a:ext uri="{FF2B5EF4-FFF2-40B4-BE49-F238E27FC236}">
                    <a16:creationId xmlns:a16="http://schemas.microsoft.com/office/drawing/2014/main" id="{A20BDFB0-CD99-9C45-D432-AE91C6B2653D}"/>
                  </a:ext>
                </a:extLst>
              </p:cNvPr>
              <p:cNvSpPr/>
              <p:nvPr/>
            </p:nvSpPr>
            <p:spPr>
              <a:xfrm>
                <a:off x="3646685" y="20693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2" name="Rectangle 5891">
                <a:extLst>
                  <a:ext uri="{FF2B5EF4-FFF2-40B4-BE49-F238E27FC236}">
                    <a16:creationId xmlns:a16="http://schemas.microsoft.com/office/drawing/2014/main" id="{B14C663E-8C89-6A18-86A1-AEC0DB0EFEE4}"/>
                  </a:ext>
                </a:extLst>
              </p:cNvPr>
              <p:cNvSpPr/>
              <p:nvPr/>
            </p:nvSpPr>
            <p:spPr>
              <a:xfrm>
                <a:off x="3646685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3" name="Rectangle 5892">
                <a:extLst>
                  <a:ext uri="{FF2B5EF4-FFF2-40B4-BE49-F238E27FC236}">
                    <a16:creationId xmlns:a16="http://schemas.microsoft.com/office/drawing/2014/main" id="{CC3EF935-98E0-4B7B-7913-E005AF11F72D}"/>
                  </a:ext>
                </a:extLst>
              </p:cNvPr>
              <p:cNvSpPr/>
              <p:nvPr/>
            </p:nvSpPr>
            <p:spPr>
              <a:xfrm>
                <a:off x="3646685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4" name="Rectangle 5893">
                <a:extLst>
                  <a:ext uri="{FF2B5EF4-FFF2-40B4-BE49-F238E27FC236}">
                    <a16:creationId xmlns:a16="http://schemas.microsoft.com/office/drawing/2014/main" id="{9F13C0B7-0ACD-CDBE-ED82-B4D05731F630}"/>
                  </a:ext>
                </a:extLst>
              </p:cNvPr>
              <p:cNvSpPr/>
              <p:nvPr/>
            </p:nvSpPr>
            <p:spPr>
              <a:xfrm>
                <a:off x="3646685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5" name="Rectangle 5894">
                <a:extLst>
                  <a:ext uri="{FF2B5EF4-FFF2-40B4-BE49-F238E27FC236}">
                    <a16:creationId xmlns:a16="http://schemas.microsoft.com/office/drawing/2014/main" id="{D43817B5-2398-87A5-741D-4EFFFE672074}"/>
                  </a:ext>
                </a:extLst>
              </p:cNvPr>
              <p:cNvSpPr/>
              <p:nvPr/>
            </p:nvSpPr>
            <p:spPr>
              <a:xfrm>
                <a:off x="3646685" y="251607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6" name="Rectangle 5895">
                <a:extLst>
                  <a:ext uri="{FF2B5EF4-FFF2-40B4-BE49-F238E27FC236}">
                    <a16:creationId xmlns:a16="http://schemas.microsoft.com/office/drawing/2014/main" id="{2BEC2350-A055-8F87-2884-06EF3E51E2D8}"/>
                  </a:ext>
                </a:extLst>
              </p:cNvPr>
              <p:cNvSpPr/>
              <p:nvPr/>
            </p:nvSpPr>
            <p:spPr>
              <a:xfrm>
                <a:off x="3646685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7" name="Rectangle 5896">
                <a:extLst>
                  <a:ext uri="{FF2B5EF4-FFF2-40B4-BE49-F238E27FC236}">
                    <a16:creationId xmlns:a16="http://schemas.microsoft.com/office/drawing/2014/main" id="{F82C99BE-A48B-AEC7-4A70-484683634615}"/>
                  </a:ext>
                </a:extLst>
              </p:cNvPr>
              <p:cNvSpPr/>
              <p:nvPr/>
            </p:nvSpPr>
            <p:spPr>
              <a:xfrm>
                <a:off x="3646685" y="2739552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8" name="Rectangle 5897">
                <a:extLst>
                  <a:ext uri="{FF2B5EF4-FFF2-40B4-BE49-F238E27FC236}">
                    <a16:creationId xmlns:a16="http://schemas.microsoft.com/office/drawing/2014/main" id="{4D07FCD1-E069-9A8A-F4B2-645D2E789C59}"/>
                  </a:ext>
                </a:extLst>
              </p:cNvPr>
              <p:cNvSpPr/>
              <p:nvPr/>
            </p:nvSpPr>
            <p:spPr>
              <a:xfrm>
                <a:off x="3646685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899" name="Rectangle 5898">
                <a:extLst>
                  <a:ext uri="{FF2B5EF4-FFF2-40B4-BE49-F238E27FC236}">
                    <a16:creationId xmlns:a16="http://schemas.microsoft.com/office/drawing/2014/main" id="{1CD777AA-80AC-9B3F-1D6D-2761E3DA7262}"/>
                  </a:ext>
                </a:extLst>
              </p:cNvPr>
              <p:cNvSpPr/>
              <p:nvPr/>
            </p:nvSpPr>
            <p:spPr>
              <a:xfrm>
                <a:off x="3646685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0" name="Rectangle 5899">
                <a:extLst>
                  <a:ext uri="{FF2B5EF4-FFF2-40B4-BE49-F238E27FC236}">
                    <a16:creationId xmlns:a16="http://schemas.microsoft.com/office/drawing/2014/main" id="{AEDF98C5-0E73-8A3B-4D74-4D4B13F1958F}"/>
                  </a:ext>
                </a:extLst>
              </p:cNvPr>
              <p:cNvSpPr/>
              <p:nvPr/>
            </p:nvSpPr>
            <p:spPr>
              <a:xfrm>
                <a:off x="3646685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1" name="Rectangle 5900">
                <a:extLst>
                  <a:ext uri="{FF2B5EF4-FFF2-40B4-BE49-F238E27FC236}">
                    <a16:creationId xmlns:a16="http://schemas.microsoft.com/office/drawing/2014/main" id="{513AEA38-3477-C4C3-9D34-E985123BD307}"/>
                  </a:ext>
                </a:extLst>
              </p:cNvPr>
              <p:cNvSpPr/>
              <p:nvPr/>
            </p:nvSpPr>
            <p:spPr>
              <a:xfrm>
                <a:off x="3646685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2" name="Rectangle 5901">
                <a:extLst>
                  <a:ext uri="{FF2B5EF4-FFF2-40B4-BE49-F238E27FC236}">
                    <a16:creationId xmlns:a16="http://schemas.microsoft.com/office/drawing/2014/main" id="{5920AB63-F0D5-FBB4-F440-45E36E5A34F0}"/>
                  </a:ext>
                </a:extLst>
              </p:cNvPr>
              <p:cNvSpPr/>
              <p:nvPr/>
            </p:nvSpPr>
            <p:spPr>
              <a:xfrm>
                <a:off x="3646685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3" name="Rectangle 5902">
                <a:extLst>
                  <a:ext uri="{FF2B5EF4-FFF2-40B4-BE49-F238E27FC236}">
                    <a16:creationId xmlns:a16="http://schemas.microsoft.com/office/drawing/2014/main" id="{8D9D0C2D-FCDD-1253-63F7-19D411303D6B}"/>
                  </a:ext>
                </a:extLst>
              </p:cNvPr>
              <p:cNvSpPr/>
              <p:nvPr/>
            </p:nvSpPr>
            <p:spPr>
              <a:xfrm>
                <a:off x="3646685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4" name="Rectangle 5903">
                <a:extLst>
                  <a:ext uri="{FF2B5EF4-FFF2-40B4-BE49-F238E27FC236}">
                    <a16:creationId xmlns:a16="http://schemas.microsoft.com/office/drawing/2014/main" id="{58073BB1-8DC7-4FBA-2B08-EC3C3860CBD8}"/>
                  </a:ext>
                </a:extLst>
              </p:cNvPr>
              <p:cNvSpPr/>
              <p:nvPr/>
            </p:nvSpPr>
            <p:spPr>
              <a:xfrm>
                <a:off x="3646685" y="3521451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5" name="Rectangle 5904">
                <a:extLst>
                  <a:ext uri="{FF2B5EF4-FFF2-40B4-BE49-F238E27FC236}">
                    <a16:creationId xmlns:a16="http://schemas.microsoft.com/office/drawing/2014/main" id="{08C5CFAD-2B9B-8D1F-5965-26F348E60B01}"/>
                  </a:ext>
                </a:extLst>
              </p:cNvPr>
              <p:cNvSpPr/>
              <p:nvPr/>
            </p:nvSpPr>
            <p:spPr>
              <a:xfrm>
                <a:off x="3646685" y="3633136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6" name="Rectangle 5905">
                <a:extLst>
                  <a:ext uri="{FF2B5EF4-FFF2-40B4-BE49-F238E27FC236}">
                    <a16:creationId xmlns:a16="http://schemas.microsoft.com/office/drawing/2014/main" id="{13021224-85F7-8E5E-38AD-8828EA09C120}"/>
                  </a:ext>
                </a:extLst>
              </p:cNvPr>
              <p:cNvSpPr/>
              <p:nvPr/>
            </p:nvSpPr>
            <p:spPr>
              <a:xfrm>
                <a:off x="3646685" y="374482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7" name="Rectangle 5906">
                <a:extLst>
                  <a:ext uri="{FF2B5EF4-FFF2-40B4-BE49-F238E27FC236}">
                    <a16:creationId xmlns:a16="http://schemas.microsoft.com/office/drawing/2014/main" id="{1DDACF03-9878-DF4C-5BEF-B193DBCC662F}"/>
                  </a:ext>
                </a:extLst>
              </p:cNvPr>
              <p:cNvSpPr/>
              <p:nvPr/>
            </p:nvSpPr>
            <p:spPr>
              <a:xfrm>
                <a:off x="3646685" y="3856506"/>
                <a:ext cx="98350" cy="111684"/>
              </a:xfrm>
              <a:prstGeom prst="rect">
                <a:avLst/>
              </a:prstGeom>
              <a:solidFill>
                <a:srgbClr val="FBBC49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8" name="Rectangle 5907">
                <a:extLst>
                  <a:ext uri="{FF2B5EF4-FFF2-40B4-BE49-F238E27FC236}">
                    <a16:creationId xmlns:a16="http://schemas.microsoft.com/office/drawing/2014/main" id="{02E29AF7-86C3-5172-529B-4F3B2348B203}"/>
                  </a:ext>
                </a:extLst>
              </p:cNvPr>
              <p:cNvSpPr/>
              <p:nvPr/>
            </p:nvSpPr>
            <p:spPr>
              <a:xfrm>
                <a:off x="3646685" y="3968190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09" name="Rectangle 5908">
                <a:extLst>
                  <a:ext uri="{FF2B5EF4-FFF2-40B4-BE49-F238E27FC236}">
                    <a16:creationId xmlns:a16="http://schemas.microsoft.com/office/drawing/2014/main" id="{4E1AE294-5C40-8DC5-EC62-68BC73CCCDF4}"/>
                  </a:ext>
                </a:extLst>
              </p:cNvPr>
              <p:cNvSpPr/>
              <p:nvPr/>
            </p:nvSpPr>
            <p:spPr>
              <a:xfrm>
                <a:off x="3646685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0" name="Rectangle 5909">
                <a:extLst>
                  <a:ext uri="{FF2B5EF4-FFF2-40B4-BE49-F238E27FC236}">
                    <a16:creationId xmlns:a16="http://schemas.microsoft.com/office/drawing/2014/main" id="{B7154440-638E-71F8-0211-1CEC05B6FC76}"/>
                  </a:ext>
                </a:extLst>
              </p:cNvPr>
              <p:cNvSpPr/>
              <p:nvPr/>
            </p:nvSpPr>
            <p:spPr>
              <a:xfrm>
                <a:off x="3646685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1" name="Rectangle 5910">
                <a:extLst>
                  <a:ext uri="{FF2B5EF4-FFF2-40B4-BE49-F238E27FC236}">
                    <a16:creationId xmlns:a16="http://schemas.microsoft.com/office/drawing/2014/main" id="{3E39CEB8-3DCA-F3DB-DE04-9011C96850B4}"/>
                  </a:ext>
                </a:extLst>
              </p:cNvPr>
              <p:cNvSpPr/>
              <p:nvPr/>
            </p:nvSpPr>
            <p:spPr>
              <a:xfrm>
                <a:off x="3646685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2" name="Rectangle 5911">
                <a:extLst>
                  <a:ext uri="{FF2B5EF4-FFF2-40B4-BE49-F238E27FC236}">
                    <a16:creationId xmlns:a16="http://schemas.microsoft.com/office/drawing/2014/main" id="{9D37673F-CDF6-4629-5FFF-12D5C484B5EB}"/>
                  </a:ext>
                </a:extLst>
              </p:cNvPr>
              <p:cNvSpPr/>
              <p:nvPr/>
            </p:nvSpPr>
            <p:spPr>
              <a:xfrm>
                <a:off x="3646685" y="4415036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3" name="Rectangle 5912">
                <a:extLst>
                  <a:ext uri="{FF2B5EF4-FFF2-40B4-BE49-F238E27FC236}">
                    <a16:creationId xmlns:a16="http://schemas.microsoft.com/office/drawing/2014/main" id="{1145CB83-7EF9-B85B-34C8-993809D85637}"/>
                  </a:ext>
                </a:extLst>
              </p:cNvPr>
              <p:cNvSpPr/>
              <p:nvPr/>
            </p:nvSpPr>
            <p:spPr>
              <a:xfrm>
                <a:off x="3646685" y="45267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4" name="Rectangle 5913">
                <a:extLst>
                  <a:ext uri="{FF2B5EF4-FFF2-40B4-BE49-F238E27FC236}">
                    <a16:creationId xmlns:a16="http://schemas.microsoft.com/office/drawing/2014/main" id="{521230CD-E536-192A-B576-E5ABC4610148}"/>
                  </a:ext>
                </a:extLst>
              </p:cNvPr>
              <p:cNvSpPr/>
              <p:nvPr/>
            </p:nvSpPr>
            <p:spPr>
              <a:xfrm>
                <a:off x="3646685" y="46384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5" name="Rectangle 5914">
                <a:extLst>
                  <a:ext uri="{FF2B5EF4-FFF2-40B4-BE49-F238E27FC236}">
                    <a16:creationId xmlns:a16="http://schemas.microsoft.com/office/drawing/2014/main" id="{8F752726-93AA-573C-6AE9-AE96D2DE9281}"/>
                  </a:ext>
                </a:extLst>
              </p:cNvPr>
              <p:cNvSpPr/>
              <p:nvPr/>
            </p:nvSpPr>
            <p:spPr>
              <a:xfrm>
                <a:off x="3646685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6" name="Rectangle 5915">
                <a:extLst>
                  <a:ext uri="{FF2B5EF4-FFF2-40B4-BE49-F238E27FC236}">
                    <a16:creationId xmlns:a16="http://schemas.microsoft.com/office/drawing/2014/main" id="{E53D5562-8B05-DA82-571A-FC190D198CB4}"/>
                  </a:ext>
                </a:extLst>
              </p:cNvPr>
              <p:cNvSpPr/>
              <p:nvPr/>
            </p:nvSpPr>
            <p:spPr>
              <a:xfrm>
                <a:off x="3646685" y="4861775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7" name="Rectangle 5916">
                <a:extLst>
                  <a:ext uri="{FF2B5EF4-FFF2-40B4-BE49-F238E27FC236}">
                    <a16:creationId xmlns:a16="http://schemas.microsoft.com/office/drawing/2014/main" id="{57039AC4-691F-6C84-484B-1DF3DBEE07DE}"/>
                  </a:ext>
                </a:extLst>
              </p:cNvPr>
              <p:cNvSpPr/>
              <p:nvPr/>
            </p:nvSpPr>
            <p:spPr>
              <a:xfrm>
                <a:off x="3646685" y="49734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8" name="Rectangle 5917">
                <a:extLst>
                  <a:ext uri="{FF2B5EF4-FFF2-40B4-BE49-F238E27FC236}">
                    <a16:creationId xmlns:a16="http://schemas.microsoft.com/office/drawing/2014/main" id="{9C693CB2-CD11-9826-FC2C-AC97FF4752AA}"/>
                  </a:ext>
                </a:extLst>
              </p:cNvPr>
              <p:cNvSpPr/>
              <p:nvPr/>
            </p:nvSpPr>
            <p:spPr>
              <a:xfrm>
                <a:off x="3646685" y="50852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19" name="Rectangle 5918">
                <a:extLst>
                  <a:ext uri="{FF2B5EF4-FFF2-40B4-BE49-F238E27FC236}">
                    <a16:creationId xmlns:a16="http://schemas.microsoft.com/office/drawing/2014/main" id="{3ACD076E-1BE1-32CF-DFCD-7ECC49E82CA9}"/>
                  </a:ext>
                </a:extLst>
              </p:cNvPr>
              <p:cNvSpPr/>
              <p:nvPr/>
            </p:nvSpPr>
            <p:spPr>
              <a:xfrm>
                <a:off x="3646685" y="519693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0" name="Rectangle 5919">
                <a:extLst>
                  <a:ext uri="{FF2B5EF4-FFF2-40B4-BE49-F238E27FC236}">
                    <a16:creationId xmlns:a16="http://schemas.microsoft.com/office/drawing/2014/main" id="{A5EE6A30-10BE-876F-DC12-A21E750BB89E}"/>
                  </a:ext>
                </a:extLst>
              </p:cNvPr>
              <p:cNvSpPr/>
              <p:nvPr/>
            </p:nvSpPr>
            <p:spPr>
              <a:xfrm>
                <a:off x="3646685" y="53086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1" name="Rectangle 5920">
                <a:extLst>
                  <a:ext uri="{FF2B5EF4-FFF2-40B4-BE49-F238E27FC236}">
                    <a16:creationId xmlns:a16="http://schemas.microsoft.com/office/drawing/2014/main" id="{720FB729-AD55-1D2D-8113-430CB4AD2F81}"/>
                  </a:ext>
                </a:extLst>
              </p:cNvPr>
              <p:cNvSpPr/>
              <p:nvPr/>
            </p:nvSpPr>
            <p:spPr>
              <a:xfrm>
                <a:off x="3646685" y="542030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2" name="Rectangle 5921">
                <a:extLst>
                  <a:ext uri="{FF2B5EF4-FFF2-40B4-BE49-F238E27FC236}">
                    <a16:creationId xmlns:a16="http://schemas.microsoft.com/office/drawing/2014/main" id="{D6F320BF-8AC0-AE7C-26CA-757F1919FF6E}"/>
                  </a:ext>
                </a:extLst>
              </p:cNvPr>
              <p:cNvSpPr/>
              <p:nvPr/>
            </p:nvSpPr>
            <p:spPr>
              <a:xfrm>
                <a:off x="3646685" y="553199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3" name="Rectangle 5922">
                <a:extLst>
                  <a:ext uri="{FF2B5EF4-FFF2-40B4-BE49-F238E27FC236}">
                    <a16:creationId xmlns:a16="http://schemas.microsoft.com/office/drawing/2014/main" id="{50331B67-5BB8-418E-6427-F55274C8A999}"/>
                  </a:ext>
                </a:extLst>
              </p:cNvPr>
              <p:cNvSpPr/>
              <p:nvPr/>
            </p:nvSpPr>
            <p:spPr>
              <a:xfrm>
                <a:off x="3646685" y="56436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4" name="Rectangle 5923">
                <a:extLst>
                  <a:ext uri="{FF2B5EF4-FFF2-40B4-BE49-F238E27FC236}">
                    <a16:creationId xmlns:a16="http://schemas.microsoft.com/office/drawing/2014/main" id="{85593126-4CFB-63EA-23B9-5487CB3BF815}"/>
                  </a:ext>
                </a:extLst>
              </p:cNvPr>
              <p:cNvSpPr/>
              <p:nvPr/>
            </p:nvSpPr>
            <p:spPr>
              <a:xfrm>
                <a:off x="3646685" y="5755359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5" name="Rectangle 5924">
                <a:extLst>
                  <a:ext uri="{FF2B5EF4-FFF2-40B4-BE49-F238E27FC236}">
                    <a16:creationId xmlns:a16="http://schemas.microsoft.com/office/drawing/2014/main" id="{37EF6C6D-EB08-BA6A-0E9E-1163C2DF1E1F}"/>
                  </a:ext>
                </a:extLst>
              </p:cNvPr>
              <p:cNvSpPr/>
              <p:nvPr/>
            </p:nvSpPr>
            <p:spPr>
              <a:xfrm>
                <a:off x="3646685" y="586715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6" name="Rectangle 5925">
                <a:extLst>
                  <a:ext uri="{FF2B5EF4-FFF2-40B4-BE49-F238E27FC236}">
                    <a16:creationId xmlns:a16="http://schemas.microsoft.com/office/drawing/2014/main" id="{2CDDB611-0262-2B25-EA61-8EC67BD174B9}"/>
                  </a:ext>
                </a:extLst>
              </p:cNvPr>
              <p:cNvSpPr/>
              <p:nvPr/>
            </p:nvSpPr>
            <p:spPr>
              <a:xfrm>
                <a:off x="3646685" y="597883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7" name="Rectangle 5926">
                <a:extLst>
                  <a:ext uri="{FF2B5EF4-FFF2-40B4-BE49-F238E27FC236}">
                    <a16:creationId xmlns:a16="http://schemas.microsoft.com/office/drawing/2014/main" id="{A75DA103-815D-E391-98A3-035B2C63D759}"/>
                  </a:ext>
                </a:extLst>
              </p:cNvPr>
              <p:cNvSpPr/>
              <p:nvPr/>
            </p:nvSpPr>
            <p:spPr>
              <a:xfrm>
                <a:off x="3646685" y="60905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8" name="Rectangle 5927">
                <a:extLst>
                  <a:ext uri="{FF2B5EF4-FFF2-40B4-BE49-F238E27FC236}">
                    <a16:creationId xmlns:a16="http://schemas.microsoft.com/office/drawing/2014/main" id="{13B5FC05-5997-FCE5-8643-EC0498284D70}"/>
                  </a:ext>
                </a:extLst>
              </p:cNvPr>
              <p:cNvSpPr/>
              <p:nvPr/>
            </p:nvSpPr>
            <p:spPr>
              <a:xfrm>
                <a:off x="3646685" y="6202205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29" name="Rectangle 5928">
                <a:extLst>
                  <a:ext uri="{FF2B5EF4-FFF2-40B4-BE49-F238E27FC236}">
                    <a16:creationId xmlns:a16="http://schemas.microsoft.com/office/drawing/2014/main" id="{C0DFE0DC-F343-C578-03D0-EB40552B70BD}"/>
                  </a:ext>
                </a:extLst>
              </p:cNvPr>
              <p:cNvSpPr/>
              <p:nvPr/>
            </p:nvSpPr>
            <p:spPr>
              <a:xfrm>
                <a:off x="3646685" y="631389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0" name="Rectangle 5929">
                <a:extLst>
                  <a:ext uri="{FF2B5EF4-FFF2-40B4-BE49-F238E27FC236}">
                    <a16:creationId xmlns:a16="http://schemas.microsoft.com/office/drawing/2014/main" id="{DFF7A1A5-6809-FC1F-1BD1-EFABE5A9AD3A}"/>
                  </a:ext>
                </a:extLst>
              </p:cNvPr>
              <p:cNvSpPr/>
              <p:nvPr/>
            </p:nvSpPr>
            <p:spPr>
              <a:xfrm>
                <a:off x="3646685" y="6425574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1" name="Rectangle 5930">
                <a:extLst>
                  <a:ext uri="{FF2B5EF4-FFF2-40B4-BE49-F238E27FC236}">
                    <a16:creationId xmlns:a16="http://schemas.microsoft.com/office/drawing/2014/main" id="{07D3FBEB-14ED-DFDC-DC6E-9D4677838DB7}"/>
                  </a:ext>
                </a:extLst>
              </p:cNvPr>
              <p:cNvSpPr/>
              <p:nvPr/>
            </p:nvSpPr>
            <p:spPr>
              <a:xfrm>
                <a:off x="3646685" y="6537259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2" name="Rectangle 5931">
                <a:extLst>
                  <a:ext uri="{FF2B5EF4-FFF2-40B4-BE49-F238E27FC236}">
                    <a16:creationId xmlns:a16="http://schemas.microsoft.com/office/drawing/2014/main" id="{C0218BC9-9DEC-F9B7-916B-1622CAF13888}"/>
                  </a:ext>
                </a:extLst>
              </p:cNvPr>
              <p:cNvSpPr/>
              <p:nvPr/>
            </p:nvSpPr>
            <p:spPr>
              <a:xfrm>
                <a:off x="3646685" y="6649051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3" name="Rectangle 5932">
                <a:extLst>
                  <a:ext uri="{FF2B5EF4-FFF2-40B4-BE49-F238E27FC236}">
                    <a16:creationId xmlns:a16="http://schemas.microsoft.com/office/drawing/2014/main" id="{EA8A6F21-995B-9C91-F973-7020F810F795}"/>
                  </a:ext>
                </a:extLst>
              </p:cNvPr>
              <p:cNvSpPr/>
              <p:nvPr/>
            </p:nvSpPr>
            <p:spPr>
              <a:xfrm>
                <a:off x="3646685" y="676073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4" name="Rectangle 5933">
                <a:extLst>
                  <a:ext uri="{FF2B5EF4-FFF2-40B4-BE49-F238E27FC236}">
                    <a16:creationId xmlns:a16="http://schemas.microsoft.com/office/drawing/2014/main" id="{446E64D2-767D-FB93-F6FB-50976AA4D1F5}"/>
                  </a:ext>
                </a:extLst>
              </p:cNvPr>
              <p:cNvSpPr/>
              <p:nvPr/>
            </p:nvSpPr>
            <p:spPr>
              <a:xfrm>
                <a:off x="3745036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5" name="Rectangle 5934">
                <a:extLst>
                  <a:ext uri="{FF2B5EF4-FFF2-40B4-BE49-F238E27FC236}">
                    <a16:creationId xmlns:a16="http://schemas.microsoft.com/office/drawing/2014/main" id="{A2ECF2A8-D083-5CA2-B156-9209728F894A}"/>
                  </a:ext>
                </a:extLst>
              </p:cNvPr>
              <p:cNvSpPr/>
              <p:nvPr/>
            </p:nvSpPr>
            <p:spPr>
              <a:xfrm>
                <a:off x="3745036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6" name="Rectangle 5935">
                <a:extLst>
                  <a:ext uri="{FF2B5EF4-FFF2-40B4-BE49-F238E27FC236}">
                    <a16:creationId xmlns:a16="http://schemas.microsoft.com/office/drawing/2014/main" id="{66AA0FBB-8847-8DD4-CAE5-2C46C5164CD4}"/>
                  </a:ext>
                </a:extLst>
              </p:cNvPr>
              <p:cNvSpPr/>
              <p:nvPr/>
            </p:nvSpPr>
            <p:spPr>
              <a:xfrm>
                <a:off x="3745036" y="-164677"/>
                <a:ext cx="98350" cy="111684"/>
              </a:xfrm>
              <a:prstGeom prst="rect">
                <a:avLst/>
              </a:prstGeom>
              <a:solidFill>
                <a:srgbClr val="FF7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7" name="Rectangle 5936">
                <a:extLst>
                  <a:ext uri="{FF2B5EF4-FFF2-40B4-BE49-F238E27FC236}">
                    <a16:creationId xmlns:a16="http://schemas.microsoft.com/office/drawing/2014/main" id="{43792696-9C43-2D57-08BC-0E56675264A8}"/>
                  </a:ext>
                </a:extLst>
              </p:cNvPr>
              <p:cNvSpPr/>
              <p:nvPr/>
            </p:nvSpPr>
            <p:spPr>
              <a:xfrm>
                <a:off x="3745036" y="-52992"/>
                <a:ext cx="98350" cy="111684"/>
              </a:xfrm>
              <a:prstGeom prst="rect">
                <a:avLst/>
              </a:prstGeom>
              <a:solidFill>
                <a:srgbClr val="FF4F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8" name="Rectangle 5937">
                <a:extLst>
                  <a:ext uri="{FF2B5EF4-FFF2-40B4-BE49-F238E27FC236}">
                    <a16:creationId xmlns:a16="http://schemas.microsoft.com/office/drawing/2014/main" id="{6631D0A8-4185-26E4-7F16-F30E25A07FC5}"/>
                  </a:ext>
                </a:extLst>
              </p:cNvPr>
              <p:cNvSpPr/>
              <p:nvPr/>
            </p:nvSpPr>
            <p:spPr>
              <a:xfrm>
                <a:off x="3745036" y="58692"/>
                <a:ext cx="98350" cy="111684"/>
              </a:xfrm>
              <a:prstGeom prst="rect">
                <a:avLst/>
              </a:prstGeom>
              <a:solidFill>
                <a:srgbClr val="FF63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39" name="Rectangle 5938">
                <a:extLst>
                  <a:ext uri="{FF2B5EF4-FFF2-40B4-BE49-F238E27FC236}">
                    <a16:creationId xmlns:a16="http://schemas.microsoft.com/office/drawing/2014/main" id="{97A7FCFE-4BA2-13EE-078C-3F9D1AF12951}"/>
                  </a:ext>
                </a:extLst>
              </p:cNvPr>
              <p:cNvSpPr/>
              <p:nvPr/>
            </p:nvSpPr>
            <p:spPr>
              <a:xfrm>
                <a:off x="3745036" y="170376"/>
                <a:ext cx="98350" cy="111684"/>
              </a:xfrm>
              <a:prstGeom prst="rect">
                <a:avLst/>
              </a:prstGeom>
              <a:solidFill>
                <a:srgbClr val="FF7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0" name="Rectangle 5939">
                <a:extLst>
                  <a:ext uri="{FF2B5EF4-FFF2-40B4-BE49-F238E27FC236}">
                    <a16:creationId xmlns:a16="http://schemas.microsoft.com/office/drawing/2014/main" id="{D1AB0843-9FAC-C5FB-3C56-5C33FC37ACC7}"/>
                  </a:ext>
                </a:extLst>
              </p:cNvPr>
              <p:cNvSpPr/>
              <p:nvPr/>
            </p:nvSpPr>
            <p:spPr>
              <a:xfrm>
                <a:off x="3745036" y="282061"/>
                <a:ext cx="98350" cy="111684"/>
              </a:xfrm>
              <a:prstGeom prst="rect">
                <a:avLst/>
              </a:prstGeom>
              <a:solidFill>
                <a:srgbClr val="FF9F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1" name="Rectangle 5940">
                <a:extLst>
                  <a:ext uri="{FF2B5EF4-FFF2-40B4-BE49-F238E27FC236}">
                    <a16:creationId xmlns:a16="http://schemas.microsoft.com/office/drawing/2014/main" id="{3B6FB931-2A30-FD85-BF91-6A358BFF16C5}"/>
                  </a:ext>
                </a:extLst>
              </p:cNvPr>
              <p:cNvSpPr/>
              <p:nvPr/>
            </p:nvSpPr>
            <p:spPr>
              <a:xfrm>
                <a:off x="3745036" y="393746"/>
                <a:ext cx="98350" cy="111684"/>
              </a:xfrm>
              <a:prstGeom prst="rect">
                <a:avLst/>
              </a:prstGeom>
              <a:solidFill>
                <a:srgbClr val="FF96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2" name="Rectangle 5941">
                <a:extLst>
                  <a:ext uri="{FF2B5EF4-FFF2-40B4-BE49-F238E27FC236}">
                    <a16:creationId xmlns:a16="http://schemas.microsoft.com/office/drawing/2014/main" id="{876B497F-388C-AB50-1651-2AB98D7987A8}"/>
                  </a:ext>
                </a:extLst>
              </p:cNvPr>
              <p:cNvSpPr/>
              <p:nvPr/>
            </p:nvSpPr>
            <p:spPr>
              <a:xfrm>
                <a:off x="3745036" y="505537"/>
                <a:ext cx="98350" cy="111684"/>
              </a:xfrm>
              <a:prstGeom prst="rect">
                <a:avLst/>
              </a:prstGeom>
              <a:solidFill>
                <a:srgbClr val="FF8B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3" name="Rectangle 5942">
                <a:extLst>
                  <a:ext uri="{FF2B5EF4-FFF2-40B4-BE49-F238E27FC236}">
                    <a16:creationId xmlns:a16="http://schemas.microsoft.com/office/drawing/2014/main" id="{1B731FDE-2714-331C-DAD9-F6314CC9234B}"/>
                  </a:ext>
                </a:extLst>
              </p:cNvPr>
              <p:cNvSpPr/>
              <p:nvPr/>
            </p:nvSpPr>
            <p:spPr>
              <a:xfrm>
                <a:off x="3745036" y="617222"/>
                <a:ext cx="98350" cy="111684"/>
              </a:xfrm>
              <a:prstGeom prst="rect">
                <a:avLst/>
              </a:prstGeom>
              <a:solidFill>
                <a:srgbClr val="FF8B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4" name="Rectangle 5943">
                <a:extLst>
                  <a:ext uri="{FF2B5EF4-FFF2-40B4-BE49-F238E27FC236}">
                    <a16:creationId xmlns:a16="http://schemas.microsoft.com/office/drawing/2014/main" id="{60185A5B-9261-DC33-1867-4017F8417472}"/>
                  </a:ext>
                </a:extLst>
              </p:cNvPr>
              <p:cNvSpPr/>
              <p:nvPr/>
            </p:nvSpPr>
            <p:spPr>
              <a:xfrm>
                <a:off x="3745036" y="728907"/>
                <a:ext cx="98350" cy="111684"/>
              </a:xfrm>
              <a:prstGeom prst="rect">
                <a:avLst/>
              </a:prstGeom>
              <a:solidFill>
                <a:srgbClr val="FF8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5" name="Rectangle 5944">
                <a:extLst>
                  <a:ext uri="{FF2B5EF4-FFF2-40B4-BE49-F238E27FC236}">
                    <a16:creationId xmlns:a16="http://schemas.microsoft.com/office/drawing/2014/main" id="{B45D13B9-6A3B-1BE0-48A8-BB1A025C8030}"/>
                  </a:ext>
                </a:extLst>
              </p:cNvPr>
              <p:cNvSpPr/>
              <p:nvPr/>
            </p:nvSpPr>
            <p:spPr>
              <a:xfrm>
                <a:off x="3745036" y="840591"/>
                <a:ext cx="98350" cy="111684"/>
              </a:xfrm>
              <a:prstGeom prst="rect">
                <a:avLst/>
              </a:prstGeom>
              <a:solidFill>
                <a:srgbClr val="FF6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6" name="Rectangle 5945">
                <a:extLst>
                  <a:ext uri="{FF2B5EF4-FFF2-40B4-BE49-F238E27FC236}">
                    <a16:creationId xmlns:a16="http://schemas.microsoft.com/office/drawing/2014/main" id="{916BCA0E-69AF-D69E-AAF2-83F3ED517F09}"/>
                  </a:ext>
                </a:extLst>
              </p:cNvPr>
              <p:cNvSpPr/>
              <p:nvPr/>
            </p:nvSpPr>
            <p:spPr>
              <a:xfrm>
                <a:off x="3745036" y="952276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7" name="Rectangle 5946">
                <a:extLst>
                  <a:ext uri="{FF2B5EF4-FFF2-40B4-BE49-F238E27FC236}">
                    <a16:creationId xmlns:a16="http://schemas.microsoft.com/office/drawing/2014/main" id="{5B31CE67-0788-92A7-35C0-302DE1CE3ED1}"/>
                  </a:ext>
                </a:extLst>
              </p:cNvPr>
              <p:cNvSpPr/>
              <p:nvPr/>
            </p:nvSpPr>
            <p:spPr>
              <a:xfrm>
                <a:off x="3745036" y="1063961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8" name="Rectangle 5947">
                <a:extLst>
                  <a:ext uri="{FF2B5EF4-FFF2-40B4-BE49-F238E27FC236}">
                    <a16:creationId xmlns:a16="http://schemas.microsoft.com/office/drawing/2014/main" id="{AFFD5C0F-E3BB-7CBD-FF82-C3A34E043F18}"/>
                  </a:ext>
                </a:extLst>
              </p:cNvPr>
              <p:cNvSpPr/>
              <p:nvPr/>
            </p:nvSpPr>
            <p:spPr>
              <a:xfrm>
                <a:off x="3745036" y="1175646"/>
                <a:ext cx="98350" cy="111684"/>
              </a:xfrm>
              <a:prstGeom prst="rect">
                <a:avLst/>
              </a:prstGeom>
              <a:solidFill>
                <a:srgbClr val="F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49" name="Rectangle 5948">
                <a:extLst>
                  <a:ext uri="{FF2B5EF4-FFF2-40B4-BE49-F238E27FC236}">
                    <a16:creationId xmlns:a16="http://schemas.microsoft.com/office/drawing/2014/main" id="{8E399D38-3FEF-23B3-3546-7F46FD646809}"/>
                  </a:ext>
                </a:extLst>
              </p:cNvPr>
              <p:cNvSpPr/>
              <p:nvPr/>
            </p:nvSpPr>
            <p:spPr>
              <a:xfrm>
                <a:off x="3745036" y="1287437"/>
                <a:ext cx="98350" cy="111684"/>
              </a:xfrm>
              <a:prstGeom prst="rect">
                <a:avLst/>
              </a:prstGeom>
              <a:solidFill>
                <a:srgbClr val="FF45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0" name="Rectangle 5949">
                <a:extLst>
                  <a:ext uri="{FF2B5EF4-FFF2-40B4-BE49-F238E27FC236}">
                    <a16:creationId xmlns:a16="http://schemas.microsoft.com/office/drawing/2014/main" id="{EF9AB7FD-19A3-53BC-2E54-F84CCEB2269B}"/>
                  </a:ext>
                </a:extLst>
              </p:cNvPr>
              <p:cNvSpPr/>
              <p:nvPr/>
            </p:nvSpPr>
            <p:spPr>
              <a:xfrm>
                <a:off x="3745036" y="1399122"/>
                <a:ext cx="98350" cy="111684"/>
              </a:xfrm>
              <a:prstGeom prst="rect">
                <a:avLst/>
              </a:prstGeom>
              <a:solidFill>
                <a:srgbClr val="FF1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1" name="Rectangle 5950">
                <a:extLst>
                  <a:ext uri="{FF2B5EF4-FFF2-40B4-BE49-F238E27FC236}">
                    <a16:creationId xmlns:a16="http://schemas.microsoft.com/office/drawing/2014/main" id="{450054D5-315F-3E3D-D146-C5A38B85E203}"/>
                  </a:ext>
                </a:extLst>
              </p:cNvPr>
              <p:cNvSpPr/>
              <p:nvPr/>
            </p:nvSpPr>
            <p:spPr>
              <a:xfrm>
                <a:off x="3745036" y="1510806"/>
                <a:ext cx="98350" cy="111684"/>
              </a:xfrm>
              <a:prstGeom prst="rect">
                <a:avLst/>
              </a:prstGeom>
              <a:solidFill>
                <a:srgbClr val="E2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2" name="Rectangle 5951">
                <a:extLst>
                  <a:ext uri="{FF2B5EF4-FFF2-40B4-BE49-F238E27FC236}">
                    <a16:creationId xmlns:a16="http://schemas.microsoft.com/office/drawing/2014/main" id="{B41F2FD9-E826-A567-644F-02AAAEFD8335}"/>
                  </a:ext>
                </a:extLst>
              </p:cNvPr>
              <p:cNvSpPr/>
              <p:nvPr/>
            </p:nvSpPr>
            <p:spPr>
              <a:xfrm>
                <a:off x="3745036" y="1622491"/>
                <a:ext cx="98350" cy="111684"/>
              </a:xfrm>
              <a:prstGeom prst="rect">
                <a:avLst/>
              </a:prstGeom>
              <a:solidFill>
                <a:srgbClr val="FF9F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3" name="Rectangle 5952">
                <a:extLst>
                  <a:ext uri="{FF2B5EF4-FFF2-40B4-BE49-F238E27FC236}">
                    <a16:creationId xmlns:a16="http://schemas.microsoft.com/office/drawing/2014/main" id="{35ED59A8-AC5F-2900-A615-47A71B4A756F}"/>
                  </a:ext>
                </a:extLst>
              </p:cNvPr>
              <p:cNvSpPr/>
              <p:nvPr/>
            </p:nvSpPr>
            <p:spPr>
              <a:xfrm>
                <a:off x="3745036" y="1734176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4" name="Rectangle 5953">
                <a:extLst>
                  <a:ext uri="{FF2B5EF4-FFF2-40B4-BE49-F238E27FC236}">
                    <a16:creationId xmlns:a16="http://schemas.microsoft.com/office/drawing/2014/main" id="{F5D6E790-7F51-E56A-97AC-EF400534011D}"/>
                  </a:ext>
                </a:extLst>
              </p:cNvPr>
              <p:cNvSpPr/>
              <p:nvPr/>
            </p:nvSpPr>
            <p:spPr>
              <a:xfrm>
                <a:off x="3745036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5" name="Rectangle 5954">
                <a:extLst>
                  <a:ext uri="{FF2B5EF4-FFF2-40B4-BE49-F238E27FC236}">
                    <a16:creationId xmlns:a16="http://schemas.microsoft.com/office/drawing/2014/main" id="{B2B8B9C4-10E5-85BC-CD71-FBBC21B0B877}"/>
                  </a:ext>
                </a:extLst>
              </p:cNvPr>
              <p:cNvSpPr/>
              <p:nvPr/>
            </p:nvSpPr>
            <p:spPr>
              <a:xfrm>
                <a:off x="3745036" y="1957652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6" name="Rectangle 5955">
                <a:extLst>
                  <a:ext uri="{FF2B5EF4-FFF2-40B4-BE49-F238E27FC236}">
                    <a16:creationId xmlns:a16="http://schemas.microsoft.com/office/drawing/2014/main" id="{D930DF7E-4893-C402-C602-6BADBA17CCAB}"/>
                  </a:ext>
                </a:extLst>
              </p:cNvPr>
              <p:cNvSpPr/>
              <p:nvPr/>
            </p:nvSpPr>
            <p:spPr>
              <a:xfrm>
                <a:off x="3745036" y="2069337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7" name="Rectangle 5956">
                <a:extLst>
                  <a:ext uri="{FF2B5EF4-FFF2-40B4-BE49-F238E27FC236}">
                    <a16:creationId xmlns:a16="http://schemas.microsoft.com/office/drawing/2014/main" id="{D604CD61-C267-20E8-5239-BCA4C27BE20D}"/>
                  </a:ext>
                </a:extLst>
              </p:cNvPr>
              <p:cNvSpPr/>
              <p:nvPr/>
            </p:nvSpPr>
            <p:spPr>
              <a:xfrm>
                <a:off x="3745036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8" name="Rectangle 5957">
                <a:extLst>
                  <a:ext uri="{FF2B5EF4-FFF2-40B4-BE49-F238E27FC236}">
                    <a16:creationId xmlns:a16="http://schemas.microsoft.com/office/drawing/2014/main" id="{96E44B50-D5B9-6B1B-CC1D-9DF75E57B33B}"/>
                  </a:ext>
                </a:extLst>
              </p:cNvPr>
              <p:cNvSpPr/>
              <p:nvPr/>
            </p:nvSpPr>
            <p:spPr>
              <a:xfrm>
                <a:off x="3745036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59" name="Rectangle 5958">
                <a:extLst>
                  <a:ext uri="{FF2B5EF4-FFF2-40B4-BE49-F238E27FC236}">
                    <a16:creationId xmlns:a16="http://schemas.microsoft.com/office/drawing/2014/main" id="{45CFD289-33CA-B8AB-7CC6-8EDBAEBB83CF}"/>
                  </a:ext>
                </a:extLst>
              </p:cNvPr>
              <p:cNvSpPr/>
              <p:nvPr/>
            </p:nvSpPr>
            <p:spPr>
              <a:xfrm>
                <a:off x="3745036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0" name="Rectangle 5959">
                <a:extLst>
                  <a:ext uri="{FF2B5EF4-FFF2-40B4-BE49-F238E27FC236}">
                    <a16:creationId xmlns:a16="http://schemas.microsoft.com/office/drawing/2014/main" id="{ECBE42FC-C4F6-731A-F1B2-080208EDF3BD}"/>
                  </a:ext>
                </a:extLst>
              </p:cNvPr>
              <p:cNvSpPr/>
              <p:nvPr/>
            </p:nvSpPr>
            <p:spPr>
              <a:xfrm>
                <a:off x="3745036" y="251607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1" name="Rectangle 5960">
                <a:extLst>
                  <a:ext uri="{FF2B5EF4-FFF2-40B4-BE49-F238E27FC236}">
                    <a16:creationId xmlns:a16="http://schemas.microsoft.com/office/drawing/2014/main" id="{23A110E0-A8A4-DC16-FF55-4312BBD4593E}"/>
                  </a:ext>
                </a:extLst>
              </p:cNvPr>
              <p:cNvSpPr/>
              <p:nvPr/>
            </p:nvSpPr>
            <p:spPr>
              <a:xfrm>
                <a:off x="3745036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2" name="Rectangle 5961">
                <a:extLst>
                  <a:ext uri="{FF2B5EF4-FFF2-40B4-BE49-F238E27FC236}">
                    <a16:creationId xmlns:a16="http://schemas.microsoft.com/office/drawing/2014/main" id="{06BB7737-D849-81FC-6134-979162BE3AC4}"/>
                  </a:ext>
                </a:extLst>
              </p:cNvPr>
              <p:cNvSpPr/>
              <p:nvPr/>
            </p:nvSpPr>
            <p:spPr>
              <a:xfrm>
                <a:off x="3745036" y="2739552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3" name="Rectangle 5962">
                <a:extLst>
                  <a:ext uri="{FF2B5EF4-FFF2-40B4-BE49-F238E27FC236}">
                    <a16:creationId xmlns:a16="http://schemas.microsoft.com/office/drawing/2014/main" id="{EE0CC4FB-6BB9-04A9-020F-5D89EFD8B9DC}"/>
                  </a:ext>
                </a:extLst>
              </p:cNvPr>
              <p:cNvSpPr/>
              <p:nvPr/>
            </p:nvSpPr>
            <p:spPr>
              <a:xfrm>
                <a:off x="3745036" y="2851236"/>
                <a:ext cx="98350" cy="111684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4" name="Rectangle 5963">
                <a:extLst>
                  <a:ext uri="{FF2B5EF4-FFF2-40B4-BE49-F238E27FC236}">
                    <a16:creationId xmlns:a16="http://schemas.microsoft.com/office/drawing/2014/main" id="{D59A51E1-86CF-B80B-35AB-9D2227B6F546}"/>
                  </a:ext>
                </a:extLst>
              </p:cNvPr>
              <p:cNvSpPr/>
              <p:nvPr/>
            </p:nvSpPr>
            <p:spPr>
              <a:xfrm>
                <a:off x="3745036" y="2962921"/>
                <a:ext cx="98350" cy="111684"/>
              </a:xfrm>
              <a:prstGeom prst="rect">
                <a:avLst/>
              </a:prstGeom>
              <a:solidFill>
                <a:srgbClr val="FBB73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5" name="Rectangle 5964">
                <a:extLst>
                  <a:ext uri="{FF2B5EF4-FFF2-40B4-BE49-F238E27FC236}">
                    <a16:creationId xmlns:a16="http://schemas.microsoft.com/office/drawing/2014/main" id="{595D8A76-E9A6-419C-3732-DDCC74F9CD0E}"/>
                  </a:ext>
                </a:extLst>
              </p:cNvPr>
              <p:cNvSpPr/>
              <p:nvPr/>
            </p:nvSpPr>
            <p:spPr>
              <a:xfrm>
                <a:off x="3745036" y="307460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6" name="Rectangle 5965">
                <a:extLst>
                  <a:ext uri="{FF2B5EF4-FFF2-40B4-BE49-F238E27FC236}">
                    <a16:creationId xmlns:a16="http://schemas.microsoft.com/office/drawing/2014/main" id="{C0AF83AC-62B8-2A1D-4CB7-66C19E66959F}"/>
                  </a:ext>
                </a:extLst>
              </p:cNvPr>
              <p:cNvSpPr/>
              <p:nvPr/>
            </p:nvSpPr>
            <p:spPr>
              <a:xfrm>
                <a:off x="3745036" y="3186291"/>
                <a:ext cx="98350" cy="111684"/>
              </a:xfrm>
              <a:prstGeom prst="rect">
                <a:avLst/>
              </a:prstGeom>
              <a:solidFill>
                <a:srgbClr val="FDAC1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7" name="Rectangle 5966">
                <a:extLst>
                  <a:ext uri="{FF2B5EF4-FFF2-40B4-BE49-F238E27FC236}">
                    <a16:creationId xmlns:a16="http://schemas.microsoft.com/office/drawing/2014/main" id="{3DA257EA-2743-8A44-7F9C-EDD792EBE212}"/>
                  </a:ext>
                </a:extLst>
              </p:cNvPr>
              <p:cNvSpPr/>
              <p:nvPr/>
            </p:nvSpPr>
            <p:spPr>
              <a:xfrm>
                <a:off x="3745036" y="3297975"/>
                <a:ext cx="98350" cy="111684"/>
              </a:xfrm>
              <a:prstGeom prst="rect">
                <a:avLst/>
              </a:prstGeom>
              <a:solidFill>
                <a:srgbClr val="FDAE1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8" name="Rectangle 5967">
                <a:extLst>
                  <a:ext uri="{FF2B5EF4-FFF2-40B4-BE49-F238E27FC236}">
                    <a16:creationId xmlns:a16="http://schemas.microsoft.com/office/drawing/2014/main" id="{78CE3BE7-39A4-28AF-1D71-B6F2BD86F589}"/>
                  </a:ext>
                </a:extLst>
              </p:cNvPr>
              <p:cNvSpPr/>
              <p:nvPr/>
            </p:nvSpPr>
            <p:spPr>
              <a:xfrm>
                <a:off x="3745036" y="3409660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69" name="Rectangle 5968">
                <a:extLst>
                  <a:ext uri="{FF2B5EF4-FFF2-40B4-BE49-F238E27FC236}">
                    <a16:creationId xmlns:a16="http://schemas.microsoft.com/office/drawing/2014/main" id="{C49A1C84-7B8C-F8D7-B2EE-E2792923D3EF}"/>
                  </a:ext>
                </a:extLst>
              </p:cNvPr>
              <p:cNvSpPr/>
              <p:nvPr/>
            </p:nvSpPr>
            <p:spPr>
              <a:xfrm>
                <a:off x="3745036" y="352145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0" name="Rectangle 5969">
                <a:extLst>
                  <a:ext uri="{FF2B5EF4-FFF2-40B4-BE49-F238E27FC236}">
                    <a16:creationId xmlns:a16="http://schemas.microsoft.com/office/drawing/2014/main" id="{8222E7BB-CCB5-EC03-B5AB-927CB2526F97}"/>
                  </a:ext>
                </a:extLst>
              </p:cNvPr>
              <p:cNvSpPr/>
              <p:nvPr/>
            </p:nvSpPr>
            <p:spPr>
              <a:xfrm>
                <a:off x="3745036" y="3633136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1" name="Rectangle 5970">
                <a:extLst>
                  <a:ext uri="{FF2B5EF4-FFF2-40B4-BE49-F238E27FC236}">
                    <a16:creationId xmlns:a16="http://schemas.microsoft.com/office/drawing/2014/main" id="{931EB21B-9754-365C-BB89-CFFFA737E0D1}"/>
                  </a:ext>
                </a:extLst>
              </p:cNvPr>
              <p:cNvSpPr/>
              <p:nvPr/>
            </p:nvSpPr>
            <p:spPr>
              <a:xfrm>
                <a:off x="3745036" y="374482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2" name="Rectangle 5971">
                <a:extLst>
                  <a:ext uri="{FF2B5EF4-FFF2-40B4-BE49-F238E27FC236}">
                    <a16:creationId xmlns:a16="http://schemas.microsoft.com/office/drawing/2014/main" id="{8001036F-5CFA-5E4B-7739-C4A8B514BA0F}"/>
                  </a:ext>
                </a:extLst>
              </p:cNvPr>
              <p:cNvSpPr/>
              <p:nvPr/>
            </p:nvSpPr>
            <p:spPr>
              <a:xfrm>
                <a:off x="3745036" y="3856506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3" name="Rectangle 5972">
                <a:extLst>
                  <a:ext uri="{FF2B5EF4-FFF2-40B4-BE49-F238E27FC236}">
                    <a16:creationId xmlns:a16="http://schemas.microsoft.com/office/drawing/2014/main" id="{27FF4020-24A9-8954-6819-2FEFE804CFD7}"/>
                  </a:ext>
                </a:extLst>
              </p:cNvPr>
              <p:cNvSpPr/>
              <p:nvPr/>
            </p:nvSpPr>
            <p:spPr>
              <a:xfrm>
                <a:off x="3745036" y="3968190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4" name="Rectangle 5973">
                <a:extLst>
                  <a:ext uri="{FF2B5EF4-FFF2-40B4-BE49-F238E27FC236}">
                    <a16:creationId xmlns:a16="http://schemas.microsoft.com/office/drawing/2014/main" id="{83628AE9-A1A4-E366-F36C-F3B28CEE296B}"/>
                  </a:ext>
                </a:extLst>
              </p:cNvPr>
              <p:cNvSpPr/>
              <p:nvPr/>
            </p:nvSpPr>
            <p:spPr>
              <a:xfrm>
                <a:off x="3745036" y="40798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5" name="Rectangle 5974">
                <a:extLst>
                  <a:ext uri="{FF2B5EF4-FFF2-40B4-BE49-F238E27FC236}">
                    <a16:creationId xmlns:a16="http://schemas.microsoft.com/office/drawing/2014/main" id="{B9EAC1B3-2089-0F62-F825-CAF47AF02F72}"/>
                  </a:ext>
                </a:extLst>
              </p:cNvPr>
              <p:cNvSpPr/>
              <p:nvPr/>
            </p:nvSpPr>
            <p:spPr>
              <a:xfrm>
                <a:off x="3745036" y="4191560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6" name="Rectangle 5975">
                <a:extLst>
                  <a:ext uri="{FF2B5EF4-FFF2-40B4-BE49-F238E27FC236}">
                    <a16:creationId xmlns:a16="http://schemas.microsoft.com/office/drawing/2014/main" id="{2C88421B-1A30-57DB-1ABD-57C28F653F94}"/>
                  </a:ext>
                </a:extLst>
              </p:cNvPr>
              <p:cNvSpPr/>
              <p:nvPr/>
            </p:nvSpPr>
            <p:spPr>
              <a:xfrm>
                <a:off x="3745036" y="4303351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7" name="Rectangle 5976">
                <a:extLst>
                  <a:ext uri="{FF2B5EF4-FFF2-40B4-BE49-F238E27FC236}">
                    <a16:creationId xmlns:a16="http://schemas.microsoft.com/office/drawing/2014/main" id="{A577F311-A8B0-1C88-E452-3B230937948A}"/>
                  </a:ext>
                </a:extLst>
              </p:cNvPr>
              <p:cNvSpPr/>
              <p:nvPr/>
            </p:nvSpPr>
            <p:spPr>
              <a:xfrm>
                <a:off x="3745036" y="4415036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8" name="Rectangle 5977">
                <a:extLst>
                  <a:ext uri="{FF2B5EF4-FFF2-40B4-BE49-F238E27FC236}">
                    <a16:creationId xmlns:a16="http://schemas.microsoft.com/office/drawing/2014/main" id="{2D238D2B-1042-D7AD-E743-0C6D6D93E9DE}"/>
                  </a:ext>
                </a:extLst>
              </p:cNvPr>
              <p:cNvSpPr/>
              <p:nvPr/>
            </p:nvSpPr>
            <p:spPr>
              <a:xfrm>
                <a:off x="3745036" y="452672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79" name="Rectangle 5978">
                <a:extLst>
                  <a:ext uri="{FF2B5EF4-FFF2-40B4-BE49-F238E27FC236}">
                    <a16:creationId xmlns:a16="http://schemas.microsoft.com/office/drawing/2014/main" id="{DE364162-647A-7FC9-D769-C91D042D5031}"/>
                  </a:ext>
                </a:extLst>
              </p:cNvPr>
              <p:cNvSpPr/>
              <p:nvPr/>
            </p:nvSpPr>
            <p:spPr>
              <a:xfrm>
                <a:off x="3745036" y="4638405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0" name="Rectangle 5979">
                <a:extLst>
                  <a:ext uri="{FF2B5EF4-FFF2-40B4-BE49-F238E27FC236}">
                    <a16:creationId xmlns:a16="http://schemas.microsoft.com/office/drawing/2014/main" id="{09AB398C-F525-2064-AA9D-B533D44FCDCD}"/>
                  </a:ext>
                </a:extLst>
              </p:cNvPr>
              <p:cNvSpPr/>
              <p:nvPr/>
            </p:nvSpPr>
            <p:spPr>
              <a:xfrm>
                <a:off x="3745036" y="4750090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1" name="Rectangle 5980">
                <a:extLst>
                  <a:ext uri="{FF2B5EF4-FFF2-40B4-BE49-F238E27FC236}">
                    <a16:creationId xmlns:a16="http://schemas.microsoft.com/office/drawing/2014/main" id="{C2F0DC82-63FD-7B97-8AD1-A44EEC2EC3F7}"/>
                  </a:ext>
                </a:extLst>
              </p:cNvPr>
              <p:cNvSpPr/>
              <p:nvPr/>
            </p:nvSpPr>
            <p:spPr>
              <a:xfrm>
                <a:off x="3745036" y="4861775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2" name="Rectangle 5981">
                <a:extLst>
                  <a:ext uri="{FF2B5EF4-FFF2-40B4-BE49-F238E27FC236}">
                    <a16:creationId xmlns:a16="http://schemas.microsoft.com/office/drawing/2014/main" id="{8841058E-2227-6A9A-C4FF-C5215ED6619D}"/>
                  </a:ext>
                </a:extLst>
              </p:cNvPr>
              <p:cNvSpPr/>
              <p:nvPr/>
            </p:nvSpPr>
            <p:spPr>
              <a:xfrm>
                <a:off x="3745036" y="4973460"/>
                <a:ext cx="98350" cy="111684"/>
              </a:xfrm>
              <a:prstGeom prst="rect">
                <a:avLst/>
              </a:prstGeom>
              <a:solidFill>
                <a:srgbClr val="FAC15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3" name="Rectangle 5982">
                <a:extLst>
                  <a:ext uri="{FF2B5EF4-FFF2-40B4-BE49-F238E27FC236}">
                    <a16:creationId xmlns:a16="http://schemas.microsoft.com/office/drawing/2014/main" id="{6FE024C5-624B-959A-4156-8AB92F219C5A}"/>
                  </a:ext>
                </a:extLst>
              </p:cNvPr>
              <p:cNvSpPr/>
              <p:nvPr/>
            </p:nvSpPr>
            <p:spPr>
              <a:xfrm>
                <a:off x="3745036" y="5085251"/>
                <a:ext cx="98350" cy="111684"/>
              </a:xfrm>
              <a:prstGeom prst="rect">
                <a:avLst/>
              </a:prstGeom>
              <a:solidFill>
                <a:srgbClr val="FDAE1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4" name="Rectangle 5983">
                <a:extLst>
                  <a:ext uri="{FF2B5EF4-FFF2-40B4-BE49-F238E27FC236}">
                    <a16:creationId xmlns:a16="http://schemas.microsoft.com/office/drawing/2014/main" id="{04EF5BEC-ADD1-A799-EA5C-E7D3CF635882}"/>
                  </a:ext>
                </a:extLst>
              </p:cNvPr>
              <p:cNvSpPr/>
              <p:nvPr/>
            </p:nvSpPr>
            <p:spPr>
              <a:xfrm>
                <a:off x="3745036" y="5196936"/>
                <a:ext cx="98350" cy="111684"/>
              </a:xfrm>
              <a:prstGeom prst="rect">
                <a:avLst/>
              </a:prstGeom>
              <a:solidFill>
                <a:srgbClr val="FCB32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5" name="Rectangle 5984">
                <a:extLst>
                  <a:ext uri="{FF2B5EF4-FFF2-40B4-BE49-F238E27FC236}">
                    <a16:creationId xmlns:a16="http://schemas.microsoft.com/office/drawing/2014/main" id="{2DF7C72D-C8BD-AD6D-1C5A-1D753A33B539}"/>
                  </a:ext>
                </a:extLst>
              </p:cNvPr>
              <p:cNvSpPr/>
              <p:nvPr/>
            </p:nvSpPr>
            <p:spPr>
              <a:xfrm>
                <a:off x="3745036" y="5308620"/>
                <a:ext cx="98350" cy="111684"/>
              </a:xfrm>
              <a:prstGeom prst="rect">
                <a:avLst/>
              </a:prstGeom>
              <a:solidFill>
                <a:srgbClr val="FEA70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6" name="Rectangle 5985">
                <a:extLst>
                  <a:ext uri="{FF2B5EF4-FFF2-40B4-BE49-F238E27FC236}">
                    <a16:creationId xmlns:a16="http://schemas.microsoft.com/office/drawing/2014/main" id="{E61221A9-30ED-1D91-153F-B89E75934755}"/>
                  </a:ext>
                </a:extLst>
              </p:cNvPr>
              <p:cNvSpPr/>
              <p:nvPr/>
            </p:nvSpPr>
            <p:spPr>
              <a:xfrm>
                <a:off x="3745036" y="542030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7" name="Rectangle 5986">
                <a:extLst>
                  <a:ext uri="{FF2B5EF4-FFF2-40B4-BE49-F238E27FC236}">
                    <a16:creationId xmlns:a16="http://schemas.microsoft.com/office/drawing/2014/main" id="{CE13518E-C678-C8E4-4589-CEDE7D8DE757}"/>
                  </a:ext>
                </a:extLst>
              </p:cNvPr>
              <p:cNvSpPr/>
              <p:nvPr/>
            </p:nvSpPr>
            <p:spPr>
              <a:xfrm>
                <a:off x="3745036" y="5531990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8" name="Rectangle 5987">
                <a:extLst>
                  <a:ext uri="{FF2B5EF4-FFF2-40B4-BE49-F238E27FC236}">
                    <a16:creationId xmlns:a16="http://schemas.microsoft.com/office/drawing/2014/main" id="{79278707-090D-0C1D-49CD-162B370D0527}"/>
                  </a:ext>
                </a:extLst>
              </p:cNvPr>
              <p:cNvSpPr/>
              <p:nvPr/>
            </p:nvSpPr>
            <p:spPr>
              <a:xfrm>
                <a:off x="3745036" y="5643675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89" name="Rectangle 5988">
                <a:extLst>
                  <a:ext uri="{FF2B5EF4-FFF2-40B4-BE49-F238E27FC236}">
                    <a16:creationId xmlns:a16="http://schemas.microsoft.com/office/drawing/2014/main" id="{F1CC3555-81A9-5872-F3FD-A3396765CDCF}"/>
                  </a:ext>
                </a:extLst>
              </p:cNvPr>
              <p:cNvSpPr/>
              <p:nvPr/>
            </p:nvSpPr>
            <p:spPr>
              <a:xfrm>
                <a:off x="3745036" y="5755359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0" name="Rectangle 5989">
                <a:extLst>
                  <a:ext uri="{FF2B5EF4-FFF2-40B4-BE49-F238E27FC236}">
                    <a16:creationId xmlns:a16="http://schemas.microsoft.com/office/drawing/2014/main" id="{BAF825D8-9EAE-E9B2-1248-559163476C04}"/>
                  </a:ext>
                </a:extLst>
              </p:cNvPr>
              <p:cNvSpPr/>
              <p:nvPr/>
            </p:nvSpPr>
            <p:spPr>
              <a:xfrm>
                <a:off x="3745036" y="586715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1" name="Rectangle 5990">
                <a:extLst>
                  <a:ext uri="{FF2B5EF4-FFF2-40B4-BE49-F238E27FC236}">
                    <a16:creationId xmlns:a16="http://schemas.microsoft.com/office/drawing/2014/main" id="{201EDBD2-25B1-61A6-7BEF-96DC483BB8A1}"/>
                  </a:ext>
                </a:extLst>
              </p:cNvPr>
              <p:cNvSpPr/>
              <p:nvPr/>
            </p:nvSpPr>
            <p:spPr>
              <a:xfrm>
                <a:off x="3745036" y="5978835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2" name="Rectangle 5991">
                <a:extLst>
                  <a:ext uri="{FF2B5EF4-FFF2-40B4-BE49-F238E27FC236}">
                    <a16:creationId xmlns:a16="http://schemas.microsoft.com/office/drawing/2014/main" id="{936F3C5C-7EB7-FA90-AEDD-986688F65CE9}"/>
                  </a:ext>
                </a:extLst>
              </p:cNvPr>
              <p:cNvSpPr/>
              <p:nvPr/>
            </p:nvSpPr>
            <p:spPr>
              <a:xfrm>
                <a:off x="3745036" y="6090520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3" name="Rectangle 5992">
                <a:extLst>
                  <a:ext uri="{FF2B5EF4-FFF2-40B4-BE49-F238E27FC236}">
                    <a16:creationId xmlns:a16="http://schemas.microsoft.com/office/drawing/2014/main" id="{25906CFE-9F3F-EB25-61C8-C6F3D495E54F}"/>
                  </a:ext>
                </a:extLst>
              </p:cNvPr>
              <p:cNvSpPr/>
              <p:nvPr/>
            </p:nvSpPr>
            <p:spPr>
              <a:xfrm>
                <a:off x="3745036" y="6202205"/>
                <a:ext cx="98350" cy="111684"/>
              </a:xfrm>
              <a:prstGeom prst="rect">
                <a:avLst/>
              </a:prstGeom>
              <a:solidFill>
                <a:srgbClr val="FCB32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4" name="Rectangle 5993">
                <a:extLst>
                  <a:ext uri="{FF2B5EF4-FFF2-40B4-BE49-F238E27FC236}">
                    <a16:creationId xmlns:a16="http://schemas.microsoft.com/office/drawing/2014/main" id="{7E8C18F7-83CE-1299-7B49-08E855F4CE17}"/>
                  </a:ext>
                </a:extLst>
              </p:cNvPr>
              <p:cNvSpPr/>
              <p:nvPr/>
            </p:nvSpPr>
            <p:spPr>
              <a:xfrm>
                <a:off x="3745036" y="6313890"/>
                <a:ext cx="98350" cy="111684"/>
              </a:xfrm>
              <a:prstGeom prst="rect">
                <a:avLst/>
              </a:prstGeom>
              <a:solidFill>
                <a:srgbClr val="FDB02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5" name="Rectangle 5994">
                <a:extLst>
                  <a:ext uri="{FF2B5EF4-FFF2-40B4-BE49-F238E27FC236}">
                    <a16:creationId xmlns:a16="http://schemas.microsoft.com/office/drawing/2014/main" id="{E175304B-5126-474A-E7B7-F3B2262BC663}"/>
                  </a:ext>
                </a:extLst>
              </p:cNvPr>
              <p:cNvSpPr/>
              <p:nvPr/>
            </p:nvSpPr>
            <p:spPr>
              <a:xfrm>
                <a:off x="3745036" y="6425574"/>
                <a:ext cx="98350" cy="111684"/>
              </a:xfrm>
              <a:prstGeom prst="rect">
                <a:avLst/>
              </a:prstGeom>
              <a:solidFill>
                <a:srgbClr val="FCB32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6" name="Rectangle 5995">
                <a:extLst>
                  <a:ext uri="{FF2B5EF4-FFF2-40B4-BE49-F238E27FC236}">
                    <a16:creationId xmlns:a16="http://schemas.microsoft.com/office/drawing/2014/main" id="{8D811992-8E72-456D-AE98-ACBB3B761C77}"/>
                  </a:ext>
                </a:extLst>
              </p:cNvPr>
              <p:cNvSpPr/>
              <p:nvPr/>
            </p:nvSpPr>
            <p:spPr>
              <a:xfrm>
                <a:off x="3745036" y="6537259"/>
                <a:ext cx="98350" cy="111684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7" name="Rectangle 5996">
                <a:extLst>
                  <a:ext uri="{FF2B5EF4-FFF2-40B4-BE49-F238E27FC236}">
                    <a16:creationId xmlns:a16="http://schemas.microsoft.com/office/drawing/2014/main" id="{4C1F8A24-9297-7BAB-2707-2065A79C5A8C}"/>
                  </a:ext>
                </a:extLst>
              </p:cNvPr>
              <p:cNvSpPr/>
              <p:nvPr/>
            </p:nvSpPr>
            <p:spPr>
              <a:xfrm>
                <a:off x="3745036" y="664905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8" name="Rectangle 5997">
                <a:extLst>
                  <a:ext uri="{FF2B5EF4-FFF2-40B4-BE49-F238E27FC236}">
                    <a16:creationId xmlns:a16="http://schemas.microsoft.com/office/drawing/2014/main" id="{9F6EDE2D-7002-C909-EF45-8CD6BA076D72}"/>
                  </a:ext>
                </a:extLst>
              </p:cNvPr>
              <p:cNvSpPr/>
              <p:nvPr/>
            </p:nvSpPr>
            <p:spPr>
              <a:xfrm>
                <a:off x="3745036" y="676073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5999" name="Rectangle 5998">
                <a:extLst>
                  <a:ext uri="{FF2B5EF4-FFF2-40B4-BE49-F238E27FC236}">
                    <a16:creationId xmlns:a16="http://schemas.microsoft.com/office/drawing/2014/main" id="{4F1CF3DA-2D3F-F5F0-EF53-D1A0CF75EEA6}"/>
                  </a:ext>
                </a:extLst>
              </p:cNvPr>
              <p:cNvSpPr/>
              <p:nvPr/>
            </p:nvSpPr>
            <p:spPr>
              <a:xfrm>
                <a:off x="3843387" y="-388153"/>
                <a:ext cx="98350" cy="111684"/>
              </a:xfrm>
              <a:prstGeom prst="rect">
                <a:avLst/>
              </a:prstGeom>
              <a:solidFill>
                <a:srgbClr val="8B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0" name="Rectangle 5999">
                <a:extLst>
                  <a:ext uri="{FF2B5EF4-FFF2-40B4-BE49-F238E27FC236}">
                    <a16:creationId xmlns:a16="http://schemas.microsoft.com/office/drawing/2014/main" id="{F78E0524-F61A-72C3-8027-CD06BEF4177C}"/>
                  </a:ext>
                </a:extLst>
              </p:cNvPr>
              <p:cNvSpPr/>
              <p:nvPr/>
            </p:nvSpPr>
            <p:spPr>
              <a:xfrm>
                <a:off x="3843387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1" name="Rectangle 6000">
                <a:extLst>
                  <a:ext uri="{FF2B5EF4-FFF2-40B4-BE49-F238E27FC236}">
                    <a16:creationId xmlns:a16="http://schemas.microsoft.com/office/drawing/2014/main" id="{5EA16A31-C505-3C55-F9E0-C39363D78662}"/>
                  </a:ext>
                </a:extLst>
              </p:cNvPr>
              <p:cNvSpPr/>
              <p:nvPr/>
            </p:nvSpPr>
            <p:spPr>
              <a:xfrm>
                <a:off x="3843387" y="-164677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2" name="Rectangle 6001">
                <a:extLst>
                  <a:ext uri="{FF2B5EF4-FFF2-40B4-BE49-F238E27FC236}">
                    <a16:creationId xmlns:a16="http://schemas.microsoft.com/office/drawing/2014/main" id="{1DD13049-68BA-9930-321A-EAFCE5B99160}"/>
                  </a:ext>
                </a:extLst>
              </p:cNvPr>
              <p:cNvSpPr/>
              <p:nvPr/>
            </p:nvSpPr>
            <p:spPr>
              <a:xfrm>
                <a:off x="3843387" y="-5299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3" name="Rectangle 6002">
                <a:extLst>
                  <a:ext uri="{FF2B5EF4-FFF2-40B4-BE49-F238E27FC236}">
                    <a16:creationId xmlns:a16="http://schemas.microsoft.com/office/drawing/2014/main" id="{EB45697B-702F-2A70-7F9A-1E8F08EB9584}"/>
                  </a:ext>
                </a:extLst>
              </p:cNvPr>
              <p:cNvSpPr/>
              <p:nvPr/>
            </p:nvSpPr>
            <p:spPr>
              <a:xfrm>
                <a:off x="3843387" y="58692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4" name="Rectangle 6003">
                <a:extLst>
                  <a:ext uri="{FF2B5EF4-FFF2-40B4-BE49-F238E27FC236}">
                    <a16:creationId xmlns:a16="http://schemas.microsoft.com/office/drawing/2014/main" id="{88BA71BA-FA10-0BC9-3186-EE838F96EF44}"/>
                  </a:ext>
                </a:extLst>
              </p:cNvPr>
              <p:cNvSpPr/>
              <p:nvPr/>
            </p:nvSpPr>
            <p:spPr>
              <a:xfrm>
                <a:off x="3843387" y="170376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5" name="Rectangle 6004">
                <a:extLst>
                  <a:ext uri="{FF2B5EF4-FFF2-40B4-BE49-F238E27FC236}">
                    <a16:creationId xmlns:a16="http://schemas.microsoft.com/office/drawing/2014/main" id="{DE2F0CFE-0035-B56B-4B8E-6906D7BA89A7}"/>
                  </a:ext>
                </a:extLst>
              </p:cNvPr>
              <p:cNvSpPr/>
              <p:nvPr/>
            </p:nvSpPr>
            <p:spPr>
              <a:xfrm>
                <a:off x="3843387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6" name="Rectangle 6005">
                <a:extLst>
                  <a:ext uri="{FF2B5EF4-FFF2-40B4-BE49-F238E27FC236}">
                    <a16:creationId xmlns:a16="http://schemas.microsoft.com/office/drawing/2014/main" id="{77A1E095-879A-C72A-4DA3-556701C957B8}"/>
                  </a:ext>
                </a:extLst>
              </p:cNvPr>
              <p:cNvSpPr/>
              <p:nvPr/>
            </p:nvSpPr>
            <p:spPr>
              <a:xfrm>
                <a:off x="3843387" y="39374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7" name="Rectangle 6006">
                <a:extLst>
                  <a:ext uri="{FF2B5EF4-FFF2-40B4-BE49-F238E27FC236}">
                    <a16:creationId xmlns:a16="http://schemas.microsoft.com/office/drawing/2014/main" id="{D2C948C9-7427-9661-0302-FD438705CE87}"/>
                  </a:ext>
                </a:extLst>
              </p:cNvPr>
              <p:cNvSpPr/>
              <p:nvPr/>
            </p:nvSpPr>
            <p:spPr>
              <a:xfrm>
                <a:off x="3843387" y="505537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8" name="Rectangle 6007">
                <a:extLst>
                  <a:ext uri="{FF2B5EF4-FFF2-40B4-BE49-F238E27FC236}">
                    <a16:creationId xmlns:a16="http://schemas.microsoft.com/office/drawing/2014/main" id="{7E44EF19-C293-E623-988C-F6BEDD6A0DC0}"/>
                  </a:ext>
                </a:extLst>
              </p:cNvPr>
              <p:cNvSpPr/>
              <p:nvPr/>
            </p:nvSpPr>
            <p:spPr>
              <a:xfrm>
                <a:off x="3843387" y="617222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09" name="Rectangle 6008">
                <a:extLst>
                  <a:ext uri="{FF2B5EF4-FFF2-40B4-BE49-F238E27FC236}">
                    <a16:creationId xmlns:a16="http://schemas.microsoft.com/office/drawing/2014/main" id="{0DB5C9E0-A804-15C8-F54B-700192FD128D}"/>
                  </a:ext>
                </a:extLst>
              </p:cNvPr>
              <p:cNvSpPr/>
              <p:nvPr/>
            </p:nvSpPr>
            <p:spPr>
              <a:xfrm>
                <a:off x="3843387" y="72890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0" name="Rectangle 6009">
                <a:extLst>
                  <a:ext uri="{FF2B5EF4-FFF2-40B4-BE49-F238E27FC236}">
                    <a16:creationId xmlns:a16="http://schemas.microsoft.com/office/drawing/2014/main" id="{B336BBD2-5A69-FC36-60AA-8BAFB056D478}"/>
                  </a:ext>
                </a:extLst>
              </p:cNvPr>
              <p:cNvSpPr/>
              <p:nvPr/>
            </p:nvSpPr>
            <p:spPr>
              <a:xfrm>
                <a:off x="3843387" y="84059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1" name="Rectangle 6010">
                <a:extLst>
                  <a:ext uri="{FF2B5EF4-FFF2-40B4-BE49-F238E27FC236}">
                    <a16:creationId xmlns:a16="http://schemas.microsoft.com/office/drawing/2014/main" id="{99CA97C9-83C0-2BF7-F77C-A84AC280DA78}"/>
                  </a:ext>
                </a:extLst>
              </p:cNvPr>
              <p:cNvSpPr/>
              <p:nvPr/>
            </p:nvSpPr>
            <p:spPr>
              <a:xfrm>
                <a:off x="3843387" y="9522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2" name="Rectangle 6011">
                <a:extLst>
                  <a:ext uri="{FF2B5EF4-FFF2-40B4-BE49-F238E27FC236}">
                    <a16:creationId xmlns:a16="http://schemas.microsoft.com/office/drawing/2014/main" id="{4892D193-AE74-4AF9-5B14-0812DE703A11}"/>
                  </a:ext>
                </a:extLst>
              </p:cNvPr>
              <p:cNvSpPr/>
              <p:nvPr/>
            </p:nvSpPr>
            <p:spPr>
              <a:xfrm>
                <a:off x="3843387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3" name="Rectangle 6012">
                <a:extLst>
                  <a:ext uri="{FF2B5EF4-FFF2-40B4-BE49-F238E27FC236}">
                    <a16:creationId xmlns:a16="http://schemas.microsoft.com/office/drawing/2014/main" id="{54D0CE53-7127-8E2B-0C84-A4B8E35E2173}"/>
                  </a:ext>
                </a:extLst>
              </p:cNvPr>
              <p:cNvSpPr/>
              <p:nvPr/>
            </p:nvSpPr>
            <p:spPr>
              <a:xfrm>
                <a:off x="3843387" y="117564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4" name="Rectangle 6013">
                <a:extLst>
                  <a:ext uri="{FF2B5EF4-FFF2-40B4-BE49-F238E27FC236}">
                    <a16:creationId xmlns:a16="http://schemas.microsoft.com/office/drawing/2014/main" id="{311021C3-55A1-4767-57E1-987E23D9F810}"/>
                  </a:ext>
                </a:extLst>
              </p:cNvPr>
              <p:cNvSpPr/>
              <p:nvPr/>
            </p:nvSpPr>
            <p:spPr>
              <a:xfrm>
                <a:off x="3843387" y="1287437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5" name="Rectangle 6014">
                <a:extLst>
                  <a:ext uri="{FF2B5EF4-FFF2-40B4-BE49-F238E27FC236}">
                    <a16:creationId xmlns:a16="http://schemas.microsoft.com/office/drawing/2014/main" id="{2F9AF5E3-5046-995C-C12A-25F015B85876}"/>
                  </a:ext>
                </a:extLst>
              </p:cNvPr>
              <p:cNvSpPr/>
              <p:nvPr/>
            </p:nvSpPr>
            <p:spPr>
              <a:xfrm>
                <a:off x="3843387" y="1399122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6" name="Rectangle 6015">
                <a:extLst>
                  <a:ext uri="{FF2B5EF4-FFF2-40B4-BE49-F238E27FC236}">
                    <a16:creationId xmlns:a16="http://schemas.microsoft.com/office/drawing/2014/main" id="{68EA4908-AD69-1115-2860-F541AD0BFFD5}"/>
                  </a:ext>
                </a:extLst>
              </p:cNvPr>
              <p:cNvSpPr/>
              <p:nvPr/>
            </p:nvSpPr>
            <p:spPr>
              <a:xfrm>
                <a:off x="3843387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7" name="Rectangle 6016">
                <a:extLst>
                  <a:ext uri="{FF2B5EF4-FFF2-40B4-BE49-F238E27FC236}">
                    <a16:creationId xmlns:a16="http://schemas.microsoft.com/office/drawing/2014/main" id="{90616B5C-E942-9623-2131-68CFAA992BB8}"/>
                  </a:ext>
                </a:extLst>
              </p:cNvPr>
              <p:cNvSpPr/>
              <p:nvPr/>
            </p:nvSpPr>
            <p:spPr>
              <a:xfrm>
                <a:off x="3843387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8" name="Rectangle 6017">
                <a:extLst>
                  <a:ext uri="{FF2B5EF4-FFF2-40B4-BE49-F238E27FC236}">
                    <a16:creationId xmlns:a16="http://schemas.microsoft.com/office/drawing/2014/main" id="{67115876-CEC7-A4AF-844D-DB9D21BBC1EA}"/>
                  </a:ext>
                </a:extLst>
              </p:cNvPr>
              <p:cNvSpPr/>
              <p:nvPr/>
            </p:nvSpPr>
            <p:spPr>
              <a:xfrm>
                <a:off x="3843387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19" name="Rectangle 6018">
                <a:extLst>
                  <a:ext uri="{FF2B5EF4-FFF2-40B4-BE49-F238E27FC236}">
                    <a16:creationId xmlns:a16="http://schemas.microsoft.com/office/drawing/2014/main" id="{7CC623AA-5624-E329-62CA-CE63DBB88FEC}"/>
                  </a:ext>
                </a:extLst>
              </p:cNvPr>
              <p:cNvSpPr/>
              <p:nvPr/>
            </p:nvSpPr>
            <p:spPr>
              <a:xfrm>
                <a:off x="3843387" y="184586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0" name="Rectangle 6019">
                <a:extLst>
                  <a:ext uri="{FF2B5EF4-FFF2-40B4-BE49-F238E27FC236}">
                    <a16:creationId xmlns:a16="http://schemas.microsoft.com/office/drawing/2014/main" id="{423F0266-EE01-FC16-8A8F-7AAF1CBE2DD0}"/>
                  </a:ext>
                </a:extLst>
              </p:cNvPr>
              <p:cNvSpPr/>
              <p:nvPr/>
            </p:nvSpPr>
            <p:spPr>
              <a:xfrm>
                <a:off x="3843387" y="1957652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1" name="Rectangle 6020">
                <a:extLst>
                  <a:ext uri="{FF2B5EF4-FFF2-40B4-BE49-F238E27FC236}">
                    <a16:creationId xmlns:a16="http://schemas.microsoft.com/office/drawing/2014/main" id="{B4711C4A-8DA5-1BCD-4D89-55549AB50A3E}"/>
                  </a:ext>
                </a:extLst>
              </p:cNvPr>
              <p:cNvSpPr/>
              <p:nvPr/>
            </p:nvSpPr>
            <p:spPr>
              <a:xfrm>
                <a:off x="3843387" y="20693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2" name="Rectangle 6021">
                <a:extLst>
                  <a:ext uri="{FF2B5EF4-FFF2-40B4-BE49-F238E27FC236}">
                    <a16:creationId xmlns:a16="http://schemas.microsoft.com/office/drawing/2014/main" id="{406DBC40-5493-568C-85D3-8A03E9242BEA}"/>
                  </a:ext>
                </a:extLst>
              </p:cNvPr>
              <p:cNvSpPr/>
              <p:nvPr/>
            </p:nvSpPr>
            <p:spPr>
              <a:xfrm>
                <a:off x="3843387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3" name="Rectangle 6022">
                <a:extLst>
                  <a:ext uri="{FF2B5EF4-FFF2-40B4-BE49-F238E27FC236}">
                    <a16:creationId xmlns:a16="http://schemas.microsoft.com/office/drawing/2014/main" id="{69CCA221-6CA2-210A-FD44-8C6888CC2581}"/>
                  </a:ext>
                </a:extLst>
              </p:cNvPr>
              <p:cNvSpPr/>
              <p:nvPr/>
            </p:nvSpPr>
            <p:spPr>
              <a:xfrm>
                <a:off x="3843387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4" name="Rectangle 6023">
                <a:extLst>
                  <a:ext uri="{FF2B5EF4-FFF2-40B4-BE49-F238E27FC236}">
                    <a16:creationId xmlns:a16="http://schemas.microsoft.com/office/drawing/2014/main" id="{E93295CF-1876-B40D-3E07-2ED4D47C9733}"/>
                  </a:ext>
                </a:extLst>
              </p:cNvPr>
              <p:cNvSpPr/>
              <p:nvPr/>
            </p:nvSpPr>
            <p:spPr>
              <a:xfrm>
                <a:off x="3843387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5" name="Rectangle 6024">
                <a:extLst>
                  <a:ext uri="{FF2B5EF4-FFF2-40B4-BE49-F238E27FC236}">
                    <a16:creationId xmlns:a16="http://schemas.microsoft.com/office/drawing/2014/main" id="{1B2249BC-4AE7-608A-170A-D3E062039836}"/>
                  </a:ext>
                </a:extLst>
              </p:cNvPr>
              <p:cNvSpPr/>
              <p:nvPr/>
            </p:nvSpPr>
            <p:spPr>
              <a:xfrm>
                <a:off x="3843387" y="25160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6" name="Rectangle 6025">
                <a:extLst>
                  <a:ext uri="{FF2B5EF4-FFF2-40B4-BE49-F238E27FC236}">
                    <a16:creationId xmlns:a16="http://schemas.microsoft.com/office/drawing/2014/main" id="{E1742055-5CFC-9003-E0E2-F299FDBE72EF}"/>
                  </a:ext>
                </a:extLst>
              </p:cNvPr>
              <p:cNvSpPr/>
              <p:nvPr/>
            </p:nvSpPr>
            <p:spPr>
              <a:xfrm>
                <a:off x="3843387" y="2627760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7" name="Rectangle 6026">
                <a:extLst>
                  <a:ext uri="{FF2B5EF4-FFF2-40B4-BE49-F238E27FC236}">
                    <a16:creationId xmlns:a16="http://schemas.microsoft.com/office/drawing/2014/main" id="{C6324127-6055-509A-712F-D34EEF665E6C}"/>
                  </a:ext>
                </a:extLst>
              </p:cNvPr>
              <p:cNvSpPr/>
              <p:nvPr/>
            </p:nvSpPr>
            <p:spPr>
              <a:xfrm>
                <a:off x="3843387" y="2739552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8" name="Rectangle 6027">
                <a:extLst>
                  <a:ext uri="{FF2B5EF4-FFF2-40B4-BE49-F238E27FC236}">
                    <a16:creationId xmlns:a16="http://schemas.microsoft.com/office/drawing/2014/main" id="{56CCB93F-2314-C329-152C-8776984F3CE0}"/>
                  </a:ext>
                </a:extLst>
              </p:cNvPr>
              <p:cNvSpPr/>
              <p:nvPr/>
            </p:nvSpPr>
            <p:spPr>
              <a:xfrm>
                <a:off x="3843387" y="28512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29" name="Rectangle 6028">
                <a:extLst>
                  <a:ext uri="{FF2B5EF4-FFF2-40B4-BE49-F238E27FC236}">
                    <a16:creationId xmlns:a16="http://schemas.microsoft.com/office/drawing/2014/main" id="{FF5E60FC-C5E4-F491-A610-094F1AC67D72}"/>
                  </a:ext>
                </a:extLst>
              </p:cNvPr>
              <p:cNvSpPr/>
              <p:nvPr/>
            </p:nvSpPr>
            <p:spPr>
              <a:xfrm>
                <a:off x="3843387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0" name="Rectangle 6029">
                <a:extLst>
                  <a:ext uri="{FF2B5EF4-FFF2-40B4-BE49-F238E27FC236}">
                    <a16:creationId xmlns:a16="http://schemas.microsoft.com/office/drawing/2014/main" id="{C9F12BC7-8DF5-D536-5A20-28FDFD5D2DE5}"/>
                  </a:ext>
                </a:extLst>
              </p:cNvPr>
              <p:cNvSpPr/>
              <p:nvPr/>
            </p:nvSpPr>
            <p:spPr>
              <a:xfrm>
                <a:off x="3843387" y="307460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1" name="Rectangle 6030">
                <a:extLst>
                  <a:ext uri="{FF2B5EF4-FFF2-40B4-BE49-F238E27FC236}">
                    <a16:creationId xmlns:a16="http://schemas.microsoft.com/office/drawing/2014/main" id="{2486C08A-BB61-7E18-229B-EF5FB7D87901}"/>
                  </a:ext>
                </a:extLst>
              </p:cNvPr>
              <p:cNvSpPr/>
              <p:nvPr/>
            </p:nvSpPr>
            <p:spPr>
              <a:xfrm>
                <a:off x="3843387" y="318629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2" name="Rectangle 6031">
                <a:extLst>
                  <a:ext uri="{FF2B5EF4-FFF2-40B4-BE49-F238E27FC236}">
                    <a16:creationId xmlns:a16="http://schemas.microsoft.com/office/drawing/2014/main" id="{37AB68CD-4230-42C1-DAB2-D25C3F07499B}"/>
                  </a:ext>
                </a:extLst>
              </p:cNvPr>
              <p:cNvSpPr/>
              <p:nvPr/>
            </p:nvSpPr>
            <p:spPr>
              <a:xfrm>
                <a:off x="3843387" y="3297975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3" name="Rectangle 6032">
                <a:extLst>
                  <a:ext uri="{FF2B5EF4-FFF2-40B4-BE49-F238E27FC236}">
                    <a16:creationId xmlns:a16="http://schemas.microsoft.com/office/drawing/2014/main" id="{BE2F886B-E4DC-9E83-C588-DC489C0B4BB2}"/>
                  </a:ext>
                </a:extLst>
              </p:cNvPr>
              <p:cNvSpPr/>
              <p:nvPr/>
            </p:nvSpPr>
            <p:spPr>
              <a:xfrm>
                <a:off x="3843387" y="340966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4" name="Rectangle 6033">
                <a:extLst>
                  <a:ext uri="{FF2B5EF4-FFF2-40B4-BE49-F238E27FC236}">
                    <a16:creationId xmlns:a16="http://schemas.microsoft.com/office/drawing/2014/main" id="{1BA17DDA-B863-20BC-2CA7-DF0B9C66B313}"/>
                  </a:ext>
                </a:extLst>
              </p:cNvPr>
              <p:cNvSpPr/>
              <p:nvPr/>
            </p:nvSpPr>
            <p:spPr>
              <a:xfrm>
                <a:off x="3843387" y="352145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5" name="Rectangle 6034">
                <a:extLst>
                  <a:ext uri="{FF2B5EF4-FFF2-40B4-BE49-F238E27FC236}">
                    <a16:creationId xmlns:a16="http://schemas.microsoft.com/office/drawing/2014/main" id="{CA7A45CF-1A32-870A-A474-61DBB6648517}"/>
                  </a:ext>
                </a:extLst>
              </p:cNvPr>
              <p:cNvSpPr/>
              <p:nvPr/>
            </p:nvSpPr>
            <p:spPr>
              <a:xfrm>
                <a:off x="3843387" y="3633136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6" name="Rectangle 6035">
                <a:extLst>
                  <a:ext uri="{FF2B5EF4-FFF2-40B4-BE49-F238E27FC236}">
                    <a16:creationId xmlns:a16="http://schemas.microsoft.com/office/drawing/2014/main" id="{85998A5E-6CA5-8E63-D6E4-8A57833AB555}"/>
                  </a:ext>
                </a:extLst>
              </p:cNvPr>
              <p:cNvSpPr/>
              <p:nvPr/>
            </p:nvSpPr>
            <p:spPr>
              <a:xfrm>
                <a:off x="3843387" y="374482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7" name="Rectangle 6036">
                <a:extLst>
                  <a:ext uri="{FF2B5EF4-FFF2-40B4-BE49-F238E27FC236}">
                    <a16:creationId xmlns:a16="http://schemas.microsoft.com/office/drawing/2014/main" id="{65BD1299-436C-5CFA-B516-0A35090691EE}"/>
                  </a:ext>
                </a:extLst>
              </p:cNvPr>
              <p:cNvSpPr/>
              <p:nvPr/>
            </p:nvSpPr>
            <p:spPr>
              <a:xfrm>
                <a:off x="3843387" y="385650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8" name="Rectangle 6037">
                <a:extLst>
                  <a:ext uri="{FF2B5EF4-FFF2-40B4-BE49-F238E27FC236}">
                    <a16:creationId xmlns:a16="http://schemas.microsoft.com/office/drawing/2014/main" id="{056412EE-4C3B-E869-7B15-74E276D0953A}"/>
                  </a:ext>
                </a:extLst>
              </p:cNvPr>
              <p:cNvSpPr/>
              <p:nvPr/>
            </p:nvSpPr>
            <p:spPr>
              <a:xfrm>
                <a:off x="3843387" y="39681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39" name="Rectangle 6038">
                <a:extLst>
                  <a:ext uri="{FF2B5EF4-FFF2-40B4-BE49-F238E27FC236}">
                    <a16:creationId xmlns:a16="http://schemas.microsoft.com/office/drawing/2014/main" id="{A0B1D66F-8EA6-4B43-7419-145F52CAFEC7}"/>
                  </a:ext>
                </a:extLst>
              </p:cNvPr>
              <p:cNvSpPr/>
              <p:nvPr/>
            </p:nvSpPr>
            <p:spPr>
              <a:xfrm>
                <a:off x="3843387" y="4079875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0" name="Rectangle 6039">
                <a:extLst>
                  <a:ext uri="{FF2B5EF4-FFF2-40B4-BE49-F238E27FC236}">
                    <a16:creationId xmlns:a16="http://schemas.microsoft.com/office/drawing/2014/main" id="{66EAC3FC-CDC1-6D0C-6A72-53FCE07066A6}"/>
                  </a:ext>
                </a:extLst>
              </p:cNvPr>
              <p:cNvSpPr/>
              <p:nvPr/>
            </p:nvSpPr>
            <p:spPr>
              <a:xfrm>
                <a:off x="3843387" y="419156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1" name="Rectangle 6040">
                <a:extLst>
                  <a:ext uri="{FF2B5EF4-FFF2-40B4-BE49-F238E27FC236}">
                    <a16:creationId xmlns:a16="http://schemas.microsoft.com/office/drawing/2014/main" id="{3BAA1C09-47FC-FE94-3142-202090D7E073}"/>
                  </a:ext>
                </a:extLst>
              </p:cNvPr>
              <p:cNvSpPr/>
              <p:nvPr/>
            </p:nvSpPr>
            <p:spPr>
              <a:xfrm>
                <a:off x="3843387" y="43033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2" name="Rectangle 6041">
                <a:extLst>
                  <a:ext uri="{FF2B5EF4-FFF2-40B4-BE49-F238E27FC236}">
                    <a16:creationId xmlns:a16="http://schemas.microsoft.com/office/drawing/2014/main" id="{8C128CBB-E212-292E-8AC3-D1B3FF18C8C2}"/>
                  </a:ext>
                </a:extLst>
              </p:cNvPr>
              <p:cNvSpPr/>
              <p:nvPr/>
            </p:nvSpPr>
            <p:spPr>
              <a:xfrm>
                <a:off x="3843387" y="44150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3" name="Rectangle 6042">
                <a:extLst>
                  <a:ext uri="{FF2B5EF4-FFF2-40B4-BE49-F238E27FC236}">
                    <a16:creationId xmlns:a16="http://schemas.microsoft.com/office/drawing/2014/main" id="{38341B5F-FC85-0B06-07A0-B91AF93D9729}"/>
                  </a:ext>
                </a:extLst>
              </p:cNvPr>
              <p:cNvSpPr/>
              <p:nvPr/>
            </p:nvSpPr>
            <p:spPr>
              <a:xfrm>
                <a:off x="3843387" y="452672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4" name="Rectangle 6043">
                <a:extLst>
                  <a:ext uri="{FF2B5EF4-FFF2-40B4-BE49-F238E27FC236}">
                    <a16:creationId xmlns:a16="http://schemas.microsoft.com/office/drawing/2014/main" id="{9285720B-7B2F-A7BC-0F47-183A462B0347}"/>
                  </a:ext>
                </a:extLst>
              </p:cNvPr>
              <p:cNvSpPr/>
              <p:nvPr/>
            </p:nvSpPr>
            <p:spPr>
              <a:xfrm>
                <a:off x="3843387" y="4638405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5" name="Rectangle 6044">
                <a:extLst>
                  <a:ext uri="{FF2B5EF4-FFF2-40B4-BE49-F238E27FC236}">
                    <a16:creationId xmlns:a16="http://schemas.microsoft.com/office/drawing/2014/main" id="{61F702A0-D016-1FED-9BB0-3624DDCAD9B1}"/>
                  </a:ext>
                </a:extLst>
              </p:cNvPr>
              <p:cNvSpPr/>
              <p:nvPr/>
            </p:nvSpPr>
            <p:spPr>
              <a:xfrm>
                <a:off x="3843387" y="4750090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6" name="Rectangle 6045">
                <a:extLst>
                  <a:ext uri="{FF2B5EF4-FFF2-40B4-BE49-F238E27FC236}">
                    <a16:creationId xmlns:a16="http://schemas.microsoft.com/office/drawing/2014/main" id="{034425DE-FDD9-3860-44EE-DA79CA556743}"/>
                  </a:ext>
                </a:extLst>
              </p:cNvPr>
              <p:cNvSpPr/>
              <p:nvPr/>
            </p:nvSpPr>
            <p:spPr>
              <a:xfrm>
                <a:off x="3843387" y="486177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7" name="Rectangle 6046">
                <a:extLst>
                  <a:ext uri="{FF2B5EF4-FFF2-40B4-BE49-F238E27FC236}">
                    <a16:creationId xmlns:a16="http://schemas.microsoft.com/office/drawing/2014/main" id="{9F1A7BF2-DC8F-690E-2950-7A1098866DE1}"/>
                  </a:ext>
                </a:extLst>
              </p:cNvPr>
              <p:cNvSpPr/>
              <p:nvPr/>
            </p:nvSpPr>
            <p:spPr>
              <a:xfrm>
                <a:off x="3843387" y="4973460"/>
                <a:ext cx="98350" cy="111684"/>
              </a:xfrm>
              <a:prstGeom prst="rect">
                <a:avLst/>
              </a:prstGeom>
              <a:solidFill>
                <a:srgbClr val="FDB02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8" name="Rectangle 6047">
                <a:extLst>
                  <a:ext uri="{FF2B5EF4-FFF2-40B4-BE49-F238E27FC236}">
                    <a16:creationId xmlns:a16="http://schemas.microsoft.com/office/drawing/2014/main" id="{891AA1CD-5DBC-264A-E638-942298B85D2A}"/>
                  </a:ext>
                </a:extLst>
              </p:cNvPr>
              <p:cNvSpPr/>
              <p:nvPr/>
            </p:nvSpPr>
            <p:spPr>
              <a:xfrm>
                <a:off x="3843387" y="5085251"/>
                <a:ext cx="98350" cy="111684"/>
              </a:xfrm>
              <a:prstGeom prst="rect">
                <a:avLst/>
              </a:prstGeom>
              <a:solidFill>
                <a:srgbClr val="F9C35F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49" name="Rectangle 6048">
                <a:extLst>
                  <a:ext uri="{FF2B5EF4-FFF2-40B4-BE49-F238E27FC236}">
                    <a16:creationId xmlns:a16="http://schemas.microsoft.com/office/drawing/2014/main" id="{01835B9F-1768-CEA3-B9E2-B986C78529B5}"/>
                  </a:ext>
                </a:extLst>
              </p:cNvPr>
              <p:cNvSpPr/>
              <p:nvPr/>
            </p:nvSpPr>
            <p:spPr>
              <a:xfrm>
                <a:off x="3843387" y="5196936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0" name="Rectangle 6049">
                <a:extLst>
                  <a:ext uri="{FF2B5EF4-FFF2-40B4-BE49-F238E27FC236}">
                    <a16:creationId xmlns:a16="http://schemas.microsoft.com/office/drawing/2014/main" id="{AEB87368-09BE-E246-D2A5-B01DC8BFBCA4}"/>
                  </a:ext>
                </a:extLst>
              </p:cNvPr>
              <p:cNvSpPr/>
              <p:nvPr/>
            </p:nvSpPr>
            <p:spPr>
              <a:xfrm>
                <a:off x="3843387" y="530862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1" name="Rectangle 6050">
                <a:extLst>
                  <a:ext uri="{FF2B5EF4-FFF2-40B4-BE49-F238E27FC236}">
                    <a16:creationId xmlns:a16="http://schemas.microsoft.com/office/drawing/2014/main" id="{510F7C15-8025-49C0-B3CB-DF450866F474}"/>
                  </a:ext>
                </a:extLst>
              </p:cNvPr>
              <p:cNvSpPr/>
              <p:nvPr/>
            </p:nvSpPr>
            <p:spPr>
              <a:xfrm>
                <a:off x="3843387" y="54203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2" name="Rectangle 6051">
                <a:extLst>
                  <a:ext uri="{FF2B5EF4-FFF2-40B4-BE49-F238E27FC236}">
                    <a16:creationId xmlns:a16="http://schemas.microsoft.com/office/drawing/2014/main" id="{0F42EAE0-CECE-05D5-57AE-43711A36C2F0}"/>
                  </a:ext>
                </a:extLst>
              </p:cNvPr>
              <p:cNvSpPr/>
              <p:nvPr/>
            </p:nvSpPr>
            <p:spPr>
              <a:xfrm>
                <a:off x="3843387" y="553199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3" name="Rectangle 6052">
                <a:extLst>
                  <a:ext uri="{FF2B5EF4-FFF2-40B4-BE49-F238E27FC236}">
                    <a16:creationId xmlns:a16="http://schemas.microsoft.com/office/drawing/2014/main" id="{5C651344-267A-2670-7B6B-7D9C86943C44}"/>
                  </a:ext>
                </a:extLst>
              </p:cNvPr>
              <p:cNvSpPr/>
              <p:nvPr/>
            </p:nvSpPr>
            <p:spPr>
              <a:xfrm>
                <a:off x="3843387" y="56436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4" name="Rectangle 6053">
                <a:extLst>
                  <a:ext uri="{FF2B5EF4-FFF2-40B4-BE49-F238E27FC236}">
                    <a16:creationId xmlns:a16="http://schemas.microsoft.com/office/drawing/2014/main" id="{3A37B4FC-D85B-FAAA-CCA2-0EF03BEC4C42}"/>
                  </a:ext>
                </a:extLst>
              </p:cNvPr>
              <p:cNvSpPr/>
              <p:nvPr/>
            </p:nvSpPr>
            <p:spPr>
              <a:xfrm>
                <a:off x="3843387" y="5755359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5" name="Rectangle 6054">
                <a:extLst>
                  <a:ext uri="{FF2B5EF4-FFF2-40B4-BE49-F238E27FC236}">
                    <a16:creationId xmlns:a16="http://schemas.microsoft.com/office/drawing/2014/main" id="{B903C056-A3A4-EF16-7059-8A31BD8E8C6C}"/>
                  </a:ext>
                </a:extLst>
              </p:cNvPr>
              <p:cNvSpPr/>
              <p:nvPr/>
            </p:nvSpPr>
            <p:spPr>
              <a:xfrm>
                <a:off x="3843387" y="58671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6" name="Rectangle 6055">
                <a:extLst>
                  <a:ext uri="{FF2B5EF4-FFF2-40B4-BE49-F238E27FC236}">
                    <a16:creationId xmlns:a16="http://schemas.microsoft.com/office/drawing/2014/main" id="{65105773-A047-EC88-F3C9-D474A0F2833B}"/>
                  </a:ext>
                </a:extLst>
              </p:cNvPr>
              <p:cNvSpPr/>
              <p:nvPr/>
            </p:nvSpPr>
            <p:spPr>
              <a:xfrm>
                <a:off x="3843387" y="597883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7" name="Rectangle 6056">
                <a:extLst>
                  <a:ext uri="{FF2B5EF4-FFF2-40B4-BE49-F238E27FC236}">
                    <a16:creationId xmlns:a16="http://schemas.microsoft.com/office/drawing/2014/main" id="{9F029AD6-240F-A948-F436-4E7B2D1B6D94}"/>
                  </a:ext>
                </a:extLst>
              </p:cNvPr>
              <p:cNvSpPr/>
              <p:nvPr/>
            </p:nvSpPr>
            <p:spPr>
              <a:xfrm>
                <a:off x="3843387" y="609052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8" name="Rectangle 6057">
                <a:extLst>
                  <a:ext uri="{FF2B5EF4-FFF2-40B4-BE49-F238E27FC236}">
                    <a16:creationId xmlns:a16="http://schemas.microsoft.com/office/drawing/2014/main" id="{F2FCFEF2-E2FB-E198-579F-38AF93AEB33F}"/>
                  </a:ext>
                </a:extLst>
              </p:cNvPr>
              <p:cNvSpPr/>
              <p:nvPr/>
            </p:nvSpPr>
            <p:spPr>
              <a:xfrm>
                <a:off x="3843387" y="620220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59" name="Rectangle 6058">
                <a:extLst>
                  <a:ext uri="{FF2B5EF4-FFF2-40B4-BE49-F238E27FC236}">
                    <a16:creationId xmlns:a16="http://schemas.microsoft.com/office/drawing/2014/main" id="{4531D43A-3485-C45E-5E30-D6585E0F12F5}"/>
                  </a:ext>
                </a:extLst>
              </p:cNvPr>
              <p:cNvSpPr/>
              <p:nvPr/>
            </p:nvSpPr>
            <p:spPr>
              <a:xfrm>
                <a:off x="3843387" y="631389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0" name="Rectangle 6059">
                <a:extLst>
                  <a:ext uri="{FF2B5EF4-FFF2-40B4-BE49-F238E27FC236}">
                    <a16:creationId xmlns:a16="http://schemas.microsoft.com/office/drawing/2014/main" id="{86EEF8DE-A41E-04CC-B06E-B14B5A4DD944}"/>
                  </a:ext>
                </a:extLst>
              </p:cNvPr>
              <p:cNvSpPr/>
              <p:nvPr/>
            </p:nvSpPr>
            <p:spPr>
              <a:xfrm>
                <a:off x="3843387" y="6425574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1" name="Rectangle 6060">
                <a:extLst>
                  <a:ext uri="{FF2B5EF4-FFF2-40B4-BE49-F238E27FC236}">
                    <a16:creationId xmlns:a16="http://schemas.microsoft.com/office/drawing/2014/main" id="{35753572-40DF-8092-B585-B7A63685AA2C}"/>
                  </a:ext>
                </a:extLst>
              </p:cNvPr>
              <p:cNvSpPr/>
              <p:nvPr/>
            </p:nvSpPr>
            <p:spPr>
              <a:xfrm>
                <a:off x="3843387" y="65372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2" name="Rectangle 6061">
                <a:extLst>
                  <a:ext uri="{FF2B5EF4-FFF2-40B4-BE49-F238E27FC236}">
                    <a16:creationId xmlns:a16="http://schemas.microsoft.com/office/drawing/2014/main" id="{99765B47-7B79-B1C1-9846-359945BE9577}"/>
                  </a:ext>
                </a:extLst>
              </p:cNvPr>
              <p:cNvSpPr/>
              <p:nvPr/>
            </p:nvSpPr>
            <p:spPr>
              <a:xfrm>
                <a:off x="3843387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3" name="Rectangle 6062">
                <a:extLst>
                  <a:ext uri="{FF2B5EF4-FFF2-40B4-BE49-F238E27FC236}">
                    <a16:creationId xmlns:a16="http://schemas.microsoft.com/office/drawing/2014/main" id="{33BC7D32-94BE-C2B4-96E6-7053BDD990AD}"/>
                  </a:ext>
                </a:extLst>
              </p:cNvPr>
              <p:cNvSpPr/>
              <p:nvPr/>
            </p:nvSpPr>
            <p:spPr>
              <a:xfrm>
                <a:off x="3843387" y="676073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4" name="Rectangle 6063">
                <a:extLst>
                  <a:ext uri="{FF2B5EF4-FFF2-40B4-BE49-F238E27FC236}">
                    <a16:creationId xmlns:a16="http://schemas.microsoft.com/office/drawing/2014/main" id="{F6846658-F9A3-0474-7F43-449816F0B1E9}"/>
                  </a:ext>
                </a:extLst>
              </p:cNvPr>
              <p:cNvSpPr/>
              <p:nvPr/>
            </p:nvSpPr>
            <p:spPr>
              <a:xfrm>
                <a:off x="3941631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5" name="Rectangle 6064">
                <a:extLst>
                  <a:ext uri="{FF2B5EF4-FFF2-40B4-BE49-F238E27FC236}">
                    <a16:creationId xmlns:a16="http://schemas.microsoft.com/office/drawing/2014/main" id="{C91B823F-D8FF-3D8F-777A-A4F598F49398}"/>
                  </a:ext>
                </a:extLst>
              </p:cNvPr>
              <p:cNvSpPr/>
              <p:nvPr/>
            </p:nvSpPr>
            <p:spPr>
              <a:xfrm>
                <a:off x="3941631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6" name="Rectangle 6065">
                <a:extLst>
                  <a:ext uri="{FF2B5EF4-FFF2-40B4-BE49-F238E27FC236}">
                    <a16:creationId xmlns:a16="http://schemas.microsoft.com/office/drawing/2014/main" id="{9C481CA4-DE87-EB06-B417-CC85F4835F62}"/>
                  </a:ext>
                </a:extLst>
              </p:cNvPr>
              <p:cNvSpPr/>
              <p:nvPr/>
            </p:nvSpPr>
            <p:spPr>
              <a:xfrm>
                <a:off x="3941631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7" name="Rectangle 6066">
                <a:extLst>
                  <a:ext uri="{FF2B5EF4-FFF2-40B4-BE49-F238E27FC236}">
                    <a16:creationId xmlns:a16="http://schemas.microsoft.com/office/drawing/2014/main" id="{50863C82-1352-E9E3-BD58-53F9EDE5079E}"/>
                  </a:ext>
                </a:extLst>
              </p:cNvPr>
              <p:cNvSpPr/>
              <p:nvPr/>
            </p:nvSpPr>
            <p:spPr>
              <a:xfrm>
                <a:off x="3941631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8" name="Rectangle 6067">
                <a:extLst>
                  <a:ext uri="{FF2B5EF4-FFF2-40B4-BE49-F238E27FC236}">
                    <a16:creationId xmlns:a16="http://schemas.microsoft.com/office/drawing/2014/main" id="{181DE4CA-AC81-074F-3D71-B8DE4A2AFE7D}"/>
                  </a:ext>
                </a:extLst>
              </p:cNvPr>
              <p:cNvSpPr/>
              <p:nvPr/>
            </p:nvSpPr>
            <p:spPr>
              <a:xfrm>
                <a:off x="3941631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69" name="Rectangle 6068">
                <a:extLst>
                  <a:ext uri="{FF2B5EF4-FFF2-40B4-BE49-F238E27FC236}">
                    <a16:creationId xmlns:a16="http://schemas.microsoft.com/office/drawing/2014/main" id="{F71CE876-DA45-C573-8452-B21F6F1CF92E}"/>
                  </a:ext>
                </a:extLst>
              </p:cNvPr>
              <p:cNvSpPr/>
              <p:nvPr/>
            </p:nvSpPr>
            <p:spPr>
              <a:xfrm>
                <a:off x="3941631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0" name="Rectangle 6069">
                <a:extLst>
                  <a:ext uri="{FF2B5EF4-FFF2-40B4-BE49-F238E27FC236}">
                    <a16:creationId xmlns:a16="http://schemas.microsoft.com/office/drawing/2014/main" id="{B499E079-A843-8F62-0A2A-3319F45EAC29}"/>
                  </a:ext>
                </a:extLst>
              </p:cNvPr>
              <p:cNvSpPr/>
              <p:nvPr/>
            </p:nvSpPr>
            <p:spPr>
              <a:xfrm>
                <a:off x="3941631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1" name="Rectangle 6070">
                <a:extLst>
                  <a:ext uri="{FF2B5EF4-FFF2-40B4-BE49-F238E27FC236}">
                    <a16:creationId xmlns:a16="http://schemas.microsoft.com/office/drawing/2014/main" id="{AEDFCFF6-D66C-351D-FE29-C459CE94F8FA}"/>
                  </a:ext>
                </a:extLst>
              </p:cNvPr>
              <p:cNvSpPr/>
              <p:nvPr/>
            </p:nvSpPr>
            <p:spPr>
              <a:xfrm>
                <a:off x="3941631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2" name="Rectangle 6071">
                <a:extLst>
                  <a:ext uri="{FF2B5EF4-FFF2-40B4-BE49-F238E27FC236}">
                    <a16:creationId xmlns:a16="http://schemas.microsoft.com/office/drawing/2014/main" id="{CC9061D4-31DE-BA97-C9E4-2EC5BD64C505}"/>
                  </a:ext>
                </a:extLst>
              </p:cNvPr>
              <p:cNvSpPr/>
              <p:nvPr/>
            </p:nvSpPr>
            <p:spPr>
              <a:xfrm>
                <a:off x="3941631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3" name="Rectangle 6072">
                <a:extLst>
                  <a:ext uri="{FF2B5EF4-FFF2-40B4-BE49-F238E27FC236}">
                    <a16:creationId xmlns:a16="http://schemas.microsoft.com/office/drawing/2014/main" id="{D941A563-8084-62A9-BAAC-343582934CFB}"/>
                  </a:ext>
                </a:extLst>
              </p:cNvPr>
              <p:cNvSpPr/>
              <p:nvPr/>
            </p:nvSpPr>
            <p:spPr>
              <a:xfrm>
                <a:off x="3941631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4" name="Rectangle 6073">
                <a:extLst>
                  <a:ext uri="{FF2B5EF4-FFF2-40B4-BE49-F238E27FC236}">
                    <a16:creationId xmlns:a16="http://schemas.microsoft.com/office/drawing/2014/main" id="{13FDBA03-E809-F9D8-7A47-DA3A42E845AD}"/>
                  </a:ext>
                </a:extLst>
              </p:cNvPr>
              <p:cNvSpPr/>
              <p:nvPr/>
            </p:nvSpPr>
            <p:spPr>
              <a:xfrm>
                <a:off x="3941631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5" name="Rectangle 6074">
                <a:extLst>
                  <a:ext uri="{FF2B5EF4-FFF2-40B4-BE49-F238E27FC236}">
                    <a16:creationId xmlns:a16="http://schemas.microsoft.com/office/drawing/2014/main" id="{EDBD3B88-223A-7F38-6339-36A03347B4E2}"/>
                  </a:ext>
                </a:extLst>
              </p:cNvPr>
              <p:cNvSpPr/>
              <p:nvPr/>
            </p:nvSpPr>
            <p:spPr>
              <a:xfrm>
                <a:off x="3941631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6" name="Rectangle 6075">
                <a:extLst>
                  <a:ext uri="{FF2B5EF4-FFF2-40B4-BE49-F238E27FC236}">
                    <a16:creationId xmlns:a16="http://schemas.microsoft.com/office/drawing/2014/main" id="{C25248EF-6279-86A2-D820-B616DF1C9C84}"/>
                  </a:ext>
                </a:extLst>
              </p:cNvPr>
              <p:cNvSpPr/>
              <p:nvPr/>
            </p:nvSpPr>
            <p:spPr>
              <a:xfrm>
                <a:off x="3941631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7" name="Rectangle 6076">
                <a:extLst>
                  <a:ext uri="{FF2B5EF4-FFF2-40B4-BE49-F238E27FC236}">
                    <a16:creationId xmlns:a16="http://schemas.microsoft.com/office/drawing/2014/main" id="{E617163F-516B-BF6F-946A-D855DC7C48F4}"/>
                  </a:ext>
                </a:extLst>
              </p:cNvPr>
              <p:cNvSpPr/>
              <p:nvPr/>
            </p:nvSpPr>
            <p:spPr>
              <a:xfrm>
                <a:off x="3941631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8" name="Rectangle 6077">
                <a:extLst>
                  <a:ext uri="{FF2B5EF4-FFF2-40B4-BE49-F238E27FC236}">
                    <a16:creationId xmlns:a16="http://schemas.microsoft.com/office/drawing/2014/main" id="{CE2B1E92-25ED-0A69-6637-84C2C65B666E}"/>
                  </a:ext>
                </a:extLst>
              </p:cNvPr>
              <p:cNvSpPr/>
              <p:nvPr/>
            </p:nvSpPr>
            <p:spPr>
              <a:xfrm>
                <a:off x="3941631" y="11756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79" name="Rectangle 6078">
                <a:extLst>
                  <a:ext uri="{FF2B5EF4-FFF2-40B4-BE49-F238E27FC236}">
                    <a16:creationId xmlns:a16="http://schemas.microsoft.com/office/drawing/2014/main" id="{0A77A1EC-4524-40D9-6F6A-25CB1D072FC8}"/>
                  </a:ext>
                </a:extLst>
              </p:cNvPr>
              <p:cNvSpPr/>
              <p:nvPr/>
            </p:nvSpPr>
            <p:spPr>
              <a:xfrm>
                <a:off x="3941631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0" name="Rectangle 6079">
                <a:extLst>
                  <a:ext uri="{FF2B5EF4-FFF2-40B4-BE49-F238E27FC236}">
                    <a16:creationId xmlns:a16="http://schemas.microsoft.com/office/drawing/2014/main" id="{7F971E66-618C-455F-7A40-B9D2271A00FB}"/>
                  </a:ext>
                </a:extLst>
              </p:cNvPr>
              <p:cNvSpPr/>
              <p:nvPr/>
            </p:nvSpPr>
            <p:spPr>
              <a:xfrm>
                <a:off x="3941631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1" name="Rectangle 6080">
                <a:extLst>
                  <a:ext uri="{FF2B5EF4-FFF2-40B4-BE49-F238E27FC236}">
                    <a16:creationId xmlns:a16="http://schemas.microsoft.com/office/drawing/2014/main" id="{0B34C084-3CDB-8323-FFD9-421C59480775}"/>
                  </a:ext>
                </a:extLst>
              </p:cNvPr>
              <p:cNvSpPr/>
              <p:nvPr/>
            </p:nvSpPr>
            <p:spPr>
              <a:xfrm>
                <a:off x="3941631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2" name="Rectangle 6081">
                <a:extLst>
                  <a:ext uri="{FF2B5EF4-FFF2-40B4-BE49-F238E27FC236}">
                    <a16:creationId xmlns:a16="http://schemas.microsoft.com/office/drawing/2014/main" id="{BF194E3B-AC9E-ABD2-D398-3A630FF4CCB2}"/>
                  </a:ext>
                </a:extLst>
              </p:cNvPr>
              <p:cNvSpPr/>
              <p:nvPr/>
            </p:nvSpPr>
            <p:spPr>
              <a:xfrm>
                <a:off x="3941631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3" name="Rectangle 6082">
                <a:extLst>
                  <a:ext uri="{FF2B5EF4-FFF2-40B4-BE49-F238E27FC236}">
                    <a16:creationId xmlns:a16="http://schemas.microsoft.com/office/drawing/2014/main" id="{F2CA6729-5044-0BF9-2482-47FF88905F90}"/>
                  </a:ext>
                </a:extLst>
              </p:cNvPr>
              <p:cNvSpPr/>
              <p:nvPr/>
            </p:nvSpPr>
            <p:spPr>
              <a:xfrm>
                <a:off x="3941631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4" name="Rectangle 6083">
                <a:extLst>
                  <a:ext uri="{FF2B5EF4-FFF2-40B4-BE49-F238E27FC236}">
                    <a16:creationId xmlns:a16="http://schemas.microsoft.com/office/drawing/2014/main" id="{324D327A-D1BC-1C57-682F-D63D4E317017}"/>
                  </a:ext>
                </a:extLst>
              </p:cNvPr>
              <p:cNvSpPr/>
              <p:nvPr/>
            </p:nvSpPr>
            <p:spPr>
              <a:xfrm>
                <a:off x="3941631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5" name="Rectangle 6084">
                <a:extLst>
                  <a:ext uri="{FF2B5EF4-FFF2-40B4-BE49-F238E27FC236}">
                    <a16:creationId xmlns:a16="http://schemas.microsoft.com/office/drawing/2014/main" id="{50977FA4-3A9F-0FB3-3EF2-50DE4C438296}"/>
                  </a:ext>
                </a:extLst>
              </p:cNvPr>
              <p:cNvSpPr/>
              <p:nvPr/>
            </p:nvSpPr>
            <p:spPr>
              <a:xfrm>
                <a:off x="3941631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6" name="Rectangle 6085">
                <a:extLst>
                  <a:ext uri="{FF2B5EF4-FFF2-40B4-BE49-F238E27FC236}">
                    <a16:creationId xmlns:a16="http://schemas.microsoft.com/office/drawing/2014/main" id="{CD05610C-E79C-D3A9-A2A6-98136684DB62}"/>
                  </a:ext>
                </a:extLst>
              </p:cNvPr>
              <p:cNvSpPr/>
              <p:nvPr/>
            </p:nvSpPr>
            <p:spPr>
              <a:xfrm>
                <a:off x="3941631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7" name="Rectangle 6086">
                <a:extLst>
                  <a:ext uri="{FF2B5EF4-FFF2-40B4-BE49-F238E27FC236}">
                    <a16:creationId xmlns:a16="http://schemas.microsoft.com/office/drawing/2014/main" id="{8C74A7F6-7429-4090-FF76-0FE7E0381FC2}"/>
                  </a:ext>
                </a:extLst>
              </p:cNvPr>
              <p:cNvSpPr/>
              <p:nvPr/>
            </p:nvSpPr>
            <p:spPr>
              <a:xfrm>
                <a:off x="3941631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8" name="Rectangle 6087">
                <a:extLst>
                  <a:ext uri="{FF2B5EF4-FFF2-40B4-BE49-F238E27FC236}">
                    <a16:creationId xmlns:a16="http://schemas.microsoft.com/office/drawing/2014/main" id="{B8FE4E69-52F7-71CD-972E-2465CEB8DBF8}"/>
                  </a:ext>
                </a:extLst>
              </p:cNvPr>
              <p:cNvSpPr/>
              <p:nvPr/>
            </p:nvSpPr>
            <p:spPr>
              <a:xfrm>
                <a:off x="3941631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89" name="Rectangle 6088">
                <a:extLst>
                  <a:ext uri="{FF2B5EF4-FFF2-40B4-BE49-F238E27FC236}">
                    <a16:creationId xmlns:a16="http://schemas.microsoft.com/office/drawing/2014/main" id="{19954B8A-A1A8-B8F4-55E9-D1DD7F167A94}"/>
                  </a:ext>
                </a:extLst>
              </p:cNvPr>
              <p:cNvSpPr/>
              <p:nvPr/>
            </p:nvSpPr>
            <p:spPr>
              <a:xfrm>
                <a:off x="3941631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0" name="Rectangle 6089">
                <a:extLst>
                  <a:ext uri="{FF2B5EF4-FFF2-40B4-BE49-F238E27FC236}">
                    <a16:creationId xmlns:a16="http://schemas.microsoft.com/office/drawing/2014/main" id="{08C26313-6FBD-8BD1-BFB6-2F3E5FCFA6DB}"/>
                  </a:ext>
                </a:extLst>
              </p:cNvPr>
              <p:cNvSpPr/>
              <p:nvPr/>
            </p:nvSpPr>
            <p:spPr>
              <a:xfrm>
                <a:off x="3941631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1" name="Rectangle 6090">
                <a:extLst>
                  <a:ext uri="{FF2B5EF4-FFF2-40B4-BE49-F238E27FC236}">
                    <a16:creationId xmlns:a16="http://schemas.microsoft.com/office/drawing/2014/main" id="{8B59B744-8342-7E7D-CEB1-EA49CA2DB477}"/>
                  </a:ext>
                </a:extLst>
              </p:cNvPr>
              <p:cNvSpPr/>
              <p:nvPr/>
            </p:nvSpPr>
            <p:spPr>
              <a:xfrm>
                <a:off x="3941631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2" name="Rectangle 6091">
                <a:extLst>
                  <a:ext uri="{FF2B5EF4-FFF2-40B4-BE49-F238E27FC236}">
                    <a16:creationId xmlns:a16="http://schemas.microsoft.com/office/drawing/2014/main" id="{ECF7B2FD-F2EF-ED69-42AE-A24B7C2E68D0}"/>
                  </a:ext>
                </a:extLst>
              </p:cNvPr>
              <p:cNvSpPr/>
              <p:nvPr/>
            </p:nvSpPr>
            <p:spPr>
              <a:xfrm>
                <a:off x="3941631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3" name="Rectangle 6092">
                <a:extLst>
                  <a:ext uri="{FF2B5EF4-FFF2-40B4-BE49-F238E27FC236}">
                    <a16:creationId xmlns:a16="http://schemas.microsoft.com/office/drawing/2014/main" id="{29B94C4D-88BA-9B78-5C93-A20AD1E1ADAB}"/>
                  </a:ext>
                </a:extLst>
              </p:cNvPr>
              <p:cNvSpPr/>
              <p:nvPr/>
            </p:nvSpPr>
            <p:spPr>
              <a:xfrm>
                <a:off x="3941631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4" name="Rectangle 6093">
                <a:extLst>
                  <a:ext uri="{FF2B5EF4-FFF2-40B4-BE49-F238E27FC236}">
                    <a16:creationId xmlns:a16="http://schemas.microsoft.com/office/drawing/2014/main" id="{87227AE6-2BD8-5F41-0295-68EAEBF7A259}"/>
                  </a:ext>
                </a:extLst>
              </p:cNvPr>
              <p:cNvSpPr/>
              <p:nvPr/>
            </p:nvSpPr>
            <p:spPr>
              <a:xfrm>
                <a:off x="3941631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5" name="Rectangle 6094">
                <a:extLst>
                  <a:ext uri="{FF2B5EF4-FFF2-40B4-BE49-F238E27FC236}">
                    <a16:creationId xmlns:a16="http://schemas.microsoft.com/office/drawing/2014/main" id="{844D0B59-3436-9049-ED8B-765E2FF25E1F}"/>
                  </a:ext>
                </a:extLst>
              </p:cNvPr>
              <p:cNvSpPr/>
              <p:nvPr/>
            </p:nvSpPr>
            <p:spPr>
              <a:xfrm>
                <a:off x="3941631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6" name="Rectangle 6095">
                <a:extLst>
                  <a:ext uri="{FF2B5EF4-FFF2-40B4-BE49-F238E27FC236}">
                    <a16:creationId xmlns:a16="http://schemas.microsoft.com/office/drawing/2014/main" id="{861D21E5-DE90-2347-5C69-D2DE43FF9DD9}"/>
                  </a:ext>
                </a:extLst>
              </p:cNvPr>
              <p:cNvSpPr/>
              <p:nvPr/>
            </p:nvSpPr>
            <p:spPr>
              <a:xfrm>
                <a:off x="3941631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7" name="Rectangle 6096">
                <a:extLst>
                  <a:ext uri="{FF2B5EF4-FFF2-40B4-BE49-F238E27FC236}">
                    <a16:creationId xmlns:a16="http://schemas.microsoft.com/office/drawing/2014/main" id="{107D657A-AB87-F3CD-EA20-EBB1957D0EA9}"/>
                  </a:ext>
                </a:extLst>
              </p:cNvPr>
              <p:cNvSpPr/>
              <p:nvPr/>
            </p:nvSpPr>
            <p:spPr>
              <a:xfrm>
                <a:off x="3941631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8" name="Rectangle 6097">
                <a:extLst>
                  <a:ext uri="{FF2B5EF4-FFF2-40B4-BE49-F238E27FC236}">
                    <a16:creationId xmlns:a16="http://schemas.microsoft.com/office/drawing/2014/main" id="{E92F1CB0-0CC7-7863-D49C-A1F58F55BBB2}"/>
                  </a:ext>
                </a:extLst>
              </p:cNvPr>
              <p:cNvSpPr/>
              <p:nvPr/>
            </p:nvSpPr>
            <p:spPr>
              <a:xfrm>
                <a:off x="3941631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099" name="Rectangle 6098">
                <a:extLst>
                  <a:ext uri="{FF2B5EF4-FFF2-40B4-BE49-F238E27FC236}">
                    <a16:creationId xmlns:a16="http://schemas.microsoft.com/office/drawing/2014/main" id="{54F138B7-5FD7-481B-0A7E-3125CD641FFD}"/>
                  </a:ext>
                </a:extLst>
              </p:cNvPr>
              <p:cNvSpPr/>
              <p:nvPr/>
            </p:nvSpPr>
            <p:spPr>
              <a:xfrm>
                <a:off x="3941631" y="35214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0" name="Rectangle 6099">
                <a:extLst>
                  <a:ext uri="{FF2B5EF4-FFF2-40B4-BE49-F238E27FC236}">
                    <a16:creationId xmlns:a16="http://schemas.microsoft.com/office/drawing/2014/main" id="{94C353BF-FA0C-7CED-1A1B-959D1933AA57}"/>
                  </a:ext>
                </a:extLst>
              </p:cNvPr>
              <p:cNvSpPr/>
              <p:nvPr/>
            </p:nvSpPr>
            <p:spPr>
              <a:xfrm>
                <a:off x="3941631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1" name="Rectangle 6100">
                <a:extLst>
                  <a:ext uri="{FF2B5EF4-FFF2-40B4-BE49-F238E27FC236}">
                    <a16:creationId xmlns:a16="http://schemas.microsoft.com/office/drawing/2014/main" id="{4AB70A52-B291-8F3B-916B-5040A81BC3E7}"/>
                  </a:ext>
                </a:extLst>
              </p:cNvPr>
              <p:cNvSpPr/>
              <p:nvPr/>
            </p:nvSpPr>
            <p:spPr>
              <a:xfrm>
                <a:off x="3941631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2" name="Rectangle 6101">
                <a:extLst>
                  <a:ext uri="{FF2B5EF4-FFF2-40B4-BE49-F238E27FC236}">
                    <a16:creationId xmlns:a16="http://schemas.microsoft.com/office/drawing/2014/main" id="{FCB0E436-E7D0-B9B9-06FF-1BC63AE1EF7E}"/>
                  </a:ext>
                </a:extLst>
              </p:cNvPr>
              <p:cNvSpPr/>
              <p:nvPr/>
            </p:nvSpPr>
            <p:spPr>
              <a:xfrm>
                <a:off x="3941631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3" name="Rectangle 6102">
                <a:extLst>
                  <a:ext uri="{FF2B5EF4-FFF2-40B4-BE49-F238E27FC236}">
                    <a16:creationId xmlns:a16="http://schemas.microsoft.com/office/drawing/2014/main" id="{093C1BE8-FFDE-FBF7-773F-417254280A77}"/>
                  </a:ext>
                </a:extLst>
              </p:cNvPr>
              <p:cNvSpPr/>
              <p:nvPr/>
            </p:nvSpPr>
            <p:spPr>
              <a:xfrm>
                <a:off x="3941631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4" name="Rectangle 6103">
                <a:extLst>
                  <a:ext uri="{FF2B5EF4-FFF2-40B4-BE49-F238E27FC236}">
                    <a16:creationId xmlns:a16="http://schemas.microsoft.com/office/drawing/2014/main" id="{4526F717-CA33-BB16-F529-562CF5A07800}"/>
                  </a:ext>
                </a:extLst>
              </p:cNvPr>
              <p:cNvSpPr/>
              <p:nvPr/>
            </p:nvSpPr>
            <p:spPr>
              <a:xfrm>
                <a:off x="3941631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5" name="Rectangle 6104">
                <a:extLst>
                  <a:ext uri="{FF2B5EF4-FFF2-40B4-BE49-F238E27FC236}">
                    <a16:creationId xmlns:a16="http://schemas.microsoft.com/office/drawing/2014/main" id="{CC9FA750-CDF5-FF2A-2788-3216A81EB3C1}"/>
                  </a:ext>
                </a:extLst>
              </p:cNvPr>
              <p:cNvSpPr/>
              <p:nvPr/>
            </p:nvSpPr>
            <p:spPr>
              <a:xfrm>
                <a:off x="3941631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6" name="Rectangle 6105">
                <a:extLst>
                  <a:ext uri="{FF2B5EF4-FFF2-40B4-BE49-F238E27FC236}">
                    <a16:creationId xmlns:a16="http://schemas.microsoft.com/office/drawing/2014/main" id="{45234DD6-5AF0-7BD8-896C-A710CA1B10A5}"/>
                  </a:ext>
                </a:extLst>
              </p:cNvPr>
              <p:cNvSpPr/>
              <p:nvPr/>
            </p:nvSpPr>
            <p:spPr>
              <a:xfrm>
                <a:off x="3941631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7" name="Rectangle 6106">
                <a:extLst>
                  <a:ext uri="{FF2B5EF4-FFF2-40B4-BE49-F238E27FC236}">
                    <a16:creationId xmlns:a16="http://schemas.microsoft.com/office/drawing/2014/main" id="{B7F8453C-4745-A8AD-92EE-D616B3255460}"/>
                  </a:ext>
                </a:extLst>
              </p:cNvPr>
              <p:cNvSpPr/>
              <p:nvPr/>
            </p:nvSpPr>
            <p:spPr>
              <a:xfrm>
                <a:off x="3941631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8" name="Rectangle 6107">
                <a:extLst>
                  <a:ext uri="{FF2B5EF4-FFF2-40B4-BE49-F238E27FC236}">
                    <a16:creationId xmlns:a16="http://schemas.microsoft.com/office/drawing/2014/main" id="{FECD9D94-5E02-9C17-26BB-E14F8C65E38A}"/>
                  </a:ext>
                </a:extLst>
              </p:cNvPr>
              <p:cNvSpPr/>
              <p:nvPr/>
            </p:nvSpPr>
            <p:spPr>
              <a:xfrm>
                <a:off x="3941631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09" name="Rectangle 6108">
                <a:extLst>
                  <a:ext uri="{FF2B5EF4-FFF2-40B4-BE49-F238E27FC236}">
                    <a16:creationId xmlns:a16="http://schemas.microsoft.com/office/drawing/2014/main" id="{3C822315-B660-A193-8541-3D013309B349}"/>
                  </a:ext>
                </a:extLst>
              </p:cNvPr>
              <p:cNvSpPr/>
              <p:nvPr/>
            </p:nvSpPr>
            <p:spPr>
              <a:xfrm>
                <a:off x="3941631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0" name="Rectangle 6109">
                <a:extLst>
                  <a:ext uri="{FF2B5EF4-FFF2-40B4-BE49-F238E27FC236}">
                    <a16:creationId xmlns:a16="http://schemas.microsoft.com/office/drawing/2014/main" id="{D3B0E039-5117-819C-40AB-5290BBF1259B}"/>
                  </a:ext>
                </a:extLst>
              </p:cNvPr>
              <p:cNvSpPr/>
              <p:nvPr/>
            </p:nvSpPr>
            <p:spPr>
              <a:xfrm>
                <a:off x="3941631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1" name="Rectangle 6110">
                <a:extLst>
                  <a:ext uri="{FF2B5EF4-FFF2-40B4-BE49-F238E27FC236}">
                    <a16:creationId xmlns:a16="http://schemas.microsoft.com/office/drawing/2014/main" id="{4BD57362-E5C1-34B5-A578-2E805FD15A5F}"/>
                  </a:ext>
                </a:extLst>
              </p:cNvPr>
              <p:cNvSpPr/>
              <p:nvPr/>
            </p:nvSpPr>
            <p:spPr>
              <a:xfrm>
                <a:off x="3941631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2" name="Rectangle 6111">
                <a:extLst>
                  <a:ext uri="{FF2B5EF4-FFF2-40B4-BE49-F238E27FC236}">
                    <a16:creationId xmlns:a16="http://schemas.microsoft.com/office/drawing/2014/main" id="{EA857762-6EE7-1AD6-830E-4BE883995922}"/>
                  </a:ext>
                </a:extLst>
              </p:cNvPr>
              <p:cNvSpPr/>
              <p:nvPr/>
            </p:nvSpPr>
            <p:spPr>
              <a:xfrm>
                <a:off x="3941631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3" name="Rectangle 6112">
                <a:extLst>
                  <a:ext uri="{FF2B5EF4-FFF2-40B4-BE49-F238E27FC236}">
                    <a16:creationId xmlns:a16="http://schemas.microsoft.com/office/drawing/2014/main" id="{DBDA3FBB-8D29-A192-9326-903ADD16B292}"/>
                  </a:ext>
                </a:extLst>
              </p:cNvPr>
              <p:cNvSpPr/>
              <p:nvPr/>
            </p:nvSpPr>
            <p:spPr>
              <a:xfrm>
                <a:off x="3941631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4" name="Rectangle 6113">
                <a:extLst>
                  <a:ext uri="{FF2B5EF4-FFF2-40B4-BE49-F238E27FC236}">
                    <a16:creationId xmlns:a16="http://schemas.microsoft.com/office/drawing/2014/main" id="{00D97CEB-E917-17ED-C0A0-B23A23BF720A}"/>
                  </a:ext>
                </a:extLst>
              </p:cNvPr>
              <p:cNvSpPr/>
              <p:nvPr/>
            </p:nvSpPr>
            <p:spPr>
              <a:xfrm>
                <a:off x="3941631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5" name="Rectangle 6114">
                <a:extLst>
                  <a:ext uri="{FF2B5EF4-FFF2-40B4-BE49-F238E27FC236}">
                    <a16:creationId xmlns:a16="http://schemas.microsoft.com/office/drawing/2014/main" id="{9C8CB1D9-BD3F-D6CC-F752-929DF8E6869E}"/>
                  </a:ext>
                </a:extLst>
              </p:cNvPr>
              <p:cNvSpPr/>
              <p:nvPr/>
            </p:nvSpPr>
            <p:spPr>
              <a:xfrm>
                <a:off x="3941631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6" name="Rectangle 6115">
                <a:extLst>
                  <a:ext uri="{FF2B5EF4-FFF2-40B4-BE49-F238E27FC236}">
                    <a16:creationId xmlns:a16="http://schemas.microsoft.com/office/drawing/2014/main" id="{84377785-46C9-7784-AA3C-DE1F44BEE012}"/>
                  </a:ext>
                </a:extLst>
              </p:cNvPr>
              <p:cNvSpPr/>
              <p:nvPr/>
            </p:nvSpPr>
            <p:spPr>
              <a:xfrm>
                <a:off x="3941631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7" name="Rectangle 6116">
                <a:extLst>
                  <a:ext uri="{FF2B5EF4-FFF2-40B4-BE49-F238E27FC236}">
                    <a16:creationId xmlns:a16="http://schemas.microsoft.com/office/drawing/2014/main" id="{09C70CA5-A643-2DE1-F5E4-1D9CAA36E15A}"/>
                  </a:ext>
                </a:extLst>
              </p:cNvPr>
              <p:cNvSpPr/>
              <p:nvPr/>
            </p:nvSpPr>
            <p:spPr>
              <a:xfrm>
                <a:off x="3941631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8" name="Rectangle 6117">
                <a:extLst>
                  <a:ext uri="{FF2B5EF4-FFF2-40B4-BE49-F238E27FC236}">
                    <a16:creationId xmlns:a16="http://schemas.microsoft.com/office/drawing/2014/main" id="{21F89945-7780-B866-B035-F2A8245D6A7E}"/>
                  </a:ext>
                </a:extLst>
              </p:cNvPr>
              <p:cNvSpPr/>
              <p:nvPr/>
            </p:nvSpPr>
            <p:spPr>
              <a:xfrm>
                <a:off x="3941631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19" name="Rectangle 6118">
                <a:extLst>
                  <a:ext uri="{FF2B5EF4-FFF2-40B4-BE49-F238E27FC236}">
                    <a16:creationId xmlns:a16="http://schemas.microsoft.com/office/drawing/2014/main" id="{FF414384-62AB-0864-C926-BD777F9A6FE0}"/>
                  </a:ext>
                </a:extLst>
              </p:cNvPr>
              <p:cNvSpPr/>
              <p:nvPr/>
            </p:nvSpPr>
            <p:spPr>
              <a:xfrm>
                <a:off x="3941631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0" name="Rectangle 6119">
                <a:extLst>
                  <a:ext uri="{FF2B5EF4-FFF2-40B4-BE49-F238E27FC236}">
                    <a16:creationId xmlns:a16="http://schemas.microsoft.com/office/drawing/2014/main" id="{08CD8BFB-E00C-AB02-B42B-F53FDD4F394E}"/>
                  </a:ext>
                </a:extLst>
              </p:cNvPr>
              <p:cNvSpPr/>
              <p:nvPr/>
            </p:nvSpPr>
            <p:spPr>
              <a:xfrm>
                <a:off x="3941631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1" name="Rectangle 6120">
                <a:extLst>
                  <a:ext uri="{FF2B5EF4-FFF2-40B4-BE49-F238E27FC236}">
                    <a16:creationId xmlns:a16="http://schemas.microsoft.com/office/drawing/2014/main" id="{73EFAE7C-7169-3649-6A99-3EEFA132A2D3}"/>
                  </a:ext>
                </a:extLst>
              </p:cNvPr>
              <p:cNvSpPr/>
              <p:nvPr/>
            </p:nvSpPr>
            <p:spPr>
              <a:xfrm>
                <a:off x="3941631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2" name="Rectangle 6121">
                <a:extLst>
                  <a:ext uri="{FF2B5EF4-FFF2-40B4-BE49-F238E27FC236}">
                    <a16:creationId xmlns:a16="http://schemas.microsoft.com/office/drawing/2014/main" id="{A6163C32-E41E-07DA-4B7D-39A084D5B869}"/>
                  </a:ext>
                </a:extLst>
              </p:cNvPr>
              <p:cNvSpPr/>
              <p:nvPr/>
            </p:nvSpPr>
            <p:spPr>
              <a:xfrm>
                <a:off x="3941631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3" name="Rectangle 6122">
                <a:extLst>
                  <a:ext uri="{FF2B5EF4-FFF2-40B4-BE49-F238E27FC236}">
                    <a16:creationId xmlns:a16="http://schemas.microsoft.com/office/drawing/2014/main" id="{3A0B4ADF-F7F6-5732-2C1B-0737F8FBE3C6}"/>
                  </a:ext>
                </a:extLst>
              </p:cNvPr>
              <p:cNvSpPr/>
              <p:nvPr/>
            </p:nvSpPr>
            <p:spPr>
              <a:xfrm>
                <a:off x="3941631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4" name="Rectangle 6123">
                <a:extLst>
                  <a:ext uri="{FF2B5EF4-FFF2-40B4-BE49-F238E27FC236}">
                    <a16:creationId xmlns:a16="http://schemas.microsoft.com/office/drawing/2014/main" id="{694EDEDA-DADF-9972-6A08-78017FBD0052}"/>
                  </a:ext>
                </a:extLst>
              </p:cNvPr>
              <p:cNvSpPr/>
              <p:nvPr/>
            </p:nvSpPr>
            <p:spPr>
              <a:xfrm>
                <a:off x="3941631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5" name="Rectangle 6124">
                <a:extLst>
                  <a:ext uri="{FF2B5EF4-FFF2-40B4-BE49-F238E27FC236}">
                    <a16:creationId xmlns:a16="http://schemas.microsoft.com/office/drawing/2014/main" id="{925B3D82-BBE6-10DF-D20D-1CCD6A4FD6FE}"/>
                  </a:ext>
                </a:extLst>
              </p:cNvPr>
              <p:cNvSpPr/>
              <p:nvPr/>
            </p:nvSpPr>
            <p:spPr>
              <a:xfrm>
                <a:off x="3941631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6" name="Rectangle 6125">
                <a:extLst>
                  <a:ext uri="{FF2B5EF4-FFF2-40B4-BE49-F238E27FC236}">
                    <a16:creationId xmlns:a16="http://schemas.microsoft.com/office/drawing/2014/main" id="{08D108B8-C8F9-C77B-2D19-7852BBF9A37B}"/>
                  </a:ext>
                </a:extLst>
              </p:cNvPr>
              <p:cNvSpPr/>
              <p:nvPr/>
            </p:nvSpPr>
            <p:spPr>
              <a:xfrm>
                <a:off x="3941631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7" name="Rectangle 6126">
                <a:extLst>
                  <a:ext uri="{FF2B5EF4-FFF2-40B4-BE49-F238E27FC236}">
                    <a16:creationId xmlns:a16="http://schemas.microsoft.com/office/drawing/2014/main" id="{C1CC4CC5-5E8F-C02D-2F4E-214C74CC5857}"/>
                  </a:ext>
                </a:extLst>
              </p:cNvPr>
              <p:cNvSpPr/>
              <p:nvPr/>
            </p:nvSpPr>
            <p:spPr>
              <a:xfrm>
                <a:off x="3941631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8" name="Rectangle 6127">
                <a:extLst>
                  <a:ext uri="{FF2B5EF4-FFF2-40B4-BE49-F238E27FC236}">
                    <a16:creationId xmlns:a16="http://schemas.microsoft.com/office/drawing/2014/main" id="{929B0EA4-4E78-61B6-FB51-19D3EE6CC72E}"/>
                  </a:ext>
                </a:extLst>
              </p:cNvPr>
              <p:cNvSpPr/>
              <p:nvPr/>
            </p:nvSpPr>
            <p:spPr>
              <a:xfrm>
                <a:off x="3941631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29" name="Rectangle 6128">
                <a:extLst>
                  <a:ext uri="{FF2B5EF4-FFF2-40B4-BE49-F238E27FC236}">
                    <a16:creationId xmlns:a16="http://schemas.microsoft.com/office/drawing/2014/main" id="{4D6D35EC-2BA1-9F52-93F6-9BC34A8F134D}"/>
                  </a:ext>
                </a:extLst>
              </p:cNvPr>
              <p:cNvSpPr/>
              <p:nvPr/>
            </p:nvSpPr>
            <p:spPr>
              <a:xfrm>
                <a:off x="4039982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0" name="Rectangle 6129">
                <a:extLst>
                  <a:ext uri="{FF2B5EF4-FFF2-40B4-BE49-F238E27FC236}">
                    <a16:creationId xmlns:a16="http://schemas.microsoft.com/office/drawing/2014/main" id="{2A1EDD6E-D3DC-A709-B98E-61E34E899925}"/>
                  </a:ext>
                </a:extLst>
              </p:cNvPr>
              <p:cNvSpPr/>
              <p:nvPr/>
            </p:nvSpPr>
            <p:spPr>
              <a:xfrm>
                <a:off x="4039982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1" name="Rectangle 6130">
                <a:extLst>
                  <a:ext uri="{FF2B5EF4-FFF2-40B4-BE49-F238E27FC236}">
                    <a16:creationId xmlns:a16="http://schemas.microsoft.com/office/drawing/2014/main" id="{B21F676B-CBA4-93FF-7B87-6D293A6F7964}"/>
                  </a:ext>
                </a:extLst>
              </p:cNvPr>
              <p:cNvSpPr/>
              <p:nvPr/>
            </p:nvSpPr>
            <p:spPr>
              <a:xfrm>
                <a:off x="4039982" y="-16467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2" name="Rectangle 6131">
                <a:extLst>
                  <a:ext uri="{FF2B5EF4-FFF2-40B4-BE49-F238E27FC236}">
                    <a16:creationId xmlns:a16="http://schemas.microsoft.com/office/drawing/2014/main" id="{2CCEEF17-9BB9-036C-9E17-5391209BFBC9}"/>
                  </a:ext>
                </a:extLst>
              </p:cNvPr>
              <p:cNvSpPr/>
              <p:nvPr/>
            </p:nvSpPr>
            <p:spPr>
              <a:xfrm>
                <a:off x="4039982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3" name="Rectangle 6132">
                <a:extLst>
                  <a:ext uri="{FF2B5EF4-FFF2-40B4-BE49-F238E27FC236}">
                    <a16:creationId xmlns:a16="http://schemas.microsoft.com/office/drawing/2014/main" id="{9D0CACB4-6209-1566-4CDC-8FC4DFF98A0B}"/>
                  </a:ext>
                </a:extLst>
              </p:cNvPr>
              <p:cNvSpPr/>
              <p:nvPr/>
            </p:nvSpPr>
            <p:spPr>
              <a:xfrm>
                <a:off x="4039982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4" name="Rectangle 6133">
                <a:extLst>
                  <a:ext uri="{FF2B5EF4-FFF2-40B4-BE49-F238E27FC236}">
                    <a16:creationId xmlns:a16="http://schemas.microsoft.com/office/drawing/2014/main" id="{FD5A904A-7F60-86AE-B52B-A7B8752BF29C}"/>
                  </a:ext>
                </a:extLst>
              </p:cNvPr>
              <p:cNvSpPr/>
              <p:nvPr/>
            </p:nvSpPr>
            <p:spPr>
              <a:xfrm>
                <a:off x="4039982" y="17037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5" name="Rectangle 6134">
                <a:extLst>
                  <a:ext uri="{FF2B5EF4-FFF2-40B4-BE49-F238E27FC236}">
                    <a16:creationId xmlns:a16="http://schemas.microsoft.com/office/drawing/2014/main" id="{091DCFF1-7799-2611-E0F2-70671D549B21}"/>
                  </a:ext>
                </a:extLst>
              </p:cNvPr>
              <p:cNvSpPr/>
              <p:nvPr/>
            </p:nvSpPr>
            <p:spPr>
              <a:xfrm>
                <a:off x="4039982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6" name="Rectangle 6135">
                <a:extLst>
                  <a:ext uri="{FF2B5EF4-FFF2-40B4-BE49-F238E27FC236}">
                    <a16:creationId xmlns:a16="http://schemas.microsoft.com/office/drawing/2014/main" id="{044347CA-6E4B-2DE7-5D08-BE44F58C5359}"/>
                  </a:ext>
                </a:extLst>
              </p:cNvPr>
              <p:cNvSpPr/>
              <p:nvPr/>
            </p:nvSpPr>
            <p:spPr>
              <a:xfrm>
                <a:off x="4039982" y="3937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7" name="Rectangle 6136">
                <a:extLst>
                  <a:ext uri="{FF2B5EF4-FFF2-40B4-BE49-F238E27FC236}">
                    <a16:creationId xmlns:a16="http://schemas.microsoft.com/office/drawing/2014/main" id="{92C21EAE-5B2C-90F7-3C84-255A9BF1AB9C}"/>
                  </a:ext>
                </a:extLst>
              </p:cNvPr>
              <p:cNvSpPr/>
              <p:nvPr/>
            </p:nvSpPr>
            <p:spPr>
              <a:xfrm>
                <a:off x="4039982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8" name="Rectangle 6137">
                <a:extLst>
                  <a:ext uri="{FF2B5EF4-FFF2-40B4-BE49-F238E27FC236}">
                    <a16:creationId xmlns:a16="http://schemas.microsoft.com/office/drawing/2014/main" id="{E2170155-2475-4F61-EEA4-CAD191C05001}"/>
                  </a:ext>
                </a:extLst>
              </p:cNvPr>
              <p:cNvSpPr/>
              <p:nvPr/>
            </p:nvSpPr>
            <p:spPr>
              <a:xfrm>
                <a:off x="4039982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39" name="Rectangle 6138">
                <a:extLst>
                  <a:ext uri="{FF2B5EF4-FFF2-40B4-BE49-F238E27FC236}">
                    <a16:creationId xmlns:a16="http://schemas.microsoft.com/office/drawing/2014/main" id="{622F2BA0-5A73-CD68-0284-9C6E6B3CCCCF}"/>
                  </a:ext>
                </a:extLst>
              </p:cNvPr>
              <p:cNvSpPr/>
              <p:nvPr/>
            </p:nvSpPr>
            <p:spPr>
              <a:xfrm>
                <a:off x="4039982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0" name="Rectangle 6139">
                <a:extLst>
                  <a:ext uri="{FF2B5EF4-FFF2-40B4-BE49-F238E27FC236}">
                    <a16:creationId xmlns:a16="http://schemas.microsoft.com/office/drawing/2014/main" id="{5126FF89-0D16-7763-B03D-80602068D751}"/>
                  </a:ext>
                </a:extLst>
              </p:cNvPr>
              <p:cNvSpPr/>
              <p:nvPr/>
            </p:nvSpPr>
            <p:spPr>
              <a:xfrm>
                <a:off x="4039982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1" name="Rectangle 6140">
                <a:extLst>
                  <a:ext uri="{FF2B5EF4-FFF2-40B4-BE49-F238E27FC236}">
                    <a16:creationId xmlns:a16="http://schemas.microsoft.com/office/drawing/2014/main" id="{C60E4FF7-3089-C718-6EA2-7AFAF9EEA690}"/>
                  </a:ext>
                </a:extLst>
              </p:cNvPr>
              <p:cNvSpPr/>
              <p:nvPr/>
            </p:nvSpPr>
            <p:spPr>
              <a:xfrm>
                <a:off x="4039982" y="9522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2" name="Rectangle 6141">
                <a:extLst>
                  <a:ext uri="{FF2B5EF4-FFF2-40B4-BE49-F238E27FC236}">
                    <a16:creationId xmlns:a16="http://schemas.microsoft.com/office/drawing/2014/main" id="{0BD04357-D741-AE05-6A63-D7ED3F87C6F2}"/>
                  </a:ext>
                </a:extLst>
              </p:cNvPr>
              <p:cNvSpPr/>
              <p:nvPr/>
            </p:nvSpPr>
            <p:spPr>
              <a:xfrm>
                <a:off x="4039982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3" name="Rectangle 6142">
                <a:extLst>
                  <a:ext uri="{FF2B5EF4-FFF2-40B4-BE49-F238E27FC236}">
                    <a16:creationId xmlns:a16="http://schemas.microsoft.com/office/drawing/2014/main" id="{D5C6F111-C505-DC1F-8774-B4505DCF0E79}"/>
                  </a:ext>
                </a:extLst>
              </p:cNvPr>
              <p:cNvSpPr/>
              <p:nvPr/>
            </p:nvSpPr>
            <p:spPr>
              <a:xfrm>
                <a:off x="4039982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4" name="Rectangle 6143">
                <a:extLst>
                  <a:ext uri="{FF2B5EF4-FFF2-40B4-BE49-F238E27FC236}">
                    <a16:creationId xmlns:a16="http://schemas.microsoft.com/office/drawing/2014/main" id="{1D01895B-F00D-87D2-BFCF-F7375C47AC8A}"/>
                  </a:ext>
                </a:extLst>
              </p:cNvPr>
              <p:cNvSpPr/>
              <p:nvPr/>
            </p:nvSpPr>
            <p:spPr>
              <a:xfrm>
                <a:off x="4039982" y="1287437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5" name="Rectangle 6144">
                <a:extLst>
                  <a:ext uri="{FF2B5EF4-FFF2-40B4-BE49-F238E27FC236}">
                    <a16:creationId xmlns:a16="http://schemas.microsoft.com/office/drawing/2014/main" id="{986DA0A7-2BC0-6DB1-572A-2BCD6B4732D0}"/>
                  </a:ext>
                </a:extLst>
              </p:cNvPr>
              <p:cNvSpPr/>
              <p:nvPr/>
            </p:nvSpPr>
            <p:spPr>
              <a:xfrm>
                <a:off x="4039982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6" name="Rectangle 6145">
                <a:extLst>
                  <a:ext uri="{FF2B5EF4-FFF2-40B4-BE49-F238E27FC236}">
                    <a16:creationId xmlns:a16="http://schemas.microsoft.com/office/drawing/2014/main" id="{7284D3CD-277E-D56B-9E53-10292712CE4D}"/>
                  </a:ext>
                </a:extLst>
              </p:cNvPr>
              <p:cNvSpPr/>
              <p:nvPr/>
            </p:nvSpPr>
            <p:spPr>
              <a:xfrm>
                <a:off x="4039982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7" name="Rectangle 6146">
                <a:extLst>
                  <a:ext uri="{FF2B5EF4-FFF2-40B4-BE49-F238E27FC236}">
                    <a16:creationId xmlns:a16="http://schemas.microsoft.com/office/drawing/2014/main" id="{590A5C7D-7CE9-6539-A499-99052C591B47}"/>
                  </a:ext>
                </a:extLst>
              </p:cNvPr>
              <p:cNvSpPr/>
              <p:nvPr/>
            </p:nvSpPr>
            <p:spPr>
              <a:xfrm>
                <a:off x="4039982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8" name="Rectangle 6147">
                <a:extLst>
                  <a:ext uri="{FF2B5EF4-FFF2-40B4-BE49-F238E27FC236}">
                    <a16:creationId xmlns:a16="http://schemas.microsoft.com/office/drawing/2014/main" id="{A83B9E9A-2D5A-CB50-3978-240B9FDC68EB}"/>
                  </a:ext>
                </a:extLst>
              </p:cNvPr>
              <p:cNvSpPr/>
              <p:nvPr/>
            </p:nvSpPr>
            <p:spPr>
              <a:xfrm>
                <a:off x="4039982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49" name="Rectangle 6148">
                <a:extLst>
                  <a:ext uri="{FF2B5EF4-FFF2-40B4-BE49-F238E27FC236}">
                    <a16:creationId xmlns:a16="http://schemas.microsoft.com/office/drawing/2014/main" id="{54C61214-581F-25B6-C41C-32CEFED9DDB5}"/>
                  </a:ext>
                </a:extLst>
              </p:cNvPr>
              <p:cNvSpPr/>
              <p:nvPr/>
            </p:nvSpPr>
            <p:spPr>
              <a:xfrm>
                <a:off x="4039982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0" name="Rectangle 6149">
                <a:extLst>
                  <a:ext uri="{FF2B5EF4-FFF2-40B4-BE49-F238E27FC236}">
                    <a16:creationId xmlns:a16="http://schemas.microsoft.com/office/drawing/2014/main" id="{1E460BDC-37BB-CB36-7FDF-4A4402A938B4}"/>
                  </a:ext>
                </a:extLst>
              </p:cNvPr>
              <p:cNvSpPr/>
              <p:nvPr/>
            </p:nvSpPr>
            <p:spPr>
              <a:xfrm>
                <a:off x="4039982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1" name="Rectangle 6150">
                <a:extLst>
                  <a:ext uri="{FF2B5EF4-FFF2-40B4-BE49-F238E27FC236}">
                    <a16:creationId xmlns:a16="http://schemas.microsoft.com/office/drawing/2014/main" id="{2C7BB2BA-88A3-AE02-08BD-AD590E78082D}"/>
                  </a:ext>
                </a:extLst>
              </p:cNvPr>
              <p:cNvSpPr/>
              <p:nvPr/>
            </p:nvSpPr>
            <p:spPr>
              <a:xfrm>
                <a:off x="4039982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2" name="Rectangle 6151">
                <a:extLst>
                  <a:ext uri="{FF2B5EF4-FFF2-40B4-BE49-F238E27FC236}">
                    <a16:creationId xmlns:a16="http://schemas.microsoft.com/office/drawing/2014/main" id="{86E843C1-384F-C6AD-4E5D-7B6FFE354A07}"/>
                  </a:ext>
                </a:extLst>
              </p:cNvPr>
              <p:cNvSpPr/>
              <p:nvPr/>
            </p:nvSpPr>
            <p:spPr>
              <a:xfrm>
                <a:off x="4039982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3" name="Rectangle 6152">
                <a:extLst>
                  <a:ext uri="{FF2B5EF4-FFF2-40B4-BE49-F238E27FC236}">
                    <a16:creationId xmlns:a16="http://schemas.microsoft.com/office/drawing/2014/main" id="{8A03CCBE-DA9A-552A-257D-794380556996}"/>
                  </a:ext>
                </a:extLst>
              </p:cNvPr>
              <p:cNvSpPr/>
              <p:nvPr/>
            </p:nvSpPr>
            <p:spPr>
              <a:xfrm>
                <a:off x="4039982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4" name="Rectangle 6153">
                <a:extLst>
                  <a:ext uri="{FF2B5EF4-FFF2-40B4-BE49-F238E27FC236}">
                    <a16:creationId xmlns:a16="http://schemas.microsoft.com/office/drawing/2014/main" id="{E69FE5A0-AD6D-5D1A-2A0A-0BAB7CEBB940}"/>
                  </a:ext>
                </a:extLst>
              </p:cNvPr>
              <p:cNvSpPr/>
              <p:nvPr/>
            </p:nvSpPr>
            <p:spPr>
              <a:xfrm>
                <a:off x="4039982" y="2404391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5" name="Rectangle 6154">
                <a:extLst>
                  <a:ext uri="{FF2B5EF4-FFF2-40B4-BE49-F238E27FC236}">
                    <a16:creationId xmlns:a16="http://schemas.microsoft.com/office/drawing/2014/main" id="{B360C022-AA51-479A-BE5A-D8C1DD451A6B}"/>
                  </a:ext>
                </a:extLst>
              </p:cNvPr>
              <p:cNvSpPr/>
              <p:nvPr/>
            </p:nvSpPr>
            <p:spPr>
              <a:xfrm>
                <a:off x="4039982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6" name="Rectangle 6155">
                <a:extLst>
                  <a:ext uri="{FF2B5EF4-FFF2-40B4-BE49-F238E27FC236}">
                    <a16:creationId xmlns:a16="http://schemas.microsoft.com/office/drawing/2014/main" id="{401BDB80-61EF-7FBB-00E4-2877DCE16E9F}"/>
                  </a:ext>
                </a:extLst>
              </p:cNvPr>
              <p:cNvSpPr/>
              <p:nvPr/>
            </p:nvSpPr>
            <p:spPr>
              <a:xfrm>
                <a:off x="4039982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7" name="Rectangle 6156">
                <a:extLst>
                  <a:ext uri="{FF2B5EF4-FFF2-40B4-BE49-F238E27FC236}">
                    <a16:creationId xmlns:a16="http://schemas.microsoft.com/office/drawing/2014/main" id="{C0D975D8-014B-C8CE-56BF-84A60290825F}"/>
                  </a:ext>
                </a:extLst>
              </p:cNvPr>
              <p:cNvSpPr/>
              <p:nvPr/>
            </p:nvSpPr>
            <p:spPr>
              <a:xfrm>
                <a:off x="4039982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8" name="Rectangle 6157">
                <a:extLst>
                  <a:ext uri="{FF2B5EF4-FFF2-40B4-BE49-F238E27FC236}">
                    <a16:creationId xmlns:a16="http://schemas.microsoft.com/office/drawing/2014/main" id="{292A0F03-10B9-C141-6BD9-FA25D9A6D432}"/>
                  </a:ext>
                </a:extLst>
              </p:cNvPr>
              <p:cNvSpPr/>
              <p:nvPr/>
            </p:nvSpPr>
            <p:spPr>
              <a:xfrm>
                <a:off x="4039982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59" name="Rectangle 6158">
                <a:extLst>
                  <a:ext uri="{FF2B5EF4-FFF2-40B4-BE49-F238E27FC236}">
                    <a16:creationId xmlns:a16="http://schemas.microsoft.com/office/drawing/2014/main" id="{6CA9370A-C9BE-CA6B-C5F6-9F0526699344}"/>
                  </a:ext>
                </a:extLst>
              </p:cNvPr>
              <p:cNvSpPr/>
              <p:nvPr/>
            </p:nvSpPr>
            <p:spPr>
              <a:xfrm>
                <a:off x="4039982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0" name="Rectangle 6159">
                <a:extLst>
                  <a:ext uri="{FF2B5EF4-FFF2-40B4-BE49-F238E27FC236}">
                    <a16:creationId xmlns:a16="http://schemas.microsoft.com/office/drawing/2014/main" id="{10D8ECA6-286C-C36B-1708-B912D7D9ECCA}"/>
                  </a:ext>
                </a:extLst>
              </p:cNvPr>
              <p:cNvSpPr/>
              <p:nvPr/>
            </p:nvSpPr>
            <p:spPr>
              <a:xfrm>
                <a:off x="4039982" y="307460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1" name="Rectangle 6160">
                <a:extLst>
                  <a:ext uri="{FF2B5EF4-FFF2-40B4-BE49-F238E27FC236}">
                    <a16:creationId xmlns:a16="http://schemas.microsoft.com/office/drawing/2014/main" id="{B3F8C383-E9A0-AEB7-1699-E74F1958DF65}"/>
                  </a:ext>
                </a:extLst>
              </p:cNvPr>
              <p:cNvSpPr/>
              <p:nvPr/>
            </p:nvSpPr>
            <p:spPr>
              <a:xfrm>
                <a:off x="4039982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2" name="Rectangle 6161">
                <a:extLst>
                  <a:ext uri="{FF2B5EF4-FFF2-40B4-BE49-F238E27FC236}">
                    <a16:creationId xmlns:a16="http://schemas.microsoft.com/office/drawing/2014/main" id="{2166F26F-480F-F9A4-9DE4-28C4B7869B9B}"/>
                  </a:ext>
                </a:extLst>
              </p:cNvPr>
              <p:cNvSpPr/>
              <p:nvPr/>
            </p:nvSpPr>
            <p:spPr>
              <a:xfrm>
                <a:off x="4039982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3" name="Rectangle 6162">
                <a:extLst>
                  <a:ext uri="{FF2B5EF4-FFF2-40B4-BE49-F238E27FC236}">
                    <a16:creationId xmlns:a16="http://schemas.microsoft.com/office/drawing/2014/main" id="{074DF4BE-1A81-D4DD-635B-2EE264236F06}"/>
                  </a:ext>
                </a:extLst>
              </p:cNvPr>
              <p:cNvSpPr/>
              <p:nvPr/>
            </p:nvSpPr>
            <p:spPr>
              <a:xfrm>
                <a:off x="4039982" y="34096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4" name="Rectangle 6163">
                <a:extLst>
                  <a:ext uri="{FF2B5EF4-FFF2-40B4-BE49-F238E27FC236}">
                    <a16:creationId xmlns:a16="http://schemas.microsoft.com/office/drawing/2014/main" id="{45235DB8-C5A2-C7F1-05A4-F1E1326EB0F8}"/>
                  </a:ext>
                </a:extLst>
              </p:cNvPr>
              <p:cNvSpPr/>
              <p:nvPr/>
            </p:nvSpPr>
            <p:spPr>
              <a:xfrm>
                <a:off x="4039982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5" name="Rectangle 6164">
                <a:extLst>
                  <a:ext uri="{FF2B5EF4-FFF2-40B4-BE49-F238E27FC236}">
                    <a16:creationId xmlns:a16="http://schemas.microsoft.com/office/drawing/2014/main" id="{FEDE6F20-62EA-C072-BCC7-FC684450959B}"/>
                  </a:ext>
                </a:extLst>
              </p:cNvPr>
              <p:cNvSpPr/>
              <p:nvPr/>
            </p:nvSpPr>
            <p:spPr>
              <a:xfrm>
                <a:off x="4039982" y="36331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6" name="Rectangle 6165">
                <a:extLst>
                  <a:ext uri="{FF2B5EF4-FFF2-40B4-BE49-F238E27FC236}">
                    <a16:creationId xmlns:a16="http://schemas.microsoft.com/office/drawing/2014/main" id="{B2D76B57-7516-8EAA-C398-132E3B072AFB}"/>
                  </a:ext>
                </a:extLst>
              </p:cNvPr>
              <p:cNvSpPr/>
              <p:nvPr/>
            </p:nvSpPr>
            <p:spPr>
              <a:xfrm>
                <a:off x="4039982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7" name="Rectangle 6166">
                <a:extLst>
                  <a:ext uri="{FF2B5EF4-FFF2-40B4-BE49-F238E27FC236}">
                    <a16:creationId xmlns:a16="http://schemas.microsoft.com/office/drawing/2014/main" id="{987DED57-5EEF-8676-8ED1-C0F7F33F9AE4}"/>
                  </a:ext>
                </a:extLst>
              </p:cNvPr>
              <p:cNvSpPr/>
              <p:nvPr/>
            </p:nvSpPr>
            <p:spPr>
              <a:xfrm>
                <a:off x="4039982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8" name="Rectangle 6167">
                <a:extLst>
                  <a:ext uri="{FF2B5EF4-FFF2-40B4-BE49-F238E27FC236}">
                    <a16:creationId xmlns:a16="http://schemas.microsoft.com/office/drawing/2014/main" id="{3B798684-2BDB-5FAC-9D2F-1ACE7080260B}"/>
                  </a:ext>
                </a:extLst>
              </p:cNvPr>
              <p:cNvSpPr/>
              <p:nvPr/>
            </p:nvSpPr>
            <p:spPr>
              <a:xfrm>
                <a:off x="4039982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69" name="Rectangle 6168">
                <a:extLst>
                  <a:ext uri="{FF2B5EF4-FFF2-40B4-BE49-F238E27FC236}">
                    <a16:creationId xmlns:a16="http://schemas.microsoft.com/office/drawing/2014/main" id="{CF47385E-95EC-B957-3109-E3D0A502EEA4}"/>
                  </a:ext>
                </a:extLst>
              </p:cNvPr>
              <p:cNvSpPr/>
              <p:nvPr/>
            </p:nvSpPr>
            <p:spPr>
              <a:xfrm>
                <a:off x="4039982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0" name="Rectangle 6169">
                <a:extLst>
                  <a:ext uri="{FF2B5EF4-FFF2-40B4-BE49-F238E27FC236}">
                    <a16:creationId xmlns:a16="http://schemas.microsoft.com/office/drawing/2014/main" id="{F3480148-010A-3C6D-6322-956BC103F832}"/>
                  </a:ext>
                </a:extLst>
              </p:cNvPr>
              <p:cNvSpPr/>
              <p:nvPr/>
            </p:nvSpPr>
            <p:spPr>
              <a:xfrm>
                <a:off x="4039982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1" name="Rectangle 6170">
                <a:extLst>
                  <a:ext uri="{FF2B5EF4-FFF2-40B4-BE49-F238E27FC236}">
                    <a16:creationId xmlns:a16="http://schemas.microsoft.com/office/drawing/2014/main" id="{7ABDF53C-1B2F-CEB4-4118-F3A92EB12276}"/>
                  </a:ext>
                </a:extLst>
              </p:cNvPr>
              <p:cNvSpPr/>
              <p:nvPr/>
            </p:nvSpPr>
            <p:spPr>
              <a:xfrm>
                <a:off x="4039982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2" name="Rectangle 6171">
                <a:extLst>
                  <a:ext uri="{FF2B5EF4-FFF2-40B4-BE49-F238E27FC236}">
                    <a16:creationId xmlns:a16="http://schemas.microsoft.com/office/drawing/2014/main" id="{E34C3A98-0718-0947-7510-379A61FF44E6}"/>
                  </a:ext>
                </a:extLst>
              </p:cNvPr>
              <p:cNvSpPr/>
              <p:nvPr/>
            </p:nvSpPr>
            <p:spPr>
              <a:xfrm>
                <a:off x="4039982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3" name="Rectangle 6172">
                <a:extLst>
                  <a:ext uri="{FF2B5EF4-FFF2-40B4-BE49-F238E27FC236}">
                    <a16:creationId xmlns:a16="http://schemas.microsoft.com/office/drawing/2014/main" id="{1D1B2338-C855-8559-0EBF-3C0296FD4473}"/>
                  </a:ext>
                </a:extLst>
              </p:cNvPr>
              <p:cNvSpPr/>
              <p:nvPr/>
            </p:nvSpPr>
            <p:spPr>
              <a:xfrm>
                <a:off x="4039982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4" name="Rectangle 6173">
                <a:extLst>
                  <a:ext uri="{FF2B5EF4-FFF2-40B4-BE49-F238E27FC236}">
                    <a16:creationId xmlns:a16="http://schemas.microsoft.com/office/drawing/2014/main" id="{DCBD60D8-5141-C2C8-EF2B-E637496999D8}"/>
                  </a:ext>
                </a:extLst>
              </p:cNvPr>
              <p:cNvSpPr/>
              <p:nvPr/>
            </p:nvSpPr>
            <p:spPr>
              <a:xfrm>
                <a:off x="4039982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5" name="Rectangle 6174">
                <a:extLst>
                  <a:ext uri="{FF2B5EF4-FFF2-40B4-BE49-F238E27FC236}">
                    <a16:creationId xmlns:a16="http://schemas.microsoft.com/office/drawing/2014/main" id="{948C6CED-FACC-1E2E-AC22-AD944053723C}"/>
                  </a:ext>
                </a:extLst>
              </p:cNvPr>
              <p:cNvSpPr/>
              <p:nvPr/>
            </p:nvSpPr>
            <p:spPr>
              <a:xfrm>
                <a:off x="4039982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6" name="Rectangle 6175">
                <a:extLst>
                  <a:ext uri="{FF2B5EF4-FFF2-40B4-BE49-F238E27FC236}">
                    <a16:creationId xmlns:a16="http://schemas.microsoft.com/office/drawing/2014/main" id="{95EF7144-3AEB-3CCF-B5D4-99DB688B20B3}"/>
                  </a:ext>
                </a:extLst>
              </p:cNvPr>
              <p:cNvSpPr/>
              <p:nvPr/>
            </p:nvSpPr>
            <p:spPr>
              <a:xfrm>
                <a:off x="4039982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7" name="Rectangle 6176">
                <a:extLst>
                  <a:ext uri="{FF2B5EF4-FFF2-40B4-BE49-F238E27FC236}">
                    <a16:creationId xmlns:a16="http://schemas.microsoft.com/office/drawing/2014/main" id="{1CA3C588-5032-B376-5E69-52262FB12215}"/>
                  </a:ext>
                </a:extLst>
              </p:cNvPr>
              <p:cNvSpPr/>
              <p:nvPr/>
            </p:nvSpPr>
            <p:spPr>
              <a:xfrm>
                <a:off x="4039982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8" name="Rectangle 6177">
                <a:extLst>
                  <a:ext uri="{FF2B5EF4-FFF2-40B4-BE49-F238E27FC236}">
                    <a16:creationId xmlns:a16="http://schemas.microsoft.com/office/drawing/2014/main" id="{B08B74D4-C1B3-D9C0-2DA4-EFB63967FF16}"/>
                  </a:ext>
                </a:extLst>
              </p:cNvPr>
              <p:cNvSpPr/>
              <p:nvPr/>
            </p:nvSpPr>
            <p:spPr>
              <a:xfrm>
                <a:off x="4039982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79" name="Rectangle 6178">
                <a:extLst>
                  <a:ext uri="{FF2B5EF4-FFF2-40B4-BE49-F238E27FC236}">
                    <a16:creationId xmlns:a16="http://schemas.microsoft.com/office/drawing/2014/main" id="{6AD4665C-516E-9A53-E80C-8A67F02A93BF}"/>
                  </a:ext>
                </a:extLst>
              </p:cNvPr>
              <p:cNvSpPr/>
              <p:nvPr/>
            </p:nvSpPr>
            <p:spPr>
              <a:xfrm>
                <a:off x="4039982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0" name="Rectangle 6179">
                <a:extLst>
                  <a:ext uri="{FF2B5EF4-FFF2-40B4-BE49-F238E27FC236}">
                    <a16:creationId xmlns:a16="http://schemas.microsoft.com/office/drawing/2014/main" id="{F3294691-6C2A-207A-0D94-8815BC778122}"/>
                  </a:ext>
                </a:extLst>
              </p:cNvPr>
              <p:cNvSpPr/>
              <p:nvPr/>
            </p:nvSpPr>
            <p:spPr>
              <a:xfrm>
                <a:off x="4039982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1" name="Rectangle 6180">
                <a:extLst>
                  <a:ext uri="{FF2B5EF4-FFF2-40B4-BE49-F238E27FC236}">
                    <a16:creationId xmlns:a16="http://schemas.microsoft.com/office/drawing/2014/main" id="{0AFD8A08-4CB5-901D-5314-CA2057C45332}"/>
                  </a:ext>
                </a:extLst>
              </p:cNvPr>
              <p:cNvSpPr/>
              <p:nvPr/>
            </p:nvSpPr>
            <p:spPr>
              <a:xfrm>
                <a:off x="4039982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2" name="Rectangle 6181">
                <a:extLst>
                  <a:ext uri="{FF2B5EF4-FFF2-40B4-BE49-F238E27FC236}">
                    <a16:creationId xmlns:a16="http://schemas.microsoft.com/office/drawing/2014/main" id="{12DAD957-5EA3-71D5-1C38-FA640151F754}"/>
                  </a:ext>
                </a:extLst>
              </p:cNvPr>
              <p:cNvSpPr/>
              <p:nvPr/>
            </p:nvSpPr>
            <p:spPr>
              <a:xfrm>
                <a:off x="4039982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3" name="Rectangle 6182">
                <a:extLst>
                  <a:ext uri="{FF2B5EF4-FFF2-40B4-BE49-F238E27FC236}">
                    <a16:creationId xmlns:a16="http://schemas.microsoft.com/office/drawing/2014/main" id="{E7EE25D0-194B-3ECA-8694-B8519E2A6078}"/>
                  </a:ext>
                </a:extLst>
              </p:cNvPr>
              <p:cNvSpPr/>
              <p:nvPr/>
            </p:nvSpPr>
            <p:spPr>
              <a:xfrm>
                <a:off x="4039982" y="56436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4" name="Rectangle 6183">
                <a:extLst>
                  <a:ext uri="{FF2B5EF4-FFF2-40B4-BE49-F238E27FC236}">
                    <a16:creationId xmlns:a16="http://schemas.microsoft.com/office/drawing/2014/main" id="{32E523E6-92D2-2734-A04F-E6387DC8D690}"/>
                  </a:ext>
                </a:extLst>
              </p:cNvPr>
              <p:cNvSpPr/>
              <p:nvPr/>
            </p:nvSpPr>
            <p:spPr>
              <a:xfrm>
                <a:off x="4039982" y="5755359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5" name="Rectangle 6184">
                <a:extLst>
                  <a:ext uri="{FF2B5EF4-FFF2-40B4-BE49-F238E27FC236}">
                    <a16:creationId xmlns:a16="http://schemas.microsoft.com/office/drawing/2014/main" id="{CD48F29A-C053-8750-F813-138FB32F83EA}"/>
                  </a:ext>
                </a:extLst>
              </p:cNvPr>
              <p:cNvSpPr/>
              <p:nvPr/>
            </p:nvSpPr>
            <p:spPr>
              <a:xfrm>
                <a:off x="4039982" y="586715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6" name="Rectangle 6185">
                <a:extLst>
                  <a:ext uri="{FF2B5EF4-FFF2-40B4-BE49-F238E27FC236}">
                    <a16:creationId xmlns:a16="http://schemas.microsoft.com/office/drawing/2014/main" id="{5A7ABC02-C83C-94E8-6AB2-96126B1286EC}"/>
                  </a:ext>
                </a:extLst>
              </p:cNvPr>
              <p:cNvSpPr/>
              <p:nvPr/>
            </p:nvSpPr>
            <p:spPr>
              <a:xfrm>
                <a:off x="4039982" y="5978835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7" name="Rectangle 6186">
                <a:extLst>
                  <a:ext uri="{FF2B5EF4-FFF2-40B4-BE49-F238E27FC236}">
                    <a16:creationId xmlns:a16="http://schemas.microsoft.com/office/drawing/2014/main" id="{7B4F7992-DA40-1B5D-5840-0FF6F21FA442}"/>
                  </a:ext>
                </a:extLst>
              </p:cNvPr>
              <p:cNvSpPr/>
              <p:nvPr/>
            </p:nvSpPr>
            <p:spPr>
              <a:xfrm>
                <a:off x="4039982" y="6090520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8" name="Rectangle 6187">
                <a:extLst>
                  <a:ext uri="{FF2B5EF4-FFF2-40B4-BE49-F238E27FC236}">
                    <a16:creationId xmlns:a16="http://schemas.microsoft.com/office/drawing/2014/main" id="{A74F331A-97AE-A9EB-99BC-70273734569B}"/>
                  </a:ext>
                </a:extLst>
              </p:cNvPr>
              <p:cNvSpPr/>
              <p:nvPr/>
            </p:nvSpPr>
            <p:spPr>
              <a:xfrm>
                <a:off x="4039982" y="620220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89" name="Rectangle 6188">
                <a:extLst>
                  <a:ext uri="{FF2B5EF4-FFF2-40B4-BE49-F238E27FC236}">
                    <a16:creationId xmlns:a16="http://schemas.microsoft.com/office/drawing/2014/main" id="{7733E832-F738-E30F-AA68-C26DCE0A626C}"/>
                  </a:ext>
                </a:extLst>
              </p:cNvPr>
              <p:cNvSpPr/>
              <p:nvPr/>
            </p:nvSpPr>
            <p:spPr>
              <a:xfrm>
                <a:off x="4039982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0" name="Rectangle 6189">
                <a:extLst>
                  <a:ext uri="{FF2B5EF4-FFF2-40B4-BE49-F238E27FC236}">
                    <a16:creationId xmlns:a16="http://schemas.microsoft.com/office/drawing/2014/main" id="{75F9844B-4C3F-9363-D601-C332EF81E325}"/>
                  </a:ext>
                </a:extLst>
              </p:cNvPr>
              <p:cNvSpPr/>
              <p:nvPr/>
            </p:nvSpPr>
            <p:spPr>
              <a:xfrm>
                <a:off x="4039982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1" name="Rectangle 6190">
                <a:extLst>
                  <a:ext uri="{FF2B5EF4-FFF2-40B4-BE49-F238E27FC236}">
                    <a16:creationId xmlns:a16="http://schemas.microsoft.com/office/drawing/2014/main" id="{22701FE0-18E8-1030-4766-E799F5932286}"/>
                  </a:ext>
                </a:extLst>
              </p:cNvPr>
              <p:cNvSpPr/>
              <p:nvPr/>
            </p:nvSpPr>
            <p:spPr>
              <a:xfrm>
                <a:off x="4039982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2" name="Rectangle 6191">
                <a:extLst>
                  <a:ext uri="{FF2B5EF4-FFF2-40B4-BE49-F238E27FC236}">
                    <a16:creationId xmlns:a16="http://schemas.microsoft.com/office/drawing/2014/main" id="{83F8D844-CDE6-4192-D818-DB472D925E7E}"/>
                  </a:ext>
                </a:extLst>
              </p:cNvPr>
              <p:cNvSpPr/>
              <p:nvPr/>
            </p:nvSpPr>
            <p:spPr>
              <a:xfrm>
                <a:off x="4039982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3" name="Rectangle 6192">
                <a:extLst>
                  <a:ext uri="{FF2B5EF4-FFF2-40B4-BE49-F238E27FC236}">
                    <a16:creationId xmlns:a16="http://schemas.microsoft.com/office/drawing/2014/main" id="{AF376A9A-F562-D6A6-02DA-03BFC4911DFE}"/>
                  </a:ext>
                </a:extLst>
              </p:cNvPr>
              <p:cNvSpPr/>
              <p:nvPr/>
            </p:nvSpPr>
            <p:spPr>
              <a:xfrm>
                <a:off x="4039982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4" name="Rectangle 6193">
                <a:extLst>
                  <a:ext uri="{FF2B5EF4-FFF2-40B4-BE49-F238E27FC236}">
                    <a16:creationId xmlns:a16="http://schemas.microsoft.com/office/drawing/2014/main" id="{F917FE85-8F5A-49E9-01D9-465E28FCA245}"/>
                  </a:ext>
                </a:extLst>
              </p:cNvPr>
              <p:cNvSpPr/>
              <p:nvPr/>
            </p:nvSpPr>
            <p:spPr>
              <a:xfrm>
                <a:off x="4138333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5" name="Rectangle 6194">
                <a:extLst>
                  <a:ext uri="{FF2B5EF4-FFF2-40B4-BE49-F238E27FC236}">
                    <a16:creationId xmlns:a16="http://schemas.microsoft.com/office/drawing/2014/main" id="{2B15EA06-1827-B89A-B021-60A341D9079A}"/>
                  </a:ext>
                </a:extLst>
              </p:cNvPr>
              <p:cNvSpPr/>
              <p:nvPr/>
            </p:nvSpPr>
            <p:spPr>
              <a:xfrm>
                <a:off x="4138333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6" name="Rectangle 6195">
                <a:extLst>
                  <a:ext uri="{FF2B5EF4-FFF2-40B4-BE49-F238E27FC236}">
                    <a16:creationId xmlns:a16="http://schemas.microsoft.com/office/drawing/2014/main" id="{E9825211-4A5B-0398-FB29-96F5CF3ACD01}"/>
                  </a:ext>
                </a:extLst>
              </p:cNvPr>
              <p:cNvSpPr/>
              <p:nvPr/>
            </p:nvSpPr>
            <p:spPr>
              <a:xfrm>
                <a:off x="4138333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7" name="Rectangle 6196">
                <a:extLst>
                  <a:ext uri="{FF2B5EF4-FFF2-40B4-BE49-F238E27FC236}">
                    <a16:creationId xmlns:a16="http://schemas.microsoft.com/office/drawing/2014/main" id="{B7DF9952-E797-B16A-A209-CB38D3CA909A}"/>
                  </a:ext>
                </a:extLst>
              </p:cNvPr>
              <p:cNvSpPr/>
              <p:nvPr/>
            </p:nvSpPr>
            <p:spPr>
              <a:xfrm>
                <a:off x="4138333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8" name="Rectangle 6197">
                <a:extLst>
                  <a:ext uri="{FF2B5EF4-FFF2-40B4-BE49-F238E27FC236}">
                    <a16:creationId xmlns:a16="http://schemas.microsoft.com/office/drawing/2014/main" id="{BE85A602-9E8B-E3E2-9930-FD1EB6BDB48A}"/>
                  </a:ext>
                </a:extLst>
              </p:cNvPr>
              <p:cNvSpPr/>
              <p:nvPr/>
            </p:nvSpPr>
            <p:spPr>
              <a:xfrm>
                <a:off x="4138333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199" name="Rectangle 6198">
                <a:extLst>
                  <a:ext uri="{FF2B5EF4-FFF2-40B4-BE49-F238E27FC236}">
                    <a16:creationId xmlns:a16="http://schemas.microsoft.com/office/drawing/2014/main" id="{41FB8906-3FDB-62ED-090D-B79879D464F3}"/>
                  </a:ext>
                </a:extLst>
              </p:cNvPr>
              <p:cNvSpPr/>
              <p:nvPr/>
            </p:nvSpPr>
            <p:spPr>
              <a:xfrm>
                <a:off x="4138333" y="1703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0" name="Rectangle 6199">
                <a:extLst>
                  <a:ext uri="{FF2B5EF4-FFF2-40B4-BE49-F238E27FC236}">
                    <a16:creationId xmlns:a16="http://schemas.microsoft.com/office/drawing/2014/main" id="{96FFBAFF-229F-E9C5-228C-A18D3FAE05B6}"/>
                  </a:ext>
                </a:extLst>
              </p:cNvPr>
              <p:cNvSpPr/>
              <p:nvPr/>
            </p:nvSpPr>
            <p:spPr>
              <a:xfrm>
                <a:off x="4138333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1" name="Rectangle 6200">
                <a:extLst>
                  <a:ext uri="{FF2B5EF4-FFF2-40B4-BE49-F238E27FC236}">
                    <a16:creationId xmlns:a16="http://schemas.microsoft.com/office/drawing/2014/main" id="{60EEC179-E7F9-F40E-D163-9FAED60D47F4}"/>
                  </a:ext>
                </a:extLst>
              </p:cNvPr>
              <p:cNvSpPr/>
              <p:nvPr/>
            </p:nvSpPr>
            <p:spPr>
              <a:xfrm>
                <a:off x="4138333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2" name="Rectangle 6201">
                <a:extLst>
                  <a:ext uri="{FF2B5EF4-FFF2-40B4-BE49-F238E27FC236}">
                    <a16:creationId xmlns:a16="http://schemas.microsoft.com/office/drawing/2014/main" id="{FB3613F9-125B-EE0E-EBC8-8CC6121121C8}"/>
                  </a:ext>
                </a:extLst>
              </p:cNvPr>
              <p:cNvSpPr/>
              <p:nvPr/>
            </p:nvSpPr>
            <p:spPr>
              <a:xfrm>
                <a:off x="4138333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3" name="Rectangle 6202">
                <a:extLst>
                  <a:ext uri="{FF2B5EF4-FFF2-40B4-BE49-F238E27FC236}">
                    <a16:creationId xmlns:a16="http://schemas.microsoft.com/office/drawing/2014/main" id="{F5394E80-D35E-0958-CFD7-A64D3570F920}"/>
                  </a:ext>
                </a:extLst>
              </p:cNvPr>
              <p:cNvSpPr/>
              <p:nvPr/>
            </p:nvSpPr>
            <p:spPr>
              <a:xfrm>
                <a:off x="4138333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4" name="Rectangle 6203">
                <a:extLst>
                  <a:ext uri="{FF2B5EF4-FFF2-40B4-BE49-F238E27FC236}">
                    <a16:creationId xmlns:a16="http://schemas.microsoft.com/office/drawing/2014/main" id="{369FBC7F-9A7C-374B-021D-444B4F8C3BF2}"/>
                  </a:ext>
                </a:extLst>
              </p:cNvPr>
              <p:cNvSpPr/>
              <p:nvPr/>
            </p:nvSpPr>
            <p:spPr>
              <a:xfrm>
                <a:off x="4138333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5" name="Rectangle 6204">
                <a:extLst>
                  <a:ext uri="{FF2B5EF4-FFF2-40B4-BE49-F238E27FC236}">
                    <a16:creationId xmlns:a16="http://schemas.microsoft.com/office/drawing/2014/main" id="{DD549C79-E446-22C2-1C9A-B27C1914165B}"/>
                  </a:ext>
                </a:extLst>
              </p:cNvPr>
              <p:cNvSpPr/>
              <p:nvPr/>
            </p:nvSpPr>
            <p:spPr>
              <a:xfrm>
                <a:off x="4138333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6" name="Rectangle 6205">
                <a:extLst>
                  <a:ext uri="{FF2B5EF4-FFF2-40B4-BE49-F238E27FC236}">
                    <a16:creationId xmlns:a16="http://schemas.microsoft.com/office/drawing/2014/main" id="{3AE96894-4D4B-F7A1-DD04-11497943583D}"/>
                  </a:ext>
                </a:extLst>
              </p:cNvPr>
              <p:cNvSpPr/>
              <p:nvPr/>
            </p:nvSpPr>
            <p:spPr>
              <a:xfrm>
                <a:off x="4138333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7" name="Rectangle 6206">
                <a:extLst>
                  <a:ext uri="{FF2B5EF4-FFF2-40B4-BE49-F238E27FC236}">
                    <a16:creationId xmlns:a16="http://schemas.microsoft.com/office/drawing/2014/main" id="{E7737F29-BE00-E200-67DA-3115521A44EB}"/>
                  </a:ext>
                </a:extLst>
              </p:cNvPr>
              <p:cNvSpPr/>
              <p:nvPr/>
            </p:nvSpPr>
            <p:spPr>
              <a:xfrm>
                <a:off x="4138333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8" name="Rectangle 6207">
                <a:extLst>
                  <a:ext uri="{FF2B5EF4-FFF2-40B4-BE49-F238E27FC236}">
                    <a16:creationId xmlns:a16="http://schemas.microsoft.com/office/drawing/2014/main" id="{75FF2E91-9920-B0FE-66BB-E50A0B63CCCB}"/>
                  </a:ext>
                </a:extLst>
              </p:cNvPr>
              <p:cNvSpPr/>
              <p:nvPr/>
            </p:nvSpPr>
            <p:spPr>
              <a:xfrm>
                <a:off x="4138333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09" name="Rectangle 6208">
                <a:extLst>
                  <a:ext uri="{FF2B5EF4-FFF2-40B4-BE49-F238E27FC236}">
                    <a16:creationId xmlns:a16="http://schemas.microsoft.com/office/drawing/2014/main" id="{F33086D8-5F5C-65EE-62CC-8272508BB2A5}"/>
                  </a:ext>
                </a:extLst>
              </p:cNvPr>
              <p:cNvSpPr/>
              <p:nvPr/>
            </p:nvSpPr>
            <p:spPr>
              <a:xfrm>
                <a:off x="4138333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0" name="Rectangle 6209">
                <a:extLst>
                  <a:ext uri="{FF2B5EF4-FFF2-40B4-BE49-F238E27FC236}">
                    <a16:creationId xmlns:a16="http://schemas.microsoft.com/office/drawing/2014/main" id="{B5F6C102-055F-78FF-65CE-ADC7163B4DD2}"/>
                  </a:ext>
                </a:extLst>
              </p:cNvPr>
              <p:cNvSpPr/>
              <p:nvPr/>
            </p:nvSpPr>
            <p:spPr>
              <a:xfrm>
                <a:off x="4138333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1" name="Rectangle 6210">
                <a:extLst>
                  <a:ext uri="{FF2B5EF4-FFF2-40B4-BE49-F238E27FC236}">
                    <a16:creationId xmlns:a16="http://schemas.microsoft.com/office/drawing/2014/main" id="{1C9B729B-C13B-A96D-1FE3-A1C9E5128674}"/>
                  </a:ext>
                </a:extLst>
              </p:cNvPr>
              <p:cNvSpPr/>
              <p:nvPr/>
            </p:nvSpPr>
            <p:spPr>
              <a:xfrm>
                <a:off x="4138333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2" name="Rectangle 6211">
                <a:extLst>
                  <a:ext uri="{FF2B5EF4-FFF2-40B4-BE49-F238E27FC236}">
                    <a16:creationId xmlns:a16="http://schemas.microsoft.com/office/drawing/2014/main" id="{24B45B8A-1C5B-365A-5E69-4E13EE80D9C2}"/>
                  </a:ext>
                </a:extLst>
              </p:cNvPr>
              <p:cNvSpPr/>
              <p:nvPr/>
            </p:nvSpPr>
            <p:spPr>
              <a:xfrm>
                <a:off x="4138333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3" name="Rectangle 6212">
                <a:extLst>
                  <a:ext uri="{FF2B5EF4-FFF2-40B4-BE49-F238E27FC236}">
                    <a16:creationId xmlns:a16="http://schemas.microsoft.com/office/drawing/2014/main" id="{602F6468-50F9-99CE-F23B-067C7F896170}"/>
                  </a:ext>
                </a:extLst>
              </p:cNvPr>
              <p:cNvSpPr/>
              <p:nvPr/>
            </p:nvSpPr>
            <p:spPr>
              <a:xfrm>
                <a:off x="4138333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4" name="Rectangle 6213">
                <a:extLst>
                  <a:ext uri="{FF2B5EF4-FFF2-40B4-BE49-F238E27FC236}">
                    <a16:creationId xmlns:a16="http://schemas.microsoft.com/office/drawing/2014/main" id="{8587A408-1408-122C-B09E-63C08B6250F8}"/>
                  </a:ext>
                </a:extLst>
              </p:cNvPr>
              <p:cNvSpPr/>
              <p:nvPr/>
            </p:nvSpPr>
            <p:spPr>
              <a:xfrm>
                <a:off x="4138333" y="1845861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5" name="Rectangle 6214">
                <a:extLst>
                  <a:ext uri="{FF2B5EF4-FFF2-40B4-BE49-F238E27FC236}">
                    <a16:creationId xmlns:a16="http://schemas.microsoft.com/office/drawing/2014/main" id="{AAC5446F-A10F-BA83-5DE1-957905CB39C8}"/>
                  </a:ext>
                </a:extLst>
              </p:cNvPr>
              <p:cNvSpPr/>
              <p:nvPr/>
            </p:nvSpPr>
            <p:spPr>
              <a:xfrm>
                <a:off x="4138333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6" name="Rectangle 6215">
                <a:extLst>
                  <a:ext uri="{FF2B5EF4-FFF2-40B4-BE49-F238E27FC236}">
                    <a16:creationId xmlns:a16="http://schemas.microsoft.com/office/drawing/2014/main" id="{34221FC0-5F51-C8A1-FE14-2AF7047790E3}"/>
                  </a:ext>
                </a:extLst>
              </p:cNvPr>
              <p:cNvSpPr/>
              <p:nvPr/>
            </p:nvSpPr>
            <p:spPr>
              <a:xfrm>
                <a:off x="4138333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7" name="Rectangle 6216">
                <a:extLst>
                  <a:ext uri="{FF2B5EF4-FFF2-40B4-BE49-F238E27FC236}">
                    <a16:creationId xmlns:a16="http://schemas.microsoft.com/office/drawing/2014/main" id="{96498FBB-9F90-5E07-50B3-81A9230B7F5C}"/>
                  </a:ext>
                </a:extLst>
              </p:cNvPr>
              <p:cNvSpPr/>
              <p:nvPr/>
            </p:nvSpPr>
            <p:spPr>
              <a:xfrm>
                <a:off x="4138333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8" name="Rectangle 6217">
                <a:extLst>
                  <a:ext uri="{FF2B5EF4-FFF2-40B4-BE49-F238E27FC236}">
                    <a16:creationId xmlns:a16="http://schemas.microsoft.com/office/drawing/2014/main" id="{4DB80179-85B2-29DA-2A0C-5D6A79FBEE7A}"/>
                  </a:ext>
                </a:extLst>
              </p:cNvPr>
              <p:cNvSpPr/>
              <p:nvPr/>
            </p:nvSpPr>
            <p:spPr>
              <a:xfrm>
                <a:off x="4138333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19" name="Rectangle 6218">
                <a:extLst>
                  <a:ext uri="{FF2B5EF4-FFF2-40B4-BE49-F238E27FC236}">
                    <a16:creationId xmlns:a16="http://schemas.microsoft.com/office/drawing/2014/main" id="{88E7F274-80E4-4CCB-7C48-629DB730E302}"/>
                  </a:ext>
                </a:extLst>
              </p:cNvPr>
              <p:cNvSpPr/>
              <p:nvPr/>
            </p:nvSpPr>
            <p:spPr>
              <a:xfrm>
                <a:off x="4138333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0" name="Rectangle 6219">
                <a:extLst>
                  <a:ext uri="{FF2B5EF4-FFF2-40B4-BE49-F238E27FC236}">
                    <a16:creationId xmlns:a16="http://schemas.microsoft.com/office/drawing/2014/main" id="{ADB6D5DD-B8E5-0B58-2D46-EEA54FA45DD8}"/>
                  </a:ext>
                </a:extLst>
              </p:cNvPr>
              <p:cNvSpPr/>
              <p:nvPr/>
            </p:nvSpPr>
            <p:spPr>
              <a:xfrm>
                <a:off x="4138333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1" name="Rectangle 6220">
                <a:extLst>
                  <a:ext uri="{FF2B5EF4-FFF2-40B4-BE49-F238E27FC236}">
                    <a16:creationId xmlns:a16="http://schemas.microsoft.com/office/drawing/2014/main" id="{A6C25BB2-2EE4-4DFA-1E67-BACE60D6872C}"/>
                  </a:ext>
                </a:extLst>
              </p:cNvPr>
              <p:cNvSpPr/>
              <p:nvPr/>
            </p:nvSpPr>
            <p:spPr>
              <a:xfrm>
                <a:off x="4138333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2" name="Rectangle 6221">
                <a:extLst>
                  <a:ext uri="{FF2B5EF4-FFF2-40B4-BE49-F238E27FC236}">
                    <a16:creationId xmlns:a16="http://schemas.microsoft.com/office/drawing/2014/main" id="{FE1CE81C-6C06-3E9E-2E2C-93D7BF0C9205}"/>
                  </a:ext>
                </a:extLst>
              </p:cNvPr>
              <p:cNvSpPr/>
              <p:nvPr/>
            </p:nvSpPr>
            <p:spPr>
              <a:xfrm>
                <a:off x="4138333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3" name="Rectangle 6222">
                <a:extLst>
                  <a:ext uri="{FF2B5EF4-FFF2-40B4-BE49-F238E27FC236}">
                    <a16:creationId xmlns:a16="http://schemas.microsoft.com/office/drawing/2014/main" id="{58061B06-D910-ECA2-7B61-AC1E610348B6}"/>
                  </a:ext>
                </a:extLst>
              </p:cNvPr>
              <p:cNvSpPr/>
              <p:nvPr/>
            </p:nvSpPr>
            <p:spPr>
              <a:xfrm>
                <a:off x="4138333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4" name="Rectangle 6223">
                <a:extLst>
                  <a:ext uri="{FF2B5EF4-FFF2-40B4-BE49-F238E27FC236}">
                    <a16:creationId xmlns:a16="http://schemas.microsoft.com/office/drawing/2014/main" id="{D441EC55-BDB5-6B2D-20A4-651C7829795D}"/>
                  </a:ext>
                </a:extLst>
              </p:cNvPr>
              <p:cNvSpPr/>
              <p:nvPr/>
            </p:nvSpPr>
            <p:spPr>
              <a:xfrm>
                <a:off x="4138333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5" name="Rectangle 6224">
                <a:extLst>
                  <a:ext uri="{FF2B5EF4-FFF2-40B4-BE49-F238E27FC236}">
                    <a16:creationId xmlns:a16="http://schemas.microsoft.com/office/drawing/2014/main" id="{C599823D-7020-6BAE-DC47-87CC11F61793}"/>
                  </a:ext>
                </a:extLst>
              </p:cNvPr>
              <p:cNvSpPr/>
              <p:nvPr/>
            </p:nvSpPr>
            <p:spPr>
              <a:xfrm>
                <a:off x="4138333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6" name="Rectangle 6225">
                <a:extLst>
                  <a:ext uri="{FF2B5EF4-FFF2-40B4-BE49-F238E27FC236}">
                    <a16:creationId xmlns:a16="http://schemas.microsoft.com/office/drawing/2014/main" id="{E86A92E6-A8E3-E801-C753-8DA328E78061}"/>
                  </a:ext>
                </a:extLst>
              </p:cNvPr>
              <p:cNvSpPr/>
              <p:nvPr/>
            </p:nvSpPr>
            <p:spPr>
              <a:xfrm>
                <a:off x="4138333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7" name="Rectangle 6226">
                <a:extLst>
                  <a:ext uri="{FF2B5EF4-FFF2-40B4-BE49-F238E27FC236}">
                    <a16:creationId xmlns:a16="http://schemas.microsoft.com/office/drawing/2014/main" id="{7F6F4330-C022-ACEE-922C-6D949F418A68}"/>
                  </a:ext>
                </a:extLst>
              </p:cNvPr>
              <p:cNvSpPr/>
              <p:nvPr/>
            </p:nvSpPr>
            <p:spPr>
              <a:xfrm>
                <a:off x="4138333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8" name="Rectangle 6227">
                <a:extLst>
                  <a:ext uri="{FF2B5EF4-FFF2-40B4-BE49-F238E27FC236}">
                    <a16:creationId xmlns:a16="http://schemas.microsoft.com/office/drawing/2014/main" id="{A448D523-B00C-66D7-29DF-F4E685C9ABCF}"/>
                  </a:ext>
                </a:extLst>
              </p:cNvPr>
              <p:cNvSpPr/>
              <p:nvPr/>
            </p:nvSpPr>
            <p:spPr>
              <a:xfrm>
                <a:off x="4138333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29" name="Rectangle 6228">
                <a:extLst>
                  <a:ext uri="{FF2B5EF4-FFF2-40B4-BE49-F238E27FC236}">
                    <a16:creationId xmlns:a16="http://schemas.microsoft.com/office/drawing/2014/main" id="{35C05C28-5A75-6E4A-F15F-F11FAD59D916}"/>
                  </a:ext>
                </a:extLst>
              </p:cNvPr>
              <p:cNvSpPr/>
              <p:nvPr/>
            </p:nvSpPr>
            <p:spPr>
              <a:xfrm>
                <a:off x="4138333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0" name="Rectangle 6229">
                <a:extLst>
                  <a:ext uri="{FF2B5EF4-FFF2-40B4-BE49-F238E27FC236}">
                    <a16:creationId xmlns:a16="http://schemas.microsoft.com/office/drawing/2014/main" id="{C81E2201-D292-0FED-58BC-9260B6CABF6B}"/>
                  </a:ext>
                </a:extLst>
              </p:cNvPr>
              <p:cNvSpPr/>
              <p:nvPr/>
            </p:nvSpPr>
            <p:spPr>
              <a:xfrm>
                <a:off x="4138333" y="36331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1" name="Rectangle 6230">
                <a:extLst>
                  <a:ext uri="{FF2B5EF4-FFF2-40B4-BE49-F238E27FC236}">
                    <a16:creationId xmlns:a16="http://schemas.microsoft.com/office/drawing/2014/main" id="{FD02D569-9412-DF45-39C0-B9B6CFCD4729}"/>
                  </a:ext>
                </a:extLst>
              </p:cNvPr>
              <p:cNvSpPr/>
              <p:nvPr/>
            </p:nvSpPr>
            <p:spPr>
              <a:xfrm>
                <a:off x="4138333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2" name="Rectangle 6231">
                <a:extLst>
                  <a:ext uri="{FF2B5EF4-FFF2-40B4-BE49-F238E27FC236}">
                    <a16:creationId xmlns:a16="http://schemas.microsoft.com/office/drawing/2014/main" id="{36E1280E-4C46-B5F8-E156-10FA093187BA}"/>
                  </a:ext>
                </a:extLst>
              </p:cNvPr>
              <p:cNvSpPr/>
              <p:nvPr/>
            </p:nvSpPr>
            <p:spPr>
              <a:xfrm>
                <a:off x="4138333" y="385650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3" name="Rectangle 6232">
                <a:extLst>
                  <a:ext uri="{FF2B5EF4-FFF2-40B4-BE49-F238E27FC236}">
                    <a16:creationId xmlns:a16="http://schemas.microsoft.com/office/drawing/2014/main" id="{96BBF7DD-581E-5C8A-4CBB-C162D7E1EC87}"/>
                  </a:ext>
                </a:extLst>
              </p:cNvPr>
              <p:cNvSpPr/>
              <p:nvPr/>
            </p:nvSpPr>
            <p:spPr>
              <a:xfrm>
                <a:off x="4138333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4" name="Rectangle 6233">
                <a:extLst>
                  <a:ext uri="{FF2B5EF4-FFF2-40B4-BE49-F238E27FC236}">
                    <a16:creationId xmlns:a16="http://schemas.microsoft.com/office/drawing/2014/main" id="{26B5E2C0-941B-8E88-2080-1E0A80958FF2}"/>
                  </a:ext>
                </a:extLst>
              </p:cNvPr>
              <p:cNvSpPr/>
              <p:nvPr/>
            </p:nvSpPr>
            <p:spPr>
              <a:xfrm>
                <a:off x="4138333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5" name="Rectangle 6234">
                <a:extLst>
                  <a:ext uri="{FF2B5EF4-FFF2-40B4-BE49-F238E27FC236}">
                    <a16:creationId xmlns:a16="http://schemas.microsoft.com/office/drawing/2014/main" id="{ACA74D2B-BE3E-0451-C9F8-9D435976039A}"/>
                  </a:ext>
                </a:extLst>
              </p:cNvPr>
              <p:cNvSpPr/>
              <p:nvPr/>
            </p:nvSpPr>
            <p:spPr>
              <a:xfrm>
                <a:off x="4138333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6" name="Rectangle 6235">
                <a:extLst>
                  <a:ext uri="{FF2B5EF4-FFF2-40B4-BE49-F238E27FC236}">
                    <a16:creationId xmlns:a16="http://schemas.microsoft.com/office/drawing/2014/main" id="{AB95611B-D5B8-572A-8EB2-323C0829FE01}"/>
                  </a:ext>
                </a:extLst>
              </p:cNvPr>
              <p:cNvSpPr/>
              <p:nvPr/>
            </p:nvSpPr>
            <p:spPr>
              <a:xfrm>
                <a:off x="4138333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7" name="Rectangle 6236">
                <a:extLst>
                  <a:ext uri="{FF2B5EF4-FFF2-40B4-BE49-F238E27FC236}">
                    <a16:creationId xmlns:a16="http://schemas.microsoft.com/office/drawing/2014/main" id="{5922529A-0831-CC35-319D-F54EC2F19AA9}"/>
                  </a:ext>
                </a:extLst>
              </p:cNvPr>
              <p:cNvSpPr/>
              <p:nvPr/>
            </p:nvSpPr>
            <p:spPr>
              <a:xfrm>
                <a:off x="4138333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8" name="Rectangle 6237">
                <a:extLst>
                  <a:ext uri="{FF2B5EF4-FFF2-40B4-BE49-F238E27FC236}">
                    <a16:creationId xmlns:a16="http://schemas.microsoft.com/office/drawing/2014/main" id="{B58D9DA6-0A78-65A7-6702-C21FFE860877}"/>
                  </a:ext>
                </a:extLst>
              </p:cNvPr>
              <p:cNvSpPr/>
              <p:nvPr/>
            </p:nvSpPr>
            <p:spPr>
              <a:xfrm>
                <a:off x="4138333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39" name="Rectangle 6238">
                <a:extLst>
                  <a:ext uri="{FF2B5EF4-FFF2-40B4-BE49-F238E27FC236}">
                    <a16:creationId xmlns:a16="http://schemas.microsoft.com/office/drawing/2014/main" id="{3FB35E49-52F0-78F7-CE45-1C443533DB23}"/>
                  </a:ext>
                </a:extLst>
              </p:cNvPr>
              <p:cNvSpPr/>
              <p:nvPr/>
            </p:nvSpPr>
            <p:spPr>
              <a:xfrm>
                <a:off x="4138333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0" name="Rectangle 6239">
                <a:extLst>
                  <a:ext uri="{FF2B5EF4-FFF2-40B4-BE49-F238E27FC236}">
                    <a16:creationId xmlns:a16="http://schemas.microsoft.com/office/drawing/2014/main" id="{585A5BFB-D891-7608-735C-8258C94B925F}"/>
                  </a:ext>
                </a:extLst>
              </p:cNvPr>
              <p:cNvSpPr/>
              <p:nvPr/>
            </p:nvSpPr>
            <p:spPr>
              <a:xfrm>
                <a:off x="4138333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1" name="Rectangle 6240">
                <a:extLst>
                  <a:ext uri="{FF2B5EF4-FFF2-40B4-BE49-F238E27FC236}">
                    <a16:creationId xmlns:a16="http://schemas.microsoft.com/office/drawing/2014/main" id="{F4BA3752-6803-2E18-5693-73900EF6A0CE}"/>
                  </a:ext>
                </a:extLst>
              </p:cNvPr>
              <p:cNvSpPr/>
              <p:nvPr/>
            </p:nvSpPr>
            <p:spPr>
              <a:xfrm>
                <a:off x="4138333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2" name="Rectangle 6241">
                <a:extLst>
                  <a:ext uri="{FF2B5EF4-FFF2-40B4-BE49-F238E27FC236}">
                    <a16:creationId xmlns:a16="http://schemas.microsoft.com/office/drawing/2014/main" id="{5672FBA0-9557-6682-DDAA-C242FF71E531}"/>
                  </a:ext>
                </a:extLst>
              </p:cNvPr>
              <p:cNvSpPr/>
              <p:nvPr/>
            </p:nvSpPr>
            <p:spPr>
              <a:xfrm>
                <a:off x="4138333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3" name="Rectangle 6242">
                <a:extLst>
                  <a:ext uri="{FF2B5EF4-FFF2-40B4-BE49-F238E27FC236}">
                    <a16:creationId xmlns:a16="http://schemas.microsoft.com/office/drawing/2014/main" id="{DD7ED39D-F94E-4D5A-00B2-E92CB721CE6E}"/>
                  </a:ext>
                </a:extLst>
              </p:cNvPr>
              <p:cNvSpPr/>
              <p:nvPr/>
            </p:nvSpPr>
            <p:spPr>
              <a:xfrm>
                <a:off x="4138333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4" name="Rectangle 6243">
                <a:extLst>
                  <a:ext uri="{FF2B5EF4-FFF2-40B4-BE49-F238E27FC236}">
                    <a16:creationId xmlns:a16="http://schemas.microsoft.com/office/drawing/2014/main" id="{7361ED3E-0C07-703C-FF3C-F14BAD760BF9}"/>
                  </a:ext>
                </a:extLst>
              </p:cNvPr>
              <p:cNvSpPr/>
              <p:nvPr/>
            </p:nvSpPr>
            <p:spPr>
              <a:xfrm>
                <a:off x="4138333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5" name="Rectangle 6244">
                <a:extLst>
                  <a:ext uri="{FF2B5EF4-FFF2-40B4-BE49-F238E27FC236}">
                    <a16:creationId xmlns:a16="http://schemas.microsoft.com/office/drawing/2014/main" id="{CF841187-7C13-2A5B-E998-EB0447E2E984}"/>
                  </a:ext>
                </a:extLst>
              </p:cNvPr>
              <p:cNvSpPr/>
              <p:nvPr/>
            </p:nvSpPr>
            <p:spPr>
              <a:xfrm>
                <a:off x="4138333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6" name="Rectangle 6245">
                <a:extLst>
                  <a:ext uri="{FF2B5EF4-FFF2-40B4-BE49-F238E27FC236}">
                    <a16:creationId xmlns:a16="http://schemas.microsoft.com/office/drawing/2014/main" id="{52BB7CFD-5115-C539-5DFA-488C500330C7}"/>
                  </a:ext>
                </a:extLst>
              </p:cNvPr>
              <p:cNvSpPr/>
              <p:nvPr/>
            </p:nvSpPr>
            <p:spPr>
              <a:xfrm>
                <a:off x="4138333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7" name="Rectangle 6246">
                <a:extLst>
                  <a:ext uri="{FF2B5EF4-FFF2-40B4-BE49-F238E27FC236}">
                    <a16:creationId xmlns:a16="http://schemas.microsoft.com/office/drawing/2014/main" id="{1B09EE61-C09A-9361-A0BE-42A7515B8A24}"/>
                  </a:ext>
                </a:extLst>
              </p:cNvPr>
              <p:cNvSpPr/>
              <p:nvPr/>
            </p:nvSpPr>
            <p:spPr>
              <a:xfrm>
                <a:off x="4138333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8" name="Rectangle 6247">
                <a:extLst>
                  <a:ext uri="{FF2B5EF4-FFF2-40B4-BE49-F238E27FC236}">
                    <a16:creationId xmlns:a16="http://schemas.microsoft.com/office/drawing/2014/main" id="{6B05ABDB-1BDD-B7A1-3130-DE5E5CAEE8A7}"/>
                  </a:ext>
                </a:extLst>
              </p:cNvPr>
              <p:cNvSpPr/>
              <p:nvPr/>
            </p:nvSpPr>
            <p:spPr>
              <a:xfrm>
                <a:off x="4138333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49" name="Rectangle 6248">
                <a:extLst>
                  <a:ext uri="{FF2B5EF4-FFF2-40B4-BE49-F238E27FC236}">
                    <a16:creationId xmlns:a16="http://schemas.microsoft.com/office/drawing/2014/main" id="{46584E7F-8896-9B4C-F270-494176FEC857}"/>
                  </a:ext>
                </a:extLst>
              </p:cNvPr>
              <p:cNvSpPr/>
              <p:nvPr/>
            </p:nvSpPr>
            <p:spPr>
              <a:xfrm>
                <a:off x="4138333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0" name="Rectangle 6249">
                <a:extLst>
                  <a:ext uri="{FF2B5EF4-FFF2-40B4-BE49-F238E27FC236}">
                    <a16:creationId xmlns:a16="http://schemas.microsoft.com/office/drawing/2014/main" id="{C0BBAED0-B0F0-FBDA-EC42-2657AC202E66}"/>
                  </a:ext>
                </a:extLst>
              </p:cNvPr>
              <p:cNvSpPr/>
              <p:nvPr/>
            </p:nvSpPr>
            <p:spPr>
              <a:xfrm>
                <a:off x="4138333" y="58671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1" name="Rectangle 6250">
                <a:extLst>
                  <a:ext uri="{FF2B5EF4-FFF2-40B4-BE49-F238E27FC236}">
                    <a16:creationId xmlns:a16="http://schemas.microsoft.com/office/drawing/2014/main" id="{CBF28A66-40EB-75D3-1B81-BC74E1E03C3A}"/>
                  </a:ext>
                </a:extLst>
              </p:cNvPr>
              <p:cNvSpPr/>
              <p:nvPr/>
            </p:nvSpPr>
            <p:spPr>
              <a:xfrm>
                <a:off x="4138333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2" name="Rectangle 6251">
                <a:extLst>
                  <a:ext uri="{FF2B5EF4-FFF2-40B4-BE49-F238E27FC236}">
                    <a16:creationId xmlns:a16="http://schemas.microsoft.com/office/drawing/2014/main" id="{6A528785-7D05-49FC-E9B7-8837C142FBB1}"/>
                  </a:ext>
                </a:extLst>
              </p:cNvPr>
              <p:cNvSpPr/>
              <p:nvPr/>
            </p:nvSpPr>
            <p:spPr>
              <a:xfrm>
                <a:off x="4138333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3" name="Rectangle 6252">
                <a:extLst>
                  <a:ext uri="{FF2B5EF4-FFF2-40B4-BE49-F238E27FC236}">
                    <a16:creationId xmlns:a16="http://schemas.microsoft.com/office/drawing/2014/main" id="{86AA3E92-4552-15CF-1F2F-841DEEA9029C}"/>
                  </a:ext>
                </a:extLst>
              </p:cNvPr>
              <p:cNvSpPr/>
              <p:nvPr/>
            </p:nvSpPr>
            <p:spPr>
              <a:xfrm>
                <a:off x="4138333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4" name="Rectangle 6253">
                <a:extLst>
                  <a:ext uri="{FF2B5EF4-FFF2-40B4-BE49-F238E27FC236}">
                    <a16:creationId xmlns:a16="http://schemas.microsoft.com/office/drawing/2014/main" id="{1B685EFD-EB58-8C77-3AAD-4A2A3316A59C}"/>
                  </a:ext>
                </a:extLst>
              </p:cNvPr>
              <p:cNvSpPr/>
              <p:nvPr/>
            </p:nvSpPr>
            <p:spPr>
              <a:xfrm>
                <a:off x="4138333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5" name="Rectangle 6254">
                <a:extLst>
                  <a:ext uri="{FF2B5EF4-FFF2-40B4-BE49-F238E27FC236}">
                    <a16:creationId xmlns:a16="http://schemas.microsoft.com/office/drawing/2014/main" id="{7C98C94B-A98F-0B98-6823-D14D494E0C93}"/>
                  </a:ext>
                </a:extLst>
              </p:cNvPr>
              <p:cNvSpPr/>
              <p:nvPr/>
            </p:nvSpPr>
            <p:spPr>
              <a:xfrm>
                <a:off x="4138333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6" name="Rectangle 6255">
                <a:extLst>
                  <a:ext uri="{FF2B5EF4-FFF2-40B4-BE49-F238E27FC236}">
                    <a16:creationId xmlns:a16="http://schemas.microsoft.com/office/drawing/2014/main" id="{4D55EB24-E43E-8817-B9D0-2E3B16F8C293}"/>
                  </a:ext>
                </a:extLst>
              </p:cNvPr>
              <p:cNvSpPr/>
              <p:nvPr/>
            </p:nvSpPr>
            <p:spPr>
              <a:xfrm>
                <a:off x="4138333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7" name="Rectangle 6256">
                <a:extLst>
                  <a:ext uri="{FF2B5EF4-FFF2-40B4-BE49-F238E27FC236}">
                    <a16:creationId xmlns:a16="http://schemas.microsoft.com/office/drawing/2014/main" id="{14A89770-F9E9-40FA-929A-52F243FD3AA4}"/>
                  </a:ext>
                </a:extLst>
              </p:cNvPr>
              <p:cNvSpPr/>
              <p:nvPr/>
            </p:nvSpPr>
            <p:spPr>
              <a:xfrm>
                <a:off x="4138333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8" name="Rectangle 6257">
                <a:extLst>
                  <a:ext uri="{FF2B5EF4-FFF2-40B4-BE49-F238E27FC236}">
                    <a16:creationId xmlns:a16="http://schemas.microsoft.com/office/drawing/2014/main" id="{61D6564C-381C-A7C8-F2E2-11BE36BEF34A}"/>
                  </a:ext>
                </a:extLst>
              </p:cNvPr>
              <p:cNvSpPr/>
              <p:nvPr/>
            </p:nvSpPr>
            <p:spPr>
              <a:xfrm>
                <a:off x="4138333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59" name="Rectangle 6258">
                <a:extLst>
                  <a:ext uri="{FF2B5EF4-FFF2-40B4-BE49-F238E27FC236}">
                    <a16:creationId xmlns:a16="http://schemas.microsoft.com/office/drawing/2014/main" id="{9DAF03D5-23AC-3256-0609-8F20BCAB2372}"/>
                  </a:ext>
                </a:extLst>
              </p:cNvPr>
              <p:cNvSpPr/>
              <p:nvPr/>
            </p:nvSpPr>
            <p:spPr>
              <a:xfrm>
                <a:off x="4236683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0" name="Rectangle 6259">
                <a:extLst>
                  <a:ext uri="{FF2B5EF4-FFF2-40B4-BE49-F238E27FC236}">
                    <a16:creationId xmlns:a16="http://schemas.microsoft.com/office/drawing/2014/main" id="{4AA2E4D1-C13C-24CD-3391-24D2DE4C3F0C}"/>
                  </a:ext>
                </a:extLst>
              </p:cNvPr>
              <p:cNvSpPr/>
              <p:nvPr/>
            </p:nvSpPr>
            <p:spPr>
              <a:xfrm>
                <a:off x="4236683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1" name="Rectangle 6260">
                <a:extLst>
                  <a:ext uri="{FF2B5EF4-FFF2-40B4-BE49-F238E27FC236}">
                    <a16:creationId xmlns:a16="http://schemas.microsoft.com/office/drawing/2014/main" id="{2872B3CD-7F7C-888B-A986-7A9F813BB500}"/>
                  </a:ext>
                </a:extLst>
              </p:cNvPr>
              <p:cNvSpPr/>
              <p:nvPr/>
            </p:nvSpPr>
            <p:spPr>
              <a:xfrm>
                <a:off x="4236683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2" name="Rectangle 6261">
                <a:extLst>
                  <a:ext uri="{FF2B5EF4-FFF2-40B4-BE49-F238E27FC236}">
                    <a16:creationId xmlns:a16="http://schemas.microsoft.com/office/drawing/2014/main" id="{B45C1851-340F-18FA-5659-E0A9099FA3B2}"/>
                  </a:ext>
                </a:extLst>
              </p:cNvPr>
              <p:cNvSpPr/>
              <p:nvPr/>
            </p:nvSpPr>
            <p:spPr>
              <a:xfrm>
                <a:off x="4236683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3" name="Rectangle 6262">
                <a:extLst>
                  <a:ext uri="{FF2B5EF4-FFF2-40B4-BE49-F238E27FC236}">
                    <a16:creationId xmlns:a16="http://schemas.microsoft.com/office/drawing/2014/main" id="{2FEEBA2A-A374-98DD-98BD-D7AF0134958F}"/>
                  </a:ext>
                </a:extLst>
              </p:cNvPr>
              <p:cNvSpPr/>
              <p:nvPr/>
            </p:nvSpPr>
            <p:spPr>
              <a:xfrm>
                <a:off x="4236683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4" name="Rectangle 6263">
                <a:extLst>
                  <a:ext uri="{FF2B5EF4-FFF2-40B4-BE49-F238E27FC236}">
                    <a16:creationId xmlns:a16="http://schemas.microsoft.com/office/drawing/2014/main" id="{72FB5757-8509-611F-2573-A5FAAD575506}"/>
                  </a:ext>
                </a:extLst>
              </p:cNvPr>
              <p:cNvSpPr/>
              <p:nvPr/>
            </p:nvSpPr>
            <p:spPr>
              <a:xfrm>
                <a:off x="4236683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5" name="Rectangle 6264">
                <a:extLst>
                  <a:ext uri="{FF2B5EF4-FFF2-40B4-BE49-F238E27FC236}">
                    <a16:creationId xmlns:a16="http://schemas.microsoft.com/office/drawing/2014/main" id="{78491126-8970-A19F-D976-77E35A26ECB5}"/>
                  </a:ext>
                </a:extLst>
              </p:cNvPr>
              <p:cNvSpPr/>
              <p:nvPr/>
            </p:nvSpPr>
            <p:spPr>
              <a:xfrm>
                <a:off x="4236683" y="28206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6" name="Rectangle 6265">
                <a:extLst>
                  <a:ext uri="{FF2B5EF4-FFF2-40B4-BE49-F238E27FC236}">
                    <a16:creationId xmlns:a16="http://schemas.microsoft.com/office/drawing/2014/main" id="{5DAF44F9-0555-D73C-F896-008DC206E485}"/>
                  </a:ext>
                </a:extLst>
              </p:cNvPr>
              <p:cNvSpPr/>
              <p:nvPr/>
            </p:nvSpPr>
            <p:spPr>
              <a:xfrm>
                <a:off x="4236683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7" name="Rectangle 6266">
                <a:extLst>
                  <a:ext uri="{FF2B5EF4-FFF2-40B4-BE49-F238E27FC236}">
                    <a16:creationId xmlns:a16="http://schemas.microsoft.com/office/drawing/2014/main" id="{CAA76753-E9FA-5554-1442-0C2C9FEE1D28}"/>
                  </a:ext>
                </a:extLst>
              </p:cNvPr>
              <p:cNvSpPr/>
              <p:nvPr/>
            </p:nvSpPr>
            <p:spPr>
              <a:xfrm>
                <a:off x="4236683" y="5055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8" name="Rectangle 6267">
                <a:extLst>
                  <a:ext uri="{FF2B5EF4-FFF2-40B4-BE49-F238E27FC236}">
                    <a16:creationId xmlns:a16="http://schemas.microsoft.com/office/drawing/2014/main" id="{94D32266-352E-AC71-CE62-CEA6022A98B6}"/>
                  </a:ext>
                </a:extLst>
              </p:cNvPr>
              <p:cNvSpPr/>
              <p:nvPr/>
            </p:nvSpPr>
            <p:spPr>
              <a:xfrm>
                <a:off x="4236683" y="6172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69" name="Rectangle 6268">
                <a:extLst>
                  <a:ext uri="{FF2B5EF4-FFF2-40B4-BE49-F238E27FC236}">
                    <a16:creationId xmlns:a16="http://schemas.microsoft.com/office/drawing/2014/main" id="{3E6D170B-76BE-100A-5B6C-96B3AA577949}"/>
                  </a:ext>
                </a:extLst>
              </p:cNvPr>
              <p:cNvSpPr/>
              <p:nvPr/>
            </p:nvSpPr>
            <p:spPr>
              <a:xfrm>
                <a:off x="4236683" y="72890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0" name="Rectangle 6269">
                <a:extLst>
                  <a:ext uri="{FF2B5EF4-FFF2-40B4-BE49-F238E27FC236}">
                    <a16:creationId xmlns:a16="http://schemas.microsoft.com/office/drawing/2014/main" id="{5459DA83-C033-9187-877B-833E555D9DF3}"/>
                  </a:ext>
                </a:extLst>
              </p:cNvPr>
              <p:cNvSpPr/>
              <p:nvPr/>
            </p:nvSpPr>
            <p:spPr>
              <a:xfrm>
                <a:off x="4236683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1" name="Rectangle 6270">
                <a:extLst>
                  <a:ext uri="{FF2B5EF4-FFF2-40B4-BE49-F238E27FC236}">
                    <a16:creationId xmlns:a16="http://schemas.microsoft.com/office/drawing/2014/main" id="{73E4FDE3-DBFB-85EA-7699-FE3F777A1C64}"/>
                  </a:ext>
                </a:extLst>
              </p:cNvPr>
              <p:cNvSpPr/>
              <p:nvPr/>
            </p:nvSpPr>
            <p:spPr>
              <a:xfrm>
                <a:off x="4236683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2" name="Rectangle 6271">
                <a:extLst>
                  <a:ext uri="{FF2B5EF4-FFF2-40B4-BE49-F238E27FC236}">
                    <a16:creationId xmlns:a16="http://schemas.microsoft.com/office/drawing/2014/main" id="{0645C88B-2132-F3DC-692A-B73298936009}"/>
                  </a:ext>
                </a:extLst>
              </p:cNvPr>
              <p:cNvSpPr/>
              <p:nvPr/>
            </p:nvSpPr>
            <p:spPr>
              <a:xfrm>
                <a:off x="4236683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3" name="Rectangle 6272">
                <a:extLst>
                  <a:ext uri="{FF2B5EF4-FFF2-40B4-BE49-F238E27FC236}">
                    <a16:creationId xmlns:a16="http://schemas.microsoft.com/office/drawing/2014/main" id="{9C88BB58-7E37-5F9E-5107-D525F73C927C}"/>
                  </a:ext>
                </a:extLst>
              </p:cNvPr>
              <p:cNvSpPr/>
              <p:nvPr/>
            </p:nvSpPr>
            <p:spPr>
              <a:xfrm>
                <a:off x="4236683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4" name="Rectangle 6273">
                <a:extLst>
                  <a:ext uri="{FF2B5EF4-FFF2-40B4-BE49-F238E27FC236}">
                    <a16:creationId xmlns:a16="http://schemas.microsoft.com/office/drawing/2014/main" id="{2FFA72C0-7618-A2D5-AE13-1918ACD8F325}"/>
                  </a:ext>
                </a:extLst>
              </p:cNvPr>
              <p:cNvSpPr/>
              <p:nvPr/>
            </p:nvSpPr>
            <p:spPr>
              <a:xfrm>
                <a:off x="4236683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5" name="Rectangle 6274">
                <a:extLst>
                  <a:ext uri="{FF2B5EF4-FFF2-40B4-BE49-F238E27FC236}">
                    <a16:creationId xmlns:a16="http://schemas.microsoft.com/office/drawing/2014/main" id="{6D037C83-3E52-3087-8A22-B800DAFB6893}"/>
                  </a:ext>
                </a:extLst>
              </p:cNvPr>
              <p:cNvSpPr/>
              <p:nvPr/>
            </p:nvSpPr>
            <p:spPr>
              <a:xfrm>
                <a:off x="4236683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6" name="Rectangle 6275">
                <a:extLst>
                  <a:ext uri="{FF2B5EF4-FFF2-40B4-BE49-F238E27FC236}">
                    <a16:creationId xmlns:a16="http://schemas.microsoft.com/office/drawing/2014/main" id="{04F399C4-E62F-6314-2A4B-0E97366DE12E}"/>
                  </a:ext>
                </a:extLst>
              </p:cNvPr>
              <p:cNvSpPr/>
              <p:nvPr/>
            </p:nvSpPr>
            <p:spPr>
              <a:xfrm>
                <a:off x="4236683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7" name="Rectangle 6276">
                <a:extLst>
                  <a:ext uri="{FF2B5EF4-FFF2-40B4-BE49-F238E27FC236}">
                    <a16:creationId xmlns:a16="http://schemas.microsoft.com/office/drawing/2014/main" id="{30D61CF3-DE90-E119-2CDA-9FF91A324F81}"/>
                  </a:ext>
                </a:extLst>
              </p:cNvPr>
              <p:cNvSpPr/>
              <p:nvPr/>
            </p:nvSpPr>
            <p:spPr>
              <a:xfrm>
                <a:off x="4236683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8" name="Rectangle 6277">
                <a:extLst>
                  <a:ext uri="{FF2B5EF4-FFF2-40B4-BE49-F238E27FC236}">
                    <a16:creationId xmlns:a16="http://schemas.microsoft.com/office/drawing/2014/main" id="{DD4864BD-52CB-3264-FE71-6E58B867EEE8}"/>
                  </a:ext>
                </a:extLst>
              </p:cNvPr>
              <p:cNvSpPr/>
              <p:nvPr/>
            </p:nvSpPr>
            <p:spPr>
              <a:xfrm>
                <a:off x="4236683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79" name="Rectangle 6278">
                <a:extLst>
                  <a:ext uri="{FF2B5EF4-FFF2-40B4-BE49-F238E27FC236}">
                    <a16:creationId xmlns:a16="http://schemas.microsoft.com/office/drawing/2014/main" id="{E8DEA553-4BB4-12DE-2EE3-CE4AF24FEF15}"/>
                  </a:ext>
                </a:extLst>
              </p:cNvPr>
              <p:cNvSpPr/>
              <p:nvPr/>
            </p:nvSpPr>
            <p:spPr>
              <a:xfrm>
                <a:off x="4236683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0" name="Rectangle 6279">
                <a:extLst>
                  <a:ext uri="{FF2B5EF4-FFF2-40B4-BE49-F238E27FC236}">
                    <a16:creationId xmlns:a16="http://schemas.microsoft.com/office/drawing/2014/main" id="{D89B5E08-8796-2D8E-5CD3-4DAC50ED3AFF}"/>
                  </a:ext>
                </a:extLst>
              </p:cNvPr>
              <p:cNvSpPr/>
              <p:nvPr/>
            </p:nvSpPr>
            <p:spPr>
              <a:xfrm>
                <a:off x="4236683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1" name="Rectangle 6280">
                <a:extLst>
                  <a:ext uri="{FF2B5EF4-FFF2-40B4-BE49-F238E27FC236}">
                    <a16:creationId xmlns:a16="http://schemas.microsoft.com/office/drawing/2014/main" id="{E7377C7D-0B1E-16A7-900F-EF1CDAF6D13F}"/>
                  </a:ext>
                </a:extLst>
              </p:cNvPr>
              <p:cNvSpPr/>
              <p:nvPr/>
            </p:nvSpPr>
            <p:spPr>
              <a:xfrm>
                <a:off x="4236683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2" name="Rectangle 6281">
                <a:extLst>
                  <a:ext uri="{FF2B5EF4-FFF2-40B4-BE49-F238E27FC236}">
                    <a16:creationId xmlns:a16="http://schemas.microsoft.com/office/drawing/2014/main" id="{D5A8A943-FC64-6B46-E993-D9E239AD828A}"/>
                  </a:ext>
                </a:extLst>
              </p:cNvPr>
              <p:cNvSpPr/>
              <p:nvPr/>
            </p:nvSpPr>
            <p:spPr>
              <a:xfrm>
                <a:off x="4236683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3" name="Rectangle 6282">
                <a:extLst>
                  <a:ext uri="{FF2B5EF4-FFF2-40B4-BE49-F238E27FC236}">
                    <a16:creationId xmlns:a16="http://schemas.microsoft.com/office/drawing/2014/main" id="{B1B36BE8-48BA-6D62-8BBF-B1052D4F5649}"/>
                  </a:ext>
                </a:extLst>
              </p:cNvPr>
              <p:cNvSpPr/>
              <p:nvPr/>
            </p:nvSpPr>
            <p:spPr>
              <a:xfrm>
                <a:off x="4236683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4" name="Rectangle 6283">
                <a:extLst>
                  <a:ext uri="{FF2B5EF4-FFF2-40B4-BE49-F238E27FC236}">
                    <a16:creationId xmlns:a16="http://schemas.microsoft.com/office/drawing/2014/main" id="{4FBB2555-8628-D94A-A02C-26630B5E5C9E}"/>
                  </a:ext>
                </a:extLst>
              </p:cNvPr>
              <p:cNvSpPr/>
              <p:nvPr/>
            </p:nvSpPr>
            <p:spPr>
              <a:xfrm>
                <a:off x="4236683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5" name="Rectangle 6284">
                <a:extLst>
                  <a:ext uri="{FF2B5EF4-FFF2-40B4-BE49-F238E27FC236}">
                    <a16:creationId xmlns:a16="http://schemas.microsoft.com/office/drawing/2014/main" id="{FF768752-2569-7C46-30AD-3C6F02A4D056}"/>
                  </a:ext>
                </a:extLst>
              </p:cNvPr>
              <p:cNvSpPr/>
              <p:nvPr/>
            </p:nvSpPr>
            <p:spPr>
              <a:xfrm>
                <a:off x="4236683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6" name="Rectangle 6285">
                <a:extLst>
                  <a:ext uri="{FF2B5EF4-FFF2-40B4-BE49-F238E27FC236}">
                    <a16:creationId xmlns:a16="http://schemas.microsoft.com/office/drawing/2014/main" id="{D7506BF9-AE17-BFFE-4BF5-123CC0375229}"/>
                  </a:ext>
                </a:extLst>
              </p:cNvPr>
              <p:cNvSpPr/>
              <p:nvPr/>
            </p:nvSpPr>
            <p:spPr>
              <a:xfrm>
                <a:off x="4236683" y="2627760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7" name="Rectangle 6286">
                <a:extLst>
                  <a:ext uri="{FF2B5EF4-FFF2-40B4-BE49-F238E27FC236}">
                    <a16:creationId xmlns:a16="http://schemas.microsoft.com/office/drawing/2014/main" id="{48189AE5-2090-5E35-83E0-606C1FE395F1}"/>
                  </a:ext>
                </a:extLst>
              </p:cNvPr>
              <p:cNvSpPr/>
              <p:nvPr/>
            </p:nvSpPr>
            <p:spPr>
              <a:xfrm>
                <a:off x="4236683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8" name="Rectangle 6287">
                <a:extLst>
                  <a:ext uri="{FF2B5EF4-FFF2-40B4-BE49-F238E27FC236}">
                    <a16:creationId xmlns:a16="http://schemas.microsoft.com/office/drawing/2014/main" id="{DF26CA23-4D1C-0A71-8EF8-B950F8034C44}"/>
                  </a:ext>
                </a:extLst>
              </p:cNvPr>
              <p:cNvSpPr/>
              <p:nvPr/>
            </p:nvSpPr>
            <p:spPr>
              <a:xfrm>
                <a:off x="4236683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89" name="Rectangle 6288">
                <a:extLst>
                  <a:ext uri="{FF2B5EF4-FFF2-40B4-BE49-F238E27FC236}">
                    <a16:creationId xmlns:a16="http://schemas.microsoft.com/office/drawing/2014/main" id="{6849261E-496D-1924-8465-AD2BAA9239D0}"/>
                  </a:ext>
                </a:extLst>
              </p:cNvPr>
              <p:cNvSpPr/>
              <p:nvPr/>
            </p:nvSpPr>
            <p:spPr>
              <a:xfrm>
                <a:off x="4236683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0" name="Rectangle 6289">
                <a:extLst>
                  <a:ext uri="{FF2B5EF4-FFF2-40B4-BE49-F238E27FC236}">
                    <a16:creationId xmlns:a16="http://schemas.microsoft.com/office/drawing/2014/main" id="{1ACDD0A9-934B-6984-0AE3-98B063EFFDC1}"/>
                  </a:ext>
                </a:extLst>
              </p:cNvPr>
              <p:cNvSpPr/>
              <p:nvPr/>
            </p:nvSpPr>
            <p:spPr>
              <a:xfrm>
                <a:off x="4236683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1" name="Rectangle 6290">
                <a:extLst>
                  <a:ext uri="{FF2B5EF4-FFF2-40B4-BE49-F238E27FC236}">
                    <a16:creationId xmlns:a16="http://schemas.microsoft.com/office/drawing/2014/main" id="{01E2E9EC-DA38-B9BB-4DCD-F0AE0E13D64F}"/>
                  </a:ext>
                </a:extLst>
              </p:cNvPr>
              <p:cNvSpPr/>
              <p:nvPr/>
            </p:nvSpPr>
            <p:spPr>
              <a:xfrm>
                <a:off x="4236683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2" name="Rectangle 6291">
                <a:extLst>
                  <a:ext uri="{FF2B5EF4-FFF2-40B4-BE49-F238E27FC236}">
                    <a16:creationId xmlns:a16="http://schemas.microsoft.com/office/drawing/2014/main" id="{7123C02A-450F-8AAB-EC07-6639849C0922}"/>
                  </a:ext>
                </a:extLst>
              </p:cNvPr>
              <p:cNvSpPr/>
              <p:nvPr/>
            </p:nvSpPr>
            <p:spPr>
              <a:xfrm>
                <a:off x="4236683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3" name="Rectangle 6292">
                <a:extLst>
                  <a:ext uri="{FF2B5EF4-FFF2-40B4-BE49-F238E27FC236}">
                    <a16:creationId xmlns:a16="http://schemas.microsoft.com/office/drawing/2014/main" id="{BAF79E2A-0F0A-BAFE-4781-1773CC51A0DB}"/>
                  </a:ext>
                </a:extLst>
              </p:cNvPr>
              <p:cNvSpPr/>
              <p:nvPr/>
            </p:nvSpPr>
            <p:spPr>
              <a:xfrm>
                <a:off x="4236683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4" name="Rectangle 6293">
                <a:extLst>
                  <a:ext uri="{FF2B5EF4-FFF2-40B4-BE49-F238E27FC236}">
                    <a16:creationId xmlns:a16="http://schemas.microsoft.com/office/drawing/2014/main" id="{6BA8BE14-75B6-7B95-0212-FE2F4237AE45}"/>
                  </a:ext>
                </a:extLst>
              </p:cNvPr>
              <p:cNvSpPr/>
              <p:nvPr/>
            </p:nvSpPr>
            <p:spPr>
              <a:xfrm>
                <a:off x="4236683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5" name="Rectangle 6294">
                <a:extLst>
                  <a:ext uri="{FF2B5EF4-FFF2-40B4-BE49-F238E27FC236}">
                    <a16:creationId xmlns:a16="http://schemas.microsoft.com/office/drawing/2014/main" id="{4F0AA9FA-FCD0-6385-2678-0D893E884450}"/>
                  </a:ext>
                </a:extLst>
              </p:cNvPr>
              <p:cNvSpPr/>
              <p:nvPr/>
            </p:nvSpPr>
            <p:spPr>
              <a:xfrm>
                <a:off x="4236683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6" name="Rectangle 6295">
                <a:extLst>
                  <a:ext uri="{FF2B5EF4-FFF2-40B4-BE49-F238E27FC236}">
                    <a16:creationId xmlns:a16="http://schemas.microsoft.com/office/drawing/2014/main" id="{FF931F7A-3A10-1765-640B-D3F86CEBAAD1}"/>
                  </a:ext>
                </a:extLst>
              </p:cNvPr>
              <p:cNvSpPr/>
              <p:nvPr/>
            </p:nvSpPr>
            <p:spPr>
              <a:xfrm>
                <a:off x="4236683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7" name="Rectangle 6296">
                <a:extLst>
                  <a:ext uri="{FF2B5EF4-FFF2-40B4-BE49-F238E27FC236}">
                    <a16:creationId xmlns:a16="http://schemas.microsoft.com/office/drawing/2014/main" id="{E288EE2D-E9DE-A0C6-B3B7-BE8AE8A25163}"/>
                  </a:ext>
                </a:extLst>
              </p:cNvPr>
              <p:cNvSpPr/>
              <p:nvPr/>
            </p:nvSpPr>
            <p:spPr>
              <a:xfrm>
                <a:off x="4236683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8" name="Rectangle 6297">
                <a:extLst>
                  <a:ext uri="{FF2B5EF4-FFF2-40B4-BE49-F238E27FC236}">
                    <a16:creationId xmlns:a16="http://schemas.microsoft.com/office/drawing/2014/main" id="{079BD34F-5491-967A-E093-F976B97D76C1}"/>
                  </a:ext>
                </a:extLst>
              </p:cNvPr>
              <p:cNvSpPr/>
              <p:nvPr/>
            </p:nvSpPr>
            <p:spPr>
              <a:xfrm>
                <a:off x="4236683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299" name="Rectangle 6298">
                <a:extLst>
                  <a:ext uri="{FF2B5EF4-FFF2-40B4-BE49-F238E27FC236}">
                    <a16:creationId xmlns:a16="http://schemas.microsoft.com/office/drawing/2014/main" id="{DF5B31FC-69A5-84C1-43CB-7E6DD36D96DE}"/>
                  </a:ext>
                </a:extLst>
              </p:cNvPr>
              <p:cNvSpPr/>
              <p:nvPr/>
            </p:nvSpPr>
            <p:spPr>
              <a:xfrm>
                <a:off x="4236683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0" name="Rectangle 6299">
                <a:extLst>
                  <a:ext uri="{FF2B5EF4-FFF2-40B4-BE49-F238E27FC236}">
                    <a16:creationId xmlns:a16="http://schemas.microsoft.com/office/drawing/2014/main" id="{8123EDB1-4B97-E821-0EE3-FBAEEA393D6E}"/>
                  </a:ext>
                </a:extLst>
              </p:cNvPr>
              <p:cNvSpPr/>
              <p:nvPr/>
            </p:nvSpPr>
            <p:spPr>
              <a:xfrm>
                <a:off x="4236683" y="419156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1" name="Rectangle 6300">
                <a:extLst>
                  <a:ext uri="{FF2B5EF4-FFF2-40B4-BE49-F238E27FC236}">
                    <a16:creationId xmlns:a16="http://schemas.microsoft.com/office/drawing/2014/main" id="{34ADFFA3-59B4-86EB-B02C-6876FB0AF45F}"/>
                  </a:ext>
                </a:extLst>
              </p:cNvPr>
              <p:cNvSpPr/>
              <p:nvPr/>
            </p:nvSpPr>
            <p:spPr>
              <a:xfrm>
                <a:off x="4236683" y="43033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2" name="Rectangle 6301">
                <a:extLst>
                  <a:ext uri="{FF2B5EF4-FFF2-40B4-BE49-F238E27FC236}">
                    <a16:creationId xmlns:a16="http://schemas.microsoft.com/office/drawing/2014/main" id="{944EF707-770B-FFB5-8083-FA50B85AB7BA}"/>
                  </a:ext>
                </a:extLst>
              </p:cNvPr>
              <p:cNvSpPr/>
              <p:nvPr/>
            </p:nvSpPr>
            <p:spPr>
              <a:xfrm>
                <a:off x="4236683" y="441503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3" name="Rectangle 6302">
                <a:extLst>
                  <a:ext uri="{FF2B5EF4-FFF2-40B4-BE49-F238E27FC236}">
                    <a16:creationId xmlns:a16="http://schemas.microsoft.com/office/drawing/2014/main" id="{29B6A504-80BF-2DC8-BC94-4CFE19965C4A}"/>
                  </a:ext>
                </a:extLst>
              </p:cNvPr>
              <p:cNvSpPr/>
              <p:nvPr/>
            </p:nvSpPr>
            <p:spPr>
              <a:xfrm>
                <a:off x="4236683" y="45267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4" name="Rectangle 6303">
                <a:extLst>
                  <a:ext uri="{FF2B5EF4-FFF2-40B4-BE49-F238E27FC236}">
                    <a16:creationId xmlns:a16="http://schemas.microsoft.com/office/drawing/2014/main" id="{23CF4699-354C-EBF7-C80E-8C5742D093A3}"/>
                  </a:ext>
                </a:extLst>
              </p:cNvPr>
              <p:cNvSpPr/>
              <p:nvPr/>
            </p:nvSpPr>
            <p:spPr>
              <a:xfrm>
                <a:off x="4236683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5" name="Rectangle 6304">
                <a:extLst>
                  <a:ext uri="{FF2B5EF4-FFF2-40B4-BE49-F238E27FC236}">
                    <a16:creationId xmlns:a16="http://schemas.microsoft.com/office/drawing/2014/main" id="{96AABD16-2071-3622-EF35-04296FAFCB0C}"/>
                  </a:ext>
                </a:extLst>
              </p:cNvPr>
              <p:cNvSpPr/>
              <p:nvPr/>
            </p:nvSpPr>
            <p:spPr>
              <a:xfrm>
                <a:off x="4236683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6" name="Rectangle 6305">
                <a:extLst>
                  <a:ext uri="{FF2B5EF4-FFF2-40B4-BE49-F238E27FC236}">
                    <a16:creationId xmlns:a16="http://schemas.microsoft.com/office/drawing/2014/main" id="{3C083FDD-5E4F-6732-72DA-49D820C44DF5}"/>
                  </a:ext>
                </a:extLst>
              </p:cNvPr>
              <p:cNvSpPr/>
              <p:nvPr/>
            </p:nvSpPr>
            <p:spPr>
              <a:xfrm>
                <a:off x="4236683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7" name="Rectangle 6306">
                <a:extLst>
                  <a:ext uri="{FF2B5EF4-FFF2-40B4-BE49-F238E27FC236}">
                    <a16:creationId xmlns:a16="http://schemas.microsoft.com/office/drawing/2014/main" id="{2DC52D27-8A52-78D3-3A1B-C2A67FC566C9}"/>
                  </a:ext>
                </a:extLst>
              </p:cNvPr>
              <p:cNvSpPr/>
              <p:nvPr/>
            </p:nvSpPr>
            <p:spPr>
              <a:xfrm>
                <a:off x="4236683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8" name="Rectangle 6307">
                <a:extLst>
                  <a:ext uri="{FF2B5EF4-FFF2-40B4-BE49-F238E27FC236}">
                    <a16:creationId xmlns:a16="http://schemas.microsoft.com/office/drawing/2014/main" id="{CAA3A79D-0851-FCAD-18F0-0A283A43EA29}"/>
                  </a:ext>
                </a:extLst>
              </p:cNvPr>
              <p:cNvSpPr/>
              <p:nvPr/>
            </p:nvSpPr>
            <p:spPr>
              <a:xfrm>
                <a:off x="4236683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09" name="Rectangle 6308">
                <a:extLst>
                  <a:ext uri="{FF2B5EF4-FFF2-40B4-BE49-F238E27FC236}">
                    <a16:creationId xmlns:a16="http://schemas.microsoft.com/office/drawing/2014/main" id="{9B42DD83-4B30-D0BA-9FA3-26D0D443ECD2}"/>
                  </a:ext>
                </a:extLst>
              </p:cNvPr>
              <p:cNvSpPr/>
              <p:nvPr/>
            </p:nvSpPr>
            <p:spPr>
              <a:xfrm>
                <a:off x="4236683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0" name="Rectangle 6309">
                <a:extLst>
                  <a:ext uri="{FF2B5EF4-FFF2-40B4-BE49-F238E27FC236}">
                    <a16:creationId xmlns:a16="http://schemas.microsoft.com/office/drawing/2014/main" id="{AA75AAA3-1BFC-FBE9-E6FA-90297491E8C7}"/>
                  </a:ext>
                </a:extLst>
              </p:cNvPr>
              <p:cNvSpPr/>
              <p:nvPr/>
            </p:nvSpPr>
            <p:spPr>
              <a:xfrm>
                <a:off x="4236683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1" name="Rectangle 6310">
                <a:extLst>
                  <a:ext uri="{FF2B5EF4-FFF2-40B4-BE49-F238E27FC236}">
                    <a16:creationId xmlns:a16="http://schemas.microsoft.com/office/drawing/2014/main" id="{0FC41389-0DA3-A050-83CA-B61784BD6388}"/>
                  </a:ext>
                </a:extLst>
              </p:cNvPr>
              <p:cNvSpPr/>
              <p:nvPr/>
            </p:nvSpPr>
            <p:spPr>
              <a:xfrm>
                <a:off x="4236683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2" name="Rectangle 6311">
                <a:extLst>
                  <a:ext uri="{FF2B5EF4-FFF2-40B4-BE49-F238E27FC236}">
                    <a16:creationId xmlns:a16="http://schemas.microsoft.com/office/drawing/2014/main" id="{F9C07447-1773-9CF2-0CD2-D24550224E31}"/>
                  </a:ext>
                </a:extLst>
              </p:cNvPr>
              <p:cNvSpPr/>
              <p:nvPr/>
            </p:nvSpPr>
            <p:spPr>
              <a:xfrm>
                <a:off x="4236683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3" name="Rectangle 6312">
                <a:extLst>
                  <a:ext uri="{FF2B5EF4-FFF2-40B4-BE49-F238E27FC236}">
                    <a16:creationId xmlns:a16="http://schemas.microsoft.com/office/drawing/2014/main" id="{C41C6F8C-32B8-7CB0-CB3E-14DACF2D29A6}"/>
                  </a:ext>
                </a:extLst>
              </p:cNvPr>
              <p:cNvSpPr/>
              <p:nvPr/>
            </p:nvSpPr>
            <p:spPr>
              <a:xfrm>
                <a:off x="4236683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4" name="Rectangle 6313">
                <a:extLst>
                  <a:ext uri="{FF2B5EF4-FFF2-40B4-BE49-F238E27FC236}">
                    <a16:creationId xmlns:a16="http://schemas.microsoft.com/office/drawing/2014/main" id="{782013FA-360F-1C8A-FECF-BE5917A6D315}"/>
                  </a:ext>
                </a:extLst>
              </p:cNvPr>
              <p:cNvSpPr/>
              <p:nvPr/>
            </p:nvSpPr>
            <p:spPr>
              <a:xfrm>
                <a:off x="4236683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5" name="Rectangle 6314">
                <a:extLst>
                  <a:ext uri="{FF2B5EF4-FFF2-40B4-BE49-F238E27FC236}">
                    <a16:creationId xmlns:a16="http://schemas.microsoft.com/office/drawing/2014/main" id="{21C5EC76-4F6A-875C-187A-1CC9C6D44A8E}"/>
                  </a:ext>
                </a:extLst>
              </p:cNvPr>
              <p:cNvSpPr/>
              <p:nvPr/>
            </p:nvSpPr>
            <p:spPr>
              <a:xfrm>
                <a:off x="4236683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6" name="Rectangle 6315">
                <a:extLst>
                  <a:ext uri="{FF2B5EF4-FFF2-40B4-BE49-F238E27FC236}">
                    <a16:creationId xmlns:a16="http://schemas.microsoft.com/office/drawing/2014/main" id="{1A139FD1-552D-933A-02C0-B8D22B8E0677}"/>
                  </a:ext>
                </a:extLst>
              </p:cNvPr>
              <p:cNvSpPr/>
              <p:nvPr/>
            </p:nvSpPr>
            <p:spPr>
              <a:xfrm>
                <a:off x="4236683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7" name="Rectangle 6316">
                <a:extLst>
                  <a:ext uri="{FF2B5EF4-FFF2-40B4-BE49-F238E27FC236}">
                    <a16:creationId xmlns:a16="http://schemas.microsoft.com/office/drawing/2014/main" id="{D1D8DCAB-F3EE-8B33-04AC-398E5878C8DC}"/>
                  </a:ext>
                </a:extLst>
              </p:cNvPr>
              <p:cNvSpPr/>
              <p:nvPr/>
            </p:nvSpPr>
            <p:spPr>
              <a:xfrm>
                <a:off x="4236683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8" name="Rectangle 6317">
                <a:extLst>
                  <a:ext uri="{FF2B5EF4-FFF2-40B4-BE49-F238E27FC236}">
                    <a16:creationId xmlns:a16="http://schemas.microsoft.com/office/drawing/2014/main" id="{C666CC99-0F78-C646-6D37-AA343182D6DA}"/>
                  </a:ext>
                </a:extLst>
              </p:cNvPr>
              <p:cNvSpPr/>
              <p:nvPr/>
            </p:nvSpPr>
            <p:spPr>
              <a:xfrm>
                <a:off x="4236683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19" name="Rectangle 6318">
                <a:extLst>
                  <a:ext uri="{FF2B5EF4-FFF2-40B4-BE49-F238E27FC236}">
                    <a16:creationId xmlns:a16="http://schemas.microsoft.com/office/drawing/2014/main" id="{A3E061EE-1956-DA78-16DC-0414BE6621D4}"/>
                  </a:ext>
                </a:extLst>
              </p:cNvPr>
              <p:cNvSpPr/>
              <p:nvPr/>
            </p:nvSpPr>
            <p:spPr>
              <a:xfrm>
                <a:off x="4236683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0" name="Rectangle 6319">
                <a:extLst>
                  <a:ext uri="{FF2B5EF4-FFF2-40B4-BE49-F238E27FC236}">
                    <a16:creationId xmlns:a16="http://schemas.microsoft.com/office/drawing/2014/main" id="{E1ADA8A4-0230-968A-A435-02175CED9B70}"/>
                  </a:ext>
                </a:extLst>
              </p:cNvPr>
              <p:cNvSpPr/>
              <p:nvPr/>
            </p:nvSpPr>
            <p:spPr>
              <a:xfrm>
                <a:off x="4236683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1" name="Rectangle 6320">
                <a:extLst>
                  <a:ext uri="{FF2B5EF4-FFF2-40B4-BE49-F238E27FC236}">
                    <a16:creationId xmlns:a16="http://schemas.microsoft.com/office/drawing/2014/main" id="{9D83BA96-3BF6-C559-47D4-AF2567FE0062}"/>
                  </a:ext>
                </a:extLst>
              </p:cNvPr>
              <p:cNvSpPr/>
              <p:nvPr/>
            </p:nvSpPr>
            <p:spPr>
              <a:xfrm>
                <a:off x="4236683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2" name="Rectangle 6321">
                <a:extLst>
                  <a:ext uri="{FF2B5EF4-FFF2-40B4-BE49-F238E27FC236}">
                    <a16:creationId xmlns:a16="http://schemas.microsoft.com/office/drawing/2014/main" id="{6CC4B038-4985-5233-EE0C-B6EFB1E8B986}"/>
                  </a:ext>
                </a:extLst>
              </p:cNvPr>
              <p:cNvSpPr/>
              <p:nvPr/>
            </p:nvSpPr>
            <p:spPr>
              <a:xfrm>
                <a:off x="4236683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3" name="Rectangle 6322">
                <a:extLst>
                  <a:ext uri="{FF2B5EF4-FFF2-40B4-BE49-F238E27FC236}">
                    <a16:creationId xmlns:a16="http://schemas.microsoft.com/office/drawing/2014/main" id="{A3E6BC85-2E81-D923-BF85-32207954839D}"/>
                  </a:ext>
                </a:extLst>
              </p:cNvPr>
              <p:cNvSpPr/>
              <p:nvPr/>
            </p:nvSpPr>
            <p:spPr>
              <a:xfrm>
                <a:off x="4236683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4" name="Rectangle 6323">
                <a:extLst>
                  <a:ext uri="{FF2B5EF4-FFF2-40B4-BE49-F238E27FC236}">
                    <a16:creationId xmlns:a16="http://schemas.microsoft.com/office/drawing/2014/main" id="{D4F92131-BA22-6333-75F3-C88C6DFEECC2}"/>
                  </a:ext>
                </a:extLst>
              </p:cNvPr>
              <p:cNvSpPr/>
              <p:nvPr/>
            </p:nvSpPr>
            <p:spPr>
              <a:xfrm>
                <a:off x="4334928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5" name="Rectangle 6324">
                <a:extLst>
                  <a:ext uri="{FF2B5EF4-FFF2-40B4-BE49-F238E27FC236}">
                    <a16:creationId xmlns:a16="http://schemas.microsoft.com/office/drawing/2014/main" id="{09BDA5B2-38F1-3BC8-FBAB-7A2B9C74C8C9}"/>
                  </a:ext>
                </a:extLst>
              </p:cNvPr>
              <p:cNvSpPr/>
              <p:nvPr/>
            </p:nvSpPr>
            <p:spPr>
              <a:xfrm>
                <a:off x="4334928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6" name="Rectangle 6325">
                <a:extLst>
                  <a:ext uri="{FF2B5EF4-FFF2-40B4-BE49-F238E27FC236}">
                    <a16:creationId xmlns:a16="http://schemas.microsoft.com/office/drawing/2014/main" id="{C2EA3321-337E-1E4C-DEED-15B50C74DEDC}"/>
                  </a:ext>
                </a:extLst>
              </p:cNvPr>
              <p:cNvSpPr/>
              <p:nvPr/>
            </p:nvSpPr>
            <p:spPr>
              <a:xfrm>
                <a:off x="4334928" y="-164677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7" name="Rectangle 6326">
                <a:extLst>
                  <a:ext uri="{FF2B5EF4-FFF2-40B4-BE49-F238E27FC236}">
                    <a16:creationId xmlns:a16="http://schemas.microsoft.com/office/drawing/2014/main" id="{FEC0ED8A-18CC-4D6B-41D2-5BE603787B81}"/>
                  </a:ext>
                </a:extLst>
              </p:cNvPr>
              <p:cNvSpPr/>
              <p:nvPr/>
            </p:nvSpPr>
            <p:spPr>
              <a:xfrm>
                <a:off x="4334928" y="-5299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8" name="Rectangle 6327">
                <a:extLst>
                  <a:ext uri="{FF2B5EF4-FFF2-40B4-BE49-F238E27FC236}">
                    <a16:creationId xmlns:a16="http://schemas.microsoft.com/office/drawing/2014/main" id="{D482D295-171B-2035-5192-E2E940A27064}"/>
                  </a:ext>
                </a:extLst>
              </p:cNvPr>
              <p:cNvSpPr/>
              <p:nvPr/>
            </p:nvSpPr>
            <p:spPr>
              <a:xfrm>
                <a:off x="4334928" y="586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29" name="Rectangle 6328">
                <a:extLst>
                  <a:ext uri="{FF2B5EF4-FFF2-40B4-BE49-F238E27FC236}">
                    <a16:creationId xmlns:a16="http://schemas.microsoft.com/office/drawing/2014/main" id="{FF4EB956-A4BB-08FC-2E18-B3CC47423FC5}"/>
                  </a:ext>
                </a:extLst>
              </p:cNvPr>
              <p:cNvSpPr/>
              <p:nvPr/>
            </p:nvSpPr>
            <p:spPr>
              <a:xfrm>
                <a:off x="4334928" y="1703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0" name="Rectangle 6329">
                <a:extLst>
                  <a:ext uri="{FF2B5EF4-FFF2-40B4-BE49-F238E27FC236}">
                    <a16:creationId xmlns:a16="http://schemas.microsoft.com/office/drawing/2014/main" id="{AF70AFC7-E7B7-42DB-AC79-2991BE8EB166}"/>
                  </a:ext>
                </a:extLst>
              </p:cNvPr>
              <p:cNvSpPr/>
              <p:nvPr/>
            </p:nvSpPr>
            <p:spPr>
              <a:xfrm>
                <a:off x="4334928" y="28206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1" name="Rectangle 6330">
                <a:extLst>
                  <a:ext uri="{FF2B5EF4-FFF2-40B4-BE49-F238E27FC236}">
                    <a16:creationId xmlns:a16="http://schemas.microsoft.com/office/drawing/2014/main" id="{B0B6DC5E-1E41-85FD-0BD0-F1435E8302CA}"/>
                  </a:ext>
                </a:extLst>
              </p:cNvPr>
              <p:cNvSpPr/>
              <p:nvPr/>
            </p:nvSpPr>
            <p:spPr>
              <a:xfrm>
                <a:off x="4334928" y="39374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2" name="Rectangle 6331">
                <a:extLst>
                  <a:ext uri="{FF2B5EF4-FFF2-40B4-BE49-F238E27FC236}">
                    <a16:creationId xmlns:a16="http://schemas.microsoft.com/office/drawing/2014/main" id="{621F8DE4-0D4A-20DB-BC24-CBF4F886F168}"/>
                  </a:ext>
                </a:extLst>
              </p:cNvPr>
              <p:cNvSpPr/>
              <p:nvPr/>
            </p:nvSpPr>
            <p:spPr>
              <a:xfrm>
                <a:off x="4334928" y="5055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3" name="Rectangle 6332">
                <a:extLst>
                  <a:ext uri="{FF2B5EF4-FFF2-40B4-BE49-F238E27FC236}">
                    <a16:creationId xmlns:a16="http://schemas.microsoft.com/office/drawing/2014/main" id="{650D029D-D7F5-96FC-BF6B-B552305A2404}"/>
                  </a:ext>
                </a:extLst>
              </p:cNvPr>
              <p:cNvSpPr/>
              <p:nvPr/>
            </p:nvSpPr>
            <p:spPr>
              <a:xfrm>
                <a:off x="4334928" y="617222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4" name="Rectangle 6333">
                <a:extLst>
                  <a:ext uri="{FF2B5EF4-FFF2-40B4-BE49-F238E27FC236}">
                    <a16:creationId xmlns:a16="http://schemas.microsoft.com/office/drawing/2014/main" id="{574D306D-7E51-3D4B-1EA0-48322374FE61}"/>
                  </a:ext>
                </a:extLst>
              </p:cNvPr>
              <p:cNvSpPr/>
              <p:nvPr/>
            </p:nvSpPr>
            <p:spPr>
              <a:xfrm>
                <a:off x="4334928" y="72890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5" name="Rectangle 6334">
                <a:extLst>
                  <a:ext uri="{FF2B5EF4-FFF2-40B4-BE49-F238E27FC236}">
                    <a16:creationId xmlns:a16="http://schemas.microsoft.com/office/drawing/2014/main" id="{314DF170-F170-FE9D-6785-18BA03B07817}"/>
                  </a:ext>
                </a:extLst>
              </p:cNvPr>
              <p:cNvSpPr/>
              <p:nvPr/>
            </p:nvSpPr>
            <p:spPr>
              <a:xfrm>
                <a:off x="4334928" y="84059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6" name="Rectangle 6335">
                <a:extLst>
                  <a:ext uri="{FF2B5EF4-FFF2-40B4-BE49-F238E27FC236}">
                    <a16:creationId xmlns:a16="http://schemas.microsoft.com/office/drawing/2014/main" id="{4B433AFB-FEBB-1106-F267-A03250066BFA}"/>
                  </a:ext>
                </a:extLst>
              </p:cNvPr>
              <p:cNvSpPr/>
              <p:nvPr/>
            </p:nvSpPr>
            <p:spPr>
              <a:xfrm>
                <a:off x="4334928" y="9522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7" name="Rectangle 6336">
                <a:extLst>
                  <a:ext uri="{FF2B5EF4-FFF2-40B4-BE49-F238E27FC236}">
                    <a16:creationId xmlns:a16="http://schemas.microsoft.com/office/drawing/2014/main" id="{CAE92CA9-7479-E995-3A5D-592EB414C674}"/>
                  </a:ext>
                </a:extLst>
              </p:cNvPr>
              <p:cNvSpPr/>
              <p:nvPr/>
            </p:nvSpPr>
            <p:spPr>
              <a:xfrm>
                <a:off x="4334928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8" name="Rectangle 6337">
                <a:extLst>
                  <a:ext uri="{FF2B5EF4-FFF2-40B4-BE49-F238E27FC236}">
                    <a16:creationId xmlns:a16="http://schemas.microsoft.com/office/drawing/2014/main" id="{11B75491-84E4-155A-6105-7814B38C9B2E}"/>
                  </a:ext>
                </a:extLst>
              </p:cNvPr>
              <p:cNvSpPr/>
              <p:nvPr/>
            </p:nvSpPr>
            <p:spPr>
              <a:xfrm>
                <a:off x="4334928" y="11756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39" name="Rectangle 6338">
                <a:extLst>
                  <a:ext uri="{FF2B5EF4-FFF2-40B4-BE49-F238E27FC236}">
                    <a16:creationId xmlns:a16="http://schemas.microsoft.com/office/drawing/2014/main" id="{786CD089-A5DF-88F3-42BE-329CC8AB54C1}"/>
                  </a:ext>
                </a:extLst>
              </p:cNvPr>
              <p:cNvSpPr/>
              <p:nvPr/>
            </p:nvSpPr>
            <p:spPr>
              <a:xfrm>
                <a:off x="4334928" y="12874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0" name="Rectangle 6339">
                <a:extLst>
                  <a:ext uri="{FF2B5EF4-FFF2-40B4-BE49-F238E27FC236}">
                    <a16:creationId xmlns:a16="http://schemas.microsoft.com/office/drawing/2014/main" id="{E21B67E8-CF0B-4A1A-E663-60CBF434957E}"/>
                  </a:ext>
                </a:extLst>
              </p:cNvPr>
              <p:cNvSpPr/>
              <p:nvPr/>
            </p:nvSpPr>
            <p:spPr>
              <a:xfrm>
                <a:off x="4334928" y="139912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1" name="Rectangle 6340">
                <a:extLst>
                  <a:ext uri="{FF2B5EF4-FFF2-40B4-BE49-F238E27FC236}">
                    <a16:creationId xmlns:a16="http://schemas.microsoft.com/office/drawing/2014/main" id="{59D914C7-D426-F955-4B06-BE6A6A7A653B}"/>
                  </a:ext>
                </a:extLst>
              </p:cNvPr>
              <p:cNvSpPr/>
              <p:nvPr/>
            </p:nvSpPr>
            <p:spPr>
              <a:xfrm>
                <a:off x="4334928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2" name="Rectangle 6341">
                <a:extLst>
                  <a:ext uri="{FF2B5EF4-FFF2-40B4-BE49-F238E27FC236}">
                    <a16:creationId xmlns:a16="http://schemas.microsoft.com/office/drawing/2014/main" id="{6856A173-F844-EC84-9CF9-609037C37B25}"/>
                  </a:ext>
                </a:extLst>
              </p:cNvPr>
              <p:cNvSpPr/>
              <p:nvPr/>
            </p:nvSpPr>
            <p:spPr>
              <a:xfrm>
                <a:off x="4334928" y="162249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3" name="Rectangle 6342">
                <a:extLst>
                  <a:ext uri="{FF2B5EF4-FFF2-40B4-BE49-F238E27FC236}">
                    <a16:creationId xmlns:a16="http://schemas.microsoft.com/office/drawing/2014/main" id="{2F766283-75F0-13C3-4DFC-DED226ED7452}"/>
                  </a:ext>
                </a:extLst>
              </p:cNvPr>
              <p:cNvSpPr/>
              <p:nvPr/>
            </p:nvSpPr>
            <p:spPr>
              <a:xfrm>
                <a:off x="4334928" y="1734176"/>
                <a:ext cx="98350" cy="111684"/>
              </a:xfrm>
              <a:prstGeom prst="rect">
                <a:avLst/>
              </a:prstGeom>
              <a:solidFill>
                <a:srgbClr val="F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4" name="Rectangle 6343">
                <a:extLst>
                  <a:ext uri="{FF2B5EF4-FFF2-40B4-BE49-F238E27FC236}">
                    <a16:creationId xmlns:a16="http://schemas.microsoft.com/office/drawing/2014/main" id="{9AA6E499-CB1C-DC54-B168-68C45F9F5617}"/>
                  </a:ext>
                </a:extLst>
              </p:cNvPr>
              <p:cNvSpPr/>
              <p:nvPr/>
            </p:nvSpPr>
            <p:spPr>
              <a:xfrm>
                <a:off x="4334928" y="1845861"/>
                <a:ext cx="98350" cy="111684"/>
              </a:xfrm>
              <a:prstGeom prst="rect">
                <a:avLst/>
              </a:prstGeom>
              <a:solidFill>
                <a:srgbClr val="FF91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5" name="Rectangle 6344">
                <a:extLst>
                  <a:ext uri="{FF2B5EF4-FFF2-40B4-BE49-F238E27FC236}">
                    <a16:creationId xmlns:a16="http://schemas.microsoft.com/office/drawing/2014/main" id="{5D591CAA-A731-1DCC-7DB3-22991DB09BB9}"/>
                  </a:ext>
                </a:extLst>
              </p:cNvPr>
              <p:cNvSpPr/>
              <p:nvPr/>
            </p:nvSpPr>
            <p:spPr>
              <a:xfrm>
                <a:off x="4334928" y="1957652"/>
                <a:ext cx="98350" cy="111684"/>
              </a:xfrm>
              <a:prstGeom prst="rect">
                <a:avLst/>
              </a:prstGeom>
              <a:solidFill>
                <a:srgbClr val="FF8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6" name="Rectangle 6345">
                <a:extLst>
                  <a:ext uri="{FF2B5EF4-FFF2-40B4-BE49-F238E27FC236}">
                    <a16:creationId xmlns:a16="http://schemas.microsoft.com/office/drawing/2014/main" id="{7E0D3F5E-D1FC-23D0-0678-FBA1244EBB0F}"/>
                  </a:ext>
                </a:extLst>
              </p:cNvPr>
              <p:cNvSpPr/>
              <p:nvPr/>
            </p:nvSpPr>
            <p:spPr>
              <a:xfrm>
                <a:off x="4334928" y="2069337"/>
                <a:ext cx="98350" cy="111684"/>
              </a:xfrm>
              <a:prstGeom prst="rect">
                <a:avLst/>
              </a:prstGeom>
              <a:solidFill>
                <a:srgbClr val="FDB02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7" name="Rectangle 6346">
                <a:extLst>
                  <a:ext uri="{FF2B5EF4-FFF2-40B4-BE49-F238E27FC236}">
                    <a16:creationId xmlns:a16="http://schemas.microsoft.com/office/drawing/2014/main" id="{2185450B-47F1-3538-31B2-FA292509E14F}"/>
                  </a:ext>
                </a:extLst>
              </p:cNvPr>
              <p:cNvSpPr/>
              <p:nvPr/>
            </p:nvSpPr>
            <p:spPr>
              <a:xfrm>
                <a:off x="4334928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8" name="Rectangle 6347">
                <a:extLst>
                  <a:ext uri="{FF2B5EF4-FFF2-40B4-BE49-F238E27FC236}">
                    <a16:creationId xmlns:a16="http://schemas.microsoft.com/office/drawing/2014/main" id="{59DB6145-E55F-A14B-AFC7-31B741B8950A}"/>
                  </a:ext>
                </a:extLst>
              </p:cNvPr>
              <p:cNvSpPr/>
              <p:nvPr/>
            </p:nvSpPr>
            <p:spPr>
              <a:xfrm>
                <a:off x="4334928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49" name="Rectangle 6348">
                <a:extLst>
                  <a:ext uri="{FF2B5EF4-FFF2-40B4-BE49-F238E27FC236}">
                    <a16:creationId xmlns:a16="http://schemas.microsoft.com/office/drawing/2014/main" id="{B94C2B20-E23A-8C3E-02D5-7E7C031E256B}"/>
                  </a:ext>
                </a:extLst>
              </p:cNvPr>
              <p:cNvSpPr/>
              <p:nvPr/>
            </p:nvSpPr>
            <p:spPr>
              <a:xfrm>
                <a:off x="4334928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0" name="Rectangle 6349">
                <a:extLst>
                  <a:ext uri="{FF2B5EF4-FFF2-40B4-BE49-F238E27FC236}">
                    <a16:creationId xmlns:a16="http://schemas.microsoft.com/office/drawing/2014/main" id="{939C05A7-87FD-EF5A-4B51-C5840D96EF27}"/>
                  </a:ext>
                </a:extLst>
              </p:cNvPr>
              <p:cNvSpPr/>
              <p:nvPr/>
            </p:nvSpPr>
            <p:spPr>
              <a:xfrm>
                <a:off x="4334928" y="25160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1" name="Rectangle 6350">
                <a:extLst>
                  <a:ext uri="{FF2B5EF4-FFF2-40B4-BE49-F238E27FC236}">
                    <a16:creationId xmlns:a16="http://schemas.microsoft.com/office/drawing/2014/main" id="{32153711-86A4-2AEB-A81B-08C524CF8FE5}"/>
                  </a:ext>
                </a:extLst>
              </p:cNvPr>
              <p:cNvSpPr/>
              <p:nvPr/>
            </p:nvSpPr>
            <p:spPr>
              <a:xfrm>
                <a:off x="4334928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2" name="Rectangle 6351">
                <a:extLst>
                  <a:ext uri="{FF2B5EF4-FFF2-40B4-BE49-F238E27FC236}">
                    <a16:creationId xmlns:a16="http://schemas.microsoft.com/office/drawing/2014/main" id="{3C37C343-6991-C86C-2A58-1A101E997454}"/>
                  </a:ext>
                </a:extLst>
              </p:cNvPr>
              <p:cNvSpPr/>
              <p:nvPr/>
            </p:nvSpPr>
            <p:spPr>
              <a:xfrm>
                <a:off x="4334928" y="273955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3" name="Rectangle 6352">
                <a:extLst>
                  <a:ext uri="{FF2B5EF4-FFF2-40B4-BE49-F238E27FC236}">
                    <a16:creationId xmlns:a16="http://schemas.microsoft.com/office/drawing/2014/main" id="{B4703A68-B77F-005C-935B-D13876536628}"/>
                  </a:ext>
                </a:extLst>
              </p:cNvPr>
              <p:cNvSpPr/>
              <p:nvPr/>
            </p:nvSpPr>
            <p:spPr>
              <a:xfrm>
                <a:off x="4334928" y="28512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4" name="Rectangle 6353">
                <a:extLst>
                  <a:ext uri="{FF2B5EF4-FFF2-40B4-BE49-F238E27FC236}">
                    <a16:creationId xmlns:a16="http://schemas.microsoft.com/office/drawing/2014/main" id="{4299BB1B-0D6E-62D1-1304-32F7F5887FD7}"/>
                  </a:ext>
                </a:extLst>
              </p:cNvPr>
              <p:cNvSpPr/>
              <p:nvPr/>
            </p:nvSpPr>
            <p:spPr>
              <a:xfrm>
                <a:off x="4334928" y="296292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5" name="Rectangle 6354">
                <a:extLst>
                  <a:ext uri="{FF2B5EF4-FFF2-40B4-BE49-F238E27FC236}">
                    <a16:creationId xmlns:a16="http://schemas.microsoft.com/office/drawing/2014/main" id="{13A825BA-FC4D-F0E6-F80F-823586506901}"/>
                  </a:ext>
                </a:extLst>
              </p:cNvPr>
              <p:cNvSpPr/>
              <p:nvPr/>
            </p:nvSpPr>
            <p:spPr>
              <a:xfrm>
                <a:off x="4334928" y="307460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6" name="Rectangle 6355">
                <a:extLst>
                  <a:ext uri="{FF2B5EF4-FFF2-40B4-BE49-F238E27FC236}">
                    <a16:creationId xmlns:a16="http://schemas.microsoft.com/office/drawing/2014/main" id="{1FBB15E2-30AA-555A-E94A-D01C4DFE60E3}"/>
                  </a:ext>
                </a:extLst>
              </p:cNvPr>
              <p:cNvSpPr/>
              <p:nvPr/>
            </p:nvSpPr>
            <p:spPr>
              <a:xfrm>
                <a:off x="4334928" y="31862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7" name="Rectangle 6356">
                <a:extLst>
                  <a:ext uri="{FF2B5EF4-FFF2-40B4-BE49-F238E27FC236}">
                    <a16:creationId xmlns:a16="http://schemas.microsoft.com/office/drawing/2014/main" id="{84CF90D3-C900-6271-197B-4AA1A0D9D67F}"/>
                  </a:ext>
                </a:extLst>
              </p:cNvPr>
              <p:cNvSpPr/>
              <p:nvPr/>
            </p:nvSpPr>
            <p:spPr>
              <a:xfrm>
                <a:off x="4334928" y="3297975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8" name="Rectangle 6357">
                <a:extLst>
                  <a:ext uri="{FF2B5EF4-FFF2-40B4-BE49-F238E27FC236}">
                    <a16:creationId xmlns:a16="http://schemas.microsoft.com/office/drawing/2014/main" id="{54AA6959-E36B-23B9-9739-78E5BB2E799B}"/>
                  </a:ext>
                </a:extLst>
              </p:cNvPr>
              <p:cNvSpPr/>
              <p:nvPr/>
            </p:nvSpPr>
            <p:spPr>
              <a:xfrm>
                <a:off x="4334928" y="340966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59" name="Rectangle 6358">
                <a:extLst>
                  <a:ext uri="{FF2B5EF4-FFF2-40B4-BE49-F238E27FC236}">
                    <a16:creationId xmlns:a16="http://schemas.microsoft.com/office/drawing/2014/main" id="{E0CDC24B-BDF8-B615-58E7-23BD5B77E10B}"/>
                  </a:ext>
                </a:extLst>
              </p:cNvPr>
              <p:cNvSpPr/>
              <p:nvPr/>
            </p:nvSpPr>
            <p:spPr>
              <a:xfrm>
                <a:off x="4334928" y="35214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0" name="Rectangle 6359">
                <a:extLst>
                  <a:ext uri="{FF2B5EF4-FFF2-40B4-BE49-F238E27FC236}">
                    <a16:creationId xmlns:a16="http://schemas.microsoft.com/office/drawing/2014/main" id="{AC1EF390-8ED4-3BD4-65E7-E150556BF53F}"/>
                  </a:ext>
                </a:extLst>
              </p:cNvPr>
              <p:cNvSpPr/>
              <p:nvPr/>
            </p:nvSpPr>
            <p:spPr>
              <a:xfrm>
                <a:off x="4334928" y="36331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1" name="Rectangle 6360">
                <a:extLst>
                  <a:ext uri="{FF2B5EF4-FFF2-40B4-BE49-F238E27FC236}">
                    <a16:creationId xmlns:a16="http://schemas.microsoft.com/office/drawing/2014/main" id="{C6AA7FEF-961F-BFBF-1178-97CB3DFDD3A4}"/>
                  </a:ext>
                </a:extLst>
              </p:cNvPr>
              <p:cNvSpPr/>
              <p:nvPr/>
            </p:nvSpPr>
            <p:spPr>
              <a:xfrm>
                <a:off x="4334928" y="374482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2" name="Rectangle 6361">
                <a:extLst>
                  <a:ext uri="{FF2B5EF4-FFF2-40B4-BE49-F238E27FC236}">
                    <a16:creationId xmlns:a16="http://schemas.microsoft.com/office/drawing/2014/main" id="{8381D5BB-85B1-9E73-C390-858E0C17FD6C}"/>
                  </a:ext>
                </a:extLst>
              </p:cNvPr>
              <p:cNvSpPr/>
              <p:nvPr/>
            </p:nvSpPr>
            <p:spPr>
              <a:xfrm>
                <a:off x="4334928" y="3856506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3" name="Rectangle 6362">
                <a:extLst>
                  <a:ext uri="{FF2B5EF4-FFF2-40B4-BE49-F238E27FC236}">
                    <a16:creationId xmlns:a16="http://schemas.microsoft.com/office/drawing/2014/main" id="{9A1FFF01-C3DB-5113-0491-A632C013387A}"/>
                  </a:ext>
                </a:extLst>
              </p:cNvPr>
              <p:cNvSpPr/>
              <p:nvPr/>
            </p:nvSpPr>
            <p:spPr>
              <a:xfrm>
                <a:off x="4334928" y="396819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4" name="Rectangle 6363">
                <a:extLst>
                  <a:ext uri="{FF2B5EF4-FFF2-40B4-BE49-F238E27FC236}">
                    <a16:creationId xmlns:a16="http://schemas.microsoft.com/office/drawing/2014/main" id="{713E0434-9F6A-9ECC-B5B9-FE048F43B224}"/>
                  </a:ext>
                </a:extLst>
              </p:cNvPr>
              <p:cNvSpPr/>
              <p:nvPr/>
            </p:nvSpPr>
            <p:spPr>
              <a:xfrm>
                <a:off x="4334928" y="407987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5" name="Rectangle 6364">
                <a:extLst>
                  <a:ext uri="{FF2B5EF4-FFF2-40B4-BE49-F238E27FC236}">
                    <a16:creationId xmlns:a16="http://schemas.microsoft.com/office/drawing/2014/main" id="{125B69E8-B813-61A0-021C-39FC0DCB315B}"/>
                  </a:ext>
                </a:extLst>
              </p:cNvPr>
              <p:cNvSpPr/>
              <p:nvPr/>
            </p:nvSpPr>
            <p:spPr>
              <a:xfrm>
                <a:off x="4334928" y="419156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6" name="Rectangle 6365">
                <a:extLst>
                  <a:ext uri="{FF2B5EF4-FFF2-40B4-BE49-F238E27FC236}">
                    <a16:creationId xmlns:a16="http://schemas.microsoft.com/office/drawing/2014/main" id="{0FDFA8F2-79BB-6610-D3CF-6D712BA3770B}"/>
                  </a:ext>
                </a:extLst>
              </p:cNvPr>
              <p:cNvSpPr/>
              <p:nvPr/>
            </p:nvSpPr>
            <p:spPr>
              <a:xfrm>
                <a:off x="4334928" y="43033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7" name="Rectangle 6366">
                <a:extLst>
                  <a:ext uri="{FF2B5EF4-FFF2-40B4-BE49-F238E27FC236}">
                    <a16:creationId xmlns:a16="http://schemas.microsoft.com/office/drawing/2014/main" id="{A127B5A1-F296-EBBC-F9FB-7B5C5141AA33}"/>
                  </a:ext>
                </a:extLst>
              </p:cNvPr>
              <p:cNvSpPr/>
              <p:nvPr/>
            </p:nvSpPr>
            <p:spPr>
              <a:xfrm>
                <a:off x="4334928" y="441503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8" name="Rectangle 6367">
                <a:extLst>
                  <a:ext uri="{FF2B5EF4-FFF2-40B4-BE49-F238E27FC236}">
                    <a16:creationId xmlns:a16="http://schemas.microsoft.com/office/drawing/2014/main" id="{EB66D7B0-A629-DC36-F48D-2E5A1AB8C6F9}"/>
                  </a:ext>
                </a:extLst>
              </p:cNvPr>
              <p:cNvSpPr/>
              <p:nvPr/>
            </p:nvSpPr>
            <p:spPr>
              <a:xfrm>
                <a:off x="4334928" y="452672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69" name="Rectangle 6368">
                <a:extLst>
                  <a:ext uri="{FF2B5EF4-FFF2-40B4-BE49-F238E27FC236}">
                    <a16:creationId xmlns:a16="http://schemas.microsoft.com/office/drawing/2014/main" id="{478C5296-D3D3-ECD8-7D17-D40BCD6B8513}"/>
                  </a:ext>
                </a:extLst>
              </p:cNvPr>
              <p:cNvSpPr/>
              <p:nvPr/>
            </p:nvSpPr>
            <p:spPr>
              <a:xfrm>
                <a:off x="4334928" y="4638405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0" name="Rectangle 6369">
                <a:extLst>
                  <a:ext uri="{FF2B5EF4-FFF2-40B4-BE49-F238E27FC236}">
                    <a16:creationId xmlns:a16="http://schemas.microsoft.com/office/drawing/2014/main" id="{8CB92E88-640A-20C5-8EC2-EE65CA966ACD}"/>
                  </a:ext>
                </a:extLst>
              </p:cNvPr>
              <p:cNvSpPr/>
              <p:nvPr/>
            </p:nvSpPr>
            <p:spPr>
              <a:xfrm>
                <a:off x="4334928" y="475009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1" name="Rectangle 6370">
                <a:extLst>
                  <a:ext uri="{FF2B5EF4-FFF2-40B4-BE49-F238E27FC236}">
                    <a16:creationId xmlns:a16="http://schemas.microsoft.com/office/drawing/2014/main" id="{3789A994-8888-1046-73B2-9207BCDF5F76}"/>
                  </a:ext>
                </a:extLst>
              </p:cNvPr>
              <p:cNvSpPr/>
              <p:nvPr/>
            </p:nvSpPr>
            <p:spPr>
              <a:xfrm>
                <a:off x="4334928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2" name="Rectangle 6371">
                <a:extLst>
                  <a:ext uri="{FF2B5EF4-FFF2-40B4-BE49-F238E27FC236}">
                    <a16:creationId xmlns:a16="http://schemas.microsoft.com/office/drawing/2014/main" id="{807CCCE8-5920-E229-562A-8920A85E1092}"/>
                  </a:ext>
                </a:extLst>
              </p:cNvPr>
              <p:cNvSpPr/>
              <p:nvPr/>
            </p:nvSpPr>
            <p:spPr>
              <a:xfrm>
                <a:off x="4334928" y="497346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3" name="Rectangle 6372">
                <a:extLst>
                  <a:ext uri="{FF2B5EF4-FFF2-40B4-BE49-F238E27FC236}">
                    <a16:creationId xmlns:a16="http://schemas.microsoft.com/office/drawing/2014/main" id="{1428D3A5-A325-D2EC-6DEF-7C267F2A64F2}"/>
                  </a:ext>
                </a:extLst>
              </p:cNvPr>
              <p:cNvSpPr/>
              <p:nvPr/>
            </p:nvSpPr>
            <p:spPr>
              <a:xfrm>
                <a:off x="4334928" y="50852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4" name="Rectangle 6373">
                <a:extLst>
                  <a:ext uri="{FF2B5EF4-FFF2-40B4-BE49-F238E27FC236}">
                    <a16:creationId xmlns:a16="http://schemas.microsoft.com/office/drawing/2014/main" id="{D5E6C797-E1A0-75DE-EB29-A2D9B5AF5252}"/>
                  </a:ext>
                </a:extLst>
              </p:cNvPr>
              <p:cNvSpPr/>
              <p:nvPr/>
            </p:nvSpPr>
            <p:spPr>
              <a:xfrm>
                <a:off x="4334928" y="51969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5" name="Rectangle 6374">
                <a:extLst>
                  <a:ext uri="{FF2B5EF4-FFF2-40B4-BE49-F238E27FC236}">
                    <a16:creationId xmlns:a16="http://schemas.microsoft.com/office/drawing/2014/main" id="{5744B9A6-4285-6CD5-78F2-74133A340ED0}"/>
                  </a:ext>
                </a:extLst>
              </p:cNvPr>
              <p:cNvSpPr/>
              <p:nvPr/>
            </p:nvSpPr>
            <p:spPr>
              <a:xfrm>
                <a:off x="4334928" y="53086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6" name="Rectangle 6375">
                <a:extLst>
                  <a:ext uri="{FF2B5EF4-FFF2-40B4-BE49-F238E27FC236}">
                    <a16:creationId xmlns:a16="http://schemas.microsoft.com/office/drawing/2014/main" id="{D5248BDF-3C3D-8A6E-28BD-DBBEF3FF1BE6}"/>
                  </a:ext>
                </a:extLst>
              </p:cNvPr>
              <p:cNvSpPr/>
              <p:nvPr/>
            </p:nvSpPr>
            <p:spPr>
              <a:xfrm>
                <a:off x="4334928" y="542030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7" name="Rectangle 6376">
                <a:extLst>
                  <a:ext uri="{FF2B5EF4-FFF2-40B4-BE49-F238E27FC236}">
                    <a16:creationId xmlns:a16="http://schemas.microsoft.com/office/drawing/2014/main" id="{26A431CE-EC0A-FD9E-54A7-B2810BA1AEF1}"/>
                  </a:ext>
                </a:extLst>
              </p:cNvPr>
              <p:cNvSpPr/>
              <p:nvPr/>
            </p:nvSpPr>
            <p:spPr>
              <a:xfrm>
                <a:off x="4334928" y="553199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8" name="Rectangle 6377">
                <a:extLst>
                  <a:ext uri="{FF2B5EF4-FFF2-40B4-BE49-F238E27FC236}">
                    <a16:creationId xmlns:a16="http://schemas.microsoft.com/office/drawing/2014/main" id="{A2098CEE-5FC4-BAE8-F143-F1533678E53F}"/>
                  </a:ext>
                </a:extLst>
              </p:cNvPr>
              <p:cNvSpPr/>
              <p:nvPr/>
            </p:nvSpPr>
            <p:spPr>
              <a:xfrm>
                <a:off x="4334928" y="5643675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79" name="Rectangle 6378">
                <a:extLst>
                  <a:ext uri="{FF2B5EF4-FFF2-40B4-BE49-F238E27FC236}">
                    <a16:creationId xmlns:a16="http://schemas.microsoft.com/office/drawing/2014/main" id="{62190783-8B99-EFD9-E652-AB5E002BA056}"/>
                  </a:ext>
                </a:extLst>
              </p:cNvPr>
              <p:cNvSpPr/>
              <p:nvPr/>
            </p:nvSpPr>
            <p:spPr>
              <a:xfrm>
                <a:off x="4334928" y="5755359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0" name="Rectangle 6379">
                <a:extLst>
                  <a:ext uri="{FF2B5EF4-FFF2-40B4-BE49-F238E27FC236}">
                    <a16:creationId xmlns:a16="http://schemas.microsoft.com/office/drawing/2014/main" id="{67E88962-B5DB-A0CD-A9F7-0B9D9BDA1049}"/>
                  </a:ext>
                </a:extLst>
              </p:cNvPr>
              <p:cNvSpPr/>
              <p:nvPr/>
            </p:nvSpPr>
            <p:spPr>
              <a:xfrm>
                <a:off x="4334928" y="58671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1" name="Rectangle 6380">
                <a:extLst>
                  <a:ext uri="{FF2B5EF4-FFF2-40B4-BE49-F238E27FC236}">
                    <a16:creationId xmlns:a16="http://schemas.microsoft.com/office/drawing/2014/main" id="{008AFB44-7382-D735-CF37-85F479D1E8B8}"/>
                  </a:ext>
                </a:extLst>
              </p:cNvPr>
              <p:cNvSpPr/>
              <p:nvPr/>
            </p:nvSpPr>
            <p:spPr>
              <a:xfrm>
                <a:off x="4334928" y="597883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2" name="Rectangle 6381">
                <a:extLst>
                  <a:ext uri="{FF2B5EF4-FFF2-40B4-BE49-F238E27FC236}">
                    <a16:creationId xmlns:a16="http://schemas.microsoft.com/office/drawing/2014/main" id="{EA3A4C98-6809-528E-F4AF-81522DDF21A5}"/>
                  </a:ext>
                </a:extLst>
              </p:cNvPr>
              <p:cNvSpPr/>
              <p:nvPr/>
            </p:nvSpPr>
            <p:spPr>
              <a:xfrm>
                <a:off x="4334928" y="609052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3" name="Rectangle 6382">
                <a:extLst>
                  <a:ext uri="{FF2B5EF4-FFF2-40B4-BE49-F238E27FC236}">
                    <a16:creationId xmlns:a16="http://schemas.microsoft.com/office/drawing/2014/main" id="{87B743BE-A920-80E5-2695-D8275CB7A010}"/>
                  </a:ext>
                </a:extLst>
              </p:cNvPr>
              <p:cNvSpPr/>
              <p:nvPr/>
            </p:nvSpPr>
            <p:spPr>
              <a:xfrm>
                <a:off x="4334928" y="62022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4" name="Rectangle 6383">
                <a:extLst>
                  <a:ext uri="{FF2B5EF4-FFF2-40B4-BE49-F238E27FC236}">
                    <a16:creationId xmlns:a16="http://schemas.microsoft.com/office/drawing/2014/main" id="{41F5A4D5-6FB9-2CD5-BA8A-C7C09A5E5D3C}"/>
                  </a:ext>
                </a:extLst>
              </p:cNvPr>
              <p:cNvSpPr/>
              <p:nvPr/>
            </p:nvSpPr>
            <p:spPr>
              <a:xfrm>
                <a:off x="4334928" y="631389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5" name="Rectangle 6384">
                <a:extLst>
                  <a:ext uri="{FF2B5EF4-FFF2-40B4-BE49-F238E27FC236}">
                    <a16:creationId xmlns:a16="http://schemas.microsoft.com/office/drawing/2014/main" id="{DA98B87A-644F-6673-B680-7BE89904896C}"/>
                  </a:ext>
                </a:extLst>
              </p:cNvPr>
              <p:cNvSpPr/>
              <p:nvPr/>
            </p:nvSpPr>
            <p:spPr>
              <a:xfrm>
                <a:off x="4334928" y="6425574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6" name="Rectangle 6385">
                <a:extLst>
                  <a:ext uri="{FF2B5EF4-FFF2-40B4-BE49-F238E27FC236}">
                    <a16:creationId xmlns:a16="http://schemas.microsoft.com/office/drawing/2014/main" id="{17313FE0-37A0-ED72-D644-68C0EE20E802}"/>
                  </a:ext>
                </a:extLst>
              </p:cNvPr>
              <p:cNvSpPr/>
              <p:nvPr/>
            </p:nvSpPr>
            <p:spPr>
              <a:xfrm>
                <a:off x="4334928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7" name="Rectangle 6386">
                <a:extLst>
                  <a:ext uri="{FF2B5EF4-FFF2-40B4-BE49-F238E27FC236}">
                    <a16:creationId xmlns:a16="http://schemas.microsoft.com/office/drawing/2014/main" id="{099C72B4-40E0-5CDD-2D72-58F1E3883F91}"/>
                  </a:ext>
                </a:extLst>
              </p:cNvPr>
              <p:cNvSpPr/>
              <p:nvPr/>
            </p:nvSpPr>
            <p:spPr>
              <a:xfrm>
                <a:off x="4334928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8" name="Rectangle 6387">
                <a:extLst>
                  <a:ext uri="{FF2B5EF4-FFF2-40B4-BE49-F238E27FC236}">
                    <a16:creationId xmlns:a16="http://schemas.microsoft.com/office/drawing/2014/main" id="{E73C5B40-5AF6-4C1D-F11B-2646EEE9D7C7}"/>
                  </a:ext>
                </a:extLst>
              </p:cNvPr>
              <p:cNvSpPr/>
              <p:nvPr/>
            </p:nvSpPr>
            <p:spPr>
              <a:xfrm>
                <a:off x="4334928" y="6760735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89" name="Rectangle 6388">
                <a:extLst>
                  <a:ext uri="{FF2B5EF4-FFF2-40B4-BE49-F238E27FC236}">
                    <a16:creationId xmlns:a16="http://schemas.microsoft.com/office/drawing/2014/main" id="{EF475FA7-2679-2AC2-A751-63BBE20EF7D4}"/>
                  </a:ext>
                </a:extLst>
              </p:cNvPr>
              <p:cNvSpPr/>
              <p:nvPr/>
            </p:nvSpPr>
            <p:spPr>
              <a:xfrm>
                <a:off x="4433278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0" name="Rectangle 6389">
                <a:extLst>
                  <a:ext uri="{FF2B5EF4-FFF2-40B4-BE49-F238E27FC236}">
                    <a16:creationId xmlns:a16="http://schemas.microsoft.com/office/drawing/2014/main" id="{70301C1A-D261-E967-E43C-344B5F24BF21}"/>
                  </a:ext>
                </a:extLst>
              </p:cNvPr>
              <p:cNvSpPr/>
              <p:nvPr/>
            </p:nvSpPr>
            <p:spPr>
              <a:xfrm>
                <a:off x="4433278" y="-276362"/>
                <a:ext cx="98350" cy="111684"/>
              </a:xfrm>
              <a:prstGeom prst="rect">
                <a:avLst/>
              </a:prstGeom>
              <a:solidFill>
                <a:srgbClr val="8B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1" name="Rectangle 6390">
                <a:extLst>
                  <a:ext uri="{FF2B5EF4-FFF2-40B4-BE49-F238E27FC236}">
                    <a16:creationId xmlns:a16="http://schemas.microsoft.com/office/drawing/2014/main" id="{9B0A0E16-7582-D541-844C-3C12AF93AC50}"/>
                  </a:ext>
                </a:extLst>
              </p:cNvPr>
              <p:cNvSpPr/>
              <p:nvPr/>
            </p:nvSpPr>
            <p:spPr>
              <a:xfrm>
                <a:off x="4433278" y="-164677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2" name="Rectangle 6391">
                <a:extLst>
                  <a:ext uri="{FF2B5EF4-FFF2-40B4-BE49-F238E27FC236}">
                    <a16:creationId xmlns:a16="http://schemas.microsoft.com/office/drawing/2014/main" id="{4AAFA1DD-B566-6E84-1E0B-9714444B3408}"/>
                  </a:ext>
                </a:extLst>
              </p:cNvPr>
              <p:cNvSpPr/>
              <p:nvPr/>
            </p:nvSpPr>
            <p:spPr>
              <a:xfrm>
                <a:off x="4433278" y="-52992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3" name="Rectangle 6392">
                <a:extLst>
                  <a:ext uri="{FF2B5EF4-FFF2-40B4-BE49-F238E27FC236}">
                    <a16:creationId xmlns:a16="http://schemas.microsoft.com/office/drawing/2014/main" id="{7BB26DAE-F18D-8442-D05C-B639A6CB5BF3}"/>
                  </a:ext>
                </a:extLst>
              </p:cNvPr>
              <p:cNvSpPr/>
              <p:nvPr/>
            </p:nvSpPr>
            <p:spPr>
              <a:xfrm>
                <a:off x="4433278" y="58692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4" name="Rectangle 6393">
                <a:extLst>
                  <a:ext uri="{FF2B5EF4-FFF2-40B4-BE49-F238E27FC236}">
                    <a16:creationId xmlns:a16="http://schemas.microsoft.com/office/drawing/2014/main" id="{4FA4E519-2205-FD73-C800-9B322C04B44D}"/>
                  </a:ext>
                </a:extLst>
              </p:cNvPr>
              <p:cNvSpPr/>
              <p:nvPr/>
            </p:nvSpPr>
            <p:spPr>
              <a:xfrm>
                <a:off x="4433278" y="170376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5" name="Rectangle 6394">
                <a:extLst>
                  <a:ext uri="{FF2B5EF4-FFF2-40B4-BE49-F238E27FC236}">
                    <a16:creationId xmlns:a16="http://schemas.microsoft.com/office/drawing/2014/main" id="{8C53E78D-60BB-FEDB-A0A1-62528D3E958B}"/>
                  </a:ext>
                </a:extLst>
              </p:cNvPr>
              <p:cNvSpPr/>
              <p:nvPr/>
            </p:nvSpPr>
            <p:spPr>
              <a:xfrm>
                <a:off x="4433278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6" name="Rectangle 6395">
                <a:extLst>
                  <a:ext uri="{FF2B5EF4-FFF2-40B4-BE49-F238E27FC236}">
                    <a16:creationId xmlns:a16="http://schemas.microsoft.com/office/drawing/2014/main" id="{8308B780-F5A4-08CB-0F21-89EB3C67E64B}"/>
                  </a:ext>
                </a:extLst>
              </p:cNvPr>
              <p:cNvSpPr/>
              <p:nvPr/>
            </p:nvSpPr>
            <p:spPr>
              <a:xfrm>
                <a:off x="4433278" y="393746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7" name="Rectangle 6396">
                <a:extLst>
                  <a:ext uri="{FF2B5EF4-FFF2-40B4-BE49-F238E27FC236}">
                    <a16:creationId xmlns:a16="http://schemas.microsoft.com/office/drawing/2014/main" id="{C09B3ABF-9F63-BDB6-C9BE-B73E0557A568}"/>
                  </a:ext>
                </a:extLst>
              </p:cNvPr>
              <p:cNvSpPr/>
              <p:nvPr/>
            </p:nvSpPr>
            <p:spPr>
              <a:xfrm>
                <a:off x="4433278" y="505537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8" name="Rectangle 6397">
                <a:extLst>
                  <a:ext uri="{FF2B5EF4-FFF2-40B4-BE49-F238E27FC236}">
                    <a16:creationId xmlns:a16="http://schemas.microsoft.com/office/drawing/2014/main" id="{2A0F3D4B-9FB0-6C0C-61E0-1D9EC83BEFA4}"/>
                  </a:ext>
                </a:extLst>
              </p:cNvPr>
              <p:cNvSpPr/>
              <p:nvPr/>
            </p:nvSpPr>
            <p:spPr>
              <a:xfrm>
                <a:off x="4433278" y="617222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399" name="Rectangle 6398">
                <a:extLst>
                  <a:ext uri="{FF2B5EF4-FFF2-40B4-BE49-F238E27FC236}">
                    <a16:creationId xmlns:a16="http://schemas.microsoft.com/office/drawing/2014/main" id="{0690A673-CFCD-373C-3AC5-E2575D07D56C}"/>
                  </a:ext>
                </a:extLst>
              </p:cNvPr>
              <p:cNvSpPr/>
              <p:nvPr/>
            </p:nvSpPr>
            <p:spPr>
              <a:xfrm>
                <a:off x="4433278" y="728907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0" name="Rectangle 6399">
                <a:extLst>
                  <a:ext uri="{FF2B5EF4-FFF2-40B4-BE49-F238E27FC236}">
                    <a16:creationId xmlns:a16="http://schemas.microsoft.com/office/drawing/2014/main" id="{5D0F1A35-20F7-2A46-3076-75FCC9499595}"/>
                  </a:ext>
                </a:extLst>
              </p:cNvPr>
              <p:cNvSpPr/>
              <p:nvPr/>
            </p:nvSpPr>
            <p:spPr>
              <a:xfrm>
                <a:off x="4433278" y="84059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1" name="Rectangle 6400">
                <a:extLst>
                  <a:ext uri="{FF2B5EF4-FFF2-40B4-BE49-F238E27FC236}">
                    <a16:creationId xmlns:a16="http://schemas.microsoft.com/office/drawing/2014/main" id="{569AC549-63B4-E3B4-C6C3-CD435CEC4F21}"/>
                  </a:ext>
                </a:extLst>
              </p:cNvPr>
              <p:cNvSpPr/>
              <p:nvPr/>
            </p:nvSpPr>
            <p:spPr>
              <a:xfrm>
                <a:off x="4433278" y="95227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2" name="Rectangle 6401">
                <a:extLst>
                  <a:ext uri="{FF2B5EF4-FFF2-40B4-BE49-F238E27FC236}">
                    <a16:creationId xmlns:a16="http://schemas.microsoft.com/office/drawing/2014/main" id="{DD13CBB6-A399-41FF-5703-400941DF4BB1}"/>
                  </a:ext>
                </a:extLst>
              </p:cNvPr>
              <p:cNvSpPr/>
              <p:nvPr/>
            </p:nvSpPr>
            <p:spPr>
              <a:xfrm>
                <a:off x="4433278" y="1063961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3" name="Rectangle 6402">
                <a:extLst>
                  <a:ext uri="{FF2B5EF4-FFF2-40B4-BE49-F238E27FC236}">
                    <a16:creationId xmlns:a16="http://schemas.microsoft.com/office/drawing/2014/main" id="{60E2A89F-B3DF-3C31-9424-E219C4D5E007}"/>
                  </a:ext>
                </a:extLst>
              </p:cNvPr>
              <p:cNvSpPr/>
              <p:nvPr/>
            </p:nvSpPr>
            <p:spPr>
              <a:xfrm>
                <a:off x="4433278" y="117564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4" name="Rectangle 6403">
                <a:extLst>
                  <a:ext uri="{FF2B5EF4-FFF2-40B4-BE49-F238E27FC236}">
                    <a16:creationId xmlns:a16="http://schemas.microsoft.com/office/drawing/2014/main" id="{94B11163-383A-4E58-7AC1-ED332DC9A032}"/>
                  </a:ext>
                </a:extLst>
              </p:cNvPr>
              <p:cNvSpPr/>
              <p:nvPr/>
            </p:nvSpPr>
            <p:spPr>
              <a:xfrm>
                <a:off x="4433278" y="1287437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5" name="Rectangle 6404">
                <a:extLst>
                  <a:ext uri="{FF2B5EF4-FFF2-40B4-BE49-F238E27FC236}">
                    <a16:creationId xmlns:a16="http://schemas.microsoft.com/office/drawing/2014/main" id="{7AAA842B-8A46-DC5B-3A7C-C6BA423D2AB4}"/>
                  </a:ext>
                </a:extLst>
              </p:cNvPr>
              <p:cNvSpPr/>
              <p:nvPr/>
            </p:nvSpPr>
            <p:spPr>
              <a:xfrm>
                <a:off x="4433278" y="1399122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6" name="Rectangle 6405">
                <a:extLst>
                  <a:ext uri="{FF2B5EF4-FFF2-40B4-BE49-F238E27FC236}">
                    <a16:creationId xmlns:a16="http://schemas.microsoft.com/office/drawing/2014/main" id="{B7A148FB-1ABD-FDB3-8D9A-0105FAFC2415}"/>
                  </a:ext>
                </a:extLst>
              </p:cNvPr>
              <p:cNvSpPr/>
              <p:nvPr/>
            </p:nvSpPr>
            <p:spPr>
              <a:xfrm>
                <a:off x="4433278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7" name="Rectangle 6406">
                <a:extLst>
                  <a:ext uri="{FF2B5EF4-FFF2-40B4-BE49-F238E27FC236}">
                    <a16:creationId xmlns:a16="http://schemas.microsoft.com/office/drawing/2014/main" id="{2AB0077C-58BC-D512-CFDD-439CC3D97374}"/>
                  </a:ext>
                </a:extLst>
              </p:cNvPr>
              <p:cNvSpPr/>
              <p:nvPr/>
            </p:nvSpPr>
            <p:spPr>
              <a:xfrm>
                <a:off x="4433278" y="162249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8" name="Rectangle 6407">
                <a:extLst>
                  <a:ext uri="{FF2B5EF4-FFF2-40B4-BE49-F238E27FC236}">
                    <a16:creationId xmlns:a16="http://schemas.microsoft.com/office/drawing/2014/main" id="{786E9AB9-364C-792E-1621-253AA2DC29A1}"/>
                  </a:ext>
                </a:extLst>
              </p:cNvPr>
              <p:cNvSpPr/>
              <p:nvPr/>
            </p:nvSpPr>
            <p:spPr>
              <a:xfrm>
                <a:off x="4433278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09" name="Rectangle 6408">
                <a:extLst>
                  <a:ext uri="{FF2B5EF4-FFF2-40B4-BE49-F238E27FC236}">
                    <a16:creationId xmlns:a16="http://schemas.microsoft.com/office/drawing/2014/main" id="{90B21C71-6C50-A4B6-50FB-1D1F74884515}"/>
                  </a:ext>
                </a:extLst>
              </p:cNvPr>
              <p:cNvSpPr/>
              <p:nvPr/>
            </p:nvSpPr>
            <p:spPr>
              <a:xfrm>
                <a:off x="4433278" y="1845861"/>
                <a:ext cx="98350" cy="111684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0" name="Rectangle 6409">
                <a:extLst>
                  <a:ext uri="{FF2B5EF4-FFF2-40B4-BE49-F238E27FC236}">
                    <a16:creationId xmlns:a16="http://schemas.microsoft.com/office/drawing/2014/main" id="{F2FF80BE-655B-0049-0B09-BFA4D9DBEE86}"/>
                  </a:ext>
                </a:extLst>
              </p:cNvPr>
              <p:cNvSpPr/>
              <p:nvPr/>
            </p:nvSpPr>
            <p:spPr>
              <a:xfrm>
                <a:off x="4433278" y="1957652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1" name="Rectangle 6410">
                <a:extLst>
                  <a:ext uri="{FF2B5EF4-FFF2-40B4-BE49-F238E27FC236}">
                    <a16:creationId xmlns:a16="http://schemas.microsoft.com/office/drawing/2014/main" id="{4C3AB8D7-A26F-DF7C-89C3-E0A1A4722A30}"/>
                  </a:ext>
                </a:extLst>
              </p:cNvPr>
              <p:cNvSpPr/>
              <p:nvPr/>
            </p:nvSpPr>
            <p:spPr>
              <a:xfrm>
                <a:off x="4433278" y="2069337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2" name="Rectangle 6411">
                <a:extLst>
                  <a:ext uri="{FF2B5EF4-FFF2-40B4-BE49-F238E27FC236}">
                    <a16:creationId xmlns:a16="http://schemas.microsoft.com/office/drawing/2014/main" id="{E4ACBB05-FC99-425C-0213-2AE4F987A70B}"/>
                  </a:ext>
                </a:extLst>
              </p:cNvPr>
              <p:cNvSpPr/>
              <p:nvPr/>
            </p:nvSpPr>
            <p:spPr>
              <a:xfrm>
                <a:off x="4433278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3" name="Rectangle 6412">
                <a:extLst>
                  <a:ext uri="{FF2B5EF4-FFF2-40B4-BE49-F238E27FC236}">
                    <a16:creationId xmlns:a16="http://schemas.microsoft.com/office/drawing/2014/main" id="{3CF94174-227D-F2A7-4840-876E76A1FE92}"/>
                  </a:ext>
                </a:extLst>
              </p:cNvPr>
              <p:cNvSpPr/>
              <p:nvPr/>
            </p:nvSpPr>
            <p:spPr>
              <a:xfrm>
                <a:off x="4433278" y="2292706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4" name="Rectangle 6413">
                <a:extLst>
                  <a:ext uri="{FF2B5EF4-FFF2-40B4-BE49-F238E27FC236}">
                    <a16:creationId xmlns:a16="http://schemas.microsoft.com/office/drawing/2014/main" id="{5235A7D9-85F1-71A5-AE4E-7FEBC623489B}"/>
                  </a:ext>
                </a:extLst>
              </p:cNvPr>
              <p:cNvSpPr/>
              <p:nvPr/>
            </p:nvSpPr>
            <p:spPr>
              <a:xfrm>
                <a:off x="4433278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5" name="Rectangle 6414">
                <a:extLst>
                  <a:ext uri="{FF2B5EF4-FFF2-40B4-BE49-F238E27FC236}">
                    <a16:creationId xmlns:a16="http://schemas.microsoft.com/office/drawing/2014/main" id="{E1D39CFB-1AFA-AE7A-B25B-2CB3FFCF118E}"/>
                  </a:ext>
                </a:extLst>
              </p:cNvPr>
              <p:cNvSpPr/>
              <p:nvPr/>
            </p:nvSpPr>
            <p:spPr>
              <a:xfrm>
                <a:off x="4433278" y="251607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6" name="Rectangle 6415">
                <a:extLst>
                  <a:ext uri="{FF2B5EF4-FFF2-40B4-BE49-F238E27FC236}">
                    <a16:creationId xmlns:a16="http://schemas.microsoft.com/office/drawing/2014/main" id="{A3A0EDA1-2512-7C30-6A75-DCF70004E892}"/>
                  </a:ext>
                </a:extLst>
              </p:cNvPr>
              <p:cNvSpPr/>
              <p:nvPr/>
            </p:nvSpPr>
            <p:spPr>
              <a:xfrm>
                <a:off x="4433278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7" name="Rectangle 6416">
                <a:extLst>
                  <a:ext uri="{FF2B5EF4-FFF2-40B4-BE49-F238E27FC236}">
                    <a16:creationId xmlns:a16="http://schemas.microsoft.com/office/drawing/2014/main" id="{040A0C0B-1E19-BD88-55CD-1948E930CB86}"/>
                  </a:ext>
                </a:extLst>
              </p:cNvPr>
              <p:cNvSpPr/>
              <p:nvPr/>
            </p:nvSpPr>
            <p:spPr>
              <a:xfrm>
                <a:off x="4433278" y="2739552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8" name="Rectangle 6417">
                <a:extLst>
                  <a:ext uri="{FF2B5EF4-FFF2-40B4-BE49-F238E27FC236}">
                    <a16:creationId xmlns:a16="http://schemas.microsoft.com/office/drawing/2014/main" id="{6D6E7262-2E65-95C4-7C05-F115CA39B5D4}"/>
                  </a:ext>
                </a:extLst>
              </p:cNvPr>
              <p:cNvSpPr/>
              <p:nvPr/>
            </p:nvSpPr>
            <p:spPr>
              <a:xfrm>
                <a:off x="4433278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19" name="Rectangle 6418">
                <a:extLst>
                  <a:ext uri="{FF2B5EF4-FFF2-40B4-BE49-F238E27FC236}">
                    <a16:creationId xmlns:a16="http://schemas.microsoft.com/office/drawing/2014/main" id="{4C63E824-AB88-BBD2-EF83-D504C3BA6BD7}"/>
                  </a:ext>
                </a:extLst>
              </p:cNvPr>
              <p:cNvSpPr/>
              <p:nvPr/>
            </p:nvSpPr>
            <p:spPr>
              <a:xfrm>
                <a:off x="4433278" y="29629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0" name="Rectangle 6419">
                <a:extLst>
                  <a:ext uri="{FF2B5EF4-FFF2-40B4-BE49-F238E27FC236}">
                    <a16:creationId xmlns:a16="http://schemas.microsoft.com/office/drawing/2014/main" id="{C2C336C4-2443-E35B-8C6D-3819F888E525}"/>
                  </a:ext>
                </a:extLst>
              </p:cNvPr>
              <p:cNvSpPr/>
              <p:nvPr/>
            </p:nvSpPr>
            <p:spPr>
              <a:xfrm>
                <a:off x="4433278" y="3074606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1" name="Rectangle 6420">
                <a:extLst>
                  <a:ext uri="{FF2B5EF4-FFF2-40B4-BE49-F238E27FC236}">
                    <a16:creationId xmlns:a16="http://schemas.microsoft.com/office/drawing/2014/main" id="{92A21E7E-544D-8ADF-778B-1A7C3E6E8D76}"/>
                  </a:ext>
                </a:extLst>
              </p:cNvPr>
              <p:cNvSpPr/>
              <p:nvPr/>
            </p:nvSpPr>
            <p:spPr>
              <a:xfrm>
                <a:off x="4433278" y="318629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2" name="Rectangle 6421">
                <a:extLst>
                  <a:ext uri="{FF2B5EF4-FFF2-40B4-BE49-F238E27FC236}">
                    <a16:creationId xmlns:a16="http://schemas.microsoft.com/office/drawing/2014/main" id="{CABC1326-B6E7-05FA-2EFE-819F39975CCC}"/>
                  </a:ext>
                </a:extLst>
              </p:cNvPr>
              <p:cNvSpPr/>
              <p:nvPr/>
            </p:nvSpPr>
            <p:spPr>
              <a:xfrm>
                <a:off x="4433278" y="3297975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3" name="Rectangle 6422">
                <a:extLst>
                  <a:ext uri="{FF2B5EF4-FFF2-40B4-BE49-F238E27FC236}">
                    <a16:creationId xmlns:a16="http://schemas.microsoft.com/office/drawing/2014/main" id="{4A8632ED-9F82-7BD8-CD49-3C1B2F1D03C6}"/>
                  </a:ext>
                </a:extLst>
              </p:cNvPr>
              <p:cNvSpPr/>
              <p:nvPr/>
            </p:nvSpPr>
            <p:spPr>
              <a:xfrm>
                <a:off x="4433278" y="3409660"/>
                <a:ext cx="98350" cy="111684"/>
              </a:xfrm>
              <a:prstGeom prst="rect">
                <a:avLst/>
              </a:prstGeom>
              <a:solidFill>
                <a:srgbClr val="FDAC1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4" name="Rectangle 6423">
                <a:extLst>
                  <a:ext uri="{FF2B5EF4-FFF2-40B4-BE49-F238E27FC236}">
                    <a16:creationId xmlns:a16="http://schemas.microsoft.com/office/drawing/2014/main" id="{1D17348D-640C-8CE7-D314-6E395622C619}"/>
                  </a:ext>
                </a:extLst>
              </p:cNvPr>
              <p:cNvSpPr/>
              <p:nvPr/>
            </p:nvSpPr>
            <p:spPr>
              <a:xfrm>
                <a:off x="4433278" y="3521451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5" name="Rectangle 6424">
                <a:extLst>
                  <a:ext uri="{FF2B5EF4-FFF2-40B4-BE49-F238E27FC236}">
                    <a16:creationId xmlns:a16="http://schemas.microsoft.com/office/drawing/2014/main" id="{530429C3-4B91-CC8D-6ED6-1529A79CA9DE}"/>
                  </a:ext>
                </a:extLst>
              </p:cNvPr>
              <p:cNvSpPr/>
              <p:nvPr/>
            </p:nvSpPr>
            <p:spPr>
              <a:xfrm>
                <a:off x="4433278" y="3633136"/>
                <a:ext cx="98350" cy="111684"/>
              </a:xfrm>
              <a:prstGeom prst="rect">
                <a:avLst/>
              </a:prstGeom>
              <a:solidFill>
                <a:srgbClr val="FF9A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6" name="Rectangle 6425">
                <a:extLst>
                  <a:ext uri="{FF2B5EF4-FFF2-40B4-BE49-F238E27FC236}">
                    <a16:creationId xmlns:a16="http://schemas.microsoft.com/office/drawing/2014/main" id="{E23E90DB-E749-E98D-6055-1BC62D44C1B5}"/>
                  </a:ext>
                </a:extLst>
              </p:cNvPr>
              <p:cNvSpPr/>
              <p:nvPr/>
            </p:nvSpPr>
            <p:spPr>
              <a:xfrm>
                <a:off x="4433278" y="3744821"/>
                <a:ext cx="98350" cy="111684"/>
              </a:xfrm>
              <a:prstGeom prst="rect">
                <a:avLst/>
              </a:prstGeom>
              <a:solidFill>
                <a:srgbClr val="FEA70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7" name="Rectangle 6426">
                <a:extLst>
                  <a:ext uri="{FF2B5EF4-FFF2-40B4-BE49-F238E27FC236}">
                    <a16:creationId xmlns:a16="http://schemas.microsoft.com/office/drawing/2014/main" id="{BCE6F738-CE33-39C4-8B44-C3F00A0EF115}"/>
                  </a:ext>
                </a:extLst>
              </p:cNvPr>
              <p:cNvSpPr/>
              <p:nvPr/>
            </p:nvSpPr>
            <p:spPr>
              <a:xfrm>
                <a:off x="4433278" y="3856506"/>
                <a:ext cx="98350" cy="111684"/>
              </a:xfrm>
              <a:prstGeom prst="rect">
                <a:avLst/>
              </a:prstGeom>
              <a:solidFill>
                <a:srgbClr val="FBB73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8" name="Rectangle 6427">
                <a:extLst>
                  <a:ext uri="{FF2B5EF4-FFF2-40B4-BE49-F238E27FC236}">
                    <a16:creationId xmlns:a16="http://schemas.microsoft.com/office/drawing/2014/main" id="{D34456E8-B407-9D84-3758-561D42A842E8}"/>
                  </a:ext>
                </a:extLst>
              </p:cNvPr>
              <p:cNvSpPr/>
              <p:nvPr/>
            </p:nvSpPr>
            <p:spPr>
              <a:xfrm>
                <a:off x="4433278" y="3968190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29" name="Rectangle 6428">
                <a:extLst>
                  <a:ext uri="{FF2B5EF4-FFF2-40B4-BE49-F238E27FC236}">
                    <a16:creationId xmlns:a16="http://schemas.microsoft.com/office/drawing/2014/main" id="{538FBD75-69ED-F9AF-95A1-9B66E6F0FD42}"/>
                  </a:ext>
                </a:extLst>
              </p:cNvPr>
              <p:cNvSpPr/>
              <p:nvPr/>
            </p:nvSpPr>
            <p:spPr>
              <a:xfrm>
                <a:off x="4433278" y="4079875"/>
                <a:ext cx="98350" cy="111684"/>
              </a:xfrm>
              <a:prstGeom prst="rect">
                <a:avLst/>
              </a:prstGeom>
              <a:solidFill>
                <a:srgbClr val="FDB02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0" name="Rectangle 6429">
                <a:extLst>
                  <a:ext uri="{FF2B5EF4-FFF2-40B4-BE49-F238E27FC236}">
                    <a16:creationId xmlns:a16="http://schemas.microsoft.com/office/drawing/2014/main" id="{4D4A83F5-A71B-0D92-A475-8918AF9C45C4}"/>
                  </a:ext>
                </a:extLst>
              </p:cNvPr>
              <p:cNvSpPr/>
              <p:nvPr/>
            </p:nvSpPr>
            <p:spPr>
              <a:xfrm>
                <a:off x="4433278" y="419156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1" name="Rectangle 6430">
                <a:extLst>
                  <a:ext uri="{FF2B5EF4-FFF2-40B4-BE49-F238E27FC236}">
                    <a16:creationId xmlns:a16="http://schemas.microsoft.com/office/drawing/2014/main" id="{8E0F33D7-22C5-9FFC-7923-F9DC3407ADED}"/>
                  </a:ext>
                </a:extLst>
              </p:cNvPr>
              <p:cNvSpPr/>
              <p:nvPr/>
            </p:nvSpPr>
            <p:spPr>
              <a:xfrm>
                <a:off x="4433278" y="430335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2" name="Rectangle 6431">
                <a:extLst>
                  <a:ext uri="{FF2B5EF4-FFF2-40B4-BE49-F238E27FC236}">
                    <a16:creationId xmlns:a16="http://schemas.microsoft.com/office/drawing/2014/main" id="{54A71E05-E6EA-9745-F47D-213B54C7ECC0}"/>
                  </a:ext>
                </a:extLst>
              </p:cNvPr>
              <p:cNvSpPr/>
              <p:nvPr/>
            </p:nvSpPr>
            <p:spPr>
              <a:xfrm>
                <a:off x="4433278" y="4415036"/>
                <a:ext cx="98350" cy="111684"/>
              </a:xfrm>
              <a:prstGeom prst="rect">
                <a:avLst/>
              </a:prstGeom>
              <a:solidFill>
                <a:srgbClr val="FBBC49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3" name="Rectangle 6432">
                <a:extLst>
                  <a:ext uri="{FF2B5EF4-FFF2-40B4-BE49-F238E27FC236}">
                    <a16:creationId xmlns:a16="http://schemas.microsoft.com/office/drawing/2014/main" id="{70A66730-1E0D-24B5-D963-9505FECB8757}"/>
                  </a:ext>
                </a:extLst>
              </p:cNvPr>
              <p:cNvSpPr/>
              <p:nvPr/>
            </p:nvSpPr>
            <p:spPr>
              <a:xfrm>
                <a:off x="4433278" y="4526721"/>
                <a:ext cx="98350" cy="111684"/>
              </a:xfrm>
              <a:prstGeom prst="rect">
                <a:avLst/>
              </a:prstGeom>
              <a:solidFill>
                <a:srgbClr val="F9C35F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4" name="Rectangle 6433">
                <a:extLst>
                  <a:ext uri="{FF2B5EF4-FFF2-40B4-BE49-F238E27FC236}">
                    <a16:creationId xmlns:a16="http://schemas.microsoft.com/office/drawing/2014/main" id="{9A8B627F-DCEB-FEC1-4790-D42881CC36CD}"/>
                  </a:ext>
                </a:extLst>
              </p:cNvPr>
              <p:cNvSpPr/>
              <p:nvPr/>
            </p:nvSpPr>
            <p:spPr>
              <a:xfrm>
                <a:off x="4433278" y="4638405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5" name="Rectangle 6434">
                <a:extLst>
                  <a:ext uri="{FF2B5EF4-FFF2-40B4-BE49-F238E27FC236}">
                    <a16:creationId xmlns:a16="http://schemas.microsoft.com/office/drawing/2014/main" id="{1214EBA5-CCEA-E21B-4F10-09483EDA79AC}"/>
                  </a:ext>
                </a:extLst>
              </p:cNvPr>
              <p:cNvSpPr/>
              <p:nvPr/>
            </p:nvSpPr>
            <p:spPr>
              <a:xfrm>
                <a:off x="4433278" y="4750090"/>
                <a:ext cx="98350" cy="111684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6" name="Rectangle 6435">
                <a:extLst>
                  <a:ext uri="{FF2B5EF4-FFF2-40B4-BE49-F238E27FC236}">
                    <a16:creationId xmlns:a16="http://schemas.microsoft.com/office/drawing/2014/main" id="{F14AFB0A-87C6-8A61-7AF7-F2CC10F76661}"/>
                  </a:ext>
                </a:extLst>
              </p:cNvPr>
              <p:cNvSpPr/>
              <p:nvPr/>
            </p:nvSpPr>
            <p:spPr>
              <a:xfrm>
                <a:off x="4433278" y="486177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7" name="Rectangle 6436">
                <a:extLst>
                  <a:ext uri="{FF2B5EF4-FFF2-40B4-BE49-F238E27FC236}">
                    <a16:creationId xmlns:a16="http://schemas.microsoft.com/office/drawing/2014/main" id="{6BB8D9F8-50F9-656E-910C-A2A27132C972}"/>
                  </a:ext>
                </a:extLst>
              </p:cNvPr>
              <p:cNvSpPr/>
              <p:nvPr/>
            </p:nvSpPr>
            <p:spPr>
              <a:xfrm>
                <a:off x="4433278" y="4973460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8" name="Rectangle 6437">
                <a:extLst>
                  <a:ext uri="{FF2B5EF4-FFF2-40B4-BE49-F238E27FC236}">
                    <a16:creationId xmlns:a16="http://schemas.microsoft.com/office/drawing/2014/main" id="{9ABA56D7-F052-3120-11A9-F5DC06B201C6}"/>
                  </a:ext>
                </a:extLst>
              </p:cNvPr>
              <p:cNvSpPr/>
              <p:nvPr/>
            </p:nvSpPr>
            <p:spPr>
              <a:xfrm>
                <a:off x="4433278" y="5085251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39" name="Rectangle 6438">
                <a:extLst>
                  <a:ext uri="{FF2B5EF4-FFF2-40B4-BE49-F238E27FC236}">
                    <a16:creationId xmlns:a16="http://schemas.microsoft.com/office/drawing/2014/main" id="{86678FAC-80B4-B335-4604-4002D3C1D284}"/>
                  </a:ext>
                </a:extLst>
              </p:cNvPr>
              <p:cNvSpPr/>
              <p:nvPr/>
            </p:nvSpPr>
            <p:spPr>
              <a:xfrm>
                <a:off x="4433278" y="5196936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0" name="Rectangle 6439">
                <a:extLst>
                  <a:ext uri="{FF2B5EF4-FFF2-40B4-BE49-F238E27FC236}">
                    <a16:creationId xmlns:a16="http://schemas.microsoft.com/office/drawing/2014/main" id="{35DCFA6C-3A72-B35C-AA69-0898B766EA41}"/>
                  </a:ext>
                </a:extLst>
              </p:cNvPr>
              <p:cNvSpPr/>
              <p:nvPr/>
            </p:nvSpPr>
            <p:spPr>
              <a:xfrm>
                <a:off x="4433278" y="5308620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1" name="Rectangle 6440">
                <a:extLst>
                  <a:ext uri="{FF2B5EF4-FFF2-40B4-BE49-F238E27FC236}">
                    <a16:creationId xmlns:a16="http://schemas.microsoft.com/office/drawing/2014/main" id="{24F75C76-DB59-C8E1-224C-E9AE90BF1376}"/>
                  </a:ext>
                </a:extLst>
              </p:cNvPr>
              <p:cNvSpPr/>
              <p:nvPr/>
            </p:nvSpPr>
            <p:spPr>
              <a:xfrm>
                <a:off x="4433278" y="542030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2" name="Rectangle 6441">
                <a:extLst>
                  <a:ext uri="{FF2B5EF4-FFF2-40B4-BE49-F238E27FC236}">
                    <a16:creationId xmlns:a16="http://schemas.microsoft.com/office/drawing/2014/main" id="{599C493E-09E2-DA6A-F596-8D184D33802C}"/>
                  </a:ext>
                </a:extLst>
              </p:cNvPr>
              <p:cNvSpPr/>
              <p:nvPr/>
            </p:nvSpPr>
            <p:spPr>
              <a:xfrm>
                <a:off x="4433278" y="5531990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3" name="Rectangle 6442">
                <a:extLst>
                  <a:ext uri="{FF2B5EF4-FFF2-40B4-BE49-F238E27FC236}">
                    <a16:creationId xmlns:a16="http://schemas.microsoft.com/office/drawing/2014/main" id="{8EF5BCE8-78ED-0E1A-22C0-C79FB1733939}"/>
                  </a:ext>
                </a:extLst>
              </p:cNvPr>
              <p:cNvSpPr/>
              <p:nvPr/>
            </p:nvSpPr>
            <p:spPr>
              <a:xfrm>
                <a:off x="4433278" y="5643675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4" name="Rectangle 6443">
                <a:extLst>
                  <a:ext uri="{FF2B5EF4-FFF2-40B4-BE49-F238E27FC236}">
                    <a16:creationId xmlns:a16="http://schemas.microsoft.com/office/drawing/2014/main" id="{784831E5-B059-AA1F-EE36-D80552E1B004}"/>
                  </a:ext>
                </a:extLst>
              </p:cNvPr>
              <p:cNvSpPr/>
              <p:nvPr/>
            </p:nvSpPr>
            <p:spPr>
              <a:xfrm>
                <a:off x="4433278" y="5755359"/>
                <a:ext cx="98350" cy="111684"/>
              </a:xfrm>
              <a:prstGeom prst="rect">
                <a:avLst/>
              </a:prstGeom>
              <a:solidFill>
                <a:srgbClr val="F9C35F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5" name="Rectangle 6444">
                <a:extLst>
                  <a:ext uri="{FF2B5EF4-FFF2-40B4-BE49-F238E27FC236}">
                    <a16:creationId xmlns:a16="http://schemas.microsoft.com/office/drawing/2014/main" id="{6BE12631-8E2F-D6DB-CAC2-F17C27A89A50}"/>
                  </a:ext>
                </a:extLst>
              </p:cNvPr>
              <p:cNvSpPr/>
              <p:nvPr/>
            </p:nvSpPr>
            <p:spPr>
              <a:xfrm>
                <a:off x="4433278" y="5867151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6" name="Rectangle 6445">
                <a:extLst>
                  <a:ext uri="{FF2B5EF4-FFF2-40B4-BE49-F238E27FC236}">
                    <a16:creationId xmlns:a16="http://schemas.microsoft.com/office/drawing/2014/main" id="{8ECF63E7-BCF5-EC80-BDED-FBB306EC5B28}"/>
                  </a:ext>
                </a:extLst>
              </p:cNvPr>
              <p:cNvSpPr/>
              <p:nvPr/>
            </p:nvSpPr>
            <p:spPr>
              <a:xfrm>
                <a:off x="4433278" y="5978835"/>
                <a:ext cx="98350" cy="111684"/>
              </a:xfrm>
              <a:prstGeom prst="rect">
                <a:avLst/>
              </a:prstGeom>
              <a:solidFill>
                <a:srgbClr val="FCB32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7" name="Rectangle 6446">
                <a:extLst>
                  <a:ext uri="{FF2B5EF4-FFF2-40B4-BE49-F238E27FC236}">
                    <a16:creationId xmlns:a16="http://schemas.microsoft.com/office/drawing/2014/main" id="{A93D1856-3043-E6FB-1B65-F912BE4EB5EB}"/>
                  </a:ext>
                </a:extLst>
              </p:cNvPr>
              <p:cNvSpPr/>
              <p:nvPr/>
            </p:nvSpPr>
            <p:spPr>
              <a:xfrm>
                <a:off x="4433278" y="6090520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8" name="Rectangle 6447">
                <a:extLst>
                  <a:ext uri="{FF2B5EF4-FFF2-40B4-BE49-F238E27FC236}">
                    <a16:creationId xmlns:a16="http://schemas.microsoft.com/office/drawing/2014/main" id="{2A4158A6-4D12-7523-B8B4-3DC440DEB5D4}"/>
                  </a:ext>
                </a:extLst>
              </p:cNvPr>
              <p:cNvSpPr/>
              <p:nvPr/>
            </p:nvSpPr>
            <p:spPr>
              <a:xfrm>
                <a:off x="4433278" y="6202205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49" name="Rectangle 6448">
                <a:extLst>
                  <a:ext uri="{FF2B5EF4-FFF2-40B4-BE49-F238E27FC236}">
                    <a16:creationId xmlns:a16="http://schemas.microsoft.com/office/drawing/2014/main" id="{8677728F-C60A-0E42-6A32-BDFD4B32CBD0}"/>
                  </a:ext>
                </a:extLst>
              </p:cNvPr>
              <p:cNvSpPr/>
              <p:nvPr/>
            </p:nvSpPr>
            <p:spPr>
              <a:xfrm>
                <a:off x="4433278" y="6313890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0" name="Rectangle 6449">
                <a:extLst>
                  <a:ext uri="{FF2B5EF4-FFF2-40B4-BE49-F238E27FC236}">
                    <a16:creationId xmlns:a16="http://schemas.microsoft.com/office/drawing/2014/main" id="{A24CF646-C487-38AA-ACE0-10877094A7B0}"/>
                  </a:ext>
                </a:extLst>
              </p:cNvPr>
              <p:cNvSpPr/>
              <p:nvPr/>
            </p:nvSpPr>
            <p:spPr>
              <a:xfrm>
                <a:off x="4433278" y="6425574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1" name="Rectangle 6450">
                <a:extLst>
                  <a:ext uri="{FF2B5EF4-FFF2-40B4-BE49-F238E27FC236}">
                    <a16:creationId xmlns:a16="http://schemas.microsoft.com/office/drawing/2014/main" id="{21DCF039-96E4-3EFF-C466-880525801FC3}"/>
                  </a:ext>
                </a:extLst>
              </p:cNvPr>
              <p:cNvSpPr/>
              <p:nvPr/>
            </p:nvSpPr>
            <p:spPr>
              <a:xfrm>
                <a:off x="4433278" y="6537259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2" name="Rectangle 6451">
                <a:extLst>
                  <a:ext uri="{FF2B5EF4-FFF2-40B4-BE49-F238E27FC236}">
                    <a16:creationId xmlns:a16="http://schemas.microsoft.com/office/drawing/2014/main" id="{F6F4A53C-140E-4369-A985-3D2624C4F04A}"/>
                  </a:ext>
                </a:extLst>
              </p:cNvPr>
              <p:cNvSpPr/>
              <p:nvPr/>
            </p:nvSpPr>
            <p:spPr>
              <a:xfrm>
                <a:off x="4433278" y="6649051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3" name="Rectangle 6452">
                <a:extLst>
                  <a:ext uri="{FF2B5EF4-FFF2-40B4-BE49-F238E27FC236}">
                    <a16:creationId xmlns:a16="http://schemas.microsoft.com/office/drawing/2014/main" id="{DCE2578A-0C53-2B02-9E20-7506FDBB0AD9}"/>
                  </a:ext>
                </a:extLst>
              </p:cNvPr>
              <p:cNvSpPr/>
              <p:nvPr/>
            </p:nvSpPr>
            <p:spPr>
              <a:xfrm>
                <a:off x="4433278" y="6760735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4" name="Rectangle 6453">
                <a:extLst>
                  <a:ext uri="{FF2B5EF4-FFF2-40B4-BE49-F238E27FC236}">
                    <a16:creationId xmlns:a16="http://schemas.microsoft.com/office/drawing/2014/main" id="{CEC5DB30-5337-6528-187F-DEFF8DDB1CAB}"/>
                  </a:ext>
                </a:extLst>
              </p:cNvPr>
              <p:cNvSpPr/>
              <p:nvPr/>
            </p:nvSpPr>
            <p:spPr>
              <a:xfrm>
                <a:off x="4531629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5" name="Rectangle 6454">
                <a:extLst>
                  <a:ext uri="{FF2B5EF4-FFF2-40B4-BE49-F238E27FC236}">
                    <a16:creationId xmlns:a16="http://schemas.microsoft.com/office/drawing/2014/main" id="{5EB8819B-A574-5B7E-01C3-5626151FD406}"/>
                  </a:ext>
                </a:extLst>
              </p:cNvPr>
              <p:cNvSpPr/>
              <p:nvPr/>
            </p:nvSpPr>
            <p:spPr>
              <a:xfrm>
                <a:off x="4531629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6" name="Rectangle 6455">
                <a:extLst>
                  <a:ext uri="{FF2B5EF4-FFF2-40B4-BE49-F238E27FC236}">
                    <a16:creationId xmlns:a16="http://schemas.microsoft.com/office/drawing/2014/main" id="{4A5C5CB4-5CEE-8BE0-6CE2-2259E7060103}"/>
                  </a:ext>
                </a:extLst>
              </p:cNvPr>
              <p:cNvSpPr/>
              <p:nvPr/>
            </p:nvSpPr>
            <p:spPr>
              <a:xfrm>
                <a:off x="4531629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7" name="Rectangle 6456">
                <a:extLst>
                  <a:ext uri="{FF2B5EF4-FFF2-40B4-BE49-F238E27FC236}">
                    <a16:creationId xmlns:a16="http://schemas.microsoft.com/office/drawing/2014/main" id="{5FE41020-9D8F-D70B-EC56-EE4EE4AC3A2E}"/>
                  </a:ext>
                </a:extLst>
              </p:cNvPr>
              <p:cNvSpPr/>
              <p:nvPr/>
            </p:nvSpPr>
            <p:spPr>
              <a:xfrm>
                <a:off x="4531629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8" name="Rectangle 6457">
                <a:extLst>
                  <a:ext uri="{FF2B5EF4-FFF2-40B4-BE49-F238E27FC236}">
                    <a16:creationId xmlns:a16="http://schemas.microsoft.com/office/drawing/2014/main" id="{13A23F70-811A-A41B-D757-B66E0EE9D876}"/>
                  </a:ext>
                </a:extLst>
              </p:cNvPr>
              <p:cNvSpPr/>
              <p:nvPr/>
            </p:nvSpPr>
            <p:spPr>
              <a:xfrm>
                <a:off x="4531629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59" name="Rectangle 6458">
                <a:extLst>
                  <a:ext uri="{FF2B5EF4-FFF2-40B4-BE49-F238E27FC236}">
                    <a16:creationId xmlns:a16="http://schemas.microsoft.com/office/drawing/2014/main" id="{A9997348-B754-257B-4FC5-11F8F9FA3672}"/>
                  </a:ext>
                </a:extLst>
              </p:cNvPr>
              <p:cNvSpPr/>
              <p:nvPr/>
            </p:nvSpPr>
            <p:spPr>
              <a:xfrm>
                <a:off x="4531629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0" name="Rectangle 6459">
                <a:extLst>
                  <a:ext uri="{FF2B5EF4-FFF2-40B4-BE49-F238E27FC236}">
                    <a16:creationId xmlns:a16="http://schemas.microsoft.com/office/drawing/2014/main" id="{D4690A4C-7F4C-CBF3-AC76-F8FBA5A23D4D}"/>
                  </a:ext>
                </a:extLst>
              </p:cNvPr>
              <p:cNvSpPr/>
              <p:nvPr/>
            </p:nvSpPr>
            <p:spPr>
              <a:xfrm>
                <a:off x="4531629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1" name="Rectangle 6460">
                <a:extLst>
                  <a:ext uri="{FF2B5EF4-FFF2-40B4-BE49-F238E27FC236}">
                    <a16:creationId xmlns:a16="http://schemas.microsoft.com/office/drawing/2014/main" id="{421A1C17-2F43-C4EC-E648-81E46B1B6DA1}"/>
                  </a:ext>
                </a:extLst>
              </p:cNvPr>
              <p:cNvSpPr/>
              <p:nvPr/>
            </p:nvSpPr>
            <p:spPr>
              <a:xfrm>
                <a:off x="4531629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2" name="Rectangle 6461">
                <a:extLst>
                  <a:ext uri="{FF2B5EF4-FFF2-40B4-BE49-F238E27FC236}">
                    <a16:creationId xmlns:a16="http://schemas.microsoft.com/office/drawing/2014/main" id="{62216665-8524-3C9C-A786-A8770AB42529}"/>
                  </a:ext>
                </a:extLst>
              </p:cNvPr>
              <p:cNvSpPr/>
              <p:nvPr/>
            </p:nvSpPr>
            <p:spPr>
              <a:xfrm>
                <a:off x="4531629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3" name="Rectangle 6462">
                <a:extLst>
                  <a:ext uri="{FF2B5EF4-FFF2-40B4-BE49-F238E27FC236}">
                    <a16:creationId xmlns:a16="http://schemas.microsoft.com/office/drawing/2014/main" id="{E7D71BB0-9A61-C751-DE9B-33DEBB1B27CE}"/>
                  </a:ext>
                </a:extLst>
              </p:cNvPr>
              <p:cNvSpPr/>
              <p:nvPr/>
            </p:nvSpPr>
            <p:spPr>
              <a:xfrm>
                <a:off x="4531629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4" name="Rectangle 6463">
                <a:extLst>
                  <a:ext uri="{FF2B5EF4-FFF2-40B4-BE49-F238E27FC236}">
                    <a16:creationId xmlns:a16="http://schemas.microsoft.com/office/drawing/2014/main" id="{291A73EE-3020-6469-DCF6-544D98ECF198}"/>
                  </a:ext>
                </a:extLst>
              </p:cNvPr>
              <p:cNvSpPr/>
              <p:nvPr/>
            </p:nvSpPr>
            <p:spPr>
              <a:xfrm>
                <a:off x="4531629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5" name="Rectangle 6464">
                <a:extLst>
                  <a:ext uri="{FF2B5EF4-FFF2-40B4-BE49-F238E27FC236}">
                    <a16:creationId xmlns:a16="http://schemas.microsoft.com/office/drawing/2014/main" id="{B3F4330F-97A6-0BE3-E7A2-D4364E2C9A8E}"/>
                  </a:ext>
                </a:extLst>
              </p:cNvPr>
              <p:cNvSpPr/>
              <p:nvPr/>
            </p:nvSpPr>
            <p:spPr>
              <a:xfrm>
                <a:off x="4531629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6" name="Rectangle 6465">
                <a:extLst>
                  <a:ext uri="{FF2B5EF4-FFF2-40B4-BE49-F238E27FC236}">
                    <a16:creationId xmlns:a16="http://schemas.microsoft.com/office/drawing/2014/main" id="{E5C4B893-4FC3-07FA-26F6-D38613AC8ABC}"/>
                  </a:ext>
                </a:extLst>
              </p:cNvPr>
              <p:cNvSpPr/>
              <p:nvPr/>
            </p:nvSpPr>
            <p:spPr>
              <a:xfrm>
                <a:off x="4531629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7" name="Rectangle 6466">
                <a:extLst>
                  <a:ext uri="{FF2B5EF4-FFF2-40B4-BE49-F238E27FC236}">
                    <a16:creationId xmlns:a16="http://schemas.microsoft.com/office/drawing/2014/main" id="{D45C9416-0057-85DB-C02C-5E4EEA75F2DE}"/>
                  </a:ext>
                </a:extLst>
              </p:cNvPr>
              <p:cNvSpPr/>
              <p:nvPr/>
            </p:nvSpPr>
            <p:spPr>
              <a:xfrm>
                <a:off x="4531629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8" name="Rectangle 6467">
                <a:extLst>
                  <a:ext uri="{FF2B5EF4-FFF2-40B4-BE49-F238E27FC236}">
                    <a16:creationId xmlns:a16="http://schemas.microsoft.com/office/drawing/2014/main" id="{D81C0E12-D334-49F6-C7EC-FCCCFF575465}"/>
                  </a:ext>
                </a:extLst>
              </p:cNvPr>
              <p:cNvSpPr/>
              <p:nvPr/>
            </p:nvSpPr>
            <p:spPr>
              <a:xfrm>
                <a:off x="4531629" y="11756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69" name="Rectangle 6468">
                <a:extLst>
                  <a:ext uri="{FF2B5EF4-FFF2-40B4-BE49-F238E27FC236}">
                    <a16:creationId xmlns:a16="http://schemas.microsoft.com/office/drawing/2014/main" id="{F37A4310-175B-726E-1E9F-CD993983E952}"/>
                  </a:ext>
                </a:extLst>
              </p:cNvPr>
              <p:cNvSpPr/>
              <p:nvPr/>
            </p:nvSpPr>
            <p:spPr>
              <a:xfrm>
                <a:off x="4531629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0" name="Rectangle 6469">
                <a:extLst>
                  <a:ext uri="{FF2B5EF4-FFF2-40B4-BE49-F238E27FC236}">
                    <a16:creationId xmlns:a16="http://schemas.microsoft.com/office/drawing/2014/main" id="{5E8C4F08-FA4A-52B8-3A8A-8745EAF94DAA}"/>
                  </a:ext>
                </a:extLst>
              </p:cNvPr>
              <p:cNvSpPr/>
              <p:nvPr/>
            </p:nvSpPr>
            <p:spPr>
              <a:xfrm>
                <a:off x="4531629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1" name="Rectangle 6470">
                <a:extLst>
                  <a:ext uri="{FF2B5EF4-FFF2-40B4-BE49-F238E27FC236}">
                    <a16:creationId xmlns:a16="http://schemas.microsoft.com/office/drawing/2014/main" id="{BE67961C-917E-E8B8-EF7B-4E1A0B556DF2}"/>
                  </a:ext>
                </a:extLst>
              </p:cNvPr>
              <p:cNvSpPr/>
              <p:nvPr/>
            </p:nvSpPr>
            <p:spPr>
              <a:xfrm>
                <a:off x="4531629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2" name="Rectangle 6471">
                <a:extLst>
                  <a:ext uri="{FF2B5EF4-FFF2-40B4-BE49-F238E27FC236}">
                    <a16:creationId xmlns:a16="http://schemas.microsoft.com/office/drawing/2014/main" id="{0CEABBD0-6F0E-A7B4-0CB2-C1E579BE7E72}"/>
                  </a:ext>
                </a:extLst>
              </p:cNvPr>
              <p:cNvSpPr/>
              <p:nvPr/>
            </p:nvSpPr>
            <p:spPr>
              <a:xfrm>
                <a:off x="4531629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3" name="Rectangle 6472">
                <a:extLst>
                  <a:ext uri="{FF2B5EF4-FFF2-40B4-BE49-F238E27FC236}">
                    <a16:creationId xmlns:a16="http://schemas.microsoft.com/office/drawing/2014/main" id="{978BF3BA-3504-609E-A081-3EE215E11E9E}"/>
                  </a:ext>
                </a:extLst>
              </p:cNvPr>
              <p:cNvSpPr/>
              <p:nvPr/>
            </p:nvSpPr>
            <p:spPr>
              <a:xfrm>
                <a:off x="4531629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4" name="Rectangle 6473">
                <a:extLst>
                  <a:ext uri="{FF2B5EF4-FFF2-40B4-BE49-F238E27FC236}">
                    <a16:creationId xmlns:a16="http://schemas.microsoft.com/office/drawing/2014/main" id="{91184385-3323-CEC9-A412-09653C869B7D}"/>
                  </a:ext>
                </a:extLst>
              </p:cNvPr>
              <p:cNvSpPr/>
              <p:nvPr/>
            </p:nvSpPr>
            <p:spPr>
              <a:xfrm>
                <a:off x="4531629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5" name="Rectangle 6474">
                <a:extLst>
                  <a:ext uri="{FF2B5EF4-FFF2-40B4-BE49-F238E27FC236}">
                    <a16:creationId xmlns:a16="http://schemas.microsoft.com/office/drawing/2014/main" id="{078D0467-A0A3-BF53-A013-3D647AE0AAE1}"/>
                  </a:ext>
                </a:extLst>
              </p:cNvPr>
              <p:cNvSpPr/>
              <p:nvPr/>
            </p:nvSpPr>
            <p:spPr>
              <a:xfrm>
                <a:off x="4531629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6" name="Rectangle 6475">
                <a:extLst>
                  <a:ext uri="{FF2B5EF4-FFF2-40B4-BE49-F238E27FC236}">
                    <a16:creationId xmlns:a16="http://schemas.microsoft.com/office/drawing/2014/main" id="{7533C1C0-DA6A-9448-2014-3C0310F92018}"/>
                  </a:ext>
                </a:extLst>
              </p:cNvPr>
              <p:cNvSpPr/>
              <p:nvPr/>
            </p:nvSpPr>
            <p:spPr>
              <a:xfrm>
                <a:off x="4531629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7" name="Rectangle 6476">
                <a:extLst>
                  <a:ext uri="{FF2B5EF4-FFF2-40B4-BE49-F238E27FC236}">
                    <a16:creationId xmlns:a16="http://schemas.microsoft.com/office/drawing/2014/main" id="{59227077-C45F-C79C-F984-1AC05931A49C}"/>
                  </a:ext>
                </a:extLst>
              </p:cNvPr>
              <p:cNvSpPr/>
              <p:nvPr/>
            </p:nvSpPr>
            <p:spPr>
              <a:xfrm>
                <a:off x="4531629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8" name="Rectangle 6477">
                <a:extLst>
                  <a:ext uri="{FF2B5EF4-FFF2-40B4-BE49-F238E27FC236}">
                    <a16:creationId xmlns:a16="http://schemas.microsoft.com/office/drawing/2014/main" id="{7970BB15-D9FF-CA8B-1523-F6957D4FB8B8}"/>
                  </a:ext>
                </a:extLst>
              </p:cNvPr>
              <p:cNvSpPr/>
              <p:nvPr/>
            </p:nvSpPr>
            <p:spPr>
              <a:xfrm>
                <a:off x="4531629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79" name="Rectangle 6478">
                <a:extLst>
                  <a:ext uri="{FF2B5EF4-FFF2-40B4-BE49-F238E27FC236}">
                    <a16:creationId xmlns:a16="http://schemas.microsoft.com/office/drawing/2014/main" id="{611FA5F1-F936-B3B0-52EA-8F9160299B55}"/>
                  </a:ext>
                </a:extLst>
              </p:cNvPr>
              <p:cNvSpPr/>
              <p:nvPr/>
            </p:nvSpPr>
            <p:spPr>
              <a:xfrm>
                <a:off x="4531629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0" name="Rectangle 6479">
                <a:extLst>
                  <a:ext uri="{FF2B5EF4-FFF2-40B4-BE49-F238E27FC236}">
                    <a16:creationId xmlns:a16="http://schemas.microsoft.com/office/drawing/2014/main" id="{C4158940-13D6-4B3C-687D-1562BDC9E897}"/>
                  </a:ext>
                </a:extLst>
              </p:cNvPr>
              <p:cNvSpPr/>
              <p:nvPr/>
            </p:nvSpPr>
            <p:spPr>
              <a:xfrm>
                <a:off x="4531629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1" name="Rectangle 6480">
                <a:extLst>
                  <a:ext uri="{FF2B5EF4-FFF2-40B4-BE49-F238E27FC236}">
                    <a16:creationId xmlns:a16="http://schemas.microsoft.com/office/drawing/2014/main" id="{10028D4A-FF18-81CB-5773-27A207072AF8}"/>
                  </a:ext>
                </a:extLst>
              </p:cNvPr>
              <p:cNvSpPr/>
              <p:nvPr/>
            </p:nvSpPr>
            <p:spPr>
              <a:xfrm>
                <a:off x="4531629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2" name="Rectangle 6481">
                <a:extLst>
                  <a:ext uri="{FF2B5EF4-FFF2-40B4-BE49-F238E27FC236}">
                    <a16:creationId xmlns:a16="http://schemas.microsoft.com/office/drawing/2014/main" id="{8B1547CD-74B3-D1D9-203F-44D29E094F25}"/>
                  </a:ext>
                </a:extLst>
              </p:cNvPr>
              <p:cNvSpPr/>
              <p:nvPr/>
            </p:nvSpPr>
            <p:spPr>
              <a:xfrm>
                <a:off x="4531629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3" name="Rectangle 6482">
                <a:extLst>
                  <a:ext uri="{FF2B5EF4-FFF2-40B4-BE49-F238E27FC236}">
                    <a16:creationId xmlns:a16="http://schemas.microsoft.com/office/drawing/2014/main" id="{B45DA632-FB7E-6D6E-6C40-47A77480EF6F}"/>
                  </a:ext>
                </a:extLst>
              </p:cNvPr>
              <p:cNvSpPr/>
              <p:nvPr/>
            </p:nvSpPr>
            <p:spPr>
              <a:xfrm>
                <a:off x="4531629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4" name="Rectangle 6483">
                <a:extLst>
                  <a:ext uri="{FF2B5EF4-FFF2-40B4-BE49-F238E27FC236}">
                    <a16:creationId xmlns:a16="http://schemas.microsoft.com/office/drawing/2014/main" id="{69BF09DD-4D62-4D8E-35A5-9182A0F37B62}"/>
                  </a:ext>
                </a:extLst>
              </p:cNvPr>
              <p:cNvSpPr/>
              <p:nvPr/>
            </p:nvSpPr>
            <p:spPr>
              <a:xfrm>
                <a:off x="4531629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5" name="Rectangle 6484">
                <a:extLst>
                  <a:ext uri="{FF2B5EF4-FFF2-40B4-BE49-F238E27FC236}">
                    <a16:creationId xmlns:a16="http://schemas.microsoft.com/office/drawing/2014/main" id="{006F5B60-6382-18B7-2377-C45A9CB4A61E}"/>
                  </a:ext>
                </a:extLst>
              </p:cNvPr>
              <p:cNvSpPr/>
              <p:nvPr/>
            </p:nvSpPr>
            <p:spPr>
              <a:xfrm>
                <a:off x="4531629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6" name="Rectangle 6485">
                <a:extLst>
                  <a:ext uri="{FF2B5EF4-FFF2-40B4-BE49-F238E27FC236}">
                    <a16:creationId xmlns:a16="http://schemas.microsoft.com/office/drawing/2014/main" id="{7F2171B5-3BD5-379E-1310-32D57096B2CC}"/>
                  </a:ext>
                </a:extLst>
              </p:cNvPr>
              <p:cNvSpPr/>
              <p:nvPr/>
            </p:nvSpPr>
            <p:spPr>
              <a:xfrm>
                <a:off x="4531629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7" name="Rectangle 6486">
                <a:extLst>
                  <a:ext uri="{FF2B5EF4-FFF2-40B4-BE49-F238E27FC236}">
                    <a16:creationId xmlns:a16="http://schemas.microsoft.com/office/drawing/2014/main" id="{2DB1F5B6-EAB2-3B32-C8A6-2D44F75707A6}"/>
                  </a:ext>
                </a:extLst>
              </p:cNvPr>
              <p:cNvSpPr/>
              <p:nvPr/>
            </p:nvSpPr>
            <p:spPr>
              <a:xfrm>
                <a:off x="4531629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8" name="Rectangle 6487">
                <a:extLst>
                  <a:ext uri="{FF2B5EF4-FFF2-40B4-BE49-F238E27FC236}">
                    <a16:creationId xmlns:a16="http://schemas.microsoft.com/office/drawing/2014/main" id="{02BE16E0-5FFC-60DF-0D25-27376755CBBE}"/>
                  </a:ext>
                </a:extLst>
              </p:cNvPr>
              <p:cNvSpPr/>
              <p:nvPr/>
            </p:nvSpPr>
            <p:spPr>
              <a:xfrm>
                <a:off x="4531629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89" name="Rectangle 6488">
                <a:extLst>
                  <a:ext uri="{FF2B5EF4-FFF2-40B4-BE49-F238E27FC236}">
                    <a16:creationId xmlns:a16="http://schemas.microsoft.com/office/drawing/2014/main" id="{E3B33B5C-916F-CFC0-9D99-356C61AFE6FD}"/>
                  </a:ext>
                </a:extLst>
              </p:cNvPr>
              <p:cNvSpPr/>
              <p:nvPr/>
            </p:nvSpPr>
            <p:spPr>
              <a:xfrm>
                <a:off x="4531629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0" name="Rectangle 6489">
                <a:extLst>
                  <a:ext uri="{FF2B5EF4-FFF2-40B4-BE49-F238E27FC236}">
                    <a16:creationId xmlns:a16="http://schemas.microsoft.com/office/drawing/2014/main" id="{82F88C86-7976-E0BD-B365-978CDA1BA765}"/>
                  </a:ext>
                </a:extLst>
              </p:cNvPr>
              <p:cNvSpPr/>
              <p:nvPr/>
            </p:nvSpPr>
            <p:spPr>
              <a:xfrm>
                <a:off x="4531629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1" name="Rectangle 6490">
                <a:extLst>
                  <a:ext uri="{FF2B5EF4-FFF2-40B4-BE49-F238E27FC236}">
                    <a16:creationId xmlns:a16="http://schemas.microsoft.com/office/drawing/2014/main" id="{0C605A67-80DD-C257-A93E-2E9AE9534F2F}"/>
                  </a:ext>
                </a:extLst>
              </p:cNvPr>
              <p:cNvSpPr/>
              <p:nvPr/>
            </p:nvSpPr>
            <p:spPr>
              <a:xfrm>
                <a:off x="4531629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2" name="Rectangle 6491">
                <a:extLst>
                  <a:ext uri="{FF2B5EF4-FFF2-40B4-BE49-F238E27FC236}">
                    <a16:creationId xmlns:a16="http://schemas.microsoft.com/office/drawing/2014/main" id="{BBA1A365-A99D-DADE-0DC4-CA5A27A620CC}"/>
                  </a:ext>
                </a:extLst>
              </p:cNvPr>
              <p:cNvSpPr/>
              <p:nvPr/>
            </p:nvSpPr>
            <p:spPr>
              <a:xfrm>
                <a:off x="4531629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3" name="Rectangle 6492">
                <a:extLst>
                  <a:ext uri="{FF2B5EF4-FFF2-40B4-BE49-F238E27FC236}">
                    <a16:creationId xmlns:a16="http://schemas.microsoft.com/office/drawing/2014/main" id="{18628580-D9DC-431E-58BE-33C69DE85FA5}"/>
                  </a:ext>
                </a:extLst>
              </p:cNvPr>
              <p:cNvSpPr/>
              <p:nvPr/>
            </p:nvSpPr>
            <p:spPr>
              <a:xfrm>
                <a:off x="4531629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4" name="Rectangle 6493">
                <a:extLst>
                  <a:ext uri="{FF2B5EF4-FFF2-40B4-BE49-F238E27FC236}">
                    <a16:creationId xmlns:a16="http://schemas.microsoft.com/office/drawing/2014/main" id="{457E9C7D-7119-9CB1-6A5C-8B4325EA67D6}"/>
                  </a:ext>
                </a:extLst>
              </p:cNvPr>
              <p:cNvSpPr/>
              <p:nvPr/>
            </p:nvSpPr>
            <p:spPr>
              <a:xfrm>
                <a:off x="4531629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5" name="Rectangle 6494">
                <a:extLst>
                  <a:ext uri="{FF2B5EF4-FFF2-40B4-BE49-F238E27FC236}">
                    <a16:creationId xmlns:a16="http://schemas.microsoft.com/office/drawing/2014/main" id="{0C0CE6A0-75D5-BFA9-A517-BF831D436ABD}"/>
                  </a:ext>
                </a:extLst>
              </p:cNvPr>
              <p:cNvSpPr/>
              <p:nvPr/>
            </p:nvSpPr>
            <p:spPr>
              <a:xfrm>
                <a:off x="4531629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6" name="Rectangle 6495">
                <a:extLst>
                  <a:ext uri="{FF2B5EF4-FFF2-40B4-BE49-F238E27FC236}">
                    <a16:creationId xmlns:a16="http://schemas.microsoft.com/office/drawing/2014/main" id="{5B624C21-33BC-C2E1-B947-496A023FA337}"/>
                  </a:ext>
                </a:extLst>
              </p:cNvPr>
              <p:cNvSpPr/>
              <p:nvPr/>
            </p:nvSpPr>
            <p:spPr>
              <a:xfrm>
                <a:off x="4531629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7" name="Rectangle 6496">
                <a:extLst>
                  <a:ext uri="{FF2B5EF4-FFF2-40B4-BE49-F238E27FC236}">
                    <a16:creationId xmlns:a16="http://schemas.microsoft.com/office/drawing/2014/main" id="{9D963712-577E-4F6F-8B4C-F280BA5952E5}"/>
                  </a:ext>
                </a:extLst>
              </p:cNvPr>
              <p:cNvSpPr/>
              <p:nvPr/>
            </p:nvSpPr>
            <p:spPr>
              <a:xfrm>
                <a:off x="4531629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8" name="Rectangle 6497">
                <a:extLst>
                  <a:ext uri="{FF2B5EF4-FFF2-40B4-BE49-F238E27FC236}">
                    <a16:creationId xmlns:a16="http://schemas.microsoft.com/office/drawing/2014/main" id="{3E047054-E1AB-AF07-FA70-E53891A8FF4A}"/>
                  </a:ext>
                </a:extLst>
              </p:cNvPr>
              <p:cNvSpPr/>
              <p:nvPr/>
            </p:nvSpPr>
            <p:spPr>
              <a:xfrm>
                <a:off x="4531629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499" name="Rectangle 6498">
                <a:extLst>
                  <a:ext uri="{FF2B5EF4-FFF2-40B4-BE49-F238E27FC236}">
                    <a16:creationId xmlns:a16="http://schemas.microsoft.com/office/drawing/2014/main" id="{DA7A61B3-691A-FE34-1BEF-6B47BADB5917}"/>
                  </a:ext>
                </a:extLst>
              </p:cNvPr>
              <p:cNvSpPr/>
              <p:nvPr/>
            </p:nvSpPr>
            <p:spPr>
              <a:xfrm>
                <a:off x="4531629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0" name="Rectangle 6499">
                <a:extLst>
                  <a:ext uri="{FF2B5EF4-FFF2-40B4-BE49-F238E27FC236}">
                    <a16:creationId xmlns:a16="http://schemas.microsoft.com/office/drawing/2014/main" id="{E6A0D669-5FC0-6424-A33E-18FAD1EAF08B}"/>
                  </a:ext>
                </a:extLst>
              </p:cNvPr>
              <p:cNvSpPr/>
              <p:nvPr/>
            </p:nvSpPr>
            <p:spPr>
              <a:xfrm>
                <a:off x="4531629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1" name="Rectangle 6500">
                <a:extLst>
                  <a:ext uri="{FF2B5EF4-FFF2-40B4-BE49-F238E27FC236}">
                    <a16:creationId xmlns:a16="http://schemas.microsoft.com/office/drawing/2014/main" id="{DEFCF52A-5AA5-9C17-31F4-66DBBEBBF0FE}"/>
                  </a:ext>
                </a:extLst>
              </p:cNvPr>
              <p:cNvSpPr/>
              <p:nvPr/>
            </p:nvSpPr>
            <p:spPr>
              <a:xfrm>
                <a:off x="4531629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2" name="Rectangle 6501">
                <a:extLst>
                  <a:ext uri="{FF2B5EF4-FFF2-40B4-BE49-F238E27FC236}">
                    <a16:creationId xmlns:a16="http://schemas.microsoft.com/office/drawing/2014/main" id="{7D3169D3-31F4-3EF6-5CB4-E3926BA14D7A}"/>
                  </a:ext>
                </a:extLst>
              </p:cNvPr>
              <p:cNvSpPr/>
              <p:nvPr/>
            </p:nvSpPr>
            <p:spPr>
              <a:xfrm>
                <a:off x="4531629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3" name="Rectangle 6502">
                <a:extLst>
                  <a:ext uri="{FF2B5EF4-FFF2-40B4-BE49-F238E27FC236}">
                    <a16:creationId xmlns:a16="http://schemas.microsoft.com/office/drawing/2014/main" id="{E7C49C3F-520C-D7F6-68E7-765DA140F963}"/>
                  </a:ext>
                </a:extLst>
              </p:cNvPr>
              <p:cNvSpPr/>
              <p:nvPr/>
            </p:nvSpPr>
            <p:spPr>
              <a:xfrm>
                <a:off x="4531629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4" name="Rectangle 6503">
                <a:extLst>
                  <a:ext uri="{FF2B5EF4-FFF2-40B4-BE49-F238E27FC236}">
                    <a16:creationId xmlns:a16="http://schemas.microsoft.com/office/drawing/2014/main" id="{68D654B8-23A3-61C3-92D2-D7EEFA10C869}"/>
                  </a:ext>
                </a:extLst>
              </p:cNvPr>
              <p:cNvSpPr/>
              <p:nvPr/>
            </p:nvSpPr>
            <p:spPr>
              <a:xfrm>
                <a:off x="4531629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5" name="Rectangle 6504">
                <a:extLst>
                  <a:ext uri="{FF2B5EF4-FFF2-40B4-BE49-F238E27FC236}">
                    <a16:creationId xmlns:a16="http://schemas.microsoft.com/office/drawing/2014/main" id="{05518DCB-52B5-2CF2-1E42-4DD0912A997B}"/>
                  </a:ext>
                </a:extLst>
              </p:cNvPr>
              <p:cNvSpPr/>
              <p:nvPr/>
            </p:nvSpPr>
            <p:spPr>
              <a:xfrm>
                <a:off x="4531629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6" name="Rectangle 6505">
                <a:extLst>
                  <a:ext uri="{FF2B5EF4-FFF2-40B4-BE49-F238E27FC236}">
                    <a16:creationId xmlns:a16="http://schemas.microsoft.com/office/drawing/2014/main" id="{2C9C69E7-D98F-5BB9-1DE8-98055AB69F3E}"/>
                  </a:ext>
                </a:extLst>
              </p:cNvPr>
              <p:cNvSpPr/>
              <p:nvPr/>
            </p:nvSpPr>
            <p:spPr>
              <a:xfrm>
                <a:off x="4531629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7" name="Rectangle 6506">
                <a:extLst>
                  <a:ext uri="{FF2B5EF4-FFF2-40B4-BE49-F238E27FC236}">
                    <a16:creationId xmlns:a16="http://schemas.microsoft.com/office/drawing/2014/main" id="{C7980AE2-650D-D2D5-467B-528EF252DAFB}"/>
                  </a:ext>
                </a:extLst>
              </p:cNvPr>
              <p:cNvSpPr/>
              <p:nvPr/>
            </p:nvSpPr>
            <p:spPr>
              <a:xfrm>
                <a:off x="4531629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8" name="Rectangle 6507">
                <a:extLst>
                  <a:ext uri="{FF2B5EF4-FFF2-40B4-BE49-F238E27FC236}">
                    <a16:creationId xmlns:a16="http://schemas.microsoft.com/office/drawing/2014/main" id="{4D9198D1-CD47-7D9D-2C15-09ADCDB4C633}"/>
                  </a:ext>
                </a:extLst>
              </p:cNvPr>
              <p:cNvSpPr/>
              <p:nvPr/>
            </p:nvSpPr>
            <p:spPr>
              <a:xfrm>
                <a:off x="4531629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09" name="Rectangle 6508">
                <a:extLst>
                  <a:ext uri="{FF2B5EF4-FFF2-40B4-BE49-F238E27FC236}">
                    <a16:creationId xmlns:a16="http://schemas.microsoft.com/office/drawing/2014/main" id="{83354AA8-B198-03B5-22C8-85660339CB3A}"/>
                  </a:ext>
                </a:extLst>
              </p:cNvPr>
              <p:cNvSpPr/>
              <p:nvPr/>
            </p:nvSpPr>
            <p:spPr>
              <a:xfrm>
                <a:off x="4531629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0" name="Rectangle 6509">
                <a:extLst>
                  <a:ext uri="{FF2B5EF4-FFF2-40B4-BE49-F238E27FC236}">
                    <a16:creationId xmlns:a16="http://schemas.microsoft.com/office/drawing/2014/main" id="{9CA68213-D09F-C268-E5EA-9131732AA287}"/>
                  </a:ext>
                </a:extLst>
              </p:cNvPr>
              <p:cNvSpPr/>
              <p:nvPr/>
            </p:nvSpPr>
            <p:spPr>
              <a:xfrm>
                <a:off x="4531629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1" name="Rectangle 6510">
                <a:extLst>
                  <a:ext uri="{FF2B5EF4-FFF2-40B4-BE49-F238E27FC236}">
                    <a16:creationId xmlns:a16="http://schemas.microsoft.com/office/drawing/2014/main" id="{E1863BC5-B57E-05EA-27B8-BEB869AA1F76}"/>
                  </a:ext>
                </a:extLst>
              </p:cNvPr>
              <p:cNvSpPr/>
              <p:nvPr/>
            </p:nvSpPr>
            <p:spPr>
              <a:xfrm>
                <a:off x="4531629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2" name="Rectangle 6511">
                <a:extLst>
                  <a:ext uri="{FF2B5EF4-FFF2-40B4-BE49-F238E27FC236}">
                    <a16:creationId xmlns:a16="http://schemas.microsoft.com/office/drawing/2014/main" id="{DC530BA8-82EE-F331-0312-4F318D6CEB25}"/>
                  </a:ext>
                </a:extLst>
              </p:cNvPr>
              <p:cNvSpPr/>
              <p:nvPr/>
            </p:nvSpPr>
            <p:spPr>
              <a:xfrm>
                <a:off x="4531629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3" name="Rectangle 6512">
                <a:extLst>
                  <a:ext uri="{FF2B5EF4-FFF2-40B4-BE49-F238E27FC236}">
                    <a16:creationId xmlns:a16="http://schemas.microsoft.com/office/drawing/2014/main" id="{F8C90C4E-1BD6-4F57-6493-E74AE3B1DAE2}"/>
                  </a:ext>
                </a:extLst>
              </p:cNvPr>
              <p:cNvSpPr/>
              <p:nvPr/>
            </p:nvSpPr>
            <p:spPr>
              <a:xfrm>
                <a:off x="4531629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4" name="Rectangle 6513">
                <a:extLst>
                  <a:ext uri="{FF2B5EF4-FFF2-40B4-BE49-F238E27FC236}">
                    <a16:creationId xmlns:a16="http://schemas.microsoft.com/office/drawing/2014/main" id="{04E0C007-B8EA-E7B1-92CC-2BC70B88BA9C}"/>
                  </a:ext>
                </a:extLst>
              </p:cNvPr>
              <p:cNvSpPr/>
              <p:nvPr/>
            </p:nvSpPr>
            <p:spPr>
              <a:xfrm>
                <a:off x="4531629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5" name="Rectangle 6514">
                <a:extLst>
                  <a:ext uri="{FF2B5EF4-FFF2-40B4-BE49-F238E27FC236}">
                    <a16:creationId xmlns:a16="http://schemas.microsoft.com/office/drawing/2014/main" id="{1C003F69-6D2B-CD60-C11F-E974517F73F7}"/>
                  </a:ext>
                </a:extLst>
              </p:cNvPr>
              <p:cNvSpPr/>
              <p:nvPr/>
            </p:nvSpPr>
            <p:spPr>
              <a:xfrm>
                <a:off x="4531629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6" name="Rectangle 6515">
                <a:extLst>
                  <a:ext uri="{FF2B5EF4-FFF2-40B4-BE49-F238E27FC236}">
                    <a16:creationId xmlns:a16="http://schemas.microsoft.com/office/drawing/2014/main" id="{898016E9-5EB3-2040-641A-EC7AB8B5FEE8}"/>
                  </a:ext>
                </a:extLst>
              </p:cNvPr>
              <p:cNvSpPr/>
              <p:nvPr/>
            </p:nvSpPr>
            <p:spPr>
              <a:xfrm>
                <a:off x="4531629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7" name="Rectangle 6516">
                <a:extLst>
                  <a:ext uri="{FF2B5EF4-FFF2-40B4-BE49-F238E27FC236}">
                    <a16:creationId xmlns:a16="http://schemas.microsoft.com/office/drawing/2014/main" id="{D887E72B-F2E7-3299-2838-39C8D77377D2}"/>
                  </a:ext>
                </a:extLst>
              </p:cNvPr>
              <p:cNvSpPr/>
              <p:nvPr/>
            </p:nvSpPr>
            <p:spPr>
              <a:xfrm>
                <a:off x="4531629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8" name="Rectangle 6517">
                <a:extLst>
                  <a:ext uri="{FF2B5EF4-FFF2-40B4-BE49-F238E27FC236}">
                    <a16:creationId xmlns:a16="http://schemas.microsoft.com/office/drawing/2014/main" id="{D74FEB49-42FF-676C-FB06-859A4BFB39E0}"/>
                  </a:ext>
                </a:extLst>
              </p:cNvPr>
              <p:cNvSpPr/>
              <p:nvPr/>
            </p:nvSpPr>
            <p:spPr>
              <a:xfrm>
                <a:off x="4531629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19" name="Rectangle 6518">
                <a:extLst>
                  <a:ext uri="{FF2B5EF4-FFF2-40B4-BE49-F238E27FC236}">
                    <a16:creationId xmlns:a16="http://schemas.microsoft.com/office/drawing/2014/main" id="{B2A7BE62-FE2F-A472-F154-A61FDF0232CA}"/>
                  </a:ext>
                </a:extLst>
              </p:cNvPr>
              <p:cNvSpPr/>
              <p:nvPr/>
            </p:nvSpPr>
            <p:spPr>
              <a:xfrm>
                <a:off x="4629980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0" name="Rectangle 6519">
                <a:extLst>
                  <a:ext uri="{FF2B5EF4-FFF2-40B4-BE49-F238E27FC236}">
                    <a16:creationId xmlns:a16="http://schemas.microsoft.com/office/drawing/2014/main" id="{2CDC7958-F4F7-EB07-6876-A1D2A6F90B41}"/>
                  </a:ext>
                </a:extLst>
              </p:cNvPr>
              <p:cNvSpPr/>
              <p:nvPr/>
            </p:nvSpPr>
            <p:spPr>
              <a:xfrm>
                <a:off x="4629980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1" name="Rectangle 6520">
                <a:extLst>
                  <a:ext uri="{FF2B5EF4-FFF2-40B4-BE49-F238E27FC236}">
                    <a16:creationId xmlns:a16="http://schemas.microsoft.com/office/drawing/2014/main" id="{D7EFC094-CEC6-E14F-A2D0-CA03D22F00CF}"/>
                  </a:ext>
                </a:extLst>
              </p:cNvPr>
              <p:cNvSpPr/>
              <p:nvPr/>
            </p:nvSpPr>
            <p:spPr>
              <a:xfrm>
                <a:off x="4629980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2" name="Rectangle 6521">
                <a:extLst>
                  <a:ext uri="{FF2B5EF4-FFF2-40B4-BE49-F238E27FC236}">
                    <a16:creationId xmlns:a16="http://schemas.microsoft.com/office/drawing/2014/main" id="{EA950823-1C90-40DE-BE73-DDCE794406CC}"/>
                  </a:ext>
                </a:extLst>
              </p:cNvPr>
              <p:cNvSpPr/>
              <p:nvPr/>
            </p:nvSpPr>
            <p:spPr>
              <a:xfrm>
                <a:off x="4629980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3" name="Rectangle 6522">
                <a:extLst>
                  <a:ext uri="{FF2B5EF4-FFF2-40B4-BE49-F238E27FC236}">
                    <a16:creationId xmlns:a16="http://schemas.microsoft.com/office/drawing/2014/main" id="{61E78E13-16F9-93A6-5943-164B609F2DFE}"/>
                  </a:ext>
                </a:extLst>
              </p:cNvPr>
              <p:cNvSpPr/>
              <p:nvPr/>
            </p:nvSpPr>
            <p:spPr>
              <a:xfrm>
                <a:off x="4629980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4" name="Rectangle 6523">
                <a:extLst>
                  <a:ext uri="{FF2B5EF4-FFF2-40B4-BE49-F238E27FC236}">
                    <a16:creationId xmlns:a16="http://schemas.microsoft.com/office/drawing/2014/main" id="{0A2F189C-F223-0056-DB73-0B5B7D227E9E}"/>
                  </a:ext>
                </a:extLst>
              </p:cNvPr>
              <p:cNvSpPr/>
              <p:nvPr/>
            </p:nvSpPr>
            <p:spPr>
              <a:xfrm>
                <a:off x="4629980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5" name="Rectangle 6524">
                <a:extLst>
                  <a:ext uri="{FF2B5EF4-FFF2-40B4-BE49-F238E27FC236}">
                    <a16:creationId xmlns:a16="http://schemas.microsoft.com/office/drawing/2014/main" id="{25383FC0-327A-284F-666E-E51D675CA7AC}"/>
                  </a:ext>
                </a:extLst>
              </p:cNvPr>
              <p:cNvSpPr/>
              <p:nvPr/>
            </p:nvSpPr>
            <p:spPr>
              <a:xfrm>
                <a:off x="4629980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6" name="Rectangle 6525">
                <a:extLst>
                  <a:ext uri="{FF2B5EF4-FFF2-40B4-BE49-F238E27FC236}">
                    <a16:creationId xmlns:a16="http://schemas.microsoft.com/office/drawing/2014/main" id="{5C7EB0E4-91CF-EC59-946E-A1F1ECFEDD25}"/>
                  </a:ext>
                </a:extLst>
              </p:cNvPr>
              <p:cNvSpPr/>
              <p:nvPr/>
            </p:nvSpPr>
            <p:spPr>
              <a:xfrm>
                <a:off x="4629980" y="3937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7" name="Rectangle 6526">
                <a:extLst>
                  <a:ext uri="{FF2B5EF4-FFF2-40B4-BE49-F238E27FC236}">
                    <a16:creationId xmlns:a16="http://schemas.microsoft.com/office/drawing/2014/main" id="{8575FBDD-1C80-AB18-CEBE-790F12DF9422}"/>
                  </a:ext>
                </a:extLst>
              </p:cNvPr>
              <p:cNvSpPr/>
              <p:nvPr/>
            </p:nvSpPr>
            <p:spPr>
              <a:xfrm>
                <a:off x="4629980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8" name="Rectangle 6527">
                <a:extLst>
                  <a:ext uri="{FF2B5EF4-FFF2-40B4-BE49-F238E27FC236}">
                    <a16:creationId xmlns:a16="http://schemas.microsoft.com/office/drawing/2014/main" id="{0F11C6E4-85D1-E30B-04CC-208D2B974DD6}"/>
                  </a:ext>
                </a:extLst>
              </p:cNvPr>
              <p:cNvSpPr/>
              <p:nvPr/>
            </p:nvSpPr>
            <p:spPr>
              <a:xfrm>
                <a:off x="4629980" y="61722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29" name="Rectangle 6528">
                <a:extLst>
                  <a:ext uri="{FF2B5EF4-FFF2-40B4-BE49-F238E27FC236}">
                    <a16:creationId xmlns:a16="http://schemas.microsoft.com/office/drawing/2014/main" id="{C17E7F66-B809-9CF9-FA60-61B766D1153D}"/>
                  </a:ext>
                </a:extLst>
              </p:cNvPr>
              <p:cNvSpPr/>
              <p:nvPr/>
            </p:nvSpPr>
            <p:spPr>
              <a:xfrm>
                <a:off x="4629980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0" name="Rectangle 6529">
                <a:extLst>
                  <a:ext uri="{FF2B5EF4-FFF2-40B4-BE49-F238E27FC236}">
                    <a16:creationId xmlns:a16="http://schemas.microsoft.com/office/drawing/2014/main" id="{22D1675F-B6F1-B760-46D5-7507C263C0ED}"/>
                  </a:ext>
                </a:extLst>
              </p:cNvPr>
              <p:cNvSpPr/>
              <p:nvPr/>
            </p:nvSpPr>
            <p:spPr>
              <a:xfrm>
                <a:off x="4629980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1" name="Rectangle 6530">
                <a:extLst>
                  <a:ext uri="{FF2B5EF4-FFF2-40B4-BE49-F238E27FC236}">
                    <a16:creationId xmlns:a16="http://schemas.microsoft.com/office/drawing/2014/main" id="{D3D2FA83-AC23-3764-C4A2-0C65CBAF6789}"/>
                  </a:ext>
                </a:extLst>
              </p:cNvPr>
              <p:cNvSpPr/>
              <p:nvPr/>
            </p:nvSpPr>
            <p:spPr>
              <a:xfrm>
                <a:off x="4629980" y="9522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2" name="Rectangle 6531">
                <a:extLst>
                  <a:ext uri="{FF2B5EF4-FFF2-40B4-BE49-F238E27FC236}">
                    <a16:creationId xmlns:a16="http://schemas.microsoft.com/office/drawing/2014/main" id="{12642ED1-5DE6-4272-CD53-ADEA86F7AA53}"/>
                  </a:ext>
                </a:extLst>
              </p:cNvPr>
              <p:cNvSpPr/>
              <p:nvPr/>
            </p:nvSpPr>
            <p:spPr>
              <a:xfrm>
                <a:off x="4629980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3" name="Rectangle 6532">
                <a:extLst>
                  <a:ext uri="{FF2B5EF4-FFF2-40B4-BE49-F238E27FC236}">
                    <a16:creationId xmlns:a16="http://schemas.microsoft.com/office/drawing/2014/main" id="{02CE9625-23A9-E675-F509-D8300AA637A3}"/>
                  </a:ext>
                </a:extLst>
              </p:cNvPr>
              <p:cNvSpPr/>
              <p:nvPr/>
            </p:nvSpPr>
            <p:spPr>
              <a:xfrm>
                <a:off x="4629980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4" name="Rectangle 6533">
                <a:extLst>
                  <a:ext uri="{FF2B5EF4-FFF2-40B4-BE49-F238E27FC236}">
                    <a16:creationId xmlns:a16="http://schemas.microsoft.com/office/drawing/2014/main" id="{4663038D-EBFD-4E52-EF9A-5F431AAB3E61}"/>
                  </a:ext>
                </a:extLst>
              </p:cNvPr>
              <p:cNvSpPr/>
              <p:nvPr/>
            </p:nvSpPr>
            <p:spPr>
              <a:xfrm>
                <a:off x="4629980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5" name="Rectangle 6534">
                <a:extLst>
                  <a:ext uri="{FF2B5EF4-FFF2-40B4-BE49-F238E27FC236}">
                    <a16:creationId xmlns:a16="http://schemas.microsoft.com/office/drawing/2014/main" id="{CAFE46A8-2D22-6969-86C9-E9B0F2427EBF}"/>
                  </a:ext>
                </a:extLst>
              </p:cNvPr>
              <p:cNvSpPr/>
              <p:nvPr/>
            </p:nvSpPr>
            <p:spPr>
              <a:xfrm>
                <a:off x="4629980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6" name="Rectangle 6535">
                <a:extLst>
                  <a:ext uri="{FF2B5EF4-FFF2-40B4-BE49-F238E27FC236}">
                    <a16:creationId xmlns:a16="http://schemas.microsoft.com/office/drawing/2014/main" id="{5FCB575D-4CAB-F0C1-A7E8-82A273C3A925}"/>
                  </a:ext>
                </a:extLst>
              </p:cNvPr>
              <p:cNvSpPr/>
              <p:nvPr/>
            </p:nvSpPr>
            <p:spPr>
              <a:xfrm>
                <a:off x="4629980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7" name="Rectangle 6536">
                <a:extLst>
                  <a:ext uri="{FF2B5EF4-FFF2-40B4-BE49-F238E27FC236}">
                    <a16:creationId xmlns:a16="http://schemas.microsoft.com/office/drawing/2014/main" id="{08F943E4-216D-21C2-698B-E3CB1C92CE04}"/>
                  </a:ext>
                </a:extLst>
              </p:cNvPr>
              <p:cNvSpPr/>
              <p:nvPr/>
            </p:nvSpPr>
            <p:spPr>
              <a:xfrm>
                <a:off x="4629980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8" name="Rectangle 6537">
                <a:extLst>
                  <a:ext uri="{FF2B5EF4-FFF2-40B4-BE49-F238E27FC236}">
                    <a16:creationId xmlns:a16="http://schemas.microsoft.com/office/drawing/2014/main" id="{17D36BAE-F6FB-A94A-6AE3-24F3C1BBC5DC}"/>
                  </a:ext>
                </a:extLst>
              </p:cNvPr>
              <p:cNvSpPr/>
              <p:nvPr/>
            </p:nvSpPr>
            <p:spPr>
              <a:xfrm>
                <a:off x="4629980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39" name="Rectangle 6538">
                <a:extLst>
                  <a:ext uri="{FF2B5EF4-FFF2-40B4-BE49-F238E27FC236}">
                    <a16:creationId xmlns:a16="http://schemas.microsoft.com/office/drawing/2014/main" id="{F2A875FD-420D-C8DF-4157-C3FE52ACD8D6}"/>
                  </a:ext>
                </a:extLst>
              </p:cNvPr>
              <p:cNvSpPr/>
              <p:nvPr/>
            </p:nvSpPr>
            <p:spPr>
              <a:xfrm>
                <a:off x="4629980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0" name="Rectangle 6539">
                <a:extLst>
                  <a:ext uri="{FF2B5EF4-FFF2-40B4-BE49-F238E27FC236}">
                    <a16:creationId xmlns:a16="http://schemas.microsoft.com/office/drawing/2014/main" id="{88D9D678-F9EC-8B28-BF02-708FB1D4A3AF}"/>
                  </a:ext>
                </a:extLst>
              </p:cNvPr>
              <p:cNvSpPr/>
              <p:nvPr/>
            </p:nvSpPr>
            <p:spPr>
              <a:xfrm>
                <a:off x="4629980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1" name="Rectangle 6540">
                <a:extLst>
                  <a:ext uri="{FF2B5EF4-FFF2-40B4-BE49-F238E27FC236}">
                    <a16:creationId xmlns:a16="http://schemas.microsoft.com/office/drawing/2014/main" id="{A13E44AA-AC48-1B48-6947-519F8EDE09E3}"/>
                  </a:ext>
                </a:extLst>
              </p:cNvPr>
              <p:cNvSpPr/>
              <p:nvPr/>
            </p:nvSpPr>
            <p:spPr>
              <a:xfrm>
                <a:off x="4629980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2" name="Rectangle 6541">
                <a:extLst>
                  <a:ext uri="{FF2B5EF4-FFF2-40B4-BE49-F238E27FC236}">
                    <a16:creationId xmlns:a16="http://schemas.microsoft.com/office/drawing/2014/main" id="{014E685E-01B7-4D84-7DC9-660A7D96F277}"/>
                  </a:ext>
                </a:extLst>
              </p:cNvPr>
              <p:cNvSpPr/>
              <p:nvPr/>
            </p:nvSpPr>
            <p:spPr>
              <a:xfrm>
                <a:off x="4629980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3" name="Rectangle 6542">
                <a:extLst>
                  <a:ext uri="{FF2B5EF4-FFF2-40B4-BE49-F238E27FC236}">
                    <a16:creationId xmlns:a16="http://schemas.microsoft.com/office/drawing/2014/main" id="{3A28CD83-8146-C99B-5EDB-82CA58396772}"/>
                  </a:ext>
                </a:extLst>
              </p:cNvPr>
              <p:cNvSpPr/>
              <p:nvPr/>
            </p:nvSpPr>
            <p:spPr>
              <a:xfrm>
                <a:off x="4629980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4" name="Rectangle 6543">
                <a:extLst>
                  <a:ext uri="{FF2B5EF4-FFF2-40B4-BE49-F238E27FC236}">
                    <a16:creationId xmlns:a16="http://schemas.microsoft.com/office/drawing/2014/main" id="{55F92D45-BFD6-A92F-C176-ECCFBD45872D}"/>
                  </a:ext>
                </a:extLst>
              </p:cNvPr>
              <p:cNvSpPr/>
              <p:nvPr/>
            </p:nvSpPr>
            <p:spPr>
              <a:xfrm>
                <a:off x="4629980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5" name="Rectangle 6544">
                <a:extLst>
                  <a:ext uri="{FF2B5EF4-FFF2-40B4-BE49-F238E27FC236}">
                    <a16:creationId xmlns:a16="http://schemas.microsoft.com/office/drawing/2014/main" id="{06D0543B-BAAA-E2DB-4BB6-DBA451B0C091}"/>
                  </a:ext>
                </a:extLst>
              </p:cNvPr>
              <p:cNvSpPr/>
              <p:nvPr/>
            </p:nvSpPr>
            <p:spPr>
              <a:xfrm>
                <a:off x="4629980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6" name="Rectangle 6545">
                <a:extLst>
                  <a:ext uri="{FF2B5EF4-FFF2-40B4-BE49-F238E27FC236}">
                    <a16:creationId xmlns:a16="http://schemas.microsoft.com/office/drawing/2014/main" id="{312DC643-2D2C-F3D3-A668-0A7210388F0C}"/>
                  </a:ext>
                </a:extLst>
              </p:cNvPr>
              <p:cNvSpPr/>
              <p:nvPr/>
            </p:nvSpPr>
            <p:spPr>
              <a:xfrm>
                <a:off x="4629980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7" name="Rectangle 6546">
                <a:extLst>
                  <a:ext uri="{FF2B5EF4-FFF2-40B4-BE49-F238E27FC236}">
                    <a16:creationId xmlns:a16="http://schemas.microsoft.com/office/drawing/2014/main" id="{95B3EE25-7AF7-2F25-2172-E590AB45841B}"/>
                  </a:ext>
                </a:extLst>
              </p:cNvPr>
              <p:cNvSpPr/>
              <p:nvPr/>
            </p:nvSpPr>
            <p:spPr>
              <a:xfrm>
                <a:off x="4629980" y="273955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8" name="Rectangle 6547">
                <a:extLst>
                  <a:ext uri="{FF2B5EF4-FFF2-40B4-BE49-F238E27FC236}">
                    <a16:creationId xmlns:a16="http://schemas.microsoft.com/office/drawing/2014/main" id="{E5D1FE63-637B-2D0D-7AF9-0999F0A7985C}"/>
                  </a:ext>
                </a:extLst>
              </p:cNvPr>
              <p:cNvSpPr/>
              <p:nvPr/>
            </p:nvSpPr>
            <p:spPr>
              <a:xfrm>
                <a:off x="4629980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49" name="Rectangle 6548">
                <a:extLst>
                  <a:ext uri="{FF2B5EF4-FFF2-40B4-BE49-F238E27FC236}">
                    <a16:creationId xmlns:a16="http://schemas.microsoft.com/office/drawing/2014/main" id="{E1047C24-91B8-3B04-CEBB-36AE6A3642FC}"/>
                  </a:ext>
                </a:extLst>
              </p:cNvPr>
              <p:cNvSpPr/>
              <p:nvPr/>
            </p:nvSpPr>
            <p:spPr>
              <a:xfrm>
                <a:off x="4629980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0" name="Rectangle 6549">
                <a:extLst>
                  <a:ext uri="{FF2B5EF4-FFF2-40B4-BE49-F238E27FC236}">
                    <a16:creationId xmlns:a16="http://schemas.microsoft.com/office/drawing/2014/main" id="{274C68D6-1EFF-E5E6-BBE0-3D121BCA73F6}"/>
                  </a:ext>
                </a:extLst>
              </p:cNvPr>
              <p:cNvSpPr/>
              <p:nvPr/>
            </p:nvSpPr>
            <p:spPr>
              <a:xfrm>
                <a:off x="4629980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1" name="Rectangle 6550">
                <a:extLst>
                  <a:ext uri="{FF2B5EF4-FFF2-40B4-BE49-F238E27FC236}">
                    <a16:creationId xmlns:a16="http://schemas.microsoft.com/office/drawing/2014/main" id="{C2FD9C80-1AE2-0AB9-2D29-1D4898ADC5B2}"/>
                  </a:ext>
                </a:extLst>
              </p:cNvPr>
              <p:cNvSpPr/>
              <p:nvPr/>
            </p:nvSpPr>
            <p:spPr>
              <a:xfrm>
                <a:off x="4604580" y="3186292"/>
                <a:ext cx="98350" cy="111683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2" name="Rectangle 6551">
                <a:extLst>
                  <a:ext uri="{FF2B5EF4-FFF2-40B4-BE49-F238E27FC236}">
                    <a16:creationId xmlns:a16="http://schemas.microsoft.com/office/drawing/2014/main" id="{95395D15-4878-26F7-6040-3DF0D4BE56F3}"/>
                  </a:ext>
                </a:extLst>
              </p:cNvPr>
              <p:cNvSpPr/>
              <p:nvPr/>
            </p:nvSpPr>
            <p:spPr>
              <a:xfrm>
                <a:off x="4629980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3" name="Rectangle 6552">
                <a:extLst>
                  <a:ext uri="{FF2B5EF4-FFF2-40B4-BE49-F238E27FC236}">
                    <a16:creationId xmlns:a16="http://schemas.microsoft.com/office/drawing/2014/main" id="{06145DC5-8B11-0C13-C861-0DA9677766A0}"/>
                  </a:ext>
                </a:extLst>
              </p:cNvPr>
              <p:cNvSpPr/>
              <p:nvPr/>
            </p:nvSpPr>
            <p:spPr>
              <a:xfrm>
                <a:off x="4629980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4" name="Rectangle 6553">
                <a:extLst>
                  <a:ext uri="{FF2B5EF4-FFF2-40B4-BE49-F238E27FC236}">
                    <a16:creationId xmlns:a16="http://schemas.microsoft.com/office/drawing/2014/main" id="{2F1C9334-DC8D-1D5F-4125-047740B116F0}"/>
                  </a:ext>
                </a:extLst>
              </p:cNvPr>
              <p:cNvSpPr/>
              <p:nvPr/>
            </p:nvSpPr>
            <p:spPr>
              <a:xfrm>
                <a:off x="4629980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5" name="Rectangle 6554">
                <a:extLst>
                  <a:ext uri="{FF2B5EF4-FFF2-40B4-BE49-F238E27FC236}">
                    <a16:creationId xmlns:a16="http://schemas.microsoft.com/office/drawing/2014/main" id="{6C9A773C-914C-11A3-80AF-116DEECE5583}"/>
                  </a:ext>
                </a:extLst>
              </p:cNvPr>
              <p:cNvSpPr/>
              <p:nvPr/>
            </p:nvSpPr>
            <p:spPr>
              <a:xfrm>
                <a:off x="4629980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6" name="Rectangle 6555">
                <a:extLst>
                  <a:ext uri="{FF2B5EF4-FFF2-40B4-BE49-F238E27FC236}">
                    <a16:creationId xmlns:a16="http://schemas.microsoft.com/office/drawing/2014/main" id="{9B7DADDC-4195-026A-F01F-CA135613F89F}"/>
                  </a:ext>
                </a:extLst>
              </p:cNvPr>
              <p:cNvSpPr/>
              <p:nvPr/>
            </p:nvSpPr>
            <p:spPr>
              <a:xfrm>
                <a:off x="4629980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7" name="Rectangle 6556">
                <a:extLst>
                  <a:ext uri="{FF2B5EF4-FFF2-40B4-BE49-F238E27FC236}">
                    <a16:creationId xmlns:a16="http://schemas.microsoft.com/office/drawing/2014/main" id="{2CE3CF99-E819-F8A2-CBAB-8B19169DD2EC}"/>
                  </a:ext>
                </a:extLst>
              </p:cNvPr>
              <p:cNvSpPr/>
              <p:nvPr/>
            </p:nvSpPr>
            <p:spPr>
              <a:xfrm>
                <a:off x="4629980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8" name="Rectangle 6557">
                <a:extLst>
                  <a:ext uri="{FF2B5EF4-FFF2-40B4-BE49-F238E27FC236}">
                    <a16:creationId xmlns:a16="http://schemas.microsoft.com/office/drawing/2014/main" id="{15A21CB9-8A1F-D830-0560-4380CCCF1D9F}"/>
                  </a:ext>
                </a:extLst>
              </p:cNvPr>
              <p:cNvSpPr/>
              <p:nvPr/>
            </p:nvSpPr>
            <p:spPr>
              <a:xfrm>
                <a:off x="4629980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59" name="Rectangle 6558">
                <a:extLst>
                  <a:ext uri="{FF2B5EF4-FFF2-40B4-BE49-F238E27FC236}">
                    <a16:creationId xmlns:a16="http://schemas.microsoft.com/office/drawing/2014/main" id="{3CFEFBEF-66F0-3DE0-A3C4-55F5AD6E7652}"/>
                  </a:ext>
                </a:extLst>
              </p:cNvPr>
              <p:cNvSpPr/>
              <p:nvPr/>
            </p:nvSpPr>
            <p:spPr>
              <a:xfrm>
                <a:off x="4629980" y="40798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0" name="Rectangle 6559">
                <a:extLst>
                  <a:ext uri="{FF2B5EF4-FFF2-40B4-BE49-F238E27FC236}">
                    <a16:creationId xmlns:a16="http://schemas.microsoft.com/office/drawing/2014/main" id="{DAE0575B-24A4-08D7-6F6E-D65C56B38ADC}"/>
                  </a:ext>
                </a:extLst>
              </p:cNvPr>
              <p:cNvSpPr/>
              <p:nvPr/>
            </p:nvSpPr>
            <p:spPr>
              <a:xfrm>
                <a:off x="4629980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1" name="Rectangle 6560">
                <a:extLst>
                  <a:ext uri="{FF2B5EF4-FFF2-40B4-BE49-F238E27FC236}">
                    <a16:creationId xmlns:a16="http://schemas.microsoft.com/office/drawing/2014/main" id="{B0C06F66-AC95-0E2C-DD16-3E9391AB8CC1}"/>
                  </a:ext>
                </a:extLst>
              </p:cNvPr>
              <p:cNvSpPr/>
              <p:nvPr/>
            </p:nvSpPr>
            <p:spPr>
              <a:xfrm>
                <a:off x="4629980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2" name="Rectangle 6561">
                <a:extLst>
                  <a:ext uri="{FF2B5EF4-FFF2-40B4-BE49-F238E27FC236}">
                    <a16:creationId xmlns:a16="http://schemas.microsoft.com/office/drawing/2014/main" id="{FA36A563-75D9-BA9F-C41F-E3FAEBB6F452}"/>
                  </a:ext>
                </a:extLst>
              </p:cNvPr>
              <p:cNvSpPr/>
              <p:nvPr/>
            </p:nvSpPr>
            <p:spPr>
              <a:xfrm>
                <a:off x="4629980" y="441503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3" name="Rectangle 6562">
                <a:extLst>
                  <a:ext uri="{FF2B5EF4-FFF2-40B4-BE49-F238E27FC236}">
                    <a16:creationId xmlns:a16="http://schemas.microsoft.com/office/drawing/2014/main" id="{0A6576E2-D722-5816-EF8D-B109413FC9B4}"/>
                  </a:ext>
                </a:extLst>
              </p:cNvPr>
              <p:cNvSpPr/>
              <p:nvPr/>
            </p:nvSpPr>
            <p:spPr>
              <a:xfrm>
                <a:off x="4629980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4" name="Rectangle 6563">
                <a:extLst>
                  <a:ext uri="{FF2B5EF4-FFF2-40B4-BE49-F238E27FC236}">
                    <a16:creationId xmlns:a16="http://schemas.microsoft.com/office/drawing/2014/main" id="{C781318E-A63E-FA24-A52E-C8BD0A6EB8CB}"/>
                  </a:ext>
                </a:extLst>
              </p:cNvPr>
              <p:cNvSpPr/>
              <p:nvPr/>
            </p:nvSpPr>
            <p:spPr>
              <a:xfrm>
                <a:off x="4629980" y="46384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5" name="Rectangle 6564">
                <a:extLst>
                  <a:ext uri="{FF2B5EF4-FFF2-40B4-BE49-F238E27FC236}">
                    <a16:creationId xmlns:a16="http://schemas.microsoft.com/office/drawing/2014/main" id="{62BB016A-D0E1-202D-9A7C-357F4B2B646B}"/>
                  </a:ext>
                </a:extLst>
              </p:cNvPr>
              <p:cNvSpPr/>
              <p:nvPr/>
            </p:nvSpPr>
            <p:spPr>
              <a:xfrm>
                <a:off x="4629980" y="47500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6" name="Rectangle 6565">
                <a:extLst>
                  <a:ext uri="{FF2B5EF4-FFF2-40B4-BE49-F238E27FC236}">
                    <a16:creationId xmlns:a16="http://schemas.microsoft.com/office/drawing/2014/main" id="{679ADB83-AC46-5252-93C4-52DCD1C1BC67}"/>
                  </a:ext>
                </a:extLst>
              </p:cNvPr>
              <p:cNvSpPr/>
              <p:nvPr/>
            </p:nvSpPr>
            <p:spPr>
              <a:xfrm>
                <a:off x="4629980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7" name="Rectangle 6566">
                <a:extLst>
                  <a:ext uri="{FF2B5EF4-FFF2-40B4-BE49-F238E27FC236}">
                    <a16:creationId xmlns:a16="http://schemas.microsoft.com/office/drawing/2014/main" id="{A9247E85-B892-3BAA-FE22-C6742C94666A}"/>
                  </a:ext>
                </a:extLst>
              </p:cNvPr>
              <p:cNvSpPr/>
              <p:nvPr/>
            </p:nvSpPr>
            <p:spPr>
              <a:xfrm>
                <a:off x="4629980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8" name="Rectangle 6567">
                <a:extLst>
                  <a:ext uri="{FF2B5EF4-FFF2-40B4-BE49-F238E27FC236}">
                    <a16:creationId xmlns:a16="http://schemas.microsoft.com/office/drawing/2014/main" id="{A5AFCDA7-555F-6B4A-C5AB-45B9E716D7B9}"/>
                  </a:ext>
                </a:extLst>
              </p:cNvPr>
              <p:cNvSpPr/>
              <p:nvPr/>
            </p:nvSpPr>
            <p:spPr>
              <a:xfrm>
                <a:off x="4629980" y="50852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69" name="Rectangle 6568">
                <a:extLst>
                  <a:ext uri="{FF2B5EF4-FFF2-40B4-BE49-F238E27FC236}">
                    <a16:creationId xmlns:a16="http://schemas.microsoft.com/office/drawing/2014/main" id="{B40AA4D8-4B16-2D70-5430-90A722DB5C67}"/>
                  </a:ext>
                </a:extLst>
              </p:cNvPr>
              <p:cNvSpPr/>
              <p:nvPr/>
            </p:nvSpPr>
            <p:spPr>
              <a:xfrm>
                <a:off x="4629980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0" name="Rectangle 6569">
                <a:extLst>
                  <a:ext uri="{FF2B5EF4-FFF2-40B4-BE49-F238E27FC236}">
                    <a16:creationId xmlns:a16="http://schemas.microsoft.com/office/drawing/2014/main" id="{7BF9D741-1030-F8A0-4665-177C65BC9AF8}"/>
                  </a:ext>
                </a:extLst>
              </p:cNvPr>
              <p:cNvSpPr/>
              <p:nvPr/>
            </p:nvSpPr>
            <p:spPr>
              <a:xfrm>
                <a:off x="4629980" y="53086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1" name="Rectangle 6570">
                <a:extLst>
                  <a:ext uri="{FF2B5EF4-FFF2-40B4-BE49-F238E27FC236}">
                    <a16:creationId xmlns:a16="http://schemas.microsoft.com/office/drawing/2014/main" id="{6D817566-0035-86AF-1FD3-B5DA7B0CFB3B}"/>
                  </a:ext>
                </a:extLst>
              </p:cNvPr>
              <p:cNvSpPr/>
              <p:nvPr/>
            </p:nvSpPr>
            <p:spPr>
              <a:xfrm>
                <a:off x="4629980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2" name="Rectangle 6571">
                <a:extLst>
                  <a:ext uri="{FF2B5EF4-FFF2-40B4-BE49-F238E27FC236}">
                    <a16:creationId xmlns:a16="http://schemas.microsoft.com/office/drawing/2014/main" id="{4B372A0C-9E8D-8864-86DD-FED8C450181F}"/>
                  </a:ext>
                </a:extLst>
              </p:cNvPr>
              <p:cNvSpPr/>
              <p:nvPr/>
            </p:nvSpPr>
            <p:spPr>
              <a:xfrm>
                <a:off x="4629980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3" name="Rectangle 6572">
                <a:extLst>
                  <a:ext uri="{FF2B5EF4-FFF2-40B4-BE49-F238E27FC236}">
                    <a16:creationId xmlns:a16="http://schemas.microsoft.com/office/drawing/2014/main" id="{54D7E727-581B-A0D5-59C4-089495E83F1E}"/>
                  </a:ext>
                </a:extLst>
              </p:cNvPr>
              <p:cNvSpPr/>
              <p:nvPr/>
            </p:nvSpPr>
            <p:spPr>
              <a:xfrm>
                <a:off x="4629980" y="56436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4" name="Rectangle 6573">
                <a:extLst>
                  <a:ext uri="{FF2B5EF4-FFF2-40B4-BE49-F238E27FC236}">
                    <a16:creationId xmlns:a16="http://schemas.microsoft.com/office/drawing/2014/main" id="{40B182E6-90CB-E819-6441-3CE6BECAD80A}"/>
                  </a:ext>
                </a:extLst>
              </p:cNvPr>
              <p:cNvSpPr/>
              <p:nvPr/>
            </p:nvSpPr>
            <p:spPr>
              <a:xfrm>
                <a:off x="4629980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5" name="Rectangle 6574">
                <a:extLst>
                  <a:ext uri="{FF2B5EF4-FFF2-40B4-BE49-F238E27FC236}">
                    <a16:creationId xmlns:a16="http://schemas.microsoft.com/office/drawing/2014/main" id="{E0FE9CF4-02DE-D73B-7C44-6368E1F38554}"/>
                  </a:ext>
                </a:extLst>
              </p:cNvPr>
              <p:cNvSpPr/>
              <p:nvPr/>
            </p:nvSpPr>
            <p:spPr>
              <a:xfrm>
                <a:off x="4629980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6" name="Rectangle 6575">
                <a:extLst>
                  <a:ext uri="{FF2B5EF4-FFF2-40B4-BE49-F238E27FC236}">
                    <a16:creationId xmlns:a16="http://schemas.microsoft.com/office/drawing/2014/main" id="{837F5794-615D-2845-39CF-6CEFAB9F1787}"/>
                  </a:ext>
                </a:extLst>
              </p:cNvPr>
              <p:cNvSpPr/>
              <p:nvPr/>
            </p:nvSpPr>
            <p:spPr>
              <a:xfrm>
                <a:off x="4629980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7" name="Rectangle 6576">
                <a:extLst>
                  <a:ext uri="{FF2B5EF4-FFF2-40B4-BE49-F238E27FC236}">
                    <a16:creationId xmlns:a16="http://schemas.microsoft.com/office/drawing/2014/main" id="{F574E0A0-58BF-CC83-61C3-DAA72301815B}"/>
                  </a:ext>
                </a:extLst>
              </p:cNvPr>
              <p:cNvSpPr/>
              <p:nvPr/>
            </p:nvSpPr>
            <p:spPr>
              <a:xfrm>
                <a:off x="4629980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8" name="Rectangle 6577">
                <a:extLst>
                  <a:ext uri="{FF2B5EF4-FFF2-40B4-BE49-F238E27FC236}">
                    <a16:creationId xmlns:a16="http://schemas.microsoft.com/office/drawing/2014/main" id="{672E1126-2690-97F9-3EB7-E4B056460107}"/>
                  </a:ext>
                </a:extLst>
              </p:cNvPr>
              <p:cNvSpPr/>
              <p:nvPr/>
            </p:nvSpPr>
            <p:spPr>
              <a:xfrm>
                <a:off x="4629980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79" name="Rectangle 6578">
                <a:extLst>
                  <a:ext uri="{FF2B5EF4-FFF2-40B4-BE49-F238E27FC236}">
                    <a16:creationId xmlns:a16="http://schemas.microsoft.com/office/drawing/2014/main" id="{0CCBAE89-D710-75DF-2EDC-6EDA4FC6933C}"/>
                  </a:ext>
                </a:extLst>
              </p:cNvPr>
              <p:cNvSpPr/>
              <p:nvPr/>
            </p:nvSpPr>
            <p:spPr>
              <a:xfrm>
                <a:off x="4629980" y="63138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0" name="Rectangle 6579">
                <a:extLst>
                  <a:ext uri="{FF2B5EF4-FFF2-40B4-BE49-F238E27FC236}">
                    <a16:creationId xmlns:a16="http://schemas.microsoft.com/office/drawing/2014/main" id="{FA3F93EA-F46C-842B-F9CB-A0B47D7365BF}"/>
                  </a:ext>
                </a:extLst>
              </p:cNvPr>
              <p:cNvSpPr/>
              <p:nvPr/>
            </p:nvSpPr>
            <p:spPr>
              <a:xfrm>
                <a:off x="4629980" y="6425574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1" name="Rectangle 6580">
                <a:extLst>
                  <a:ext uri="{FF2B5EF4-FFF2-40B4-BE49-F238E27FC236}">
                    <a16:creationId xmlns:a16="http://schemas.microsoft.com/office/drawing/2014/main" id="{CF6AC13C-069F-111C-9583-675660993DF6}"/>
                  </a:ext>
                </a:extLst>
              </p:cNvPr>
              <p:cNvSpPr/>
              <p:nvPr/>
            </p:nvSpPr>
            <p:spPr>
              <a:xfrm>
                <a:off x="4629980" y="6537259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2" name="Rectangle 6581">
                <a:extLst>
                  <a:ext uri="{FF2B5EF4-FFF2-40B4-BE49-F238E27FC236}">
                    <a16:creationId xmlns:a16="http://schemas.microsoft.com/office/drawing/2014/main" id="{39DF6B9D-06F0-F7AE-A4D4-271F77B50D95}"/>
                  </a:ext>
                </a:extLst>
              </p:cNvPr>
              <p:cNvSpPr/>
              <p:nvPr/>
            </p:nvSpPr>
            <p:spPr>
              <a:xfrm>
                <a:off x="4629980" y="664905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3" name="Rectangle 6582">
                <a:extLst>
                  <a:ext uri="{FF2B5EF4-FFF2-40B4-BE49-F238E27FC236}">
                    <a16:creationId xmlns:a16="http://schemas.microsoft.com/office/drawing/2014/main" id="{01E2D071-6A24-C1D8-BC42-4CF5637421CC}"/>
                  </a:ext>
                </a:extLst>
              </p:cNvPr>
              <p:cNvSpPr/>
              <p:nvPr/>
            </p:nvSpPr>
            <p:spPr>
              <a:xfrm>
                <a:off x="4629980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4" name="Rectangle 6583">
                <a:extLst>
                  <a:ext uri="{FF2B5EF4-FFF2-40B4-BE49-F238E27FC236}">
                    <a16:creationId xmlns:a16="http://schemas.microsoft.com/office/drawing/2014/main" id="{C222502D-C4EF-DE70-21F4-EB897786F2AC}"/>
                  </a:ext>
                </a:extLst>
              </p:cNvPr>
              <p:cNvSpPr/>
              <p:nvPr/>
            </p:nvSpPr>
            <p:spPr>
              <a:xfrm>
                <a:off x="4728331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5" name="Rectangle 6584">
                <a:extLst>
                  <a:ext uri="{FF2B5EF4-FFF2-40B4-BE49-F238E27FC236}">
                    <a16:creationId xmlns:a16="http://schemas.microsoft.com/office/drawing/2014/main" id="{62E78442-434C-AE5C-811E-23AD2123DA65}"/>
                  </a:ext>
                </a:extLst>
              </p:cNvPr>
              <p:cNvSpPr/>
              <p:nvPr/>
            </p:nvSpPr>
            <p:spPr>
              <a:xfrm>
                <a:off x="4728331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6" name="Rectangle 6585">
                <a:extLst>
                  <a:ext uri="{FF2B5EF4-FFF2-40B4-BE49-F238E27FC236}">
                    <a16:creationId xmlns:a16="http://schemas.microsoft.com/office/drawing/2014/main" id="{962F500F-0CD6-0D3B-3101-954B6F41E593}"/>
                  </a:ext>
                </a:extLst>
              </p:cNvPr>
              <p:cNvSpPr/>
              <p:nvPr/>
            </p:nvSpPr>
            <p:spPr>
              <a:xfrm>
                <a:off x="4728331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7" name="Rectangle 6586">
                <a:extLst>
                  <a:ext uri="{FF2B5EF4-FFF2-40B4-BE49-F238E27FC236}">
                    <a16:creationId xmlns:a16="http://schemas.microsoft.com/office/drawing/2014/main" id="{08F51D35-2A19-8024-70A2-86CD9FC295BD}"/>
                  </a:ext>
                </a:extLst>
              </p:cNvPr>
              <p:cNvSpPr/>
              <p:nvPr/>
            </p:nvSpPr>
            <p:spPr>
              <a:xfrm>
                <a:off x="4728331" y="-52992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8" name="Rectangle 6587">
                <a:extLst>
                  <a:ext uri="{FF2B5EF4-FFF2-40B4-BE49-F238E27FC236}">
                    <a16:creationId xmlns:a16="http://schemas.microsoft.com/office/drawing/2014/main" id="{C96BD854-6E71-320B-DE9B-DD0EFB7C9D87}"/>
                  </a:ext>
                </a:extLst>
              </p:cNvPr>
              <p:cNvSpPr/>
              <p:nvPr/>
            </p:nvSpPr>
            <p:spPr>
              <a:xfrm>
                <a:off x="4728331" y="586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89" name="Rectangle 6588">
                <a:extLst>
                  <a:ext uri="{FF2B5EF4-FFF2-40B4-BE49-F238E27FC236}">
                    <a16:creationId xmlns:a16="http://schemas.microsoft.com/office/drawing/2014/main" id="{9FE5DE56-C589-A7FC-FF36-7405BD2A6F5F}"/>
                  </a:ext>
                </a:extLst>
              </p:cNvPr>
              <p:cNvSpPr/>
              <p:nvPr/>
            </p:nvSpPr>
            <p:spPr>
              <a:xfrm>
                <a:off x="4728331" y="17037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0" name="Rectangle 6589">
                <a:extLst>
                  <a:ext uri="{FF2B5EF4-FFF2-40B4-BE49-F238E27FC236}">
                    <a16:creationId xmlns:a16="http://schemas.microsoft.com/office/drawing/2014/main" id="{44161F84-684D-059B-B65D-443B2097C5A6}"/>
                  </a:ext>
                </a:extLst>
              </p:cNvPr>
              <p:cNvSpPr/>
              <p:nvPr/>
            </p:nvSpPr>
            <p:spPr>
              <a:xfrm>
                <a:off x="4728331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1" name="Rectangle 6590">
                <a:extLst>
                  <a:ext uri="{FF2B5EF4-FFF2-40B4-BE49-F238E27FC236}">
                    <a16:creationId xmlns:a16="http://schemas.microsoft.com/office/drawing/2014/main" id="{BFA89E2D-1653-F639-3026-0F310A508906}"/>
                  </a:ext>
                </a:extLst>
              </p:cNvPr>
              <p:cNvSpPr/>
              <p:nvPr/>
            </p:nvSpPr>
            <p:spPr>
              <a:xfrm>
                <a:off x="4728331" y="39374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2" name="Rectangle 6591">
                <a:extLst>
                  <a:ext uri="{FF2B5EF4-FFF2-40B4-BE49-F238E27FC236}">
                    <a16:creationId xmlns:a16="http://schemas.microsoft.com/office/drawing/2014/main" id="{6AC24618-416D-60AA-0C10-DF5C4F98DE79}"/>
                  </a:ext>
                </a:extLst>
              </p:cNvPr>
              <p:cNvSpPr/>
              <p:nvPr/>
            </p:nvSpPr>
            <p:spPr>
              <a:xfrm>
                <a:off x="4728331" y="5055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3" name="Rectangle 6592">
                <a:extLst>
                  <a:ext uri="{FF2B5EF4-FFF2-40B4-BE49-F238E27FC236}">
                    <a16:creationId xmlns:a16="http://schemas.microsoft.com/office/drawing/2014/main" id="{C1DF33B3-288F-8197-0BD9-87425027BC3B}"/>
                  </a:ext>
                </a:extLst>
              </p:cNvPr>
              <p:cNvSpPr/>
              <p:nvPr/>
            </p:nvSpPr>
            <p:spPr>
              <a:xfrm>
                <a:off x="4728331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4" name="Rectangle 6593">
                <a:extLst>
                  <a:ext uri="{FF2B5EF4-FFF2-40B4-BE49-F238E27FC236}">
                    <a16:creationId xmlns:a16="http://schemas.microsoft.com/office/drawing/2014/main" id="{C791B1BE-B9F4-F19E-7EA5-474125018757}"/>
                  </a:ext>
                </a:extLst>
              </p:cNvPr>
              <p:cNvSpPr/>
              <p:nvPr/>
            </p:nvSpPr>
            <p:spPr>
              <a:xfrm>
                <a:off x="4728331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5" name="Rectangle 6594">
                <a:extLst>
                  <a:ext uri="{FF2B5EF4-FFF2-40B4-BE49-F238E27FC236}">
                    <a16:creationId xmlns:a16="http://schemas.microsoft.com/office/drawing/2014/main" id="{642F623D-085E-A0FB-5305-AC13105D210B}"/>
                  </a:ext>
                </a:extLst>
              </p:cNvPr>
              <p:cNvSpPr/>
              <p:nvPr/>
            </p:nvSpPr>
            <p:spPr>
              <a:xfrm>
                <a:off x="4728331" y="84059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6" name="Rectangle 6595">
                <a:extLst>
                  <a:ext uri="{FF2B5EF4-FFF2-40B4-BE49-F238E27FC236}">
                    <a16:creationId xmlns:a16="http://schemas.microsoft.com/office/drawing/2014/main" id="{089F7525-BD15-D64A-E1D5-730CAA9FF414}"/>
                  </a:ext>
                </a:extLst>
              </p:cNvPr>
              <p:cNvSpPr/>
              <p:nvPr/>
            </p:nvSpPr>
            <p:spPr>
              <a:xfrm>
                <a:off x="4728331" y="9522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7" name="Rectangle 6596">
                <a:extLst>
                  <a:ext uri="{FF2B5EF4-FFF2-40B4-BE49-F238E27FC236}">
                    <a16:creationId xmlns:a16="http://schemas.microsoft.com/office/drawing/2014/main" id="{A368C689-A844-3610-7B22-72882B39F10E}"/>
                  </a:ext>
                </a:extLst>
              </p:cNvPr>
              <p:cNvSpPr/>
              <p:nvPr/>
            </p:nvSpPr>
            <p:spPr>
              <a:xfrm>
                <a:off x="4728331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8" name="Rectangle 6597">
                <a:extLst>
                  <a:ext uri="{FF2B5EF4-FFF2-40B4-BE49-F238E27FC236}">
                    <a16:creationId xmlns:a16="http://schemas.microsoft.com/office/drawing/2014/main" id="{1FDB081B-0DA3-E7AB-22FD-D66ABE2A2B47}"/>
                  </a:ext>
                </a:extLst>
              </p:cNvPr>
              <p:cNvSpPr/>
              <p:nvPr/>
            </p:nvSpPr>
            <p:spPr>
              <a:xfrm>
                <a:off x="4728331" y="117564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599" name="Rectangle 6598">
                <a:extLst>
                  <a:ext uri="{FF2B5EF4-FFF2-40B4-BE49-F238E27FC236}">
                    <a16:creationId xmlns:a16="http://schemas.microsoft.com/office/drawing/2014/main" id="{5E95253C-9D57-5594-B5EF-A69FCDE7B9A4}"/>
                  </a:ext>
                </a:extLst>
              </p:cNvPr>
              <p:cNvSpPr/>
              <p:nvPr/>
            </p:nvSpPr>
            <p:spPr>
              <a:xfrm>
                <a:off x="4728331" y="12874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0" name="Rectangle 6599">
                <a:extLst>
                  <a:ext uri="{FF2B5EF4-FFF2-40B4-BE49-F238E27FC236}">
                    <a16:creationId xmlns:a16="http://schemas.microsoft.com/office/drawing/2014/main" id="{C133D52C-9034-47F6-092B-324E321B7344}"/>
                  </a:ext>
                </a:extLst>
              </p:cNvPr>
              <p:cNvSpPr/>
              <p:nvPr/>
            </p:nvSpPr>
            <p:spPr>
              <a:xfrm>
                <a:off x="4728331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1" name="Rectangle 6600">
                <a:extLst>
                  <a:ext uri="{FF2B5EF4-FFF2-40B4-BE49-F238E27FC236}">
                    <a16:creationId xmlns:a16="http://schemas.microsoft.com/office/drawing/2014/main" id="{428A9F10-90D6-DA0E-5D00-84414CE54186}"/>
                  </a:ext>
                </a:extLst>
              </p:cNvPr>
              <p:cNvSpPr/>
              <p:nvPr/>
            </p:nvSpPr>
            <p:spPr>
              <a:xfrm>
                <a:off x="4728331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2" name="Rectangle 6601">
                <a:extLst>
                  <a:ext uri="{FF2B5EF4-FFF2-40B4-BE49-F238E27FC236}">
                    <a16:creationId xmlns:a16="http://schemas.microsoft.com/office/drawing/2014/main" id="{1B9608EC-D7FC-86DD-0B15-7624B2C556BB}"/>
                  </a:ext>
                </a:extLst>
              </p:cNvPr>
              <p:cNvSpPr/>
              <p:nvPr/>
            </p:nvSpPr>
            <p:spPr>
              <a:xfrm>
                <a:off x="4728331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3" name="Rectangle 6602">
                <a:extLst>
                  <a:ext uri="{FF2B5EF4-FFF2-40B4-BE49-F238E27FC236}">
                    <a16:creationId xmlns:a16="http://schemas.microsoft.com/office/drawing/2014/main" id="{5A449899-133C-4043-8912-8C21CFBFF024}"/>
                  </a:ext>
                </a:extLst>
              </p:cNvPr>
              <p:cNvSpPr/>
              <p:nvPr/>
            </p:nvSpPr>
            <p:spPr>
              <a:xfrm>
                <a:off x="4728331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4" name="Rectangle 6603">
                <a:extLst>
                  <a:ext uri="{FF2B5EF4-FFF2-40B4-BE49-F238E27FC236}">
                    <a16:creationId xmlns:a16="http://schemas.microsoft.com/office/drawing/2014/main" id="{0FF50092-A21D-E8B7-115B-B35A22D626F4}"/>
                  </a:ext>
                </a:extLst>
              </p:cNvPr>
              <p:cNvSpPr/>
              <p:nvPr/>
            </p:nvSpPr>
            <p:spPr>
              <a:xfrm>
                <a:off x="4728331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5" name="Rectangle 6604">
                <a:extLst>
                  <a:ext uri="{FF2B5EF4-FFF2-40B4-BE49-F238E27FC236}">
                    <a16:creationId xmlns:a16="http://schemas.microsoft.com/office/drawing/2014/main" id="{6C1FC60A-1DBD-6A50-C590-05057C3B5227}"/>
                  </a:ext>
                </a:extLst>
              </p:cNvPr>
              <p:cNvSpPr/>
              <p:nvPr/>
            </p:nvSpPr>
            <p:spPr>
              <a:xfrm>
                <a:off x="4728331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6" name="Rectangle 6605">
                <a:extLst>
                  <a:ext uri="{FF2B5EF4-FFF2-40B4-BE49-F238E27FC236}">
                    <a16:creationId xmlns:a16="http://schemas.microsoft.com/office/drawing/2014/main" id="{BAF892CD-C13F-0202-670F-1623D90C2C28}"/>
                  </a:ext>
                </a:extLst>
              </p:cNvPr>
              <p:cNvSpPr/>
              <p:nvPr/>
            </p:nvSpPr>
            <p:spPr>
              <a:xfrm>
                <a:off x="4728331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7" name="Rectangle 6606">
                <a:extLst>
                  <a:ext uri="{FF2B5EF4-FFF2-40B4-BE49-F238E27FC236}">
                    <a16:creationId xmlns:a16="http://schemas.microsoft.com/office/drawing/2014/main" id="{72436385-07A2-83D7-F610-DE4E694A48CB}"/>
                  </a:ext>
                </a:extLst>
              </p:cNvPr>
              <p:cNvSpPr/>
              <p:nvPr/>
            </p:nvSpPr>
            <p:spPr>
              <a:xfrm>
                <a:off x="4728331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8" name="Rectangle 6607">
                <a:extLst>
                  <a:ext uri="{FF2B5EF4-FFF2-40B4-BE49-F238E27FC236}">
                    <a16:creationId xmlns:a16="http://schemas.microsoft.com/office/drawing/2014/main" id="{1E96D17B-92A5-5D2E-EC4F-CF7F45F0B418}"/>
                  </a:ext>
                </a:extLst>
              </p:cNvPr>
              <p:cNvSpPr/>
              <p:nvPr/>
            </p:nvSpPr>
            <p:spPr>
              <a:xfrm>
                <a:off x="4728331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09" name="Rectangle 6608">
                <a:extLst>
                  <a:ext uri="{FF2B5EF4-FFF2-40B4-BE49-F238E27FC236}">
                    <a16:creationId xmlns:a16="http://schemas.microsoft.com/office/drawing/2014/main" id="{DC88978C-F916-C230-5068-27B74E632676}"/>
                  </a:ext>
                </a:extLst>
              </p:cNvPr>
              <p:cNvSpPr/>
              <p:nvPr/>
            </p:nvSpPr>
            <p:spPr>
              <a:xfrm>
                <a:off x="4728331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0" name="Rectangle 6609">
                <a:extLst>
                  <a:ext uri="{FF2B5EF4-FFF2-40B4-BE49-F238E27FC236}">
                    <a16:creationId xmlns:a16="http://schemas.microsoft.com/office/drawing/2014/main" id="{94F105D9-797F-4AD6-5BC1-E4835D91027A}"/>
                  </a:ext>
                </a:extLst>
              </p:cNvPr>
              <p:cNvSpPr/>
              <p:nvPr/>
            </p:nvSpPr>
            <p:spPr>
              <a:xfrm>
                <a:off x="4728331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1" name="Rectangle 6610">
                <a:extLst>
                  <a:ext uri="{FF2B5EF4-FFF2-40B4-BE49-F238E27FC236}">
                    <a16:creationId xmlns:a16="http://schemas.microsoft.com/office/drawing/2014/main" id="{8B94A9BD-92C1-52CB-ED97-E6EDA9A8E67A}"/>
                  </a:ext>
                </a:extLst>
              </p:cNvPr>
              <p:cNvSpPr/>
              <p:nvPr/>
            </p:nvSpPr>
            <p:spPr>
              <a:xfrm>
                <a:off x="4728331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2" name="Rectangle 6611">
                <a:extLst>
                  <a:ext uri="{FF2B5EF4-FFF2-40B4-BE49-F238E27FC236}">
                    <a16:creationId xmlns:a16="http://schemas.microsoft.com/office/drawing/2014/main" id="{903D0E8D-9B17-1D5A-0280-D4B099E3AE51}"/>
                  </a:ext>
                </a:extLst>
              </p:cNvPr>
              <p:cNvSpPr/>
              <p:nvPr/>
            </p:nvSpPr>
            <p:spPr>
              <a:xfrm>
                <a:off x="4728331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3" name="Rectangle 6612">
                <a:extLst>
                  <a:ext uri="{FF2B5EF4-FFF2-40B4-BE49-F238E27FC236}">
                    <a16:creationId xmlns:a16="http://schemas.microsoft.com/office/drawing/2014/main" id="{ECD606CA-D9F2-3EF5-8414-4AECBAE79F58}"/>
                  </a:ext>
                </a:extLst>
              </p:cNvPr>
              <p:cNvSpPr/>
              <p:nvPr/>
            </p:nvSpPr>
            <p:spPr>
              <a:xfrm>
                <a:off x="4728331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4" name="Rectangle 6613">
                <a:extLst>
                  <a:ext uri="{FF2B5EF4-FFF2-40B4-BE49-F238E27FC236}">
                    <a16:creationId xmlns:a16="http://schemas.microsoft.com/office/drawing/2014/main" id="{54C77D9D-CBEE-9A01-2699-AA7B6429405B}"/>
                  </a:ext>
                </a:extLst>
              </p:cNvPr>
              <p:cNvSpPr/>
              <p:nvPr/>
            </p:nvSpPr>
            <p:spPr>
              <a:xfrm>
                <a:off x="4728331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5" name="Rectangle 6614">
                <a:extLst>
                  <a:ext uri="{FF2B5EF4-FFF2-40B4-BE49-F238E27FC236}">
                    <a16:creationId xmlns:a16="http://schemas.microsoft.com/office/drawing/2014/main" id="{77E27E5B-2A23-BEC6-995D-22F2D0FBD772}"/>
                  </a:ext>
                </a:extLst>
              </p:cNvPr>
              <p:cNvSpPr/>
              <p:nvPr/>
            </p:nvSpPr>
            <p:spPr>
              <a:xfrm>
                <a:off x="4728331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6" name="Rectangle 6615">
                <a:extLst>
                  <a:ext uri="{FF2B5EF4-FFF2-40B4-BE49-F238E27FC236}">
                    <a16:creationId xmlns:a16="http://schemas.microsoft.com/office/drawing/2014/main" id="{8040E57A-0F46-2A98-6A6D-DF53276C612A}"/>
                  </a:ext>
                </a:extLst>
              </p:cNvPr>
              <p:cNvSpPr/>
              <p:nvPr/>
            </p:nvSpPr>
            <p:spPr>
              <a:xfrm>
                <a:off x="4728331" y="318629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7" name="Rectangle 6616">
                <a:extLst>
                  <a:ext uri="{FF2B5EF4-FFF2-40B4-BE49-F238E27FC236}">
                    <a16:creationId xmlns:a16="http://schemas.microsoft.com/office/drawing/2014/main" id="{B8C056BF-77DB-7E09-F0DD-9E407AAD7D15}"/>
                  </a:ext>
                </a:extLst>
              </p:cNvPr>
              <p:cNvSpPr/>
              <p:nvPr/>
            </p:nvSpPr>
            <p:spPr>
              <a:xfrm>
                <a:off x="4728331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8" name="Rectangle 6617">
                <a:extLst>
                  <a:ext uri="{FF2B5EF4-FFF2-40B4-BE49-F238E27FC236}">
                    <a16:creationId xmlns:a16="http://schemas.microsoft.com/office/drawing/2014/main" id="{841BD870-CE1C-73C1-B789-1903D14E2380}"/>
                  </a:ext>
                </a:extLst>
              </p:cNvPr>
              <p:cNvSpPr/>
              <p:nvPr/>
            </p:nvSpPr>
            <p:spPr>
              <a:xfrm>
                <a:off x="4728331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19" name="Rectangle 6618">
                <a:extLst>
                  <a:ext uri="{FF2B5EF4-FFF2-40B4-BE49-F238E27FC236}">
                    <a16:creationId xmlns:a16="http://schemas.microsoft.com/office/drawing/2014/main" id="{B02E5518-DE5E-FED7-7EB7-7C8D71C5A297}"/>
                  </a:ext>
                </a:extLst>
              </p:cNvPr>
              <p:cNvSpPr/>
              <p:nvPr/>
            </p:nvSpPr>
            <p:spPr>
              <a:xfrm>
                <a:off x="4728331" y="35214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0" name="Rectangle 6619">
                <a:extLst>
                  <a:ext uri="{FF2B5EF4-FFF2-40B4-BE49-F238E27FC236}">
                    <a16:creationId xmlns:a16="http://schemas.microsoft.com/office/drawing/2014/main" id="{77537996-F74B-C645-1ED0-603156D716D6}"/>
                  </a:ext>
                </a:extLst>
              </p:cNvPr>
              <p:cNvSpPr/>
              <p:nvPr/>
            </p:nvSpPr>
            <p:spPr>
              <a:xfrm>
                <a:off x="4728331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1" name="Rectangle 6620">
                <a:extLst>
                  <a:ext uri="{FF2B5EF4-FFF2-40B4-BE49-F238E27FC236}">
                    <a16:creationId xmlns:a16="http://schemas.microsoft.com/office/drawing/2014/main" id="{D6F43A60-EFC7-641D-EA0C-3E8360E035D4}"/>
                  </a:ext>
                </a:extLst>
              </p:cNvPr>
              <p:cNvSpPr/>
              <p:nvPr/>
            </p:nvSpPr>
            <p:spPr>
              <a:xfrm>
                <a:off x="4728331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2" name="Rectangle 6621">
                <a:extLst>
                  <a:ext uri="{FF2B5EF4-FFF2-40B4-BE49-F238E27FC236}">
                    <a16:creationId xmlns:a16="http://schemas.microsoft.com/office/drawing/2014/main" id="{7E706527-799C-8248-91B7-2C596CD5E10A}"/>
                  </a:ext>
                </a:extLst>
              </p:cNvPr>
              <p:cNvSpPr/>
              <p:nvPr/>
            </p:nvSpPr>
            <p:spPr>
              <a:xfrm>
                <a:off x="4728331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3" name="Rectangle 6622">
                <a:extLst>
                  <a:ext uri="{FF2B5EF4-FFF2-40B4-BE49-F238E27FC236}">
                    <a16:creationId xmlns:a16="http://schemas.microsoft.com/office/drawing/2014/main" id="{B68FC9B0-FE6F-ED5C-ACD4-3D7ADD9A1F85}"/>
                  </a:ext>
                </a:extLst>
              </p:cNvPr>
              <p:cNvSpPr/>
              <p:nvPr/>
            </p:nvSpPr>
            <p:spPr>
              <a:xfrm>
                <a:off x="4728331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4" name="Rectangle 6623">
                <a:extLst>
                  <a:ext uri="{FF2B5EF4-FFF2-40B4-BE49-F238E27FC236}">
                    <a16:creationId xmlns:a16="http://schemas.microsoft.com/office/drawing/2014/main" id="{CE46811A-5314-0218-F8CD-EB1EC8C37CA9}"/>
                  </a:ext>
                </a:extLst>
              </p:cNvPr>
              <p:cNvSpPr/>
              <p:nvPr/>
            </p:nvSpPr>
            <p:spPr>
              <a:xfrm>
                <a:off x="4728331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5" name="Rectangle 6624">
                <a:extLst>
                  <a:ext uri="{FF2B5EF4-FFF2-40B4-BE49-F238E27FC236}">
                    <a16:creationId xmlns:a16="http://schemas.microsoft.com/office/drawing/2014/main" id="{E849E484-B313-95D2-D72F-96D16804BEF2}"/>
                  </a:ext>
                </a:extLst>
              </p:cNvPr>
              <p:cNvSpPr/>
              <p:nvPr/>
            </p:nvSpPr>
            <p:spPr>
              <a:xfrm>
                <a:off x="4728331" y="41915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6" name="Rectangle 6625">
                <a:extLst>
                  <a:ext uri="{FF2B5EF4-FFF2-40B4-BE49-F238E27FC236}">
                    <a16:creationId xmlns:a16="http://schemas.microsoft.com/office/drawing/2014/main" id="{FBC952CD-016C-DAA7-8C72-2D4A35FD803F}"/>
                  </a:ext>
                </a:extLst>
              </p:cNvPr>
              <p:cNvSpPr/>
              <p:nvPr/>
            </p:nvSpPr>
            <p:spPr>
              <a:xfrm>
                <a:off x="4728331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7" name="Rectangle 6626">
                <a:extLst>
                  <a:ext uri="{FF2B5EF4-FFF2-40B4-BE49-F238E27FC236}">
                    <a16:creationId xmlns:a16="http://schemas.microsoft.com/office/drawing/2014/main" id="{8AF8D59F-B5B0-FE65-50B1-28B8E209286F}"/>
                  </a:ext>
                </a:extLst>
              </p:cNvPr>
              <p:cNvSpPr/>
              <p:nvPr/>
            </p:nvSpPr>
            <p:spPr>
              <a:xfrm>
                <a:off x="4728331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8" name="Rectangle 6627">
                <a:extLst>
                  <a:ext uri="{FF2B5EF4-FFF2-40B4-BE49-F238E27FC236}">
                    <a16:creationId xmlns:a16="http://schemas.microsoft.com/office/drawing/2014/main" id="{1E2B6C56-B10F-CB9E-4958-039BA6122F83}"/>
                  </a:ext>
                </a:extLst>
              </p:cNvPr>
              <p:cNvSpPr/>
              <p:nvPr/>
            </p:nvSpPr>
            <p:spPr>
              <a:xfrm>
                <a:off x="4728331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29" name="Rectangle 6628">
                <a:extLst>
                  <a:ext uri="{FF2B5EF4-FFF2-40B4-BE49-F238E27FC236}">
                    <a16:creationId xmlns:a16="http://schemas.microsoft.com/office/drawing/2014/main" id="{7C001C8E-3211-DF52-B576-61848941913C}"/>
                  </a:ext>
                </a:extLst>
              </p:cNvPr>
              <p:cNvSpPr/>
              <p:nvPr/>
            </p:nvSpPr>
            <p:spPr>
              <a:xfrm>
                <a:off x="4728331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0" name="Rectangle 6629">
                <a:extLst>
                  <a:ext uri="{FF2B5EF4-FFF2-40B4-BE49-F238E27FC236}">
                    <a16:creationId xmlns:a16="http://schemas.microsoft.com/office/drawing/2014/main" id="{738408CC-A0BE-8F80-355F-70F6B853716F}"/>
                  </a:ext>
                </a:extLst>
              </p:cNvPr>
              <p:cNvSpPr/>
              <p:nvPr/>
            </p:nvSpPr>
            <p:spPr>
              <a:xfrm>
                <a:off x="4728331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1" name="Rectangle 6630">
                <a:extLst>
                  <a:ext uri="{FF2B5EF4-FFF2-40B4-BE49-F238E27FC236}">
                    <a16:creationId xmlns:a16="http://schemas.microsoft.com/office/drawing/2014/main" id="{B11289D1-9533-76F4-1014-DFA7160BF096}"/>
                  </a:ext>
                </a:extLst>
              </p:cNvPr>
              <p:cNvSpPr/>
              <p:nvPr/>
            </p:nvSpPr>
            <p:spPr>
              <a:xfrm>
                <a:off x="4728331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2" name="Rectangle 6631">
                <a:extLst>
                  <a:ext uri="{FF2B5EF4-FFF2-40B4-BE49-F238E27FC236}">
                    <a16:creationId xmlns:a16="http://schemas.microsoft.com/office/drawing/2014/main" id="{4D19A74F-8BA4-205C-64EE-D8D4A5C1495F}"/>
                  </a:ext>
                </a:extLst>
              </p:cNvPr>
              <p:cNvSpPr/>
              <p:nvPr/>
            </p:nvSpPr>
            <p:spPr>
              <a:xfrm>
                <a:off x="4728331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3" name="Rectangle 6632">
                <a:extLst>
                  <a:ext uri="{FF2B5EF4-FFF2-40B4-BE49-F238E27FC236}">
                    <a16:creationId xmlns:a16="http://schemas.microsoft.com/office/drawing/2014/main" id="{56032A45-61B3-D1CB-0936-D8C2CEDCB93E}"/>
                  </a:ext>
                </a:extLst>
              </p:cNvPr>
              <p:cNvSpPr/>
              <p:nvPr/>
            </p:nvSpPr>
            <p:spPr>
              <a:xfrm>
                <a:off x="4728331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4" name="Rectangle 6633">
                <a:extLst>
                  <a:ext uri="{FF2B5EF4-FFF2-40B4-BE49-F238E27FC236}">
                    <a16:creationId xmlns:a16="http://schemas.microsoft.com/office/drawing/2014/main" id="{AAF592CF-FE40-497C-4CF8-EA58F68868E8}"/>
                  </a:ext>
                </a:extLst>
              </p:cNvPr>
              <p:cNvSpPr/>
              <p:nvPr/>
            </p:nvSpPr>
            <p:spPr>
              <a:xfrm>
                <a:off x="4728331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5" name="Rectangle 6634">
                <a:extLst>
                  <a:ext uri="{FF2B5EF4-FFF2-40B4-BE49-F238E27FC236}">
                    <a16:creationId xmlns:a16="http://schemas.microsoft.com/office/drawing/2014/main" id="{421A21C1-C156-E647-6DA3-05B9DF8CC031}"/>
                  </a:ext>
                </a:extLst>
              </p:cNvPr>
              <p:cNvSpPr/>
              <p:nvPr/>
            </p:nvSpPr>
            <p:spPr>
              <a:xfrm>
                <a:off x="4728331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6" name="Rectangle 6635">
                <a:extLst>
                  <a:ext uri="{FF2B5EF4-FFF2-40B4-BE49-F238E27FC236}">
                    <a16:creationId xmlns:a16="http://schemas.microsoft.com/office/drawing/2014/main" id="{CF83C237-1597-90A9-6800-9FCF963D53E1}"/>
                  </a:ext>
                </a:extLst>
              </p:cNvPr>
              <p:cNvSpPr/>
              <p:nvPr/>
            </p:nvSpPr>
            <p:spPr>
              <a:xfrm>
                <a:off x="4728331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7" name="Rectangle 6636">
                <a:extLst>
                  <a:ext uri="{FF2B5EF4-FFF2-40B4-BE49-F238E27FC236}">
                    <a16:creationId xmlns:a16="http://schemas.microsoft.com/office/drawing/2014/main" id="{13D0FB73-779C-3E23-0304-8859551D5AC0}"/>
                  </a:ext>
                </a:extLst>
              </p:cNvPr>
              <p:cNvSpPr/>
              <p:nvPr/>
            </p:nvSpPr>
            <p:spPr>
              <a:xfrm>
                <a:off x="4728331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8" name="Rectangle 6637">
                <a:extLst>
                  <a:ext uri="{FF2B5EF4-FFF2-40B4-BE49-F238E27FC236}">
                    <a16:creationId xmlns:a16="http://schemas.microsoft.com/office/drawing/2014/main" id="{29685D3F-5CA3-51BC-2A0A-03B248DF57F9}"/>
                  </a:ext>
                </a:extLst>
              </p:cNvPr>
              <p:cNvSpPr/>
              <p:nvPr/>
            </p:nvSpPr>
            <p:spPr>
              <a:xfrm>
                <a:off x="4728331" y="56436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39" name="Rectangle 6638">
                <a:extLst>
                  <a:ext uri="{FF2B5EF4-FFF2-40B4-BE49-F238E27FC236}">
                    <a16:creationId xmlns:a16="http://schemas.microsoft.com/office/drawing/2014/main" id="{33DF0B90-F28A-6B56-4A84-E06127AC9BB2}"/>
                  </a:ext>
                </a:extLst>
              </p:cNvPr>
              <p:cNvSpPr/>
              <p:nvPr/>
            </p:nvSpPr>
            <p:spPr>
              <a:xfrm>
                <a:off x="4728331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0" name="Rectangle 6639">
                <a:extLst>
                  <a:ext uri="{FF2B5EF4-FFF2-40B4-BE49-F238E27FC236}">
                    <a16:creationId xmlns:a16="http://schemas.microsoft.com/office/drawing/2014/main" id="{A20CA2CF-A92A-808D-627D-71A88A6B7250}"/>
                  </a:ext>
                </a:extLst>
              </p:cNvPr>
              <p:cNvSpPr/>
              <p:nvPr/>
            </p:nvSpPr>
            <p:spPr>
              <a:xfrm>
                <a:off x="4728331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1" name="Rectangle 6640">
                <a:extLst>
                  <a:ext uri="{FF2B5EF4-FFF2-40B4-BE49-F238E27FC236}">
                    <a16:creationId xmlns:a16="http://schemas.microsoft.com/office/drawing/2014/main" id="{EE96CC10-D9D2-D26F-3168-EE8B3F938640}"/>
                  </a:ext>
                </a:extLst>
              </p:cNvPr>
              <p:cNvSpPr/>
              <p:nvPr/>
            </p:nvSpPr>
            <p:spPr>
              <a:xfrm>
                <a:off x="4728331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2" name="Rectangle 6641">
                <a:extLst>
                  <a:ext uri="{FF2B5EF4-FFF2-40B4-BE49-F238E27FC236}">
                    <a16:creationId xmlns:a16="http://schemas.microsoft.com/office/drawing/2014/main" id="{726FF79F-7519-341C-0EC2-E22EB313BFC3}"/>
                  </a:ext>
                </a:extLst>
              </p:cNvPr>
              <p:cNvSpPr/>
              <p:nvPr/>
            </p:nvSpPr>
            <p:spPr>
              <a:xfrm>
                <a:off x="4728331" y="60905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3" name="Rectangle 6642">
                <a:extLst>
                  <a:ext uri="{FF2B5EF4-FFF2-40B4-BE49-F238E27FC236}">
                    <a16:creationId xmlns:a16="http://schemas.microsoft.com/office/drawing/2014/main" id="{96C09082-8CF9-7047-3B7E-39AB4FFD831B}"/>
                  </a:ext>
                </a:extLst>
              </p:cNvPr>
              <p:cNvSpPr/>
              <p:nvPr/>
            </p:nvSpPr>
            <p:spPr>
              <a:xfrm>
                <a:off x="4728331" y="620220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4" name="Rectangle 6643">
                <a:extLst>
                  <a:ext uri="{FF2B5EF4-FFF2-40B4-BE49-F238E27FC236}">
                    <a16:creationId xmlns:a16="http://schemas.microsoft.com/office/drawing/2014/main" id="{1B681E9F-E6FD-6C50-5A1F-6FB3C3BA69DB}"/>
                  </a:ext>
                </a:extLst>
              </p:cNvPr>
              <p:cNvSpPr/>
              <p:nvPr/>
            </p:nvSpPr>
            <p:spPr>
              <a:xfrm>
                <a:off x="4728331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5" name="Rectangle 6644">
                <a:extLst>
                  <a:ext uri="{FF2B5EF4-FFF2-40B4-BE49-F238E27FC236}">
                    <a16:creationId xmlns:a16="http://schemas.microsoft.com/office/drawing/2014/main" id="{0A8C9CED-FAB7-3911-1B01-3A88CD319DF2}"/>
                  </a:ext>
                </a:extLst>
              </p:cNvPr>
              <p:cNvSpPr/>
              <p:nvPr/>
            </p:nvSpPr>
            <p:spPr>
              <a:xfrm>
                <a:off x="4728331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6" name="Rectangle 6645">
                <a:extLst>
                  <a:ext uri="{FF2B5EF4-FFF2-40B4-BE49-F238E27FC236}">
                    <a16:creationId xmlns:a16="http://schemas.microsoft.com/office/drawing/2014/main" id="{AE7D5C57-4751-F8DE-38A8-48792CCF14E3}"/>
                  </a:ext>
                </a:extLst>
              </p:cNvPr>
              <p:cNvSpPr/>
              <p:nvPr/>
            </p:nvSpPr>
            <p:spPr>
              <a:xfrm>
                <a:off x="4728331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7" name="Rectangle 6646">
                <a:extLst>
                  <a:ext uri="{FF2B5EF4-FFF2-40B4-BE49-F238E27FC236}">
                    <a16:creationId xmlns:a16="http://schemas.microsoft.com/office/drawing/2014/main" id="{313806DB-BEB6-DDB4-F176-916AC1D35844}"/>
                  </a:ext>
                </a:extLst>
              </p:cNvPr>
              <p:cNvSpPr/>
              <p:nvPr/>
            </p:nvSpPr>
            <p:spPr>
              <a:xfrm>
                <a:off x="4728331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8" name="Rectangle 6647">
                <a:extLst>
                  <a:ext uri="{FF2B5EF4-FFF2-40B4-BE49-F238E27FC236}">
                    <a16:creationId xmlns:a16="http://schemas.microsoft.com/office/drawing/2014/main" id="{49ABE749-27CA-870C-F147-EC25ED573247}"/>
                  </a:ext>
                </a:extLst>
              </p:cNvPr>
              <p:cNvSpPr/>
              <p:nvPr/>
            </p:nvSpPr>
            <p:spPr>
              <a:xfrm>
                <a:off x="4728331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49" name="Rectangle 6648">
                <a:extLst>
                  <a:ext uri="{FF2B5EF4-FFF2-40B4-BE49-F238E27FC236}">
                    <a16:creationId xmlns:a16="http://schemas.microsoft.com/office/drawing/2014/main" id="{4BCAFBFD-4889-B63D-6866-1ECE007D681A}"/>
                  </a:ext>
                </a:extLst>
              </p:cNvPr>
              <p:cNvSpPr/>
              <p:nvPr/>
            </p:nvSpPr>
            <p:spPr>
              <a:xfrm>
                <a:off x="4826575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0" name="Rectangle 6649">
                <a:extLst>
                  <a:ext uri="{FF2B5EF4-FFF2-40B4-BE49-F238E27FC236}">
                    <a16:creationId xmlns:a16="http://schemas.microsoft.com/office/drawing/2014/main" id="{2612E1DC-A11F-171C-598E-0D3EDD260B28}"/>
                  </a:ext>
                </a:extLst>
              </p:cNvPr>
              <p:cNvSpPr/>
              <p:nvPr/>
            </p:nvSpPr>
            <p:spPr>
              <a:xfrm>
                <a:off x="4826575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1" name="Rectangle 6650">
                <a:extLst>
                  <a:ext uri="{FF2B5EF4-FFF2-40B4-BE49-F238E27FC236}">
                    <a16:creationId xmlns:a16="http://schemas.microsoft.com/office/drawing/2014/main" id="{8C629593-AA58-64D6-9E94-1F5FA3B15AA8}"/>
                  </a:ext>
                </a:extLst>
              </p:cNvPr>
              <p:cNvSpPr/>
              <p:nvPr/>
            </p:nvSpPr>
            <p:spPr>
              <a:xfrm>
                <a:off x="4826575" y="-164677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2" name="Rectangle 6651">
                <a:extLst>
                  <a:ext uri="{FF2B5EF4-FFF2-40B4-BE49-F238E27FC236}">
                    <a16:creationId xmlns:a16="http://schemas.microsoft.com/office/drawing/2014/main" id="{89E2C7A1-2334-BBCB-DCE7-27188939C3A1}"/>
                  </a:ext>
                </a:extLst>
              </p:cNvPr>
              <p:cNvSpPr/>
              <p:nvPr/>
            </p:nvSpPr>
            <p:spPr>
              <a:xfrm>
                <a:off x="4826575" y="-52992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3" name="Rectangle 6652">
                <a:extLst>
                  <a:ext uri="{FF2B5EF4-FFF2-40B4-BE49-F238E27FC236}">
                    <a16:creationId xmlns:a16="http://schemas.microsoft.com/office/drawing/2014/main" id="{FA61CB14-ECAB-C17C-5A08-8F8539BB6482}"/>
                  </a:ext>
                </a:extLst>
              </p:cNvPr>
              <p:cNvSpPr/>
              <p:nvPr/>
            </p:nvSpPr>
            <p:spPr>
              <a:xfrm>
                <a:off x="4826575" y="58692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4" name="Rectangle 6653">
                <a:extLst>
                  <a:ext uri="{FF2B5EF4-FFF2-40B4-BE49-F238E27FC236}">
                    <a16:creationId xmlns:a16="http://schemas.microsoft.com/office/drawing/2014/main" id="{DCF6C496-6982-2203-9199-E73E0A5CF368}"/>
                  </a:ext>
                </a:extLst>
              </p:cNvPr>
              <p:cNvSpPr/>
              <p:nvPr/>
            </p:nvSpPr>
            <p:spPr>
              <a:xfrm>
                <a:off x="4826575" y="17037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5" name="Rectangle 6654">
                <a:extLst>
                  <a:ext uri="{FF2B5EF4-FFF2-40B4-BE49-F238E27FC236}">
                    <a16:creationId xmlns:a16="http://schemas.microsoft.com/office/drawing/2014/main" id="{293F9169-56DD-C2E3-5F2D-497E05F33F03}"/>
                  </a:ext>
                </a:extLst>
              </p:cNvPr>
              <p:cNvSpPr/>
              <p:nvPr/>
            </p:nvSpPr>
            <p:spPr>
              <a:xfrm>
                <a:off x="4826575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6" name="Rectangle 6655">
                <a:extLst>
                  <a:ext uri="{FF2B5EF4-FFF2-40B4-BE49-F238E27FC236}">
                    <a16:creationId xmlns:a16="http://schemas.microsoft.com/office/drawing/2014/main" id="{AC478FC8-2905-EEFC-72CA-6B149349ABCA}"/>
                  </a:ext>
                </a:extLst>
              </p:cNvPr>
              <p:cNvSpPr/>
              <p:nvPr/>
            </p:nvSpPr>
            <p:spPr>
              <a:xfrm>
                <a:off x="4826575" y="39374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7" name="Rectangle 6656">
                <a:extLst>
                  <a:ext uri="{FF2B5EF4-FFF2-40B4-BE49-F238E27FC236}">
                    <a16:creationId xmlns:a16="http://schemas.microsoft.com/office/drawing/2014/main" id="{D9030614-895A-9720-5EF3-498ECE8C5BEE}"/>
                  </a:ext>
                </a:extLst>
              </p:cNvPr>
              <p:cNvSpPr/>
              <p:nvPr/>
            </p:nvSpPr>
            <p:spPr>
              <a:xfrm>
                <a:off x="4826575" y="505537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8" name="Rectangle 6657">
                <a:extLst>
                  <a:ext uri="{FF2B5EF4-FFF2-40B4-BE49-F238E27FC236}">
                    <a16:creationId xmlns:a16="http://schemas.microsoft.com/office/drawing/2014/main" id="{D2840F5B-431A-D212-CFB9-F02036A52CD8}"/>
                  </a:ext>
                </a:extLst>
              </p:cNvPr>
              <p:cNvSpPr/>
              <p:nvPr/>
            </p:nvSpPr>
            <p:spPr>
              <a:xfrm>
                <a:off x="4826575" y="617222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59" name="Rectangle 6658">
                <a:extLst>
                  <a:ext uri="{FF2B5EF4-FFF2-40B4-BE49-F238E27FC236}">
                    <a16:creationId xmlns:a16="http://schemas.microsoft.com/office/drawing/2014/main" id="{282120B3-CAA2-2E1A-DDEB-70FAF5CEBEA6}"/>
                  </a:ext>
                </a:extLst>
              </p:cNvPr>
              <p:cNvSpPr/>
              <p:nvPr/>
            </p:nvSpPr>
            <p:spPr>
              <a:xfrm>
                <a:off x="4826575" y="728907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0" name="Rectangle 6659">
                <a:extLst>
                  <a:ext uri="{FF2B5EF4-FFF2-40B4-BE49-F238E27FC236}">
                    <a16:creationId xmlns:a16="http://schemas.microsoft.com/office/drawing/2014/main" id="{7EFB5A84-8A4A-A90C-F535-73A719736128}"/>
                  </a:ext>
                </a:extLst>
              </p:cNvPr>
              <p:cNvSpPr/>
              <p:nvPr/>
            </p:nvSpPr>
            <p:spPr>
              <a:xfrm>
                <a:off x="4826575" y="840591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1" name="Rectangle 6660">
                <a:extLst>
                  <a:ext uri="{FF2B5EF4-FFF2-40B4-BE49-F238E27FC236}">
                    <a16:creationId xmlns:a16="http://schemas.microsoft.com/office/drawing/2014/main" id="{9E609C95-2D25-D8EA-028F-F0BADB0CE8D9}"/>
                  </a:ext>
                </a:extLst>
              </p:cNvPr>
              <p:cNvSpPr/>
              <p:nvPr/>
            </p:nvSpPr>
            <p:spPr>
              <a:xfrm>
                <a:off x="4826575" y="95227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2" name="Rectangle 6661">
                <a:extLst>
                  <a:ext uri="{FF2B5EF4-FFF2-40B4-BE49-F238E27FC236}">
                    <a16:creationId xmlns:a16="http://schemas.microsoft.com/office/drawing/2014/main" id="{3002E6DB-B1AC-7E44-A9A7-61B40CD56A75}"/>
                  </a:ext>
                </a:extLst>
              </p:cNvPr>
              <p:cNvSpPr/>
              <p:nvPr/>
            </p:nvSpPr>
            <p:spPr>
              <a:xfrm>
                <a:off x="4826575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3" name="Rectangle 6662">
                <a:extLst>
                  <a:ext uri="{FF2B5EF4-FFF2-40B4-BE49-F238E27FC236}">
                    <a16:creationId xmlns:a16="http://schemas.microsoft.com/office/drawing/2014/main" id="{E64BD7DD-4DB0-D494-739D-A92BBB10A804}"/>
                  </a:ext>
                </a:extLst>
              </p:cNvPr>
              <p:cNvSpPr/>
              <p:nvPr/>
            </p:nvSpPr>
            <p:spPr>
              <a:xfrm>
                <a:off x="4826575" y="117564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4" name="Rectangle 6663">
                <a:extLst>
                  <a:ext uri="{FF2B5EF4-FFF2-40B4-BE49-F238E27FC236}">
                    <a16:creationId xmlns:a16="http://schemas.microsoft.com/office/drawing/2014/main" id="{5916663A-63D6-899C-9AC6-92B3965B49FE}"/>
                  </a:ext>
                </a:extLst>
              </p:cNvPr>
              <p:cNvSpPr/>
              <p:nvPr/>
            </p:nvSpPr>
            <p:spPr>
              <a:xfrm>
                <a:off x="4826575" y="1287437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5" name="Rectangle 6664">
                <a:extLst>
                  <a:ext uri="{FF2B5EF4-FFF2-40B4-BE49-F238E27FC236}">
                    <a16:creationId xmlns:a16="http://schemas.microsoft.com/office/drawing/2014/main" id="{5DA1129C-570A-BC0C-3243-D081BC0194CE}"/>
                  </a:ext>
                </a:extLst>
              </p:cNvPr>
              <p:cNvSpPr/>
              <p:nvPr/>
            </p:nvSpPr>
            <p:spPr>
              <a:xfrm>
                <a:off x="4826575" y="139912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6" name="Rectangle 6665">
                <a:extLst>
                  <a:ext uri="{FF2B5EF4-FFF2-40B4-BE49-F238E27FC236}">
                    <a16:creationId xmlns:a16="http://schemas.microsoft.com/office/drawing/2014/main" id="{BC7E9670-9AB1-8B6F-1587-3413B67027DA}"/>
                  </a:ext>
                </a:extLst>
              </p:cNvPr>
              <p:cNvSpPr/>
              <p:nvPr/>
            </p:nvSpPr>
            <p:spPr>
              <a:xfrm>
                <a:off x="4826575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7" name="Rectangle 6666">
                <a:extLst>
                  <a:ext uri="{FF2B5EF4-FFF2-40B4-BE49-F238E27FC236}">
                    <a16:creationId xmlns:a16="http://schemas.microsoft.com/office/drawing/2014/main" id="{BA3301BF-C577-4401-49C3-5EB4EC953E24}"/>
                  </a:ext>
                </a:extLst>
              </p:cNvPr>
              <p:cNvSpPr/>
              <p:nvPr/>
            </p:nvSpPr>
            <p:spPr>
              <a:xfrm>
                <a:off x="4826575" y="1622491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8" name="Rectangle 6667">
                <a:extLst>
                  <a:ext uri="{FF2B5EF4-FFF2-40B4-BE49-F238E27FC236}">
                    <a16:creationId xmlns:a16="http://schemas.microsoft.com/office/drawing/2014/main" id="{6E27D419-C258-DF99-179E-538ADCD86A0A}"/>
                  </a:ext>
                </a:extLst>
              </p:cNvPr>
              <p:cNvSpPr/>
              <p:nvPr/>
            </p:nvSpPr>
            <p:spPr>
              <a:xfrm>
                <a:off x="4826575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69" name="Rectangle 6668">
                <a:extLst>
                  <a:ext uri="{FF2B5EF4-FFF2-40B4-BE49-F238E27FC236}">
                    <a16:creationId xmlns:a16="http://schemas.microsoft.com/office/drawing/2014/main" id="{2BBEB5B8-19BC-363B-F755-5693241212D0}"/>
                  </a:ext>
                </a:extLst>
              </p:cNvPr>
              <p:cNvSpPr/>
              <p:nvPr/>
            </p:nvSpPr>
            <p:spPr>
              <a:xfrm>
                <a:off x="4826575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0" name="Rectangle 6669">
                <a:extLst>
                  <a:ext uri="{FF2B5EF4-FFF2-40B4-BE49-F238E27FC236}">
                    <a16:creationId xmlns:a16="http://schemas.microsoft.com/office/drawing/2014/main" id="{C5EE9878-D44D-4C33-B77A-1F6994BE60FA}"/>
                  </a:ext>
                </a:extLst>
              </p:cNvPr>
              <p:cNvSpPr/>
              <p:nvPr/>
            </p:nvSpPr>
            <p:spPr>
              <a:xfrm>
                <a:off x="4826575" y="1957652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1" name="Rectangle 6670">
                <a:extLst>
                  <a:ext uri="{FF2B5EF4-FFF2-40B4-BE49-F238E27FC236}">
                    <a16:creationId xmlns:a16="http://schemas.microsoft.com/office/drawing/2014/main" id="{DACC74D5-CD8C-CA8F-1EA5-0B4EFB8218AE}"/>
                  </a:ext>
                </a:extLst>
              </p:cNvPr>
              <p:cNvSpPr/>
              <p:nvPr/>
            </p:nvSpPr>
            <p:spPr>
              <a:xfrm>
                <a:off x="4826575" y="2069337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2" name="Rectangle 6671">
                <a:extLst>
                  <a:ext uri="{FF2B5EF4-FFF2-40B4-BE49-F238E27FC236}">
                    <a16:creationId xmlns:a16="http://schemas.microsoft.com/office/drawing/2014/main" id="{56DDBF3F-EAEB-6658-D907-B7BE22BFA367}"/>
                  </a:ext>
                </a:extLst>
              </p:cNvPr>
              <p:cNvSpPr/>
              <p:nvPr/>
            </p:nvSpPr>
            <p:spPr>
              <a:xfrm>
                <a:off x="4826575" y="2181021"/>
                <a:ext cx="98350" cy="111684"/>
              </a:xfrm>
              <a:prstGeom prst="rect">
                <a:avLst/>
              </a:prstGeom>
              <a:solidFill>
                <a:srgbClr val="F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3" name="Rectangle 6672">
                <a:extLst>
                  <a:ext uri="{FF2B5EF4-FFF2-40B4-BE49-F238E27FC236}">
                    <a16:creationId xmlns:a16="http://schemas.microsoft.com/office/drawing/2014/main" id="{D99B4FD2-3378-EED4-F81E-C78033BD4B7D}"/>
                  </a:ext>
                </a:extLst>
              </p:cNvPr>
              <p:cNvSpPr/>
              <p:nvPr/>
            </p:nvSpPr>
            <p:spPr>
              <a:xfrm>
                <a:off x="4826575" y="2292706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4" name="Rectangle 6673">
                <a:extLst>
                  <a:ext uri="{FF2B5EF4-FFF2-40B4-BE49-F238E27FC236}">
                    <a16:creationId xmlns:a16="http://schemas.microsoft.com/office/drawing/2014/main" id="{B06F0415-850C-3B5C-7E01-9CC86CF095D2}"/>
                  </a:ext>
                </a:extLst>
              </p:cNvPr>
              <p:cNvSpPr/>
              <p:nvPr/>
            </p:nvSpPr>
            <p:spPr>
              <a:xfrm>
                <a:off x="4826575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5" name="Rectangle 6674">
                <a:extLst>
                  <a:ext uri="{FF2B5EF4-FFF2-40B4-BE49-F238E27FC236}">
                    <a16:creationId xmlns:a16="http://schemas.microsoft.com/office/drawing/2014/main" id="{CC0A524F-21EE-56DB-51B2-AAD46E302C45}"/>
                  </a:ext>
                </a:extLst>
              </p:cNvPr>
              <p:cNvSpPr/>
              <p:nvPr/>
            </p:nvSpPr>
            <p:spPr>
              <a:xfrm>
                <a:off x="4826575" y="25160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6" name="Rectangle 6675">
                <a:extLst>
                  <a:ext uri="{FF2B5EF4-FFF2-40B4-BE49-F238E27FC236}">
                    <a16:creationId xmlns:a16="http://schemas.microsoft.com/office/drawing/2014/main" id="{14AF02B2-3C21-E405-AF04-65A085F7C313}"/>
                  </a:ext>
                </a:extLst>
              </p:cNvPr>
              <p:cNvSpPr/>
              <p:nvPr/>
            </p:nvSpPr>
            <p:spPr>
              <a:xfrm>
                <a:off x="4826575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7" name="Rectangle 6676">
                <a:extLst>
                  <a:ext uri="{FF2B5EF4-FFF2-40B4-BE49-F238E27FC236}">
                    <a16:creationId xmlns:a16="http://schemas.microsoft.com/office/drawing/2014/main" id="{534F7120-80FA-F05C-D157-0A9C615FC2A6}"/>
                  </a:ext>
                </a:extLst>
              </p:cNvPr>
              <p:cNvSpPr/>
              <p:nvPr/>
            </p:nvSpPr>
            <p:spPr>
              <a:xfrm>
                <a:off x="4826575" y="2739552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8" name="Rectangle 6677">
                <a:extLst>
                  <a:ext uri="{FF2B5EF4-FFF2-40B4-BE49-F238E27FC236}">
                    <a16:creationId xmlns:a16="http://schemas.microsoft.com/office/drawing/2014/main" id="{59D12AAB-BDA0-C7F9-5A92-D45E28B59FB6}"/>
                  </a:ext>
                </a:extLst>
              </p:cNvPr>
              <p:cNvSpPr/>
              <p:nvPr/>
            </p:nvSpPr>
            <p:spPr>
              <a:xfrm>
                <a:off x="4826575" y="285123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79" name="Rectangle 6678">
                <a:extLst>
                  <a:ext uri="{FF2B5EF4-FFF2-40B4-BE49-F238E27FC236}">
                    <a16:creationId xmlns:a16="http://schemas.microsoft.com/office/drawing/2014/main" id="{12ECEB97-0B8F-DF85-46B4-9AF631064290}"/>
                  </a:ext>
                </a:extLst>
              </p:cNvPr>
              <p:cNvSpPr/>
              <p:nvPr/>
            </p:nvSpPr>
            <p:spPr>
              <a:xfrm>
                <a:off x="4826575" y="296292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0" name="Rectangle 6679">
                <a:extLst>
                  <a:ext uri="{FF2B5EF4-FFF2-40B4-BE49-F238E27FC236}">
                    <a16:creationId xmlns:a16="http://schemas.microsoft.com/office/drawing/2014/main" id="{082E60BA-353B-B6DB-3C1E-DCD42B00970B}"/>
                  </a:ext>
                </a:extLst>
              </p:cNvPr>
              <p:cNvSpPr/>
              <p:nvPr/>
            </p:nvSpPr>
            <p:spPr>
              <a:xfrm>
                <a:off x="4826575" y="3074606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1" name="Rectangle 6680">
                <a:extLst>
                  <a:ext uri="{FF2B5EF4-FFF2-40B4-BE49-F238E27FC236}">
                    <a16:creationId xmlns:a16="http://schemas.microsoft.com/office/drawing/2014/main" id="{BEC46203-9475-63F5-8DFF-3D69E1666E2E}"/>
                  </a:ext>
                </a:extLst>
              </p:cNvPr>
              <p:cNvSpPr/>
              <p:nvPr/>
            </p:nvSpPr>
            <p:spPr>
              <a:xfrm>
                <a:off x="4826575" y="318629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2" name="Rectangle 6681">
                <a:extLst>
                  <a:ext uri="{FF2B5EF4-FFF2-40B4-BE49-F238E27FC236}">
                    <a16:creationId xmlns:a16="http://schemas.microsoft.com/office/drawing/2014/main" id="{2486E5EE-EF1E-60BF-A980-E2E5D99412FE}"/>
                  </a:ext>
                </a:extLst>
              </p:cNvPr>
              <p:cNvSpPr/>
              <p:nvPr/>
            </p:nvSpPr>
            <p:spPr>
              <a:xfrm>
                <a:off x="4826575" y="3297975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3" name="Rectangle 6682">
                <a:extLst>
                  <a:ext uri="{FF2B5EF4-FFF2-40B4-BE49-F238E27FC236}">
                    <a16:creationId xmlns:a16="http://schemas.microsoft.com/office/drawing/2014/main" id="{9C34937A-657D-3B1A-DB0A-DB99A6661A3B}"/>
                  </a:ext>
                </a:extLst>
              </p:cNvPr>
              <p:cNvSpPr/>
              <p:nvPr/>
            </p:nvSpPr>
            <p:spPr>
              <a:xfrm>
                <a:off x="4826575" y="34096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4" name="Rectangle 6683">
                <a:extLst>
                  <a:ext uri="{FF2B5EF4-FFF2-40B4-BE49-F238E27FC236}">
                    <a16:creationId xmlns:a16="http://schemas.microsoft.com/office/drawing/2014/main" id="{907FB220-3708-5496-0EB3-83085D9CA7B1}"/>
                  </a:ext>
                </a:extLst>
              </p:cNvPr>
              <p:cNvSpPr/>
              <p:nvPr/>
            </p:nvSpPr>
            <p:spPr>
              <a:xfrm>
                <a:off x="4826575" y="352145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5" name="Rectangle 6684">
                <a:extLst>
                  <a:ext uri="{FF2B5EF4-FFF2-40B4-BE49-F238E27FC236}">
                    <a16:creationId xmlns:a16="http://schemas.microsoft.com/office/drawing/2014/main" id="{AD708B17-282B-A893-F58D-4DE70398BA6A}"/>
                  </a:ext>
                </a:extLst>
              </p:cNvPr>
              <p:cNvSpPr/>
              <p:nvPr/>
            </p:nvSpPr>
            <p:spPr>
              <a:xfrm>
                <a:off x="4826575" y="3633136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6" name="Rectangle 6685">
                <a:extLst>
                  <a:ext uri="{FF2B5EF4-FFF2-40B4-BE49-F238E27FC236}">
                    <a16:creationId xmlns:a16="http://schemas.microsoft.com/office/drawing/2014/main" id="{42CEE205-9ACC-37F5-C93E-6CC689E9C75F}"/>
                  </a:ext>
                </a:extLst>
              </p:cNvPr>
              <p:cNvSpPr/>
              <p:nvPr/>
            </p:nvSpPr>
            <p:spPr>
              <a:xfrm>
                <a:off x="4826575" y="374482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7" name="Rectangle 6686">
                <a:extLst>
                  <a:ext uri="{FF2B5EF4-FFF2-40B4-BE49-F238E27FC236}">
                    <a16:creationId xmlns:a16="http://schemas.microsoft.com/office/drawing/2014/main" id="{29C878F6-BB94-18CF-AA0C-E2C251D945EA}"/>
                  </a:ext>
                </a:extLst>
              </p:cNvPr>
              <p:cNvSpPr/>
              <p:nvPr/>
            </p:nvSpPr>
            <p:spPr>
              <a:xfrm>
                <a:off x="4826575" y="3856506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8" name="Rectangle 6687">
                <a:extLst>
                  <a:ext uri="{FF2B5EF4-FFF2-40B4-BE49-F238E27FC236}">
                    <a16:creationId xmlns:a16="http://schemas.microsoft.com/office/drawing/2014/main" id="{E5C7F02E-B88E-1A8B-02AC-7ABC97602114}"/>
                  </a:ext>
                </a:extLst>
              </p:cNvPr>
              <p:cNvSpPr/>
              <p:nvPr/>
            </p:nvSpPr>
            <p:spPr>
              <a:xfrm>
                <a:off x="4826575" y="3968190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89" name="Rectangle 6688">
                <a:extLst>
                  <a:ext uri="{FF2B5EF4-FFF2-40B4-BE49-F238E27FC236}">
                    <a16:creationId xmlns:a16="http://schemas.microsoft.com/office/drawing/2014/main" id="{50B2C79A-5CD7-4DFB-7D65-6E86C91098A5}"/>
                  </a:ext>
                </a:extLst>
              </p:cNvPr>
              <p:cNvSpPr/>
              <p:nvPr/>
            </p:nvSpPr>
            <p:spPr>
              <a:xfrm>
                <a:off x="4826575" y="407987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0" name="Rectangle 6689">
                <a:extLst>
                  <a:ext uri="{FF2B5EF4-FFF2-40B4-BE49-F238E27FC236}">
                    <a16:creationId xmlns:a16="http://schemas.microsoft.com/office/drawing/2014/main" id="{8E73AEC8-A910-28ED-DDAB-254072A4836A}"/>
                  </a:ext>
                </a:extLst>
              </p:cNvPr>
              <p:cNvSpPr/>
              <p:nvPr/>
            </p:nvSpPr>
            <p:spPr>
              <a:xfrm>
                <a:off x="4826575" y="4191560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1" name="Rectangle 6690">
                <a:extLst>
                  <a:ext uri="{FF2B5EF4-FFF2-40B4-BE49-F238E27FC236}">
                    <a16:creationId xmlns:a16="http://schemas.microsoft.com/office/drawing/2014/main" id="{50451837-70D7-2D23-E049-D1BE9B34547E}"/>
                  </a:ext>
                </a:extLst>
              </p:cNvPr>
              <p:cNvSpPr/>
              <p:nvPr/>
            </p:nvSpPr>
            <p:spPr>
              <a:xfrm>
                <a:off x="4826575" y="430335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2" name="Rectangle 6691">
                <a:extLst>
                  <a:ext uri="{FF2B5EF4-FFF2-40B4-BE49-F238E27FC236}">
                    <a16:creationId xmlns:a16="http://schemas.microsoft.com/office/drawing/2014/main" id="{F80FCC0F-801F-779F-CBBA-EB3AEEF00A91}"/>
                  </a:ext>
                </a:extLst>
              </p:cNvPr>
              <p:cNvSpPr/>
              <p:nvPr/>
            </p:nvSpPr>
            <p:spPr>
              <a:xfrm>
                <a:off x="4826575" y="441503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3" name="Rectangle 6692">
                <a:extLst>
                  <a:ext uri="{FF2B5EF4-FFF2-40B4-BE49-F238E27FC236}">
                    <a16:creationId xmlns:a16="http://schemas.microsoft.com/office/drawing/2014/main" id="{5CE7EDF4-9380-80EF-63D8-5B276DEA0D59}"/>
                  </a:ext>
                </a:extLst>
              </p:cNvPr>
              <p:cNvSpPr/>
              <p:nvPr/>
            </p:nvSpPr>
            <p:spPr>
              <a:xfrm>
                <a:off x="4826575" y="452672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4" name="Rectangle 6693">
                <a:extLst>
                  <a:ext uri="{FF2B5EF4-FFF2-40B4-BE49-F238E27FC236}">
                    <a16:creationId xmlns:a16="http://schemas.microsoft.com/office/drawing/2014/main" id="{8A074CDE-353A-6C76-14B8-9197BE8D8C74}"/>
                  </a:ext>
                </a:extLst>
              </p:cNvPr>
              <p:cNvSpPr/>
              <p:nvPr/>
            </p:nvSpPr>
            <p:spPr>
              <a:xfrm>
                <a:off x="4826575" y="463840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5" name="Rectangle 6694">
                <a:extLst>
                  <a:ext uri="{FF2B5EF4-FFF2-40B4-BE49-F238E27FC236}">
                    <a16:creationId xmlns:a16="http://schemas.microsoft.com/office/drawing/2014/main" id="{A5FCB8EF-DC25-D56A-B6E1-3F89C2B413B3}"/>
                  </a:ext>
                </a:extLst>
              </p:cNvPr>
              <p:cNvSpPr/>
              <p:nvPr/>
            </p:nvSpPr>
            <p:spPr>
              <a:xfrm>
                <a:off x="4826575" y="4750090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6" name="Rectangle 6695">
                <a:extLst>
                  <a:ext uri="{FF2B5EF4-FFF2-40B4-BE49-F238E27FC236}">
                    <a16:creationId xmlns:a16="http://schemas.microsoft.com/office/drawing/2014/main" id="{AEB88478-00F9-4EC5-B607-43E85F5A3A1F}"/>
                  </a:ext>
                </a:extLst>
              </p:cNvPr>
              <p:cNvSpPr/>
              <p:nvPr/>
            </p:nvSpPr>
            <p:spPr>
              <a:xfrm>
                <a:off x="4826575" y="486177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7" name="Rectangle 6696">
                <a:extLst>
                  <a:ext uri="{FF2B5EF4-FFF2-40B4-BE49-F238E27FC236}">
                    <a16:creationId xmlns:a16="http://schemas.microsoft.com/office/drawing/2014/main" id="{9734AF5D-0766-13B9-1025-E8ED969369A0}"/>
                  </a:ext>
                </a:extLst>
              </p:cNvPr>
              <p:cNvSpPr/>
              <p:nvPr/>
            </p:nvSpPr>
            <p:spPr>
              <a:xfrm>
                <a:off x="4826575" y="497346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8" name="Rectangle 6697">
                <a:extLst>
                  <a:ext uri="{FF2B5EF4-FFF2-40B4-BE49-F238E27FC236}">
                    <a16:creationId xmlns:a16="http://schemas.microsoft.com/office/drawing/2014/main" id="{EE824FE5-4488-8A8F-FBDF-8A41A338F8D0}"/>
                  </a:ext>
                </a:extLst>
              </p:cNvPr>
              <p:cNvSpPr/>
              <p:nvPr/>
            </p:nvSpPr>
            <p:spPr>
              <a:xfrm>
                <a:off x="4826575" y="508525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699" name="Rectangle 6698">
                <a:extLst>
                  <a:ext uri="{FF2B5EF4-FFF2-40B4-BE49-F238E27FC236}">
                    <a16:creationId xmlns:a16="http://schemas.microsoft.com/office/drawing/2014/main" id="{E9E2E2ED-96BB-67E3-D0BE-ADEE7B88EC28}"/>
                  </a:ext>
                </a:extLst>
              </p:cNvPr>
              <p:cNvSpPr/>
              <p:nvPr/>
            </p:nvSpPr>
            <p:spPr>
              <a:xfrm>
                <a:off x="4826575" y="5196936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0" name="Rectangle 6699">
                <a:extLst>
                  <a:ext uri="{FF2B5EF4-FFF2-40B4-BE49-F238E27FC236}">
                    <a16:creationId xmlns:a16="http://schemas.microsoft.com/office/drawing/2014/main" id="{F0404F28-06FE-5C26-82BF-37038F9407BB}"/>
                  </a:ext>
                </a:extLst>
              </p:cNvPr>
              <p:cNvSpPr/>
              <p:nvPr/>
            </p:nvSpPr>
            <p:spPr>
              <a:xfrm>
                <a:off x="4826575" y="5308620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1" name="Rectangle 6700">
                <a:extLst>
                  <a:ext uri="{FF2B5EF4-FFF2-40B4-BE49-F238E27FC236}">
                    <a16:creationId xmlns:a16="http://schemas.microsoft.com/office/drawing/2014/main" id="{A87B6BCF-DC9D-2E59-3CA6-DE7D953E1BAF}"/>
                  </a:ext>
                </a:extLst>
              </p:cNvPr>
              <p:cNvSpPr/>
              <p:nvPr/>
            </p:nvSpPr>
            <p:spPr>
              <a:xfrm>
                <a:off x="4826575" y="542030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2" name="Rectangle 6701">
                <a:extLst>
                  <a:ext uri="{FF2B5EF4-FFF2-40B4-BE49-F238E27FC236}">
                    <a16:creationId xmlns:a16="http://schemas.microsoft.com/office/drawing/2014/main" id="{F2771CD0-581D-6290-3337-B490A2FBE777}"/>
                  </a:ext>
                </a:extLst>
              </p:cNvPr>
              <p:cNvSpPr/>
              <p:nvPr/>
            </p:nvSpPr>
            <p:spPr>
              <a:xfrm>
                <a:off x="4826575" y="5531990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3" name="Rectangle 6702">
                <a:extLst>
                  <a:ext uri="{FF2B5EF4-FFF2-40B4-BE49-F238E27FC236}">
                    <a16:creationId xmlns:a16="http://schemas.microsoft.com/office/drawing/2014/main" id="{5FB0C3C3-3641-720D-C00E-5ABD442EDE4B}"/>
                  </a:ext>
                </a:extLst>
              </p:cNvPr>
              <p:cNvSpPr/>
              <p:nvPr/>
            </p:nvSpPr>
            <p:spPr>
              <a:xfrm>
                <a:off x="4826575" y="5643675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4" name="Rectangle 6703">
                <a:extLst>
                  <a:ext uri="{FF2B5EF4-FFF2-40B4-BE49-F238E27FC236}">
                    <a16:creationId xmlns:a16="http://schemas.microsoft.com/office/drawing/2014/main" id="{9AE62A88-9AB4-7AE4-1862-E521D6419B7C}"/>
                  </a:ext>
                </a:extLst>
              </p:cNvPr>
              <p:cNvSpPr/>
              <p:nvPr/>
            </p:nvSpPr>
            <p:spPr>
              <a:xfrm>
                <a:off x="4826575" y="5755359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5" name="Rectangle 6704">
                <a:extLst>
                  <a:ext uri="{FF2B5EF4-FFF2-40B4-BE49-F238E27FC236}">
                    <a16:creationId xmlns:a16="http://schemas.microsoft.com/office/drawing/2014/main" id="{0D6A819C-4F71-D970-314B-8523B6E12DF0}"/>
                  </a:ext>
                </a:extLst>
              </p:cNvPr>
              <p:cNvSpPr/>
              <p:nvPr/>
            </p:nvSpPr>
            <p:spPr>
              <a:xfrm>
                <a:off x="4826575" y="5867151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6" name="Rectangle 6705">
                <a:extLst>
                  <a:ext uri="{FF2B5EF4-FFF2-40B4-BE49-F238E27FC236}">
                    <a16:creationId xmlns:a16="http://schemas.microsoft.com/office/drawing/2014/main" id="{5A09970F-ACF7-62BC-F8B7-EDB9EC8B0463}"/>
                  </a:ext>
                </a:extLst>
              </p:cNvPr>
              <p:cNvSpPr/>
              <p:nvPr/>
            </p:nvSpPr>
            <p:spPr>
              <a:xfrm>
                <a:off x="4826575" y="5978835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7" name="Rectangle 6706">
                <a:extLst>
                  <a:ext uri="{FF2B5EF4-FFF2-40B4-BE49-F238E27FC236}">
                    <a16:creationId xmlns:a16="http://schemas.microsoft.com/office/drawing/2014/main" id="{A20E2751-B493-59ED-F87B-A2DAA289A78A}"/>
                  </a:ext>
                </a:extLst>
              </p:cNvPr>
              <p:cNvSpPr/>
              <p:nvPr/>
            </p:nvSpPr>
            <p:spPr>
              <a:xfrm>
                <a:off x="4826575" y="6090520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8" name="Rectangle 6707">
                <a:extLst>
                  <a:ext uri="{FF2B5EF4-FFF2-40B4-BE49-F238E27FC236}">
                    <a16:creationId xmlns:a16="http://schemas.microsoft.com/office/drawing/2014/main" id="{DE1AD474-24B3-384D-182F-88994013A458}"/>
                  </a:ext>
                </a:extLst>
              </p:cNvPr>
              <p:cNvSpPr/>
              <p:nvPr/>
            </p:nvSpPr>
            <p:spPr>
              <a:xfrm>
                <a:off x="4826575" y="6202205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09" name="Rectangle 6708">
                <a:extLst>
                  <a:ext uri="{FF2B5EF4-FFF2-40B4-BE49-F238E27FC236}">
                    <a16:creationId xmlns:a16="http://schemas.microsoft.com/office/drawing/2014/main" id="{5CA80403-FBD2-5C93-24BA-EA7E6D394A97}"/>
                  </a:ext>
                </a:extLst>
              </p:cNvPr>
              <p:cNvSpPr/>
              <p:nvPr/>
            </p:nvSpPr>
            <p:spPr>
              <a:xfrm>
                <a:off x="4826575" y="6313890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0" name="Rectangle 6709">
                <a:extLst>
                  <a:ext uri="{FF2B5EF4-FFF2-40B4-BE49-F238E27FC236}">
                    <a16:creationId xmlns:a16="http://schemas.microsoft.com/office/drawing/2014/main" id="{1482578D-CE15-1C0F-EAD9-1690A4FAD65B}"/>
                  </a:ext>
                </a:extLst>
              </p:cNvPr>
              <p:cNvSpPr/>
              <p:nvPr/>
            </p:nvSpPr>
            <p:spPr>
              <a:xfrm>
                <a:off x="4826575" y="6425574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1" name="Rectangle 6710">
                <a:extLst>
                  <a:ext uri="{FF2B5EF4-FFF2-40B4-BE49-F238E27FC236}">
                    <a16:creationId xmlns:a16="http://schemas.microsoft.com/office/drawing/2014/main" id="{E2D960EC-BE67-73E4-5C96-168E7AF4CA50}"/>
                  </a:ext>
                </a:extLst>
              </p:cNvPr>
              <p:cNvSpPr/>
              <p:nvPr/>
            </p:nvSpPr>
            <p:spPr>
              <a:xfrm>
                <a:off x="4826575" y="6537259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2" name="Rectangle 6711">
                <a:extLst>
                  <a:ext uri="{FF2B5EF4-FFF2-40B4-BE49-F238E27FC236}">
                    <a16:creationId xmlns:a16="http://schemas.microsoft.com/office/drawing/2014/main" id="{AFB39ED7-814C-77D3-5B21-FE081CFFF948}"/>
                  </a:ext>
                </a:extLst>
              </p:cNvPr>
              <p:cNvSpPr/>
              <p:nvPr/>
            </p:nvSpPr>
            <p:spPr>
              <a:xfrm>
                <a:off x="4826575" y="66490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3" name="Rectangle 6712">
                <a:extLst>
                  <a:ext uri="{FF2B5EF4-FFF2-40B4-BE49-F238E27FC236}">
                    <a16:creationId xmlns:a16="http://schemas.microsoft.com/office/drawing/2014/main" id="{DFD5A210-C118-0ACB-CBBD-B873C9B11C13}"/>
                  </a:ext>
                </a:extLst>
              </p:cNvPr>
              <p:cNvSpPr/>
              <p:nvPr/>
            </p:nvSpPr>
            <p:spPr>
              <a:xfrm>
                <a:off x="4826575" y="6760735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4" name="Rectangle 6713">
                <a:extLst>
                  <a:ext uri="{FF2B5EF4-FFF2-40B4-BE49-F238E27FC236}">
                    <a16:creationId xmlns:a16="http://schemas.microsoft.com/office/drawing/2014/main" id="{D5823A2E-306B-4F89-5A3A-71A1996CE69F}"/>
                  </a:ext>
                </a:extLst>
              </p:cNvPr>
              <p:cNvSpPr/>
              <p:nvPr/>
            </p:nvSpPr>
            <p:spPr>
              <a:xfrm>
                <a:off x="4924926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5" name="Rectangle 6714">
                <a:extLst>
                  <a:ext uri="{FF2B5EF4-FFF2-40B4-BE49-F238E27FC236}">
                    <a16:creationId xmlns:a16="http://schemas.microsoft.com/office/drawing/2014/main" id="{CAFF5EA5-3EC0-E4C1-57AA-D2FDE01BDAF2}"/>
                  </a:ext>
                </a:extLst>
              </p:cNvPr>
              <p:cNvSpPr/>
              <p:nvPr/>
            </p:nvSpPr>
            <p:spPr>
              <a:xfrm>
                <a:off x="4924926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6" name="Rectangle 6715">
                <a:extLst>
                  <a:ext uri="{FF2B5EF4-FFF2-40B4-BE49-F238E27FC236}">
                    <a16:creationId xmlns:a16="http://schemas.microsoft.com/office/drawing/2014/main" id="{E6224C81-43C1-5CB9-D72A-B1DA936FAD39}"/>
                  </a:ext>
                </a:extLst>
              </p:cNvPr>
              <p:cNvSpPr/>
              <p:nvPr/>
            </p:nvSpPr>
            <p:spPr>
              <a:xfrm>
                <a:off x="4924926" y="-16467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7" name="Rectangle 6716">
                <a:extLst>
                  <a:ext uri="{FF2B5EF4-FFF2-40B4-BE49-F238E27FC236}">
                    <a16:creationId xmlns:a16="http://schemas.microsoft.com/office/drawing/2014/main" id="{33E22BE0-67A6-32AF-EAD6-B8EECD421121}"/>
                  </a:ext>
                </a:extLst>
              </p:cNvPr>
              <p:cNvSpPr/>
              <p:nvPr/>
            </p:nvSpPr>
            <p:spPr>
              <a:xfrm>
                <a:off x="4924926" y="-529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8" name="Rectangle 6717">
                <a:extLst>
                  <a:ext uri="{FF2B5EF4-FFF2-40B4-BE49-F238E27FC236}">
                    <a16:creationId xmlns:a16="http://schemas.microsoft.com/office/drawing/2014/main" id="{A27CEBF7-C98D-B1F0-C50F-0D79BB6183FD}"/>
                  </a:ext>
                </a:extLst>
              </p:cNvPr>
              <p:cNvSpPr/>
              <p:nvPr/>
            </p:nvSpPr>
            <p:spPr>
              <a:xfrm>
                <a:off x="4924926" y="586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19" name="Rectangle 6718">
                <a:extLst>
                  <a:ext uri="{FF2B5EF4-FFF2-40B4-BE49-F238E27FC236}">
                    <a16:creationId xmlns:a16="http://schemas.microsoft.com/office/drawing/2014/main" id="{D73E83B3-3076-085E-2FAF-027FEB181238}"/>
                  </a:ext>
                </a:extLst>
              </p:cNvPr>
              <p:cNvSpPr/>
              <p:nvPr/>
            </p:nvSpPr>
            <p:spPr>
              <a:xfrm>
                <a:off x="4924926" y="1703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0" name="Rectangle 6719">
                <a:extLst>
                  <a:ext uri="{FF2B5EF4-FFF2-40B4-BE49-F238E27FC236}">
                    <a16:creationId xmlns:a16="http://schemas.microsoft.com/office/drawing/2014/main" id="{6EBBF0FF-1002-CC64-A0DF-058E98163319}"/>
                  </a:ext>
                </a:extLst>
              </p:cNvPr>
              <p:cNvSpPr/>
              <p:nvPr/>
            </p:nvSpPr>
            <p:spPr>
              <a:xfrm>
                <a:off x="4924926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1" name="Rectangle 6720">
                <a:extLst>
                  <a:ext uri="{FF2B5EF4-FFF2-40B4-BE49-F238E27FC236}">
                    <a16:creationId xmlns:a16="http://schemas.microsoft.com/office/drawing/2014/main" id="{72C97F1A-10CA-DEB6-FD7E-C89518E2D208}"/>
                  </a:ext>
                </a:extLst>
              </p:cNvPr>
              <p:cNvSpPr/>
              <p:nvPr/>
            </p:nvSpPr>
            <p:spPr>
              <a:xfrm>
                <a:off x="4924926" y="3937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2" name="Rectangle 6721">
                <a:extLst>
                  <a:ext uri="{FF2B5EF4-FFF2-40B4-BE49-F238E27FC236}">
                    <a16:creationId xmlns:a16="http://schemas.microsoft.com/office/drawing/2014/main" id="{CF16F3AF-9BCB-A2B7-AA19-287ABCE57C22}"/>
                  </a:ext>
                </a:extLst>
              </p:cNvPr>
              <p:cNvSpPr/>
              <p:nvPr/>
            </p:nvSpPr>
            <p:spPr>
              <a:xfrm>
                <a:off x="4924926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3" name="Rectangle 6722">
                <a:extLst>
                  <a:ext uri="{FF2B5EF4-FFF2-40B4-BE49-F238E27FC236}">
                    <a16:creationId xmlns:a16="http://schemas.microsoft.com/office/drawing/2014/main" id="{2DEABD6E-AF79-F2FE-0498-855920E2FEA3}"/>
                  </a:ext>
                </a:extLst>
              </p:cNvPr>
              <p:cNvSpPr/>
              <p:nvPr/>
            </p:nvSpPr>
            <p:spPr>
              <a:xfrm>
                <a:off x="4924926" y="6172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4" name="Rectangle 6723">
                <a:extLst>
                  <a:ext uri="{FF2B5EF4-FFF2-40B4-BE49-F238E27FC236}">
                    <a16:creationId xmlns:a16="http://schemas.microsoft.com/office/drawing/2014/main" id="{48BB8DE7-50A0-327D-B689-DE0DED4EB5AD}"/>
                  </a:ext>
                </a:extLst>
              </p:cNvPr>
              <p:cNvSpPr/>
              <p:nvPr/>
            </p:nvSpPr>
            <p:spPr>
              <a:xfrm>
                <a:off x="4924926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5" name="Rectangle 6724">
                <a:extLst>
                  <a:ext uri="{FF2B5EF4-FFF2-40B4-BE49-F238E27FC236}">
                    <a16:creationId xmlns:a16="http://schemas.microsoft.com/office/drawing/2014/main" id="{893C41A2-28ED-7B8D-216B-941D6AF456B7}"/>
                  </a:ext>
                </a:extLst>
              </p:cNvPr>
              <p:cNvSpPr/>
              <p:nvPr/>
            </p:nvSpPr>
            <p:spPr>
              <a:xfrm>
                <a:off x="4924926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6" name="Rectangle 6725">
                <a:extLst>
                  <a:ext uri="{FF2B5EF4-FFF2-40B4-BE49-F238E27FC236}">
                    <a16:creationId xmlns:a16="http://schemas.microsoft.com/office/drawing/2014/main" id="{7DD6D752-BB19-3CD1-90F4-2E60DF06D981}"/>
                  </a:ext>
                </a:extLst>
              </p:cNvPr>
              <p:cNvSpPr/>
              <p:nvPr/>
            </p:nvSpPr>
            <p:spPr>
              <a:xfrm>
                <a:off x="4924926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7" name="Rectangle 6726">
                <a:extLst>
                  <a:ext uri="{FF2B5EF4-FFF2-40B4-BE49-F238E27FC236}">
                    <a16:creationId xmlns:a16="http://schemas.microsoft.com/office/drawing/2014/main" id="{B2BA00F7-C064-4FD4-0821-E614880EF966}"/>
                  </a:ext>
                </a:extLst>
              </p:cNvPr>
              <p:cNvSpPr/>
              <p:nvPr/>
            </p:nvSpPr>
            <p:spPr>
              <a:xfrm>
                <a:off x="4924926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8" name="Rectangle 6727">
                <a:extLst>
                  <a:ext uri="{FF2B5EF4-FFF2-40B4-BE49-F238E27FC236}">
                    <a16:creationId xmlns:a16="http://schemas.microsoft.com/office/drawing/2014/main" id="{722780C0-7153-4E82-8116-3E4ACB136E19}"/>
                  </a:ext>
                </a:extLst>
              </p:cNvPr>
              <p:cNvSpPr/>
              <p:nvPr/>
            </p:nvSpPr>
            <p:spPr>
              <a:xfrm>
                <a:off x="4924926" y="11756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29" name="Rectangle 6728">
                <a:extLst>
                  <a:ext uri="{FF2B5EF4-FFF2-40B4-BE49-F238E27FC236}">
                    <a16:creationId xmlns:a16="http://schemas.microsoft.com/office/drawing/2014/main" id="{DF4A1522-A512-00D6-6050-426FF6C360CC}"/>
                  </a:ext>
                </a:extLst>
              </p:cNvPr>
              <p:cNvSpPr/>
              <p:nvPr/>
            </p:nvSpPr>
            <p:spPr>
              <a:xfrm>
                <a:off x="4924926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0" name="Rectangle 6729">
                <a:extLst>
                  <a:ext uri="{FF2B5EF4-FFF2-40B4-BE49-F238E27FC236}">
                    <a16:creationId xmlns:a16="http://schemas.microsoft.com/office/drawing/2014/main" id="{7AB42342-6FC8-CFDB-62E3-AB8184EC1B2B}"/>
                  </a:ext>
                </a:extLst>
              </p:cNvPr>
              <p:cNvSpPr/>
              <p:nvPr/>
            </p:nvSpPr>
            <p:spPr>
              <a:xfrm>
                <a:off x="4924926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1" name="Rectangle 6730">
                <a:extLst>
                  <a:ext uri="{FF2B5EF4-FFF2-40B4-BE49-F238E27FC236}">
                    <a16:creationId xmlns:a16="http://schemas.microsoft.com/office/drawing/2014/main" id="{6DA19FFD-7DBA-6C56-07F3-9032FA6B2A2F}"/>
                  </a:ext>
                </a:extLst>
              </p:cNvPr>
              <p:cNvSpPr/>
              <p:nvPr/>
            </p:nvSpPr>
            <p:spPr>
              <a:xfrm>
                <a:off x="4924926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2" name="Rectangle 6731">
                <a:extLst>
                  <a:ext uri="{FF2B5EF4-FFF2-40B4-BE49-F238E27FC236}">
                    <a16:creationId xmlns:a16="http://schemas.microsoft.com/office/drawing/2014/main" id="{F65FDA95-F16E-22D4-CBA1-264B70EB6D5F}"/>
                  </a:ext>
                </a:extLst>
              </p:cNvPr>
              <p:cNvSpPr/>
              <p:nvPr/>
            </p:nvSpPr>
            <p:spPr>
              <a:xfrm>
                <a:off x="4924926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3" name="Rectangle 6732">
                <a:extLst>
                  <a:ext uri="{FF2B5EF4-FFF2-40B4-BE49-F238E27FC236}">
                    <a16:creationId xmlns:a16="http://schemas.microsoft.com/office/drawing/2014/main" id="{33917958-6DA0-EB61-CB9C-A03E3BA069C8}"/>
                  </a:ext>
                </a:extLst>
              </p:cNvPr>
              <p:cNvSpPr/>
              <p:nvPr/>
            </p:nvSpPr>
            <p:spPr>
              <a:xfrm>
                <a:off x="4924926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4" name="Rectangle 6733">
                <a:extLst>
                  <a:ext uri="{FF2B5EF4-FFF2-40B4-BE49-F238E27FC236}">
                    <a16:creationId xmlns:a16="http://schemas.microsoft.com/office/drawing/2014/main" id="{479CF7C5-162C-2FF3-8235-8B897673889C}"/>
                  </a:ext>
                </a:extLst>
              </p:cNvPr>
              <p:cNvSpPr/>
              <p:nvPr/>
            </p:nvSpPr>
            <p:spPr>
              <a:xfrm>
                <a:off x="4924926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5" name="Rectangle 6734">
                <a:extLst>
                  <a:ext uri="{FF2B5EF4-FFF2-40B4-BE49-F238E27FC236}">
                    <a16:creationId xmlns:a16="http://schemas.microsoft.com/office/drawing/2014/main" id="{5BD4716E-1F92-0EDC-7A98-3F0DB1CCFED1}"/>
                  </a:ext>
                </a:extLst>
              </p:cNvPr>
              <p:cNvSpPr/>
              <p:nvPr/>
            </p:nvSpPr>
            <p:spPr>
              <a:xfrm>
                <a:off x="4924926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6" name="Rectangle 6735">
                <a:extLst>
                  <a:ext uri="{FF2B5EF4-FFF2-40B4-BE49-F238E27FC236}">
                    <a16:creationId xmlns:a16="http://schemas.microsoft.com/office/drawing/2014/main" id="{4A67A4E7-E374-64ED-0B46-826F34748FE4}"/>
                  </a:ext>
                </a:extLst>
              </p:cNvPr>
              <p:cNvSpPr/>
              <p:nvPr/>
            </p:nvSpPr>
            <p:spPr>
              <a:xfrm>
                <a:off x="4924926" y="20693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7" name="Rectangle 6736">
                <a:extLst>
                  <a:ext uri="{FF2B5EF4-FFF2-40B4-BE49-F238E27FC236}">
                    <a16:creationId xmlns:a16="http://schemas.microsoft.com/office/drawing/2014/main" id="{BC838799-4D42-6924-2504-B6C7278D244C}"/>
                  </a:ext>
                </a:extLst>
              </p:cNvPr>
              <p:cNvSpPr/>
              <p:nvPr/>
            </p:nvSpPr>
            <p:spPr>
              <a:xfrm>
                <a:off x="4924926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8" name="Rectangle 6737">
                <a:extLst>
                  <a:ext uri="{FF2B5EF4-FFF2-40B4-BE49-F238E27FC236}">
                    <a16:creationId xmlns:a16="http://schemas.microsoft.com/office/drawing/2014/main" id="{E3427C32-3A23-ACEB-BDFF-F45B9353CD18}"/>
                  </a:ext>
                </a:extLst>
              </p:cNvPr>
              <p:cNvSpPr/>
              <p:nvPr/>
            </p:nvSpPr>
            <p:spPr>
              <a:xfrm>
                <a:off x="4924926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39" name="Rectangle 6738">
                <a:extLst>
                  <a:ext uri="{FF2B5EF4-FFF2-40B4-BE49-F238E27FC236}">
                    <a16:creationId xmlns:a16="http://schemas.microsoft.com/office/drawing/2014/main" id="{C99862A2-0DC7-C6D3-B0FB-8477B1E37EF9}"/>
                  </a:ext>
                </a:extLst>
              </p:cNvPr>
              <p:cNvSpPr/>
              <p:nvPr/>
            </p:nvSpPr>
            <p:spPr>
              <a:xfrm>
                <a:off x="4924926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0" name="Rectangle 6739">
                <a:extLst>
                  <a:ext uri="{FF2B5EF4-FFF2-40B4-BE49-F238E27FC236}">
                    <a16:creationId xmlns:a16="http://schemas.microsoft.com/office/drawing/2014/main" id="{A01F81D3-18B5-3B5B-816B-5B72F9B83A13}"/>
                  </a:ext>
                </a:extLst>
              </p:cNvPr>
              <p:cNvSpPr/>
              <p:nvPr/>
            </p:nvSpPr>
            <p:spPr>
              <a:xfrm>
                <a:off x="4924926" y="25160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1" name="Rectangle 6740">
                <a:extLst>
                  <a:ext uri="{FF2B5EF4-FFF2-40B4-BE49-F238E27FC236}">
                    <a16:creationId xmlns:a16="http://schemas.microsoft.com/office/drawing/2014/main" id="{CC0F71E6-F30A-783C-B5C2-84208151E386}"/>
                  </a:ext>
                </a:extLst>
              </p:cNvPr>
              <p:cNvSpPr/>
              <p:nvPr/>
            </p:nvSpPr>
            <p:spPr>
              <a:xfrm>
                <a:off x="4924926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2" name="Rectangle 6741">
                <a:extLst>
                  <a:ext uri="{FF2B5EF4-FFF2-40B4-BE49-F238E27FC236}">
                    <a16:creationId xmlns:a16="http://schemas.microsoft.com/office/drawing/2014/main" id="{354FD85C-3184-2375-9409-DA3777E89FE5}"/>
                  </a:ext>
                </a:extLst>
              </p:cNvPr>
              <p:cNvSpPr/>
              <p:nvPr/>
            </p:nvSpPr>
            <p:spPr>
              <a:xfrm>
                <a:off x="4924926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3" name="Rectangle 6742">
                <a:extLst>
                  <a:ext uri="{FF2B5EF4-FFF2-40B4-BE49-F238E27FC236}">
                    <a16:creationId xmlns:a16="http://schemas.microsoft.com/office/drawing/2014/main" id="{82FFFF73-1DA9-E35C-18F7-2FE5DC6F4694}"/>
                  </a:ext>
                </a:extLst>
              </p:cNvPr>
              <p:cNvSpPr/>
              <p:nvPr/>
            </p:nvSpPr>
            <p:spPr>
              <a:xfrm>
                <a:off x="4924926" y="285123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4" name="Rectangle 6743">
                <a:extLst>
                  <a:ext uri="{FF2B5EF4-FFF2-40B4-BE49-F238E27FC236}">
                    <a16:creationId xmlns:a16="http://schemas.microsoft.com/office/drawing/2014/main" id="{4B98D14B-C8D0-0857-5F3C-AEC9BE681E02}"/>
                  </a:ext>
                </a:extLst>
              </p:cNvPr>
              <p:cNvSpPr/>
              <p:nvPr/>
            </p:nvSpPr>
            <p:spPr>
              <a:xfrm>
                <a:off x="4924926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5" name="Rectangle 6744">
                <a:extLst>
                  <a:ext uri="{FF2B5EF4-FFF2-40B4-BE49-F238E27FC236}">
                    <a16:creationId xmlns:a16="http://schemas.microsoft.com/office/drawing/2014/main" id="{0650173A-DCCA-43EF-AC4B-DD80C3211C36}"/>
                  </a:ext>
                </a:extLst>
              </p:cNvPr>
              <p:cNvSpPr/>
              <p:nvPr/>
            </p:nvSpPr>
            <p:spPr>
              <a:xfrm>
                <a:off x="4924926" y="307460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6" name="Rectangle 6745">
                <a:extLst>
                  <a:ext uri="{FF2B5EF4-FFF2-40B4-BE49-F238E27FC236}">
                    <a16:creationId xmlns:a16="http://schemas.microsoft.com/office/drawing/2014/main" id="{AF51F274-B6FE-1A05-73A8-92EED2E12B0A}"/>
                  </a:ext>
                </a:extLst>
              </p:cNvPr>
              <p:cNvSpPr/>
              <p:nvPr/>
            </p:nvSpPr>
            <p:spPr>
              <a:xfrm>
                <a:off x="4924926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7" name="Rectangle 6746">
                <a:extLst>
                  <a:ext uri="{FF2B5EF4-FFF2-40B4-BE49-F238E27FC236}">
                    <a16:creationId xmlns:a16="http://schemas.microsoft.com/office/drawing/2014/main" id="{C01B85E2-EC27-51EB-D8FF-BAA7A689F169}"/>
                  </a:ext>
                </a:extLst>
              </p:cNvPr>
              <p:cNvSpPr/>
              <p:nvPr/>
            </p:nvSpPr>
            <p:spPr>
              <a:xfrm>
                <a:off x="4924926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8" name="Rectangle 6747">
                <a:extLst>
                  <a:ext uri="{FF2B5EF4-FFF2-40B4-BE49-F238E27FC236}">
                    <a16:creationId xmlns:a16="http://schemas.microsoft.com/office/drawing/2014/main" id="{0BF07E3C-50CA-4D9A-98E7-36C7D09CF3CC}"/>
                  </a:ext>
                </a:extLst>
              </p:cNvPr>
              <p:cNvSpPr/>
              <p:nvPr/>
            </p:nvSpPr>
            <p:spPr>
              <a:xfrm>
                <a:off x="4924926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49" name="Rectangle 6748">
                <a:extLst>
                  <a:ext uri="{FF2B5EF4-FFF2-40B4-BE49-F238E27FC236}">
                    <a16:creationId xmlns:a16="http://schemas.microsoft.com/office/drawing/2014/main" id="{7434751B-E903-70F5-B023-86778D43FCF8}"/>
                  </a:ext>
                </a:extLst>
              </p:cNvPr>
              <p:cNvSpPr/>
              <p:nvPr/>
            </p:nvSpPr>
            <p:spPr>
              <a:xfrm>
                <a:off x="4924926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0" name="Rectangle 6749">
                <a:extLst>
                  <a:ext uri="{FF2B5EF4-FFF2-40B4-BE49-F238E27FC236}">
                    <a16:creationId xmlns:a16="http://schemas.microsoft.com/office/drawing/2014/main" id="{9A09064B-B8CE-2C0C-66D6-202ECF513755}"/>
                  </a:ext>
                </a:extLst>
              </p:cNvPr>
              <p:cNvSpPr/>
              <p:nvPr/>
            </p:nvSpPr>
            <p:spPr>
              <a:xfrm>
                <a:off x="4924926" y="36331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1" name="Rectangle 6750">
                <a:extLst>
                  <a:ext uri="{FF2B5EF4-FFF2-40B4-BE49-F238E27FC236}">
                    <a16:creationId xmlns:a16="http://schemas.microsoft.com/office/drawing/2014/main" id="{DD361ABB-15C9-689F-9CCE-B8E61567FA71}"/>
                  </a:ext>
                </a:extLst>
              </p:cNvPr>
              <p:cNvSpPr/>
              <p:nvPr/>
            </p:nvSpPr>
            <p:spPr>
              <a:xfrm>
                <a:off x="4924926" y="374482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2" name="Rectangle 6751">
                <a:extLst>
                  <a:ext uri="{FF2B5EF4-FFF2-40B4-BE49-F238E27FC236}">
                    <a16:creationId xmlns:a16="http://schemas.microsoft.com/office/drawing/2014/main" id="{EDEBDAF3-C6F8-3762-C498-D3599C2CF324}"/>
                  </a:ext>
                </a:extLst>
              </p:cNvPr>
              <p:cNvSpPr/>
              <p:nvPr/>
            </p:nvSpPr>
            <p:spPr>
              <a:xfrm>
                <a:off x="4924926" y="385650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3" name="Rectangle 6752">
                <a:extLst>
                  <a:ext uri="{FF2B5EF4-FFF2-40B4-BE49-F238E27FC236}">
                    <a16:creationId xmlns:a16="http://schemas.microsoft.com/office/drawing/2014/main" id="{1A5A8F28-2071-A1F9-5759-52E255579014}"/>
                  </a:ext>
                </a:extLst>
              </p:cNvPr>
              <p:cNvSpPr/>
              <p:nvPr/>
            </p:nvSpPr>
            <p:spPr>
              <a:xfrm>
                <a:off x="4924926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4" name="Rectangle 6753">
                <a:extLst>
                  <a:ext uri="{FF2B5EF4-FFF2-40B4-BE49-F238E27FC236}">
                    <a16:creationId xmlns:a16="http://schemas.microsoft.com/office/drawing/2014/main" id="{4671984F-7C6A-77D6-3750-352FF81B2543}"/>
                  </a:ext>
                </a:extLst>
              </p:cNvPr>
              <p:cNvSpPr/>
              <p:nvPr/>
            </p:nvSpPr>
            <p:spPr>
              <a:xfrm>
                <a:off x="4924926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5" name="Rectangle 6754">
                <a:extLst>
                  <a:ext uri="{FF2B5EF4-FFF2-40B4-BE49-F238E27FC236}">
                    <a16:creationId xmlns:a16="http://schemas.microsoft.com/office/drawing/2014/main" id="{CDCDD586-E5BD-24B1-74B4-97322B5B364B}"/>
                  </a:ext>
                </a:extLst>
              </p:cNvPr>
              <p:cNvSpPr/>
              <p:nvPr/>
            </p:nvSpPr>
            <p:spPr>
              <a:xfrm>
                <a:off x="4924926" y="419156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6" name="Rectangle 6755">
                <a:extLst>
                  <a:ext uri="{FF2B5EF4-FFF2-40B4-BE49-F238E27FC236}">
                    <a16:creationId xmlns:a16="http://schemas.microsoft.com/office/drawing/2014/main" id="{767E8FE9-F3B8-51AA-645C-2B564C58E458}"/>
                  </a:ext>
                </a:extLst>
              </p:cNvPr>
              <p:cNvSpPr/>
              <p:nvPr/>
            </p:nvSpPr>
            <p:spPr>
              <a:xfrm>
                <a:off x="4924926" y="43033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7" name="Rectangle 6756">
                <a:extLst>
                  <a:ext uri="{FF2B5EF4-FFF2-40B4-BE49-F238E27FC236}">
                    <a16:creationId xmlns:a16="http://schemas.microsoft.com/office/drawing/2014/main" id="{FAD31D9E-8D73-C8D9-1E1F-CFB645A0E38D}"/>
                  </a:ext>
                </a:extLst>
              </p:cNvPr>
              <p:cNvSpPr/>
              <p:nvPr/>
            </p:nvSpPr>
            <p:spPr>
              <a:xfrm>
                <a:off x="4924926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8" name="Rectangle 6757">
                <a:extLst>
                  <a:ext uri="{FF2B5EF4-FFF2-40B4-BE49-F238E27FC236}">
                    <a16:creationId xmlns:a16="http://schemas.microsoft.com/office/drawing/2014/main" id="{664D0B07-F478-2B08-CFA1-B08DE43162E4}"/>
                  </a:ext>
                </a:extLst>
              </p:cNvPr>
              <p:cNvSpPr/>
              <p:nvPr/>
            </p:nvSpPr>
            <p:spPr>
              <a:xfrm>
                <a:off x="4924926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59" name="Rectangle 6758">
                <a:extLst>
                  <a:ext uri="{FF2B5EF4-FFF2-40B4-BE49-F238E27FC236}">
                    <a16:creationId xmlns:a16="http://schemas.microsoft.com/office/drawing/2014/main" id="{B3E411E7-0C67-0F4A-D091-11969B05B075}"/>
                  </a:ext>
                </a:extLst>
              </p:cNvPr>
              <p:cNvSpPr/>
              <p:nvPr/>
            </p:nvSpPr>
            <p:spPr>
              <a:xfrm>
                <a:off x="4924926" y="46384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0" name="Rectangle 6759">
                <a:extLst>
                  <a:ext uri="{FF2B5EF4-FFF2-40B4-BE49-F238E27FC236}">
                    <a16:creationId xmlns:a16="http://schemas.microsoft.com/office/drawing/2014/main" id="{520A2582-2364-B7BA-9F96-2869CDA5B657}"/>
                  </a:ext>
                </a:extLst>
              </p:cNvPr>
              <p:cNvSpPr/>
              <p:nvPr/>
            </p:nvSpPr>
            <p:spPr>
              <a:xfrm>
                <a:off x="4924926" y="475009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1" name="Rectangle 6760">
                <a:extLst>
                  <a:ext uri="{FF2B5EF4-FFF2-40B4-BE49-F238E27FC236}">
                    <a16:creationId xmlns:a16="http://schemas.microsoft.com/office/drawing/2014/main" id="{5992123C-1CD5-26DB-7ED3-8F1B468301BB}"/>
                  </a:ext>
                </a:extLst>
              </p:cNvPr>
              <p:cNvSpPr/>
              <p:nvPr/>
            </p:nvSpPr>
            <p:spPr>
              <a:xfrm>
                <a:off x="4924926" y="486177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2" name="Rectangle 6761">
                <a:extLst>
                  <a:ext uri="{FF2B5EF4-FFF2-40B4-BE49-F238E27FC236}">
                    <a16:creationId xmlns:a16="http://schemas.microsoft.com/office/drawing/2014/main" id="{AD84FB70-FDD1-33ED-FFFE-FBB414663B3C}"/>
                  </a:ext>
                </a:extLst>
              </p:cNvPr>
              <p:cNvSpPr/>
              <p:nvPr/>
            </p:nvSpPr>
            <p:spPr>
              <a:xfrm>
                <a:off x="4924926" y="49734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3" name="Rectangle 6762">
                <a:extLst>
                  <a:ext uri="{FF2B5EF4-FFF2-40B4-BE49-F238E27FC236}">
                    <a16:creationId xmlns:a16="http://schemas.microsoft.com/office/drawing/2014/main" id="{C21019DD-D179-A964-E1AB-C602C515A22B}"/>
                  </a:ext>
                </a:extLst>
              </p:cNvPr>
              <p:cNvSpPr/>
              <p:nvPr/>
            </p:nvSpPr>
            <p:spPr>
              <a:xfrm>
                <a:off x="4924926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4" name="Rectangle 6763">
                <a:extLst>
                  <a:ext uri="{FF2B5EF4-FFF2-40B4-BE49-F238E27FC236}">
                    <a16:creationId xmlns:a16="http://schemas.microsoft.com/office/drawing/2014/main" id="{600AF4D1-A7B6-BFA1-4326-5A1FF7BA42C7}"/>
                  </a:ext>
                </a:extLst>
              </p:cNvPr>
              <p:cNvSpPr/>
              <p:nvPr/>
            </p:nvSpPr>
            <p:spPr>
              <a:xfrm>
                <a:off x="4924926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5" name="Rectangle 6764">
                <a:extLst>
                  <a:ext uri="{FF2B5EF4-FFF2-40B4-BE49-F238E27FC236}">
                    <a16:creationId xmlns:a16="http://schemas.microsoft.com/office/drawing/2014/main" id="{D7123DCA-7A3A-B1BC-A10F-39F89615DC5C}"/>
                  </a:ext>
                </a:extLst>
              </p:cNvPr>
              <p:cNvSpPr/>
              <p:nvPr/>
            </p:nvSpPr>
            <p:spPr>
              <a:xfrm>
                <a:off x="4924926" y="53086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6" name="Rectangle 6765">
                <a:extLst>
                  <a:ext uri="{FF2B5EF4-FFF2-40B4-BE49-F238E27FC236}">
                    <a16:creationId xmlns:a16="http://schemas.microsoft.com/office/drawing/2014/main" id="{27CF82D2-F4B0-2F55-AA4E-9DE70698475B}"/>
                  </a:ext>
                </a:extLst>
              </p:cNvPr>
              <p:cNvSpPr/>
              <p:nvPr/>
            </p:nvSpPr>
            <p:spPr>
              <a:xfrm>
                <a:off x="4924926" y="54203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7" name="Rectangle 6766">
                <a:extLst>
                  <a:ext uri="{FF2B5EF4-FFF2-40B4-BE49-F238E27FC236}">
                    <a16:creationId xmlns:a16="http://schemas.microsoft.com/office/drawing/2014/main" id="{51D6DEC5-E85A-5191-EC46-72F2E4591C09}"/>
                  </a:ext>
                </a:extLst>
              </p:cNvPr>
              <p:cNvSpPr/>
              <p:nvPr/>
            </p:nvSpPr>
            <p:spPr>
              <a:xfrm>
                <a:off x="4924926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8" name="Rectangle 6767">
                <a:extLst>
                  <a:ext uri="{FF2B5EF4-FFF2-40B4-BE49-F238E27FC236}">
                    <a16:creationId xmlns:a16="http://schemas.microsoft.com/office/drawing/2014/main" id="{B5B3DBA7-15DA-BEFA-47E1-C7686B921994}"/>
                  </a:ext>
                </a:extLst>
              </p:cNvPr>
              <p:cNvSpPr/>
              <p:nvPr/>
            </p:nvSpPr>
            <p:spPr>
              <a:xfrm>
                <a:off x="4924926" y="56436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69" name="Rectangle 6768">
                <a:extLst>
                  <a:ext uri="{FF2B5EF4-FFF2-40B4-BE49-F238E27FC236}">
                    <a16:creationId xmlns:a16="http://schemas.microsoft.com/office/drawing/2014/main" id="{D932C1AC-C1C9-2EAB-DA08-076A3EEEF12F}"/>
                  </a:ext>
                </a:extLst>
              </p:cNvPr>
              <p:cNvSpPr/>
              <p:nvPr/>
            </p:nvSpPr>
            <p:spPr>
              <a:xfrm>
                <a:off x="4924926" y="5755359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0" name="Rectangle 6769">
                <a:extLst>
                  <a:ext uri="{FF2B5EF4-FFF2-40B4-BE49-F238E27FC236}">
                    <a16:creationId xmlns:a16="http://schemas.microsoft.com/office/drawing/2014/main" id="{D30482A2-D6FB-28C0-586C-777D31330778}"/>
                  </a:ext>
                </a:extLst>
              </p:cNvPr>
              <p:cNvSpPr/>
              <p:nvPr/>
            </p:nvSpPr>
            <p:spPr>
              <a:xfrm>
                <a:off x="4924926" y="58671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1" name="Rectangle 6770">
                <a:extLst>
                  <a:ext uri="{FF2B5EF4-FFF2-40B4-BE49-F238E27FC236}">
                    <a16:creationId xmlns:a16="http://schemas.microsoft.com/office/drawing/2014/main" id="{1902622B-5C5E-D289-2EFB-6474345A11AF}"/>
                  </a:ext>
                </a:extLst>
              </p:cNvPr>
              <p:cNvSpPr/>
              <p:nvPr/>
            </p:nvSpPr>
            <p:spPr>
              <a:xfrm>
                <a:off x="4924926" y="597883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2" name="Rectangle 6771">
                <a:extLst>
                  <a:ext uri="{FF2B5EF4-FFF2-40B4-BE49-F238E27FC236}">
                    <a16:creationId xmlns:a16="http://schemas.microsoft.com/office/drawing/2014/main" id="{7F3DD7FB-857D-72D3-40AB-4C78258D16E7}"/>
                  </a:ext>
                </a:extLst>
              </p:cNvPr>
              <p:cNvSpPr/>
              <p:nvPr/>
            </p:nvSpPr>
            <p:spPr>
              <a:xfrm>
                <a:off x="4924926" y="60905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3" name="Rectangle 6772">
                <a:extLst>
                  <a:ext uri="{FF2B5EF4-FFF2-40B4-BE49-F238E27FC236}">
                    <a16:creationId xmlns:a16="http://schemas.microsoft.com/office/drawing/2014/main" id="{187599C2-1421-ADF3-FA8E-B62128BA2E92}"/>
                  </a:ext>
                </a:extLst>
              </p:cNvPr>
              <p:cNvSpPr/>
              <p:nvPr/>
            </p:nvSpPr>
            <p:spPr>
              <a:xfrm>
                <a:off x="4924926" y="62022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4" name="Rectangle 6773">
                <a:extLst>
                  <a:ext uri="{FF2B5EF4-FFF2-40B4-BE49-F238E27FC236}">
                    <a16:creationId xmlns:a16="http://schemas.microsoft.com/office/drawing/2014/main" id="{573F4C3B-CD82-9115-3F5F-5D2CF9894627}"/>
                  </a:ext>
                </a:extLst>
              </p:cNvPr>
              <p:cNvSpPr/>
              <p:nvPr/>
            </p:nvSpPr>
            <p:spPr>
              <a:xfrm>
                <a:off x="4924926" y="63138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5" name="Rectangle 6774">
                <a:extLst>
                  <a:ext uri="{FF2B5EF4-FFF2-40B4-BE49-F238E27FC236}">
                    <a16:creationId xmlns:a16="http://schemas.microsoft.com/office/drawing/2014/main" id="{3C04820E-B751-7E5D-8CA1-734F3D709BCC}"/>
                  </a:ext>
                </a:extLst>
              </p:cNvPr>
              <p:cNvSpPr/>
              <p:nvPr/>
            </p:nvSpPr>
            <p:spPr>
              <a:xfrm>
                <a:off x="4924926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6" name="Rectangle 6775">
                <a:extLst>
                  <a:ext uri="{FF2B5EF4-FFF2-40B4-BE49-F238E27FC236}">
                    <a16:creationId xmlns:a16="http://schemas.microsoft.com/office/drawing/2014/main" id="{4AFAFC8F-8736-47CE-BC15-76D0638FBDCF}"/>
                  </a:ext>
                </a:extLst>
              </p:cNvPr>
              <p:cNvSpPr/>
              <p:nvPr/>
            </p:nvSpPr>
            <p:spPr>
              <a:xfrm>
                <a:off x="4924926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7" name="Rectangle 6776">
                <a:extLst>
                  <a:ext uri="{FF2B5EF4-FFF2-40B4-BE49-F238E27FC236}">
                    <a16:creationId xmlns:a16="http://schemas.microsoft.com/office/drawing/2014/main" id="{47E9AEA6-B9D1-C3DE-8E2B-FA16636E7377}"/>
                  </a:ext>
                </a:extLst>
              </p:cNvPr>
              <p:cNvSpPr/>
              <p:nvPr/>
            </p:nvSpPr>
            <p:spPr>
              <a:xfrm>
                <a:off x="4924926" y="66490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8" name="Rectangle 6777">
                <a:extLst>
                  <a:ext uri="{FF2B5EF4-FFF2-40B4-BE49-F238E27FC236}">
                    <a16:creationId xmlns:a16="http://schemas.microsoft.com/office/drawing/2014/main" id="{5096D42D-0910-65CF-D6B6-66E42D962E34}"/>
                  </a:ext>
                </a:extLst>
              </p:cNvPr>
              <p:cNvSpPr/>
              <p:nvPr/>
            </p:nvSpPr>
            <p:spPr>
              <a:xfrm>
                <a:off x="4924926" y="67607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79" name="Rectangle 6778">
                <a:extLst>
                  <a:ext uri="{FF2B5EF4-FFF2-40B4-BE49-F238E27FC236}">
                    <a16:creationId xmlns:a16="http://schemas.microsoft.com/office/drawing/2014/main" id="{BF07A0E3-F1B9-F3B4-7EE2-18808DE28DDC}"/>
                  </a:ext>
                </a:extLst>
              </p:cNvPr>
              <p:cNvSpPr/>
              <p:nvPr/>
            </p:nvSpPr>
            <p:spPr>
              <a:xfrm>
                <a:off x="5023277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0" name="Rectangle 6779">
                <a:extLst>
                  <a:ext uri="{FF2B5EF4-FFF2-40B4-BE49-F238E27FC236}">
                    <a16:creationId xmlns:a16="http://schemas.microsoft.com/office/drawing/2014/main" id="{530C00DC-DDF7-8B2E-C9A8-396C2571D736}"/>
                  </a:ext>
                </a:extLst>
              </p:cNvPr>
              <p:cNvSpPr/>
              <p:nvPr/>
            </p:nvSpPr>
            <p:spPr>
              <a:xfrm>
                <a:off x="5023277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1" name="Rectangle 6780">
                <a:extLst>
                  <a:ext uri="{FF2B5EF4-FFF2-40B4-BE49-F238E27FC236}">
                    <a16:creationId xmlns:a16="http://schemas.microsoft.com/office/drawing/2014/main" id="{D5C65FBB-15CD-CC5B-E6A8-F025AAD855DC}"/>
                  </a:ext>
                </a:extLst>
              </p:cNvPr>
              <p:cNvSpPr/>
              <p:nvPr/>
            </p:nvSpPr>
            <p:spPr>
              <a:xfrm>
                <a:off x="5023277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2" name="Rectangle 6781">
                <a:extLst>
                  <a:ext uri="{FF2B5EF4-FFF2-40B4-BE49-F238E27FC236}">
                    <a16:creationId xmlns:a16="http://schemas.microsoft.com/office/drawing/2014/main" id="{BFEE08DF-022E-DF68-7630-CF494CEE295D}"/>
                  </a:ext>
                </a:extLst>
              </p:cNvPr>
              <p:cNvSpPr/>
              <p:nvPr/>
            </p:nvSpPr>
            <p:spPr>
              <a:xfrm>
                <a:off x="5023277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3" name="Rectangle 6782">
                <a:extLst>
                  <a:ext uri="{FF2B5EF4-FFF2-40B4-BE49-F238E27FC236}">
                    <a16:creationId xmlns:a16="http://schemas.microsoft.com/office/drawing/2014/main" id="{3E13F4C8-FFB5-E777-2AA0-9B28D87EE29D}"/>
                  </a:ext>
                </a:extLst>
              </p:cNvPr>
              <p:cNvSpPr/>
              <p:nvPr/>
            </p:nvSpPr>
            <p:spPr>
              <a:xfrm>
                <a:off x="5023277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4" name="Rectangle 6783">
                <a:extLst>
                  <a:ext uri="{FF2B5EF4-FFF2-40B4-BE49-F238E27FC236}">
                    <a16:creationId xmlns:a16="http://schemas.microsoft.com/office/drawing/2014/main" id="{21C5533A-5795-1B55-BA14-3D31F758209E}"/>
                  </a:ext>
                </a:extLst>
              </p:cNvPr>
              <p:cNvSpPr/>
              <p:nvPr/>
            </p:nvSpPr>
            <p:spPr>
              <a:xfrm>
                <a:off x="5023277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5" name="Rectangle 6784">
                <a:extLst>
                  <a:ext uri="{FF2B5EF4-FFF2-40B4-BE49-F238E27FC236}">
                    <a16:creationId xmlns:a16="http://schemas.microsoft.com/office/drawing/2014/main" id="{EB024391-6A4C-63B5-E487-918917F67BE7}"/>
                  </a:ext>
                </a:extLst>
              </p:cNvPr>
              <p:cNvSpPr/>
              <p:nvPr/>
            </p:nvSpPr>
            <p:spPr>
              <a:xfrm>
                <a:off x="5023277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6" name="Rectangle 6785">
                <a:extLst>
                  <a:ext uri="{FF2B5EF4-FFF2-40B4-BE49-F238E27FC236}">
                    <a16:creationId xmlns:a16="http://schemas.microsoft.com/office/drawing/2014/main" id="{74D381FC-27C9-A1E5-E6CF-EA464BDC1898}"/>
                  </a:ext>
                </a:extLst>
              </p:cNvPr>
              <p:cNvSpPr/>
              <p:nvPr/>
            </p:nvSpPr>
            <p:spPr>
              <a:xfrm>
                <a:off x="5023277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7" name="Rectangle 6786">
                <a:extLst>
                  <a:ext uri="{FF2B5EF4-FFF2-40B4-BE49-F238E27FC236}">
                    <a16:creationId xmlns:a16="http://schemas.microsoft.com/office/drawing/2014/main" id="{1B9C4CD5-9593-6B44-4A58-44779F7715A0}"/>
                  </a:ext>
                </a:extLst>
              </p:cNvPr>
              <p:cNvSpPr/>
              <p:nvPr/>
            </p:nvSpPr>
            <p:spPr>
              <a:xfrm>
                <a:off x="5023277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8" name="Rectangle 6787">
                <a:extLst>
                  <a:ext uri="{FF2B5EF4-FFF2-40B4-BE49-F238E27FC236}">
                    <a16:creationId xmlns:a16="http://schemas.microsoft.com/office/drawing/2014/main" id="{7364F6B6-1ABA-6C16-07D9-A820A9EEDB39}"/>
                  </a:ext>
                </a:extLst>
              </p:cNvPr>
              <p:cNvSpPr/>
              <p:nvPr/>
            </p:nvSpPr>
            <p:spPr>
              <a:xfrm>
                <a:off x="5023277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89" name="Rectangle 6788">
                <a:extLst>
                  <a:ext uri="{FF2B5EF4-FFF2-40B4-BE49-F238E27FC236}">
                    <a16:creationId xmlns:a16="http://schemas.microsoft.com/office/drawing/2014/main" id="{9ED7B27D-BFBE-3750-DF55-5E74E3417F7C}"/>
                  </a:ext>
                </a:extLst>
              </p:cNvPr>
              <p:cNvSpPr/>
              <p:nvPr/>
            </p:nvSpPr>
            <p:spPr>
              <a:xfrm>
                <a:off x="5023277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0" name="Rectangle 6789">
                <a:extLst>
                  <a:ext uri="{FF2B5EF4-FFF2-40B4-BE49-F238E27FC236}">
                    <a16:creationId xmlns:a16="http://schemas.microsoft.com/office/drawing/2014/main" id="{F79F7939-2E81-4EFB-9950-B3B008B84516}"/>
                  </a:ext>
                </a:extLst>
              </p:cNvPr>
              <p:cNvSpPr/>
              <p:nvPr/>
            </p:nvSpPr>
            <p:spPr>
              <a:xfrm>
                <a:off x="5023277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1" name="Rectangle 6790">
                <a:extLst>
                  <a:ext uri="{FF2B5EF4-FFF2-40B4-BE49-F238E27FC236}">
                    <a16:creationId xmlns:a16="http://schemas.microsoft.com/office/drawing/2014/main" id="{828CC00D-939C-321C-356E-4BC5FE57F7C4}"/>
                  </a:ext>
                </a:extLst>
              </p:cNvPr>
              <p:cNvSpPr/>
              <p:nvPr/>
            </p:nvSpPr>
            <p:spPr>
              <a:xfrm>
                <a:off x="5023277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2" name="Rectangle 6791">
                <a:extLst>
                  <a:ext uri="{FF2B5EF4-FFF2-40B4-BE49-F238E27FC236}">
                    <a16:creationId xmlns:a16="http://schemas.microsoft.com/office/drawing/2014/main" id="{D6C008CA-A1BC-806A-50B2-66F79B117EAD}"/>
                  </a:ext>
                </a:extLst>
              </p:cNvPr>
              <p:cNvSpPr/>
              <p:nvPr/>
            </p:nvSpPr>
            <p:spPr>
              <a:xfrm>
                <a:off x="5023277" y="1063961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3" name="Rectangle 6792">
                <a:extLst>
                  <a:ext uri="{FF2B5EF4-FFF2-40B4-BE49-F238E27FC236}">
                    <a16:creationId xmlns:a16="http://schemas.microsoft.com/office/drawing/2014/main" id="{34CD3863-B19F-671F-D6A5-CAF4E11360DD}"/>
                  </a:ext>
                </a:extLst>
              </p:cNvPr>
              <p:cNvSpPr/>
              <p:nvPr/>
            </p:nvSpPr>
            <p:spPr>
              <a:xfrm>
                <a:off x="5023277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4" name="Rectangle 6793">
                <a:extLst>
                  <a:ext uri="{FF2B5EF4-FFF2-40B4-BE49-F238E27FC236}">
                    <a16:creationId xmlns:a16="http://schemas.microsoft.com/office/drawing/2014/main" id="{02E63E66-DD96-74B6-0B8A-DD96D1796148}"/>
                  </a:ext>
                </a:extLst>
              </p:cNvPr>
              <p:cNvSpPr/>
              <p:nvPr/>
            </p:nvSpPr>
            <p:spPr>
              <a:xfrm>
                <a:off x="5023277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5" name="Rectangle 6794">
                <a:extLst>
                  <a:ext uri="{FF2B5EF4-FFF2-40B4-BE49-F238E27FC236}">
                    <a16:creationId xmlns:a16="http://schemas.microsoft.com/office/drawing/2014/main" id="{32CFA875-E2CD-DDF2-6A5F-37C303A6B6A5}"/>
                  </a:ext>
                </a:extLst>
              </p:cNvPr>
              <p:cNvSpPr/>
              <p:nvPr/>
            </p:nvSpPr>
            <p:spPr>
              <a:xfrm>
                <a:off x="5023277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6" name="Rectangle 6795">
                <a:extLst>
                  <a:ext uri="{FF2B5EF4-FFF2-40B4-BE49-F238E27FC236}">
                    <a16:creationId xmlns:a16="http://schemas.microsoft.com/office/drawing/2014/main" id="{3DC4A514-A14B-2EF0-E206-888BB332603D}"/>
                  </a:ext>
                </a:extLst>
              </p:cNvPr>
              <p:cNvSpPr/>
              <p:nvPr/>
            </p:nvSpPr>
            <p:spPr>
              <a:xfrm>
                <a:off x="5023277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7" name="Rectangle 6796">
                <a:extLst>
                  <a:ext uri="{FF2B5EF4-FFF2-40B4-BE49-F238E27FC236}">
                    <a16:creationId xmlns:a16="http://schemas.microsoft.com/office/drawing/2014/main" id="{007A56EE-61EF-7D54-8368-D9B3D32FDB45}"/>
                  </a:ext>
                </a:extLst>
              </p:cNvPr>
              <p:cNvSpPr/>
              <p:nvPr/>
            </p:nvSpPr>
            <p:spPr>
              <a:xfrm>
                <a:off x="5023277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8" name="Rectangle 6797">
                <a:extLst>
                  <a:ext uri="{FF2B5EF4-FFF2-40B4-BE49-F238E27FC236}">
                    <a16:creationId xmlns:a16="http://schemas.microsoft.com/office/drawing/2014/main" id="{681983E9-C2D1-594B-B9AF-3824EE64CA70}"/>
                  </a:ext>
                </a:extLst>
              </p:cNvPr>
              <p:cNvSpPr/>
              <p:nvPr/>
            </p:nvSpPr>
            <p:spPr>
              <a:xfrm>
                <a:off x="5023277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799" name="Rectangle 6798">
                <a:extLst>
                  <a:ext uri="{FF2B5EF4-FFF2-40B4-BE49-F238E27FC236}">
                    <a16:creationId xmlns:a16="http://schemas.microsoft.com/office/drawing/2014/main" id="{3FE273CD-C2AB-73B4-B9C1-90DC77DF2D68}"/>
                  </a:ext>
                </a:extLst>
              </p:cNvPr>
              <p:cNvSpPr/>
              <p:nvPr/>
            </p:nvSpPr>
            <p:spPr>
              <a:xfrm>
                <a:off x="5023277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0" name="Rectangle 6799">
                <a:extLst>
                  <a:ext uri="{FF2B5EF4-FFF2-40B4-BE49-F238E27FC236}">
                    <a16:creationId xmlns:a16="http://schemas.microsoft.com/office/drawing/2014/main" id="{6C7363C6-EC55-CC60-C17D-DACFF008A268}"/>
                  </a:ext>
                </a:extLst>
              </p:cNvPr>
              <p:cNvSpPr/>
              <p:nvPr/>
            </p:nvSpPr>
            <p:spPr>
              <a:xfrm>
                <a:off x="5023277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1" name="Rectangle 6800">
                <a:extLst>
                  <a:ext uri="{FF2B5EF4-FFF2-40B4-BE49-F238E27FC236}">
                    <a16:creationId xmlns:a16="http://schemas.microsoft.com/office/drawing/2014/main" id="{493136B5-F456-8992-B89E-3969A0461468}"/>
                  </a:ext>
                </a:extLst>
              </p:cNvPr>
              <p:cNvSpPr/>
              <p:nvPr/>
            </p:nvSpPr>
            <p:spPr>
              <a:xfrm>
                <a:off x="5023277" y="20693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2" name="Rectangle 6801">
                <a:extLst>
                  <a:ext uri="{FF2B5EF4-FFF2-40B4-BE49-F238E27FC236}">
                    <a16:creationId xmlns:a16="http://schemas.microsoft.com/office/drawing/2014/main" id="{C0EE7EAE-3ADD-7C38-1810-0F485366E480}"/>
                  </a:ext>
                </a:extLst>
              </p:cNvPr>
              <p:cNvSpPr/>
              <p:nvPr/>
            </p:nvSpPr>
            <p:spPr>
              <a:xfrm>
                <a:off x="5023277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3" name="Rectangle 6802">
                <a:extLst>
                  <a:ext uri="{FF2B5EF4-FFF2-40B4-BE49-F238E27FC236}">
                    <a16:creationId xmlns:a16="http://schemas.microsoft.com/office/drawing/2014/main" id="{DF3C0BF8-43C2-F35B-188E-43BE39E2CDEF}"/>
                  </a:ext>
                </a:extLst>
              </p:cNvPr>
              <p:cNvSpPr/>
              <p:nvPr/>
            </p:nvSpPr>
            <p:spPr>
              <a:xfrm>
                <a:off x="5023277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4" name="Rectangle 6803">
                <a:extLst>
                  <a:ext uri="{FF2B5EF4-FFF2-40B4-BE49-F238E27FC236}">
                    <a16:creationId xmlns:a16="http://schemas.microsoft.com/office/drawing/2014/main" id="{55DE9A23-9533-9C1B-29D6-B131D346034E}"/>
                  </a:ext>
                </a:extLst>
              </p:cNvPr>
              <p:cNvSpPr/>
              <p:nvPr/>
            </p:nvSpPr>
            <p:spPr>
              <a:xfrm>
                <a:off x="5023277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5" name="Rectangle 6804">
                <a:extLst>
                  <a:ext uri="{FF2B5EF4-FFF2-40B4-BE49-F238E27FC236}">
                    <a16:creationId xmlns:a16="http://schemas.microsoft.com/office/drawing/2014/main" id="{ADCD93D3-40F0-915F-3B07-FB664C0B7C3A}"/>
                  </a:ext>
                </a:extLst>
              </p:cNvPr>
              <p:cNvSpPr/>
              <p:nvPr/>
            </p:nvSpPr>
            <p:spPr>
              <a:xfrm>
                <a:off x="5023277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6" name="Rectangle 6805">
                <a:extLst>
                  <a:ext uri="{FF2B5EF4-FFF2-40B4-BE49-F238E27FC236}">
                    <a16:creationId xmlns:a16="http://schemas.microsoft.com/office/drawing/2014/main" id="{E290DB5A-4EE1-7EA3-1125-F95695BC1962}"/>
                  </a:ext>
                </a:extLst>
              </p:cNvPr>
              <p:cNvSpPr/>
              <p:nvPr/>
            </p:nvSpPr>
            <p:spPr>
              <a:xfrm>
                <a:off x="5023277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7" name="Rectangle 6806">
                <a:extLst>
                  <a:ext uri="{FF2B5EF4-FFF2-40B4-BE49-F238E27FC236}">
                    <a16:creationId xmlns:a16="http://schemas.microsoft.com/office/drawing/2014/main" id="{990395A3-3B38-E3BF-C1DE-15A0C3681310}"/>
                  </a:ext>
                </a:extLst>
              </p:cNvPr>
              <p:cNvSpPr/>
              <p:nvPr/>
            </p:nvSpPr>
            <p:spPr>
              <a:xfrm>
                <a:off x="5023277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8" name="Rectangle 6807">
                <a:extLst>
                  <a:ext uri="{FF2B5EF4-FFF2-40B4-BE49-F238E27FC236}">
                    <a16:creationId xmlns:a16="http://schemas.microsoft.com/office/drawing/2014/main" id="{775E9B03-BCA3-BA67-32FE-B0A2E092B8C3}"/>
                  </a:ext>
                </a:extLst>
              </p:cNvPr>
              <p:cNvSpPr/>
              <p:nvPr/>
            </p:nvSpPr>
            <p:spPr>
              <a:xfrm>
                <a:off x="5023277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09" name="Rectangle 6808">
                <a:extLst>
                  <a:ext uri="{FF2B5EF4-FFF2-40B4-BE49-F238E27FC236}">
                    <a16:creationId xmlns:a16="http://schemas.microsoft.com/office/drawing/2014/main" id="{E29520FF-161A-4370-B759-203E46208BCC}"/>
                  </a:ext>
                </a:extLst>
              </p:cNvPr>
              <p:cNvSpPr/>
              <p:nvPr/>
            </p:nvSpPr>
            <p:spPr>
              <a:xfrm>
                <a:off x="5023277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0" name="Rectangle 6809">
                <a:extLst>
                  <a:ext uri="{FF2B5EF4-FFF2-40B4-BE49-F238E27FC236}">
                    <a16:creationId xmlns:a16="http://schemas.microsoft.com/office/drawing/2014/main" id="{577EA414-4815-0198-BE43-10B413F0850C}"/>
                  </a:ext>
                </a:extLst>
              </p:cNvPr>
              <p:cNvSpPr/>
              <p:nvPr/>
            </p:nvSpPr>
            <p:spPr>
              <a:xfrm>
                <a:off x="5023277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1" name="Rectangle 6810">
                <a:extLst>
                  <a:ext uri="{FF2B5EF4-FFF2-40B4-BE49-F238E27FC236}">
                    <a16:creationId xmlns:a16="http://schemas.microsoft.com/office/drawing/2014/main" id="{3BECE779-67D1-EB7B-E056-BFF76177A9D6}"/>
                  </a:ext>
                </a:extLst>
              </p:cNvPr>
              <p:cNvSpPr/>
              <p:nvPr/>
            </p:nvSpPr>
            <p:spPr>
              <a:xfrm>
                <a:off x="5023277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2" name="Rectangle 6811">
                <a:extLst>
                  <a:ext uri="{FF2B5EF4-FFF2-40B4-BE49-F238E27FC236}">
                    <a16:creationId xmlns:a16="http://schemas.microsoft.com/office/drawing/2014/main" id="{8AB02FB8-6558-C137-0220-5CAD160CFDD8}"/>
                  </a:ext>
                </a:extLst>
              </p:cNvPr>
              <p:cNvSpPr/>
              <p:nvPr/>
            </p:nvSpPr>
            <p:spPr>
              <a:xfrm>
                <a:off x="5023277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3" name="Rectangle 6812">
                <a:extLst>
                  <a:ext uri="{FF2B5EF4-FFF2-40B4-BE49-F238E27FC236}">
                    <a16:creationId xmlns:a16="http://schemas.microsoft.com/office/drawing/2014/main" id="{C7749193-AB98-41CF-7E42-BFEC79935F67}"/>
                  </a:ext>
                </a:extLst>
              </p:cNvPr>
              <p:cNvSpPr/>
              <p:nvPr/>
            </p:nvSpPr>
            <p:spPr>
              <a:xfrm>
                <a:off x="5023277" y="34096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4" name="Rectangle 6813">
                <a:extLst>
                  <a:ext uri="{FF2B5EF4-FFF2-40B4-BE49-F238E27FC236}">
                    <a16:creationId xmlns:a16="http://schemas.microsoft.com/office/drawing/2014/main" id="{00280A7F-D2AA-E1D7-7F55-3982C864EF4D}"/>
                  </a:ext>
                </a:extLst>
              </p:cNvPr>
              <p:cNvSpPr/>
              <p:nvPr/>
            </p:nvSpPr>
            <p:spPr>
              <a:xfrm>
                <a:off x="5023277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5" name="Rectangle 6814">
                <a:extLst>
                  <a:ext uri="{FF2B5EF4-FFF2-40B4-BE49-F238E27FC236}">
                    <a16:creationId xmlns:a16="http://schemas.microsoft.com/office/drawing/2014/main" id="{6F330C0C-D6B1-7D30-0793-BBD73234BCBD}"/>
                  </a:ext>
                </a:extLst>
              </p:cNvPr>
              <p:cNvSpPr/>
              <p:nvPr/>
            </p:nvSpPr>
            <p:spPr>
              <a:xfrm>
                <a:off x="5023277" y="36331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6" name="Rectangle 6815">
                <a:extLst>
                  <a:ext uri="{FF2B5EF4-FFF2-40B4-BE49-F238E27FC236}">
                    <a16:creationId xmlns:a16="http://schemas.microsoft.com/office/drawing/2014/main" id="{CBBBD86A-D21D-AB7A-C54D-9223E17457EE}"/>
                  </a:ext>
                </a:extLst>
              </p:cNvPr>
              <p:cNvSpPr/>
              <p:nvPr/>
            </p:nvSpPr>
            <p:spPr>
              <a:xfrm>
                <a:off x="5023277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7" name="Rectangle 6816">
                <a:extLst>
                  <a:ext uri="{FF2B5EF4-FFF2-40B4-BE49-F238E27FC236}">
                    <a16:creationId xmlns:a16="http://schemas.microsoft.com/office/drawing/2014/main" id="{0F892F58-2252-33FC-F2BB-99758FFAFB1B}"/>
                  </a:ext>
                </a:extLst>
              </p:cNvPr>
              <p:cNvSpPr/>
              <p:nvPr/>
            </p:nvSpPr>
            <p:spPr>
              <a:xfrm>
                <a:off x="5023277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8" name="Rectangle 6817">
                <a:extLst>
                  <a:ext uri="{FF2B5EF4-FFF2-40B4-BE49-F238E27FC236}">
                    <a16:creationId xmlns:a16="http://schemas.microsoft.com/office/drawing/2014/main" id="{C4FA70D5-CFF4-E4E1-80D9-0484EAE6EE18}"/>
                  </a:ext>
                </a:extLst>
              </p:cNvPr>
              <p:cNvSpPr/>
              <p:nvPr/>
            </p:nvSpPr>
            <p:spPr>
              <a:xfrm>
                <a:off x="5023277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19" name="Rectangle 6818">
                <a:extLst>
                  <a:ext uri="{FF2B5EF4-FFF2-40B4-BE49-F238E27FC236}">
                    <a16:creationId xmlns:a16="http://schemas.microsoft.com/office/drawing/2014/main" id="{9EA6F7BA-918C-8A3C-2A75-B8591A2DAE1D}"/>
                  </a:ext>
                </a:extLst>
              </p:cNvPr>
              <p:cNvSpPr/>
              <p:nvPr/>
            </p:nvSpPr>
            <p:spPr>
              <a:xfrm>
                <a:off x="5023277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0" name="Rectangle 6819">
                <a:extLst>
                  <a:ext uri="{FF2B5EF4-FFF2-40B4-BE49-F238E27FC236}">
                    <a16:creationId xmlns:a16="http://schemas.microsoft.com/office/drawing/2014/main" id="{15DB1DFE-4EDD-7A22-4A5C-AEB322C0FDE2}"/>
                  </a:ext>
                </a:extLst>
              </p:cNvPr>
              <p:cNvSpPr/>
              <p:nvPr/>
            </p:nvSpPr>
            <p:spPr>
              <a:xfrm>
                <a:off x="5023277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1" name="Rectangle 6820">
                <a:extLst>
                  <a:ext uri="{FF2B5EF4-FFF2-40B4-BE49-F238E27FC236}">
                    <a16:creationId xmlns:a16="http://schemas.microsoft.com/office/drawing/2014/main" id="{4E0E6C94-3F28-B817-0172-1C3E2BA16FE4}"/>
                  </a:ext>
                </a:extLst>
              </p:cNvPr>
              <p:cNvSpPr/>
              <p:nvPr/>
            </p:nvSpPr>
            <p:spPr>
              <a:xfrm>
                <a:off x="5023277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2" name="Rectangle 6821">
                <a:extLst>
                  <a:ext uri="{FF2B5EF4-FFF2-40B4-BE49-F238E27FC236}">
                    <a16:creationId xmlns:a16="http://schemas.microsoft.com/office/drawing/2014/main" id="{9FE746F8-3AAF-009A-43E7-63E4921F5ADA}"/>
                  </a:ext>
                </a:extLst>
              </p:cNvPr>
              <p:cNvSpPr/>
              <p:nvPr/>
            </p:nvSpPr>
            <p:spPr>
              <a:xfrm>
                <a:off x="5023277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3" name="Rectangle 6822">
                <a:extLst>
                  <a:ext uri="{FF2B5EF4-FFF2-40B4-BE49-F238E27FC236}">
                    <a16:creationId xmlns:a16="http://schemas.microsoft.com/office/drawing/2014/main" id="{C5E5A1AC-67EC-352E-6217-7CC9049B58FA}"/>
                  </a:ext>
                </a:extLst>
              </p:cNvPr>
              <p:cNvSpPr/>
              <p:nvPr/>
            </p:nvSpPr>
            <p:spPr>
              <a:xfrm>
                <a:off x="5023277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4" name="Rectangle 6823">
                <a:extLst>
                  <a:ext uri="{FF2B5EF4-FFF2-40B4-BE49-F238E27FC236}">
                    <a16:creationId xmlns:a16="http://schemas.microsoft.com/office/drawing/2014/main" id="{0DE553E5-36B8-5A53-9912-B654E525D6EB}"/>
                  </a:ext>
                </a:extLst>
              </p:cNvPr>
              <p:cNvSpPr/>
              <p:nvPr/>
            </p:nvSpPr>
            <p:spPr>
              <a:xfrm>
                <a:off x="5023277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5" name="Rectangle 6824">
                <a:extLst>
                  <a:ext uri="{FF2B5EF4-FFF2-40B4-BE49-F238E27FC236}">
                    <a16:creationId xmlns:a16="http://schemas.microsoft.com/office/drawing/2014/main" id="{BD0AF278-392C-22E4-232A-1811E8A8674E}"/>
                  </a:ext>
                </a:extLst>
              </p:cNvPr>
              <p:cNvSpPr/>
              <p:nvPr/>
            </p:nvSpPr>
            <p:spPr>
              <a:xfrm>
                <a:off x="5023277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6" name="Rectangle 6825">
                <a:extLst>
                  <a:ext uri="{FF2B5EF4-FFF2-40B4-BE49-F238E27FC236}">
                    <a16:creationId xmlns:a16="http://schemas.microsoft.com/office/drawing/2014/main" id="{A9FD8CE2-8500-E6D1-AED7-6907E2782B97}"/>
                  </a:ext>
                </a:extLst>
              </p:cNvPr>
              <p:cNvSpPr/>
              <p:nvPr/>
            </p:nvSpPr>
            <p:spPr>
              <a:xfrm>
                <a:off x="5023277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7" name="Rectangle 6826">
                <a:extLst>
                  <a:ext uri="{FF2B5EF4-FFF2-40B4-BE49-F238E27FC236}">
                    <a16:creationId xmlns:a16="http://schemas.microsoft.com/office/drawing/2014/main" id="{D120DBAB-241C-97B8-23FE-AE52AA80196A}"/>
                  </a:ext>
                </a:extLst>
              </p:cNvPr>
              <p:cNvSpPr/>
              <p:nvPr/>
            </p:nvSpPr>
            <p:spPr>
              <a:xfrm>
                <a:off x="5023277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8" name="Rectangle 6827">
                <a:extLst>
                  <a:ext uri="{FF2B5EF4-FFF2-40B4-BE49-F238E27FC236}">
                    <a16:creationId xmlns:a16="http://schemas.microsoft.com/office/drawing/2014/main" id="{8B32B9E3-93FC-1D39-B702-8D7A12EB6020}"/>
                  </a:ext>
                </a:extLst>
              </p:cNvPr>
              <p:cNvSpPr/>
              <p:nvPr/>
            </p:nvSpPr>
            <p:spPr>
              <a:xfrm>
                <a:off x="5023277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29" name="Rectangle 6828">
                <a:extLst>
                  <a:ext uri="{FF2B5EF4-FFF2-40B4-BE49-F238E27FC236}">
                    <a16:creationId xmlns:a16="http://schemas.microsoft.com/office/drawing/2014/main" id="{8F128A06-DE75-25AC-291C-3FC5788AF7AE}"/>
                  </a:ext>
                </a:extLst>
              </p:cNvPr>
              <p:cNvSpPr/>
              <p:nvPr/>
            </p:nvSpPr>
            <p:spPr>
              <a:xfrm>
                <a:off x="5023277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0" name="Rectangle 6829">
                <a:extLst>
                  <a:ext uri="{FF2B5EF4-FFF2-40B4-BE49-F238E27FC236}">
                    <a16:creationId xmlns:a16="http://schemas.microsoft.com/office/drawing/2014/main" id="{4F8FBF38-618C-3C4E-E426-8E82E796A4AA}"/>
                  </a:ext>
                </a:extLst>
              </p:cNvPr>
              <p:cNvSpPr/>
              <p:nvPr/>
            </p:nvSpPr>
            <p:spPr>
              <a:xfrm>
                <a:off x="5023277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1" name="Rectangle 6830">
                <a:extLst>
                  <a:ext uri="{FF2B5EF4-FFF2-40B4-BE49-F238E27FC236}">
                    <a16:creationId xmlns:a16="http://schemas.microsoft.com/office/drawing/2014/main" id="{C170862B-6BF9-2EFC-46D1-B7417D4569C7}"/>
                  </a:ext>
                </a:extLst>
              </p:cNvPr>
              <p:cNvSpPr/>
              <p:nvPr/>
            </p:nvSpPr>
            <p:spPr>
              <a:xfrm>
                <a:off x="5023277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2" name="Rectangle 6831">
                <a:extLst>
                  <a:ext uri="{FF2B5EF4-FFF2-40B4-BE49-F238E27FC236}">
                    <a16:creationId xmlns:a16="http://schemas.microsoft.com/office/drawing/2014/main" id="{AD8CDF9C-7830-DD32-C59E-740D18BD305E}"/>
                  </a:ext>
                </a:extLst>
              </p:cNvPr>
              <p:cNvSpPr/>
              <p:nvPr/>
            </p:nvSpPr>
            <p:spPr>
              <a:xfrm>
                <a:off x="5023277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3" name="Rectangle 6832">
                <a:extLst>
                  <a:ext uri="{FF2B5EF4-FFF2-40B4-BE49-F238E27FC236}">
                    <a16:creationId xmlns:a16="http://schemas.microsoft.com/office/drawing/2014/main" id="{8619F3BE-BCDB-9A2A-8150-C2A7C6E377AC}"/>
                  </a:ext>
                </a:extLst>
              </p:cNvPr>
              <p:cNvSpPr/>
              <p:nvPr/>
            </p:nvSpPr>
            <p:spPr>
              <a:xfrm>
                <a:off x="5023277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4" name="Rectangle 6833">
                <a:extLst>
                  <a:ext uri="{FF2B5EF4-FFF2-40B4-BE49-F238E27FC236}">
                    <a16:creationId xmlns:a16="http://schemas.microsoft.com/office/drawing/2014/main" id="{D7683776-33B6-068C-61BD-00D129EDB98C}"/>
                  </a:ext>
                </a:extLst>
              </p:cNvPr>
              <p:cNvSpPr/>
              <p:nvPr/>
            </p:nvSpPr>
            <p:spPr>
              <a:xfrm>
                <a:off x="5023277" y="57553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5" name="Rectangle 6834">
                <a:extLst>
                  <a:ext uri="{FF2B5EF4-FFF2-40B4-BE49-F238E27FC236}">
                    <a16:creationId xmlns:a16="http://schemas.microsoft.com/office/drawing/2014/main" id="{A64FF7D8-4E7C-42DD-47CD-0F4DF82B30C1}"/>
                  </a:ext>
                </a:extLst>
              </p:cNvPr>
              <p:cNvSpPr/>
              <p:nvPr/>
            </p:nvSpPr>
            <p:spPr>
              <a:xfrm>
                <a:off x="5023277" y="58671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6" name="Rectangle 6835">
                <a:extLst>
                  <a:ext uri="{FF2B5EF4-FFF2-40B4-BE49-F238E27FC236}">
                    <a16:creationId xmlns:a16="http://schemas.microsoft.com/office/drawing/2014/main" id="{F106CAC1-C8FE-8D77-2A4D-79AB137E5BA5}"/>
                  </a:ext>
                </a:extLst>
              </p:cNvPr>
              <p:cNvSpPr/>
              <p:nvPr/>
            </p:nvSpPr>
            <p:spPr>
              <a:xfrm>
                <a:off x="5023277" y="597883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7" name="Rectangle 6836">
                <a:extLst>
                  <a:ext uri="{FF2B5EF4-FFF2-40B4-BE49-F238E27FC236}">
                    <a16:creationId xmlns:a16="http://schemas.microsoft.com/office/drawing/2014/main" id="{9B31A36E-32B3-AC77-9330-0C666E76E81F}"/>
                  </a:ext>
                </a:extLst>
              </p:cNvPr>
              <p:cNvSpPr/>
              <p:nvPr/>
            </p:nvSpPr>
            <p:spPr>
              <a:xfrm>
                <a:off x="5023277" y="609052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8" name="Rectangle 6837">
                <a:extLst>
                  <a:ext uri="{FF2B5EF4-FFF2-40B4-BE49-F238E27FC236}">
                    <a16:creationId xmlns:a16="http://schemas.microsoft.com/office/drawing/2014/main" id="{B40FFF77-E7CC-256F-680B-296C88917455}"/>
                  </a:ext>
                </a:extLst>
              </p:cNvPr>
              <p:cNvSpPr/>
              <p:nvPr/>
            </p:nvSpPr>
            <p:spPr>
              <a:xfrm>
                <a:off x="5023277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39" name="Rectangle 6838">
                <a:extLst>
                  <a:ext uri="{FF2B5EF4-FFF2-40B4-BE49-F238E27FC236}">
                    <a16:creationId xmlns:a16="http://schemas.microsoft.com/office/drawing/2014/main" id="{2C5F800D-D86E-1203-F631-A7F33895680B}"/>
                  </a:ext>
                </a:extLst>
              </p:cNvPr>
              <p:cNvSpPr/>
              <p:nvPr/>
            </p:nvSpPr>
            <p:spPr>
              <a:xfrm>
                <a:off x="5023277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0" name="Rectangle 6839">
                <a:extLst>
                  <a:ext uri="{FF2B5EF4-FFF2-40B4-BE49-F238E27FC236}">
                    <a16:creationId xmlns:a16="http://schemas.microsoft.com/office/drawing/2014/main" id="{245F32AA-5089-A0A3-BC39-B61049569BD6}"/>
                  </a:ext>
                </a:extLst>
              </p:cNvPr>
              <p:cNvSpPr/>
              <p:nvPr/>
            </p:nvSpPr>
            <p:spPr>
              <a:xfrm>
                <a:off x="5023277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1" name="Rectangle 6840">
                <a:extLst>
                  <a:ext uri="{FF2B5EF4-FFF2-40B4-BE49-F238E27FC236}">
                    <a16:creationId xmlns:a16="http://schemas.microsoft.com/office/drawing/2014/main" id="{8358E3EA-B9BB-217F-FAB2-519F38C99048}"/>
                  </a:ext>
                </a:extLst>
              </p:cNvPr>
              <p:cNvSpPr/>
              <p:nvPr/>
            </p:nvSpPr>
            <p:spPr>
              <a:xfrm>
                <a:off x="5023277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2" name="Rectangle 6841">
                <a:extLst>
                  <a:ext uri="{FF2B5EF4-FFF2-40B4-BE49-F238E27FC236}">
                    <a16:creationId xmlns:a16="http://schemas.microsoft.com/office/drawing/2014/main" id="{25831B19-2B12-8BD1-F9F2-0A0A1F496E5B}"/>
                  </a:ext>
                </a:extLst>
              </p:cNvPr>
              <p:cNvSpPr/>
              <p:nvPr/>
            </p:nvSpPr>
            <p:spPr>
              <a:xfrm>
                <a:off x="5023277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3" name="Rectangle 6842">
                <a:extLst>
                  <a:ext uri="{FF2B5EF4-FFF2-40B4-BE49-F238E27FC236}">
                    <a16:creationId xmlns:a16="http://schemas.microsoft.com/office/drawing/2014/main" id="{C2665544-8A88-A198-2616-E28848D425F9}"/>
                  </a:ext>
                </a:extLst>
              </p:cNvPr>
              <p:cNvSpPr/>
              <p:nvPr/>
            </p:nvSpPr>
            <p:spPr>
              <a:xfrm>
                <a:off x="5023277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4" name="Rectangle 6843">
                <a:extLst>
                  <a:ext uri="{FF2B5EF4-FFF2-40B4-BE49-F238E27FC236}">
                    <a16:creationId xmlns:a16="http://schemas.microsoft.com/office/drawing/2014/main" id="{08573922-AB55-C128-3004-B5E13DA779F7}"/>
                  </a:ext>
                </a:extLst>
              </p:cNvPr>
              <p:cNvSpPr/>
              <p:nvPr/>
            </p:nvSpPr>
            <p:spPr>
              <a:xfrm>
                <a:off x="5121628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5" name="Rectangle 6844">
                <a:extLst>
                  <a:ext uri="{FF2B5EF4-FFF2-40B4-BE49-F238E27FC236}">
                    <a16:creationId xmlns:a16="http://schemas.microsoft.com/office/drawing/2014/main" id="{8F94DFC3-C057-396A-CDEE-5A5C0B59B170}"/>
                  </a:ext>
                </a:extLst>
              </p:cNvPr>
              <p:cNvSpPr/>
              <p:nvPr/>
            </p:nvSpPr>
            <p:spPr>
              <a:xfrm>
                <a:off x="5121628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6" name="Rectangle 6845">
                <a:extLst>
                  <a:ext uri="{FF2B5EF4-FFF2-40B4-BE49-F238E27FC236}">
                    <a16:creationId xmlns:a16="http://schemas.microsoft.com/office/drawing/2014/main" id="{1E22B0DB-7312-D292-BDA6-A476CB000B56}"/>
                  </a:ext>
                </a:extLst>
              </p:cNvPr>
              <p:cNvSpPr/>
              <p:nvPr/>
            </p:nvSpPr>
            <p:spPr>
              <a:xfrm>
                <a:off x="5121628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7" name="Rectangle 6846">
                <a:extLst>
                  <a:ext uri="{FF2B5EF4-FFF2-40B4-BE49-F238E27FC236}">
                    <a16:creationId xmlns:a16="http://schemas.microsoft.com/office/drawing/2014/main" id="{7D36BC48-43ED-7872-68A5-3C419716BC64}"/>
                  </a:ext>
                </a:extLst>
              </p:cNvPr>
              <p:cNvSpPr/>
              <p:nvPr/>
            </p:nvSpPr>
            <p:spPr>
              <a:xfrm>
                <a:off x="5121628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8" name="Rectangle 6847">
                <a:extLst>
                  <a:ext uri="{FF2B5EF4-FFF2-40B4-BE49-F238E27FC236}">
                    <a16:creationId xmlns:a16="http://schemas.microsoft.com/office/drawing/2014/main" id="{E1E08B25-A177-CE52-8E44-ACEC26D51985}"/>
                  </a:ext>
                </a:extLst>
              </p:cNvPr>
              <p:cNvSpPr/>
              <p:nvPr/>
            </p:nvSpPr>
            <p:spPr>
              <a:xfrm>
                <a:off x="5121628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49" name="Rectangle 6848">
                <a:extLst>
                  <a:ext uri="{FF2B5EF4-FFF2-40B4-BE49-F238E27FC236}">
                    <a16:creationId xmlns:a16="http://schemas.microsoft.com/office/drawing/2014/main" id="{30015D76-F374-AD29-4533-328B3FB688C6}"/>
                  </a:ext>
                </a:extLst>
              </p:cNvPr>
              <p:cNvSpPr/>
              <p:nvPr/>
            </p:nvSpPr>
            <p:spPr>
              <a:xfrm>
                <a:off x="5121628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0" name="Rectangle 6849">
                <a:extLst>
                  <a:ext uri="{FF2B5EF4-FFF2-40B4-BE49-F238E27FC236}">
                    <a16:creationId xmlns:a16="http://schemas.microsoft.com/office/drawing/2014/main" id="{B08D5363-0074-691C-B48A-3169C001D208}"/>
                  </a:ext>
                </a:extLst>
              </p:cNvPr>
              <p:cNvSpPr/>
              <p:nvPr/>
            </p:nvSpPr>
            <p:spPr>
              <a:xfrm>
                <a:off x="5121628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1" name="Rectangle 6850">
                <a:extLst>
                  <a:ext uri="{FF2B5EF4-FFF2-40B4-BE49-F238E27FC236}">
                    <a16:creationId xmlns:a16="http://schemas.microsoft.com/office/drawing/2014/main" id="{8A0C1702-1DB2-5FF7-FB8B-B32FCC7228E8}"/>
                  </a:ext>
                </a:extLst>
              </p:cNvPr>
              <p:cNvSpPr/>
              <p:nvPr/>
            </p:nvSpPr>
            <p:spPr>
              <a:xfrm>
                <a:off x="5121628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2" name="Rectangle 6851">
                <a:extLst>
                  <a:ext uri="{FF2B5EF4-FFF2-40B4-BE49-F238E27FC236}">
                    <a16:creationId xmlns:a16="http://schemas.microsoft.com/office/drawing/2014/main" id="{9FB7708E-DE41-DED5-5EFE-1DFA779FDCE7}"/>
                  </a:ext>
                </a:extLst>
              </p:cNvPr>
              <p:cNvSpPr/>
              <p:nvPr/>
            </p:nvSpPr>
            <p:spPr>
              <a:xfrm>
                <a:off x="5121628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3" name="Rectangle 6852">
                <a:extLst>
                  <a:ext uri="{FF2B5EF4-FFF2-40B4-BE49-F238E27FC236}">
                    <a16:creationId xmlns:a16="http://schemas.microsoft.com/office/drawing/2014/main" id="{E1E8DDAE-CEEC-0C44-2D40-534A11B26CED}"/>
                  </a:ext>
                </a:extLst>
              </p:cNvPr>
              <p:cNvSpPr/>
              <p:nvPr/>
            </p:nvSpPr>
            <p:spPr>
              <a:xfrm>
                <a:off x="5121628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4" name="Rectangle 6853">
                <a:extLst>
                  <a:ext uri="{FF2B5EF4-FFF2-40B4-BE49-F238E27FC236}">
                    <a16:creationId xmlns:a16="http://schemas.microsoft.com/office/drawing/2014/main" id="{F9D1703D-DD17-B038-908F-9A89297C84A4}"/>
                  </a:ext>
                </a:extLst>
              </p:cNvPr>
              <p:cNvSpPr/>
              <p:nvPr/>
            </p:nvSpPr>
            <p:spPr>
              <a:xfrm>
                <a:off x="5121628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5" name="Rectangle 6854">
                <a:extLst>
                  <a:ext uri="{FF2B5EF4-FFF2-40B4-BE49-F238E27FC236}">
                    <a16:creationId xmlns:a16="http://schemas.microsoft.com/office/drawing/2014/main" id="{A301DCB7-4707-0485-3B94-E0FA703BA5F3}"/>
                  </a:ext>
                </a:extLst>
              </p:cNvPr>
              <p:cNvSpPr/>
              <p:nvPr/>
            </p:nvSpPr>
            <p:spPr>
              <a:xfrm>
                <a:off x="5121628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6" name="Rectangle 6855">
                <a:extLst>
                  <a:ext uri="{FF2B5EF4-FFF2-40B4-BE49-F238E27FC236}">
                    <a16:creationId xmlns:a16="http://schemas.microsoft.com/office/drawing/2014/main" id="{E32CBEDE-5715-87F1-CD80-9BB46779C03A}"/>
                  </a:ext>
                </a:extLst>
              </p:cNvPr>
              <p:cNvSpPr/>
              <p:nvPr/>
            </p:nvSpPr>
            <p:spPr>
              <a:xfrm>
                <a:off x="5121628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7" name="Rectangle 6856">
                <a:extLst>
                  <a:ext uri="{FF2B5EF4-FFF2-40B4-BE49-F238E27FC236}">
                    <a16:creationId xmlns:a16="http://schemas.microsoft.com/office/drawing/2014/main" id="{01C6F2DA-9E13-CC4B-15A8-AF3EE393A5EE}"/>
                  </a:ext>
                </a:extLst>
              </p:cNvPr>
              <p:cNvSpPr/>
              <p:nvPr/>
            </p:nvSpPr>
            <p:spPr>
              <a:xfrm>
                <a:off x="5121628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8" name="Rectangle 6857">
                <a:extLst>
                  <a:ext uri="{FF2B5EF4-FFF2-40B4-BE49-F238E27FC236}">
                    <a16:creationId xmlns:a16="http://schemas.microsoft.com/office/drawing/2014/main" id="{CAA5671A-EF91-C632-12FE-A9D417A422F1}"/>
                  </a:ext>
                </a:extLst>
              </p:cNvPr>
              <p:cNvSpPr/>
              <p:nvPr/>
            </p:nvSpPr>
            <p:spPr>
              <a:xfrm>
                <a:off x="5121628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59" name="Rectangle 6858">
                <a:extLst>
                  <a:ext uri="{FF2B5EF4-FFF2-40B4-BE49-F238E27FC236}">
                    <a16:creationId xmlns:a16="http://schemas.microsoft.com/office/drawing/2014/main" id="{81617335-F07C-5735-6C3A-E1CD5B97E81C}"/>
                  </a:ext>
                </a:extLst>
              </p:cNvPr>
              <p:cNvSpPr/>
              <p:nvPr/>
            </p:nvSpPr>
            <p:spPr>
              <a:xfrm>
                <a:off x="5121628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0" name="Rectangle 6859">
                <a:extLst>
                  <a:ext uri="{FF2B5EF4-FFF2-40B4-BE49-F238E27FC236}">
                    <a16:creationId xmlns:a16="http://schemas.microsoft.com/office/drawing/2014/main" id="{96DC6537-ED4A-9628-9B33-02761DC98EB0}"/>
                  </a:ext>
                </a:extLst>
              </p:cNvPr>
              <p:cNvSpPr/>
              <p:nvPr/>
            </p:nvSpPr>
            <p:spPr>
              <a:xfrm>
                <a:off x="5121628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1" name="Rectangle 6860">
                <a:extLst>
                  <a:ext uri="{FF2B5EF4-FFF2-40B4-BE49-F238E27FC236}">
                    <a16:creationId xmlns:a16="http://schemas.microsoft.com/office/drawing/2014/main" id="{CDB42DC6-1834-8A3B-2DDA-09D5A2BF33CF}"/>
                  </a:ext>
                </a:extLst>
              </p:cNvPr>
              <p:cNvSpPr/>
              <p:nvPr/>
            </p:nvSpPr>
            <p:spPr>
              <a:xfrm>
                <a:off x="5121628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2" name="Rectangle 6861">
                <a:extLst>
                  <a:ext uri="{FF2B5EF4-FFF2-40B4-BE49-F238E27FC236}">
                    <a16:creationId xmlns:a16="http://schemas.microsoft.com/office/drawing/2014/main" id="{5B9EEDB8-E7CC-3B65-9EAB-4700252CB197}"/>
                  </a:ext>
                </a:extLst>
              </p:cNvPr>
              <p:cNvSpPr/>
              <p:nvPr/>
            </p:nvSpPr>
            <p:spPr>
              <a:xfrm>
                <a:off x="5121628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3" name="Rectangle 6862">
                <a:extLst>
                  <a:ext uri="{FF2B5EF4-FFF2-40B4-BE49-F238E27FC236}">
                    <a16:creationId xmlns:a16="http://schemas.microsoft.com/office/drawing/2014/main" id="{7CFDF1F8-4015-5F2F-1245-E1DE713C0EA9}"/>
                  </a:ext>
                </a:extLst>
              </p:cNvPr>
              <p:cNvSpPr/>
              <p:nvPr/>
            </p:nvSpPr>
            <p:spPr>
              <a:xfrm>
                <a:off x="5121628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4" name="Rectangle 6863">
                <a:extLst>
                  <a:ext uri="{FF2B5EF4-FFF2-40B4-BE49-F238E27FC236}">
                    <a16:creationId xmlns:a16="http://schemas.microsoft.com/office/drawing/2014/main" id="{E5DBA5B8-8AE2-6891-6DB6-108ACE27394E}"/>
                  </a:ext>
                </a:extLst>
              </p:cNvPr>
              <p:cNvSpPr/>
              <p:nvPr/>
            </p:nvSpPr>
            <p:spPr>
              <a:xfrm>
                <a:off x="5121628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5" name="Rectangle 6864">
                <a:extLst>
                  <a:ext uri="{FF2B5EF4-FFF2-40B4-BE49-F238E27FC236}">
                    <a16:creationId xmlns:a16="http://schemas.microsoft.com/office/drawing/2014/main" id="{C060153F-AC56-4CF6-2F54-E0981E76FCB0}"/>
                  </a:ext>
                </a:extLst>
              </p:cNvPr>
              <p:cNvSpPr/>
              <p:nvPr/>
            </p:nvSpPr>
            <p:spPr>
              <a:xfrm>
                <a:off x="5121628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6" name="Rectangle 6865">
                <a:extLst>
                  <a:ext uri="{FF2B5EF4-FFF2-40B4-BE49-F238E27FC236}">
                    <a16:creationId xmlns:a16="http://schemas.microsoft.com/office/drawing/2014/main" id="{734C6F0C-4179-96D3-0C68-2DEE795DDD40}"/>
                  </a:ext>
                </a:extLst>
              </p:cNvPr>
              <p:cNvSpPr/>
              <p:nvPr/>
            </p:nvSpPr>
            <p:spPr>
              <a:xfrm>
                <a:off x="5121628" y="20693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7" name="Rectangle 6866">
                <a:extLst>
                  <a:ext uri="{FF2B5EF4-FFF2-40B4-BE49-F238E27FC236}">
                    <a16:creationId xmlns:a16="http://schemas.microsoft.com/office/drawing/2014/main" id="{86CD6D23-F468-2975-9B6F-DE7D4723448D}"/>
                  </a:ext>
                </a:extLst>
              </p:cNvPr>
              <p:cNvSpPr/>
              <p:nvPr/>
            </p:nvSpPr>
            <p:spPr>
              <a:xfrm>
                <a:off x="5121628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8" name="Rectangle 6867">
                <a:extLst>
                  <a:ext uri="{FF2B5EF4-FFF2-40B4-BE49-F238E27FC236}">
                    <a16:creationId xmlns:a16="http://schemas.microsoft.com/office/drawing/2014/main" id="{634E8E9C-BAFA-2305-2B28-215CF02E5030}"/>
                  </a:ext>
                </a:extLst>
              </p:cNvPr>
              <p:cNvSpPr/>
              <p:nvPr/>
            </p:nvSpPr>
            <p:spPr>
              <a:xfrm>
                <a:off x="5121628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69" name="Rectangle 6868">
                <a:extLst>
                  <a:ext uri="{FF2B5EF4-FFF2-40B4-BE49-F238E27FC236}">
                    <a16:creationId xmlns:a16="http://schemas.microsoft.com/office/drawing/2014/main" id="{21CC4046-B7A9-0E3A-3AE4-EEAEA34B5FA3}"/>
                  </a:ext>
                </a:extLst>
              </p:cNvPr>
              <p:cNvSpPr/>
              <p:nvPr/>
            </p:nvSpPr>
            <p:spPr>
              <a:xfrm>
                <a:off x="5121628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0" name="Rectangle 6869">
                <a:extLst>
                  <a:ext uri="{FF2B5EF4-FFF2-40B4-BE49-F238E27FC236}">
                    <a16:creationId xmlns:a16="http://schemas.microsoft.com/office/drawing/2014/main" id="{8BD04D5C-5763-43FA-560D-9C869B4A14A0}"/>
                  </a:ext>
                </a:extLst>
              </p:cNvPr>
              <p:cNvSpPr/>
              <p:nvPr/>
            </p:nvSpPr>
            <p:spPr>
              <a:xfrm>
                <a:off x="5121628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1" name="Rectangle 6870">
                <a:extLst>
                  <a:ext uri="{FF2B5EF4-FFF2-40B4-BE49-F238E27FC236}">
                    <a16:creationId xmlns:a16="http://schemas.microsoft.com/office/drawing/2014/main" id="{49EF6B32-9423-53D0-413C-1530F797D107}"/>
                  </a:ext>
                </a:extLst>
              </p:cNvPr>
              <p:cNvSpPr/>
              <p:nvPr/>
            </p:nvSpPr>
            <p:spPr>
              <a:xfrm>
                <a:off x="5121628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2" name="Rectangle 6871">
                <a:extLst>
                  <a:ext uri="{FF2B5EF4-FFF2-40B4-BE49-F238E27FC236}">
                    <a16:creationId xmlns:a16="http://schemas.microsoft.com/office/drawing/2014/main" id="{91D4D61D-18E1-BB61-9E06-104DB17AB7F7}"/>
                  </a:ext>
                </a:extLst>
              </p:cNvPr>
              <p:cNvSpPr/>
              <p:nvPr/>
            </p:nvSpPr>
            <p:spPr>
              <a:xfrm>
                <a:off x="5121628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3" name="Rectangle 6872">
                <a:extLst>
                  <a:ext uri="{FF2B5EF4-FFF2-40B4-BE49-F238E27FC236}">
                    <a16:creationId xmlns:a16="http://schemas.microsoft.com/office/drawing/2014/main" id="{DF06DD02-C4F0-E9E7-9990-DE0B4225CCA1}"/>
                  </a:ext>
                </a:extLst>
              </p:cNvPr>
              <p:cNvSpPr/>
              <p:nvPr/>
            </p:nvSpPr>
            <p:spPr>
              <a:xfrm>
                <a:off x="5121628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4" name="Rectangle 6873">
                <a:extLst>
                  <a:ext uri="{FF2B5EF4-FFF2-40B4-BE49-F238E27FC236}">
                    <a16:creationId xmlns:a16="http://schemas.microsoft.com/office/drawing/2014/main" id="{C5DC681D-F162-0D70-8D71-23D4E2D100F4}"/>
                  </a:ext>
                </a:extLst>
              </p:cNvPr>
              <p:cNvSpPr/>
              <p:nvPr/>
            </p:nvSpPr>
            <p:spPr>
              <a:xfrm>
                <a:off x="5121628" y="29629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5" name="Rectangle 6874">
                <a:extLst>
                  <a:ext uri="{FF2B5EF4-FFF2-40B4-BE49-F238E27FC236}">
                    <a16:creationId xmlns:a16="http://schemas.microsoft.com/office/drawing/2014/main" id="{5A327C0D-1F6D-DB3D-4B1C-D36DD43BEEDE}"/>
                  </a:ext>
                </a:extLst>
              </p:cNvPr>
              <p:cNvSpPr/>
              <p:nvPr/>
            </p:nvSpPr>
            <p:spPr>
              <a:xfrm>
                <a:off x="5121628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6" name="Rectangle 6875">
                <a:extLst>
                  <a:ext uri="{FF2B5EF4-FFF2-40B4-BE49-F238E27FC236}">
                    <a16:creationId xmlns:a16="http://schemas.microsoft.com/office/drawing/2014/main" id="{DC430276-8FE6-45BB-34A0-B6FF5C250118}"/>
                  </a:ext>
                </a:extLst>
              </p:cNvPr>
              <p:cNvSpPr/>
              <p:nvPr/>
            </p:nvSpPr>
            <p:spPr>
              <a:xfrm>
                <a:off x="5121628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7" name="Rectangle 6876">
                <a:extLst>
                  <a:ext uri="{FF2B5EF4-FFF2-40B4-BE49-F238E27FC236}">
                    <a16:creationId xmlns:a16="http://schemas.microsoft.com/office/drawing/2014/main" id="{647DD6CB-84F5-43D6-A419-4CFF26A92D02}"/>
                  </a:ext>
                </a:extLst>
              </p:cNvPr>
              <p:cNvSpPr/>
              <p:nvPr/>
            </p:nvSpPr>
            <p:spPr>
              <a:xfrm>
                <a:off x="5121628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8" name="Rectangle 6877">
                <a:extLst>
                  <a:ext uri="{FF2B5EF4-FFF2-40B4-BE49-F238E27FC236}">
                    <a16:creationId xmlns:a16="http://schemas.microsoft.com/office/drawing/2014/main" id="{927E130C-18B2-B550-18EB-A60458684FC4}"/>
                  </a:ext>
                </a:extLst>
              </p:cNvPr>
              <p:cNvSpPr/>
              <p:nvPr/>
            </p:nvSpPr>
            <p:spPr>
              <a:xfrm>
                <a:off x="5121628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79" name="Rectangle 6878">
                <a:extLst>
                  <a:ext uri="{FF2B5EF4-FFF2-40B4-BE49-F238E27FC236}">
                    <a16:creationId xmlns:a16="http://schemas.microsoft.com/office/drawing/2014/main" id="{1D160431-AC61-BF41-2733-B6C89AF32570}"/>
                  </a:ext>
                </a:extLst>
              </p:cNvPr>
              <p:cNvSpPr/>
              <p:nvPr/>
            </p:nvSpPr>
            <p:spPr>
              <a:xfrm>
                <a:off x="5121628" y="352145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0" name="Rectangle 6879">
                <a:extLst>
                  <a:ext uri="{FF2B5EF4-FFF2-40B4-BE49-F238E27FC236}">
                    <a16:creationId xmlns:a16="http://schemas.microsoft.com/office/drawing/2014/main" id="{7FC5F526-99C6-82F5-FADC-103408994DEF}"/>
                  </a:ext>
                </a:extLst>
              </p:cNvPr>
              <p:cNvSpPr/>
              <p:nvPr/>
            </p:nvSpPr>
            <p:spPr>
              <a:xfrm>
                <a:off x="5121628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1" name="Rectangle 6880">
                <a:extLst>
                  <a:ext uri="{FF2B5EF4-FFF2-40B4-BE49-F238E27FC236}">
                    <a16:creationId xmlns:a16="http://schemas.microsoft.com/office/drawing/2014/main" id="{60301635-5704-21E6-5D70-BD843D54D401}"/>
                  </a:ext>
                </a:extLst>
              </p:cNvPr>
              <p:cNvSpPr/>
              <p:nvPr/>
            </p:nvSpPr>
            <p:spPr>
              <a:xfrm>
                <a:off x="5121628" y="374482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2" name="Rectangle 6881">
                <a:extLst>
                  <a:ext uri="{FF2B5EF4-FFF2-40B4-BE49-F238E27FC236}">
                    <a16:creationId xmlns:a16="http://schemas.microsoft.com/office/drawing/2014/main" id="{84D5E911-918C-8BF6-D8F4-989D09FBD73A}"/>
                  </a:ext>
                </a:extLst>
              </p:cNvPr>
              <p:cNvSpPr/>
              <p:nvPr/>
            </p:nvSpPr>
            <p:spPr>
              <a:xfrm>
                <a:off x="5121628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3" name="Rectangle 6882">
                <a:extLst>
                  <a:ext uri="{FF2B5EF4-FFF2-40B4-BE49-F238E27FC236}">
                    <a16:creationId xmlns:a16="http://schemas.microsoft.com/office/drawing/2014/main" id="{62777343-FB04-D658-60E5-2CAA1EF0E3A5}"/>
                  </a:ext>
                </a:extLst>
              </p:cNvPr>
              <p:cNvSpPr/>
              <p:nvPr/>
            </p:nvSpPr>
            <p:spPr>
              <a:xfrm>
                <a:off x="5121628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4" name="Rectangle 6883">
                <a:extLst>
                  <a:ext uri="{FF2B5EF4-FFF2-40B4-BE49-F238E27FC236}">
                    <a16:creationId xmlns:a16="http://schemas.microsoft.com/office/drawing/2014/main" id="{BCA54823-3D29-4A47-C5AF-4EB516F5352C}"/>
                  </a:ext>
                </a:extLst>
              </p:cNvPr>
              <p:cNvSpPr/>
              <p:nvPr/>
            </p:nvSpPr>
            <p:spPr>
              <a:xfrm>
                <a:off x="5121628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5" name="Rectangle 6884">
                <a:extLst>
                  <a:ext uri="{FF2B5EF4-FFF2-40B4-BE49-F238E27FC236}">
                    <a16:creationId xmlns:a16="http://schemas.microsoft.com/office/drawing/2014/main" id="{88D6123B-8E3C-23CA-8A04-8977884573BE}"/>
                  </a:ext>
                </a:extLst>
              </p:cNvPr>
              <p:cNvSpPr/>
              <p:nvPr/>
            </p:nvSpPr>
            <p:spPr>
              <a:xfrm>
                <a:off x="5121628" y="419156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6" name="Rectangle 6885">
                <a:extLst>
                  <a:ext uri="{FF2B5EF4-FFF2-40B4-BE49-F238E27FC236}">
                    <a16:creationId xmlns:a16="http://schemas.microsoft.com/office/drawing/2014/main" id="{CC66F8F3-F6C7-B37C-89F7-975DA12DD53B}"/>
                  </a:ext>
                </a:extLst>
              </p:cNvPr>
              <p:cNvSpPr/>
              <p:nvPr/>
            </p:nvSpPr>
            <p:spPr>
              <a:xfrm>
                <a:off x="5121628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7" name="Rectangle 6886">
                <a:extLst>
                  <a:ext uri="{FF2B5EF4-FFF2-40B4-BE49-F238E27FC236}">
                    <a16:creationId xmlns:a16="http://schemas.microsoft.com/office/drawing/2014/main" id="{BAEF6205-76A1-FA50-EE73-FE7824A55730}"/>
                  </a:ext>
                </a:extLst>
              </p:cNvPr>
              <p:cNvSpPr/>
              <p:nvPr/>
            </p:nvSpPr>
            <p:spPr>
              <a:xfrm>
                <a:off x="5121628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8" name="Rectangle 6887">
                <a:extLst>
                  <a:ext uri="{FF2B5EF4-FFF2-40B4-BE49-F238E27FC236}">
                    <a16:creationId xmlns:a16="http://schemas.microsoft.com/office/drawing/2014/main" id="{9A9CF7C8-9D2D-6579-453B-9344EDAAF2F3}"/>
                  </a:ext>
                </a:extLst>
              </p:cNvPr>
              <p:cNvSpPr/>
              <p:nvPr/>
            </p:nvSpPr>
            <p:spPr>
              <a:xfrm>
                <a:off x="5121628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89" name="Rectangle 6888">
                <a:extLst>
                  <a:ext uri="{FF2B5EF4-FFF2-40B4-BE49-F238E27FC236}">
                    <a16:creationId xmlns:a16="http://schemas.microsoft.com/office/drawing/2014/main" id="{D63E8F43-7D3D-401A-2B7C-730B67F4B3AF}"/>
                  </a:ext>
                </a:extLst>
              </p:cNvPr>
              <p:cNvSpPr/>
              <p:nvPr/>
            </p:nvSpPr>
            <p:spPr>
              <a:xfrm>
                <a:off x="5121628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0" name="Rectangle 6889">
                <a:extLst>
                  <a:ext uri="{FF2B5EF4-FFF2-40B4-BE49-F238E27FC236}">
                    <a16:creationId xmlns:a16="http://schemas.microsoft.com/office/drawing/2014/main" id="{EDB059F1-7166-0BC1-CAAB-7C9D16DE7E41}"/>
                  </a:ext>
                </a:extLst>
              </p:cNvPr>
              <p:cNvSpPr/>
              <p:nvPr/>
            </p:nvSpPr>
            <p:spPr>
              <a:xfrm>
                <a:off x="5121628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1" name="Rectangle 6890">
                <a:extLst>
                  <a:ext uri="{FF2B5EF4-FFF2-40B4-BE49-F238E27FC236}">
                    <a16:creationId xmlns:a16="http://schemas.microsoft.com/office/drawing/2014/main" id="{995BAEE9-A8EA-CD18-0E16-0FC055F1E10B}"/>
                  </a:ext>
                </a:extLst>
              </p:cNvPr>
              <p:cNvSpPr/>
              <p:nvPr/>
            </p:nvSpPr>
            <p:spPr>
              <a:xfrm>
                <a:off x="5121628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2" name="Rectangle 6891">
                <a:extLst>
                  <a:ext uri="{FF2B5EF4-FFF2-40B4-BE49-F238E27FC236}">
                    <a16:creationId xmlns:a16="http://schemas.microsoft.com/office/drawing/2014/main" id="{859F12AE-6B50-2725-42B3-E832293FE690}"/>
                  </a:ext>
                </a:extLst>
              </p:cNvPr>
              <p:cNvSpPr/>
              <p:nvPr/>
            </p:nvSpPr>
            <p:spPr>
              <a:xfrm>
                <a:off x="5121628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3" name="Rectangle 6892">
                <a:extLst>
                  <a:ext uri="{FF2B5EF4-FFF2-40B4-BE49-F238E27FC236}">
                    <a16:creationId xmlns:a16="http://schemas.microsoft.com/office/drawing/2014/main" id="{00AB496C-C094-B5D6-7ACE-16E375C5729D}"/>
                  </a:ext>
                </a:extLst>
              </p:cNvPr>
              <p:cNvSpPr/>
              <p:nvPr/>
            </p:nvSpPr>
            <p:spPr>
              <a:xfrm>
                <a:off x="5121628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4" name="Rectangle 6893">
                <a:extLst>
                  <a:ext uri="{FF2B5EF4-FFF2-40B4-BE49-F238E27FC236}">
                    <a16:creationId xmlns:a16="http://schemas.microsoft.com/office/drawing/2014/main" id="{B5B065B7-D839-485C-DA6A-9873ED754103}"/>
                  </a:ext>
                </a:extLst>
              </p:cNvPr>
              <p:cNvSpPr/>
              <p:nvPr/>
            </p:nvSpPr>
            <p:spPr>
              <a:xfrm>
                <a:off x="5121628" y="51969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5" name="Rectangle 6894">
                <a:extLst>
                  <a:ext uri="{FF2B5EF4-FFF2-40B4-BE49-F238E27FC236}">
                    <a16:creationId xmlns:a16="http://schemas.microsoft.com/office/drawing/2014/main" id="{DF31D38D-4E29-D30B-B2C9-D5522E809F7D}"/>
                  </a:ext>
                </a:extLst>
              </p:cNvPr>
              <p:cNvSpPr/>
              <p:nvPr/>
            </p:nvSpPr>
            <p:spPr>
              <a:xfrm>
                <a:off x="5121628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6" name="Rectangle 6895">
                <a:extLst>
                  <a:ext uri="{FF2B5EF4-FFF2-40B4-BE49-F238E27FC236}">
                    <a16:creationId xmlns:a16="http://schemas.microsoft.com/office/drawing/2014/main" id="{BF086695-FCD5-E770-7E77-B2E14FC746F6}"/>
                  </a:ext>
                </a:extLst>
              </p:cNvPr>
              <p:cNvSpPr/>
              <p:nvPr/>
            </p:nvSpPr>
            <p:spPr>
              <a:xfrm>
                <a:off x="5121628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7" name="Rectangle 6896">
                <a:extLst>
                  <a:ext uri="{FF2B5EF4-FFF2-40B4-BE49-F238E27FC236}">
                    <a16:creationId xmlns:a16="http://schemas.microsoft.com/office/drawing/2014/main" id="{FEF056AC-E305-BDB6-B4D4-2A2A44BAA4EC}"/>
                  </a:ext>
                </a:extLst>
              </p:cNvPr>
              <p:cNvSpPr/>
              <p:nvPr/>
            </p:nvSpPr>
            <p:spPr>
              <a:xfrm>
                <a:off x="5121628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8" name="Rectangle 6897">
                <a:extLst>
                  <a:ext uri="{FF2B5EF4-FFF2-40B4-BE49-F238E27FC236}">
                    <a16:creationId xmlns:a16="http://schemas.microsoft.com/office/drawing/2014/main" id="{7AE3974E-7F74-C35C-B29D-A24429728FC2}"/>
                  </a:ext>
                </a:extLst>
              </p:cNvPr>
              <p:cNvSpPr/>
              <p:nvPr/>
            </p:nvSpPr>
            <p:spPr>
              <a:xfrm>
                <a:off x="5121628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899" name="Rectangle 6898">
                <a:extLst>
                  <a:ext uri="{FF2B5EF4-FFF2-40B4-BE49-F238E27FC236}">
                    <a16:creationId xmlns:a16="http://schemas.microsoft.com/office/drawing/2014/main" id="{819EBDCE-0160-E04C-BFFD-8461D8CD1344}"/>
                  </a:ext>
                </a:extLst>
              </p:cNvPr>
              <p:cNvSpPr/>
              <p:nvPr/>
            </p:nvSpPr>
            <p:spPr>
              <a:xfrm>
                <a:off x="5121628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0" name="Rectangle 6899">
                <a:extLst>
                  <a:ext uri="{FF2B5EF4-FFF2-40B4-BE49-F238E27FC236}">
                    <a16:creationId xmlns:a16="http://schemas.microsoft.com/office/drawing/2014/main" id="{67CD9576-34F3-17B4-444D-885B22D58CC4}"/>
                  </a:ext>
                </a:extLst>
              </p:cNvPr>
              <p:cNvSpPr/>
              <p:nvPr/>
            </p:nvSpPr>
            <p:spPr>
              <a:xfrm>
                <a:off x="5121628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1" name="Rectangle 6900">
                <a:extLst>
                  <a:ext uri="{FF2B5EF4-FFF2-40B4-BE49-F238E27FC236}">
                    <a16:creationId xmlns:a16="http://schemas.microsoft.com/office/drawing/2014/main" id="{51C0FCFD-E7C8-B52C-8A39-ED82D4396308}"/>
                  </a:ext>
                </a:extLst>
              </p:cNvPr>
              <p:cNvSpPr/>
              <p:nvPr/>
            </p:nvSpPr>
            <p:spPr>
              <a:xfrm>
                <a:off x="5121628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2" name="Rectangle 6901">
                <a:extLst>
                  <a:ext uri="{FF2B5EF4-FFF2-40B4-BE49-F238E27FC236}">
                    <a16:creationId xmlns:a16="http://schemas.microsoft.com/office/drawing/2014/main" id="{06A55494-9663-8603-B6ED-064AFB8203D1}"/>
                  </a:ext>
                </a:extLst>
              </p:cNvPr>
              <p:cNvSpPr/>
              <p:nvPr/>
            </p:nvSpPr>
            <p:spPr>
              <a:xfrm>
                <a:off x="5121628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3" name="Rectangle 6902">
                <a:extLst>
                  <a:ext uri="{FF2B5EF4-FFF2-40B4-BE49-F238E27FC236}">
                    <a16:creationId xmlns:a16="http://schemas.microsoft.com/office/drawing/2014/main" id="{F61FF61D-A00A-A63C-3E5C-5B9A713173D4}"/>
                  </a:ext>
                </a:extLst>
              </p:cNvPr>
              <p:cNvSpPr/>
              <p:nvPr/>
            </p:nvSpPr>
            <p:spPr>
              <a:xfrm>
                <a:off x="5121628" y="62022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4" name="Rectangle 6903">
                <a:extLst>
                  <a:ext uri="{FF2B5EF4-FFF2-40B4-BE49-F238E27FC236}">
                    <a16:creationId xmlns:a16="http://schemas.microsoft.com/office/drawing/2014/main" id="{4E180099-4E19-575C-FEA4-0458B9BD36A8}"/>
                  </a:ext>
                </a:extLst>
              </p:cNvPr>
              <p:cNvSpPr/>
              <p:nvPr/>
            </p:nvSpPr>
            <p:spPr>
              <a:xfrm>
                <a:off x="5121628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5" name="Rectangle 6904">
                <a:extLst>
                  <a:ext uri="{FF2B5EF4-FFF2-40B4-BE49-F238E27FC236}">
                    <a16:creationId xmlns:a16="http://schemas.microsoft.com/office/drawing/2014/main" id="{FFD42772-7B7C-5D8E-92A0-7C267A8FB404}"/>
                  </a:ext>
                </a:extLst>
              </p:cNvPr>
              <p:cNvSpPr/>
              <p:nvPr/>
            </p:nvSpPr>
            <p:spPr>
              <a:xfrm>
                <a:off x="5121628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6" name="Rectangle 6905">
                <a:extLst>
                  <a:ext uri="{FF2B5EF4-FFF2-40B4-BE49-F238E27FC236}">
                    <a16:creationId xmlns:a16="http://schemas.microsoft.com/office/drawing/2014/main" id="{3C69ACFE-0C2E-DB97-4FE4-7EF386BD97C1}"/>
                  </a:ext>
                </a:extLst>
              </p:cNvPr>
              <p:cNvSpPr/>
              <p:nvPr/>
            </p:nvSpPr>
            <p:spPr>
              <a:xfrm>
                <a:off x="5121628" y="65372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7" name="Rectangle 6906">
                <a:extLst>
                  <a:ext uri="{FF2B5EF4-FFF2-40B4-BE49-F238E27FC236}">
                    <a16:creationId xmlns:a16="http://schemas.microsoft.com/office/drawing/2014/main" id="{E298823B-11CE-EE13-5858-DB88B6AD1211}"/>
                  </a:ext>
                </a:extLst>
              </p:cNvPr>
              <p:cNvSpPr/>
              <p:nvPr/>
            </p:nvSpPr>
            <p:spPr>
              <a:xfrm>
                <a:off x="5121628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8" name="Rectangle 6907">
                <a:extLst>
                  <a:ext uri="{FF2B5EF4-FFF2-40B4-BE49-F238E27FC236}">
                    <a16:creationId xmlns:a16="http://schemas.microsoft.com/office/drawing/2014/main" id="{A9725F66-36CE-4E20-AE0E-3DC8218C8393}"/>
                  </a:ext>
                </a:extLst>
              </p:cNvPr>
              <p:cNvSpPr/>
              <p:nvPr/>
            </p:nvSpPr>
            <p:spPr>
              <a:xfrm>
                <a:off x="5121628" y="67607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09" name="Rectangle 6908">
                <a:extLst>
                  <a:ext uri="{FF2B5EF4-FFF2-40B4-BE49-F238E27FC236}">
                    <a16:creationId xmlns:a16="http://schemas.microsoft.com/office/drawing/2014/main" id="{BADE9147-5631-8078-001B-9029A9CE4268}"/>
                  </a:ext>
                </a:extLst>
              </p:cNvPr>
              <p:cNvSpPr/>
              <p:nvPr/>
            </p:nvSpPr>
            <p:spPr>
              <a:xfrm>
                <a:off x="5219979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0" name="Rectangle 6909">
                <a:extLst>
                  <a:ext uri="{FF2B5EF4-FFF2-40B4-BE49-F238E27FC236}">
                    <a16:creationId xmlns:a16="http://schemas.microsoft.com/office/drawing/2014/main" id="{1239C8C5-187E-3EB0-3549-AF2D1C3161B4}"/>
                  </a:ext>
                </a:extLst>
              </p:cNvPr>
              <p:cNvSpPr/>
              <p:nvPr/>
            </p:nvSpPr>
            <p:spPr>
              <a:xfrm>
                <a:off x="5219979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1" name="Rectangle 6910">
                <a:extLst>
                  <a:ext uri="{FF2B5EF4-FFF2-40B4-BE49-F238E27FC236}">
                    <a16:creationId xmlns:a16="http://schemas.microsoft.com/office/drawing/2014/main" id="{1F5BF150-D7D5-D2F8-3DC3-D17507E8FCC8}"/>
                  </a:ext>
                </a:extLst>
              </p:cNvPr>
              <p:cNvSpPr/>
              <p:nvPr/>
            </p:nvSpPr>
            <p:spPr>
              <a:xfrm>
                <a:off x="5219979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2" name="Rectangle 6911">
                <a:extLst>
                  <a:ext uri="{FF2B5EF4-FFF2-40B4-BE49-F238E27FC236}">
                    <a16:creationId xmlns:a16="http://schemas.microsoft.com/office/drawing/2014/main" id="{CDB4CDA5-6514-9439-AEE5-3F1C2F027777}"/>
                  </a:ext>
                </a:extLst>
              </p:cNvPr>
              <p:cNvSpPr/>
              <p:nvPr/>
            </p:nvSpPr>
            <p:spPr>
              <a:xfrm>
                <a:off x="5219979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3" name="Rectangle 6912">
                <a:extLst>
                  <a:ext uri="{FF2B5EF4-FFF2-40B4-BE49-F238E27FC236}">
                    <a16:creationId xmlns:a16="http://schemas.microsoft.com/office/drawing/2014/main" id="{153FFC57-0561-A3CC-DB9F-70C72FC37401}"/>
                  </a:ext>
                </a:extLst>
              </p:cNvPr>
              <p:cNvSpPr/>
              <p:nvPr/>
            </p:nvSpPr>
            <p:spPr>
              <a:xfrm>
                <a:off x="5219979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4" name="Rectangle 6913">
                <a:extLst>
                  <a:ext uri="{FF2B5EF4-FFF2-40B4-BE49-F238E27FC236}">
                    <a16:creationId xmlns:a16="http://schemas.microsoft.com/office/drawing/2014/main" id="{C373B62E-7B7B-6C4D-C028-DB9F6ADCC152}"/>
                  </a:ext>
                </a:extLst>
              </p:cNvPr>
              <p:cNvSpPr/>
              <p:nvPr/>
            </p:nvSpPr>
            <p:spPr>
              <a:xfrm>
                <a:off x="5219979" y="1703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5" name="Rectangle 6914">
                <a:extLst>
                  <a:ext uri="{FF2B5EF4-FFF2-40B4-BE49-F238E27FC236}">
                    <a16:creationId xmlns:a16="http://schemas.microsoft.com/office/drawing/2014/main" id="{360CED2C-6E97-4165-4A7C-98CA0EE47B18}"/>
                  </a:ext>
                </a:extLst>
              </p:cNvPr>
              <p:cNvSpPr/>
              <p:nvPr/>
            </p:nvSpPr>
            <p:spPr>
              <a:xfrm>
                <a:off x="5219979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6" name="Rectangle 6915">
                <a:extLst>
                  <a:ext uri="{FF2B5EF4-FFF2-40B4-BE49-F238E27FC236}">
                    <a16:creationId xmlns:a16="http://schemas.microsoft.com/office/drawing/2014/main" id="{A2B0286A-395A-EE50-4249-C5FAFD6CDD77}"/>
                  </a:ext>
                </a:extLst>
              </p:cNvPr>
              <p:cNvSpPr/>
              <p:nvPr/>
            </p:nvSpPr>
            <p:spPr>
              <a:xfrm>
                <a:off x="5219979" y="39374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7" name="Rectangle 6916">
                <a:extLst>
                  <a:ext uri="{FF2B5EF4-FFF2-40B4-BE49-F238E27FC236}">
                    <a16:creationId xmlns:a16="http://schemas.microsoft.com/office/drawing/2014/main" id="{C9A292FF-5AA2-4FA5-93C6-E6EFCDE833F0}"/>
                  </a:ext>
                </a:extLst>
              </p:cNvPr>
              <p:cNvSpPr/>
              <p:nvPr/>
            </p:nvSpPr>
            <p:spPr>
              <a:xfrm>
                <a:off x="5219979" y="505537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8" name="Rectangle 6917">
                <a:extLst>
                  <a:ext uri="{FF2B5EF4-FFF2-40B4-BE49-F238E27FC236}">
                    <a16:creationId xmlns:a16="http://schemas.microsoft.com/office/drawing/2014/main" id="{2CD9F5FD-F052-9627-2F76-6B6799865E13}"/>
                  </a:ext>
                </a:extLst>
              </p:cNvPr>
              <p:cNvSpPr/>
              <p:nvPr/>
            </p:nvSpPr>
            <p:spPr>
              <a:xfrm>
                <a:off x="5219979" y="6172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19" name="Rectangle 6918">
                <a:extLst>
                  <a:ext uri="{FF2B5EF4-FFF2-40B4-BE49-F238E27FC236}">
                    <a16:creationId xmlns:a16="http://schemas.microsoft.com/office/drawing/2014/main" id="{3C474F7B-AA50-1F87-5D9C-745462D294F5}"/>
                  </a:ext>
                </a:extLst>
              </p:cNvPr>
              <p:cNvSpPr/>
              <p:nvPr/>
            </p:nvSpPr>
            <p:spPr>
              <a:xfrm>
                <a:off x="5219979" y="728907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0" name="Rectangle 6919">
                <a:extLst>
                  <a:ext uri="{FF2B5EF4-FFF2-40B4-BE49-F238E27FC236}">
                    <a16:creationId xmlns:a16="http://schemas.microsoft.com/office/drawing/2014/main" id="{90BCD437-FA17-6291-EA51-75D14C1DB3B2}"/>
                  </a:ext>
                </a:extLst>
              </p:cNvPr>
              <p:cNvSpPr/>
              <p:nvPr/>
            </p:nvSpPr>
            <p:spPr>
              <a:xfrm>
                <a:off x="5219979" y="84059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1" name="Rectangle 6920">
                <a:extLst>
                  <a:ext uri="{FF2B5EF4-FFF2-40B4-BE49-F238E27FC236}">
                    <a16:creationId xmlns:a16="http://schemas.microsoft.com/office/drawing/2014/main" id="{81F45AEC-526D-2F45-9AD0-3CB85A9A54E2}"/>
                  </a:ext>
                </a:extLst>
              </p:cNvPr>
              <p:cNvSpPr/>
              <p:nvPr/>
            </p:nvSpPr>
            <p:spPr>
              <a:xfrm>
                <a:off x="5219979" y="9522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2" name="Rectangle 6921">
                <a:extLst>
                  <a:ext uri="{FF2B5EF4-FFF2-40B4-BE49-F238E27FC236}">
                    <a16:creationId xmlns:a16="http://schemas.microsoft.com/office/drawing/2014/main" id="{CFA33DC1-EEAA-0D6C-E11F-DBC329BE0565}"/>
                  </a:ext>
                </a:extLst>
              </p:cNvPr>
              <p:cNvSpPr/>
              <p:nvPr/>
            </p:nvSpPr>
            <p:spPr>
              <a:xfrm>
                <a:off x="5219979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3" name="Rectangle 6922">
                <a:extLst>
                  <a:ext uri="{FF2B5EF4-FFF2-40B4-BE49-F238E27FC236}">
                    <a16:creationId xmlns:a16="http://schemas.microsoft.com/office/drawing/2014/main" id="{1C873092-1FB1-05A5-B1E1-41235C238697}"/>
                  </a:ext>
                </a:extLst>
              </p:cNvPr>
              <p:cNvSpPr/>
              <p:nvPr/>
            </p:nvSpPr>
            <p:spPr>
              <a:xfrm>
                <a:off x="5219979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4" name="Rectangle 6923">
                <a:extLst>
                  <a:ext uri="{FF2B5EF4-FFF2-40B4-BE49-F238E27FC236}">
                    <a16:creationId xmlns:a16="http://schemas.microsoft.com/office/drawing/2014/main" id="{6A8E665F-09E9-5DAF-6C77-A316F0893476}"/>
                  </a:ext>
                </a:extLst>
              </p:cNvPr>
              <p:cNvSpPr/>
              <p:nvPr/>
            </p:nvSpPr>
            <p:spPr>
              <a:xfrm>
                <a:off x="5219979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5" name="Rectangle 6924">
                <a:extLst>
                  <a:ext uri="{FF2B5EF4-FFF2-40B4-BE49-F238E27FC236}">
                    <a16:creationId xmlns:a16="http://schemas.microsoft.com/office/drawing/2014/main" id="{FB12F4EA-6E35-6BDD-8374-0FA3381C964D}"/>
                  </a:ext>
                </a:extLst>
              </p:cNvPr>
              <p:cNvSpPr/>
              <p:nvPr/>
            </p:nvSpPr>
            <p:spPr>
              <a:xfrm>
                <a:off x="5219979" y="13991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6" name="Rectangle 6925">
                <a:extLst>
                  <a:ext uri="{FF2B5EF4-FFF2-40B4-BE49-F238E27FC236}">
                    <a16:creationId xmlns:a16="http://schemas.microsoft.com/office/drawing/2014/main" id="{AC846561-CF36-9F71-6B15-69D9BF63A04F}"/>
                  </a:ext>
                </a:extLst>
              </p:cNvPr>
              <p:cNvSpPr/>
              <p:nvPr/>
            </p:nvSpPr>
            <p:spPr>
              <a:xfrm>
                <a:off x="5219979" y="1510806"/>
                <a:ext cx="98350" cy="111684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7" name="Rectangle 6926">
                <a:extLst>
                  <a:ext uri="{FF2B5EF4-FFF2-40B4-BE49-F238E27FC236}">
                    <a16:creationId xmlns:a16="http://schemas.microsoft.com/office/drawing/2014/main" id="{5C349BF7-2ADD-638B-05E6-024F4F159537}"/>
                  </a:ext>
                </a:extLst>
              </p:cNvPr>
              <p:cNvSpPr/>
              <p:nvPr/>
            </p:nvSpPr>
            <p:spPr>
              <a:xfrm>
                <a:off x="5219979" y="1622491"/>
                <a:ext cx="98350" cy="111684"/>
              </a:xfrm>
              <a:prstGeom prst="rect">
                <a:avLst/>
              </a:prstGeom>
              <a:solidFill>
                <a:srgbClr val="FEA90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8" name="Rectangle 6927">
                <a:extLst>
                  <a:ext uri="{FF2B5EF4-FFF2-40B4-BE49-F238E27FC236}">
                    <a16:creationId xmlns:a16="http://schemas.microsoft.com/office/drawing/2014/main" id="{14F89233-BA12-99FC-5F54-FB954EDE308C}"/>
                  </a:ext>
                </a:extLst>
              </p:cNvPr>
              <p:cNvSpPr/>
              <p:nvPr/>
            </p:nvSpPr>
            <p:spPr>
              <a:xfrm>
                <a:off x="5219979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29" name="Rectangle 6928">
                <a:extLst>
                  <a:ext uri="{FF2B5EF4-FFF2-40B4-BE49-F238E27FC236}">
                    <a16:creationId xmlns:a16="http://schemas.microsoft.com/office/drawing/2014/main" id="{423A45DA-2F93-204C-7FA3-333A6E2C3CCA}"/>
                  </a:ext>
                </a:extLst>
              </p:cNvPr>
              <p:cNvSpPr/>
              <p:nvPr/>
            </p:nvSpPr>
            <p:spPr>
              <a:xfrm>
                <a:off x="5219979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0" name="Rectangle 6929">
                <a:extLst>
                  <a:ext uri="{FF2B5EF4-FFF2-40B4-BE49-F238E27FC236}">
                    <a16:creationId xmlns:a16="http://schemas.microsoft.com/office/drawing/2014/main" id="{C1A823C7-E5D8-D103-8327-DB0164F9AB4E}"/>
                  </a:ext>
                </a:extLst>
              </p:cNvPr>
              <p:cNvSpPr/>
              <p:nvPr/>
            </p:nvSpPr>
            <p:spPr>
              <a:xfrm>
                <a:off x="5219979" y="195765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1" name="Rectangle 6930">
                <a:extLst>
                  <a:ext uri="{FF2B5EF4-FFF2-40B4-BE49-F238E27FC236}">
                    <a16:creationId xmlns:a16="http://schemas.microsoft.com/office/drawing/2014/main" id="{295DE0F8-BCA9-D295-C1C0-AE6FC6F28254}"/>
                  </a:ext>
                </a:extLst>
              </p:cNvPr>
              <p:cNvSpPr/>
              <p:nvPr/>
            </p:nvSpPr>
            <p:spPr>
              <a:xfrm>
                <a:off x="5219979" y="20693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2" name="Rectangle 6931">
                <a:extLst>
                  <a:ext uri="{FF2B5EF4-FFF2-40B4-BE49-F238E27FC236}">
                    <a16:creationId xmlns:a16="http://schemas.microsoft.com/office/drawing/2014/main" id="{2BD1A7C7-7292-F6AD-3BBE-0B618763C807}"/>
                  </a:ext>
                </a:extLst>
              </p:cNvPr>
              <p:cNvSpPr/>
              <p:nvPr/>
            </p:nvSpPr>
            <p:spPr>
              <a:xfrm>
                <a:off x="5219979" y="2181021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3" name="Rectangle 6932">
                <a:extLst>
                  <a:ext uri="{FF2B5EF4-FFF2-40B4-BE49-F238E27FC236}">
                    <a16:creationId xmlns:a16="http://schemas.microsoft.com/office/drawing/2014/main" id="{AA6B8FCC-1C6D-4410-030C-F449A723B218}"/>
                  </a:ext>
                </a:extLst>
              </p:cNvPr>
              <p:cNvSpPr/>
              <p:nvPr/>
            </p:nvSpPr>
            <p:spPr>
              <a:xfrm>
                <a:off x="5219979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4" name="Rectangle 6933">
                <a:extLst>
                  <a:ext uri="{FF2B5EF4-FFF2-40B4-BE49-F238E27FC236}">
                    <a16:creationId xmlns:a16="http://schemas.microsoft.com/office/drawing/2014/main" id="{1FC5830D-C3BB-C1DF-0C40-4161BDC1357C}"/>
                  </a:ext>
                </a:extLst>
              </p:cNvPr>
              <p:cNvSpPr/>
              <p:nvPr/>
            </p:nvSpPr>
            <p:spPr>
              <a:xfrm>
                <a:off x="5219979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5" name="Rectangle 6934">
                <a:extLst>
                  <a:ext uri="{FF2B5EF4-FFF2-40B4-BE49-F238E27FC236}">
                    <a16:creationId xmlns:a16="http://schemas.microsoft.com/office/drawing/2014/main" id="{7924BE00-9B72-39F2-005A-FB86CA6953D8}"/>
                  </a:ext>
                </a:extLst>
              </p:cNvPr>
              <p:cNvSpPr/>
              <p:nvPr/>
            </p:nvSpPr>
            <p:spPr>
              <a:xfrm>
                <a:off x="5219979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6" name="Rectangle 6935">
                <a:extLst>
                  <a:ext uri="{FF2B5EF4-FFF2-40B4-BE49-F238E27FC236}">
                    <a16:creationId xmlns:a16="http://schemas.microsoft.com/office/drawing/2014/main" id="{8858ACC5-97FC-ACB6-69E1-E02BF82F60B2}"/>
                  </a:ext>
                </a:extLst>
              </p:cNvPr>
              <p:cNvSpPr/>
              <p:nvPr/>
            </p:nvSpPr>
            <p:spPr>
              <a:xfrm>
                <a:off x="5219979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7" name="Rectangle 6936">
                <a:extLst>
                  <a:ext uri="{FF2B5EF4-FFF2-40B4-BE49-F238E27FC236}">
                    <a16:creationId xmlns:a16="http://schemas.microsoft.com/office/drawing/2014/main" id="{C2267C6F-BB13-47E8-05AC-2161818CDE5F}"/>
                  </a:ext>
                </a:extLst>
              </p:cNvPr>
              <p:cNvSpPr/>
              <p:nvPr/>
            </p:nvSpPr>
            <p:spPr>
              <a:xfrm>
                <a:off x="5219979" y="2739552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8" name="Rectangle 6937">
                <a:extLst>
                  <a:ext uri="{FF2B5EF4-FFF2-40B4-BE49-F238E27FC236}">
                    <a16:creationId xmlns:a16="http://schemas.microsoft.com/office/drawing/2014/main" id="{44B19758-F347-FE67-AE77-2EEC62D62ED3}"/>
                  </a:ext>
                </a:extLst>
              </p:cNvPr>
              <p:cNvSpPr/>
              <p:nvPr/>
            </p:nvSpPr>
            <p:spPr>
              <a:xfrm>
                <a:off x="5219979" y="28512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39" name="Rectangle 6938">
                <a:extLst>
                  <a:ext uri="{FF2B5EF4-FFF2-40B4-BE49-F238E27FC236}">
                    <a16:creationId xmlns:a16="http://schemas.microsoft.com/office/drawing/2014/main" id="{5CFAE2FA-FDC4-48DB-ED30-A25EB9A145DE}"/>
                  </a:ext>
                </a:extLst>
              </p:cNvPr>
              <p:cNvSpPr/>
              <p:nvPr/>
            </p:nvSpPr>
            <p:spPr>
              <a:xfrm>
                <a:off x="5219979" y="2962921"/>
                <a:ext cx="98350" cy="111684"/>
              </a:xfrm>
              <a:prstGeom prst="rect">
                <a:avLst/>
              </a:prstGeom>
              <a:solidFill>
                <a:srgbClr val="FBBC49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0" name="Rectangle 6939">
                <a:extLst>
                  <a:ext uri="{FF2B5EF4-FFF2-40B4-BE49-F238E27FC236}">
                    <a16:creationId xmlns:a16="http://schemas.microsoft.com/office/drawing/2014/main" id="{CDD800A4-AA81-6EE1-43F7-30DF2CDE8CB6}"/>
                  </a:ext>
                </a:extLst>
              </p:cNvPr>
              <p:cNvSpPr/>
              <p:nvPr/>
            </p:nvSpPr>
            <p:spPr>
              <a:xfrm>
                <a:off x="5219979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1" name="Rectangle 6940">
                <a:extLst>
                  <a:ext uri="{FF2B5EF4-FFF2-40B4-BE49-F238E27FC236}">
                    <a16:creationId xmlns:a16="http://schemas.microsoft.com/office/drawing/2014/main" id="{EC5D352F-DBB3-27FF-59C9-2D36AA49901F}"/>
                  </a:ext>
                </a:extLst>
              </p:cNvPr>
              <p:cNvSpPr/>
              <p:nvPr/>
            </p:nvSpPr>
            <p:spPr>
              <a:xfrm>
                <a:off x="5219979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2" name="Rectangle 6941">
                <a:extLst>
                  <a:ext uri="{FF2B5EF4-FFF2-40B4-BE49-F238E27FC236}">
                    <a16:creationId xmlns:a16="http://schemas.microsoft.com/office/drawing/2014/main" id="{7CD18235-8B14-32D1-9D7E-9F83F37FDE27}"/>
                  </a:ext>
                </a:extLst>
              </p:cNvPr>
              <p:cNvSpPr/>
              <p:nvPr/>
            </p:nvSpPr>
            <p:spPr>
              <a:xfrm>
                <a:off x="5219979" y="32979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3" name="Rectangle 6942">
                <a:extLst>
                  <a:ext uri="{FF2B5EF4-FFF2-40B4-BE49-F238E27FC236}">
                    <a16:creationId xmlns:a16="http://schemas.microsoft.com/office/drawing/2014/main" id="{70CFBFFD-6546-ED59-3C82-5A6E8F055043}"/>
                  </a:ext>
                </a:extLst>
              </p:cNvPr>
              <p:cNvSpPr/>
              <p:nvPr/>
            </p:nvSpPr>
            <p:spPr>
              <a:xfrm>
                <a:off x="5219979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4" name="Rectangle 6943">
                <a:extLst>
                  <a:ext uri="{FF2B5EF4-FFF2-40B4-BE49-F238E27FC236}">
                    <a16:creationId xmlns:a16="http://schemas.microsoft.com/office/drawing/2014/main" id="{08265B44-581A-88DC-19E0-793B5C04AFB3}"/>
                  </a:ext>
                </a:extLst>
              </p:cNvPr>
              <p:cNvSpPr/>
              <p:nvPr/>
            </p:nvSpPr>
            <p:spPr>
              <a:xfrm>
                <a:off x="5219979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5" name="Rectangle 6944">
                <a:extLst>
                  <a:ext uri="{FF2B5EF4-FFF2-40B4-BE49-F238E27FC236}">
                    <a16:creationId xmlns:a16="http://schemas.microsoft.com/office/drawing/2014/main" id="{DAABFB2D-A82B-C39D-6D05-1F3702C5EB34}"/>
                  </a:ext>
                </a:extLst>
              </p:cNvPr>
              <p:cNvSpPr/>
              <p:nvPr/>
            </p:nvSpPr>
            <p:spPr>
              <a:xfrm>
                <a:off x="5219979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6" name="Rectangle 6945">
                <a:extLst>
                  <a:ext uri="{FF2B5EF4-FFF2-40B4-BE49-F238E27FC236}">
                    <a16:creationId xmlns:a16="http://schemas.microsoft.com/office/drawing/2014/main" id="{4F05272C-0A6A-2A4C-03BB-5BFFA9FD2668}"/>
                  </a:ext>
                </a:extLst>
              </p:cNvPr>
              <p:cNvSpPr/>
              <p:nvPr/>
            </p:nvSpPr>
            <p:spPr>
              <a:xfrm>
                <a:off x="5219979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7" name="Rectangle 6946">
                <a:extLst>
                  <a:ext uri="{FF2B5EF4-FFF2-40B4-BE49-F238E27FC236}">
                    <a16:creationId xmlns:a16="http://schemas.microsoft.com/office/drawing/2014/main" id="{3D0000DC-E397-5FEE-33C6-92AC28582843}"/>
                  </a:ext>
                </a:extLst>
              </p:cNvPr>
              <p:cNvSpPr/>
              <p:nvPr/>
            </p:nvSpPr>
            <p:spPr>
              <a:xfrm>
                <a:off x="5219979" y="385650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8" name="Rectangle 6947">
                <a:extLst>
                  <a:ext uri="{FF2B5EF4-FFF2-40B4-BE49-F238E27FC236}">
                    <a16:creationId xmlns:a16="http://schemas.microsoft.com/office/drawing/2014/main" id="{4F41D7E6-83F6-3AD6-6D60-673461A93E01}"/>
                  </a:ext>
                </a:extLst>
              </p:cNvPr>
              <p:cNvSpPr/>
              <p:nvPr/>
            </p:nvSpPr>
            <p:spPr>
              <a:xfrm>
                <a:off x="5219979" y="396819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49" name="Rectangle 6948">
                <a:extLst>
                  <a:ext uri="{FF2B5EF4-FFF2-40B4-BE49-F238E27FC236}">
                    <a16:creationId xmlns:a16="http://schemas.microsoft.com/office/drawing/2014/main" id="{C588EE41-7038-A5E2-9B30-98EC43D0F577}"/>
                  </a:ext>
                </a:extLst>
              </p:cNvPr>
              <p:cNvSpPr/>
              <p:nvPr/>
            </p:nvSpPr>
            <p:spPr>
              <a:xfrm>
                <a:off x="5219979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0" name="Rectangle 6949">
                <a:extLst>
                  <a:ext uri="{FF2B5EF4-FFF2-40B4-BE49-F238E27FC236}">
                    <a16:creationId xmlns:a16="http://schemas.microsoft.com/office/drawing/2014/main" id="{6BB95ED9-3F5D-05BF-917A-9A901E66411E}"/>
                  </a:ext>
                </a:extLst>
              </p:cNvPr>
              <p:cNvSpPr/>
              <p:nvPr/>
            </p:nvSpPr>
            <p:spPr>
              <a:xfrm>
                <a:off x="5219979" y="41915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1" name="Rectangle 6950">
                <a:extLst>
                  <a:ext uri="{FF2B5EF4-FFF2-40B4-BE49-F238E27FC236}">
                    <a16:creationId xmlns:a16="http://schemas.microsoft.com/office/drawing/2014/main" id="{D59B8E95-7A9F-AD90-8465-4919851C1E5C}"/>
                  </a:ext>
                </a:extLst>
              </p:cNvPr>
              <p:cNvSpPr/>
              <p:nvPr/>
            </p:nvSpPr>
            <p:spPr>
              <a:xfrm>
                <a:off x="5219979" y="43033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2" name="Rectangle 6951">
                <a:extLst>
                  <a:ext uri="{FF2B5EF4-FFF2-40B4-BE49-F238E27FC236}">
                    <a16:creationId xmlns:a16="http://schemas.microsoft.com/office/drawing/2014/main" id="{D4D11E93-0EFE-2FE6-B1F8-E3C7448AAB9E}"/>
                  </a:ext>
                </a:extLst>
              </p:cNvPr>
              <p:cNvSpPr/>
              <p:nvPr/>
            </p:nvSpPr>
            <p:spPr>
              <a:xfrm>
                <a:off x="5219979" y="441503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3" name="Rectangle 6952">
                <a:extLst>
                  <a:ext uri="{FF2B5EF4-FFF2-40B4-BE49-F238E27FC236}">
                    <a16:creationId xmlns:a16="http://schemas.microsoft.com/office/drawing/2014/main" id="{55F4791B-B4B1-E281-8FF9-91CC11B51CFF}"/>
                  </a:ext>
                </a:extLst>
              </p:cNvPr>
              <p:cNvSpPr/>
              <p:nvPr/>
            </p:nvSpPr>
            <p:spPr>
              <a:xfrm>
                <a:off x="5219979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4" name="Rectangle 6953">
                <a:extLst>
                  <a:ext uri="{FF2B5EF4-FFF2-40B4-BE49-F238E27FC236}">
                    <a16:creationId xmlns:a16="http://schemas.microsoft.com/office/drawing/2014/main" id="{D6EFE3A3-99FA-78AA-4E9B-3CD9A6C42A20}"/>
                  </a:ext>
                </a:extLst>
              </p:cNvPr>
              <p:cNvSpPr/>
              <p:nvPr/>
            </p:nvSpPr>
            <p:spPr>
              <a:xfrm>
                <a:off x="5219979" y="46384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5" name="Rectangle 6954">
                <a:extLst>
                  <a:ext uri="{FF2B5EF4-FFF2-40B4-BE49-F238E27FC236}">
                    <a16:creationId xmlns:a16="http://schemas.microsoft.com/office/drawing/2014/main" id="{AB08E3D9-2846-EAF7-7427-E63BF0944841}"/>
                  </a:ext>
                </a:extLst>
              </p:cNvPr>
              <p:cNvSpPr/>
              <p:nvPr/>
            </p:nvSpPr>
            <p:spPr>
              <a:xfrm>
                <a:off x="5219979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6" name="Rectangle 6955">
                <a:extLst>
                  <a:ext uri="{FF2B5EF4-FFF2-40B4-BE49-F238E27FC236}">
                    <a16:creationId xmlns:a16="http://schemas.microsoft.com/office/drawing/2014/main" id="{82F1E151-722F-9AEB-48C5-47EA3F1C2201}"/>
                  </a:ext>
                </a:extLst>
              </p:cNvPr>
              <p:cNvSpPr/>
              <p:nvPr/>
            </p:nvSpPr>
            <p:spPr>
              <a:xfrm>
                <a:off x="5219979" y="486177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7" name="Rectangle 6956">
                <a:extLst>
                  <a:ext uri="{FF2B5EF4-FFF2-40B4-BE49-F238E27FC236}">
                    <a16:creationId xmlns:a16="http://schemas.microsoft.com/office/drawing/2014/main" id="{FD209003-7BA4-9E81-A2C1-03AB5053A5BC}"/>
                  </a:ext>
                </a:extLst>
              </p:cNvPr>
              <p:cNvSpPr/>
              <p:nvPr/>
            </p:nvSpPr>
            <p:spPr>
              <a:xfrm>
                <a:off x="5219979" y="49734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8" name="Rectangle 6957">
                <a:extLst>
                  <a:ext uri="{FF2B5EF4-FFF2-40B4-BE49-F238E27FC236}">
                    <a16:creationId xmlns:a16="http://schemas.microsoft.com/office/drawing/2014/main" id="{F1F4C552-BCBA-3464-C6F7-C17F047E3F81}"/>
                  </a:ext>
                </a:extLst>
              </p:cNvPr>
              <p:cNvSpPr/>
              <p:nvPr/>
            </p:nvSpPr>
            <p:spPr>
              <a:xfrm>
                <a:off x="5219979" y="50852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59" name="Rectangle 6958">
                <a:extLst>
                  <a:ext uri="{FF2B5EF4-FFF2-40B4-BE49-F238E27FC236}">
                    <a16:creationId xmlns:a16="http://schemas.microsoft.com/office/drawing/2014/main" id="{0C8BE739-7C23-D5EA-5B8C-1ADC6C1DE230}"/>
                  </a:ext>
                </a:extLst>
              </p:cNvPr>
              <p:cNvSpPr/>
              <p:nvPr/>
            </p:nvSpPr>
            <p:spPr>
              <a:xfrm>
                <a:off x="5219979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0" name="Rectangle 6959">
                <a:extLst>
                  <a:ext uri="{FF2B5EF4-FFF2-40B4-BE49-F238E27FC236}">
                    <a16:creationId xmlns:a16="http://schemas.microsoft.com/office/drawing/2014/main" id="{7FBB7351-87C6-D7AB-140C-BB02B5E5ECF2}"/>
                  </a:ext>
                </a:extLst>
              </p:cNvPr>
              <p:cNvSpPr/>
              <p:nvPr/>
            </p:nvSpPr>
            <p:spPr>
              <a:xfrm>
                <a:off x="5219979" y="53086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1" name="Rectangle 6960">
                <a:extLst>
                  <a:ext uri="{FF2B5EF4-FFF2-40B4-BE49-F238E27FC236}">
                    <a16:creationId xmlns:a16="http://schemas.microsoft.com/office/drawing/2014/main" id="{D3641C6A-914F-0B0F-300E-14435A2BBD6D}"/>
                  </a:ext>
                </a:extLst>
              </p:cNvPr>
              <p:cNvSpPr/>
              <p:nvPr/>
            </p:nvSpPr>
            <p:spPr>
              <a:xfrm>
                <a:off x="5219979" y="5420305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2" name="Rectangle 6961">
                <a:extLst>
                  <a:ext uri="{FF2B5EF4-FFF2-40B4-BE49-F238E27FC236}">
                    <a16:creationId xmlns:a16="http://schemas.microsoft.com/office/drawing/2014/main" id="{667C6B53-2547-7DFE-8C99-F460768F1658}"/>
                  </a:ext>
                </a:extLst>
              </p:cNvPr>
              <p:cNvSpPr/>
              <p:nvPr/>
            </p:nvSpPr>
            <p:spPr>
              <a:xfrm>
                <a:off x="5219979" y="5531990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3" name="Rectangle 6962">
                <a:extLst>
                  <a:ext uri="{FF2B5EF4-FFF2-40B4-BE49-F238E27FC236}">
                    <a16:creationId xmlns:a16="http://schemas.microsoft.com/office/drawing/2014/main" id="{B5CCFEC4-FEC7-A876-7D0A-01CDF2D425D7}"/>
                  </a:ext>
                </a:extLst>
              </p:cNvPr>
              <p:cNvSpPr/>
              <p:nvPr/>
            </p:nvSpPr>
            <p:spPr>
              <a:xfrm>
                <a:off x="5219979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4" name="Rectangle 6963">
                <a:extLst>
                  <a:ext uri="{FF2B5EF4-FFF2-40B4-BE49-F238E27FC236}">
                    <a16:creationId xmlns:a16="http://schemas.microsoft.com/office/drawing/2014/main" id="{20A3598E-F2E3-6621-7186-5D601D044121}"/>
                  </a:ext>
                </a:extLst>
              </p:cNvPr>
              <p:cNvSpPr/>
              <p:nvPr/>
            </p:nvSpPr>
            <p:spPr>
              <a:xfrm>
                <a:off x="5219979" y="5755359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5" name="Rectangle 6964">
                <a:extLst>
                  <a:ext uri="{FF2B5EF4-FFF2-40B4-BE49-F238E27FC236}">
                    <a16:creationId xmlns:a16="http://schemas.microsoft.com/office/drawing/2014/main" id="{52CABEDA-3B62-31D4-30B1-1BC52B5D551A}"/>
                  </a:ext>
                </a:extLst>
              </p:cNvPr>
              <p:cNvSpPr/>
              <p:nvPr/>
            </p:nvSpPr>
            <p:spPr>
              <a:xfrm>
                <a:off x="5219979" y="58671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6" name="Rectangle 6965">
                <a:extLst>
                  <a:ext uri="{FF2B5EF4-FFF2-40B4-BE49-F238E27FC236}">
                    <a16:creationId xmlns:a16="http://schemas.microsoft.com/office/drawing/2014/main" id="{48CF16B6-A18A-E9E3-702F-27B92B351349}"/>
                  </a:ext>
                </a:extLst>
              </p:cNvPr>
              <p:cNvSpPr/>
              <p:nvPr/>
            </p:nvSpPr>
            <p:spPr>
              <a:xfrm>
                <a:off x="5219979" y="597883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7" name="Rectangle 6966">
                <a:extLst>
                  <a:ext uri="{FF2B5EF4-FFF2-40B4-BE49-F238E27FC236}">
                    <a16:creationId xmlns:a16="http://schemas.microsoft.com/office/drawing/2014/main" id="{B3FBBB2A-DB40-963D-8692-B4C186073459}"/>
                  </a:ext>
                </a:extLst>
              </p:cNvPr>
              <p:cNvSpPr/>
              <p:nvPr/>
            </p:nvSpPr>
            <p:spPr>
              <a:xfrm>
                <a:off x="5219979" y="60905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8" name="Rectangle 6967">
                <a:extLst>
                  <a:ext uri="{FF2B5EF4-FFF2-40B4-BE49-F238E27FC236}">
                    <a16:creationId xmlns:a16="http://schemas.microsoft.com/office/drawing/2014/main" id="{6B5E9E20-306E-842F-7DB5-AA38C72E7FDD}"/>
                  </a:ext>
                </a:extLst>
              </p:cNvPr>
              <p:cNvSpPr/>
              <p:nvPr/>
            </p:nvSpPr>
            <p:spPr>
              <a:xfrm>
                <a:off x="5219979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69" name="Rectangle 6968">
                <a:extLst>
                  <a:ext uri="{FF2B5EF4-FFF2-40B4-BE49-F238E27FC236}">
                    <a16:creationId xmlns:a16="http://schemas.microsoft.com/office/drawing/2014/main" id="{9DBB117B-A775-EB96-9001-40D1CB6D72FE}"/>
                  </a:ext>
                </a:extLst>
              </p:cNvPr>
              <p:cNvSpPr/>
              <p:nvPr/>
            </p:nvSpPr>
            <p:spPr>
              <a:xfrm>
                <a:off x="5219979" y="631389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0" name="Rectangle 6969">
                <a:extLst>
                  <a:ext uri="{FF2B5EF4-FFF2-40B4-BE49-F238E27FC236}">
                    <a16:creationId xmlns:a16="http://schemas.microsoft.com/office/drawing/2014/main" id="{CC99518B-4472-0913-0A2F-7B85897B81AC}"/>
                  </a:ext>
                </a:extLst>
              </p:cNvPr>
              <p:cNvSpPr/>
              <p:nvPr/>
            </p:nvSpPr>
            <p:spPr>
              <a:xfrm>
                <a:off x="5219979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1" name="Rectangle 6970">
                <a:extLst>
                  <a:ext uri="{FF2B5EF4-FFF2-40B4-BE49-F238E27FC236}">
                    <a16:creationId xmlns:a16="http://schemas.microsoft.com/office/drawing/2014/main" id="{8455644F-2A73-C35F-5162-C5FB86AE9D91}"/>
                  </a:ext>
                </a:extLst>
              </p:cNvPr>
              <p:cNvSpPr/>
              <p:nvPr/>
            </p:nvSpPr>
            <p:spPr>
              <a:xfrm>
                <a:off x="5219979" y="65372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2" name="Rectangle 6971">
                <a:extLst>
                  <a:ext uri="{FF2B5EF4-FFF2-40B4-BE49-F238E27FC236}">
                    <a16:creationId xmlns:a16="http://schemas.microsoft.com/office/drawing/2014/main" id="{26FCC481-F992-D918-1299-475D5C57BBC7}"/>
                  </a:ext>
                </a:extLst>
              </p:cNvPr>
              <p:cNvSpPr/>
              <p:nvPr/>
            </p:nvSpPr>
            <p:spPr>
              <a:xfrm>
                <a:off x="5219979" y="664905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3" name="Rectangle 6972">
                <a:extLst>
                  <a:ext uri="{FF2B5EF4-FFF2-40B4-BE49-F238E27FC236}">
                    <a16:creationId xmlns:a16="http://schemas.microsoft.com/office/drawing/2014/main" id="{3B04A2C2-A1EE-07F4-25F3-D8CDC365164A}"/>
                  </a:ext>
                </a:extLst>
              </p:cNvPr>
              <p:cNvSpPr/>
              <p:nvPr/>
            </p:nvSpPr>
            <p:spPr>
              <a:xfrm>
                <a:off x="5219979" y="67607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4" name="Rectangle 6973">
                <a:extLst>
                  <a:ext uri="{FF2B5EF4-FFF2-40B4-BE49-F238E27FC236}">
                    <a16:creationId xmlns:a16="http://schemas.microsoft.com/office/drawing/2014/main" id="{54AC6915-F076-803A-E064-2DFB00189131}"/>
                  </a:ext>
                </a:extLst>
              </p:cNvPr>
              <p:cNvSpPr/>
              <p:nvPr/>
            </p:nvSpPr>
            <p:spPr>
              <a:xfrm>
                <a:off x="5318223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5" name="Rectangle 6974">
                <a:extLst>
                  <a:ext uri="{FF2B5EF4-FFF2-40B4-BE49-F238E27FC236}">
                    <a16:creationId xmlns:a16="http://schemas.microsoft.com/office/drawing/2014/main" id="{7CE94AF5-678C-B886-9064-F4B6852958E6}"/>
                  </a:ext>
                </a:extLst>
              </p:cNvPr>
              <p:cNvSpPr/>
              <p:nvPr/>
            </p:nvSpPr>
            <p:spPr>
              <a:xfrm>
                <a:off x="5318223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6" name="Rectangle 6975">
                <a:extLst>
                  <a:ext uri="{FF2B5EF4-FFF2-40B4-BE49-F238E27FC236}">
                    <a16:creationId xmlns:a16="http://schemas.microsoft.com/office/drawing/2014/main" id="{D2EB4EAC-354B-D28A-B8A9-115840B208B2}"/>
                  </a:ext>
                </a:extLst>
              </p:cNvPr>
              <p:cNvSpPr/>
              <p:nvPr/>
            </p:nvSpPr>
            <p:spPr>
              <a:xfrm>
                <a:off x="5318223" y="-164677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7" name="Rectangle 6976">
                <a:extLst>
                  <a:ext uri="{FF2B5EF4-FFF2-40B4-BE49-F238E27FC236}">
                    <a16:creationId xmlns:a16="http://schemas.microsoft.com/office/drawing/2014/main" id="{E7D79829-EA37-BA98-1001-4F6AA7639DD2}"/>
                  </a:ext>
                </a:extLst>
              </p:cNvPr>
              <p:cNvSpPr/>
              <p:nvPr/>
            </p:nvSpPr>
            <p:spPr>
              <a:xfrm>
                <a:off x="5318223" y="-529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8" name="Rectangle 6977">
                <a:extLst>
                  <a:ext uri="{FF2B5EF4-FFF2-40B4-BE49-F238E27FC236}">
                    <a16:creationId xmlns:a16="http://schemas.microsoft.com/office/drawing/2014/main" id="{DD5C41BC-05A1-28E0-4BF9-E0CA8D293BCD}"/>
                  </a:ext>
                </a:extLst>
              </p:cNvPr>
              <p:cNvSpPr/>
              <p:nvPr/>
            </p:nvSpPr>
            <p:spPr>
              <a:xfrm>
                <a:off x="5318223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79" name="Rectangle 6978">
                <a:extLst>
                  <a:ext uri="{FF2B5EF4-FFF2-40B4-BE49-F238E27FC236}">
                    <a16:creationId xmlns:a16="http://schemas.microsoft.com/office/drawing/2014/main" id="{8F03DA1C-635F-7DFF-F1E9-A755F653779D}"/>
                  </a:ext>
                </a:extLst>
              </p:cNvPr>
              <p:cNvSpPr/>
              <p:nvPr/>
            </p:nvSpPr>
            <p:spPr>
              <a:xfrm>
                <a:off x="5318223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0" name="Rectangle 6979">
                <a:extLst>
                  <a:ext uri="{FF2B5EF4-FFF2-40B4-BE49-F238E27FC236}">
                    <a16:creationId xmlns:a16="http://schemas.microsoft.com/office/drawing/2014/main" id="{017D154A-8278-928F-9E83-5CEAB8B80C54}"/>
                  </a:ext>
                </a:extLst>
              </p:cNvPr>
              <p:cNvSpPr/>
              <p:nvPr/>
            </p:nvSpPr>
            <p:spPr>
              <a:xfrm>
                <a:off x="5318223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1" name="Rectangle 6980">
                <a:extLst>
                  <a:ext uri="{FF2B5EF4-FFF2-40B4-BE49-F238E27FC236}">
                    <a16:creationId xmlns:a16="http://schemas.microsoft.com/office/drawing/2014/main" id="{CB2C8E2B-65A5-59AA-CC30-5591A0B695F1}"/>
                  </a:ext>
                </a:extLst>
              </p:cNvPr>
              <p:cNvSpPr/>
              <p:nvPr/>
            </p:nvSpPr>
            <p:spPr>
              <a:xfrm>
                <a:off x="5318223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2" name="Rectangle 6981">
                <a:extLst>
                  <a:ext uri="{FF2B5EF4-FFF2-40B4-BE49-F238E27FC236}">
                    <a16:creationId xmlns:a16="http://schemas.microsoft.com/office/drawing/2014/main" id="{A3C36993-046F-5483-DEEC-CCEE60D59D7D}"/>
                  </a:ext>
                </a:extLst>
              </p:cNvPr>
              <p:cNvSpPr/>
              <p:nvPr/>
            </p:nvSpPr>
            <p:spPr>
              <a:xfrm>
                <a:off x="5318223" y="505537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3" name="Rectangle 6982">
                <a:extLst>
                  <a:ext uri="{FF2B5EF4-FFF2-40B4-BE49-F238E27FC236}">
                    <a16:creationId xmlns:a16="http://schemas.microsoft.com/office/drawing/2014/main" id="{F8C90731-AD42-9BF7-61AF-DF1704063E51}"/>
                  </a:ext>
                </a:extLst>
              </p:cNvPr>
              <p:cNvSpPr/>
              <p:nvPr/>
            </p:nvSpPr>
            <p:spPr>
              <a:xfrm>
                <a:off x="5318223" y="617222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4" name="Rectangle 6983">
                <a:extLst>
                  <a:ext uri="{FF2B5EF4-FFF2-40B4-BE49-F238E27FC236}">
                    <a16:creationId xmlns:a16="http://schemas.microsoft.com/office/drawing/2014/main" id="{074608E4-DEFA-B3E9-63A7-F08310E62BF2}"/>
                  </a:ext>
                </a:extLst>
              </p:cNvPr>
              <p:cNvSpPr/>
              <p:nvPr/>
            </p:nvSpPr>
            <p:spPr>
              <a:xfrm>
                <a:off x="5318223" y="728907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5" name="Rectangle 6984">
                <a:extLst>
                  <a:ext uri="{FF2B5EF4-FFF2-40B4-BE49-F238E27FC236}">
                    <a16:creationId xmlns:a16="http://schemas.microsoft.com/office/drawing/2014/main" id="{F94881FD-64C1-DBFD-8E67-926B6AE8C619}"/>
                  </a:ext>
                </a:extLst>
              </p:cNvPr>
              <p:cNvSpPr/>
              <p:nvPr/>
            </p:nvSpPr>
            <p:spPr>
              <a:xfrm>
                <a:off x="5318223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6" name="Rectangle 6985">
                <a:extLst>
                  <a:ext uri="{FF2B5EF4-FFF2-40B4-BE49-F238E27FC236}">
                    <a16:creationId xmlns:a16="http://schemas.microsoft.com/office/drawing/2014/main" id="{39450179-BC13-987C-5085-A77CE95697BF}"/>
                  </a:ext>
                </a:extLst>
              </p:cNvPr>
              <p:cNvSpPr/>
              <p:nvPr/>
            </p:nvSpPr>
            <p:spPr>
              <a:xfrm>
                <a:off x="5318223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7" name="Rectangle 6986">
                <a:extLst>
                  <a:ext uri="{FF2B5EF4-FFF2-40B4-BE49-F238E27FC236}">
                    <a16:creationId xmlns:a16="http://schemas.microsoft.com/office/drawing/2014/main" id="{2CC3BA82-05D4-E076-8D57-E6BD036C613D}"/>
                  </a:ext>
                </a:extLst>
              </p:cNvPr>
              <p:cNvSpPr/>
              <p:nvPr/>
            </p:nvSpPr>
            <p:spPr>
              <a:xfrm>
                <a:off x="5318223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8" name="Rectangle 6987">
                <a:extLst>
                  <a:ext uri="{FF2B5EF4-FFF2-40B4-BE49-F238E27FC236}">
                    <a16:creationId xmlns:a16="http://schemas.microsoft.com/office/drawing/2014/main" id="{55FA772D-1B0F-4332-48CE-45A57B1C2D28}"/>
                  </a:ext>
                </a:extLst>
              </p:cNvPr>
              <p:cNvSpPr/>
              <p:nvPr/>
            </p:nvSpPr>
            <p:spPr>
              <a:xfrm>
                <a:off x="5318223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89" name="Rectangle 6988">
                <a:extLst>
                  <a:ext uri="{FF2B5EF4-FFF2-40B4-BE49-F238E27FC236}">
                    <a16:creationId xmlns:a16="http://schemas.microsoft.com/office/drawing/2014/main" id="{34A28CA4-E359-5EA0-EF4A-76BD3D81976D}"/>
                  </a:ext>
                </a:extLst>
              </p:cNvPr>
              <p:cNvSpPr/>
              <p:nvPr/>
            </p:nvSpPr>
            <p:spPr>
              <a:xfrm>
                <a:off x="5318223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0" name="Rectangle 6989">
                <a:extLst>
                  <a:ext uri="{FF2B5EF4-FFF2-40B4-BE49-F238E27FC236}">
                    <a16:creationId xmlns:a16="http://schemas.microsoft.com/office/drawing/2014/main" id="{9C9BE42A-FD67-9FD5-8ADD-AFC7900BD1F7}"/>
                  </a:ext>
                </a:extLst>
              </p:cNvPr>
              <p:cNvSpPr/>
              <p:nvPr/>
            </p:nvSpPr>
            <p:spPr>
              <a:xfrm>
                <a:off x="5318223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1" name="Rectangle 6990">
                <a:extLst>
                  <a:ext uri="{FF2B5EF4-FFF2-40B4-BE49-F238E27FC236}">
                    <a16:creationId xmlns:a16="http://schemas.microsoft.com/office/drawing/2014/main" id="{E8976AE9-1D69-ABDD-0B94-A7FA74521BA6}"/>
                  </a:ext>
                </a:extLst>
              </p:cNvPr>
              <p:cNvSpPr/>
              <p:nvPr/>
            </p:nvSpPr>
            <p:spPr>
              <a:xfrm>
                <a:off x="5318223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2" name="Rectangle 6991">
                <a:extLst>
                  <a:ext uri="{FF2B5EF4-FFF2-40B4-BE49-F238E27FC236}">
                    <a16:creationId xmlns:a16="http://schemas.microsoft.com/office/drawing/2014/main" id="{B1CE46F0-16DB-A852-8781-101441BF1432}"/>
                  </a:ext>
                </a:extLst>
              </p:cNvPr>
              <p:cNvSpPr/>
              <p:nvPr/>
            </p:nvSpPr>
            <p:spPr>
              <a:xfrm>
                <a:off x="5318223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3" name="Rectangle 6992">
                <a:extLst>
                  <a:ext uri="{FF2B5EF4-FFF2-40B4-BE49-F238E27FC236}">
                    <a16:creationId xmlns:a16="http://schemas.microsoft.com/office/drawing/2014/main" id="{5332D63D-89F5-31FA-40AE-1B6C0A8D5F68}"/>
                  </a:ext>
                </a:extLst>
              </p:cNvPr>
              <p:cNvSpPr/>
              <p:nvPr/>
            </p:nvSpPr>
            <p:spPr>
              <a:xfrm>
                <a:off x="5318223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4" name="Rectangle 6993">
                <a:extLst>
                  <a:ext uri="{FF2B5EF4-FFF2-40B4-BE49-F238E27FC236}">
                    <a16:creationId xmlns:a16="http://schemas.microsoft.com/office/drawing/2014/main" id="{6C2A7ADB-77FE-F839-B112-F633154FA8BB}"/>
                  </a:ext>
                </a:extLst>
              </p:cNvPr>
              <p:cNvSpPr/>
              <p:nvPr/>
            </p:nvSpPr>
            <p:spPr>
              <a:xfrm>
                <a:off x="5318223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5" name="Rectangle 6994">
                <a:extLst>
                  <a:ext uri="{FF2B5EF4-FFF2-40B4-BE49-F238E27FC236}">
                    <a16:creationId xmlns:a16="http://schemas.microsoft.com/office/drawing/2014/main" id="{BD58F724-A748-57E5-EF51-D4224D56E1C2}"/>
                  </a:ext>
                </a:extLst>
              </p:cNvPr>
              <p:cNvSpPr/>
              <p:nvPr/>
            </p:nvSpPr>
            <p:spPr>
              <a:xfrm>
                <a:off x="5318223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6" name="Rectangle 6995">
                <a:extLst>
                  <a:ext uri="{FF2B5EF4-FFF2-40B4-BE49-F238E27FC236}">
                    <a16:creationId xmlns:a16="http://schemas.microsoft.com/office/drawing/2014/main" id="{B1F4AF93-FB7B-9871-2BF8-FFFB630329E6}"/>
                  </a:ext>
                </a:extLst>
              </p:cNvPr>
              <p:cNvSpPr/>
              <p:nvPr/>
            </p:nvSpPr>
            <p:spPr>
              <a:xfrm>
                <a:off x="5318223" y="20693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7" name="Rectangle 6996">
                <a:extLst>
                  <a:ext uri="{FF2B5EF4-FFF2-40B4-BE49-F238E27FC236}">
                    <a16:creationId xmlns:a16="http://schemas.microsoft.com/office/drawing/2014/main" id="{5D2C3F22-3618-6E67-083E-3D5F19C5764E}"/>
                  </a:ext>
                </a:extLst>
              </p:cNvPr>
              <p:cNvSpPr/>
              <p:nvPr/>
            </p:nvSpPr>
            <p:spPr>
              <a:xfrm>
                <a:off x="5318223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8" name="Rectangle 6997">
                <a:extLst>
                  <a:ext uri="{FF2B5EF4-FFF2-40B4-BE49-F238E27FC236}">
                    <a16:creationId xmlns:a16="http://schemas.microsoft.com/office/drawing/2014/main" id="{C8CB856A-AA85-7D79-D50D-4FD66F074A76}"/>
                  </a:ext>
                </a:extLst>
              </p:cNvPr>
              <p:cNvSpPr/>
              <p:nvPr/>
            </p:nvSpPr>
            <p:spPr>
              <a:xfrm>
                <a:off x="5318223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6999" name="Rectangle 6998">
                <a:extLst>
                  <a:ext uri="{FF2B5EF4-FFF2-40B4-BE49-F238E27FC236}">
                    <a16:creationId xmlns:a16="http://schemas.microsoft.com/office/drawing/2014/main" id="{B5892849-AC27-E171-C708-E9E28E1253C1}"/>
                  </a:ext>
                </a:extLst>
              </p:cNvPr>
              <p:cNvSpPr/>
              <p:nvPr/>
            </p:nvSpPr>
            <p:spPr>
              <a:xfrm>
                <a:off x="5318223" y="2404391"/>
                <a:ext cx="98350" cy="111684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0" name="Rectangle 6999">
                <a:extLst>
                  <a:ext uri="{FF2B5EF4-FFF2-40B4-BE49-F238E27FC236}">
                    <a16:creationId xmlns:a16="http://schemas.microsoft.com/office/drawing/2014/main" id="{E6DE620B-7C10-AB30-E54D-CE36C97D1FCD}"/>
                  </a:ext>
                </a:extLst>
              </p:cNvPr>
              <p:cNvSpPr/>
              <p:nvPr/>
            </p:nvSpPr>
            <p:spPr>
              <a:xfrm>
                <a:off x="5318223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1" name="Rectangle 7000">
                <a:extLst>
                  <a:ext uri="{FF2B5EF4-FFF2-40B4-BE49-F238E27FC236}">
                    <a16:creationId xmlns:a16="http://schemas.microsoft.com/office/drawing/2014/main" id="{22FC546F-5712-9C12-F723-915BF7BC7963}"/>
                  </a:ext>
                </a:extLst>
              </p:cNvPr>
              <p:cNvSpPr/>
              <p:nvPr/>
            </p:nvSpPr>
            <p:spPr>
              <a:xfrm>
                <a:off x="5318223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2" name="Rectangle 7001">
                <a:extLst>
                  <a:ext uri="{FF2B5EF4-FFF2-40B4-BE49-F238E27FC236}">
                    <a16:creationId xmlns:a16="http://schemas.microsoft.com/office/drawing/2014/main" id="{8C20C5CA-9815-BA11-86D1-6097FD6290F7}"/>
                  </a:ext>
                </a:extLst>
              </p:cNvPr>
              <p:cNvSpPr/>
              <p:nvPr/>
            </p:nvSpPr>
            <p:spPr>
              <a:xfrm>
                <a:off x="5318223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3" name="Rectangle 7002">
                <a:extLst>
                  <a:ext uri="{FF2B5EF4-FFF2-40B4-BE49-F238E27FC236}">
                    <a16:creationId xmlns:a16="http://schemas.microsoft.com/office/drawing/2014/main" id="{DFCED934-40CD-1961-EE8A-1EE5701328BE}"/>
                  </a:ext>
                </a:extLst>
              </p:cNvPr>
              <p:cNvSpPr/>
              <p:nvPr/>
            </p:nvSpPr>
            <p:spPr>
              <a:xfrm>
                <a:off x="5318223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4" name="Rectangle 7003">
                <a:extLst>
                  <a:ext uri="{FF2B5EF4-FFF2-40B4-BE49-F238E27FC236}">
                    <a16:creationId xmlns:a16="http://schemas.microsoft.com/office/drawing/2014/main" id="{FBF740F8-0811-2DA6-EDE2-6212C570F9A4}"/>
                  </a:ext>
                </a:extLst>
              </p:cNvPr>
              <p:cNvSpPr/>
              <p:nvPr/>
            </p:nvSpPr>
            <p:spPr>
              <a:xfrm>
                <a:off x="5318223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5" name="Rectangle 7004">
                <a:extLst>
                  <a:ext uri="{FF2B5EF4-FFF2-40B4-BE49-F238E27FC236}">
                    <a16:creationId xmlns:a16="http://schemas.microsoft.com/office/drawing/2014/main" id="{8035B67B-6283-2474-4C14-B16B70D61752}"/>
                  </a:ext>
                </a:extLst>
              </p:cNvPr>
              <p:cNvSpPr/>
              <p:nvPr/>
            </p:nvSpPr>
            <p:spPr>
              <a:xfrm>
                <a:off x="5318223" y="3074606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6" name="Rectangle 7005">
                <a:extLst>
                  <a:ext uri="{FF2B5EF4-FFF2-40B4-BE49-F238E27FC236}">
                    <a16:creationId xmlns:a16="http://schemas.microsoft.com/office/drawing/2014/main" id="{FF616F07-F8BA-2ADB-37C7-78BB19D7548E}"/>
                  </a:ext>
                </a:extLst>
              </p:cNvPr>
              <p:cNvSpPr/>
              <p:nvPr/>
            </p:nvSpPr>
            <p:spPr>
              <a:xfrm>
                <a:off x="5318223" y="31862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7" name="Rectangle 7006">
                <a:extLst>
                  <a:ext uri="{FF2B5EF4-FFF2-40B4-BE49-F238E27FC236}">
                    <a16:creationId xmlns:a16="http://schemas.microsoft.com/office/drawing/2014/main" id="{BA912242-2050-50D2-332A-A09E0A02B4F6}"/>
                  </a:ext>
                </a:extLst>
              </p:cNvPr>
              <p:cNvSpPr/>
              <p:nvPr/>
            </p:nvSpPr>
            <p:spPr>
              <a:xfrm>
                <a:off x="5318223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8" name="Rectangle 7007">
                <a:extLst>
                  <a:ext uri="{FF2B5EF4-FFF2-40B4-BE49-F238E27FC236}">
                    <a16:creationId xmlns:a16="http://schemas.microsoft.com/office/drawing/2014/main" id="{793DC727-7765-D866-DF27-DF82A6DCF042}"/>
                  </a:ext>
                </a:extLst>
              </p:cNvPr>
              <p:cNvSpPr/>
              <p:nvPr/>
            </p:nvSpPr>
            <p:spPr>
              <a:xfrm>
                <a:off x="5318223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09" name="Rectangle 7008">
                <a:extLst>
                  <a:ext uri="{FF2B5EF4-FFF2-40B4-BE49-F238E27FC236}">
                    <a16:creationId xmlns:a16="http://schemas.microsoft.com/office/drawing/2014/main" id="{9D55B63E-F329-A028-E5AE-C97812204B4B}"/>
                  </a:ext>
                </a:extLst>
              </p:cNvPr>
              <p:cNvSpPr/>
              <p:nvPr/>
            </p:nvSpPr>
            <p:spPr>
              <a:xfrm>
                <a:off x="5318223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0" name="Rectangle 7009">
                <a:extLst>
                  <a:ext uri="{FF2B5EF4-FFF2-40B4-BE49-F238E27FC236}">
                    <a16:creationId xmlns:a16="http://schemas.microsoft.com/office/drawing/2014/main" id="{AE5D037A-2B5D-626A-DCCA-A451FA65DAE7}"/>
                  </a:ext>
                </a:extLst>
              </p:cNvPr>
              <p:cNvSpPr/>
              <p:nvPr/>
            </p:nvSpPr>
            <p:spPr>
              <a:xfrm>
                <a:off x="5318223" y="36331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1" name="Rectangle 7010">
                <a:extLst>
                  <a:ext uri="{FF2B5EF4-FFF2-40B4-BE49-F238E27FC236}">
                    <a16:creationId xmlns:a16="http://schemas.microsoft.com/office/drawing/2014/main" id="{9B0C799A-4D84-FD3F-F1DF-79E1D66985A1}"/>
                  </a:ext>
                </a:extLst>
              </p:cNvPr>
              <p:cNvSpPr/>
              <p:nvPr/>
            </p:nvSpPr>
            <p:spPr>
              <a:xfrm>
                <a:off x="5318223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2" name="Rectangle 7011">
                <a:extLst>
                  <a:ext uri="{FF2B5EF4-FFF2-40B4-BE49-F238E27FC236}">
                    <a16:creationId xmlns:a16="http://schemas.microsoft.com/office/drawing/2014/main" id="{4DCD4EBF-DEAF-4774-535B-2FB9C9160B96}"/>
                  </a:ext>
                </a:extLst>
              </p:cNvPr>
              <p:cNvSpPr/>
              <p:nvPr/>
            </p:nvSpPr>
            <p:spPr>
              <a:xfrm>
                <a:off x="5318223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3" name="Rectangle 7012">
                <a:extLst>
                  <a:ext uri="{FF2B5EF4-FFF2-40B4-BE49-F238E27FC236}">
                    <a16:creationId xmlns:a16="http://schemas.microsoft.com/office/drawing/2014/main" id="{F7F30805-1B3C-EE2A-A787-8B42E190FD36}"/>
                  </a:ext>
                </a:extLst>
              </p:cNvPr>
              <p:cNvSpPr/>
              <p:nvPr/>
            </p:nvSpPr>
            <p:spPr>
              <a:xfrm>
                <a:off x="5318223" y="39681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4" name="Rectangle 7013">
                <a:extLst>
                  <a:ext uri="{FF2B5EF4-FFF2-40B4-BE49-F238E27FC236}">
                    <a16:creationId xmlns:a16="http://schemas.microsoft.com/office/drawing/2014/main" id="{64961D83-BC78-E69E-55BA-AFF3FF1D75A6}"/>
                  </a:ext>
                </a:extLst>
              </p:cNvPr>
              <p:cNvSpPr/>
              <p:nvPr/>
            </p:nvSpPr>
            <p:spPr>
              <a:xfrm>
                <a:off x="5318223" y="4079875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5" name="Rectangle 7014">
                <a:extLst>
                  <a:ext uri="{FF2B5EF4-FFF2-40B4-BE49-F238E27FC236}">
                    <a16:creationId xmlns:a16="http://schemas.microsoft.com/office/drawing/2014/main" id="{07E2029B-41FF-C708-C693-83C8622198FF}"/>
                  </a:ext>
                </a:extLst>
              </p:cNvPr>
              <p:cNvSpPr/>
              <p:nvPr/>
            </p:nvSpPr>
            <p:spPr>
              <a:xfrm>
                <a:off x="5318223" y="4191560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6" name="Rectangle 7015">
                <a:extLst>
                  <a:ext uri="{FF2B5EF4-FFF2-40B4-BE49-F238E27FC236}">
                    <a16:creationId xmlns:a16="http://schemas.microsoft.com/office/drawing/2014/main" id="{B914828C-CFDF-A65B-4AF6-FAA1E1F011FB}"/>
                  </a:ext>
                </a:extLst>
              </p:cNvPr>
              <p:cNvSpPr/>
              <p:nvPr/>
            </p:nvSpPr>
            <p:spPr>
              <a:xfrm>
                <a:off x="5318223" y="4303351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7" name="Rectangle 7016">
                <a:extLst>
                  <a:ext uri="{FF2B5EF4-FFF2-40B4-BE49-F238E27FC236}">
                    <a16:creationId xmlns:a16="http://schemas.microsoft.com/office/drawing/2014/main" id="{E2B08C09-DECC-92A4-A470-835D70841838}"/>
                  </a:ext>
                </a:extLst>
              </p:cNvPr>
              <p:cNvSpPr/>
              <p:nvPr/>
            </p:nvSpPr>
            <p:spPr>
              <a:xfrm>
                <a:off x="5318223" y="4415036"/>
                <a:ext cx="98350" cy="111684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8" name="Rectangle 7017">
                <a:extLst>
                  <a:ext uri="{FF2B5EF4-FFF2-40B4-BE49-F238E27FC236}">
                    <a16:creationId xmlns:a16="http://schemas.microsoft.com/office/drawing/2014/main" id="{24E9F420-7B2B-F7B4-AD8C-F060F026DA95}"/>
                  </a:ext>
                </a:extLst>
              </p:cNvPr>
              <p:cNvSpPr/>
              <p:nvPr/>
            </p:nvSpPr>
            <p:spPr>
              <a:xfrm>
                <a:off x="5318223" y="4526721"/>
                <a:ext cx="98350" cy="111684"/>
              </a:xfrm>
              <a:prstGeom prst="rect">
                <a:avLst/>
              </a:prstGeom>
              <a:solidFill>
                <a:srgbClr val="FBB73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19" name="Rectangle 7018">
                <a:extLst>
                  <a:ext uri="{FF2B5EF4-FFF2-40B4-BE49-F238E27FC236}">
                    <a16:creationId xmlns:a16="http://schemas.microsoft.com/office/drawing/2014/main" id="{466E1421-9424-2EC3-10BC-430607C79915}"/>
                  </a:ext>
                </a:extLst>
              </p:cNvPr>
              <p:cNvSpPr/>
              <p:nvPr/>
            </p:nvSpPr>
            <p:spPr>
              <a:xfrm>
                <a:off x="5318223" y="4638405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0" name="Rectangle 7019">
                <a:extLst>
                  <a:ext uri="{FF2B5EF4-FFF2-40B4-BE49-F238E27FC236}">
                    <a16:creationId xmlns:a16="http://schemas.microsoft.com/office/drawing/2014/main" id="{70A55AD2-3CA3-1F5B-7DBB-AD0A6A4FAC4C}"/>
                  </a:ext>
                </a:extLst>
              </p:cNvPr>
              <p:cNvSpPr/>
              <p:nvPr/>
            </p:nvSpPr>
            <p:spPr>
              <a:xfrm>
                <a:off x="5318223" y="4750090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1" name="Rectangle 7020">
                <a:extLst>
                  <a:ext uri="{FF2B5EF4-FFF2-40B4-BE49-F238E27FC236}">
                    <a16:creationId xmlns:a16="http://schemas.microsoft.com/office/drawing/2014/main" id="{7E1A17CF-3816-EA8F-FABF-F992E13718A1}"/>
                  </a:ext>
                </a:extLst>
              </p:cNvPr>
              <p:cNvSpPr/>
              <p:nvPr/>
            </p:nvSpPr>
            <p:spPr>
              <a:xfrm>
                <a:off x="5318223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2" name="Rectangle 7021">
                <a:extLst>
                  <a:ext uri="{FF2B5EF4-FFF2-40B4-BE49-F238E27FC236}">
                    <a16:creationId xmlns:a16="http://schemas.microsoft.com/office/drawing/2014/main" id="{52C7E48F-874A-F308-12B5-CDC7E826B533}"/>
                  </a:ext>
                </a:extLst>
              </p:cNvPr>
              <p:cNvSpPr/>
              <p:nvPr/>
            </p:nvSpPr>
            <p:spPr>
              <a:xfrm>
                <a:off x="5318223" y="49734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3" name="Rectangle 7022">
                <a:extLst>
                  <a:ext uri="{FF2B5EF4-FFF2-40B4-BE49-F238E27FC236}">
                    <a16:creationId xmlns:a16="http://schemas.microsoft.com/office/drawing/2014/main" id="{0B740E33-0468-68C2-0E15-91884C8B2A28}"/>
                  </a:ext>
                </a:extLst>
              </p:cNvPr>
              <p:cNvSpPr/>
              <p:nvPr/>
            </p:nvSpPr>
            <p:spPr>
              <a:xfrm>
                <a:off x="5318223" y="50852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4" name="Rectangle 7023">
                <a:extLst>
                  <a:ext uri="{FF2B5EF4-FFF2-40B4-BE49-F238E27FC236}">
                    <a16:creationId xmlns:a16="http://schemas.microsoft.com/office/drawing/2014/main" id="{508FDF6A-82CA-6385-B491-C326EDE8FAE3}"/>
                  </a:ext>
                </a:extLst>
              </p:cNvPr>
              <p:cNvSpPr/>
              <p:nvPr/>
            </p:nvSpPr>
            <p:spPr>
              <a:xfrm>
                <a:off x="5318223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5" name="Rectangle 7024">
                <a:extLst>
                  <a:ext uri="{FF2B5EF4-FFF2-40B4-BE49-F238E27FC236}">
                    <a16:creationId xmlns:a16="http://schemas.microsoft.com/office/drawing/2014/main" id="{1B91CAAD-B51A-77E0-4703-23A4AEE1DE02}"/>
                  </a:ext>
                </a:extLst>
              </p:cNvPr>
              <p:cNvSpPr/>
              <p:nvPr/>
            </p:nvSpPr>
            <p:spPr>
              <a:xfrm>
                <a:off x="5318223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6" name="Rectangle 7025">
                <a:extLst>
                  <a:ext uri="{FF2B5EF4-FFF2-40B4-BE49-F238E27FC236}">
                    <a16:creationId xmlns:a16="http://schemas.microsoft.com/office/drawing/2014/main" id="{CBB53C18-FC1F-2CFB-E019-94D15016E554}"/>
                  </a:ext>
                </a:extLst>
              </p:cNvPr>
              <p:cNvSpPr/>
              <p:nvPr/>
            </p:nvSpPr>
            <p:spPr>
              <a:xfrm>
                <a:off x="5318223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7" name="Rectangle 7026">
                <a:extLst>
                  <a:ext uri="{FF2B5EF4-FFF2-40B4-BE49-F238E27FC236}">
                    <a16:creationId xmlns:a16="http://schemas.microsoft.com/office/drawing/2014/main" id="{59397551-8BA6-CC4B-0D2F-D7F59C522F69}"/>
                  </a:ext>
                </a:extLst>
              </p:cNvPr>
              <p:cNvSpPr/>
              <p:nvPr/>
            </p:nvSpPr>
            <p:spPr>
              <a:xfrm>
                <a:off x="5318223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8" name="Rectangle 7027">
                <a:extLst>
                  <a:ext uri="{FF2B5EF4-FFF2-40B4-BE49-F238E27FC236}">
                    <a16:creationId xmlns:a16="http://schemas.microsoft.com/office/drawing/2014/main" id="{C60A6EB8-3B66-7101-A71C-16BF50A36E08}"/>
                  </a:ext>
                </a:extLst>
              </p:cNvPr>
              <p:cNvSpPr/>
              <p:nvPr/>
            </p:nvSpPr>
            <p:spPr>
              <a:xfrm>
                <a:off x="5318223" y="564367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29" name="Rectangle 7028">
                <a:extLst>
                  <a:ext uri="{FF2B5EF4-FFF2-40B4-BE49-F238E27FC236}">
                    <a16:creationId xmlns:a16="http://schemas.microsoft.com/office/drawing/2014/main" id="{59491F76-F392-F1B3-8231-9ECF8BA3AD89}"/>
                  </a:ext>
                </a:extLst>
              </p:cNvPr>
              <p:cNvSpPr/>
              <p:nvPr/>
            </p:nvSpPr>
            <p:spPr>
              <a:xfrm>
                <a:off x="5318223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0" name="Rectangle 7029">
                <a:extLst>
                  <a:ext uri="{FF2B5EF4-FFF2-40B4-BE49-F238E27FC236}">
                    <a16:creationId xmlns:a16="http://schemas.microsoft.com/office/drawing/2014/main" id="{BB076B1A-B028-4307-078C-90A6FDEA0D5F}"/>
                  </a:ext>
                </a:extLst>
              </p:cNvPr>
              <p:cNvSpPr/>
              <p:nvPr/>
            </p:nvSpPr>
            <p:spPr>
              <a:xfrm>
                <a:off x="5318223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1" name="Rectangle 7030">
                <a:extLst>
                  <a:ext uri="{FF2B5EF4-FFF2-40B4-BE49-F238E27FC236}">
                    <a16:creationId xmlns:a16="http://schemas.microsoft.com/office/drawing/2014/main" id="{3415D810-55FD-4F7B-884E-43DD2B0B775C}"/>
                  </a:ext>
                </a:extLst>
              </p:cNvPr>
              <p:cNvSpPr/>
              <p:nvPr/>
            </p:nvSpPr>
            <p:spPr>
              <a:xfrm>
                <a:off x="5318223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2" name="Rectangle 7031">
                <a:extLst>
                  <a:ext uri="{FF2B5EF4-FFF2-40B4-BE49-F238E27FC236}">
                    <a16:creationId xmlns:a16="http://schemas.microsoft.com/office/drawing/2014/main" id="{3B474D3C-C764-A7A8-B217-AE88C6F82CE8}"/>
                  </a:ext>
                </a:extLst>
              </p:cNvPr>
              <p:cNvSpPr/>
              <p:nvPr/>
            </p:nvSpPr>
            <p:spPr>
              <a:xfrm>
                <a:off x="5318223" y="609052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3" name="Rectangle 7032">
                <a:extLst>
                  <a:ext uri="{FF2B5EF4-FFF2-40B4-BE49-F238E27FC236}">
                    <a16:creationId xmlns:a16="http://schemas.microsoft.com/office/drawing/2014/main" id="{DA99C9F1-40A3-7CBE-1F18-CC894A96A345}"/>
                  </a:ext>
                </a:extLst>
              </p:cNvPr>
              <p:cNvSpPr/>
              <p:nvPr/>
            </p:nvSpPr>
            <p:spPr>
              <a:xfrm>
                <a:off x="5318223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4" name="Rectangle 7033">
                <a:extLst>
                  <a:ext uri="{FF2B5EF4-FFF2-40B4-BE49-F238E27FC236}">
                    <a16:creationId xmlns:a16="http://schemas.microsoft.com/office/drawing/2014/main" id="{1AE02694-7CE2-84EA-DD27-F922AB1BDA0C}"/>
                  </a:ext>
                </a:extLst>
              </p:cNvPr>
              <p:cNvSpPr/>
              <p:nvPr/>
            </p:nvSpPr>
            <p:spPr>
              <a:xfrm>
                <a:off x="5318223" y="63138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5" name="Rectangle 7034">
                <a:extLst>
                  <a:ext uri="{FF2B5EF4-FFF2-40B4-BE49-F238E27FC236}">
                    <a16:creationId xmlns:a16="http://schemas.microsoft.com/office/drawing/2014/main" id="{4C1BFEA3-8684-90C2-BABC-E90E8BD0CFF1}"/>
                  </a:ext>
                </a:extLst>
              </p:cNvPr>
              <p:cNvSpPr/>
              <p:nvPr/>
            </p:nvSpPr>
            <p:spPr>
              <a:xfrm>
                <a:off x="5318223" y="6425574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6" name="Rectangle 7035">
                <a:extLst>
                  <a:ext uri="{FF2B5EF4-FFF2-40B4-BE49-F238E27FC236}">
                    <a16:creationId xmlns:a16="http://schemas.microsoft.com/office/drawing/2014/main" id="{215DC7CA-E4F3-1590-AB6E-E44D3A2A97C7}"/>
                  </a:ext>
                </a:extLst>
              </p:cNvPr>
              <p:cNvSpPr/>
              <p:nvPr/>
            </p:nvSpPr>
            <p:spPr>
              <a:xfrm>
                <a:off x="5318223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7" name="Rectangle 7036">
                <a:extLst>
                  <a:ext uri="{FF2B5EF4-FFF2-40B4-BE49-F238E27FC236}">
                    <a16:creationId xmlns:a16="http://schemas.microsoft.com/office/drawing/2014/main" id="{170C3180-E42B-9C65-49D9-D3AA3C701285}"/>
                  </a:ext>
                </a:extLst>
              </p:cNvPr>
              <p:cNvSpPr/>
              <p:nvPr/>
            </p:nvSpPr>
            <p:spPr>
              <a:xfrm>
                <a:off x="5318223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8" name="Rectangle 7037">
                <a:extLst>
                  <a:ext uri="{FF2B5EF4-FFF2-40B4-BE49-F238E27FC236}">
                    <a16:creationId xmlns:a16="http://schemas.microsoft.com/office/drawing/2014/main" id="{8C752271-D390-70E1-2085-1322FCD4BFFD}"/>
                  </a:ext>
                </a:extLst>
              </p:cNvPr>
              <p:cNvSpPr/>
              <p:nvPr/>
            </p:nvSpPr>
            <p:spPr>
              <a:xfrm>
                <a:off x="5318223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39" name="Rectangle 7038">
                <a:extLst>
                  <a:ext uri="{FF2B5EF4-FFF2-40B4-BE49-F238E27FC236}">
                    <a16:creationId xmlns:a16="http://schemas.microsoft.com/office/drawing/2014/main" id="{69F63D11-ABCD-92A3-A6D3-0EBD1C88A586}"/>
                  </a:ext>
                </a:extLst>
              </p:cNvPr>
              <p:cNvSpPr/>
              <p:nvPr/>
            </p:nvSpPr>
            <p:spPr>
              <a:xfrm>
                <a:off x="5416574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0" name="Rectangle 7039">
                <a:extLst>
                  <a:ext uri="{FF2B5EF4-FFF2-40B4-BE49-F238E27FC236}">
                    <a16:creationId xmlns:a16="http://schemas.microsoft.com/office/drawing/2014/main" id="{4E4421E9-4F2C-13B1-BCE6-954F8325E434}"/>
                  </a:ext>
                </a:extLst>
              </p:cNvPr>
              <p:cNvSpPr/>
              <p:nvPr/>
            </p:nvSpPr>
            <p:spPr>
              <a:xfrm>
                <a:off x="5416574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1" name="Rectangle 7040">
                <a:extLst>
                  <a:ext uri="{FF2B5EF4-FFF2-40B4-BE49-F238E27FC236}">
                    <a16:creationId xmlns:a16="http://schemas.microsoft.com/office/drawing/2014/main" id="{C238523F-EE03-FD44-AC0C-649D0970C756}"/>
                  </a:ext>
                </a:extLst>
              </p:cNvPr>
              <p:cNvSpPr/>
              <p:nvPr/>
            </p:nvSpPr>
            <p:spPr>
              <a:xfrm>
                <a:off x="5416574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2" name="Rectangle 7041">
                <a:extLst>
                  <a:ext uri="{FF2B5EF4-FFF2-40B4-BE49-F238E27FC236}">
                    <a16:creationId xmlns:a16="http://schemas.microsoft.com/office/drawing/2014/main" id="{B691ADB9-ADCB-05A8-DE18-23BD121D58B8}"/>
                  </a:ext>
                </a:extLst>
              </p:cNvPr>
              <p:cNvSpPr/>
              <p:nvPr/>
            </p:nvSpPr>
            <p:spPr>
              <a:xfrm>
                <a:off x="5416574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3" name="Rectangle 7042">
                <a:extLst>
                  <a:ext uri="{FF2B5EF4-FFF2-40B4-BE49-F238E27FC236}">
                    <a16:creationId xmlns:a16="http://schemas.microsoft.com/office/drawing/2014/main" id="{F427C6E4-E39F-4763-202E-A36780724CDC}"/>
                  </a:ext>
                </a:extLst>
              </p:cNvPr>
              <p:cNvSpPr/>
              <p:nvPr/>
            </p:nvSpPr>
            <p:spPr>
              <a:xfrm>
                <a:off x="5416574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4" name="Rectangle 7043">
                <a:extLst>
                  <a:ext uri="{FF2B5EF4-FFF2-40B4-BE49-F238E27FC236}">
                    <a16:creationId xmlns:a16="http://schemas.microsoft.com/office/drawing/2014/main" id="{9AB2971A-DC8D-1C6E-C28E-DB0D2D760B75}"/>
                  </a:ext>
                </a:extLst>
              </p:cNvPr>
              <p:cNvSpPr/>
              <p:nvPr/>
            </p:nvSpPr>
            <p:spPr>
              <a:xfrm>
                <a:off x="5416574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5" name="Rectangle 7044">
                <a:extLst>
                  <a:ext uri="{FF2B5EF4-FFF2-40B4-BE49-F238E27FC236}">
                    <a16:creationId xmlns:a16="http://schemas.microsoft.com/office/drawing/2014/main" id="{8B3A6467-1A38-1528-7E00-0C801E0E4EEB}"/>
                  </a:ext>
                </a:extLst>
              </p:cNvPr>
              <p:cNvSpPr/>
              <p:nvPr/>
            </p:nvSpPr>
            <p:spPr>
              <a:xfrm>
                <a:off x="5416574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6" name="Rectangle 7045">
                <a:extLst>
                  <a:ext uri="{FF2B5EF4-FFF2-40B4-BE49-F238E27FC236}">
                    <a16:creationId xmlns:a16="http://schemas.microsoft.com/office/drawing/2014/main" id="{D8247500-0276-5748-5968-368A7066059C}"/>
                  </a:ext>
                </a:extLst>
              </p:cNvPr>
              <p:cNvSpPr/>
              <p:nvPr/>
            </p:nvSpPr>
            <p:spPr>
              <a:xfrm>
                <a:off x="5416574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7" name="Rectangle 7046">
                <a:extLst>
                  <a:ext uri="{FF2B5EF4-FFF2-40B4-BE49-F238E27FC236}">
                    <a16:creationId xmlns:a16="http://schemas.microsoft.com/office/drawing/2014/main" id="{E496808E-3FD6-9AAA-CF1D-1947D145FAC4}"/>
                  </a:ext>
                </a:extLst>
              </p:cNvPr>
              <p:cNvSpPr/>
              <p:nvPr/>
            </p:nvSpPr>
            <p:spPr>
              <a:xfrm>
                <a:off x="5416574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8" name="Rectangle 7047">
                <a:extLst>
                  <a:ext uri="{FF2B5EF4-FFF2-40B4-BE49-F238E27FC236}">
                    <a16:creationId xmlns:a16="http://schemas.microsoft.com/office/drawing/2014/main" id="{E85D7428-EDD9-787E-9D49-23943FA1EAA1}"/>
                  </a:ext>
                </a:extLst>
              </p:cNvPr>
              <p:cNvSpPr/>
              <p:nvPr/>
            </p:nvSpPr>
            <p:spPr>
              <a:xfrm>
                <a:off x="5416574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49" name="Rectangle 7048">
                <a:extLst>
                  <a:ext uri="{FF2B5EF4-FFF2-40B4-BE49-F238E27FC236}">
                    <a16:creationId xmlns:a16="http://schemas.microsoft.com/office/drawing/2014/main" id="{CD77BDC1-3205-94DF-A995-9CA0C55A8CD1}"/>
                  </a:ext>
                </a:extLst>
              </p:cNvPr>
              <p:cNvSpPr/>
              <p:nvPr/>
            </p:nvSpPr>
            <p:spPr>
              <a:xfrm>
                <a:off x="5416574" y="72890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0" name="Rectangle 7049">
                <a:extLst>
                  <a:ext uri="{FF2B5EF4-FFF2-40B4-BE49-F238E27FC236}">
                    <a16:creationId xmlns:a16="http://schemas.microsoft.com/office/drawing/2014/main" id="{8804797B-33FA-7543-C261-1FAFEFFFD628}"/>
                  </a:ext>
                </a:extLst>
              </p:cNvPr>
              <p:cNvSpPr/>
              <p:nvPr/>
            </p:nvSpPr>
            <p:spPr>
              <a:xfrm>
                <a:off x="5416574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1" name="Rectangle 7050">
                <a:extLst>
                  <a:ext uri="{FF2B5EF4-FFF2-40B4-BE49-F238E27FC236}">
                    <a16:creationId xmlns:a16="http://schemas.microsoft.com/office/drawing/2014/main" id="{3ACEB2F0-6860-7724-2397-3221E7E35174}"/>
                  </a:ext>
                </a:extLst>
              </p:cNvPr>
              <p:cNvSpPr/>
              <p:nvPr/>
            </p:nvSpPr>
            <p:spPr>
              <a:xfrm>
                <a:off x="5416574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2" name="Rectangle 7051">
                <a:extLst>
                  <a:ext uri="{FF2B5EF4-FFF2-40B4-BE49-F238E27FC236}">
                    <a16:creationId xmlns:a16="http://schemas.microsoft.com/office/drawing/2014/main" id="{C3F225B0-F71F-6957-145C-2153E49D97B0}"/>
                  </a:ext>
                </a:extLst>
              </p:cNvPr>
              <p:cNvSpPr/>
              <p:nvPr/>
            </p:nvSpPr>
            <p:spPr>
              <a:xfrm>
                <a:off x="5416574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3" name="Rectangle 7052">
                <a:extLst>
                  <a:ext uri="{FF2B5EF4-FFF2-40B4-BE49-F238E27FC236}">
                    <a16:creationId xmlns:a16="http://schemas.microsoft.com/office/drawing/2014/main" id="{421A4F97-EFA8-08ED-1743-3FFB3B7B99A4}"/>
                  </a:ext>
                </a:extLst>
              </p:cNvPr>
              <p:cNvSpPr/>
              <p:nvPr/>
            </p:nvSpPr>
            <p:spPr>
              <a:xfrm>
                <a:off x="5416574" y="117564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4" name="Rectangle 7053">
                <a:extLst>
                  <a:ext uri="{FF2B5EF4-FFF2-40B4-BE49-F238E27FC236}">
                    <a16:creationId xmlns:a16="http://schemas.microsoft.com/office/drawing/2014/main" id="{D16BC3DA-074C-B9A3-7A70-9E821D83AA16}"/>
                  </a:ext>
                </a:extLst>
              </p:cNvPr>
              <p:cNvSpPr/>
              <p:nvPr/>
            </p:nvSpPr>
            <p:spPr>
              <a:xfrm>
                <a:off x="5416574" y="1287437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5" name="Rectangle 7054">
                <a:extLst>
                  <a:ext uri="{FF2B5EF4-FFF2-40B4-BE49-F238E27FC236}">
                    <a16:creationId xmlns:a16="http://schemas.microsoft.com/office/drawing/2014/main" id="{8AAC79DB-F9B9-35BD-1B6D-D618E3E30F80}"/>
                  </a:ext>
                </a:extLst>
              </p:cNvPr>
              <p:cNvSpPr/>
              <p:nvPr/>
            </p:nvSpPr>
            <p:spPr>
              <a:xfrm>
                <a:off x="5416574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6" name="Rectangle 7055">
                <a:extLst>
                  <a:ext uri="{FF2B5EF4-FFF2-40B4-BE49-F238E27FC236}">
                    <a16:creationId xmlns:a16="http://schemas.microsoft.com/office/drawing/2014/main" id="{DD2EA967-3618-6756-1015-D5D720B29B91}"/>
                  </a:ext>
                </a:extLst>
              </p:cNvPr>
              <p:cNvSpPr/>
              <p:nvPr/>
            </p:nvSpPr>
            <p:spPr>
              <a:xfrm>
                <a:off x="5416574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7" name="Rectangle 7056">
                <a:extLst>
                  <a:ext uri="{FF2B5EF4-FFF2-40B4-BE49-F238E27FC236}">
                    <a16:creationId xmlns:a16="http://schemas.microsoft.com/office/drawing/2014/main" id="{F07B1991-1B01-51F0-E798-DF762D7F32B4}"/>
                  </a:ext>
                </a:extLst>
              </p:cNvPr>
              <p:cNvSpPr/>
              <p:nvPr/>
            </p:nvSpPr>
            <p:spPr>
              <a:xfrm>
                <a:off x="5416574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8" name="Rectangle 7057">
                <a:extLst>
                  <a:ext uri="{FF2B5EF4-FFF2-40B4-BE49-F238E27FC236}">
                    <a16:creationId xmlns:a16="http://schemas.microsoft.com/office/drawing/2014/main" id="{2FDAD891-D497-CF48-B0F0-1FADA8F1D922}"/>
                  </a:ext>
                </a:extLst>
              </p:cNvPr>
              <p:cNvSpPr/>
              <p:nvPr/>
            </p:nvSpPr>
            <p:spPr>
              <a:xfrm>
                <a:off x="5416574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59" name="Rectangle 7058">
                <a:extLst>
                  <a:ext uri="{FF2B5EF4-FFF2-40B4-BE49-F238E27FC236}">
                    <a16:creationId xmlns:a16="http://schemas.microsoft.com/office/drawing/2014/main" id="{5C6385C3-2941-D986-D5D9-86D80E4F91E0}"/>
                  </a:ext>
                </a:extLst>
              </p:cNvPr>
              <p:cNvSpPr/>
              <p:nvPr/>
            </p:nvSpPr>
            <p:spPr>
              <a:xfrm>
                <a:off x="5416574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0" name="Rectangle 7059">
                <a:extLst>
                  <a:ext uri="{FF2B5EF4-FFF2-40B4-BE49-F238E27FC236}">
                    <a16:creationId xmlns:a16="http://schemas.microsoft.com/office/drawing/2014/main" id="{40C2A798-DB7E-D998-3088-712C4099ECDF}"/>
                  </a:ext>
                </a:extLst>
              </p:cNvPr>
              <p:cNvSpPr/>
              <p:nvPr/>
            </p:nvSpPr>
            <p:spPr>
              <a:xfrm>
                <a:off x="5416574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1" name="Rectangle 7060">
                <a:extLst>
                  <a:ext uri="{FF2B5EF4-FFF2-40B4-BE49-F238E27FC236}">
                    <a16:creationId xmlns:a16="http://schemas.microsoft.com/office/drawing/2014/main" id="{DB588552-06BD-DA8F-9B8E-6D5A9D48E84A}"/>
                  </a:ext>
                </a:extLst>
              </p:cNvPr>
              <p:cNvSpPr/>
              <p:nvPr/>
            </p:nvSpPr>
            <p:spPr>
              <a:xfrm>
                <a:off x="5416574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2" name="Rectangle 7061">
                <a:extLst>
                  <a:ext uri="{FF2B5EF4-FFF2-40B4-BE49-F238E27FC236}">
                    <a16:creationId xmlns:a16="http://schemas.microsoft.com/office/drawing/2014/main" id="{72ACDF46-905A-705C-CB75-5C3550B547AC}"/>
                  </a:ext>
                </a:extLst>
              </p:cNvPr>
              <p:cNvSpPr/>
              <p:nvPr/>
            </p:nvSpPr>
            <p:spPr>
              <a:xfrm>
                <a:off x="5416574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3" name="Rectangle 7062">
                <a:extLst>
                  <a:ext uri="{FF2B5EF4-FFF2-40B4-BE49-F238E27FC236}">
                    <a16:creationId xmlns:a16="http://schemas.microsoft.com/office/drawing/2014/main" id="{D9F7A82F-610E-C5D5-13EE-324083591FE2}"/>
                  </a:ext>
                </a:extLst>
              </p:cNvPr>
              <p:cNvSpPr/>
              <p:nvPr/>
            </p:nvSpPr>
            <p:spPr>
              <a:xfrm>
                <a:off x="5416574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4" name="Rectangle 7063">
                <a:extLst>
                  <a:ext uri="{FF2B5EF4-FFF2-40B4-BE49-F238E27FC236}">
                    <a16:creationId xmlns:a16="http://schemas.microsoft.com/office/drawing/2014/main" id="{966E2C98-A2C9-63FC-F59C-3A24E130190C}"/>
                  </a:ext>
                </a:extLst>
              </p:cNvPr>
              <p:cNvSpPr/>
              <p:nvPr/>
            </p:nvSpPr>
            <p:spPr>
              <a:xfrm>
                <a:off x="5416574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5" name="Rectangle 7064">
                <a:extLst>
                  <a:ext uri="{FF2B5EF4-FFF2-40B4-BE49-F238E27FC236}">
                    <a16:creationId xmlns:a16="http://schemas.microsoft.com/office/drawing/2014/main" id="{E33ED5A2-2BD3-63A7-70E4-1F563697D870}"/>
                  </a:ext>
                </a:extLst>
              </p:cNvPr>
              <p:cNvSpPr/>
              <p:nvPr/>
            </p:nvSpPr>
            <p:spPr>
              <a:xfrm>
                <a:off x="5416574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6" name="Rectangle 7065">
                <a:extLst>
                  <a:ext uri="{FF2B5EF4-FFF2-40B4-BE49-F238E27FC236}">
                    <a16:creationId xmlns:a16="http://schemas.microsoft.com/office/drawing/2014/main" id="{557E1F3D-FC5B-049A-A8DD-10FFA9115804}"/>
                  </a:ext>
                </a:extLst>
              </p:cNvPr>
              <p:cNvSpPr/>
              <p:nvPr/>
            </p:nvSpPr>
            <p:spPr>
              <a:xfrm>
                <a:off x="5416574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7" name="Rectangle 7066">
                <a:extLst>
                  <a:ext uri="{FF2B5EF4-FFF2-40B4-BE49-F238E27FC236}">
                    <a16:creationId xmlns:a16="http://schemas.microsoft.com/office/drawing/2014/main" id="{8CE71EC9-1715-14BD-7BB8-88A4DDAC31BC}"/>
                  </a:ext>
                </a:extLst>
              </p:cNvPr>
              <p:cNvSpPr/>
              <p:nvPr/>
            </p:nvSpPr>
            <p:spPr>
              <a:xfrm>
                <a:off x="5416574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8" name="Rectangle 7067">
                <a:extLst>
                  <a:ext uri="{FF2B5EF4-FFF2-40B4-BE49-F238E27FC236}">
                    <a16:creationId xmlns:a16="http://schemas.microsoft.com/office/drawing/2014/main" id="{1745EA11-B656-6546-FE76-CCBE9C42A985}"/>
                  </a:ext>
                </a:extLst>
              </p:cNvPr>
              <p:cNvSpPr/>
              <p:nvPr/>
            </p:nvSpPr>
            <p:spPr>
              <a:xfrm>
                <a:off x="5416574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69" name="Rectangle 7068">
                <a:extLst>
                  <a:ext uri="{FF2B5EF4-FFF2-40B4-BE49-F238E27FC236}">
                    <a16:creationId xmlns:a16="http://schemas.microsoft.com/office/drawing/2014/main" id="{271492D4-A69A-A0F1-A9D3-F1661A0DF91C}"/>
                  </a:ext>
                </a:extLst>
              </p:cNvPr>
              <p:cNvSpPr/>
              <p:nvPr/>
            </p:nvSpPr>
            <p:spPr>
              <a:xfrm>
                <a:off x="5416574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0" name="Rectangle 7069">
                <a:extLst>
                  <a:ext uri="{FF2B5EF4-FFF2-40B4-BE49-F238E27FC236}">
                    <a16:creationId xmlns:a16="http://schemas.microsoft.com/office/drawing/2014/main" id="{E14AAD13-11F8-28B7-4BC4-6B5B422EB409}"/>
                  </a:ext>
                </a:extLst>
              </p:cNvPr>
              <p:cNvSpPr/>
              <p:nvPr/>
            </p:nvSpPr>
            <p:spPr>
              <a:xfrm>
                <a:off x="5416574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1" name="Rectangle 7070">
                <a:extLst>
                  <a:ext uri="{FF2B5EF4-FFF2-40B4-BE49-F238E27FC236}">
                    <a16:creationId xmlns:a16="http://schemas.microsoft.com/office/drawing/2014/main" id="{9AC7EC91-7D1A-2700-9EEC-1E886B7F4059}"/>
                  </a:ext>
                </a:extLst>
              </p:cNvPr>
              <p:cNvSpPr/>
              <p:nvPr/>
            </p:nvSpPr>
            <p:spPr>
              <a:xfrm>
                <a:off x="5416574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2" name="Rectangle 7071">
                <a:extLst>
                  <a:ext uri="{FF2B5EF4-FFF2-40B4-BE49-F238E27FC236}">
                    <a16:creationId xmlns:a16="http://schemas.microsoft.com/office/drawing/2014/main" id="{AF068049-9A0D-5B1E-7F47-9B10F5D5A6EE}"/>
                  </a:ext>
                </a:extLst>
              </p:cNvPr>
              <p:cNvSpPr/>
              <p:nvPr/>
            </p:nvSpPr>
            <p:spPr>
              <a:xfrm>
                <a:off x="5416574" y="32979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3" name="Rectangle 7072">
                <a:extLst>
                  <a:ext uri="{FF2B5EF4-FFF2-40B4-BE49-F238E27FC236}">
                    <a16:creationId xmlns:a16="http://schemas.microsoft.com/office/drawing/2014/main" id="{64B32127-8ECC-728F-A4C8-825EA0FA99DF}"/>
                  </a:ext>
                </a:extLst>
              </p:cNvPr>
              <p:cNvSpPr/>
              <p:nvPr/>
            </p:nvSpPr>
            <p:spPr>
              <a:xfrm>
                <a:off x="5416574" y="34096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4" name="Rectangle 7073">
                <a:extLst>
                  <a:ext uri="{FF2B5EF4-FFF2-40B4-BE49-F238E27FC236}">
                    <a16:creationId xmlns:a16="http://schemas.microsoft.com/office/drawing/2014/main" id="{6A118CF6-2D8F-C9E8-3C99-FB04847C2142}"/>
                  </a:ext>
                </a:extLst>
              </p:cNvPr>
              <p:cNvSpPr/>
              <p:nvPr/>
            </p:nvSpPr>
            <p:spPr>
              <a:xfrm>
                <a:off x="5416574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5" name="Rectangle 7074">
                <a:extLst>
                  <a:ext uri="{FF2B5EF4-FFF2-40B4-BE49-F238E27FC236}">
                    <a16:creationId xmlns:a16="http://schemas.microsoft.com/office/drawing/2014/main" id="{AC5F1AD7-96BE-FD8B-3AEC-278F2A422430}"/>
                  </a:ext>
                </a:extLst>
              </p:cNvPr>
              <p:cNvSpPr/>
              <p:nvPr/>
            </p:nvSpPr>
            <p:spPr>
              <a:xfrm>
                <a:off x="5416574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6" name="Rectangle 7075">
                <a:extLst>
                  <a:ext uri="{FF2B5EF4-FFF2-40B4-BE49-F238E27FC236}">
                    <a16:creationId xmlns:a16="http://schemas.microsoft.com/office/drawing/2014/main" id="{BCFB8D5A-E93B-7D06-2199-45553DBB987E}"/>
                  </a:ext>
                </a:extLst>
              </p:cNvPr>
              <p:cNvSpPr/>
              <p:nvPr/>
            </p:nvSpPr>
            <p:spPr>
              <a:xfrm>
                <a:off x="5416574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7" name="Rectangle 7076">
                <a:extLst>
                  <a:ext uri="{FF2B5EF4-FFF2-40B4-BE49-F238E27FC236}">
                    <a16:creationId xmlns:a16="http://schemas.microsoft.com/office/drawing/2014/main" id="{C4FDDC92-9839-4A79-92DB-E55FB8C42B61}"/>
                  </a:ext>
                </a:extLst>
              </p:cNvPr>
              <p:cNvSpPr/>
              <p:nvPr/>
            </p:nvSpPr>
            <p:spPr>
              <a:xfrm>
                <a:off x="5416574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8" name="Rectangle 7077">
                <a:extLst>
                  <a:ext uri="{FF2B5EF4-FFF2-40B4-BE49-F238E27FC236}">
                    <a16:creationId xmlns:a16="http://schemas.microsoft.com/office/drawing/2014/main" id="{D77B8DD2-622D-959F-60BF-D100331C9EED}"/>
                  </a:ext>
                </a:extLst>
              </p:cNvPr>
              <p:cNvSpPr/>
              <p:nvPr/>
            </p:nvSpPr>
            <p:spPr>
              <a:xfrm>
                <a:off x="5416574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79" name="Rectangle 7078">
                <a:extLst>
                  <a:ext uri="{FF2B5EF4-FFF2-40B4-BE49-F238E27FC236}">
                    <a16:creationId xmlns:a16="http://schemas.microsoft.com/office/drawing/2014/main" id="{426984BA-BE8D-40D7-8D9A-6432F5BE9F36}"/>
                  </a:ext>
                </a:extLst>
              </p:cNvPr>
              <p:cNvSpPr/>
              <p:nvPr/>
            </p:nvSpPr>
            <p:spPr>
              <a:xfrm>
                <a:off x="5416574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0" name="Rectangle 7079">
                <a:extLst>
                  <a:ext uri="{FF2B5EF4-FFF2-40B4-BE49-F238E27FC236}">
                    <a16:creationId xmlns:a16="http://schemas.microsoft.com/office/drawing/2014/main" id="{54096163-5323-39D8-5213-56F3645975D2}"/>
                  </a:ext>
                </a:extLst>
              </p:cNvPr>
              <p:cNvSpPr/>
              <p:nvPr/>
            </p:nvSpPr>
            <p:spPr>
              <a:xfrm>
                <a:off x="5416574" y="41915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1" name="Rectangle 7080">
                <a:extLst>
                  <a:ext uri="{FF2B5EF4-FFF2-40B4-BE49-F238E27FC236}">
                    <a16:creationId xmlns:a16="http://schemas.microsoft.com/office/drawing/2014/main" id="{E1117132-3F57-D636-CE6F-A9B774F87F6D}"/>
                  </a:ext>
                </a:extLst>
              </p:cNvPr>
              <p:cNvSpPr/>
              <p:nvPr/>
            </p:nvSpPr>
            <p:spPr>
              <a:xfrm>
                <a:off x="5416574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2" name="Rectangle 7081">
                <a:extLst>
                  <a:ext uri="{FF2B5EF4-FFF2-40B4-BE49-F238E27FC236}">
                    <a16:creationId xmlns:a16="http://schemas.microsoft.com/office/drawing/2014/main" id="{D9C89B4B-604B-D46D-401E-0A07C7B7B960}"/>
                  </a:ext>
                </a:extLst>
              </p:cNvPr>
              <p:cNvSpPr/>
              <p:nvPr/>
            </p:nvSpPr>
            <p:spPr>
              <a:xfrm>
                <a:off x="5416574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3" name="Rectangle 7082">
                <a:extLst>
                  <a:ext uri="{FF2B5EF4-FFF2-40B4-BE49-F238E27FC236}">
                    <a16:creationId xmlns:a16="http://schemas.microsoft.com/office/drawing/2014/main" id="{D1EEB8A8-4D73-57E1-1896-F88EC2ADE2BA}"/>
                  </a:ext>
                </a:extLst>
              </p:cNvPr>
              <p:cNvSpPr/>
              <p:nvPr/>
            </p:nvSpPr>
            <p:spPr>
              <a:xfrm>
                <a:off x="5416574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4" name="Rectangle 7083">
                <a:extLst>
                  <a:ext uri="{FF2B5EF4-FFF2-40B4-BE49-F238E27FC236}">
                    <a16:creationId xmlns:a16="http://schemas.microsoft.com/office/drawing/2014/main" id="{92C3868F-E6CC-7094-F6FE-1B80FFC529C3}"/>
                  </a:ext>
                </a:extLst>
              </p:cNvPr>
              <p:cNvSpPr/>
              <p:nvPr/>
            </p:nvSpPr>
            <p:spPr>
              <a:xfrm>
                <a:off x="5416574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5" name="Rectangle 7084">
                <a:extLst>
                  <a:ext uri="{FF2B5EF4-FFF2-40B4-BE49-F238E27FC236}">
                    <a16:creationId xmlns:a16="http://schemas.microsoft.com/office/drawing/2014/main" id="{D5DFD0BB-1759-3CEF-9081-89186125778C}"/>
                  </a:ext>
                </a:extLst>
              </p:cNvPr>
              <p:cNvSpPr/>
              <p:nvPr/>
            </p:nvSpPr>
            <p:spPr>
              <a:xfrm>
                <a:off x="5416574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6" name="Rectangle 7085">
                <a:extLst>
                  <a:ext uri="{FF2B5EF4-FFF2-40B4-BE49-F238E27FC236}">
                    <a16:creationId xmlns:a16="http://schemas.microsoft.com/office/drawing/2014/main" id="{CAA896E4-D794-1496-A79E-701DA3C17756}"/>
                  </a:ext>
                </a:extLst>
              </p:cNvPr>
              <p:cNvSpPr/>
              <p:nvPr/>
            </p:nvSpPr>
            <p:spPr>
              <a:xfrm>
                <a:off x="5416574" y="486177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7" name="Rectangle 7086">
                <a:extLst>
                  <a:ext uri="{FF2B5EF4-FFF2-40B4-BE49-F238E27FC236}">
                    <a16:creationId xmlns:a16="http://schemas.microsoft.com/office/drawing/2014/main" id="{97E454DD-0770-16C5-D76B-0F48E873308C}"/>
                  </a:ext>
                </a:extLst>
              </p:cNvPr>
              <p:cNvSpPr/>
              <p:nvPr/>
            </p:nvSpPr>
            <p:spPr>
              <a:xfrm>
                <a:off x="5416574" y="49734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8" name="Rectangle 7087">
                <a:extLst>
                  <a:ext uri="{FF2B5EF4-FFF2-40B4-BE49-F238E27FC236}">
                    <a16:creationId xmlns:a16="http://schemas.microsoft.com/office/drawing/2014/main" id="{2C614C7D-A633-03F5-8596-B5DEA99C01F8}"/>
                  </a:ext>
                </a:extLst>
              </p:cNvPr>
              <p:cNvSpPr/>
              <p:nvPr/>
            </p:nvSpPr>
            <p:spPr>
              <a:xfrm>
                <a:off x="5416574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89" name="Rectangle 7088">
                <a:extLst>
                  <a:ext uri="{FF2B5EF4-FFF2-40B4-BE49-F238E27FC236}">
                    <a16:creationId xmlns:a16="http://schemas.microsoft.com/office/drawing/2014/main" id="{3C0714A9-7AB4-CECE-9B43-869C30DD9DCF}"/>
                  </a:ext>
                </a:extLst>
              </p:cNvPr>
              <p:cNvSpPr/>
              <p:nvPr/>
            </p:nvSpPr>
            <p:spPr>
              <a:xfrm>
                <a:off x="5416574" y="51969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0" name="Rectangle 7089">
                <a:extLst>
                  <a:ext uri="{FF2B5EF4-FFF2-40B4-BE49-F238E27FC236}">
                    <a16:creationId xmlns:a16="http://schemas.microsoft.com/office/drawing/2014/main" id="{CD16D731-32C2-FBF3-E492-02627ED77324}"/>
                  </a:ext>
                </a:extLst>
              </p:cNvPr>
              <p:cNvSpPr/>
              <p:nvPr/>
            </p:nvSpPr>
            <p:spPr>
              <a:xfrm>
                <a:off x="5416574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1" name="Rectangle 7090">
                <a:extLst>
                  <a:ext uri="{FF2B5EF4-FFF2-40B4-BE49-F238E27FC236}">
                    <a16:creationId xmlns:a16="http://schemas.microsoft.com/office/drawing/2014/main" id="{C83B4F25-2AFE-02BC-852A-221EAAE6AE35}"/>
                  </a:ext>
                </a:extLst>
              </p:cNvPr>
              <p:cNvSpPr/>
              <p:nvPr/>
            </p:nvSpPr>
            <p:spPr>
              <a:xfrm>
                <a:off x="5416574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2" name="Rectangle 7091">
                <a:extLst>
                  <a:ext uri="{FF2B5EF4-FFF2-40B4-BE49-F238E27FC236}">
                    <a16:creationId xmlns:a16="http://schemas.microsoft.com/office/drawing/2014/main" id="{F5ADE565-D29E-72E0-8D20-3ACA113D27CC}"/>
                  </a:ext>
                </a:extLst>
              </p:cNvPr>
              <p:cNvSpPr/>
              <p:nvPr/>
            </p:nvSpPr>
            <p:spPr>
              <a:xfrm>
                <a:off x="5416574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3" name="Rectangle 7092">
                <a:extLst>
                  <a:ext uri="{FF2B5EF4-FFF2-40B4-BE49-F238E27FC236}">
                    <a16:creationId xmlns:a16="http://schemas.microsoft.com/office/drawing/2014/main" id="{CBB3D181-7A7E-9B05-E993-64BC29926624}"/>
                  </a:ext>
                </a:extLst>
              </p:cNvPr>
              <p:cNvSpPr/>
              <p:nvPr/>
            </p:nvSpPr>
            <p:spPr>
              <a:xfrm>
                <a:off x="5416574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4" name="Rectangle 7093">
                <a:extLst>
                  <a:ext uri="{FF2B5EF4-FFF2-40B4-BE49-F238E27FC236}">
                    <a16:creationId xmlns:a16="http://schemas.microsoft.com/office/drawing/2014/main" id="{3D0FCD5E-7FA4-3007-7836-9AADD347DFCA}"/>
                  </a:ext>
                </a:extLst>
              </p:cNvPr>
              <p:cNvSpPr/>
              <p:nvPr/>
            </p:nvSpPr>
            <p:spPr>
              <a:xfrm>
                <a:off x="5416574" y="5755359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5" name="Rectangle 7094">
                <a:extLst>
                  <a:ext uri="{FF2B5EF4-FFF2-40B4-BE49-F238E27FC236}">
                    <a16:creationId xmlns:a16="http://schemas.microsoft.com/office/drawing/2014/main" id="{2B4FB1A0-DF80-989D-D748-39085B9807AF}"/>
                  </a:ext>
                </a:extLst>
              </p:cNvPr>
              <p:cNvSpPr/>
              <p:nvPr/>
            </p:nvSpPr>
            <p:spPr>
              <a:xfrm>
                <a:off x="5416574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6" name="Rectangle 7095">
                <a:extLst>
                  <a:ext uri="{FF2B5EF4-FFF2-40B4-BE49-F238E27FC236}">
                    <a16:creationId xmlns:a16="http://schemas.microsoft.com/office/drawing/2014/main" id="{189BFEB5-DB82-3F08-D8A5-54ED7B403F43}"/>
                  </a:ext>
                </a:extLst>
              </p:cNvPr>
              <p:cNvSpPr/>
              <p:nvPr/>
            </p:nvSpPr>
            <p:spPr>
              <a:xfrm>
                <a:off x="5416574" y="59788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7" name="Rectangle 7096">
                <a:extLst>
                  <a:ext uri="{FF2B5EF4-FFF2-40B4-BE49-F238E27FC236}">
                    <a16:creationId xmlns:a16="http://schemas.microsoft.com/office/drawing/2014/main" id="{F4069C67-F3C0-6BAD-FC2B-D1585FF1277F}"/>
                  </a:ext>
                </a:extLst>
              </p:cNvPr>
              <p:cNvSpPr/>
              <p:nvPr/>
            </p:nvSpPr>
            <p:spPr>
              <a:xfrm>
                <a:off x="5416574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8" name="Rectangle 7097">
                <a:extLst>
                  <a:ext uri="{FF2B5EF4-FFF2-40B4-BE49-F238E27FC236}">
                    <a16:creationId xmlns:a16="http://schemas.microsoft.com/office/drawing/2014/main" id="{77C4486E-2AB9-6DFD-4F6C-119D7FD5B236}"/>
                  </a:ext>
                </a:extLst>
              </p:cNvPr>
              <p:cNvSpPr/>
              <p:nvPr/>
            </p:nvSpPr>
            <p:spPr>
              <a:xfrm>
                <a:off x="5416574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099" name="Rectangle 7098">
                <a:extLst>
                  <a:ext uri="{FF2B5EF4-FFF2-40B4-BE49-F238E27FC236}">
                    <a16:creationId xmlns:a16="http://schemas.microsoft.com/office/drawing/2014/main" id="{8870D319-A305-846B-3DFA-1A6B083D6E26}"/>
                  </a:ext>
                </a:extLst>
              </p:cNvPr>
              <p:cNvSpPr/>
              <p:nvPr/>
            </p:nvSpPr>
            <p:spPr>
              <a:xfrm>
                <a:off x="5416574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0" name="Rectangle 7099">
                <a:extLst>
                  <a:ext uri="{FF2B5EF4-FFF2-40B4-BE49-F238E27FC236}">
                    <a16:creationId xmlns:a16="http://schemas.microsoft.com/office/drawing/2014/main" id="{1109E23D-9828-7992-7860-864743DC98DB}"/>
                  </a:ext>
                </a:extLst>
              </p:cNvPr>
              <p:cNvSpPr/>
              <p:nvPr/>
            </p:nvSpPr>
            <p:spPr>
              <a:xfrm>
                <a:off x="5416574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1" name="Rectangle 7100">
                <a:extLst>
                  <a:ext uri="{FF2B5EF4-FFF2-40B4-BE49-F238E27FC236}">
                    <a16:creationId xmlns:a16="http://schemas.microsoft.com/office/drawing/2014/main" id="{17B7CB23-5E51-808E-A378-457165D46A02}"/>
                  </a:ext>
                </a:extLst>
              </p:cNvPr>
              <p:cNvSpPr/>
              <p:nvPr/>
            </p:nvSpPr>
            <p:spPr>
              <a:xfrm>
                <a:off x="5416574" y="65372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2" name="Rectangle 7101">
                <a:extLst>
                  <a:ext uri="{FF2B5EF4-FFF2-40B4-BE49-F238E27FC236}">
                    <a16:creationId xmlns:a16="http://schemas.microsoft.com/office/drawing/2014/main" id="{3F66A20C-11C3-9140-0F99-E0F92CD5B6B4}"/>
                  </a:ext>
                </a:extLst>
              </p:cNvPr>
              <p:cNvSpPr/>
              <p:nvPr/>
            </p:nvSpPr>
            <p:spPr>
              <a:xfrm>
                <a:off x="5416574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3" name="Rectangle 7102">
                <a:extLst>
                  <a:ext uri="{FF2B5EF4-FFF2-40B4-BE49-F238E27FC236}">
                    <a16:creationId xmlns:a16="http://schemas.microsoft.com/office/drawing/2014/main" id="{8A15E261-EA5B-C2CD-5947-756402BAC619}"/>
                  </a:ext>
                </a:extLst>
              </p:cNvPr>
              <p:cNvSpPr/>
              <p:nvPr/>
            </p:nvSpPr>
            <p:spPr>
              <a:xfrm>
                <a:off x="5416574" y="67607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4" name="Rectangle 7103">
                <a:extLst>
                  <a:ext uri="{FF2B5EF4-FFF2-40B4-BE49-F238E27FC236}">
                    <a16:creationId xmlns:a16="http://schemas.microsoft.com/office/drawing/2014/main" id="{93FB263F-526A-D4E3-729C-2479FC49A553}"/>
                  </a:ext>
                </a:extLst>
              </p:cNvPr>
              <p:cNvSpPr/>
              <p:nvPr/>
            </p:nvSpPr>
            <p:spPr>
              <a:xfrm>
                <a:off x="5514924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5" name="Rectangle 7104">
                <a:extLst>
                  <a:ext uri="{FF2B5EF4-FFF2-40B4-BE49-F238E27FC236}">
                    <a16:creationId xmlns:a16="http://schemas.microsoft.com/office/drawing/2014/main" id="{514883B9-0989-D1FF-AD52-0FB6D3888557}"/>
                  </a:ext>
                </a:extLst>
              </p:cNvPr>
              <p:cNvSpPr/>
              <p:nvPr/>
            </p:nvSpPr>
            <p:spPr>
              <a:xfrm>
                <a:off x="5514924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6" name="Rectangle 7105">
                <a:extLst>
                  <a:ext uri="{FF2B5EF4-FFF2-40B4-BE49-F238E27FC236}">
                    <a16:creationId xmlns:a16="http://schemas.microsoft.com/office/drawing/2014/main" id="{682964D6-DB42-A809-AFB3-D16E473ED229}"/>
                  </a:ext>
                </a:extLst>
              </p:cNvPr>
              <p:cNvSpPr/>
              <p:nvPr/>
            </p:nvSpPr>
            <p:spPr>
              <a:xfrm>
                <a:off x="5514924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7" name="Rectangle 7106">
                <a:extLst>
                  <a:ext uri="{FF2B5EF4-FFF2-40B4-BE49-F238E27FC236}">
                    <a16:creationId xmlns:a16="http://schemas.microsoft.com/office/drawing/2014/main" id="{9436FCA2-F45E-E49B-7836-44A7CDA2FA32}"/>
                  </a:ext>
                </a:extLst>
              </p:cNvPr>
              <p:cNvSpPr/>
              <p:nvPr/>
            </p:nvSpPr>
            <p:spPr>
              <a:xfrm>
                <a:off x="5514924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8" name="Rectangle 7107">
                <a:extLst>
                  <a:ext uri="{FF2B5EF4-FFF2-40B4-BE49-F238E27FC236}">
                    <a16:creationId xmlns:a16="http://schemas.microsoft.com/office/drawing/2014/main" id="{7487A79E-9318-889B-E4CF-D5EE6C457F48}"/>
                  </a:ext>
                </a:extLst>
              </p:cNvPr>
              <p:cNvSpPr/>
              <p:nvPr/>
            </p:nvSpPr>
            <p:spPr>
              <a:xfrm>
                <a:off x="5514924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09" name="Rectangle 7108">
                <a:extLst>
                  <a:ext uri="{FF2B5EF4-FFF2-40B4-BE49-F238E27FC236}">
                    <a16:creationId xmlns:a16="http://schemas.microsoft.com/office/drawing/2014/main" id="{A16247EA-5BCB-2BBE-9626-BC288EF5CC21}"/>
                  </a:ext>
                </a:extLst>
              </p:cNvPr>
              <p:cNvSpPr/>
              <p:nvPr/>
            </p:nvSpPr>
            <p:spPr>
              <a:xfrm>
                <a:off x="5514924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0" name="Rectangle 7109">
                <a:extLst>
                  <a:ext uri="{FF2B5EF4-FFF2-40B4-BE49-F238E27FC236}">
                    <a16:creationId xmlns:a16="http://schemas.microsoft.com/office/drawing/2014/main" id="{948797FE-80EA-FCE1-B6BC-9F403F2E444F}"/>
                  </a:ext>
                </a:extLst>
              </p:cNvPr>
              <p:cNvSpPr/>
              <p:nvPr/>
            </p:nvSpPr>
            <p:spPr>
              <a:xfrm>
                <a:off x="5514924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1" name="Rectangle 7110">
                <a:extLst>
                  <a:ext uri="{FF2B5EF4-FFF2-40B4-BE49-F238E27FC236}">
                    <a16:creationId xmlns:a16="http://schemas.microsoft.com/office/drawing/2014/main" id="{72FE7714-4A97-E959-6FC5-048190ECFAA4}"/>
                  </a:ext>
                </a:extLst>
              </p:cNvPr>
              <p:cNvSpPr/>
              <p:nvPr/>
            </p:nvSpPr>
            <p:spPr>
              <a:xfrm>
                <a:off x="5514924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2" name="Rectangle 7111">
                <a:extLst>
                  <a:ext uri="{FF2B5EF4-FFF2-40B4-BE49-F238E27FC236}">
                    <a16:creationId xmlns:a16="http://schemas.microsoft.com/office/drawing/2014/main" id="{8134BCC1-F241-3BAA-A51B-59AB2E299757}"/>
                  </a:ext>
                </a:extLst>
              </p:cNvPr>
              <p:cNvSpPr/>
              <p:nvPr/>
            </p:nvSpPr>
            <p:spPr>
              <a:xfrm>
                <a:off x="5514924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3" name="Rectangle 7112">
                <a:extLst>
                  <a:ext uri="{FF2B5EF4-FFF2-40B4-BE49-F238E27FC236}">
                    <a16:creationId xmlns:a16="http://schemas.microsoft.com/office/drawing/2014/main" id="{FA269BDE-C387-C294-A102-287E0857BFE1}"/>
                  </a:ext>
                </a:extLst>
              </p:cNvPr>
              <p:cNvSpPr/>
              <p:nvPr/>
            </p:nvSpPr>
            <p:spPr>
              <a:xfrm>
                <a:off x="5514924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4" name="Rectangle 7113">
                <a:extLst>
                  <a:ext uri="{FF2B5EF4-FFF2-40B4-BE49-F238E27FC236}">
                    <a16:creationId xmlns:a16="http://schemas.microsoft.com/office/drawing/2014/main" id="{A20FE4C6-B1F1-124C-E51F-E6374F6EC11E}"/>
                  </a:ext>
                </a:extLst>
              </p:cNvPr>
              <p:cNvSpPr/>
              <p:nvPr/>
            </p:nvSpPr>
            <p:spPr>
              <a:xfrm>
                <a:off x="5514924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5" name="Rectangle 7114">
                <a:extLst>
                  <a:ext uri="{FF2B5EF4-FFF2-40B4-BE49-F238E27FC236}">
                    <a16:creationId xmlns:a16="http://schemas.microsoft.com/office/drawing/2014/main" id="{DF467AF7-A551-373D-12A7-F6A6BB3A3627}"/>
                  </a:ext>
                </a:extLst>
              </p:cNvPr>
              <p:cNvSpPr/>
              <p:nvPr/>
            </p:nvSpPr>
            <p:spPr>
              <a:xfrm>
                <a:off x="5514924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6" name="Rectangle 7115">
                <a:extLst>
                  <a:ext uri="{FF2B5EF4-FFF2-40B4-BE49-F238E27FC236}">
                    <a16:creationId xmlns:a16="http://schemas.microsoft.com/office/drawing/2014/main" id="{149D4B66-1314-3404-63B7-F3752D90F49D}"/>
                  </a:ext>
                </a:extLst>
              </p:cNvPr>
              <p:cNvSpPr/>
              <p:nvPr/>
            </p:nvSpPr>
            <p:spPr>
              <a:xfrm>
                <a:off x="5514924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7" name="Rectangle 7116">
                <a:extLst>
                  <a:ext uri="{FF2B5EF4-FFF2-40B4-BE49-F238E27FC236}">
                    <a16:creationId xmlns:a16="http://schemas.microsoft.com/office/drawing/2014/main" id="{D25820D3-010C-06C2-D021-19C219A7E160}"/>
                  </a:ext>
                </a:extLst>
              </p:cNvPr>
              <p:cNvSpPr/>
              <p:nvPr/>
            </p:nvSpPr>
            <p:spPr>
              <a:xfrm>
                <a:off x="5514924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8" name="Rectangle 7117">
                <a:extLst>
                  <a:ext uri="{FF2B5EF4-FFF2-40B4-BE49-F238E27FC236}">
                    <a16:creationId xmlns:a16="http://schemas.microsoft.com/office/drawing/2014/main" id="{3EA48AD0-79C8-0ECC-05EC-3074E39F5E8C}"/>
                  </a:ext>
                </a:extLst>
              </p:cNvPr>
              <p:cNvSpPr/>
              <p:nvPr/>
            </p:nvSpPr>
            <p:spPr>
              <a:xfrm>
                <a:off x="5514924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19" name="Rectangle 7118">
                <a:extLst>
                  <a:ext uri="{FF2B5EF4-FFF2-40B4-BE49-F238E27FC236}">
                    <a16:creationId xmlns:a16="http://schemas.microsoft.com/office/drawing/2014/main" id="{B73BC39F-611F-77CB-5275-F8E1D0C63FAC}"/>
                  </a:ext>
                </a:extLst>
              </p:cNvPr>
              <p:cNvSpPr/>
              <p:nvPr/>
            </p:nvSpPr>
            <p:spPr>
              <a:xfrm>
                <a:off x="5514924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0" name="Rectangle 7119">
                <a:extLst>
                  <a:ext uri="{FF2B5EF4-FFF2-40B4-BE49-F238E27FC236}">
                    <a16:creationId xmlns:a16="http://schemas.microsoft.com/office/drawing/2014/main" id="{5E61555F-DDB9-89A0-C504-C32AE7F973AE}"/>
                  </a:ext>
                </a:extLst>
              </p:cNvPr>
              <p:cNvSpPr/>
              <p:nvPr/>
            </p:nvSpPr>
            <p:spPr>
              <a:xfrm>
                <a:off x="5514924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1" name="Rectangle 7120">
                <a:extLst>
                  <a:ext uri="{FF2B5EF4-FFF2-40B4-BE49-F238E27FC236}">
                    <a16:creationId xmlns:a16="http://schemas.microsoft.com/office/drawing/2014/main" id="{4E56DF46-FB04-E3A5-EBA7-365E112A918A}"/>
                  </a:ext>
                </a:extLst>
              </p:cNvPr>
              <p:cNvSpPr/>
              <p:nvPr/>
            </p:nvSpPr>
            <p:spPr>
              <a:xfrm>
                <a:off x="5514924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2" name="Rectangle 7121">
                <a:extLst>
                  <a:ext uri="{FF2B5EF4-FFF2-40B4-BE49-F238E27FC236}">
                    <a16:creationId xmlns:a16="http://schemas.microsoft.com/office/drawing/2014/main" id="{2B559B5E-60D1-BBED-ABF2-24FA4B262053}"/>
                  </a:ext>
                </a:extLst>
              </p:cNvPr>
              <p:cNvSpPr/>
              <p:nvPr/>
            </p:nvSpPr>
            <p:spPr>
              <a:xfrm>
                <a:off x="5514924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3" name="Rectangle 7122">
                <a:extLst>
                  <a:ext uri="{FF2B5EF4-FFF2-40B4-BE49-F238E27FC236}">
                    <a16:creationId xmlns:a16="http://schemas.microsoft.com/office/drawing/2014/main" id="{0C74B643-9340-E3A5-FBC6-6A20622F04EF}"/>
                  </a:ext>
                </a:extLst>
              </p:cNvPr>
              <p:cNvSpPr/>
              <p:nvPr/>
            </p:nvSpPr>
            <p:spPr>
              <a:xfrm>
                <a:off x="5514924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4" name="Rectangle 7123">
                <a:extLst>
                  <a:ext uri="{FF2B5EF4-FFF2-40B4-BE49-F238E27FC236}">
                    <a16:creationId xmlns:a16="http://schemas.microsoft.com/office/drawing/2014/main" id="{F397C8EC-B0E8-DE24-0B01-564527B71FEF}"/>
                  </a:ext>
                </a:extLst>
              </p:cNvPr>
              <p:cNvSpPr/>
              <p:nvPr/>
            </p:nvSpPr>
            <p:spPr>
              <a:xfrm>
                <a:off x="5514924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5" name="Rectangle 7124">
                <a:extLst>
                  <a:ext uri="{FF2B5EF4-FFF2-40B4-BE49-F238E27FC236}">
                    <a16:creationId xmlns:a16="http://schemas.microsoft.com/office/drawing/2014/main" id="{E962FE7D-E8F6-D64E-0BA6-A8FDBB229EBE}"/>
                  </a:ext>
                </a:extLst>
              </p:cNvPr>
              <p:cNvSpPr/>
              <p:nvPr/>
            </p:nvSpPr>
            <p:spPr>
              <a:xfrm>
                <a:off x="5514924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6" name="Rectangle 7125">
                <a:extLst>
                  <a:ext uri="{FF2B5EF4-FFF2-40B4-BE49-F238E27FC236}">
                    <a16:creationId xmlns:a16="http://schemas.microsoft.com/office/drawing/2014/main" id="{90861B96-8BAD-C858-0EFE-1237FF6F0140}"/>
                  </a:ext>
                </a:extLst>
              </p:cNvPr>
              <p:cNvSpPr/>
              <p:nvPr/>
            </p:nvSpPr>
            <p:spPr>
              <a:xfrm>
                <a:off x="5514924" y="2069337"/>
                <a:ext cx="98350" cy="111684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7" name="Rectangle 7126">
                <a:extLst>
                  <a:ext uri="{FF2B5EF4-FFF2-40B4-BE49-F238E27FC236}">
                    <a16:creationId xmlns:a16="http://schemas.microsoft.com/office/drawing/2014/main" id="{DC70EFEA-3391-B25E-8569-ABAACB8E2037}"/>
                  </a:ext>
                </a:extLst>
              </p:cNvPr>
              <p:cNvSpPr/>
              <p:nvPr/>
            </p:nvSpPr>
            <p:spPr>
              <a:xfrm>
                <a:off x="5514924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8" name="Rectangle 7127">
                <a:extLst>
                  <a:ext uri="{FF2B5EF4-FFF2-40B4-BE49-F238E27FC236}">
                    <a16:creationId xmlns:a16="http://schemas.microsoft.com/office/drawing/2014/main" id="{4606737D-001E-8924-1FB9-F4630FF801F9}"/>
                  </a:ext>
                </a:extLst>
              </p:cNvPr>
              <p:cNvSpPr/>
              <p:nvPr/>
            </p:nvSpPr>
            <p:spPr>
              <a:xfrm>
                <a:off x="5514924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29" name="Rectangle 7128">
                <a:extLst>
                  <a:ext uri="{FF2B5EF4-FFF2-40B4-BE49-F238E27FC236}">
                    <a16:creationId xmlns:a16="http://schemas.microsoft.com/office/drawing/2014/main" id="{15A782AD-9066-47A8-807E-C8F2EBA27396}"/>
                  </a:ext>
                </a:extLst>
              </p:cNvPr>
              <p:cNvSpPr/>
              <p:nvPr/>
            </p:nvSpPr>
            <p:spPr>
              <a:xfrm>
                <a:off x="5514924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0" name="Rectangle 7129">
                <a:extLst>
                  <a:ext uri="{FF2B5EF4-FFF2-40B4-BE49-F238E27FC236}">
                    <a16:creationId xmlns:a16="http://schemas.microsoft.com/office/drawing/2014/main" id="{2773F875-F3E6-F0D4-1731-84E830B41C49}"/>
                  </a:ext>
                </a:extLst>
              </p:cNvPr>
              <p:cNvSpPr/>
              <p:nvPr/>
            </p:nvSpPr>
            <p:spPr>
              <a:xfrm>
                <a:off x="5514924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1" name="Rectangle 7130">
                <a:extLst>
                  <a:ext uri="{FF2B5EF4-FFF2-40B4-BE49-F238E27FC236}">
                    <a16:creationId xmlns:a16="http://schemas.microsoft.com/office/drawing/2014/main" id="{DDA53A2C-4CA3-14C4-98A6-7B41AA3E37A2}"/>
                  </a:ext>
                </a:extLst>
              </p:cNvPr>
              <p:cNvSpPr/>
              <p:nvPr/>
            </p:nvSpPr>
            <p:spPr>
              <a:xfrm>
                <a:off x="5514924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2" name="Rectangle 7131">
                <a:extLst>
                  <a:ext uri="{FF2B5EF4-FFF2-40B4-BE49-F238E27FC236}">
                    <a16:creationId xmlns:a16="http://schemas.microsoft.com/office/drawing/2014/main" id="{724ED682-DD9F-92CA-A07D-99B89AAEA505}"/>
                  </a:ext>
                </a:extLst>
              </p:cNvPr>
              <p:cNvSpPr/>
              <p:nvPr/>
            </p:nvSpPr>
            <p:spPr>
              <a:xfrm>
                <a:off x="5514924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3" name="Rectangle 7132">
                <a:extLst>
                  <a:ext uri="{FF2B5EF4-FFF2-40B4-BE49-F238E27FC236}">
                    <a16:creationId xmlns:a16="http://schemas.microsoft.com/office/drawing/2014/main" id="{80C4A680-834D-2BF6-BF5F-32E6CA0D02C7}"/>
                  </a:ext>
                </a:extLst>
              </p:cNvPr>
              <p:cNvSpPr/>
              <p:nvPr/>
            </p:nvSpPr>
            <p:spPr>
              <a:xfrm>
                <a:off x="5514924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4" name="Rectangle 7133">
                <a:extLst>
                  <a:ext uri="{FF2B5EF4-FFF2-40B4-BE49-F238E27FC236}">
                    <a16:creationId xmlns:a16="http://schemas.microsoft.com/office/drawing/2014/main" id="{670CC094-5F8F-00EB-7760-7D51171D5524}"/>
                  </a:ext>
                </a:extLst>
              </p:cNvPr>
              <p:cNvSpPr/>
              <p:nvPr/>
            </p:nvSpPr>
            <p:spPr>
              <a:xfrm>
                <a:off x="5514924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5" name="Rectangle 7134">
                <a:extLst>
                  <a:ext uri="{FF2B5EF4-FFF2-40B4-BE49-F238E27FC236}">
                    <a16:creationId xmlns:a16="http://schemas.microsoft.com/office/drawing/2014/main" id="{6DBF9649-EED9-55D1-E5F0-594C6BFCAE89}"/>
                  </a:ext>
                </a:extLst>
              </p:cNvPr>
              <p:cNvSpPr/>
              <p:nvPr/>
            </p:nvSpPr>
            <p:spPr>
              <a:xfrm>
                <a:off x="5514924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6" name="Rectangle 7135">
                <a:extLst>
                  <a:ext uri="{FF2B5EF4-FFF2-40B4-BE49-F238E27FC236}">
                    <a16:creationId xmlns:a16="http://schemas.microsoft.com/office/drawing/2014/main" id="{66927856-29FC-5ACF-390D-4682021DE0A7}"/>
                  </a:ext>
                </a:extLst>
              </p:cNvPr>
              <p:cNvSpPr/>
              <p:nvPr/>
            </p:nvSpPr>
            <p:spPr>
              <a:xfrm>
                <a:off x="5514924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7" name="Rectangle 7136">
                <a:extLst>
                  <a:ext uri="{FF2B5EF4-FFF2-40B4-BE49-F238E27FC236}">
                    <a16:creationId xmlns:a16="http://schemas.microsoft.com/office/drawing/2014/main" id="{33147449-A816-CB93-BB94-0363A6A1B34D}"/>
                  </a:ext>
                </a:extLst>
              </p:cNvPr>
              <p:cNvSpPr/>
              <p:nvPr/>
            </p:nvSpPr>
            <p:spPr>
              <a:xfrm>
                <a:off x="5514924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8" name="Rectangle 7137">
                <a:extLst>
                  <a:ext uri="{FF2B5EF4-FFF2-40B4-BE49-F238E27FC236}">
                    <a16:creationId xmlns:a16="http://schemas.microsoft.com/office/drawing/2014/main" id="{308E7F1B-46F9-DE78-2B21-884A1D15C314}"/>
                  </a:ext>
                </a:extLst>
              </p:cNvPr>
              <p:cNvSpPr/>
              <p:nvPr/>
            </p:nvSpPr>
            <p:spPr>
              <a:xfrm>
                <a:off x="5514924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39" name="Rectangle 7138">
                <a:extLst>
                  <a:ext uri="{FF2B5EF4-FFF2-40B4-BE49-F238E27FC236}">
                    <a16:creationId xmlns:a16="http://schemas.microsoft.com/office/drawing/2014/main" id="{C58999BC-DAC1-E468-5DCA-5883C663DF3D}"/>
                  </a:ext>
                </a:extLst>
              </p:cNvPr>
              <p:cNvSpPr/>
              <p:nvPr/>
            </p:nvSpPr>
            <p:spPr>
              <a:xfrm>
                <a:off x="5514924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0" name="Rectangle 7139">
                <a:extLst>
                  <a:ext uri="{FF2B5EF4-FFF2-40B4-BE49-F238E27FC236}">
                    <a16:creationId xmlns:a16="http://schemas.microsoft.com/office/drawing/2014/main" id="{19A28666-A367-A39B-FACA-712E6C603546}"/>
                  </a:ext>
                </a:extLst>
              </p:cNvPr>
              <p:cNvSpPr/>
              <p:nvPr/>
            </p:nvSpPr>
            <p:spPr>
              <a:xfrm>
                <a:off x="5514924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1" name="Rectangle 7140">
                <a:extLst>
                  <a:ext uri="{FF2B5EF4-FFF2-40B4-BE49-F238E27FC236}">
                    <a16:creationId xmlns:a16="http://schemas.microsoft.com/office/drawing/2014/main" id="{0A46D2CA-CAD1-5456-0839-F43B27A55427}"/>
                  </a:ext>
                </a:extLst>
              </p:cNvPr>
              <p:cNvSpPr/>
              <p:nvPr/>
            </p:nvSpPr>
            <p:spPr>
              <a:xfrm>
                <a:off x="5514924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2" name="Rectangle 7141">
                <a:extLst>
                  <a:ext uri="{FF2B5EF4-FFF2-40B4-BE49-F238E27FC236}">
                    <a16:creationId xmlns:a16="http://schemas.microsoft.com/office/drawing/2014/main" id="{2A886D3D-008A-3415-FAD0-7E896E853295}"/>
                  </a:ext>
                </a:extLst>
              </p:cNvPr>
              <p:cNvSpPr/>
              <p:nvPr/>
            </p:nvSpPr>
            <p:spPr>
              <a:xfrm>
                <a:off x="5514924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3" name="Rectangle 7142">
                <a:extLst>
                  <a:ext uri="{FF2B5EF4-FFF2-40B4-BE49-F238E27FC236}">
                    <a16:creationId xmlns:a16="http://schemas.microsoft.com/office/drawing/2014/main" id="{153A55A8-C376-9F8A-DC97-9A3F7C8B9FCA}"/>
                  </a:ext>
                </a:extLst>
              </p:cNvPr>
              <p:cNvSpPr/>
              <p:nvPr/>
            </p:nvSpPr>
            <p:spPr>
              <a:xfrm>
                <a:off x="5514924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4" name="Rectangle 7143">
                <a:extLst>
                  <a:ext uri="{FF2B5EF4-FFF2-40B4-BE49-F238E27FC236}">
                    <a16:creationId xmlns:a16="http://schemas.microsoft.com/office/drawing/2014/main" id="{5B9AAE5A-7F7C-ADCE-A06B-D2C214D1EE5F}"/>
                  </a:ext>
                </a:extLst>
              </p:cNvPr>
              <p:cNvSpPr/>
              <p:nvPr/>
            </p:nvSpPr>
            <p:spPr>
              <a:xfrm>
                <a:off x="5514924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5" name="Rectangle 7144">
                <a:extLst>
                  <a:ext uri="{FF2B5EF4-FFF2-40B4-BE49-F238E27FC236}">
                    <a16:creationId xmlns:a16="http://schemas.microsoft.com/office/drawing/2014/main" id="{FB8250F0-62D3-29A8-618D-48CF7739FBD3}"/>
                  </a:ext>
                </a:extLst>
              </p:cNvPr>
              <p:cNvSpPr/>
              <p:nvPr/>
            </p:nvSpPr>
            <p:spPr>
              <a:xfrm>
                <a:off x="5514924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6" name="Rectangle 7145">
                <a:extLst>
                  <a:ext uri="{FF2B5EF4-FFF2-40B4-BE49-F238E27FC236}">
                    <a16:creationId xmlns:a16="http://schemas.microsoft.com/office/drawing/2014/main" id="{F8C55EF5-9B48-5E26-4719-3A57487562D0}"/>
                  </a:ext>
                </a:extLst>
              </p:cNvPr>
              <p:cNvSpPr/>
              <p:nvPr/>
            </p:nvSpPr>
            <p:spPr>
              <a:xfrm>
                <a:off x="5514924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7" name="Rectangle 7146">
                <a:extLst>
                  <a:ext uri="{FF2B5EF4-FFF2-40B4-BE49-F238E27FC236}">
                    <a16:creationId xmlns:a16="http://schemas.microsoft.com/office/drawing/2014/main" id="{E210C5D8-76C3-6DC6-E644-7997AE4890F4}"/>
                  </a:ext>
                </a:extLst>
              </p:cNvPr>
              <p:cNvSpPr/>
              <p:nvPr/>
            </p:nvSpPr>
            <p:spPr>
              <a:xfrm>
                <a:off x="5514924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8" name="Rectangle 7147">
                <a:extLst>
                  <a:ext uri="{FF2B5EF4-FFF2-40B4-BE49-F238E27FC236}">
                    <a16:creationId xmlns:a16="http://schemas.microsoft.com/office/drawing/2014/main" id="{7BEA9F21-D9FB-2EE7-266E-2194648CF983}"/>
                  </a:ext>
                </a:extLst>
              </p:cNvPr>
              <p:cNvSpPr/>
              <p:nvPr/>
            </p:nvSpPr>
            <p:spPr>
              <a:xfrm>
                <a:off x="5514924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49" name="Rectangle 7148">
                <a:extLst>
                  <a:ext uri="{FF2B5EF4-FFF2-40B4-BE49-F238E27FC236}">
                    <a16:creationId xmlns:a16="http://schemas.microsoft.com/office/drawing/2014/main" id="{B32E2927-4AFE-7D3D-78FB-96C89FE0C985}"/>
                  </a:ext>
                </a:extLst>
              </p:cNvPr>
              <p:cNvSpPr/>
              <p:nvPr/>
            </p:nvSpPr>
            <p:spPr>
              <a:xfrm>
                <a:off x="5514924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0" name="Rectangle 7149">
                <a:extLst>
                  <a:ext uri="{FF2B5EF4-FFF2-40B4-BE49-F238E27FC236}">
                    <a16:creationId xmlns:a16="http://schemas.microsoft.com/office/drawing/2014/main" id="{8847370F-ADCA-DA78-18B3-08C22D474611}"/>
                  </a:ext>
                </a:extLst>
              </p:cNvPr>
              <p:cNvSpPr/>
              <p:nvPr/>
            </p:nvSpPr>
            <p:spPr>
              <a:xfrm>
                <a:off x="5514924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1" name="Rectangle 7150">
                <a:extLst>
                  <a:ext uri="{FF2B5EF4-FFF2-40B4-BE49-F238E27FC236}">
                    <a16:creationId xmlns:a16="http://schemas.microsoft.com/office/drawing/2014/main" id="{82A242A5-15BA-A22E-CD52-40EB645B1BFF}"/>
                  </a:ext>
                </a:extLst>
              </p:cNvPr>
              <p:cNvSpPr/>
              <p:nvPr/>
            </p:nvSpPr>
            <p:spPr>
              <a:xfrm>
                <a:off x="5514924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2" name="Rectangle 7151">
                <a:extLst>
                  <a:ext uri="{FF2B5EF4-FFF2-40B4-BE49-F238E27FC236}">
                    <a16:creationId xmlns:a16="http://schemas.microsoft.com/office/drawing/2014/main" id="{6A40A9E2-7A2F-A3D9-AA0B-9CC62027EBB9}"/>
                  </a:ext>
                </a:extLst>
              </p:cNvPr>
              <p:cNvSpPr/>
              <p:nvPr/>
            </p:nvSpPr>
            <p:spPr>
              <a:xfrm>
                <a:off x="5514924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3" name="Rectangle 7152">
                <a:extLst>
                  <a:ext uri="{FF2B5EF4-FFF2-40B4-BE49-F238E27FC236}">
                    <a16:creationId xmlns:a16="http://schemas.microsoft.com/office/drawing/2014/main" id="{8F761E41-B10E-E19D-C45E-61CF0063C72E}"/>
                  </a:ext>
                </a:extLst>
              </p:cNvPr>
              <p:cNvSpPr/>
              <p:nvPr/>
            </p:nvSpPr>
            <p:spPr>
              <a:xfrm>
                <a:off x="5514924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4" name="Rectangle 7153">
                <a:extLst>
                  <a:ext uri="{FF2B5EF4-FFF2-40B4-BE49-F238E27FC236}">
                    <a16:creationId xmlns:a16="http://schemas.microsoft.com/office/drawing/2014/main" id="{39EBC1C2-68BC-285F-9F94-D39A49800AED}"/>
                  </a:ext>
                </a:extLst>
              </p:cNvPr>
              <p:cNvSpPr/>
              <p:nvPr/>
            </p:nvSpPr>
            <p:spPr>
              <a:xfrm>
                <a:off x="5514924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5" name="Rectangle 7154">
                <a:extLst>
                  <a:ext uri="{FF2B5EF4-FFF2-40B4-BE49-F238E27FC236}">
                    <a16:creationId xmlns:a16="http://schemas.microsoft.com/office/drawing/2014/main" id="{868A91D4-947F-A3E0-F360-22E6DC87B85D}"/>
                  </a:ext>
                </a:extLst>
              </p:cNvPr>
              <p:cNvSpPr/>
              <p:nvPr/>
            </p:nvSpPr>
            <p:spPr>
              <a:xfrm>
                <a:off x="5514924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6" name="Rectangle 7155">
                <a:extLst>
                  <a:ext uri="{FF2B5EF4-FFF2-40B4-BE49-F238E27FC236}">
                    <a16:creationId xmlns:a16="http://schemas.microsoft.com/office/drawing/2014/main" id="{7397458B-F25E-9FE0-E9C3-10F1F44F3678}"/>
                  </a:ext>
                </a:extLst>
              </p:cNvPr>
              <p:cNvSpPr/>
              <p:nvPr/>
            </p:nvSpPr>
            <p:spPr>
              <a:xfrm>
                <a:off x="5514924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7" name="Rectangle 7156">
                <a:extLst>
                  <a:ext uri="{FF2B5EF4-FFF2-40B4-BE49-F238E27FC236}">
                    <a16:creationId xmlns:a16="http://schemas.microsoft.com/office/drawing/2014/main" id="{A5F7CBA4-19E9-9BD0-4F98-4DA4DF48F7C9}"/>
                  </a:ext>
                </a:extLst>
              </p:cNvPr>
              <p:cNvSpPr/>
              <p:nvPr/>
            </p:nvSpPr>
            <p:spPr>
              <a:xfrm>
                <a:off x="5514924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8" name="Rectangle 7157">
                <a:extLst>
                  <a:ext uri="{FF2B5EF4-FFF2-40B4-BE49-F238E27FC236}">
                    <a16:creationId xmlns:a16="http://schemas.microsoft.com/office/drawing/2014/main" id="{7513D9CB-89F9-7F36-C96D-0064A0F9C514}"/>
                  </a:ext>
                </a:extLst>
              </p:cNvPr>
              <p:cNvSpPr/>
              <p:nvPr/>
            </p:nvSpPr>
            <p:spPr>
              <a:xfrm>
                <a:off x="5514924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59" name="Rectangle 7158">
                <a:extLst>
                  <a:ext uri="{FF2B5EF4-FFF2-40B4-BE49-F238E27FC236}">
                    <a16:creationId xmlns:a16="http://schemas.microsoft.com/office/drawing/2014/main" id="{AA5E91A5-CF32-871F-5923-32134B974C89}"/>
                  </a:ext>
                </a:extLst>
              </p:cNvPr>
              <p:cNvSpPr/>
              <p:nvPr/>
            </p:nvSpPr>
            <p:spPr>
              <a:xfrm>
                <a:off x="5514924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0" name="Rectangle 7159">
                <a:extLst>
                  <a:ext uri="{FF2B5EF4-FFF2-40B4-BE49-F238E27FC236}">
                    <a16:creationId xmlns:a16="http://schemas.microsoft.com/office/drawing/2014/main" id="{71FAD1F8-24E9-4469-1910-7C370B079C7A}"/>
                  </a:ext>
                </a:extLst>
              </p:cNvPr>
              <p:cNvSpPr/>
              <p:nvPr/>
            </p:nvSpPr>
            <p:spPr>
              <a:xfrm>
                <a:off x="5514924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1" name="Rectangle 7160">
                <a:extLst>
                  <a:ext uri="{FF2B5EF4-FFF2-40B4-BE49-F238E27FC236}">
                    <a16:creationId xmlns:a16="http://schemas.microsoft.com/office/drawing/2014/main" id="{07BB6FB3-DA6C-C31D-94B4-0E52318F4506}"/>
                  </a:ext>
                </a:extLst>
              </p:cNvPr>
              <p:cNvSpPr/>
              <p:nvPr/>
            </p:nvSpPr>
            <p:spPr>
              <a:xfrm>
                <a:off x="5514924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2" name="Rectangle 7161">
                <a:extLst>
                  <a:ext uri="{FF2B5EF4-FFF2-40B4-BE49-F238E27FC236}">
                    <a16:creationId xmlns:a16="http://schemas.microsoft.com/office/drawing/2014/main" id="{5A02E949-1392-E71A-AAA3-9C75EDC3691B}"/>
                  </a:ext>
                </a:extLst>
              </p:cNvPr>
              <p:cNvSpPr/>
              <p:nvPr/>
            </p:nvSpPr>
            <p:spPr>
              <a:xfrm>
                <a:off x="5514924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3" name="Rectangle 7162">
                <a:extLst>
                  <a:ext uri="{FF2B5EF4-FFF2-40B4-BE49-F238E27FC236}">
                    <a16:creationId xmlns:a16="http://schemas.microsoft.com/office/drawing/2014/main" id="{12D956B1-E533-8FAD-923F-54117791DC60}"/>
                  </a:ext>
                </a:extLst>
              </p:cNvPr>
              <p:cNvSpPr/>
              <p:nvPr/>
            </p:nvSpPr>
            <p:spPr>
              <a:xfrm>
                <a:off x="5514924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4" name="Rectangle 7163">
                <a:extLst>
                  <a:ext uri="{FF2B5EF4-FFF2-40B4-BE49-F238E27FC236}">
                    <a16:creationId xmlns:a16="http://schemas.microsoft.com/office/drawing/2014/main" id="{65C5F893-164B-CB64-85E8-6AA8DAE94CB8}"/>
                  </a:ext>
                </a:extLst>
              </p:cNvPr>
              <p:cNvSpPr/>
              <p:nvPr/>
            </p:nvSpPr>
            <p:spPr>
              <a:xfrm>
                <a:off x="5514924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5" name="Rectangle 7164">
                <a:extLst>
                  <a:ext uri="{FF2B5EF4-FFF2-40B4-BE49-F238E27FC236}">
                    <a16:creationId xmlns:a16="http://schemas.microsoft.com/office/drawing/2014/main" id="{B8AAB154-671A-DE64-1853-5A2EF4CD8DAD}"/>
                  </a:ext>
                </a:extLst>
              </p:cNvPr>
              <p:cNvSpPr/>
              <p:nvPr/>
            </p:nvSpPr>
            <p:spPr>
              <a:xfrm>
                <a:off x="5514924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6" name="Rectangle 7165">
                <a:extLst>
                  <a:ext uri="{FF2B5EF4-FFF2-40B4-BE49-F238E27FC236}">
                    <a16:creationId xmlns:a16="http://schemas.microsoft.com/office/drawing/2014/main" id="{C8F07924-058D-9820-DF77-FD789F6A6E1C}"/>
                  </a:ext>
                </a:extLst>
              </p:cNvPr>
              <p:cNvSpPr/>
              <p:nvPr/>
            </p:nvSpPr>
            <p:spPr>
              <a:xfrm>
                <a:off x="5514924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7" name="Rectangle 7166">
                <a:extLst>
                  <a:ext uri="{FF2B5EF4-FFF2-40B4-BE49-F238E27FC236}">
                    <a16:creationId xmlns:a16="http://schemas.microsoft.com/office/drawing/2014/main" id="{1D204590-C558-EA6E-866F-1EF898EFCAA5}"/>
                  </a:ext>
                </a:extLst>
              </p:cNvPr>
              <p:cNvSpPr/>
              <p:nvPr/>
            </p:nvSpPr>
            <p:spPr>
              <a:xfrm>
                <a:off x="5514924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8" name="Rectangle 7167">
                <a:extLst>
                  <a:ext uri="{FF2B5EF4-FFF2-40B4-BE49-F238E27FC236}">
                    <a16:creationId xmlns:a16="http://schemas.microsoft.com/office/drawing/2014/main" id="{D7597703-E0BB-7FD3-B778-3D622743D5BA}"/>
                  </a:ext>
                </a:extLst>
              </p:cNvPr>
              <p:cNvSpPr/>
              <p:nvPr/>
            </p:nvSpPr>
            <p:spPr>
              <a:xfrm>
                <a:off x="5514924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69" name="Rectangle 7168">
                <a:extLst>
                  <a:ext uri="{FF2B5EF4-FFF2-40B4-BE49-F238E27FC236}">
                    <a16:creationId xmlns:a16="http://schemas.microsoft.com/office/drawing/2014/main" id="{FEF2B9C7-A46A-352E-B31B-15E2351B2B70}"/>
                  </a:ext>
                </a:extLst>
              </p:cNvPr>
              <p:cNvSpPr/>
              <p:nvPr/>
            </p:nvSpPr>
            <p:spPr>
              <a:xfrm>
                <a:off x="5613275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0" name="Rectangle 7169">
                <a:extLst>
                  <a:ext uri="{FF2B5EF4-FFF2-40B4-BE49-F238E27FC236}">
                    <a16:creationId xmlns:a16="http://schemas.microsoft.com/office/drawing/2014/main" id="{72A989E3-2E88-667E-7906-41C9BAFEC8C5}"/>
                  </a:ext>
                </a:extLst>
              </p:cNvPr>
              <p:cNvSpPr/>
              <p:nvPr/>
            </p:nvSpPr>
            <p:spPr>
              <a:xfrm>
                <a:off x="5613275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1" name="Rectangle 7170">
                <a:extLst>
                  <a:ext uri="{FF2B5EF4-FFF2-40B4-BE49-F238E27FC236}">
                    <a16:creationId xmlns:a16="http://schemas.microsoft.com/office/drawing/2014/main" id="{2D03D22B-04A8-E10E-FF6D-220B2A5A392C}"/>
                  </a:ext>
                </a:extLst>
              </p:cNvPr>
              <p:cNvSpPr/>
              <p:nvPr/>
            </p:nvSpPr>
            <p:spPr>
              <a:xfrm>
                <a:off x="5613275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2" name="Rectangle 7171">
                <a:extLst>
                  <a:ext uri="{FF2B5EF4-FFF2-40B4-BE49-F238E27FC236}">
                    <a16:creationId xmlns:a16="http://schemas.microsoft.com/office/drawing/2014/main" id="{DB1BCFE4-B948-5121-2ED3-7A302A0D5826}"/>
                  </a:ext>
                </a:extLst>
              </p:cNvPr>
              <p:cNvSpPr/>
              <p:nvPr/>
            </p:nvSpPr>
            <p:spPr>
              <a:xfrm>
                <a:off x="5613275" y="-529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3" name="Rectangle 7172">
                <a:extLst>
                  <a:ext uri="{FF2B5EF4-FFF2-40B4-BE49-F238E27FC236}">
                    <a16:creationId xmlns:a16="http://schemas.microsoft.com/office/drawing/2014/main" id="{95A4B881-E0E1-C543-A49D-63E3FA1B5261}"/>
                  </a:ext>
                </a:extLst>
              </p:cNvPr>
              <p:cNvSpPr/>
              <p:nvPr/>
            </p:nvSpPr>
            <p:spPr>
              <a:xfrm>
                <a:off x="5613275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4" name="Rectangle 7173">
                <a:extLst>
                  <a:ext uri="{FF2B5EF4-FFF2-40B4-BE49-F238E27FC236}">
                    <a16:creationId xmlns:a16="http://schemas.microsoft.com/office/drawing/2014/main" id="{E0CAD690-6894-B62C-1790-4718182BE027}"/>
                  </a:ext>
                </a:extLst>
              </p:cNvPr>
              <p:cNvSpPr/>
              <p:nvPr/>
            </p:nvSpPr>
            <p:spPr>
              <a:xfrm>
                <a:off x="5613275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5" name="Rectangle 7174">
                <a:extLst>
                  <a:ext uri="{FF2B5EF4-FFF2-40B4-BE49-F238E27FC236}">
                    <a16:creationId xmlns:a16="http://schemas.microsoft.com/office/drawing/2014/main" id="{7F222AF1-194E-82AC-CCD5-71C447EFC7B7}"/>
                  </a:ext>
                </a:extLst>
              </p:cNvPr>
              <p:cNvSpPr/>
              <p:nvPr/>
            </p:nvSpPr>
            <p:spPr>
              <a:xfrm>
                <a:off x="5613275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6" name="Rectangle 7175">
                <a:extLst>
                  <a:ext uri="{FF2B5EF4-FFF2-40B4-BE49-F238E27FC236}">
                    <a16:creationId xmlns:a16="http://schemas.microsoft.com/office/drawing/2014/main" id="{489B444D-B4BE-A0A0-5BEA-6C56A2737554}"/>
                  </a:ext>
                </a:extLst>
              </p:cNvPr>
              <p:cNvSpPr/>
              <p:nvPr/>
            </p:nvSpPr>
            <p:spPr>
              <a:xfrm>
                <a:off x="5613275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7" name="Rectangle 7176">
                <a:extLst>
                  <a:ext uri="{FF2B5EF4-FFF2-40B4-BE49-F238E27FC236}">
                    <a16:creationId xmlns:a16="http://schemas.microsoft.com/office/drawing/2014/main" id="{6E1FCE04-8FCA-B5BC-C401-069566BEB1B1}"/>
                  </a:ext>
                </a:extLst>
              </p:cNvPr>
              <p:cNvSpPr/>
              <p:nvPr/>
            </p:nvSpPr>
            <p:spPr>
              <a:xfrm>
                <a:off x="5613275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8" name="Rectangle 7177">
                <a:extLst>
                  <a:ext uri="{FF2B5EF4-FFF2-40B4-BE49-F238E27FC236}">
                    <a16:creationId xmlns:a16="http://schemas.microsoft.com/office/drawing/2014/main" id="{CD8F493B-A675-FA75-DBEF-60609CB9EC45}"/>
                  </a:ext>
                </a:extLst>
              </p:cNvPr>
              <p:cNvSpPr/>
              <p:nvPr/>
            </p:nvSpPr>
            <p:spPr>
              <a:xfrm>
                <a:off x="5613275" y="6172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79" name="Rectangle 7178">
                <a:extLst>
                  <a:ext uri="{FF2B5EF4-FFF2-40B4-BE49-F238E27FC236}">
                    <a16:creationId xmlns:a16="http://schemas.microsoft.com/office/drawing/2014/main" id="{C24D9272-E5A9-8D8D-17C5-976EF3B6C388}"/>
                  </a:ext>
                </a:extLst>
              </p:cNvPr>
              <p:cNvSpPr/>
              <p:nvPr/>
            </p:nvSpPr>
            <p:spPr>
              <a:xfrm>
                <a:off x="5613275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0" name="Rectangle 7179">
                <a:extLst>
                  <a:ext uri="{FF2B5EF4-FFF2-40B4-BE49-F238E27FC236}">
                    <a16:creationId xmlns:a16="http://schemas.microsoft.com/office/drawing/2014/main" id="{8C28FA6F-AA48-6BAE-3810-BA6543BB9F68}"/>
                  </a:ext>
                </a:extLst>
              </p:cNvPr>
              <p:cNvSpPr/>
              <p:nvPr/>
            </p:nvSpPr>
            <p:spPr>
              <a:xfrm>
                <a:off x="5613275" y="8405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1" name="Rectangle 7180">
                <a:extLst>
                  <a:ext uri="{FF2B5EF4-FFF2-40B4-BE49-F238E27FC236}">
                    <a16:creationId xmlns:a16="http://schemas.microsoft.com/office/drawing/2014/main" id="{02F1DFC3-BDBE-E289-A594-F1F4900ACB87}"/>
                  </a:ext>
                </a:extLst>
              </p:cNvPr>
              <p:cNvSpPr/>
              <p:nvPr/>
            </p:nvSpPr>
            <p:spPr>
              <a:xfrm>
                <a:off x="5613275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2" name="Rectangle 7181">
                <a:extLst>
                  <a:ext uri="{FF2B5EF4-FFF2-40B4-BE49-F238E27FC236}">
                    <a16:creationId xmlns:a16="http://schemas.microsoft.com/office/drawing/2014/main" id="{553E8C01-BD79-B068-B27D-24C4203930D8}"/>
                  </a:ext>
                </a:extLst>
              </p:cNvPr>
              <p:cNvSpPr/>
              <p:nvPr/>
            </p:nvSpPr>
            <p:spPr>
              <a:xfrm>
                <a:off x="5613275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3" name="Rectangle 7182">
                <a:extLst>
                  <a:ext uri="{FF2B5EF4-FFF2-40B4-BE49-F238E27FC236}">
                    <a16:creationId xmlns:a16="http://schemas.microsoft.com/office/drawing/2014/main" id="{56B63DFF-2B72-527B-566D-12EAA1D64F29}"/>
                  </a:ext>
                </a:extLst>
              </p:cNvPr>
              <p:cNvSpPr/>
              <p:nvPr/>
            </p:nvSpPr>
            <p:spPr>
              <a:xfrm>
                <a:off x="5613275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4" name="Rectangle 7183">
                <a:extLst>
                  <a:ext uri="{FF2B5EF4-FFF2-40B4-BE49-F238E27FC236}">
                    <a16:creationId xmlns:a16="http://schemas.microsoft.com/office/drawing/2014/main" id="{BF1DB040-58EC-2B2F-CE2E-E9BFBAFD1CCE}"/>
                  </a:ext>
                </a:extLst>
              </p:cNvPr>
              <p:cNvSpPr/>
              <p:nvPr/>
            </p:nvSpPr>
            <p:spPr>
              <a:xfrm>
                <a:off x="5613275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5" name="Rectangle 7184">
                <a:extLst>
                  <a:ext uri="{FF2B5EF4-FFF2-40B4-BE49-F238E27FC236}">
                    <a16:creationId xmlns:a16="http://schemas.microsoft.com/office/drawing/2014/main" id="{969A1094-DAFC-DB8A-7266-CABE8910C200}"/>
                  </a:ext>
                </a:extLst>
              </p:cNvPr>
              <p:cNvSpPr/>
              <p:nvPr/>
            </p:nvSpPr>
            <p:spPr>
              <a:xfrm>
                <a:off x="5613275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6" name="Rectangle 7185">
                <a:extLst>
                  <a:ext uri="{FF2B5EF4-FFF2-40B4-BE49-F238E27FC236}">
                    <a16:creationId xmlns:a16="http://schemas.microsoft.com/office/drawing/2014/main" id="{A9EE5776-8142-8EB4-6D02-36713B8C36B2}"/>
                  </a:ext>
                </a:extLst>
              </p:cNvPr>
              <p:cNvSpPr/>
              <p:nvPr/>
            </p:nvSpPr>
            <p:spPr>
              <a:xfrm>
                <a:off x="5613275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7" name="Rectangle 7186">
                <a:extLst>
                  <a:ext uri="{FF2B5EF4-FFF2-40B4-BE49-F238E27FC236}">
                    <a16:creationId xmlns:a16="http://schemas.microsoft.com/office/drawing/2014/main" id="{BCBB10AA-5034-4C03-91E9-27E510FA8C63}"/>
                  </a:ext>
                </a:extLst>
              </p:cNvPr>
              <p:cNvSpPr/>
              <p:nvPr/>
            </p:nvSpPr>
            <p:spPr>
              <a:xfrm>
                <a:off x="5613275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8" name="Rectangle 7187">
                <a:extLst>
                  <a:ext uri="{FF2B5EF4-FFF2-40B4-BE49-F238E27FC236}">
                    <a16:creationId xmlns:a16="http://schemas.microsoft.com/office/drawing/2014/main" id="{68FD6791-33DB-42B5-FB59-681C5607C391}"/>
                  </a:ext>
                </a:extLst>
              </p:cNvPr>
              <p:cNvSpPr/>
              <p:nvPr/>
            </p:nvSpPr>
            <p:spPr>
              <a:xfrm>
                <a:off x="5613275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89" name="Rectangle 7188">
                <a:extLst>
                  <a:ext uri="{FF2B5EF4-FFF2-40B4-BE49-F238E27FC236}">
                    <a16:creationId xmlns:a16="http://schemas.microsoft.com/office/drawing/2014/main" id="{40110958-1280-67FD-A31B-662733773C53}"/>
                  </a:ext>
                </a:extLst>
              </p:cNvPr>
              <p:cNvSpPr/>
              <p:nvPr/>
            </p:nvSpPr>
            <p:spPr>
              <a:xfrm>
                <a:off x="5613275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0" name="Rectangle 7189">
                <a:extLst>
                  <a:ext uri="{FF2B5EF4-FFF2-40B4-BE49-F238E27FC236}">
                    <a16:creationId xmlns:a16="http://schemas.microsoft.com/office/drawing/2014/main" id="{CD6A449C-D367-9F36-C945-163FED02E134}"/>
                  </a:ext>
                </a:extLst>
              </p:cNvPr>
              <p:cNvSpPr/>
              <p:nvPr/>
            </p:nvSpPr>
            <p:spPr>
              <a:xfrm>
                <a:off x="5613275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1" name="Rectangle 7190">
                <a:extLst>
                  <a:ext uri="{FF2B5EF4-FFF2-40B4-BE49-F238E27FC236}">
                    <a16:creationId xmlns:a16="http://schemas.microsoft.com/office/drawing/2014/main" id="{D0987683-1148-A149-8396-027F6F39DAED}"/>
                  </a:ext>
                </a:extLst>
              </p:cNvPr>
              <p:cNvSpPr/>
              <p:nvPr/>
            </p:nvSpPr>
            <p:spPr>
              <a:xfrm>
                <a:off x="5613275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2" name="Rectangle 7191">
                <a:extLst>
                  <a:ext uri="{FF2B5EF4-FFF2-40B4-BE49-F238E27FC236}">
                    <a16:creationId xmlns:a16="http://schemas.microsoft.com/office/drawing/2014/main" id="{E0E2049E-9E24-7729-7B64-1727E4385958}"/>
                  </a:ext>
                </a:extLst>
              </p:cNvPr>
              <p:cNvSpPr/>
              <p:nvPr/>
            </p:nvSpPr>
            <p:spPr>
              <a:xfrm>
                <a:off x="5613275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3" name="Rectangle 7192">
                <a:extLst>
                  <a:ext uri="{FF2B5EF4-FFF2-40B4-BE49-F238E27FC236}">
                    <a16:creationId xmlns:a16="http://schemas.microsoft.com/office/drawing/2014/main" id="{5973D1EE-454B-B03F-5A56-F1E2022B174B}"/>
                  </a:ext>
                </a:extLst>
              </p:cNvPr>
              <p:cNvSpPr/>
              <p:nvPr/>
            </p:nvSpPr>
            <p:spPr>
              <a:xfrm>
                <a:off x="5613275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4" name="Rectangle 7193">
                <a:extLst>
                  <a:ext uri="{FF2B5EF4-FFF2-40B4-BE49-F238E27FC236}">
                    <a16:creationId xmlns:a16="http://schemas.microsoft.com/office/drawing/2014/main" id="{A670C668-0748-6239-FABC-DD42DB29FF68}"/>
                  </a:ext>
                </a:extLst>
              </p:cNvPr>
              <p:cNvSpPr/>
              <p:nvPr/>
            </p:nvSpPr>
            <p:spPr>
              <a:xfrm>
                <a:off x="5613275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5" name="Rectangle 7194">
                <a:extLst>
                  <a:ext uri="{FF2B5EF4-FFF2-40B4-BE49-F238E27FC236}">
                    <a16:creationId xmlns:a16="http://schemas.microsoft.com/office/drawing/2014/main" id="{B503BA7B-4041-830F-571E-160DE3160CE5}"/>
                  </a:ext>
                </a:extLst>
              </p:cNvPr>
              <p:cNvSpPr/>
              <p:nvPr/>
            </p:nvSpPr>
            <p:spPr>
              <a:xfrm>
                <a:off x="5613275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6" name="Rectangle 7195">
                <a:extLst>
                  <a:ext uri="{FF2B5EF4-FFF2-40B4-BE49-F238E27FC236}">
                    <a16:creationId xmlns:a16="http://schemas.microsoft.com/office/drawing/2014/main" id="{41C19FF0-442B-E9B4-C6C9-AEF170A2B7F6}"/>
                  </a:ext>
                </a:extLst>
              </p:cNvPr>
              <p:cNvSpPr/>
              <p:nvPr/>
            </p:nvSpPr>
            <p:spPr>
              <a:xfrm>
                <a:off x="5613275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7" name="Rectangle 7196">
                <a:extLst>
                  <a:ext uri="{FF2B5EF4-FFF2-40B4-BE49-F238E27FC236}">
                    <a16:creationId xmlns:a16="http://schemas.microsoft.com/office/drawing/2014/main" id="{AAC2D2C9-9932-18E4-ED3D-16402A8410B1}"/>
                  </a:ext>
                </a:extLst>
              </p:cNvPr>
              <p:cNvSpPr/>
              <p:nvPr/>
            </p:nvSpPr>
            <p:spPr>
              <a:xfrm>
                <a:off x="5613275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8" name="Rectangle 7197">
                <a:extLst>
                  <a:ext uri="{FF2B5EF4-FFF2-40B4-BE49-F238E27FC236}">
                    <a16:creationId xmlns:a16="http://schemas.microsoft.com/office/drawing/2014/main" id="{D2B6B06F-55BB-8791-D169-5182D5CFEB8C}"/>
                  </a:ext>
                </a:extLst>
              </p:cNvPr>
              <p:cNvSpPr/>
              <p:nvPr/>
            </p:nvSpPr>
            <p:spPr>
              <a:xfrm>
                <a:off x="5613275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199" name="Rectangle 7198">
                <a:extLst>
                  <a:ext uri="{FF2B5EF4-FFF2-40B4-BE49-F238E27FC236}">
                    <a16:creationId xmlns:a16="http://schemas.microsoft.com/office/drawing/2014/main" id="{E1332E5B-B9CC-4EFB-BFF1-FD1C65B82101}"/>
                  </a:ext>
                </a:extLst>
              </p:cNvPr>
              <p:cNvSpPr/>
              <p:nvPr/>
            </p:nvSpPr>
            <p:spPr>
              <a:xfrm>
                <a:off x="5613275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0" name="Rectangle 7199">
                <a:extLst>
                  <a:ext uri="{FF2B5EF4-FFF2-40B4-BE49-F238E27FC236}">
                    <a16:creationId xmlns:a16="http://schemas.microsoft.com/office/drawing/2014/main" id="{E97E239B-9622-8632-761F-01741723D0A6}"/>
                  </a:ext>
                </a:extLst>
              </p:cNvPr>
              <p:cNvSpPr/>
              <p:nvPr/>
            </p:nvSpPr>
            <p:spPr>
              <a:xfrm>
                <a:off x="5613275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1" name="Rectangle 7200">
                <a:extLst>
                  <a:ext uri="{FF2B5EF4-FFF2-40B4-BE49-F238E27FC236}">
                    <a16:creationId xmlns:a16="http://schemas.microsoft.com/office/drawing/2014/main" id="{39B309E0-3538-D2A4-A81B-547CF3C69800}"/>
                  </a:ext>
                </a:extLst>
              </p:cNvPr>
              <p:cNvSpPr/>
              <p:nvPr/>
            </p:nvSpPr>
            <p:spPr>
              <a:xfrm>
                <a:off x="5613275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2" name="Rectangle 7201">
                <a:extLst>
                  <a:ext uri="{FF2B5EF4-FFF2-40B4-BE49-F238E27FC236}">
                    <a16:creationId xmlns:a16="http://schemas.microsoft.com/office/drawing/2014/main" id="{151207C0-B4AE-5EC7-39F9-7180BB72574B}"/>
                  </a:ext>
                </a:extLst>
              </p:cNvPr>
              <p:cNvSpPr/>
              <p:nvPr/>
            </p:nvSpPr>
            <p:spPr>
              <a:xfrm>
                <a:off x="5613275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3" name="Rectangle 7202">
                <a:extLst>
                  <a:ext uri="{FF2B5EF4-FFF2-40B4-BE49-F238E27FC236}">
                    <a16:creationId xmlns:a16="http://schemas.microsoft.com/office/drawing/2014/main" id="{4BC0EDF3-BCFC-4E45-C49B-3113BE3DD49A}"/>
                  </a:ext>
                </a:extLst>
              </p:cNvPr>
              <p:cNvSpPr/>
              <p:nvPr/>
            </p:nvSpPr>
            <p:spPr>
              <a:xfrm>
                <a:off x="5613275" y="3409660"/>
                <a:ext cx="98350" cy="111684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4" name="Rectangle 7203">
                <a:extLst>
                  <a:ext uri="{FF2B5EF4-FFF2-40B4-BE49-F238E27FC236}">
                    <a16:creationId xmlns:a16="http://schemas.microsoft.com/office/drawing/2014/main" id="{F7994401-8E7D-61CA-0109-BD597F6C51BF}"/>
                  </a:ext>
                </a:extLst>
              </p:cNvPr>
              <p:cNvSpPr/>
              <p:nvPr/>
            </p:nvSpPr>
            <p:spPr>
              <a:xfrm>
                <a:off x="5613275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5" name="Rectangle 7204">
                <a:extLst>
                  <a:ext uri="{FF2B5EF4-FFF2-40B4-BE49-F238E27FC236}">
                    <a16:creationId xmlns:a16="http://schemas.microsoft.com/office/drawing/2014/main" id="{2F4825BB-5234-0CE5-2C6B-E905C86D012A}"/>
                  </a:ext>
                </a:extLst>
              </p:cNvPr>
              <p:cNvSpPr/>
              <p:nvPr/>
            </p:nvSpPr>
            <p:spPr>
              <a:xfrm>
                <a:off x="5613275" y="363313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6" name="Rectangle 7205">
                <a:extLst>
                  <a:ext uri="{FF2B5EF4-FFF2-40B4-BE49-F238E27FC236}">
                    <a16:creationId xmlns:a16="http://schemas.microsoft.com/office/drawing/2014/main" id="{EA80B0BA-255E-3772-89E0-627CA686AFEB}"/>
                  </a:ext>
                </a:extLst>
              </p:cNvPr>
              <p:cNvSpPr/>
              <p:nvPr/>
            </p:nvSpPr>
            <p:spPr>
              <a:xfrm>
                <a:off x="5613275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7" name="Rectangle 7206">
                <a:extLst>
                  <a:ext uri="{FF2B5EF4-FFF2-40B4-BE49-F238E27FC236}">
                    <a16:creationId xmlns:a16="http://schemas.microsoft.com/office/drawing/2014/main" id="{3161F62A-5182-A7F1-0FDD-5B93F4796F72}"/>
                  </a:ext>
                </a:extLst>
              </p:cNvPr>
              <p:cNvSpPr/>
              <p:nvPr/>
            </p:nvSpPr>
            <p:spPr>
              <a:xfrm>
                <a:off x="5613275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8" name="Rectangle 7207">
                <a:extLst>
                  <a:ext uri="{FF2B5EF4-FFF2-40B4-BE49-F238E27FC236}">
                    <a16:creationId xmlns:a16="http://schemas.microsoft.com/office/drawing/2014/main" id="{34BA5BCE-3214-2278-2ED6-C0416A2109AB}"/>
                  </a:ext>
                </a:extLst>
              </p:cNvPr>
              <p:cNvSpPr/>
              <p:nvPr/>
            </p:nvSpPr>
            <p:spPr>
              <a:xfrm>
                <a:off x="5613275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09" name="Rectangle 7208">
                <a:extLst>
                  <a:ext uri="{FF2B5EF4-FFF2-40B4-BE49-F238E27FC236}">
                    <a16:creationId xmlns:a16="http://schemas.microsoft.com/office/drawing/2014/main" id="{D06D6DFC-269A-8916-3AAB-E373DB33679C}"/>
                  </a:ext>
                </a:extLst>
              </p:cNvPr>
              <p:cNvSpPr/>
              <p:nvPr/>
            </p:nvSpPr>
            <p:spPr>
              <a:xfrm>
                <a:off x="5613275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0" name="Rectangle 7209">
                <a:extLst>
                  <a:ext uri="{FF2B5EF4-FFF2-40B4-BE49-F238E27FC236}">
                    <a16:creationId xmlns:a16="http://schemas.microsoft.com/office/drawing/2014/main" id="{33EA5B1C-D649-B998-81E2-5E786C421E8D}"/>
                  </a:ext>
                </a:extLst>
              </p:cNvPr>
              <p:cNvSpPr/>
              <p:nvPr/>
            </p:nvSpPr>
            <p:spPr>
              <a:xfrm>
                <a:off x="5613275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1" name="Rectangle 7210">
                <a:extLst>
                  <a:ext uri="{FF2B5EF4-FFF2-40B4-BE49-F238E27FC236}">
                    <a16:creationId xmlns:a16="http://schemas.microsoft.com/office/drawing/2014/main" id="{1018897E-F4CE-C1D1-3ED4-5EFD1267A68F}"/>
                  </a:ext>
                </a:extLst>
              </p:cNvPr>
              <p:cNvSpPr/>
              <p:nvPr/>
            </p:nvSpPr>
            <p:spPr>
              <a:xfrm>
                <a:off x="5613275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2" name="Rectangle 7211">
                <a:extLst>
                  <a:ext uri="{FF2B5EF4-FFF2-40B4-BE49-F238E27FC236}">
                    <a16:creationId xmlns:a16="http://schemas.microsoft.com/office/drawing/2014/main" id="{CEE8824E-7B2A-DC9C-1E75-FA431F139B54}"/>
                  </a:ext>
                </a:extLst>
              </p:cNvPr>
              <p:cNvSpPr/>
              <p:nvPr/>
            </p:nvSpPr>
            <p:spPr>
              <a:xfrm>
                <a:off x="5613275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3" name="Rectangle 7212">
                <a:extLst>
                  <a:ext uri="{FF2B5EF4-FFF2-40B4-BE49-F238E27FC236}">
                    <a16:creationId xmlns:a16="http://schemas.microsoft.com/office/drawing/2014/main" id="{EB504B55-EC1E-0273-020D-1AAD890136B0}"/>
                  </a:ext>
                </a:extLst>
              </p:cNvPr>
              <p:cNvSpPr/>
              <p:nvPr/>
            </p:nvSpPr>
            <p:spPr>
              <a:xfrm>
                <a:off x="5613275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4" name="Rectangle 7213">
                <a:extLst>
                  <a:ext uri="{FF2B5EF4-FFF2-40B4-BE49-F238E27FC236}">
                    <a16:creationId xmlns:a16="http://schemas.microsoft.com/office/drawing/2014/main" id="{03BACFF3-99CD-1BE6-8D5A-4755B78EFAD3}"/>
                  </a:ext>
                </a:extLst>
              </p:cNvPr>
              <p:cNvSpPr/>
              <p:nvPr/>
            </p:nvSpPr>
            <p:spPr>
              <a:xfrm>
                <a:off x="5613275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5" name="Rectangle 7214">
                <a:extLst>
                  <a:ext uri="{FF2B5EF4-FFF2-40B4-BE49-F238E27FC236}">
                    <a16:creationId xmlns:a16="http://schemas.microsoft.com/office/drawing/2014/main" id="{24E56092-BC83-84B8-E718-A9E659C32FC3}"/>
                  </a:ext>
                </a:extLst>
              </p:cNvPr>
              <p:cNvSpPr/>
              <p:nvPr/>
            </p:nvSpPr>
            <p:spPr>
              <a:xfrm>
                <a:off x="5613275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6" name="Rectangle 7215">
                <a:extLst>
                  <a:ext uri="{FF2B5EF4-FFF2-40B4-BE49-F238E27FC236}">
                    <a16:creationId xmlns:a16="http://schemas.microsoft.com/office/drawing/2014/main" id="{04A2A710-8075-CCDB-5069-7CA729EC0FA0}"/>
                  </a:ext>
                </a:extLst>
              </p:cNvPr>
              <p:cNvSpPr/>
              <p:nvPr/>
            </p:nvSpPr>
            <p:spPr>
              <a:xfrm>
                <a:off x="5613275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7" name="Rectangle 7216">
                <a:extLst>
                  <a:ext uri="{FF2B5EF4-FFF2-40B4-BE49-F238E27FC236}">
                    <a16:creationId xmlns:a16="http://schemas.microsoft.com/office/drawing/2014/main" id="{581F77ED-2F49-968E-CDB3-CE6B61802721}"/>
                  </a:ext>
                </a:extLst>
              </p:cNvPr>
              <p:cNvSpPr/>
              <p:nvPr/>
            </p:nvSpPr>
            <p:spPr>
              <a:xfrm>
                <a:off x="5613275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8" name="Rectangle 7217">
                <a:extLst>
                  <a:ext uri="{FF2B5EF4-FFF2-40B4-BE49-F238E27FC236}">
                    <a16:creationId xmlns:a16="http://schemas.microsoft.com/office/drawing/2014/main" id="{19D8338B-776B-0BF5-9BFD-C36FA854D2A0}"/>
                  </a:ext>
                </a:extLst>
              </p:cNvPr>
              <p:cNvSpPr/>
              <p:nvPr/>
            </p:nvSpPr>
            <p:spPr>
              <a:xfrm>
                <a:off x="5613275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19" name="Rectangle 7218">
                <a:extLst>
                  <a:ext uri="{FF2B5EF4-FFF2-40B4-BE49-F238E27FC236}">
                    <a16:creationId xmlns:a16="http://schemas.microsoft.com/office/drawing/2014/main" id="{24573B10-4556-30B5-F23B-8A1AEBFECE31}"/>
                  </a:ext>
                </a:extLst>
              </p:cNvPr>
              <p:cNvSpPr/>
              <p:nvPr/>
            </p:nvSpPr>
            <p:spPr>
              <a:xfrm>
                <a:off x="5613275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0" name="Rectangle 7219">
                <a:extLst>
                  <a:ext uri="{FF2B5EF4-FFF2-40B4-BE49-F238E27FC236}">
                    <a16:creationId xmlns:a16="http://schemas.microsoft.com/office/drawing/2014/main" id="{A8CD3CA4-4C05-BBEA-113E-842CF678DD79}"/>
                  </a:ext>
                </a:extLst>
              </p:cNvPr>
              <p:cNvSpPr/>
              <p:nvPr/>
            </p:nvSpPr>
            <p:spPr>
              <a:xfrm>
                <a:off x="5613275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1" name="Rectangle 7220">
                <a:extLst>
                  <a:ext uri="{FF2B5EF4-FFF2-40B4-BE49-F238E27FC236}">
                    <a16:creationId xmlns:a16="http://schemas.microsoft.com/office/drawing/2014/main" id="{EE4BFD1D-FDEB-26FC-147A-499D7DB23B56}"/>
                  </a:ext>
                </a:extLst>
              </p:cNvPr>
              <p:cNvSpPr/>
              <p:nvPr/>
            </p:nvSpPr>
            <p:spPr>
              <a:xfrm>
                <a:off x="5613275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2" name="Rectangle 7221">
                <a:extLst>
                  <a:ext uri="{FF2B5EF4-FFF2-40B4-BE49-F238E27FC236}">
                    <a16:creationId xmlns:a16="http://schemas.microsoft.com/office/drawing/2014/main" id="{A5A2F1C8-03DF-C4F5-EEEF-DA58D060E994}"/>
                  </a:ext>
                </a:extLst>
              </p:cNvPr>
              <p:cNvSpPr/>
              <p:nvPr/>
            </p:nvSpPr>
            <p:spPr>
              <a:xfrm>
                <a:off x="5613275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3" name="Rectangle 7222">
                <a:extLst>
                  <a:ext uri="{FF2B5EF4-FFF2-40B4-BE49-F238E27FC236}">
                    <a16:creationId xmlns:a16="http://schemas.microsoft.com/office/drawing/2014/main" id="{2A321D0B-36C7-66D1-E89D-4F673F164F67}"/>
                  </a:ext>
                </a:extLst>
              </p:cNvPr>
              <p:cNvSpPr/>
              <p:nvPr/>
            </p:nvSpPr>
            <p:spPr>
              <a:xfrm>
                <a:off x="5613275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4" name="Rectangle 7223">
                <a:extLst>
                  <a:ext uri="{FF2B5EF4-FFF2-40B4-BE49-F238E27FC236}">
                    <a16:creationId xmlns:a16="http://schemas.microsoft.com/office/drawing/2014/main" id="{452F0743-0D04-6A2C-F6E6-42571E5DF40A}"/>
                  </a:ext>
                </a:extLst>
              </p:cNvPr>
              <p:cNvSpPr/>
              <p:nvPr/>
            </p:nvSpPr>
            <p:spPr>
              <a:xfrm>
                <a:off x="5613275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5" name="Rectangle 7224">
                <a:extLst>
                  <a:ext uri="{FF2B5EF4-FFF2-40B4-BE49-F238E27FC236}">
                    <a16:creationId xmlns:a16="http://schemas.microsoft.com/office/drawing/2014/main" id="{499DFB5D-BC8A-7C86-6A90-DA69BC32232E}"/>
                  </a:ext>
                </a:extLst>
              </p:cNvPr>
              <p:cNvSpPr/>
              <p:nvPr/>
            </p:nvSpPr>
            <p:spPr>
              <a:xfrm>
                <a:off x="5613275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6" name="Rectangle 7225">
                <a:extLst>
                  <a:ext uri="{FF2B5EF4-FFF2-40B4-BE49-F238E27FC236}">
                    <a16:creationId xmlns:a16="http://schemas.microsoft.com/office/drawing/2014/main" id="{21F08A19-6FB5-0BD0-7FD2-90F3CA15C16F}"/>
                  </a:ext>
                </a:extLst>
              </p:cNvPr>
              <p:cNvSpPr/>
              <p:nvPr/>
            </p:nvSpPr>
            <p:spPr>
              <a:xfrm>
                <a:off x="5613275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7" name="Rectangle 7226">
                <a:extLst>
                  <a:ext uri="{FF2B5EF4-FFF2-40B4-BE49-F238E27FC236}">
                    <a16:creationId xmlns:a16="http://schemas.microsoft.com/office/drawing/2014/main" id="{BFF157ED-06F2-366F-5BD5-B3C39DE7BCFE}"/>
                  </a:ext>
                </a:extLst>
              </p:cNvPr>
              <p:cNvSpPr/>
              <p:nvPr/>
            </p:nvSpPr>
            <p:spPr>
              <a:xfrm>
                <a:off x="5613275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8" name="Rectangle 7227">
                <a:extLst>
                  <a:ext uri="{FF2B5EF4-FFF2-40B4-BE49-F238E27FC236}">
                    <a16:creationId xmlns:a16="http://schemas.microsoft.com/office/drawing/2014/main" id="{BA27913F-E3E2-A737-5C98-90DF2E2F8D42}"/>
                  </a:ext>
                </a:extLst>
              </p:cNvPr>
              <p:cNvSpPr/>
              <p:nvPr/>
            </p:nvSpPr>
            <p:spPr>
              <a:xfrm>
                <a:off x="5613275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29" name="Rectangle 7228">
                <a:extLst>
                  <a:ext uri="{FF2B5EF4-FFF2-40B4-BE49-F238E27FC236}">
                    <a16:creationId xmlns:a16="http://schemas.microsoft.com/office/drawing/2014/main" id="{0C03777C-81BC-3CCE-0C04-A6A0029BA352}"/>
                  </a:ext>
                </a:extLst>
              </p:cNvPr>
              <p:cNvSpPr/>
              <p:nvPr/>
            </p:nvSpPr>
            <p:spPr>
              <a:xfrm>
                <a:off x="5613275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0" name="Rectangle 7229">
                <a:extLst>
                  <a:ext uri="{FF2B5EF4-FFF2-40B4-BE49-F238E27FC236}">
                    <a16:creationId xmlns:a16="http://schemas.microsoft.com/office/drawing/2014/main" id="{CBDBC359-FDED-D072-D893-EBC27D9B7BF9}"/>
                  </a:ext>
                </a:extLst>
              </p:cNvPr>
              <p:cNvSpPr/>
              <p:nvPr/>
            </p:nvSpPr>
            <p:spPr>
              <a:xfrm>
                <a:off x="5613275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1" name="Rectangle 7230">
                <a:extLst>
                  <a:ext uri="{FF2B5EF4-FFF2-40B4-BE49-F238E27FC236}">
                    <a16:creationId xmlns:a16="http://schemas.microsoft.com/office/drawing/2014/main" id="{380DFAC9-44FF-BE4F-2C1E-55222B2A369A}"/>
                  </a:ext>
                </a:extLst>
              </p:cNvPr>
              <p:cNvSpPr/>
              <p:nvPr/>
            </p:nvSpPr>
            <p:spPr>
              <a:xfrm>
                <a:off x="5613275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2" name="Rectangle 7231">
                <a:extLst>
                  <a:ext uri="{FF2B5EF4-FFF2-40B4-BE49-F238E27FC236}">
                    <a16:creationId xmlns:a16="http://schemas.microsoft.com/office/drawing/2014/main" id="{129461AB-C0AC-C1A3-2444-4ED54574AD1F}"/>
                  </a:ext>
                </a:extLst>
              </p:cNvPr>
              <p:cNvSpPr/>
              <p:nvPr/>
            </p:nvSpPr>
            <p:spPr>
              <a:xfrm>
                <a:off x="5613275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3" name="Rectangle 7232">
                <a:extLst>
                  <a:ext uri="{FF2B5EF4-FFF2-40B4-BE49-F238E27FC236}">
                    <a16:creationId xmlns:a16="http://schemas.microsoft.com/office/drawing/2014/main" id="{9952B505-99C1-3E2B-E579-98109D3D6309}"/>
                  </a:ext>
                </a:extLst>
              </p:cNvPr>
              <p:cNvSpPr/>
              <p:nvPr/>
            </p:nvSpPr>
            <p:spPr>
              <a:xfrm>
                <a:off x="5613275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4" name="Rectangle 7233">
                <a:extLst>
                  <a:ext uri="{FF2B5EF4-FFF2-40B4-BE49-F238E27FC236}">
                    <a16:creationId xmlns:a16="http://schemas.microsoft.com/office/drawing/2014/main" id="{C2108276-D038-EDD4-CE37-953BD6CC675F}"/>
                  </a:ext>
                </a:extLst>
              </p:cNvPr>
              <p:cNvSpPr/>
              <p:nvPr/>
            </p:nvSpPr>
            <p:spPr>
              <a:xfrm>
                <a:off x="5711519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5" name="Rectangle 7234">
                <a:extLst>
                  <a:ext uri="{FF2B5EF4-FFF2-40B4-BE49-F238E27FC236}">
                    <a16:creationId xmlns:a16="http://schemas.microsoft.com/office/drawing/2014/main" id="{B4404D57-1670-A5F3-A934-77419648A4ED}"/>
                  </a:ext>
                </a:extLst>
              </p:cNvPr>
              <p:cNvSpPr/>
              <p:nvPr/>
            </p:nvSpPr>
            <p:spPr>
              <a:xfrm>
                <a:off x="5711519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6" name="Rectangle 7235">
                <a:extLst>
                  <a:ext uri="{FF2B5EF4-FFF2-40B4-BE49-F238E27FC236}">
                    <a16:creationId xmlns:a16="http://schemas.microsoft.com/office/drawing/2014/main" id="{DFD44A71-F399-EB6E-3F74-63F6485655C5}"/>
                  </a:ext>
                </a:extLst>
              </p:cNvPr>
              <p:cNvSpPr/>
              <p:nvPr/>
            </p:nvSpPr>
            <p:spPr>
              <a:xfrm>
                <a:off x="5711519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7" name="Rectangle 7236">
                <a:extLst>
                  <a:ext uri="{FF2B5EF4-FFF2-40B4-BE49-F238E27FC236}">
                    <a16:creationId xmlns:a16="http://schemas.microsoft.com/office/drawing/2014/main" id="{89FE8893-BA11-6DA1-3AA2-71D1629509E9}"/>
                  </a:ext>
                </a:extLst>
              </p:cNvPr>
              <p:cNvSpPr/>
              <p:nvPr/>
            </p:nvSpPr>
            <p:spPr>
              <a:xfrm>
                <a:off x="5711519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8" name="Rectangle 7237">
                <a:extLst>
                  <a:ext uri="{FF2B5EF4-FFF2-40B4-BE49-F238E27FC236}">
                    <a16:creationId xmlns:a16="http://schemas.microsoft.com/office/drawing/2014/main" id="{8E7C94C7-D036-A5A8-D847-491ACCB251C4}"/>
                  </a:ext>
                </a:extLst>
              </p:cNvPr>
              <p:cNvSpPr/>
              <p:nvPr/>
            </p:nvSpPr>
            <p:spPr>
              <a:xfrm>
                <a:off x="5711519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39" name="Rectangle 7238">
                <a:extLst>
                  <a:ext uri="{FF2B5EF4-FFF2-40B4-BE49-F238E27FC236}">
                    <a16:creationId xmlns:a16="http://schemas.microsoft.com/office/drawing/2014/main" id="{DC56B4FA-3BFE-3787-7FEF-074D48B6C6FE}"/>
                  </a:ext>
                </a:extLst>
              </p:cNvPr>
              <p:cNvSpPr/>
              <p:nvPr/>
            </p:nvSpPr>
            <p:spPr>
              <a:xfrm>
                <a:off x="5711519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0" name="Rectangle 7239">
                <a:extLst>
                  <a:ext uri="{FF2B5EF4-FFF2-40B4-BE49-F238E27FC236}">
                    <a16:creationId xmlns:a16="http://schemas.microsoft.com/office/drawing/2014/main" id="{0FF9BB42-B58A-7D44-A752-B44651EABA46}"/>
                  </a:ext>
                </a:extLst>
              </p:cNvPr>
              <p:cNvSpPr/>
              <p:nvPr/>
            </p:nvSpPr>
            <p:spPr>
              <a:xfrm>
                <a:off x="5711519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1" name="Rectangle 7240">
                <a:extLst>
                  <a:ext uri="{FF2B5EF4-FFF2-40B4-BE49-F238E27FC236}">
                    <a16:creationId xmlns:a16="http://schemas.microsoft.com/office/drawing/2014/main" id="{EEEE3F05-E1CE-5C84-F93B-C966E4955366}"/>
                  </a:ext>
                </a:extLst>
              </p:cNvPr>
              <p:cNvSpPr/>
              <p:nvPr/>
            </p:nvSpPr>
            <p:spPr>
              <a:xfrm>
                <a:off x="5711519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2" name="Rectangle 7241">
                <a:extLst>
                  <a:ext uri="{FF2B5EF4-FFF2-40B4-BE49-F238E27FC236}">
                    <a16:creationId xmlns:a16="http://schemas.microsoft.com/office/drawing/2014/main" id="{606A920B-47AB-D93A-08E7-FD3FA8B282AE}"/>
                  </a:ext>
                </a:extLst>
              </p:cNvPr>
              <p:cNvSpPr/>
              <p:nvPr/>
            </p:nvSpPr>
            <p:spPr>
              <a:xfrm>
                <a:off x="5711519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3" name="Rectangle 7242">
                <a:extLst>
                  <a:ext uri="{FF2B5EF4-FFF2-40B4-BE49-F238E27FC236}">
                    <a16:creationId xmlns:a16="http://schemas.microsoft.com/office/drawing/2014/main" id="{7A2E8B8F-147F-B13F-5305-C92A8BE5B1A9}"/>
                  </a:ext>
                </a:extLst>
              </p:cNvPr>
              <p:cNvSpPr/>
              <p:nvPr/>
            </p:nvSpPr>
            <p:spPr>
              <a:xfrm>
                <a:off x="5711519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4" name="Rectangle 7243">
                <a:extLst>
                  <a:ext uri="{FF2B5EF4-FFF2-40B4-BE49-F238E27FC236}">
                    <a16:creationId xmlns:a16="http://schemas.microsoft.com/office/drawing/2014/main" id="{76B09C8C-9157-91E0-4F2C-049ED911F903}"/>
                  </a:ext>
                </a:extLst>
              </p:cNvPr>
              <p:cNvSpPr/>
              <p:nvPr/>
            </p:nvSpPr>
            <p:spPr>
              <a:xfrm>
                <a:off x="5711519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5" name="Rectangle 7244">
                <a:extLst>
                  <a:ext uri="{FF2B5EF4-FFF2-40B4-BE49-F238E27FC236}">
                    <a16:creationId xmlns:a16="http://schemas.microsoft.com/office/drawing/2014/main" id="{22BDDFEB-E15A-4CAD-141F-52CB19A03DCF}"/>
                  </a:ext>
                </a:extLst>
              </p:cNvPr>
              <p:cNvSpPr/>
              <p:nvPr/>
            </p:nvSpPr>
            <p:spPr>
              <a:xfrm>
                <a:off x="5711519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6" name="Rectangle 7245">
                <a:extLst>
                  <a:ext uri="{FF2B5EF4-FFF2-40B4-BE49-F238E27FC236}">
                    <a16:creationId xmlns:a16="http://schemas.microsoft.com/office/drawing/2014/main" id="{BBD75298-7065-3C6C-4AF7-9B2D3F598389}"/>
                  </a:ext>
                </a:extLst>
              </p:cNvPr>
              <p:cNvSpPr/>
              <p:nvPr/>
            </p:nvSpPr>
            <p:spPr>
              <a:xfrm>
                <a:off x="5711519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7" name="Rectangle 7246">
                <a:extLst>
                  <a:ext uri="{FF2B5EF4-FFF2-40B4-BE49-F238E27FC236}">
                    <a16:creationId xmlns:a16="http://schemas.microsoft.com/office/drawing/2014/main" id="{A445E892-EE16-D1C0-DD2C-420303172184}"/>
                  </a:ext>
                </a:extLst>
              </p:cNvPr>
              <p:cNvSpPr/>
              <p:nvPr/>
            </p:nvSpPr>
            <p:spPr>
              <a:xfrm>
                <a:off x="5711519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8" name="Rectangle 7247">
                <a:extLst>
                  <a:ext uri="{FF2B5EF4-FFF2-40B4-BE49-F238E27FC236}">
                    <a16:creationId xmlns:a16="http://schemas.microsoft.com/office/drawing/2014/main" id="{E86C1558-2E57-03E2-0DEB-29397AAB08A4}"/>
                  </a:ext>
                </a:extLst>
              </p:cNvPr>
              <p:cNvSpPr/>
              <p:nvPr/>
            </p:nvSpPr>
            <p:spPr>
              <a:xfrm>
                <a:off x="5711519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49" name="Rectangle 7248">
                <a:extLst>
                  <a:ext uri="{FF2B5EF4-FFF2-40B4-BE49-F238E27FC236}">
                    <a16:creationId xmlns:a16="http://schemas.microsoft.com/office/drawing/2014/main" id="{2DA0F72C-56F4-4ED7-A4EF-7DEECF148752}"/>
                  </a:ext>
                </a:extLst>
              </p:cNvPr>
              <p:cNvSpPr/>
              <p:nvPr/>
            </p:nvSpPr>
            <p:spPr>
              <a:xfrm>
                <a:off x="5711519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0" name="Rectangle 7249">
                <a:extLst>
                  <a:ext uri="{FF2B5EF4-FFF2-40B4-BE49-F238E27FC236}">
                    <a16:creationId xmlns:a16="http://schemas.microsoft.com/office/drawing/2014/main" id="{9699D98F-996F-6C03-4F6E-B691B730A1D8}"/>
                  </a:ext>
                </a:extLst>
              </p:cNvPr>
              <p:cNvSpPr/>
              <p:nvPr/>
            </p:nvSpPr>
            <p:spPr>
              <a:xfrm>
                <a:off x="5711519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1" name="Rectangle 7250">
                <a:extLst>
                  <a:ext uri="{FF2B5EF4-FFF2-40B4-BE49-F238E27FC236}">
                    <a16:creationId xmlns:a16="http://schemas.microsoft.com/office/drawing/2014/main" id="{C25AFAE3-1B25-B23C-8A46-8DB7D0478803}"/>
                  </a:ext>
                </a:extLst>
              </p:cNvPr>
              <p:cNvSpPr/>
              <p:nvPr/>
            </p:nvSpPr>
            <p:spPr>
              <a:xfrm>
                <a:off x="5711519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2" name="Rectangle 7251">
                <a:extLst>
                  <a:ext uri="{FF2B5EF4-FFF2-40B4-BE49-F238E27FC236}">
                    <a16:creationId xmlns:a16="http://schemas.microsoft.com/office/drawing/2014/main" id="{C675055E-0C4F-476C-3242-5E44FE1F598A}"/>
                  </a:ext>
                </a:extLst>
              </p:cNvPr>
              <p:cNvSpPr/>
              <p:nvPr/>
            </p:nvSpPr>
            <p:spPr>
              <a:xfrm>
                <a:off x="5711519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3" name="Rectangle 7252">
                <a:extLst>
                  <a:ext uri="{FF2B5EF4-FFF2-40B4-BE49-F238E27FC236}">
                    <a16:creationId xmlns:a16="http://schemas.microsoft.com/office/drawing/2014/main" id="{7BEFA243-2A64-DF63-901E-04F1E0DAC48B}"/>
                  </a:ext>
                </a:extLst>
              </p:cNvPr>
              <p:cNvSpPr/>
              <p:nvPr/>
            </p:nvSpPr>
            <p:spPr>
              <a:xfrm>
                <a:off x="5711519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4" name="Rectangle 7253">
                <a:extLst>
                  <a:ext uri="{FF2B5EF4-FFF2-40B4-BE49-F238E27FC236}">
                    <a16:creationId xmlns:a16="http://schemas.microsoft.com/office/drawing/2014/main" id="{C44B518F-9300-CB0B-3213-E21FE64FD363}"/>
                  </a:ext>
                </a:extLst>
              </p:cNvPr>
              <p:cNvSpPr/>
              <p:nvPr/>
            </p:nvSpPr>
            <p:spPr>
              <a:xfrm>
                <a:off x="5711519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5" name="Rectangle 7254">
                <a:extLst>
                  <a:ext uri="{FF2B5EF4-FFF2-40B4-BE49-F238E27FC236}">
                    <a16:creationId xmlns:a16="http://schemas.microsoft.com/office/drawing/2014/main" id="{1B23E313-4766-FFA1-C48D-BA1B5571E19A}"/>
                  </a:ext>
                </a:extLst>
              </p:cNvPr>
              <p:cNvSpPr/>
              <p:nvPr/>
            </p:nvSpPr>
            <p:spPr>
              <a:xfrm>
                <a:off x="5711519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6" name="Rectangle 7255">
                <a:extLst>
                  <a:ext uri="{FF2B5EF4-FFF2-40B4-BE49-F238E27FC236}">
                    <a16:creationId xmlns:a16="http://schemas.microsoft.com/office/drawing/2014/main" id="{82BE5662-2631-E3FF-BF18-E7CC7388DF24}"/>
                  </a:ext>
                </a:extLst>
              </p:cNvPr>
              <p:cNvSpPr/>
              <p:nvPr/>
            </p:nvSpPr>
            <p:spPr>
              <a:xfrm>
                <a:off x="5711519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7" name="Rectangle 7256">
                <a:extLst>
                  <a:ext uri="{FF2B5EF4-FFF2-40B4-BE49-F238E27FC236}">
                    <a16:creationId xmlns:a16="http://schemas.microsoft.com/office/drawing/2014/main" id="{9B1AA754-55DD-70DA-A003-03ECFF9CCF64}"/>
                  </a:ext>
                </a:extLst>
              </p:cNvPr>
              <p:cNvSpPr/>
              <p:nvPr/>
            </p:nvSpPr>
            <p:spPr>
              <a:xfrm>
                <a:off x="5711519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8" name="Rectangle 7257">
                <a:extLst>
                  <a:ext uri="{FF2B5EF4-FFF2-40B4-BE49-F238E27FC236}">
                    <a16:creationId xmlns:a16="http://schemas.microsoft.com/office/drawing/2014/main" id="{8674C8D1-318E-676D-01F6-2BB0FB7F0E6D}"/>
                  </a:ext>
                </a:extLst>
              </p:cNvPr>
              <p:cNvSpPr/>
              <p:nvPr/>
            </p:nvSpPr>
            <p:spPr>
              <a:xfrm>
                <a:off x="5711519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59" name="Rectangle 7258">
                <a:extLst>
                  <a:ext uri="{FF2B5EF4-FFF2-40B4-BE49-F238E27FC236}">
                    <a16:creationId xmlns:a16="http://schemas.microsoft.com/office/drawing/2014/main" id="{869EAF96-6785-A58A-3EDE-40F5850B4E26}"/>
                  </a:ext>
                </a:extLst>
              </p:cNvPr>
              <p:cNvSpPr/>
              <p:nvPr/>
            </p:nvSpPr>
            <p:spPr>
              <a:xfrm>
                <a:off x="5711519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0" name="Rectangle 7259">
                <a:extLst>
                  <a:ext uri="{FF2B5EF4-FFF2-40B4-BE49-F238E27FC236}">
                    <a16:creationId xmlns:a16="http://schemas.microsoft.com/office/drawing/2014/main" id="{FDCB8D8A-04A4-D3A4-D659-118B8C9F5173}"/>
                  </a:ext>
                </a:extLst>
              </p:cNvPr>
              <p:cNvSpPr/>
              <p:nvPr/>
            </p:nvSpPr>
            <p:spPr>
              <a:xfrm>
                <a:off x="5711519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1" name="Rectangle 7260">
                <a:extLst>
                  <a:ext uri="{FF2B5EF4-FFF2-40B4-BE49-F238E27FC236}">
                    <a16:creationId xmlns:a16="http://schemas.microsoft.com/office/drawing/2014/main" id="{FE9D2E35-606E-7717-1E13-81060DF3C479}"/>
                  </a:ext>
                </a:extLst>
              </p:cNvPr>
              <p:cNvSpPr/>
              <p:nvPr/>
            </p:nvSpPr>
            <p:spPr>
              <a:xfrm>
                <a:off x="5711519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2" name="Rectangle 7261">
                <a:extLst>
                  <a:ext uri="{FF2B5EF4-FFF2-40B4-BE49-F238E27FC236}">
                    <a16:creationId xmlns:a16="http://schemas.microsoft.com/office/drawing/2014/main" id="{3CDD6626-0CD4-8E25-0A5A-77ED9C1F8F30}"/>
                  </a:ext>
                </a:extLst>
              </p:cNvPr>
              <p:cNvSpPr/>
              <p:nvPr/>
            </p:nvSpPr>
            <p:spPr>
              <a:xfrm>
                <a:off x="5711519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3" name="Rectangle 7262">
                <a:extLst>
                  <a:ext uri="{FF2B5EF4-FFF2-40B4-BE49-F238E27FC236}">
                    <a16:creationId xmlns:a16="http://schemas.microsoft.com/office/drawing/2014/main" id="{C246B429-1CD0-1CFD-FDC8-0405004B1335}"/>
                  </a:ext>
                </a:extLst>
              </p:cNvPr>
              <p:cNvSpPr/>
              <p:nvPr/>
            </p:nvSpPr>
            <p:spPr>
              <a:xfrm>
                <a:off x="5711519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4" name="Rectangle 7263">
                <a:extLst>
                  <a:ext uri="{FF2B5EF4-FFF2-40B4-BE49-F238E27FC236}">
                    <a16:creationId xmlns:a16="http://schemas.microsoft.com/office/drawing/2014/main" id="{14A74C9A-F560-C8F5-7A7B-0A4DD9BF44BF}"/>
                  </a:ext>
                </a:extLst>
              </p:cNvPr>
              <p:cNvSpPr/>
              <p:nvPr/>
            </p:nvSpPr>
            <p:spPr>
              <a:xfrm>
                <a:off x="5711519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5" name="Rectangle 7264">
                <a:extLst>
                  <a:ext uri="{FF2B5EF4-FFF2-40B4-BE49-F238E27FC236}">
                    <a16:creationId xmlns:a16="http://schemas.microsoft.com/office/drawing/2014/main" id="{856F4AD6-15FC-39E9-1976-E9D4E3B2C3A0}"/>
                  </a:ext>
                </a:extLst>
              </p:cNvPr>
              <p:cNvSpPr/>
              <p:nvPr/>
            </p:nvSpPr>
            <p:spPr>
              <a:xfrm>
                <a:off x="5711519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6" name="Rectangle 7265">
                <a:extLst>
                  <a:ext uri="{FF2B5EF4-FFF2-40B4-BE49-F238E27FC236}">
                    <a16:creationId xmlns:a16="http://schemas.microsoft.com/office/drawing/2014/main" id="{551E27C0-C5DE-40AB-8DD9-9A5E80F93719}"/>
                  </a:ext>
                </a:extLst>
              </p:cNvPr>
              <p:cNvSpPr/>
              <p:nvPr/>
            </p:nvSpPr>
            <p:spPr>
              <a:xfrm>
                <a:off x="5711519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7" name="Rectangle 7266">
                <a:extLst>
                  <a:ext uri="{FF2B5EF4-FFF2-40B4-BE49-F238E27FC236}">
                    <a16:creationId xmlns:a16="http://schemas.microsoft.com/office/drawing/2014/main" id="{5512786A-5DB7-5356-525C-0F7937CBF4E3}"/>
                  </a:ext>
                </a:extLst>
              </p:cNvPr>
              <p:cNvSpPr/>
              <p:nvPr/>
            </p:nvSpPr>
            <p:spPr>
              <a:xfrm>
                <a:off x="5711519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8" name="Rectangle 7267">
                <a:extLst>
                  <a:ext uri="{FF2B5EF4-FFF2-40B4-BE49-F238E27FC236}">
                    <a16:creationId xmlns:a16="http://schemas.microsoft.com/office/drawing/2014/main" id="{2790DEA4-AE2C-48A0-4298-384E26593405}"/>
                  </a:ext>
                </a:extLst>
              </p:cNvPr>
              <p:cNvSpPr/>
              <p:nvPr/>
            </p:nvSpPr>
            <p:spPr>
              <a:xfrm>
                <a:off x="5711519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69" name="Rectangle 7268">
                <a:extLst>
                  <a:ext uri="{FF2B5EF4-FFF2-40B4-BE49-F238E27FC236}">
                    <a16:creationId xmlns:a16="http://schemas.microsoft.com/office/drawing/2014/main" id="{30BD1C54-15AA-2C9F-DC2F-CDE33B2FDEE2}"/>
                  </a:ext>
                </a:extLst>
              </p:cNvPr>
              <p:cNvSpPr/>
              <p:nvPr/>
            </p:nvSpPr>
            <p:spPr>
              <a:xfrm>
                <a:off x="5711519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0" name="Rectangle 7269">
                <a:extLst>
                  <a:ext uri="{FF2B5EF4-FFF2-40B4-BE49-F238E27FC236}">
                    <a16:creationId xmlns:a16="http://schemas.microsoft.com/office/drawing/2014/main" id="{0E86C140-B472-B8DC-6288-0D74BBD8A625}"/>
                  </a:ext>
                </a:extLst>
              </p:cNvPr>
              <p:cNvSpPr/>
              <p:nvPr/>
            </p:nvSpPr>
            <p:spPr>
              <a:xfrm>
                <a:off x="5711519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1" name="Rectangle 7270">
                <a:extLst>
                  <a:ext uri="{FF2B5EF4-FFF2-40B4-BE49-F238E27FC236}">
                    <a16:creationId xmlns:a16="http://schemas.microsoft.com/office/drawing/2014/main" id="{5D0DA3C5-CE92-4CBB-D76F-BFD05A191A40}"/>
                  </a:ext>
                </a:extLst>
              </p:cNvPr>
              <p:cNvSpPr/>
              <p:nvPr/>
            </p:nvSpPr>
            <p:spPr>
              <a:xfrm>
                <a:off x="5711519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2" name="Rectangle 7271">
                <a:extLst>
                  <a:ext uri="{FF2B5EF4-FFF2-40B4-BE49-F238E27FC236}">
                    <a16:creationId xmlns:a16="http://schemas.microsoft.com/office/drawing/2014/main" id="{8E2E16C6-991D-A5B1-CC64-11A6BF296C2A}"/>
                  </a:ext>
                </a:extLst>
              </p:cNvPr>
              <p:cNvSpPr/>
              <p:nvPr/>
            </p:nvSpPr>
            <p:spPr>
              <a:xfrm>
                <a:off x="5711519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3" name="Rectangle 7272">
                <a:extLst>
                  <a:ext uri="{FF2B5EF4-FFF2-40B4-BE49-F238E27FC236}">
                    <a16:creationId xmlns:a16="http://schemas.microsoft.com/office/drawing/2014/main" id="{A0E2284E-9681-4073-36D6-2593B0955293}"/>
                  </a:ext>
                </a:extLst>
              </p:cNvPr>
              <p:cNvSpPr/>
              <p:nvPr/>
            </p:nvSpPr>
            <p:spPr>
              <a:xfrm>
                <a:off x="5711519" y="39681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4" name="Rectangle 7273">
                <a:extLst>
                  <a:ext uri="{FF2B5EF4-FFF2-40B4-BE49-F238E27FC236}">
                    <a16:creationId xmlns:a16="http://schemas.microsoft.com/office/drawing/2014/main" id="{33C83073-A813-0EA3-8CAB-B0CC0FF5B096}"/>
                  </a:ext>
                </a:extLst>
              </p:cNvPr>
              <p:cNvSpPr/>
              <p:nvPr/>
            </p:nvSpPr>
            <p:spPr>
              <a:xfrm>
                <a:off x="5711519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5" name="Rectangle 7274">
                <a:extLst>
                  <a:ext uri="{FF2B5EF4-FFF2-40B4-BE49-F238E27FC236}">
                    <a16:creationId xmlns:a16="http://schemas.microsoft.com/office/drawing/2014/main" id="{1B14BEBF-7C6E-CBB2-976F-61EC3BABC0D5}"/>
                  </a:ext>
                </a:extLst>
              </p:cNvPr>
              <p:cNvSpPr/>
              <p:nvPr/>
            </p:nvSpPr>
            <p:spPr>
              <a:xfrm>
                <a:off x="5711519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6" name="Rectangle 7275">
                <a:extLst>
                  <a:ext uri="{FF2B5EF4-FFF2-40B4-BE49-F238E27FC236}">
                    <a16:creationId xmlns:a16="http://schemas.microsoft.com/office/drawing/2014/main" id="{B86C9C35-50C0-9EA0-2358-10A34BBD3A51}"/>
                  </a:ext>
                </a:extLst>
              </p:cNvPr>
              <p:cNvSpPr/>
              <p:nvPr/>
            </p:nvSpPr>
            <p:spPr>
              <a:xfrm>
                <a:off x="5711519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7" name="Rectangle 7276">
                <a:extLst>
                  <a:ext uri="{FF2B5EF4-FFF2-40B4-BE49-F238E27FC236}">
                    <a16:creationId xmlns:a16="http://schemas.microsoft.com/office/drawing/2014/main" id="{B0736594-B671-C8CA-DE9C-F50E48AAB29F}"/>
                  </a:ext>
                </a:extLst>
              </p:cNvPr>
              <p:cNvSpPr/>
              <p:nvPr/>
            </p:nvSpPr>
            <p:spPr>
              <a:xfrm>
                <a:off x="5711519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8" name="Rectangle 7277">
                <a:extLst>
                  <a:ext uri="{FF2B5EF4-FFF2-40B4-BE49-F238E27FC236}">
                    <a16:creationId xmlns:a16="http://schemas.microsoft.com/office/drawing/2014/main" id="{9ABA1C2B-CC64-C4C5-5F77-CAEEE94A8BCF}"/>
                  </a:ext>
                </a:extLst>
              </p:cNvPr>
              <p:cNvSpPr/>
              <p:nvPr/>
            </p:nvSpPr>
            <p:spPr>
              <a:xfrm>
                <a:off x="5711519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79" name="Rectangle 7278">
                <a:extLst>
                  <a:ext uri="{FF2B5EF4-FFF2-40B4-BE49-F238E27FC236}">
                    <a16:creationId xmlns:a16="http://schemas.microsoft.com/office/drawing/2014/main" id="{D4C2C2FA-3A6A-07F3-AA3E-42ED4F4B7AEF}"/>
                  </a:ext>
                </a:extLst>
              </p:cNvPr>
              <p:cNvSpPr/>
              <p:nvPr/>
            </p:nvSpPr>
            <p:spPr>
              <a:xfrm>
                <a:off x="5711519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0" name="Rectangle 7279">
                <a:extLst>
                  <a:ext uri="{FF2B5EF4-FFF2-40B4-BE49-F238E27FC236}">
                    <a16:creationId xmlns:a16="http://schemas.microsoft.com/office/drawing/2014/main" id="{0C2C5C83-047F-6709-770B-EF06D468AEA7}"/>
                  </a:ext>
                </a:extLst>
              </p:cNvPr>
              <p:cNvSpPr/>
              <p:nvPr/>
            </p:nvSpPr>
            <p:spPr>
              <a:xfrm>
                <a:off x="5711519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1" name="Rectangle 7280">
                <a:extLst>
                  <a:ext uri="{FF2B5EF4-FFF2-40B4-BE49-F238E27FC236}">
                    <a16:creationId xmlns:a16="http://schemas.microsoft.com/office/drawing/2014/main" id="{FDB0D627-F5F4-1995-CE27-D54738FC91C2}"/>
                  </a:ext>
                </a:extLst>
              </p:cNvPr>
              <p:cNvSpPr/>
              <p:nvPr/>
            </p:nvSpPr>
            <p:spPr>
              <a:xfrm>
                <a:off x="5711519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2" name="Rectangle 7281">
                <a:extLst>
                  <a:ext uri="{FF2B5EF4-FFF2-40B4-BE49-F238E27FC236}">
                    <a16:creationId xmlns:a16="http://schemas.microsoft.com/office/drawing/2014/main" id="{765282F8-764F-A260-F98C-AC12777D382F}"/>
                  </a:ext>
                </a:extLst>
              </p:cNvPr>
              <p:cNvSpPr/>
              <p:nvPr/>
            </p:nvSpPr>
            <p:spPr>
              <a:xfrm>
                <a:off x="5711519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3" name="Rectangle 7282">
                <a:extLst>
                  <a:ext uri="{FF2B5EF4-FFF2-40B4-BE49-F238E27FC236}">
                    <a16:creationId xmlns:a16="http://schemas.microsoft.com/office/drawing/2014/main" id="{1EE37F49-D116-741D-DAF6-88F725604361}"/>
                  </a:ext>
                </a:extLst>
              </p:cNvPr>
              <p:cNvSpPr/>
              <p:nvPr/>
            </p:nvSpPr>
            <p:spPr>
              <a:xfrm>
                <a:off x="5711519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4" name="Rectangle 7283">
                <a:extLst>
                  <a:ext uri="{FF2B5EF4-FFF2-40B4-BE49-F238E27FC236}">
                    <a16:creationId xmlns:a16="http://schemas.microsoft.com/office/drawing/2014/main" id="{8A72C7EE-24DF-1C50-2BAF-308147FF820F}"/>
                  </a:ext>
                </a:extLst>
              </p:cNvPr>
              <p:cNvSpPr/>
              <p:nvPr/>
            </p:nvSpPr>
            <p:spPr>
              <a:xfrm>
                <a:off x="5711519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5" name="Rectangle 7284">
                <a:extLst>
                  <a:ext uri="{FF2B5EF4-FFF2-40B4-BE49-F238E27FC236}">
                    <a16:creationId xmlns:a16="http://schemas.microsoft.com/office/drawing/2014/main" id="{329AF2C5-105B-2871-0B0F-CD6458C66ADB}"/>
                  </a:ext>
                </a:extLst>
              </p:cNvPr>
              <p:cNvSpPr/>
              <p:nvPr/>
            </p:nvSpPr>
            <p:spPr>
              <a:xfrm>
                <a:off x="5711519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6" name="Rectangle 7285">
                <a:extLst>
                  <a:ext uri="{FF2B5EF4-FFF2-40B4-BE49-F238E27FC236}">
                    <a16:creationId xmlns:a16="http://schemas.microsoft.com/office/drawing/2014/main" id="{132CB10B-96ED-4786-A792-87912DF404CE}"/>
                  </a:ext>
                </a:extLst>
              </p:cNvPr>
              <p:cNvSpPr/>
              <p:nvPr/>
            </p:nvSpPr>
            <p:spPr>
              <a:xfrm>
                <a:off x="5711519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7" name="Rectangle 7286">
                <a:extLst>
                  <a:ext uri="{FF2B5EF4-FFF2-40B4-BE49-F238E27FC236}">
                    <a16:creationId xmlns:a16="http://schemas.microsoft.com/office/drawing/2014/main" id="{BB399F42-F1C4-5A43-F45B-6CC87FC41232}"/>
                  </a:ext>
                </a:extLst>
              </p:cNvPr>
              <p:cNvSpPr/>
              <p:nvPr/>
            </p:nvSpPr>
            <p:spPr>
              <a:xfrm>
                <a:off x="5711519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8" name="Rectangle 7287">
                <a:extLst>
                  <a:ext uri="{FF2B5EF4-FFF2-40B4-BE49-F238E27FC236}">
                    <a16:creationId xmlns:a16="http://schemas.microsoft.com/office/drawing/2014/main" id="{3673DD0E-3952-78F4-8B6D-C34931F5D9E2}"/>
                  </a:ext>
                </a:extLst>
              </p:cNvPr>
              <p:cNvSpPr/>
              <p:nvPr/>
            </p:nvSpPr>
            <p:spPr>
              <a:xfrm>
                <a:off x="5711519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89" name="Rectangle 7288">
                <a:extLst>
                  <a:ext uri="{FF2B5EF4-FFF2-40B4-BE49-F238E27FC236}">
                    <a16:creationId xmlns:a16="http://schemas.microsoft.com/office/drawing/2014/main" id="{D602733E-2730-20BE-B011-4645EDAFA96E}"/>
                  </a:ext>
                </a:extLst>
              </p:cNvPr>
              <p:cNvSpPr/>
              <p:nvPr/>
            </p:nvSpPr>
            <p:spPr>
              <a:xfrm>
                <a:off x="5711519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0" name="Rectangle 7289">
                <a:extLst>
                  <a:ext uri="{FF2B5EF4-FFF2-40B4-BE49-F238E27FC236}">
                    <a16:creationId xmlns:a16="http://schemas.microsoft.com/office/drawing/2014/main" id="{5778C83F-FE5A-6354-A4C3-8479CFF066B2}"/>
                  </a:ext>
                </a:extLst>
              </p:cNvPr>
              <p:cNvSpPr/>
              <p:nvPr/>
            </p:nvSpPr>
            <p:spPr>
              <a:xfrm>
                <a:off x="5711519" y="5867151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1" name="Rectangle 7290">
                <a:extLst>
                  <a:ext uri="{FF2B5EF4-FFF2-40B4-BE49-F238E27FC236}">
                    <a16:creationId xmlns:a16="http://schemas.microsoft.com/office/drawing/2014/main" id="{94A79CFF-FEF8-8C25-77C8-82B5E4408781}"/>
                  </a:ext>
                </a:extLst>
              </p:cNvPr>
              <p:cNvSpPr/>
              <p:nvPr/>
            </p:nvSpPr>
            <p:spPr>
              <a:xfrm>
                <a:off x="5711519" y="59788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2" name="Rectangle 7291">
                <a:extLst>
                  <a:ext uri="{FF2B5EF4-FFF2-40B4-BE49-F238E27FC236}">
                    <a16:creationId xmlns:a16="http://schemas.microsoft.com/office/drawing/2014/main" id="{0D4AF6F6-0792-32F2-3493-4B52D6FEBBB1}"/>
                  </a:ext>
                </a:extLst>
              </p:cNvPr>
              <p:cNvSpPr/>
              <p:nvPr/>
            </p:nvSpPr>
            <p:spPr>
              <a:xfrm>
                <a:off x="5711519" y="609052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3" name="Rectangle 7292">
                <a:extLst>
                  <a:ext uri="{FF2B5EF4-FFF2-40B4-BE49-F238E27FC236}">
                    <a16:creationId xmlns:a16="http://schemas.microsoft.com/office/drawing/2014/main" id="{AF2EA945-AC56-CCEE-15EF-AFEEA9D7537D}"/>
                  </a:ext>
                </a:extLst>
              </p:cNvPr>
              <p:cNvSpPr/>
              <p:nvPr/>
            </p:nvSpPr>
            <p:spPr>
              <a:xfrm>
                <a:off x="5711519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4" name="Rectangle 7293">
                <a:extLst>
                  <a:ext uri="{FF2B5EF4-FFF2-40B4-BE49-F238E27FC236}">
                    <a16:creationId xmlns:a16="http://schemas.microsoft.com/office/drawing/2014/main" id="{00816ED3-D2B2-45FC-00BA-F4ACCEBACD31}"/>
                  </a:ext>
                </a:extLst>
              </p:cNvPr>
              <p:cNvSpPr/>
              <p:nvPr/>
            </p:nvSpPr>
            <p:spPr>
              <a:xfrm>
                <a:off x="5711519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5" name="Rectangle 7294">
                <a:extLst>
                  <a:ext uri="{FF2B5EF4-FFF2-40B4-BE49-F238E27FC236}">
                    <a16:creationId xmlns:a16="http://schemas.microsoft.com/office/drawing/2014/main" id="{2B3D6F46-3426-A4CA-2F08-00A1C653C28E}"/>
                  </a:ext>
                </a:extLst>
              </p:cNvPr>
              <p:cNvSpPr/>
              <p:nvPr/>
            </p:nvSpPr>
            <p:spPr>
              <a:xfrm>
                <a:off x="5711519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6" name="Rectangle 7295">
                <a:extLst>
                  <a:ext uri="{FF2B5EF4-FFF2-40B4-BE49-F238E27FC236}">
                    <a16:creationId xmlns:a16="http://schemas.microsoft.com/office/drawing/2014/main" id="{EDE0312F-0EEB-51BA-8BF9-F95C99D08F1C}"/>
                  </a:ext>
                </a:extLst>
              </p:cNvPr>
              <p:cNvSpPr/>
              <p:nvPr/>
            </p:nvSpPr>
            <p:spPr>
              <a:xfrm>
                <a:off x="5711519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7" name="Rectangle 7296">
                <a:extLst>
                  <a:ext uri="{FF2B5EF4-FFF2-40B4-BE49-F238E27FC236}">
                    <a16:creationId xmlns:a16="http://schemas.microsoft.com/office/drawing/2014/main" id="{6CA810BE-0AFF-4C13-B7CE-CC00B18DC655}"/>
                  </a:ext>
                </a:extLst>
              </p:cNvPr>
              <p:cNvSpPr/>
              <p:nvPr/>
            </p:nvSpPr>
            <p:spPr>
              <a:xfrm>
                <a:off x="5711519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8" name="Rectangle 7297">
                <a:extLst>
                  <a:ext uri="{FF2B5EF4-FFF2-40B4-BE49-F238E27FC236}">
                    <a16:creationId xmlns:a16="http://schemas.microsoft.com/office/drawing/2014/main" id="{594F11BF-872A-67B8-9388-50CF843E4646}"/>
                  </a:ext>
                </a:extLst>
              </p:cNvPr>
              <p:cNvSpPr/>
              <p:nvPr/>
            </p:nvSpPr>
            <p:spPr>
              <a:xfrm>
                <a:off x="5711519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299" name="Rectangle 7298">
                <a:extLst>
                  <a:ext uri="{FF2B5EF4-FFF2-40B4-BE49-F238E27FC236}">
                    <a16:creationId xmlns:a16="http://schemas.microsoft.com/office/drawing/2014/main" id="{2DC0E861-3FE5-2825-39F7-3A9388106F6E}"/>
                  </a:ext>
                </a:extLst>
              </p:cNvPr>
              <p:cNvSpPr/>
              <p:nvPr/>
            </p:nvSpPr>
            <p:spPr>
              <a:xfrm>
                <a:off x="5809870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0" name="Rectangle 7299">
                <a:extLst>
                  <a:ext uri="{FF2B5EF4-FFF2-40B4-BE49-F238E27FC236}">
                    <a16:creationId xmlns:a16="http://schemas.microsoft.com/office/drawing/2014/main" id="{A78641CB-C6CA-2475-F675-42027BC56D22}"/>
                  </a:ext>
                </a:extLst>
              </p:cNvPr>
              <p:cNvSpPr/>
              <p:nvPr/>
            </p:nvSpPr>
            <p:spPr>
              <a:xfrm>
                <a:off x="5809870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1" name="Rectangle 7300">
                <a:extLst>
                  <a:ext uri="{FF2B5EF4-FFF2-40B4-BE49-F238E27FC236}">
                    <a16:creationId xmlns:a16="http://schemas.microsoft.com/office/drawing/2014/main" id="{97E8AC44-5A25-E8FB-C113-93796399AE13}"/>
                  </a:ext>
                </a:extLst>
              </p:cNvPr>
              <p:cNvSpPr/>
              <p:nvPr/>
            </p:nvSpPr>
            <p:spPr>
              <a:xfrm>
                <a:off x="5809870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2" name="Rectangle 7301">
                <a:extLst>
                  <a:ext uri="{FF2B5EF4-FFF2-40B4-BE49-F238E27FC236}">
                    <a16:creationId xmlns:a16="http://schemas.microsoft.com/office/drawing/2014/main" id="{29DD79FF-17D3-86CB-99CE-C338A97701D8}"/>
                  </a:ext>
                </a:extLst>
              </p:cNvPr>
              <p:cNvSpPr/>
              <p:nvPr/>
            </p:nvSpPr>
            <p:spPr>
              <a:xfrm>
                <a:off x="5809870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3" name="Rectangle 7302">
                <a:extLst>
                  <a:ext uri="{FF2B5EF4-FFF2-40B4-BE49-F238E27FC236}">
                    <a16:creationId xmlns:a16="http://schemas.microsoft.com/office/drawing/2014/main" id="{10D712EC-74D4-F9C5-7C0C-9787C3327EE3}"/>
                  </a:ext>
                </a:extLst>
              </p:cNvPr>
              <p:cNvSpPr/>
              <p:nvPr/>
            </p:nvSpPr>
            <p:spPr>
              <a:xfrm>
                <a:off x="5809870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4" name="Rectangle 7303">
                <a:extLst>
                  <a:ext uri="{FF2B5EF4-FFF2-40B4-BE49-F238E27FC236}">
                    <a16:creationId xmlns:a16="http://schemas.microsoft.com/office/drawing/2014/main" id="{418168D1-8EDA-0479-6F1D-1662E0F7EC9C}"/>
                  </a:ext>
                </a:extLst>
              </p:cNvPr>
              <p:cNvSpPr/>
              <p:nvPr/>
            </p:nvSpPr>
            <p:spPr>
              <a:xfrm>
                <a:off x="5809870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5" name="Rectangle 7304">
                <a:extLst>
                  <a:ext uri="{FF2B5EF4-FFF2-40B4-BE49-F238E27FC236}">
                    <a16:creationId xmlns:a16="http://schemas.microsoft.com/office/drawing/2014/main" id="{B44CCD5B-BD38-BEF5-D28A-D56CA55D13D6}"/>
                  </a:ext>
                </a:extLst>
              </p:cNvPr>
              <p:cNvSpPr/>
              <p:nvPr/>
            </p:nvSpPr>
            <p:spPr>
              <a:xfrm>
                <a:off x="5809870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6" name="Rectangle 7305">
                <a:extLst>
                  <a:ext uri="{FF2B5EF4-FFF2-40B4-BE49-F238E27FC236}">
                    <a16:creationId xmlns:a16="http://schemas.microsoft.com/office/drawing/2014/main" id="{272B4ACE-DE1D-E118-3BB4-42A99D319F04}"/>
                  </a:ext>
                </a:extLst>
              </p:cNvPr>
              <p:cNvSpPr/>
              <p:nvPr/>
            </p:nvSpPr>
            <p:spPr>
              <a:xfrm>
                <a:off x="5809870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7" name="Rectangle 7306">
                <a:extLst>
                  <a:ext uri="{FF2B5EF4-FFF2-40B4-BE49-F238E27FC236}">
                    <a16:creationId xmlns:a16="http://schemas.microsoft.com/office/drawing/2014/main" id="{40EC628C-E7ED-342B-2C29-70AA00B952DA}"/>
                  </a:ext>
                </a:extLst>
              </p:cNvPr>
              <p:cNvSpPr/>
              <p:nvPr/>
            </p:nvSpPr>
            <p:spPr>
              <a:xfrm>
                <a:off x="5809870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8" name="Rectangle 7307">
                <a:extLst>
                  <a:ext uri="{FF2B5EF4-FFF2-40B4-BE49-F238E27FC236}">
                    <a16:creationId xmlns:a16="http://schemas.microsoft.com/office/drawing/2014/main" id="{09730497-8CBF-2E0F-C810-98303CC42FFB}"/>
                  </a:ext>
                </a:extLst>
              </p:cNvPr>
              <p:cNvSpPr/>
              <p:nvPr/>
            </p:nvSpPr>
            <p:spPr>
              <a:xfrm>
                <a:off x="5809870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09" name="Rectangle 7308">
                <a:extLst>
                  <a:ext uri="{FF2B5EF4-FFF2-40B4-BE49-F238E27FC236}">
                    <a16:creationId xmlns:a16="http://schemas.microsoft.com/office/drawing/2014/main" id="{51CFCA52-93BB-8AE0-0DF5-F2629A399F03}"/>
                  </a:ext>
                </a:extLst>
              </p:cNvPr>
              <p:cNvSpPr/>
              <p:nvPr/>
            </p:nvSpPr>
            <p:spPr>
              <a:xfrm>
                <a:off x="5809870" y="72890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0" name="Rectangle 7309">
                <a:extLst>
                  <a:ext uri="{FF2B5EF4-FFF2-40B4-BE49-F238E27FC236}">
                    <a16:creationId xmlns:a16="http://schemas.microsoft.com/office/drawing/2014/main" id="{0BD1FA82-77B9-26E1-E6DC-C4D2EA8C2204}"/>
                  </a:ext>
                </a:extLst>
              </p:cNvPr>
              <p:cNvSpPr/>
              <p:nvPr/>
            </p:nvSpPr>
            <p:spPr>
              <a:xfrm>
                <a:off x="5809870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1" name="Rectangle 7310">
                <a:extLst>
                  <a:ext uri="{FF2B5EF4-FFF2-40B4-BE49-F238E27FC236}">
                    <a16:creationId xmlns:a16="http://schemas.microsoft.com/office/drawing/2014/main" id="{06B2D52C-D7FF-C67F-4007-5E77E5D4F39D}"/>
                  </a:ext>
                </a:extLst>
              </p:cNvPr>
              <p:cNvSpPr/>
              <p:nvPr/>
            </p:nvSpPr>
            <p:spPr>
              <a:xfrm>
                <a:off x="5809870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2" name="Rectangle 7311">
                <a:extLst>
                  <a:ext uri="{FF2B5EF4-FFF2-40B4-BE49-F238E27FC236}">
                    <a16:creationId xmlns:a16="http://schemas.microsoft.com/office/drawing/2014/main" id="{14B733DD-0E21-C426-B5F2-E507FBB2FED7}"/>
                  </a:ext>
                </a:extLst>
              </p:cNvPr>
              <p:cNvSpPr/>
              <p:nvPr/>
            </p:nvSpPr>
            <p:spPr>
              <a:xfrm>
                <a:off x="5809870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3" name="Rectangle 7312">
                <a:extLst>
                  <a:ext uri="{FF2B5EF4-FFF2-40B4-BE49-F238E27FC236}">
                    <a16:creationId xmlns:a16="http://schemas.microsoft.com/office/drawing/2014/main" id="{6EEF5245-F429-9BBF-80AD-A93E84F30213}"/>
                  </a:ext>
                </a:extLst>
              </p:cNvPr>
              <p:cNvSpPr/>
              <p:nvPr/>
            </p:nvSpPr>
            <p:spPr>
              <a:xfrm>
                <a:off x="5809870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4" name="Rectangle 7313">
                <a:extLst>
                  <a:ext uri="{FF2B5EF4-FFF2-40B4-BE49-F238E27FC236}">
                    <a16:creationId xmlns:a16="http://schemas.microsoft.com/office/drawing/2014/main" id="{6EFE8F0F-B82F-539A-68D1-73C407D153DE}"/>
                  </a:ext>
                </a:extLst>
              </p:cNvPr>
              <p:cNvSpPr/>
              <p:nvPr/>
            </p:nvSpPr>
            <p:spPr>
              <a:xfrm>
                <a:off x="5809870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5" name="Rectangle 7314">
                <a:extLst>
                  <a:ext uri="{FF2B5EF4-FFF2-40B4-BE49-F238E27FC236}">
                    <a16:creationId xmlns:a16="http://schemas.microsoft.com/office/drawing/2014/main" id="{6E63E229-499A-05AD-D51C-F02B206AD343}"/>
                  </a:ext>
                </a:extLst>
              </p:cNvPr>
              <p:cNvSpPr/>
              <p:nvPr/>
            </p:nvSpPr>
            <p:spPr>
              <a:xfrm>
                <a:off x="5809870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6" name="Rectangle 7315">
                <a:extLst>
                  <a:ext uri="{FF2B5EF4-FFF2-40B4-BE49-F238E27FC236}">
                    <a16:creationId xmlns:a16="http://schemas.microsoft.com/office/drawing/2014/main" id="{98C909FB-1D15-7200-0F6F-AD5071E0849D}"/>
                  </a:ext>
                </a:extLst>
              </p:cNvPr>
              <p:cNvSpPr/>
              <p:nvPr/>
            </p:nvSpPr>
            <p:spPr>
              <a:xfrm>
                <a:off x="5809870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7" name="Rectangle 7316">
                <a:extLst>
                  <a:ext uri="{FF2B5EF4-FFF2-40B4-BE49-F238E27FC236}">
                    <a16:creationId xmlns:a16="http://schemas.microsoft.com/office/drawing/2014/main" id="{AACC5796-F890-82F4-20FF-B34ED47758D5}"/>
                  </a:ext>
                </a:extLst>
              </p:cNvPr>
              <p:cNvSpPr/>
              <p:nvPr/>
            </p:nvSpPr>
            <p:spPr>
              <a:xfrm>
                <a:off x="5809870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8" name="Rectangle 7317">
                <a:extLst>
                  <a:ext uri="{FF2B5EF4-FFF2-40B4-BE49-F238E27FC236}">
                    <a16:creationId xmlns:a16="http://schemas.microsoft.com/office/drawing/2014/main" id="{B52D42BF-FA05-9229-F2B7-BE53AF885BA8}"/>
                  </a:ext>
                </a:extLst>
              </p:cNvPr>
              <p:cNvSpPr/>
              <p:nvPr/>
            </p:nvSpPr>
            <p:spPr>
              <a:xfrm>
                <a:off x="5809870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19" name="Rectangle 7318">
                <a:extLst>
                  <a:ext uri="{FF2B5EF4-FFF2-40B4-BE49-F238E27FC236}">
                    <a16:creationId xmlns:a16="http://schemas.microsoft.com/office/drawing/2014/main" id="{30B4695E-775E-3812-3B62-F4B2B13A7F4D}"/>
                  </a:ext>
                </a:extLst>
              </p:cNvPr>
              <p:cNvSpPr/>
              <p:nvPr/>
            </p:nvSpPr>
            <p:spPr>
              <a:xfrm>
                <a:off x="5809870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0" name="Rectangle 7319">
                <a:extLst>
                  <a:ext uri="{FF2B5EF4-FFF2-40B4-BE49-F238E27FC236}">
                    <a16:creationId xmlns:a16="http://schemas.microsoft.com/office/drawing/2014/main" id="{EB93757E-15C9-1DD5-8E6C-85F38418D54E}"/>
                  </a:ext>
                </a:extLst>
              </p:cNvPr>
              <p:cNvSpPr/>
              <p:nvPr/>
            </p:nvSpPr>
            <p:spPr>
              <a:xfrm>
                <a:off x="5809870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1" name="Rectangle 7320">
                <a:extLst>
                  <a:ext uri="{FF2B5EF4-FFF2-40B4-BE49-F238E27FC236}">
                    <a16:creationId xmlns:a16="http://schemas.microsoft.com/office/drawing/2014/main" id="{CF52C8BA-C7FF-8F8D-2186-125EB521692F}"/>
                  </a:ext>
                </a:extLst>
              </p:cNvPr>
              <p:cNvSpPr/>
              <p:nvPr/>
            </p:nvSpPr>
            <p:spPr>
              <a:xfrm>
                <a:off x="5809870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2" name="Rectangle 7321">
                <a:extLst>
                  <a:ext uri="{FF2B5EF4-FFF2-40B4-BE49-F238E27FC236}">
                    <a16:creationId xmlns:a16="http://schemas.microsoft.com/office/drawing/2014/main" id="{ECDFFC27-1B03-22CA-0514-73602E487416}"/>
                  </a:ext>
                </a:extLst>
              </p:cNvPr>
              <p:cNvSpPr/>
              <p:nvPr/>
            </p:nvSpPr>
            <p:spPr>
              <a:xfrm>
                <a:off x="5809870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3" name="Rectangle 7322">
                <a:extLst>
                  <a:ext uri="{FF2B5EF4-FFF2-40B4-BE49-F238E27FC236}">
                    <a16:creationId xmlns:a16="http://schemas.microsoft.com/office/drawing/2014/main" id="{298496AA-0987-1D68-0271-698C475562CB}"/>
                  </a:ext>
                </a:extLst>
              </p:cNvPr>
              <p:cNvSpPr/>
              <p:nvPr/>
            </p:nvSpPr>
            <p:spPr>
              <a:xfrm>
                <a:off x="5809870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4" name="Rectangle 7323">
                <a:extLst>
                  <a:ext uri="{FF2B5EF4-FFF2-40B4-BE49-F238E27FC236}">
                    <a16:creationId xmlns:a16="http://schemas.microsoft.com/office/drawing/2014/main" id="{14C416E2-65E4-539E-5035-21CE530956C4}"/>
                  </a:ext>
                </a:extLst>
              </p:cNvPr>
              <p:cNvSpPr/>
              <p:nvPr/>
            </p:nvSpPr>
            <p:spPr>
              <a:xfrm>
                <a:off x="5809870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5" name="Rectangle 7324">
                <a:extLst>
                  <a:ext uri="{FF2B5EF4-FFF2-40B4-BE49-F238E27FC236}">
                    <a16:creationId xmlns:a16="http://schemas.microsoft.com/office/drawing/2014/main" id="{4BB4C871-266D-BB71-7E1F-B6609F7D2CBC}"/>
                  </a:ext>
                </a:extLst>
              </p:cNvPr>
              <p:cNvSpPr/>
              <p:nvPr/>
            </p:nvSpPr>
            <p:spPr>
              <a:xfrm>
                <a:off x="5809870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6" name="Rectangle 7325">
                <a:extLst>
                  <a:ext uri="{FF2B5EF4-FFF2-40B4-BE49-F238E27FC236}">
                    <a16:creationId xmlns:a16="http://schemas.microsoft.com/office/drawing/2014/main" id="{1C6C70C6-0186-6198-CAF8-183E7736DFE6}"/>
                  </a:ext>
                </a:extLst>
              </p:cNvPr>
              <p:cNvSpPr/>
              <p:nvPr/>
            </p:nvSpPr>
            <p:spPr>
              <a:xfrm>
                <a:off x="5809870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7" name="Rectangle 7326">
                <a:extLst>
                  <a:ext uri="{FF2B5EF4-FFF2-40B4-BE49-F238E27FC236}">
                    <a16:creationId xmlns:a16="http://schemas.microsoft.com/office/drawing/2014/main" id="{2F267D66-5BA6-7A72-20AC-4E9CE5A0D72B}"/>
                  </a:ext>
                </a:extLst>
              </p:cNvPr>
              <p:cNvSpPr/>
              <p:nvPr/>
            </p:nvSpPr>
            <p:spPr>
              <a:xfrm>
                <a:off x="5809870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8" name="Rectangle 7327">
                <a:extLst>
                  <a:ext uri="{FF2B5EF4-FFF2-40B4-BE49-F238E27FC236}">
                    <a16:creationId xmlns:a16="http://schemas.microsoft.com/office/drawing/2014/main" id="{299A3D30-6F19-1C92-196F-8B1D17E075F3}"/>
                  </a:ext>
                </a:extLst>
              </p:cNvPr>
              <p:cNvSpPr/>
              <p:nvPr/>
            </p:nvSpPr>
            <p:spPr>
              <a:xfrm>
                <a:off x="5809870" y="28512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29" name="Rectangle 7328">
                <a:extLst>
                  <a:ext uri="{FF2B5EF4-FFF2-40B4-BE49-F238E27FC236}">
                    <a16:creationId xmlns:a16="http://schemas.microsoft.com/office/drawing/2014/main" id="{D1CD31CD-EE73-C615-B520-D4E8FAEBE11A}"/>
                  </a:ext>
                </a:extLst>
              </p:cNvPr>
              <p:cNvSpPr/>
              <p:nvPr/>
            </p:nvSpPr>
            <p:spPr>
              <a:xfrm>
                <a:off x="5809870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0" name="Rectangle 7329">
                <a:extLst>
                  <a:ext uri="{FF2B5EF4-FFF2-40B4-BE49-F238E27FC236}">
                    <a16:creationId xmlns:a16="http://schemas.microsoft.com/office/drawing/2014/main" id="{729D7555-043B-9A12-784A-3F0FD8A92D85}"/>
                  </a:ext>
                </a:extLst>
              </p:cNvPr>
              <p:cNvSpPr/>
              <p:nvPr/>
            </p:nvSpPr>
            <p:spPr>
              <a:xfrm>
                <a:off x="5809870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1" name="Rectangle 7330">
                <a:extLst>
                  <a:ext uri="{FF2B5EF4-FFF2-40B4-BE49-F238E27FC236}">
                    <a16:creationId xmlns:a16="http://schemas.microsoft.com/office/drawing/2014/main" id="{0A707A07-2F5F-194E-ADE7-9E1160B171B8}"/>
                  </a:ext>
                </a:extLst>
              </p:cNvPr>
              <p:cNvSpPr/>
              <p:nvPr/>
            </p:nvSpPr>
            <p:spPr>
              <a:xfrm>
                <a:off x="5809870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2" name="Rectangle 7331">
                <a:extLst>
                  <a:ext uri="{FF2B5EF4-FFF2-40B4-BE49-F238E27FC236}">
                    <a16:creationId xmlns:a16="http://schemas.microsoft.com/office/drawing/2014/main" id="{25BE0E43-FECD-9412-3C79-EEC54D0A2D90}"/>
                  </a:ext>
                </a:extLst>
              </p:cNvPr>
              <p:cNvSpPr/>
              <p:nvPr/>
            </p:nvSpPr>
            <p:spPr>
              <a:xfrm>
                <a:off x="5809870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3" name="Rectangle 7332">
                <a:extLst>
                  <a:ext uri="{FF2B5EF4-FFF2-40B4-BE49-F238E27FC236}">
                    <a16:creationId xmlns:a16="http://schemas.microsoft.com/office/drawing/2014/main" id="{4C6172A8-EDAB-E9E1-06DB-CCC44AB3C86D}"/>
                  </a:ext>
                </a:extLst>
              </p:cNvPr>
              <p:cNvSpPr/>
              <p:nvPr/>
            </p:nvSpPr>
            <p:spPr>
              <a:xfrm>
                <a:off x="5809870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4" name="Rectangle 7333">
                <a:extLst>
                  <a:ext uri="{FF2B5EF4-FFF2-40B4-BE49-F238E27FC236}">
                    <a16:creationId xmlns:a16="http://schemas.microsoft.com/office/drawing/2014/main" id="{B538FF2F-2BAA-068F-B310-6BD4610BDE4B}"/>
                  </a:ext>
                </a:extLst>
              </p:cNvPr>
              <p:cNvSpPr/>
              <p:nvPr/>
            </p:nvSpPr>
            <p:spPr>
              <a:xfrm>
                <a:off x="5809870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5" name="Rectangle 7334">
                <a:extLst>
                  <a:ext uri="{FF2B5EF4-FFF2-40B4-BE49-F238E27FC236}">
                    <a16:creationId xmlns:a16="http://schemas.microsoft.com/office/drawing/2014/main" id="{1922D459-1DF3-72A2-3C48-DEFBA4548BCD}"/>
                  </a:ext>
                </a:extLst>
              </p:cNvPr>
              <p:cNvSpPr/>
              <p:nvPr/>
            </p:nvSpPr>
            <p:spPr>
              <a:xfrm>
                <a:off x="5809870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6" name="Rectangle 7335">
                <a:extLst>
                  <a:ext uri="{FF2B5EF4-FFF2-40B4-BE49-F238E27FC236}">
                    <a16:creationId xmlns:a16="http://schemas.microsoft.com/office/drawing/2014/main" id="{3ADD12CE-F57F-6635-2164-5130C416EE8C}"/>
                  </a:ext>
                </a:extLst>
              </p:cNvPr>
              <p:cNvSpPr/>
              <p:nvPr/>
            </p:nvSpPr>
            <p:spPr>
              <a:xfrm>
                <a:off x="5809870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7" name="Rectangle 7336">
                <a:extLst>
                  <a:ext uri="{FF2B5EF4-FFF2-40B4-BE49-F238E27FC236}">
                    <a16:creationId xmlns:a16="http://schemas.microsoft.com/office/drawing/2014/main" id="{1B5FB6A5-8729-949A-2F6D-90674B21CDBB}"/>
                  </a:ext>
                </a:extLst>
              </p:cNvPr>
              <p:cNvSpPr/>
              <p:nvPr/>
            </p:nvSpPr>
            <p:spPr>
              <a:xfrm>
                <a:off x="5809870" y="385650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8" name="Rectangle 7337">
                <a:extLst>
                  <a:ext uri="{FF2B5EF4-FFF2-40B4-BE49-F238E27FC236}">
                    <a16:creationId xmlns:a16="http://schemas.microsoft.com/office/drawing/2014/main" id="{6243EADB-C353-39B7-F2CA-D99CDFC9A425}"/>
                  </a:ext>
                </a:extLst>
              </p:cNvPr>
              <p:cNvSpPr/>
              <p:nvPr/>
            </p:nvSpPr>
            <p:spPr>
              <a:xfrm>
                <a:off x="5809870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39" name="Rectangle 7338">
                <a:extLst>
                  <a:ext uri="{FF2B5EF4-FFF2-40B4-BE49-F238E27FC236}">
                    <a16:creationId xmlns:a16="http://schemas.microsoft.com/office/drawing/2014/main" id="{C48D268E-A065-A814-8E72-34C26B5DA24C}"/>
                  </a:ext>
                </a:extLst>
              </p:cNvPr>
              <p:cNvSpPr/>
              <p:nvPr/>
            </p:nvSpPr>
            <p:spPr>
              <a:xfrm>
                <a:off x="5809870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0" name="Rectangle 7339">
                <a:extLst>
                  <a:ext uri="{FF2B5EF4-FFF2-40B4-BE49-F238E27FC236}">
                    <a16:creationId xmlns:a16="http://schemas.microsoft.com/office/drawing/2014/main" id="{9A0C4B32-A971-D08D-E954-470BF435999E}"/>
                  </a:ext>
                </a:extLst>
              </p:cNvPr>
              <p:cNvSpPr/>
              <p:nvPr/>
            </p:nvSpPr>
            <p:spPr>
              <a:xfrm>
                <a:off x="5809870" y="4191560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1" name="Rectangle 7340">
                <a:extLst>
                  <a:ext uri="{FF2B5EF4-FFF2-40B4-BE49-F238E27FC236}">
                    <a16:creationId xmlns:a16="http://schemas.microsoft.com/office/drawing/2014/main" id="{976233EB-A7FE-68F8-8B6C-141D41387B07}"/>
                  </a:ext>
                </a:extLst>
              </p:cNvPr>
              <p:cNvSpPr/>
              <p:nvPr/>
            </p:nvSpPr>
            <p:spPr>
              <a:xfrm>
                <a:off x="5809870" y="4303351"/>
                <a:ext cx="98350" cy="111684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2" name="Rectangle 7341">
                <a:extLst>
                  <a:ext uri="{FF2B5EF4-FFF2-40B4-BE49-F238E27FC236}">
                    <a16:creationId xmlns:a16="http://schemas.microsoft.com/office/drawing/2014/main" id="{0FD4AB2A-C5AA-485F-8DF9-46ACC5D18A4B}"/>
                  </a:ext>
                </a:extLst>
              </p:cNvPr>
              <p:cNvSpPr/>
              <p:nvPr/>
            </p:nvSpPr>
            <p:spPr>
              <a:xfrm>
                <a:off x="5809870" y="44150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3" name="Rectangle 7342">
                <a:extLst>
                  <a:ext uri="{FF2B5EF4-FFF2-40B4-BE49-F238E27FC236}">
                    <a16:creationId xmlns:a16="http://schemas.microsoft.com/office/drawing/2014/main" id="{2AEEEC0A-FF22-53CB-81FC-8B8BBEEFF1D9}"/>
                  </a:ext>
                </a:extLst>
              </p:cNvPr>
              <p:cNvSpPr/>
              <p:nvPr/>
            </p:nvSpPr>
            <p:spPr>
              <a:xfrm>
                <a:off x="5809870" y="45267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4" name="Rectangle 7343">
                <a:extLst>
                  <a:ext uri="{FF2B5EF4-FFF2-40B4-BE49-F238E27FC236}">
                    <a16:creationId xmlns:a16="http://schemas.microsoft.com/office/drawing/2014/main" id="{B9DDE3AF-4145-B7D2-81DB-C8D53B5EBB2D}"/>
                  </a:ext>
                </a:extLst>
              </p:cNvPr>
              <p:cNvSpPr/>
              <p:nvPr/>
            </p:nvSpPr>
            <p:spPr>
              <a:xfrm>
                <a:off x="5809870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5" name="Rectangle 7344">
                <a:extLst>
                  <a:ext uri="{FF2B5EF4-FFF2-40B4-BE49-F238E27FC236}">
                    <a16:creationId xmlns:a16="http://schemas.microsoft.com/office/drawing/2014/main" id="{65175029-97B0-CE63-4CC8-7FE7AC5CBEFA}"/>
                  </a:ext>
                </a:extLst>
              </p:cNvPr>
              <p:cNvSpPr/>
              <p:nvPr/>
            </p:nvSpPr>
            <p:spPr>
              <a:xfrm>
                <a:off x="5809870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6" name="Rectangle 7345">
                <a:extLst>
                  <a:ext uri="{FF2B5EF4-FFF2-40B4-BE49-F238E27FC236}">
                    <a16:creationId xmlns:a16="http://schemas.microsoft.com/office/drawing/2014/main" id="{B3FE7655-B761-1B4F-2A3C-4B46FADA7109}"/>
                  </a:ext>
                </a:extLst>
              </p:cNvPr>
              <p:cNvSpPr/>
              <p:nvPr/>
            </p:nvSpPr>
            <p:spPr>
              <a:xfrm>
                <a:off x="5809870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7" name="Rectangle 7346">
                <a:extLst>
                  <a:ext uri="{FF2B5EF4-FFF2-40B4-BE49-F238E27FC236}">
                    <a16:creationId xmlns:a16="http://schemas.microsoft.com/office/drawing/2014/main" id="{A3B7ACDB-B17F-E1DA-7380-94ABA2BD0A32}"/>
                  </a:ext>
                </a:extLst>
              </p:cNvPr>
              <p:cNvSpPr/>
              <p:nvPr/>
            </p:nvSpPr>
            <p:spPr>
              <a:xfrm>
                <a:off x="5809870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8" name="Rectangle 7347">
                <a:extLst>
                  <a:ext uri="{FF2B5EF4-FFF2-40B4-BE49-F238E27FC236}">
                    <a16:creationId xmlns:a16="http://schemas.microsoft.com/office/drawing/2014/main" id="{0089B296-42BB-00B1-D999-AF726B3D4F35}"/>
                  </a:ext>
                </a:extLst>
              </p:cNvPr>
              <p:cNvSpPr/>
              <p:nvPr/>
            </p:nvSpPr>
            <p:spPr>
              <a:xfrm>
                <a:off x="5809870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49" name="Rectangle 7348">
                <a:extLst>
                  <a:ext uri="{FF2B5EF4-FFF2-40B4-BE49-F238E27FC236}">
                    <a16:creationId xmlns:a16="http://schemas.microsoft.com/office/drawing/2014/main" id="{BF79338A-6CCD-DD7F-86E5-60CCF1BC53E6}"/>
                  </a:ext>
                </a:extLst>
              </p:cNvPr>
              <p:cNvSpPr/>
              <p:nvPr/>
            </p:nvSpPr>
            <p:spPr>
              <a:xfrm>
                <a:off x="5809870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0" name="Rectangle 7349">
                <a:extLst>
                  <a:ext uri="{FF2B5EF4-FFF2-40B4-BE49-F238E27FC236}">
                    <a16:creationId xmlns:a16="http://schemas.microsoft.com/office/drawing/2014/main" id="{2DB604B3-17A7-943A-BBDF-96B8F3B1FC6A}"/>
                  </a:ext>
                </a:extLst>
              </p:cNvPr>
              <p:cNvSpPr/>
              <p:nvPr/>
            </p:nvSpPr>
            <p:spPr>
              <a:xfrm>
                <a:off x="5809870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1" name="Rectangle 7350">
                <a:extLst>
                  <a:ext uri="{FF2B5EF4-FFF2-40B4-BE49-F238E27FC236}">
                    <a16:creationId xmlns:a16="http://schemas.microsoft.com/office/drawing/2014/main" id="{4F12BF49-50F6-F602-E5F5-95EE4C192538}"/>
                  </a:ext>
                </a:extLst>
              </p:cNvPr>
              <p:cNvSpPr/>
              <p:nvPr/>
            </p:nvSpPr>
            <p:spPr>
              <a:xfrm>
                <a:off x="5809870" y="54203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2" name="Rectangle 7351">
                <a:extLst>
                  <a:ext uri="{FF2B5EF4-FFF2-40B4-BE49-F238E27FC236}">
                    <a16:creationId xmlns:a16="http://schemas.microsoft.com/office/drawing/2014/main" id="{B2E3D173-27B6-08BB-28AE-F1DE95EB8314}"/>
                  </a:ext>
                </a:extLst>
              </p:cNvPr>
              <p:cNvSpPr/>
              <p:nvPr/>
            </p:nvSpPr>
            <p:spPr>
              <a:xfrm>
                <a:off x="5809870" y="55319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3" name="Rectangle 7352">
                <a:extLst>
                  <a:ext uri="{FF2B5EF4-FFF2-40B4-BE49-F238E27FC236}">
                    <a16:creationId xmlns:a16="http://schemas.microsoft.com/office/drawing/2014/main" id="{D4EC7107-2271-C14D-E034-C45A6A4D3FC1}"/>
                  </a:ext>
                </a:extLst>
              </p:cNvPr>
              <p:cNvSpPr/>
              <p:nvPr/>
            </p:nvSpPr>
            <p:spPr>
              <a:xfrm>
                <a:off x="5809870" y="56436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4" name="Rectangle 7353">
                <a:extLst>
                  <a:ext uri="{FF2B5EF4-FFF2-40B4-BE49-F238E27FC236}">
                    <a16:creationId xmlns:a16="http://schemas.microsoft.com/office/drawing/2014/main" id="{8B22B9CA-F9C5-F0D7-86E5-C45FC63B1DF8}"/>
                  </a:ext>
                </a:extLst>
              </p:cNvPr>
              <p:cNvSpPr/>
              <p:nvPr/>
            </p:nvSpPr>
            <p:spPr>
              <a:xfrm>
                <a:off x="5809870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5" name="Rectangle 7354">
                <a:extLst>
                  <a:ext uri="{FF2B5EF4-FFF2-40B4-BE49-F238E27FC236}">
                    <a16:creationId xmlns:a16="http://schemas.microsoft.com/office/drawing/2014/main" id="{D9F486D5-F3C0-396B-2C7D-2B8A07B7F4B7}"/>
                  </a:ext>
                </a:extLst>
              </p:cNvPr>
              <p:cNvSpPr/>
              <p:nvPr/>
            </p:nvSpPr>
            <p:spPr>
              <a:xfrm>
                <a:off x="5809870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6" name="Rectangle 7355">
                <a:extLst>
                  <a:ext uri="{FF2B5EF4-FFF2-40B4-BE49-F238E27FC236}">
                    <a16:creationId xmlns:a16="http://schemas.microsoft.com/office/drawing/2014/main" id="{224E02F4-1DAE-D0C9-1393-F04ED1E794E9}"/>
                  </a:ext>
                </a:extLst>
              </p:cNvPr>
              <p:cNvSpPr/>
              <p:nvPr/>
            </p:nvSpPr>
            <p:spPr>
              <a:xfrm>
                <a:off x="5809870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7" name="Rectangle 7356">
                <a:extLst>
                  <a:ext uri="{FF2B5EF4-FFF2-40B4-BE49-F238E27FC236}">
                    <a16:creationId xmlns:a16="http://schemas.microsoft.com/office/drawing/2014/main" id="{1E7C154E-4424-49DF-356F-85F9CA080870}"/>
                  </a:ext>
                </a:extLst>
              </p:cNvPr>
              <p:cNvSpPr/>
              <p:nvPr/>
            </p:nvSpPr>
            <p:spPr>
              <a:xfrm>
                <a:off x="5809870" y="60905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8" name="Rectangle 7357">
                <a:extLst>
                  <a:ext uri="{FF2B5EF4-FFF2-40B4-BE49-F238E27FC236}">
                    <a16:creationId xmlns:a16="http://schemas.microsoft.com/office/drawing/2014/main" id="{7E4CED69-A00B-3082-74FB-1F5C2779D544}"/>
                  </a:ext>
                </a:extLst>
              </p:cNvPr>
              <p:cNvSpPr/>
              <p:nvPr/>
            </p:nvSpPr>
            <p:spPr>
              <a:xfrm>
                <a:off x="5809870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59" name="Rectangle 7358">
                <a:extLst>
                  <a:ext uri="{FF2B5EF4-FFF2-40B4-BE49-F238E27FC236}">
                    <a16:creationId xmlns:a16="http://schemas.microsoft.com/office/drawing/2014/main" id="{DF04217C-4EFB-8B1F-A9E4-33CD88DABC59}"/>
                  </a:ext>
                </a:extLst>
              </p:cNvPr>
              <p:cNvSpPr/>
              <p:nvPr/>
            </p:nvSpPr>
            <p:spPr>
              <a:xfrm>
                <a:off x="5809870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0" name="Rectangle 7359">
                <a:extLst>
                  <a:ext uri="{FF2B5EF4-FFF2-40B4-BE49-F238E27FC236}">
                    <a16:creationId xmlns:a16="http://schemas.microsoft.com/office/drawing/2014/main" id="{A67BF78F-E861-9D9A-2F4D-3C469F9CBB5A}"/>
                  </a:ext>
                </a:extLst>
              </p:cNvPr>
              <p:cNvSpPr/>
              <p:nvPr/>
            </p:nvSpPr>
            <p:spPr>
              <a:xfrm>
                <a:off x="5809870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1" name="Rectangle 7360">
                <a:extLst>
                  <a:ext uri="{FF2B5EF4-FFF2-40B4-BE49-F238E27FC236}">
                    <a16:creationId xmlns:a16="http://schemas.microsoft.com/office/drawing/2014/main" id="{D82D9703-493D-8BFF-7EF9-A7C5CCFCFEFF}"/>
                  </a:ext>
                </a:extLst>
              </p:cNvPr>
              <p:cNvSpPr/>
              <p:nvPr/>
            </p:nvSpPr>
            <p:spPr>
              <a:xfrm>
                <a:off x="5809870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2" name="Rectangle 7361">
                <a:extLst>
                  <a:ext uri="{FF2B5EF4-FFF2-40B4-BE49-F238E27FC236}">
                    <a16:creationId xmlns:a16="http://schemas.microsoft.com/office/drawing/2014/main" id="{D0FB56DE-FB5B-CCD4-C1CC-BABA2D7CCCE4}"/>
                  </a:ext>
                </a:extLst>
              </p:cNvPr>
              <p:cNvSpPr/>
              <p:nvPr/>
            </p:nvSpPr>
            <p:spPr>
              <a:xfrm>
                <a:off x="5809870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3" name="Rectangle 7362">
                <a:extLst>
                  <a:ext uri="{FF2B5EF4-FFF2-40B4-BE49-F238E27FC236}">
                    <a16:creationId xmlns:a16="http://schemas.microsoft.com/office/drawing/2014/main" id="{80DCA33F-A152-1434-446A-4D45369B5C08}"/>
                  </a:ext>
                </a:extLst>
              </p:cNvPr>
              <p:cNvSpPr/>
              <p:nvPr/>
            </p:nvSpPr>
            <p:spPr>
              <a:xfrm>
                <a:off x="5809870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4" name="Rectangle 7363">
                <a:extLst>
                  <a:ext uri="{FF2B5EF4-FFF2-40B4-BE49-F238E27FC236}">
                    <a16:creationId xmlns:a16="http://schemas.microsoft.com/office/drawing/2014/main" id="{9ABEA26D-607C-E802-E662-15078CA9D85D}"/>
                  </a:ext>
                </a:extLst>
              </p:cNvPr>
              <p:cNvSpPr/>
              <p:nvPr/>
            </p:nvSpPr>
            <p:spPr>
              <a:xfrm>
                <a:off x="5908221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5" name="Rectangle 7364">
                <a:extLst>
                  <a:ext uri="{FF2B5EF4-FFF2-40B4-BE49-F238E27FC236}">
                    <a16:creationId xmlns:a16="http://schemas.microsoft.com/office/drawing/2014/main" id="{DF48126B-1486-1F8C-8550-187E3FF490DD}"/>
                  </a:ext>
                </a:extLst>
              </p:cNvPr>
              <p:cNvSpPr/>
              <p:nvPr/>
            </p:nvSpPr>
            <p:spPr>
              <a:xfrm>
                <a:off x="5908221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6" name="Rectangle 7365">
                <a:extLst>
                  <a:ext uri="{FF2B5EF4-FFF2-40B4-BE49-F238E27FC236}">
                    <a16:creationId xmlns:a16="http://schemas.microsoft.com/office/drawing/2014/main" id="{A88DE191-2080-9B3B-ACEC-C0E7A379FED4}"/>
                  </a:ext>
                </a:extLst>
              </p:cNvPr>
              <p:cNvSpPr/>
              <p:nvPr/>
            </p:nvSpPr>
            <p:spPr>
              <a:xfrm>
                <a:off x="5908221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7" name="Rectangle 7366">
                <a:extLst>
                  <a:ext uri="{FF2B5EF4-FFF2-40B4-BE49-F238E27FC236}">
                    <a16:creationId xmlns:a16="http://schemas.microsoft.com/office/drawing/2014/main" id="{848926A7-A086-82E0-3A76-5863CA10F53C}"/>
                  </a:ext>
                </a:extLst>
              </p:cNvPr>
              <p:cNvSpPr/>
              <p:nvPr/>
            </p:nvSpPr>
            <p:spPr>
              <a:xfrm>
                <a:off x="5908221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8" name="Rectangle 7367">
                <a:extLst>
                  <a:ext uri="{FF2B5EF4-FFF2-40B4-BE49-F238E27FC236}">
                    <a16:creationId xmlns:a16="http://schemas.microsoft.com/office/drawing/2014/main" id="{2613D1CE-F0C3-D22B-A9BE-720ACAC852A2}"/>
                  </a:ext>
                </a:extLst>
              </p:cNvPr>
              <p:cNvSpPr/>
              <p:nvPr/>
            </p:nvSpPr>
            <p:spPr>
              <a:xfrm>
                <a:off x="5908221" y="586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69" name="Rectangle 7368">
                <a:extLst>
                  <a:ext uri="{FF2B5EF4-FFF2-40B4-BE49-F238E27FC236}">
                    <a16:creationId xmlns:a16="http://schemas.microsoft.com/office/drawing/2014/main" id="{4D77C0DD-5D30-3069-EC10-BEAA0F6180D3}"/>
                  </a:ext>
                </a:extLst>
              </p:cNvPr>
              <p:cNvSpPr/>
              <p:nvPr/>
            </p:nvSpPr>
            <p:spPr>
              <a:xfrm>
                <a:off x="5908221" y="1703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0" name="Rectangle 7369">
                <a:extLst>
                  <a:ext uri="{FF2B5EF4-FFF2-40B4-BE49-F238E27FC236}">
                    <a16:creationId xmlns:a16="http://schemas.microsoft.com/office/drawing/2014/main" id="{0CC2A139-A4C6-683B-DD93-1D7032A87AE8}"/>
                  </a:ext>
                </a:extLst>
              </p:cNvPr>
              <p:cNvSpPr/>
              <p:nvPr/>
            </p:nvSpPr>
            <p:spPr>
              <a:xfrm>
                <a:off x="5908221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1" name="Rectangle 7370">
                <a:extLst>
                  <a:ext uri="{FF2B5EF4-FFF2-40B4-BE49-F238E27FC236}">
                    <a16:creationId xmlns:a16="http://schemas.microsoft.com/office/drawing/2014/main" id="{60D9E2B9-B622-81B9-D8D3-685E15E4B02A}"/>
                  </a:ext>
                </a:extLst>
              </p:cNvPr>
              <p:cNvSpPr/>
              <p:nvPr/>
            </p:nvSpPr>
            <p:spPr>
              <a:xfrm>
                <a:off x="5908221" y="39374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2" name="Rectangle 7371">
                <a:extLst>
                  <a:ext uri="{FF2B5EF4-FFF2-40B4-BE49-F238E27FC236}">
                    <a16:creationId xmlns:a16="http://schemas.microsoft.com/office/drawing/2014/main" id="{2BB90E3B-94B1-7577-665F-12F01688E8E0}"/>
                  </a:ext>
                </a:extLst>
              </p:cNvPr>
              <p:cNvSpPr/>
              <p:nvPr/>
            </p:nvSpPr>
            <p:spPr>
              <a:xfrm>
                <a:off x="5908221" y="5055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3" name="Rectangle 7372">
                <a:extLst>
                  <a:ext uri="{FF2B5EF4-FFF2-40B4-BE49-F238E27FC236}">
                    <a16:creationId xmlns:a16="http://schemas.microsoft.com/office/drawing/2014/main" id="{B40FF72C-AB02-CC47-D067-3D03BF98CB86}"/>
                  </a:ext>
                </a:extLst>
              </p:cNvPr>
              <p:cNvSpPr/>
              <p:nvPr/>
            </p:nvSpPr>
            <p:spPr>
              <a:xfrm>
                <a:off x="5908221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4" name="Rectangle 7373">
                <a:extLst>
                  <a:ext uri="{FF2B5EF4-FFF2-40B4-BE49-F238E27FC236}">
                    <a16:creationId xmlns:a16="http://schemas.microsoft.com/office/drawing/2014/main" id="{3774CD5E-01B8-7B95-04CB-29D24E774446}"/>
                  </a:ext>
                </a:extLst>
              </p:cNvPr>
              <p:cNvSpPr/>
              <p:nvPr/>
            </p:nvSpPr>
            <p:spPr>
              <a:xfrm>
                <a:off x="5908221" y="728907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5" name="Rectangle 7374">
                <a:extLst>
                  <a:ext uri="{FF2B5EF4-FFF2-40B4-BE49-F238E27FC236}">
                    <a16:creationId xmlns:a16="http://schemas.microsoft.com/office/drawing/2014/main" id="{D1D67176-3922-9986-A070-C1A6188DFE80}"/>
                  </a:ext>
                </a:extLst>
              </p:cNvPr>
              <p:cNvSpPr/>
              <p:nvPr/>
            </p:nvSpPr>
            <p:spPr>
              <a:xfrm>
                <a:off x="5908221" y="84059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6" name="Rectangle 7375">
                <a:extLst>
                  <a:ext uri="{FF2B5EF4-FFF2-40B4-BE49-F238E27FC236}">
                    <a16:creationId xmlns:a16="http://schemas.microsoft.com/office/drawing/2014/main" id="{3D5ABD4B-64F5-DA67-DBC6-B743F2C406D1}"/>
                  </a:ext>
                </a:extLst>
              </p:cNvPr>
              <p:cNvSpPr/>
              <p:nvPr/>
            </p:nvSpPr>
            <p:spPr>
              <a:xfrm>
                <a:off x="5908221" y="95227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7" name="Rectangle 7376">
                <a:extLst>
                  <a:ext uri="{FF2B5EF4-FFF2-40B4-BE49-F238E27FC236}">
                    <a16:creationId xmlns:a16="http://schemas.microsoft.com/office/drawing/2014/main" id="{4EFCFB76-B4C3-4CAC-C79C-453F48884535}"/>
                  </a:ext>
                </a:extLst>
              </p:cNvPr>
              <p:cNvSpPr/>
              <p:nvPr/>
            </p:nvSpPr>
            <p:spPr>
              <a:xfrm>
                <a:off x="5908221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8" name="Rectangle 7377">
                <a:extLst>
                  <a:ext uri="{FF2B5EF4-FFF2-40B4-BE49-F238E27FC236}">
                    <a16:creationId xmlns:a16="http://schemas.microsoft.com/office/drawing/2014/main" id="{6B72BF20-9F19-8616-C2FE-EE071780E8BF}"/>
                  </a:ext>
                </a:extLst>
              </p:cNvPr>
              <p:cNvSpPr/>
              <p:nvPr/>
            </p:nvSpPr>
            <p:spPr>
              <a:xfrm>
                <a:off x="5908221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79" name="Rectangle 7378">
                <a:extLst>
                  <a:ext uri="{FF2B5EF4-FFF2-40B4-BE49-F238E27FC236}">
                    <a16:creationId xmlns:a16="http://schemas.microsoft.com/office/drawing/2014/main" id="{1ED03F75-6911-2E7B-F4DA-8436F33E989D}"/>
                  </a:ext>
                </a:extLst>
              </p:cNvPr>
              <p:cNvSpPr/>
              <p:nvPr/>
            </p:nvSpPr>
            <p:spPr>
              <a:xfrm>
                <a:off x="5908221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0" name="Rectangle 7379">
                <a:extLst>
                  <a:ext uri="{FF2B5EF4-FFF2-40B4-BE49-F238E27FC236}">
                    <a16:creationId xmlns:a16="http://schemas.microsoft.com/office/drawing/2014/main" id="{B52BB805-65D5-CEC1-046C-AF6980B11D0E}"/>
                  </a:ext>
                </a:extLst>
              </p:cNvPr>
              <p:cNvSpPr/>
              <p:nvPr/>
            </p:nvSpPr>
            <p:spPr>
              <a:xfrm>
                <a:off x="5908221" y="139912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1" name="Rectangle 7380">
                <a:extLst>
                  <a:ext uri="{FF2B5EF4-FFF2-40B4-BE49-F238E27FC236}">
                    <a16:creationId xmlns:a16="http://schemas.microsoft.com/office/drawing/2014/main" id="{F26A3E88-A254-D93F-C8FB-5E7D22CBCD6B}"/>
                  </a:ext>
                </a:extLst>
              </p:cNvPr>
              <p:cNvSpPr/>
              <p:nvPr/>
            </p:nvSpPr>
            <p:spPr>
              <a:xfrm>
                <a:off x="5908221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2" name="Rectangle 7381">
                <a:extLst>
                  <a:ext uri="{FF2B5EF4-FFF2-40B4-BE49-F238E27FC236}">
                    <a16:creationId xmlns:a16="http://schemas.microsoft.com/office/drawing/2014/main" id="{79B1D742-1F59-71F5-A435-57D3AF3F41D4}"/>
                  </a:ext>
                </a:extLst>
              </p:cNvPr>
              <p:cNvSpPr/>
              <p:nvPr/>
            </p:nvSpPr>
            <p:spPr>
              <a:xfrm>
                <a:off x="5908221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3" name="Rectangle 7382">
                <a:extLst>
                  <a:ext uri="{FF2B5EF4-FFF2-40B4-BE49-F238E27FC236}">
                    <a16:creationId xmlns:a16="http://schemas.microsoft.com/office/drawing/2014/main" id="{B9B9EA27-AF42-5511-4B01-0ECC36FD70D2}"/>
                  </a:ext>
                </a:extLst>
              </p:cNvPr>
              <p:cNvSpPr/>
              <p:nvPr/>
            </p:nvSpPr>
            <p:spPr>
              <a:xfrm>
                <a:off x="5908221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4" name="Rectangle 7383">
                <a:extLst>
                  <a:ext uri="{FF2B5EF4-FFF2-40B4-BE49-F238E27FC236}">
                    <a16:creationId xmlns:a16="http://schemas.microsoft.com/office/drawing/2014/main" id="{3F756795-A247-5DE4-C199-44B9261B8B9C}"/>
                  </a:ext>
                </a:extLst>
              </p:cNvPr>
              <p:cNvSpPr/>
              <p:nvPr/>
            </p:nvSpPr>
            <p:spPr>
              <a:xfrm>
                <a:off x="5908221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5" name="Rectangle 7384">
                <a:extLst>
                  <a:ext uri="{FF2B5EF4-FFF2-40B4-BE49-F238E27FC236}">
                    <a16:creationId xmlns:a16="http://schemas.microsoft.com/office/drawing/2014/main" id="{608E5897-02E9-8D1C-2EBF-9CC00ABCF020}"/>
                  </a:ext>
                </a:extLst>
              </p:cNvPr>
              <p:cNvSpPr/>
              <p:nvPr/>
            </p:nvSpPr>
            <p:spPr>
              <a:xfrm>
                <a:off x="5908221" y="1957652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6" name="Rectangle 7385">
                <a:extLst>
                  <a:ext uri="{FF2B5EF4-FFF2-40B4-BE49-F238E27FC236}">
                    <a16:creationId xmlns:a16="http://schemas.microsoft.com/office/drawing/2014/main" id="{4649DA96-D7E6-6BD5-09BF-7252E2303759}"/>
                  </a:ext>
                </a:extLst>
              </p:cNvPr>
              <p:cNvSpPr/>
              <p:nvPr/>
            </p:nvSpPr>
            <p:spPr>
              <a:xfrm>
                <a:off x="5908221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7" name="Rectangle 7386">
                <a:extLst>
                  <a:ext uri="{FF2B5EF4-FFF2-40B4-BE49-F238E27FC236}">
                    <a16:creationId xmlns:a16="http://schemas.microsoft.com/office/drawing/2014/main" id="{BF0B461E-1C25-171A-DC87-479EE02E7FDC}"/>
                  </a:ext>
                </a:extLst>
              </p:cNvPr>
              <p:cNvSpPr/>
              <p:nvPr/>
            </p:nvSpPr>
            <p:spPr>
              <a:xfrm>
                <a:off x="5908221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8" name="Rectangle 7387">
                <a:extLst>
                  <a:ext uri="{FF2B5EF4-FFF2-40B4-BE49-F238E27FC236}">
                    <a16:creationId xmlns:a16="http://schemas.microsoft.com/office/drawing/2014/main" id="{968B5964-1F04-86E9-F252-464B4F89EC00}"/>
                  </a:ext>
                </a:extLst>
              </p:cNvPr>
              <p:cNvSpPr/>
              <p:nvPr/>
            </p:nvSpPr>
            <p:spPr>
              <a:xfrm>
                <a:off x="5908221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89" name="Rectangle 7388">
                <a:extLst>
                  <a:ext uri="{FF2B5EF4-FFF2-40B4-BE49-F238E27FC236}">
                    <a16:creationId xmlns:a16="http://schemas.microsoft.com/office/drawing/2014/main" id="{91681618-EF49-5FDF-FCB0-C076948E1E76}"/>
                  </a:ext>
                </a:extLst>
              </p:cNvPr>
              <p:cNvSpPr/>
              <p:nvPr/>
            </p:nvSpPr>
            <p:spPr>
              <a:xfrm>
                <a:off x="5908221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0" name="Rectangle 7389">
                <a:extLst>
                  <a:ext uri="{FF2B5EF4-FFF2-40B4-BE49-F238E27FC236}">
                    <a16:creationId xmlns:a16="http://schemas.microsoft.com/office/drawing/2014/main" id="{9EAB8655-A64F-BDB2-C9EA-D962D4D5B410}"/>
                  </a:ext>
                </a:extLst>
              </p:cNvPr>
              <p:cNvSpPr/>
              <p:nvPr/>
            </p:nvSpPr>
            <p:spPr>
              <a:xfrm>
                <a:off x="5908221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1" name="Rectangle 7390">
                <a:extLst>
                  <a:ext uri="{FF2B5EF4-FFF2-40B4-BE49-F238E27FC236}">
                    <a16:creationId xmlns:a16="http://schemas.microsoft.com/office/drawing/2014/main" id="{097BB4E7-4646-FDDA-006C-7990C5D6CFA9}"/>
                  </a:ext>
                </a:extLst>
              </p:cNvPr>
              <p:cNvSpPr/>
              <p:nvPr/>
            </p:nvSpPr>
            <p:spPr>
              <a:xfrm>
                <a:off x="5908221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2" name="Rectangle 7391">
                <a:extLst>
                  <a:ext uri="{FF2B5EF4-FFF2-40B4-BE49-F238E27FC236}">
                    <a16:creationId xmlns:a16="http://schemas.microsoft.com/office/drawing/2014/main" id="{AC846A53-0360-8296-23BA-04F47C56608D}"/>
                  </a:ext>
                </a:extLst>
              </p:cNvPr>
              <p:cNvSpPr/>
              <p:nvPr/>
            </p:nvSpPr>
            <p:spPr>
              <a:xfrm>
                <a:off x="5908221" y="2739552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3" name="Rectangle 7392">
                <a:extLst>
                  <a:ext uri="{FF2B5EF4-FFF2-40B4-BE49-F238E27FC236}">
                    <a16:creationId xmlns:a16="http://schemas.microsoft.com/office/drawing/2014/main" id="{E644D392-7E43-E6E5-6B18-0B5F30670133}"/>
                  </a:ext>
                </a:extLst>
              </p:cNvPr>
              <p:cNvSpPr/>
              <p:nvPr/>
            </p:nvSpPr>
            <p:spPr>
              <a:xfrm>
                <a:off x="5908221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4" name="Rectangle 7393">
                <a:extLst>
                  <a:ext uri="{FF2B5EF4-FFF2-40B4-BE49-F238E27FC236}">
                    <a16:creationId xmlns:a16="http://schemas.microsoft.com/office/drawing/2014/main" id="{D2CF28B3-FF2A-06C7-8594-4E8A977210B2}"/>
                  </a:ext>
                </a:extLst>
              </p:cNvPr>
              <p:cNvSpPr/>
              <p:nvPr/>
            </p:nvSpPr>
            <p:spPr>
              <a:xfrm>
                <a:off x="5908221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5" name="Rectangle 7394">
                <a:extLst>
                  <a:ext uri="{FF2B5EF4-FFF2-40B4-BE49-F238E27FC236}">
                    <a16:creationId xmlns:a16="http://schemas.microsoft.com/office/drawing/2014/main" id="{95B9EA1F-E566-18D7-B3C0-FD2A5281957F}"/>
                  </a:ext>
                </a:extLst>
              </p:cNvPr>
              <p:cNvSpPr/>
              <p:nvPr/>
            </p:nvSpPr>
            <p:spPr>
              <a:xfrm>
                <a:off x="5908221" y="3074606"/>
                <a:ext cx="98350" cy="111684"/>
              </a:xfrm>
              <a:prstGeom prst="rect">
                <a:avLst/>
              </a:prstGeom>
              <a:solidFill>
                <a:srgbClr val="FF7C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6" name="Rectangle 7395">
                <a:extLst>
                  <a:ext uri="{FF2B5EF4-FFF2-40B4-BE49-F238E27FC236}">
                    <a16:creationId xmlns:a16="http://schemas.microsoft.com/office/drawing/2014/main" id="{A4F566C8-ABD4-A715-61B6-0FC517C18782}"/>
                  </a:ext>
                </a:extLst>
              </p:cNvPr>
              <p:cNvSpPr/>
              <p:nvPr/>
            </p:nvSpPr>
            <p:spPr>
              <a:xfrm>
                <a:off x="5908221" y="3186291"/>
                <a:ext cx="98350" cy="111684"/>
              </a:xfrm>
              <a:prstGeom prst="rect">
                <a:avLst/>
              </a:prstGeom>
              <a:solidFill>
                <a:srgbClr val="FF7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7" name="Rectangle 7396">
                <a:extLst>
                  <a:ext uri="{FF2B5EF4-FFF2-40B4-BE49-F238E27FC236}">
                    <a16:creationId xmlns:a16="http://schemas.microsoft.com/office/drawing/2014/main" id="{5A527C04-10F3-92C0-C476-C9326F6CF376}"/>
                  </a:ext>
                </a:extLst>
              </p:cNvPr>
              <p:cNvSpPr/>
              <p:nvPr/>
            </p:nvSpPr>
            <p:spPr>
              <a:xfrm>
                <a:off x="5908221" y="3297975"/>
                <a:ext cx="98350" cy="111684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8" name="Rectangle 7397">
                <a:extLst>
                  <a:ext uri="{FF2B5EF4-FFF2-40B4-BE49-F238E27FC236}">
                    <a16:creationId xmlns:a16="http://schemas.microsoft.com/office/drawing/2014/main" id="{B65ECFF0-1EB0-1A5D-83C3-97953604AA20}"/>
                  </a:ext>
                </a:extLst>
              </p:cNvPr>
              <p:cNvSpPr/>
              <p:nvPr/>
            </p:nvSpPr>
            <p:spPr>
              <a:xfrm>
                <a:off x="5908221" y="34096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399" name="Rectangle 7398">
                <a:extLst>
                  <a:ext uri="{FF2B5EF4-FFF2-40B4-BE49-F238E27FC236}">
                    <a16:creationId xmlns:a16="http://schemas.microsoft.com/office/drawing/2014/main" id="{ABC4EE34-3E85-1265-4797-93991D332852}"/>
                  </a:ext>
                </a:extLst>
              </p:cNvPr>
              <p:cNvSpPr/>
              <p:nvPr/>
            </p:nvSpPr>
            <p:spPr>
              <a:xfrm>
                <a:off x="5908221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0" name="Rectangle 7399">
                <a:extLst>
                  <a:ext uri="{FF2B5EF4-FFF2-40B4-BE49-F238E27FC236}">
                    <a16:creationId xmlns:a16="http://schemas.microsoft.com/office/drawing/2014/main" id="{257052F0-D358-79F3-36BA-F3584E6FDD2A}"/>
                  </a:ext>
                </a:extLst>
              </p:cNvPr>
              <p:cNvSpPr/>
              <p:nvPr/>
            </p:nvSpPr>
            <p:spPr>
              <a:xfrm>
                <a:off x="5908221" y="363313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1" name="Rectangle 7400">
                <a:extLst>
                  <a:ext uri="{FF2B5EF4-FFF2-40B4-BE49-F238E27FC236}">
                    <a16:creationId xmlns:a16="http://schemas.microsoft.com/office/drawing/2014/main" id="{23B6AB41-953E-36F0-CE00-E46981BE14B8}"/>
                  </a:ext>
                </a:extLst>
              </p:cNvPr>
              <p:cNvSpPr/>
              <p:nvPr/>
            </p:nvSpPr>
            <p:spPr>
              <a:xfrm>
                <a:off x="5908221" y="37448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2" name="Rectangle 7401">
                <a:extLst>
                  <a:ext uri="{FF2B5EF4-FFF2-40B4-BE49-F238E27FC236}">
                    <a16:creationId xmlns:a16="http://schemas.microsoft.com/office/drawing/2014/main" id="{0C4A423C-48A9-9B12-F439-685264D7B944}"/>
                  </a:ext>
                </a:extLst>
              </p:cNvPr>
              <p:cNvSpPr/>
              <p:nvPr/>
            </p:nvSpPr>
            <p:spPr>
              <a:xfrm>
                <a:off x="5908221" y="385650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3" name="Rectangle 7402">
                <a:extLst>
                  <a:ext uri="{FF2B5EF4-FFF2-40B4-BE49-F238E27FC236}">
                    <a16:creationId xmlns:a16="http://schemas.microsoft.com/office/drawing/2014/main" id="{85707F6B-0156-B091-1A6B-8A3F99F98794}"/>
                  </a:ext>
                </a:extLst>
              </p:cNvPr>
              <p:cNvSpPr/>
              <p:nvPr/>
            </p:nvSpPr>
            <p:spPr>
              <a:xfrm>
                <a:off x="5908221" y="39681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4" name="Rectangle 7403">
                <a:extLst>
                  <a:ext uri="{FF2B5EF4-FFF2-40B4-BE49-F238E27FC236}">
                    <a16:creationId xmlns:a16="http://schemas.microsoft.com/office/drawing/2014/main" id="{A50C99EF-3689-5231-07D1-0827CA9E4B31}"/>
                  </a:ext>
                </a:extLst>
              </p:cNvPr>
              <p:cNvSpPr/>
              <p:nvPr/>
            </p:nvSpPr>
            <p:spPr>
              <a:xfrm>
                <a:off x="5908221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5" name="Rectangle 7404">
                <a:extLst>
                  <a:ext uri="{FF2B5EF4-FFF2-40B4-BE49-F238E27FC236}">
                    <a16:creationId xmlns:a16="http://schemas.microsoft.com/office/drawing/2014/main" id="{453AFE3D-E8F9-9D56-F988-70017E977148}"/>
                  </a:ext>
                </a:extLst>
              </p:cNvPr>
              <p:cNvSpPr/>
              <p:nvPr/>
            </p:nvSpPr>
            <p:spPr>
              <a:xfrm>
                <a:off x="5908221" y="4191560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6" name="Rectangle 7405">
                <a:extLst>
                  <a:ext uri="{FF2B5EF4-FFF2-40B4-BE49-F238E27FC236}">
                    <a16:creationId xmlns:a16="http://schemas.microsoft.com/office/drawing/2014/main" id="{DD9B0EB0-B115-F3F6-45A6-D7A130C0440C}"/>
                  </a:ext>
                </a:extLst>
              </p:cNvPr>
              <p:cNvSpPr/>
              <p:nvPr/>
            </p:nvSpPr>
            <p:spPr>
              <a:xfrm>
                <a:off x="5908221" y="43033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7" name="Rectangle 7406">
                <a:extLst>
                  <a:ext uri="{FF2B5EF4-FFF2-40B4-BE49-F238E27FC236}">
                    <a16:creationId xmlns:a16="http://schemas.microsoft.com/office/drawing/2014/main" id="{B2640C2E-7056-24C3-2A05-F685485982CE}"/>
                  </a:ext>
                </a:extLst>
              </p:cNvPr>
              <p:cNvSpPr/>
              <p:nvPr/>
            </p:nvSpPr>
            <p:spPr>
              <a:xfrm>
                <a:off x="5908221" y="441503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8" name="Rectangle 7407">
                <a:extLst>
                  <a:ext uri="{FF2B5EF4-FFF2-40B4-BE49-F238E27FC236}">
                    <a16:creationId xmlns:a16="http://schemas.microsoft.com/office/drawing/2014/main" id="{4E23B604-1A55-F97F-A5BA-FDD2198989F1}"/>
                  </a:ext>
                </a:extLst>
              </p:cNvPr>
              <p:cNvSpPr/>
              <p:nvPr/>
            </p:nvSpPr>
            <p:spPr>
              <a:xfrm>
                <a:off x="5908221" y="4526721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09" name="Rectangle 7408">
                <a:extLst>
                  <a:ext uri="{FF2B5EF4-FFF2-40B4-BE49-F238E27FC236}">
                    <a16:creationId xmlns:a16="http://schemas.microsoft.com/office/drawing/2014/main" id="{6E28ECD1-69F6-1172-0804-17BDD749EA38}"/>
                  </a:ext>
                </a:extLst>
              </p:cNvPr>
              <p:cNvSpPr/>
              <p:nvPr/>
            </p:nvSpPr>
            <p:spPr>
              <a:xfrm>
                <a:off x="5908221" y="4638405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0" name="Rectangle 7409">
                <a:extLst>
                  <a:ext uri="{FF2B5EF4-FFF2-40B4-BE49-F238E27FC236}">
                    <a16:creationId xmlns:a16="http://schemas.microsoft.com/office/drawing/2014/main" id="{82EC9A44-E61F-D1E9-F623-C78C1E149F0C}"/>
                  </a:ext>
                </a:extLst>
              </p:cNvPr>
              <p:cNvSpPr/>
              <p:nvPr/>
            </p:nvSpPr>
            <p:spPr>
              <a:xfrm>
                <a:off x="5908221" y="4750090"/>
                <a:ext cx="98350" cy="111684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1" name="Rectangle 7410">
                <a:extLst>
                  <a:ext uri="{FF2B5EF4-FFF2-40B4-BE49-F238E27FC236}">
                    <a16:creationId xmlns:a16="http://schemas.microsoft.com/office/drawing/2014/main" id="{1CE30FA0-77AA-17B8-6776-1072E4BD51BE}"/>
                  </a:ext>
                </a:extLst>
              </p:cNvPr>
              <p:cNvSpPr/>
              <p:nvPr/>
            </p:nvSpPr>
            <p:spPr>
              <a:xfrm>
                <a:off x="5908221" y="486177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2" name="Rectangle 7411">
                <a:extLst>
                  <a:ext uri="{FF2B5EF4-FFF2-40B4-BE49-F238E27FC236}">
                    <a16:creationId xmlns:a16="http://schemas.microsoft.com/office/drawing/2014/main" id="{6B53BE8D-A980-9C38-2661-F118884EAD2D}"/>
                  </a:ext>
                </a:extLst>
              </p:cNvPr>
              <p:cNvSpPr/>
              <p:nvPr/>
            </p:nvSpPr>
            <p:spPr>
              <a:xfrm>
                <a:off x="5908221" y="49734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3" name="Rectangle 7412">
                <a:extLst>
                  <a:ext uri="{FF2B5EF4-FFF2-40B4-BE49-F238E27FC236}">
                    <a16:creationId xmlns:a16="http://schemas.microsoft.com/office/drawing/2014/main" id="{C65BDCBD-9C75-CE70-3588-EABEF1CF7D4E}"/>
                  </a:ext>
                </a:extLst>
              </p:cNvPr>
              <p:cNvSpPr/>
              <p:nvPr/>
            </p:nvSpPr>
            <p:spPr>
              <a:xfrm>
                <a:off x="5908221" y="5085251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4" name="Rectangle 7413">
                <a:extLst>
                  <a:ext uri="{FF2B5EF4-FFF2-40B4-BE49-F238E27FC236}">
                    <a16:creationId xmlns:a16="http://schemas.microsoft.com/office/drawing/2014/main" id="{36502258-BA4D-76B7-3975-41D9DB3F411C}"/>
                  </a:ext>
                </a:extLst>
              </p:cNvPr>
              <p:cNvSpPr/>
              <p:nvPr/>
            </p:nvSpPr>
            <p:spPr>
              <a:xfrm>
                <a:off x="5908221" y="5196936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5" name="Rectangle 7414">
                <a:extLst>
                  <a:ext uri="{FF2B5EF4-FFF2-40B4-BE49-F238E27FC236}">
                    <a16:creationId xmlns:a16="http://schemas.microsoft.com/office/drawing/2014/main" id="{E6AE744A-77BB-3FD1-00FD-6ADFF0723A18}"/>
                  </a:ext>
                </a:extLst>
              </p:cNvPr>
              <p:cNvSpPr/>
              <p:nvPr/>
            </p:nvSpPr>
            <p:spPr>
              <a:xfrm>
                <a:off x="5908221" y="5308620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6" name="Rectangle 7415">
                <a:extLst>
                  <a:ext uri="{FF2B5EF4-FFF2-40B4-BE49-F238E27FC236}">
                    <a16:creationId xmlns:a16="http://schemas.microsoft.com/office/drawing/2014/main" id="{F3DD382E-7CCB-4B04-D274-945550CA4D23}"/>
                  </a:ext>
                </a:extLst>
              </p:cNvPr>
              <p:cNvSpPr/>
              <p:nvPr/>
            </p:nvSpPr>
            <p:spPr>
              <a:xfrm>
                <a:off x="5908221" y="542030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7" name="Rectangle 7416">
                <a:extLst>
                  <a:ext uri="{FF2B5EF4-FFF2-40B4-BE49-F238E27FC236}">
                    <a16:creationId xmlns:a16="http://schemas.microsoft.com/office/drawing/2014/main" id="{39039D80-5A05-800C-EBD6-9AF715B51054}"/>
                  </a:ext>
                </a:extLst>
              </p:cNvPr>
              <p:cNvSpPr/>
              <p:nvPr/>
            </p:nvSpPr>
            <p:spPr>
              <a:xfrm>
                <a:off x="5908221" y="553199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8" name="Rectangle 7417">
                <a:extLst>
                  <a:ext uri="{FF2B5EF4-FFF2-40B4-BE49-F238E27FC236}">
                    <a16:creationId xmlns:a16="http://schemas.microsoft.com/office/drawing/2014/main" id="{85AC2611-EA42-D889-B4B4-CE19FF3D5374}"/>
                  </a:ext>
                </a:extLst>
              </p:cNvPr>
              <p:cNvSpPr/>
              <p:nvPr/>
            </p:nvSpPr>
            <p:spPr>
              <a:xfrm>
                <a:off x="5908221" y="56436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19" name="Rectangle 7418">
                <a:extLst>
                  <a:ext uri="{FF2B5EF4-FFF2-40B4-BE49-F238E27FC236}">
                    <a16:creationId xmlns:a16="http://schemas.microsoft.com/office/drawing/2014/main" id="{841FF70E-6E60-070A-6778-3298B208FA81}"/>
                  </a:ext>
                </a:extLst>
              </p:cNvPr>
              <p:cNvSpPr/>
              <p:nvPr/>
            </p:nvSpPr>
            <p:spPr>
              <a:xfrm>
                <a:off x="5908221" y="57553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0" name="Rectangle 7419">
                <a:extLst>
                  <a:ext uri="{FF2B5EF4-FFF2-40B4-BE49-F238E27FC236}">
                    <a16:creationId xmlns:a16="http://schemas.microsoft.com/office/drawing/2014/main" id="{2F7C5710-1C9D-7056-6185-842CE4C61116}"/>
                  </a:ext>
                </a:extLst>
              </p:cNvPr>
              <p:cNvSpPr/>
              <p:nvPr/>
            </p:nvSpPr>
            <p:spPr>
              <a:xfrm>
                <a:off x="5908221" y="58671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1" name="Rectangle 7420">
                <a:extLst>
                  <a:ext uri="{FF2B5EF4-FFF2-40B4-BE49-F238E27FC236}">
                    <a16:creationId xmlns:a16="http://schemas.microsoft.com/office/drawing/2014/main" id="{BF2E18E0-808E-CBB4-6162-9305DBC60070}"/>
                  </a:ext>
                </a:extLst>
              </p:cNvPr>
              <p:cNvSpPr/>
              <p:nvPr/>
            </p:nvSpPr>
            <p:spPr>
              <a:xfrm>
                <a:off x="5908221" y="59788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2" name="Rectangle 7421">
                <a:extLst>
                  <a:ext uri="{FF2B5EF4-FFF2-40B4-BE49-F238E27FC236}">
                    <a16:creationId xmlns:a16="http://schemas.microsoft.com/office/drawing/2014/main" id="{CC38CD25-2E55-DF32-C09D-2159FE93F4AC}"/>
                  </a:ext>
                </a:extLst>
              </p:cNvPr>
              <p:cNvSpPr/>
              <p:nvPr/>
            </p:nvSpPr>
            <p:spPr>
              <a:xfrm>
                <a:off x="5908221" y="60905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3" name="Rectangle 7422">
                <a:extLst>
                  <a:ext uri="{FF2B5EF4-FFF2-40B4-BE49-F238E27FC236}">
                    <a16:creationId xmlns:a16="http://schemas.microsoft.com/office/drawing/2014/main" id="{7006A677-A699-C4A5-CCE4-31310AD7C3A4}"/>
                  </a:ext>
                </a:extLst>
              </p:cNvPr>
              <p:cNvSpPr/>
              <p:nvPr/>
            </p:nvSpPr>
            <p:spPr>
              <a:xfrm>
                <a:off x="5908221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4" name="Rectangle 7423">
                <a:extLst>
                  <a:ext uri="{FF2B5EF4-FFF2-40B4-BE49-F238E27FC236}">
                    <a16:creationId xmlns:a16="http://schemas.microsoft.com/office/drawing/2014/main" id="{A5EF2D25-E2B9-73F7-479C-9252EB18FB4D}"/>
                  </a:ext>
                </a:extLst>
              </p:cNvPr>
              <p:cNvSpPr/>
              <p:nvPr/>
            </p:nvSpPr>
            <p:spPr>
              <a:xfrm>
                <a:off x="5908221" y="6313890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5" name="Rectangle 7424">
                <a:extLst>
                  <a:ext uri="{FF2B5EF4-FFF2-40B4-BE49-F238E27FC236}">
                    <a16:creationId xmlns:a16="http://schemas.microsoft.com/office/drawing/2014/main" id="{96631416-15FF-E9C9-57B0-B6A4EA5D5A14}"/>
                  </a:ext>
                </a:extLst>
              </p:cNvPr>
              <p:cNvSpPr/>
              <p:nvPr/>
            </p:nvSpPr>
            <p:spPr>
              <a:xfrm>
                <a:off x="5908221" y="6425574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6" name="Rectangle 7425">
                <a:extLst>
                  <a:ext uri="{FF2B5EF4-FFF2-40B4-BE49-F238E27FC236}">
                    <a16:creationId xmlns:a16="http://schemas.microsoft.com/office/drawing/2014/main" id="{49DE7456-DAE6-E6DB-FAE8-1152BC24DC50}"/>
                  </a:ext>
                </a:extLst>
              </p:cNvPr>
              <p:cNvSpPr/>
              <p:nvPr/>
            </p:nvSpPr>
            <p:spPr>
              <a:xfrm>
                <a:off x="5908221" y="6537259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7" name="Rectangle 7426">
                <a:extLst>
                  <a:ext uri="{FF2B5EF4-FFF2-40B4-BE49-F238E27FC236}">
                    <a16:creationId xmlns:a16="http://schemas.microsoft.com/office/drawing/2014/main" id="{F573C284-BC3C-3235-4A59-4662D8DD250F}"/>
                  </a:ext>
                </a:extLst>
              </p:cNvPr>
              <p:cNvSpPr/>
              <p:nvPr/>
            </p:nvSpPr>
            <p:spPr>
              <a:xfrm>
                <a:off x="5908221" y="6649051"/>
                <a:ext cx="98350" cy="111684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8" name="Rectangle 7427">
                <a:extLst>
                  <a:ext uri="{FF2B5EF4-FFF2-40B4-BE49-F238E27FC236}">
                    <a16:creationId xmlns:a16="http://schemas.microsoft.com/office/drawing/2014/main" id="{87EB8DCF-0B1A-D2E6-44DA-9CFCB8BF093F}"/>
                  </a:ext>
                </a:extLst>
              </p:cNvPr>
              <p:cNvSpPr/>
              <p:nvPr/>
            </p:nvSpPr>
            <p:spPr>
              <a:xfrm>
                <a:off x="5908221" y="6760735"/>
                <a:ext cx="98350" cy="111684"/>
              </a:xfrm>
              <a:prstGeom prst="rect">
                <a:avLst/>
              </a:prstGeom>
              <a:solidFill>
                <a:srgbClr val="FBBC49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29" name="Rectangle 7428">
                <a:extLst>
                  <a:ext uri="{FF2B5EF4-FFF2-40B4-BE49-F238E27FC236}">
                    <a16:creationId xmlns:a16="http://schemas.microsoft.com/office/drawing/2014/main" id="{1F76F912-9B6C-DC15-D1EC-35E9FAFE332F}"/>
                  </a:ext>
                </a:extLst>
              </p:cNvPr>
              <p:cNvSpPr/>
              <p:nvPr/>
            </p:nvSpPr>
            <p:spPr>
              <a:xfrm>
                <a:off x="6006572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0" name="Rectangle 7429">
                <a:extLst>
                  <a:ext uri="{FF2B5EF4-FFF2-40B4-BE49-F238E27FC236}">
                    <a16:creationId xmlns:a16="http://schemas.microsoft.com/office/drawing/2014/main" id="{9958E51D-8E15-610C-AAD5-8CEE9E7F7A49}"/>
                  </a:ext>
                </a:extLst>
              </p:cNvPr>
              <p:cNvSpPr/>
              <p:nvPr/>
            </p:nvSpPr>
            <p:spPr>
              <a:xfrm>
                <a:off x="6006572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1" name="Rectangle 7430">
                <a:extLst>
                  <a:ext uri="{FF2B5EF4-FFF2-40B4-BE49-F238E27FC236}">
                    <a16:creationId xmlns:a16="http://schemas.microsoft.com/office/drawing/2014/main" id="{85E6C238-8810-AE25-91FB-37CC2D0977B0}"/>
                  </a:ext>
                </a:extLst>
              </p:cNvPr>
              <p:cNvSpPr/>
              <p:nvPr/>
            </p:nvSpPr>
            <p:spPr>
              <a:xfrm>
                <a:off x="6006572" y="-16467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2" name="Rectangle 7431">
                <a:extLst>
                  <a:ext uri="{FF2B5EF4-FFF2-40B4-BE49-F238E27FC236}">
                    <a16:creationId xmlns:a16="http://schemas.microsoft.com/office/drawing/2014/main" id="{B4C6ABD1-DBB1-AA32-4558-56C0E19D4C57}"/>
                  </a:ext>
                </a:extLst>
              </p:cNvPr>
              <p:cNvSpPr/>
              <p:nvPr/>
            </p:nvSpPr>
            <p:spPr>
              <a:xfrm>
                <a:off x="6006572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3" name="Rectangle 7432">
                <a:extLst>
                  <a:ext uri="{FF2B5EF4-FFF2-40B4-BE49-F238E27FC236}">
                    <a16:creationId xmlns:a16="http://schemas.microsoft.com/office/drawing/2014/main" id="{6872B379-9D09-EA63-1B3B-E37D27847A60}"/>
                  </a:ext>
                </a:extLst>
              </p:cNvPr>
              <p:cNvSpPr/>
              <p:nvPr/>
            </p:nvSpPr>
            <p:spPr>
              <a:xfrm>
                <a:off x="6006572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4" name="Rectangle 7433">
                <a:extLst>
                  <a:ext uri="{FF2B5EF4-FFF2-40B4-BE49-F238E27FC236}">
                    <a16:creationId xmlns:a16="http://schemas.microsoft.com/office/drawing/2014/main" id="{888F8B3E-FBC5-6344-0815-20E2AA562805}"/>
                  </a:ext>
                </a:extLst>
              </p:cNvPr>
              <p:cNvSpPr/>
              <p:nvPr/>
            </p:nvSpPr>
            <p:spPr>
              <a:xfrm>
                <a:off x="6006572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5" name="Rectangle 7434">
                <a:extLst>
                  <a:ext uri="{FF2B5EF4-FFF2-40B4-BE49-F238E27FC236}">
                    <a16:creationId xmlns:a16="http://schemas.microsoft.com/office/drawing/2014/main" id="{1BB86F0F-2B13-69DB-6959-7C0CEE29E90F}"/>
                  </a:ext>
                </a:extLst>
              </p:cNvPr>
              <p:cNvSpPr/>
              <p:nvPr/>
            </p:nvSpPr>
            <p:spPr>
              <a:xfrm>
                <a:off x="6006572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6" name="Rectangle 7435">
                <a:extLst>
                  <a:ext uri="{FF2B5EF4-FFF2-40B4-BE49-F238E27FC236}">
                    <a16:creationId xmlns:a16="http://schemas.microsoft.com/office/drawing/2014/main" id="{41BA294A-BAE0-EE34-1D36-EC83791F5FFC}"/>
                  </a:ext>
                </a:extLst>
              </p:cNvPr>
              <p:cNvSpPr/>
              <p:nvPr/>
            </p:nvSpPr>
            <p:spPr>
              <a:xfrm>
                <a:off x="6006572" y="393746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7" name="Rectangle 7436">
                <a:extLst>
                  <a:ext uri="{FF2B5EF4-FFF2-40B4-BE49-F238E27FC236}">
                    <a16:creationId xmlns:a16="http://schemas.microsoft.com/office/drawing/2014/main" id="{534E32A4-B624-1B5B-AD42-9BAC15E59088}"/>
                  </a:ext>
                </a:extLst>
              </p:cNvPr>
              <p:cNvSpPr/>
              <p:nvPr/>
            </p:nvSpPr>
            <p:spPr>
              <a:xfrm>
                <a:off x="6006572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8" name="Rectangle 7437">
                <a:extLst>
                  <a:ext uri="{FF2B5EF4-FFF2-40B4-BE49-F238E27FC236}">
                    <a16:creationId xmlns:a16="http://schemas.microsoft.com/office/drawing/2014/main" id="{49F47E6A-EFF3-9908-69FB-D73F8E10B0C7}"/>
                  </a:ext>
                </a:extLst>
              </p:cNvPr>
              <p:cNvSpPr/>
              <p:nvPr/>
            </p:nvSpPr>
            <p:spPr>
              <a:xfrm>
                <a:off x="6006572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39" name="Rectangle 7438">
                <a:extLst>
                  <a:ext uri="{FF2B5EF4-FFF2-40B4-BE49-F238E27FC236}">
                    <a16:creationId xmlns:a16="http://schemas.microsoft.com/office/drawing/2014/main" id="{D6FD787D-A147-A773-71C2-278F2AAED0BB}"/>
                  </a:ext>
                </a:extLst>
              </p:cNvPr>
              <p:cNvSpPr/>
              <p:nvPr/>
            </p:nvSpPr>
            <p:spPr>
              <a:xfrm>
                <a:off x="6006572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0" name="Rectangle 7439">
                <a:extLst>
                  <a:ext uri="{FF2B5EF4-FFF2-40B4-BE49-F238E27FC236}">
                    <a16:creationId xmlns:a16="http://schemas.microsoft.com/office/drawing/2014/main" id="{09DE01F9-AAEB-0A4E-64D7-3B7BF8968133}"/>
                  </a:ext>
                </a:extLst>
              </p:cNvPr>
              <p:cNvSpPr/>
              <p:nvPr/>
            </p:nvSpPr>
            <p:spPr>
              <a:xfrm>
                <a:off x="6006572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1" name="Rectangle 7440">
                <a:extLst>
                  <a:ext uri="{FF2B5EF4-FFF2-40B4-BE49-F238E27FC236}">
                    <a16:creationId xmlns:a16="http://schemas.microsoft.com/office/drawing/2014/main" id="{75975C22-0E29-1FA0-0B9E-29E3329A962C}"/>
                  </a:ext>
                </a:extLst>
              </p:cNvPr>
              <p:cNvSpPr/>
              <p:nvPr/>
            </p:nvSpPr>
            <p:spPr>
              <a:xfrm>
                <a:off x="6006572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2" name="Rectangle 7441">
                <a:extLst>
                  <a:ext uri="{FF2B5EF4-FFF2-40B4-BE49-F238E27FC236}">
                    <a16:creationId xmlns:a16="http://schemas.microsoft.com/office/drawing/2014/main" id="{AC98BF43-4102-31A6-B982-91C0BA90BEEF}"/>
                  </a:ext>
                </a:extLst>
              </p:cNvPr>
              <p:cNvSpPr/>
              <p:nvPr/>
            </p:nvSpPr>
            <p:spPr>
              <a:xfrm>
                <a:off x="6006572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3" name="Rectangle 7442">
                <a:extLst>
                  <a:ext uri="{FF2B5EF4-FFF2-40B4-BE49-F238E27FC236}">
                    <a16:creationId xmlns:a16="http://schemas.microsoft.com/office/drawing/2014/main" id="{35634F4B-F6F3-607D-5E97-4DFA832C7DE2}"/>
                  </a:ext>
                </a:extLst>
              </p:cNvPr>
              <p:cNvSpPr/>
              <p:nvPr/>
            </p:nvSpPr>
            <p:spPr>
              <a:xfrm>
                <a:off x="6006572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4" name="Rectangle 7443">
                <a:extLst>
                  <a:ext uri="{FF2B5EF4-FFF2-40B4-BE49-F238E27FC236}">
                    <a16:creationId xmlns:a16="http://schemas.microsoft.com/office/drawing/2014/main" id="{BBC1E371-6760-9407-F402-917D0035B045}"/>
                  </a:ext>
                </a:extLst>
              </p:cNvPr>
              <p:cNvSpPr/>
              <p:nvPr/>
            </p:nvSpPr>
            <p:spPr>
              <a:xfrm>
                <a:off x="6006572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5" name="Rectangle 7444">
                <a:extLst>
                  <a:ext uri="{FF2B5EF4-FFF2-40B4-BE49-F238E27FC236}">
                    <a16:creationId xmlns:a16="http://schemas.microsoft.com/office/drawing/2014/main" id="{4AF039B9-E6A0-8285-0D80-8B097E4DD999}"/>
                  </a:ext>
                </a:extLst>
              </p:cNvPr>
              <p:cNvSpPr/>
              <p:nvPr/>
            </p:nvSpPr>
            <p:spPr>
              <a:xfrm>
                <a:off x="6006572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6" name="Rectangle 7445">
                <a:extLst>
                  <a:ext uri="{FF2B5EF4-FFF2-40B4-BE49-F238E27FC236}">
                    <a16:creationId xmlns:a16="http://schemas.microsoft.com/office/drawing/2014/main" id="{CCA17AD8-26A0-EB4E-6E65-F118FC65415A}"/>
                  </a:ext>
                </a:extLst>
              </p:cNvPr>
              <p:cNvSpPr/>
              <p:nvPr/>
            </p:nvSpPr>
            <p:spPr>
              <a:xfrm>
                <a:off x="6006572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7" name="Rectangle 7446">
                <a:extLst>
                  <a:ext uri="{FF2B5EF4-FFF2-40B4-BE49-F238E27FC236}">
                    <a16:creationId xmlns:a16="http://schemas.microsoft.com/office/drawing/2014/main" id="{E30EC548-E200-64A6-0C10-14D475801859}"/>
                  </a:ext>
                </a:extLst>
              </p:cNvPr>
              <p:cNvSpPr/>
              <p:nvPr/>
            </p:nvSpPr>
            <p:spPr>
              <a:xfrm>
                <a:off x="6006572" y="16224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8" name="Rectangle 7447">
                <a:extLst>
                  <a:ext uri="{FF2B5EF4-FFF2-40B4-BE49-F238E27FC236}">
                    <a16:creationId xmlns:a16="http://schemas.microsoft.com/office/drawing/2014/main" id="{4A69D2B3-BBC5-B98D-F8AB-D2E573FC3336}"/>
                  </a:ext>
                </a:extLst>
              </p:cNvPr>
              <p:cNvSpPr/>
              <p:nvPr/>
            </p:nvSpPr>
            <p:spPr>
              <a:xfrm>
                <a:off x="6006572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49" name="Rectangle 7448">
                <a:extLst>
                  <a:ext uri="{FF2B5EF4-FFF2-40B4-BE49-F238E27FC236}">
                    <a16:creationId xmlns:a16="http://schemas.microsoft.com/office/drawing/2014/main" id="{9F808240-E0E8-FC78-16C6-DE067A073994}"/>
                  </a:ext>
                </a:extLst>
              </p:cNvPr>
              <p:cNvSpPr/>
              <p:nvPr/>
            </p:nvSpPr>
            <p:spPr>
              <a:xfrm>
                <a:off x="6006572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0" name="Rectangle 7449">
                <a:extLst>
                  <a:ext uri="{FF2B5EF4-FFF2-40B4-BE49-F238E27FC236}">
                    <a16:creationId xmlns:a16="http://schemas.microsoft.com/office/drawing/2014/main" id="{BCD059EB-B976-A105-2126-F427B767E4AB}"/>
                  </a:ext>
                </a:extLst>
              </p:cNvPr>
              <p:cNvSpPr/>
              <p:nvPr/>
            </p:nvSpPr>
            <p:spPr>
              <a:xfrm>
                <a:off x="6006572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1" name="Rectangle 7450">
                <a:extLst>
                  <a:ext uri="{FF2B5EF4-FFF2-40B4-BE49-F238E27FC236}">
                    <a16:creationId xmlns:a16="http://schemas.microsoft.com/office/drawing/2014/main" id="{1664E0F3-5BC5-749D-A3CB-692C9D957835}"/>
                  </a:ext>
                </a:extLst>
              </p:cNvPr>
              <p:cNvSpPr/>
              <p:nvPr/>
            </p:nvSpPr>
            <p:spPr>
              <a:xfrm>
                <a:off x="6006572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2" name="Rectangle 7451">
                <a:extLst>
                  <a:ext uri="{FF2B5EF4-FFF2-40B4-BE49-F238E27FC236}">
                    <a16:creationId xmlns:a16="http://schemas.microsoft.com/office/drawing/2014/main" id="{D8FC6C88-BB40-13F5-DB40-553E228A943B}"/>
                  </a:ext>
                </a:extLst>
              </p:cNvPr>
              <p:cNvSpPr/>
              <p:nvPr/>
            </p:nvSpPr>
            <p:spPr>
              <a:xfrm>
                <a:off x="6006572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3" name="Rectangle 7452">
                <a:extLst>
                  <a:ext uri="{FF2B5EF4-FFF2-40B4-BE49-F238E27FC236}">
                    <a16:creationId xmlns:a16="http://schemas.microsoft.com/office/drawing/2014/main" id="{D361226C-5F2B-C8C0-67B4-BB55714424C6}"/>
                  </a:ext>
                </a:extLst>
              </p:cNvPr>
              <p:cNvSpPr/>
              <p:nvPr/>
            </p:nvSpPr>
            <p:spPr>
              <a:xfrm>
                <a:off x="6006572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4" name="Rectangle 7453">
                <a:extLst>
                  <a:ext uri="{FF2B5EF4-FFF2-40B4-BE49-F238E27FC236}">
                    <a16:creationId xmlns:a16="http://schemas.microsoft.com/office/drawing/2014/main" id="{F0190FAE-C47E-34BE-D191-5675FBBB28CF}"/>
                  </a:ext>
                </a:extLst>
              </p:cNvPr>
              <p:cNvSpPr/>
              <p:nvPr/>
            </p:nvSpPr>
            <p:spPr>
              <a:xfrm>
                <a:off x="6006572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5" name="Rectangle 7454">
                <a:extLst>
                  <a:ext uri="{FF2B5EF4-FFF2-40B4-BE49-F238E27FC236}">
                    <a16:creationId xmlns:a16="http://schemas.microsoft.com/office/drawing/2014/main" id="{B882A4D9-7D60-1B34-815E-BBE9B06A1B9F}"/>
                  </a:ext>
                </a:extLst>
              </p:cNvPr>
              <p:cNvSpPr/>
              <p:nvPr/>
            </p:nvSpPr>
            <p:spPr>
              <a:xfrm>
                <a:off x="6006572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6" name="Rectangle 7455">
                <a:extLst>
                  <a:ext uri="{FF2B5EF4-FFF2-40B4-BE49-F238E27FC236}">
                    <a16:creationId xmlns:a16="http://schemas.microsoft.com/office/drawing/2014/main" id="{2E4E338F-5448-44A7-9863-CEF3744C49D7}"/>
                  </a:ext>
                </a:extLst>
              </p:cNvPr>
              <p:cNvSpPr/>
              <p:nvPr/>
            </p:nvSpPr>
            <p:spPr>
              <a:xfrm>
                <a:off x="6006572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7" name="Rectangle 7456">
                <a:extLst>
                  <a:ext uri="{FF2B5EF4-FFF2-40B4-BE49-F238E27FC236}">
                    <a16:creationId xmlns:a16="http://schemas.microsoft.com/office/drawing/2014/main" id="{064EC143-48B0-CFA2-1E00-1922DF6B19F4}"/>
                  </a:ext>
                </a:extLst>
              </p:cNvPr>
              <p:cNvSpPr/>
              <p:nvPr/>
            </p:nvSpPr>
            <p:spPr>
              <a:xfrm>
                <a:off x="6006572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8" name="Rectangle 7457">
                <a:extLst>
                  <a:ext uri="{FF2B5EF4-FFF2-40B4-BE49-F238E27FC236}">
                    <a16:creationId xmlns:a16="http://schemas.microsoft.com/office/drawing/2014/main" id="{81932DB8-4BEE-6311-82DD-997E5F0E1FD3}"/>
                  </a:ext>
                </a:extLst>
              </p:cNvPr>
              <p:cNvSpPr/>
              <p:nvPr/>
            </p:nvSpPr>
            <p:spPr>
              <a:xfrm>
                <a:off x="6006572" y="28512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59" name="Rectangle 7458">
                <a:extLst>
                  <a:ext uri="{FF2B5EF4-FFF2-40B4-BE49-F238E27FC236}">
                    <a16:creationId xmlns:a16="http://schemas.microsoft.com/office/drawing/2014/main" id="{AA772DA6-0FCC-4CE5-54B4-41CC1AD71F30}"/>
                  </a:ext>
                </a:extLst>
              </p:cNvPr>
              <p:cNvSpPr/>
              <p:nvPr/>
            </p:nvSpPr>
            <p:spPr>
              <a:xfrm>
                <a:off x="6006572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0" name="Rectangle 7459">
                <a:extLst>
                  <a:ext uri="{FF2B5EF4-FFF2-40B4-BE49-F238E27FC236}">
                    <a16:creationId xmlns:a16="http://schemas.microsoft.com/office/drawing/2014/main" id="{A793B27C-6BAD-AF3B-F102-7525E513CF6A}"/>
                  </a:ext>
                </a:extLst>
              </p:cNvPr>
              <p:cNvSpPr/>
              <p:nvPr/>
            </p:nvSpPr>
            <p:spPr>
              <a:xfrm>
                <a:off x="6006572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1" name="Rectangle 7460">
                <a:extLst>
                  <a:ext uri="{FF2B5EF4-FFF2-40B4-BE49-F238E27FC236}">
                    <a16:creationId xmlns:a16="http://schemas.microsoft.com/office/drawing/2014/main" id="{591ABB2D-4E82-1DA2-2E21-86AC723533CF}"/>
                  </a:ext>
                </a:extLst>
              </p:cNvPr>
              <p:cNvSpPr/>
              <p:nvPr/>
            </p:nvSpPr>
            <p:spPr>
              <a:xfrm>
                <a:off x="6006572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2" name="Rectangle 7461">
                <a:extLst>
                  <a:ext uri="{FF2B5EF4-FFF2-40B4-BE49-F238E27FC236}">
                    <a16:creationId xmlns:a16="http://schemas.microsoft.com/office/drawing/2014/main" id="{39B92520-CB77-9BA9-CC40-274C83FBD537}"/>
                  </a:ext>
                </a:extLst>
              </p:cNvPr>
              <p:cNvSpPr/>
              <p:nvPr/>
            </p:nvSpPr>
            <p:spPr>
              <a:xfrm>
                <a:off x="6006572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3" name="Rectangle 7462">
                <a:extLst>
                  <a:ext uri="{FF2B5EF4-FFF2-40B4-BE49-F238E27FC236}">
                    <a16:creationId xmlns:a16="http://schemas.microsoft.com/office/drawing/2014/main" id="{F91CC2D1-937C-5D25-5FA9-0777B1BAFC50}"/>
                  </a:ext>
                </a:extLst>
              </p:cNvPr>
              <p:cNvSpPr/>
              <p:nvPr/>
            </p:nvSpPr>
            <p:spPr>
              <a:xfrm>
                <a:off x="6006572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4" name="Rectangle 7463">
                <a:extLst>
                  <a:ext uri="{FF2B5EF4-FFF2-40B4-BE49-F238E27FC236}">
                    <a16:creationId xmlns:a16="http://schemas.microsoft.com/office/drawing/2014/main" id="{CCB2B015-50FF-4606-FB68-26C61F345C91}"/>
                  </a:ext>
                </a:extLst>
              </p:cNvPr>
              <p:cNvSpPr/>
              <p:nvPr/>
            </p:nvSpPr>
            <p:spPr>
              <a:xfrm>
                <a:off x="6006572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5" name="Rectangle 7464">
                <a:extLst>
                  <a:ext uri="{FF2B5EF4-FFF2-40B4-BE49-F238E27FC236}">
                    <a16:creationId xmlns:a16="http://schemas.microsoft.com/office/drawing/2014/main" id="{1D9C8F01-7F7C-6A0D-CBD7-C10EA91CDB1F}"/>
                  </a:ext>
                </a:extLst>
              </p:cNvPr>
              <p:cNvSpPr/>
              <p:nvPr/>
            </p:nvSpPr>
            <p:spPr>
              <a:xfrm>
                <a:off x="6006572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6" name="Rectangle 7465">
                <a:extLst>
                  <a:ext uri="{FF2B5EF4-FFF2-40B4-BE49-F238E27FC236}">
                    <a16:creationId xmlns:a16="http://schemas.microsoft.com/office/drawing/2014/main" id="{9CF3F24E-DE8E-AB9C-1017-13EDED1801A9}"/>
                  </a:ext>
                </a:extLst>
              </p:cNvPr>
              <p:cNvSpPr/>
              <p:nvPr/>
            </p:nvSpPr>
            <p:spPr>
              <a:xfrm>
                <a:off x="6006572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7" name="Rectangle 7466">
                <a:extLst>
                  <a:ext uri="{FF2B5EF4-FFF2-40B4-BE49-F238E27FC236}">
                    <a16:creationId xmlns:a16="http://schemas.microsoft.com/office/drawing/2014/main" id="{B01198B4-C9D0-0B40-E404-62195E58F80E}"/>
                  </a:ext>
                </a:extLst>
              </p:cNvPr>
              <p:cNvSpPr/>
              <p:nvPr/>
            </p:nvSpPr>
            <p:spPr>
              <a:xfrm>
                <a:off x="6006572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8" name="Rectangle 7467">
                <a:extLst>
                  <a:ext uri="{FF2B5EF4-FFF2-40B4-BE49-F238E27FC236}">
                    <a16:creationId xmlns:a16="http://schemas.microsoft.com/office/drawing/2014/main" id="{650F3C96-E678-B0D9-9DE9-1BE3BB6AB802}"/>
                  </a:ext>
                </a:extLst>
              </p:cNvPr>
              <p:cNvSpPr/>
              <p:nvPr/>
            </p:nvSpPr>
            <p:spPr>
              <a:xfrm>
                <a:off x="6006572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69" name="Rectangle 7468">
                <a:extLst>
                  <a:ext uri="{FF2B5EF4-FFF2-40B4-BE49-F238E27FC236}">
                    <a16:creationId xmlns:a16="http://schemas.microsoft.com/office/drawing/2014/main" id="{DE5E0B0A-DC2A-12D3-B149-FF296194977C}"/>
                  </a:ext>
                </a:extLst>
              </p:cNvPr>
              <p:cNvSpPr/>
              <p:nvPr/>
            </p:nvSpPr>
            <p:spPr>
              <a:xfrm>
                <a:off x="6006572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0" name="Rectangle 7469">
                <a:extLst>
                  <a:ext uri="{FF2B5EF4-FFF2-40B4-BE49-F238E27FC236}">
                    <a16:creationId xmlns:a16="http://schemas.microsoft.com/office/drawing/2014/main" id="{F0808660-8582-F8D5-42BB-EC2DEE8B0092}"/>
                  </a:ext>
                </a:extLst>
              </p:cNvPr>
              <p:cNvSpPr/>
              <p:nvPr/>
            </p:nvSpPr>
            <p:spPr>
              <a:xfrm>
                <a:off x="6006572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1" name="Rectangle 7470">
                <a:extLst>
                  <a:ext uri="{FF2B5EF4-FFF2-40B4-BE49-F238E27FC236}">
                    <a16:creationId xmlns:a16="http://schemas.microsoft.com/office/drawing/2014/main" id="{366A9701-4204-4A6A-317C-5B1587CBE84D}"/>
                  </a:ext>
                </a:extLst>
              </p:cNvPr>
              <p:cNvSpPr/>
              <p:nvPr/>
            </p:nvSpPr>
            <p:spPr>
              <a:xfrm>
                <a:off x="6006572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2" name="Rectangle 7471">
                <a:extLst>
                  <a:ext uri="{FF2B5EF4-FFF2-40B4-BE49-F238E27FC236}">
                    <a16:creationId xmlns:a16="http://schemas.microsoft.com/office/drawing/2014/main" id="{F6F79BFC-E31E-D0B2-E93F-8A19C9D4AA55}"/>
                  </a:ext>
                </a:extLst>
              </p:cNvPr>
              <p:cNvSpPr/>
              <p:nvPr/>
            </p:nvSpPr>
            <p:spPr>
              <a:xfrm>
                <a:off x="6006572" y="441503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3" name="Rectangle 7472">
                <a:extLst>
                  <a:ext uri="{FF2B5EF4-FFF2-40B4-BE49-F238E27FC236}">
                    <a16:creationId xmlns:a16="http://schemas.microsoft.com/office/drawing/2014/main" id="{F7D5EB3D-94CB-5512-5575-438B56CA33C4}"/>
                  </a:ext>
                </a:extLst>
              </p:cNvPr>
              <p:cNvSpPr/>
              <p:nvPr/>
            </p:nvSpPr>
            <p:spPr>
              <a:xfrm>
                <a:off x="6006572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4" name="Rectangle 7473">
                <a:extLst>
                  <a:ext uri="{FF2B5EF4-FFF2-40B4-BE49-F238E27FC236}">
                    <a16:creationId xmlns:a16="http://schemas.microsoft.com/office/drawing/2014/main" id="{2F5347E7-D80E-2691-18BE-C1606A9AFBF0}"/>
                  </a:ext>
                </a:extLst>
              </p:cNvPr>
              <p:cNvSpPr/>
              <p:nvPr/>
            </p:nvSpPr>
            <p:spPr>
              <a:xfrm>
                <a:off x="6006572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5" name="Rectangle 7474">
                <a:extLst>
                  <a:ext uri="{FF2B5EF4-FFF2-40B4-BE49-F238E27FC236}">
                    <a16:creationId xmlns:a16="http://schemas.microsoft.com/office/drawing/2014/main" id="{AAE6A9F4-1329-5457-C027-6E880DE1DF5A}"/>
                  </a:ext>
                </a:extLst>
              </p:cNvPr>
              <p:cNvSpPr/>
              <p:nvPr/>
            </p:nvSpPr>
            <p:spPr>
              <a:xfrm>
                <a:off x="6006572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6" name="Rectangle 7475">
                <a:extLst>
                  <a:ext uri="{FF2B5EF4-FFF2-40B4-BE49-F238E27FC236}">
                    <a16:creationId xmlns:a16="http://schemas.microsoft.com/office/drawing/2014/main" id="{F5B0F84D-D354-F482-7347-75098C287AFD}"/>
                  </a:ext>
                </a:extLst>
              </p:cNvPr>
              <p:cNvSpPr/>
              <p:nvPr/>
            </p:nvSpPr>
            <p:spPr>
              <a:xfrm>
                <a:off x="6006572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7" name="Rectangle 7476">
                <a:extLst>
                  <a:ext uri="{FF2B5EF4-FFF2-40B4-BE49-F238E27FC236}">
                    <a16:creationId xmlns:a16="http://schemas.microsoft.com/office/drawing/2014/main" id="{C2D3EDF0-338C-11CE-00D0-4193F5C8D251}"/>
                  </a:ext>
                </a:extLst>
              </p:cNvPr>
              <p:cNvSpPr/>
              <p:nvPr/>
            </p:nvSpPr>
            <p:spPr>
              <a:xfrm>
                <a:off x="6006572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8" name="Rectangle 7477">
                <a:extLst>
                  <a:ext uri="{FF2B5EF4-FFF2-40B4-BE49-F238E27FC236}">
                    <a16:creationId xmlns:a16="http://schemas.microsoft.com/office/drawing/2014/main" id="{9D1F966C-F9B0-BC40-A76B-D073A062ED10}"/>
                  </a:ext>
                </a:extLst>
              </p:cNvPr>
              <p:cNvSpPr/>
              <p:nvPr/>
            </p:nvSpPr>
            <p:spPr>
              <a:xfrm>
                <a:off x="6006572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79" name="Rectangle 7478">
                <a:extLst>
                  <a:ext uri="{FF2B5EF4-FFF2-40B4-BE49-F238E27FC236}">
                    <a16:creationId xmlns:a16="http://schemas.microsoft.com/office/drawing/2014/main" id="{A660D7BE-2388-096C-55DC-7FB001EDF33D}"/>
                  </a:ext>
                </a:extLst>
              </p:cNvPr>
              <p:cNvSpPr/>
              <p:nvPr/>
            </p:nvSpPr>
            <p:spPr>
              <a:xfrm>
                <a:off x="6006572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0" name="Rectangle 7479">
                <a:extLst>
                  <a:ext uri="{FF2B5EF4-FFF2-40B4-BE49-F238E27FC236}">
                    <a16:creationId xmlns:a16="http://schemas.microsoft.com/office/drawing/2014/main" id="{C22570A4-39FF-39EE-55D4-C13CF565A063}"/>
                  </a:ext>
                </a:extLst>
              </p:cNvPr>
              <p:cNvSpPr/>
              <p:nvPr/>
            </p:nvSpPr>
            <p:spPr>
              <a:xfrm>
                <a:off x="6006572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1" name="Rectangle 7480">
                <a:extLst>
                  <a:ext uri="{FF2B5EF4-FFF2-40B4-BE49-F238E27FC236}">
                    <a16:creationId xmlns:a16="http://schemas.microsoft.com/office/drawing/2014/main" id="{513671F9-2DFE-009C-A3F7-C0B8EC9BFB0F}"/>
                  </a:ext>
                </a:extLst>
              </p:cNvPr>
              <p:cNvSpPr/>
              <p:nvPr/>
            </p:nvSpPr>
            <p:spPr>
              <a:xfrm>
                <a:off x="6006572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2" name="Rectangle 7481">
                <a:extLst>
                  <a:ext uri="{FF2B5EF4-FFF2-40B4-BE49-F238E27FC236}">
                    <a16:creationId xmlns:a16="http://schemas.microsoft.com/office/drawing/2014/main" id="{A8B9800A-050C-ACD5-B460-34D35077C547}"/>
                  </a:ext>
                </a:extLst>
              </p:cNvPr>
              <p:cNvSpPr/>
              <p:nvPr/>
            </p:nvSpPr>
            <p:spPr>
              <a:xfrm>
                <a:off x="6006572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3" name="Rectangle 7482">
                <a:extLst>
                  <a:ext uri="{FF2B5EF4-FFF2-40B4-BE49-F238E27FC236}">
                    <a16:creationId xmlns:a16="http://schemas.microsoft.com/office/drawing/2014/main" id="{AE850077-1C3F-B208-140D-2649A9BA4C61}"/>
                  </a:ext>
                </a:extLst>
              </p:cNvPr>
              <p:cNvSpPr/>
              <p:nvPr/>
            </p:nvSpPr>
            <p:spPr>
              <a:xfrm>
                <a:off x="6006572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4" name="Rectangle 7483">
                <a:extLst>
                  <a:ext uri="{FF2B5EF4-FFF2-40B4-BE49-F238E27FC236}">
                    <a16:creationId xmlns:a16="http://schemas.microsoft.com/office/drawing/2014/main" id="{9B6F3D62-8E37-FEFD-636F-1BDF675F9E1D}"/>
                  </a:ext>
                </a:extLst>
              </p:cNvPr>
              <p:cNvSpPr/>
              <p:nvPr/>
            </p:nvSpPr>
            <p:spPr>
              <a:xfrm>
                <a:off x="6006572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5" name="Rectangle 7484">
                <a:extLst>
                  <a:ext uri="{FF2B5EF4-FFF2-40B4-BE49-F238E27FC236}">
                    <a16:creationId xmlns:a16="http://schemas.microsoft.com/office/drawing/2014/main" id="{8EE194F3-1F83-AB5E-721D-56D6321CD1E8}"/>
                  </a:ext>
                </a:extLst>
              </p:cNvPr>
              <p:cNvSpPr/>
              <p:nvPr/>
            </p:nvSpPr>
            <p:spPr>
              <a:xfrm>
                <a:off x="6006572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6" name="Rectangle 7485">
                <a:extLst>
                  <a:ext uri="{FF2B5EF4-FFF2-40B4-BE49-F238E27FC236}">
                    <a16:creationId xmlns:a16="http://schemas.microsoft.com/office/drawing/2014/main" id="{00C398A2-999B-E0CC-38C2-F1224FF8C71D}"/>
                  </a:ext>
                </a:extLst>
              </p:cNvPr>
              <p:cNvSpPr/>
              <p:nvPr/>
            </p:nvSpPr>
            <p:spPr>
              <a:xfrm>
                <a:off x="6006572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7" name="Rectangle 7486">
                <a:extLst>
                  <a:ext uri="{FF2B5EF4-FFF2-40B4-BE49-F238E27FC236}">
                    <a16:creationId xmlns:a16="http://schemas.microsoft.com/office/drawing/2014/main" id="{AB0F2CD8-569D-EC42-814D-2CAD99379692}"/>
                  </a:ext>
                </a:extLst>
              </p:cNvPr>
              <p:cNvSpPr/>
              <p:nvPr/>
            </p:nvSpPr>
            <p:spPr>
              <a:xfrm>
                <a:off x="6006572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8" name="Rectangle 7487">
                <a:extLst>
                  <a:ext uri="{FF2B5EF4-FFF2-40B4-BE49-F238E27FC236}">
                    <a16:creationId xmlns:a16="http://schemas.microsoft.com/office/drawing/2014/main" id="{D94DDB59-CFD2-B16F-D816-3051976CEBD8}"/>
                  </a:ext>
                </a:extLst>
              </p:cNvPr>
              <p:cNvSpPr/>
              <p:nvPr/>
            </p:nvSpPr>
            <p:spPr>
              <a:xfrm>
                <a:off x="6006572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89" name="Rectangle 7488">
                <a:extLst>
                  <a:ext uri="{FF2B5EF4-FFF2-40B4-BE49-F238E27FC236}">
                    <a16:creationId xmlns:a16="http://schemas.microsoft.com/office/drawing/2014/main" id="{61FBDB3F-7F02-E73B-E987-CBAF9FE274AC}"/>
                  </a:ext>
                </a:extLst>
              </p:cNvPr>
              <p:cNvSpPr/>
              <p:nvPr/>
            </p:nvSpPr>
            <p:spPr>
              <a:xfrm>
                <a:off x="6006572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0" name="Rectangle 7489">
                <a:extLst>
                  <a:ext uri="{FF2B5EF4-FFF2-40B4-BE49-F238E27FC236}">
                    <a16:creationId xmlns:a16="http://schemas.microsoft.com/office/drawing/2014/main" id="{0E0B9047-35F4-7F36-0FFD-511CD9BBB674}"/>
                  </a:ext>
                </a:extLst>
              </p:cNvPr>
              <p:cNvSpPr/>
              <p:nvPr/>
            </p:nvSpPr>
            <p:spPr>
              <a:xfrm>
                <a:off x="6006572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1" name="Rectangle 7490">
                <a:extLst>
                  <a:ext uri="{FF2B5EF4-FFF2-40B4-BE49-F238E27FC236}">
                    <a16:creationId xmlns:a16="http://schemas.microsoft.com/office/drawing/2014/main" id="{7532A6BF-6FA2-14F8-C94B-DC591D2F0E8C}"/>
                  </a:ext>
                </a:extLst>
              </p:cNvPr>
              <p:cNvSpPr/>
              <p:nvPr/>
            </p:nvSpPr>
            <p:spPr>
              <a:xfrm>
                <a:off x="6006572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2" name="Rectangle 7491">
                <a:extLst>
                  <a:ext uri="{FF2B5EF4-FFF2-40B4-BE49-F238E27FC236}">
                    <a16:creationId xmlns:a16="http://schemas.microsoft.com/office/drawing/2014/main" id="{F84E8F7B-235B-7C66-C981-6F0B9902BFB6}"/>
                  </a:ext>
                </a:extLst>
              </p:cNvPr>
              <p:cNvSpPr/>
              <p:nvPr/>
            </p:nvSpPr>
            <p:spPr>
              <a:xfrm>
                <a:off x="6006572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3" name="Rectangle 7492">
                <a:extLst>
                  <a:ext uri="{FF2B5EF4-FFF2-40B4-BE49-F238E27FC236}">
                    <a16:creationId xmlns:a16="http://schemas.microsoft.com/office/drawing/2014/main" id="{17B8FAC1-E4CB-1FBC-A697-DEFE9268F4AD}"/>
                  </a:ext>
                </a:extLst>
              </p:cNvPr>
              <p:cNvSpPr/>
              <p:nvPr/>
            </p:nvSpPr>
            <p:spPr>
              <a:xfrm>
                <a:off x="6006572" y="67607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4" name="Rectangle 7493">
                <a:extLst>
                  <a:ext uri="{FF2B5EF4-FFF2-40B4-BE49-F238E27FC236}">
                    <a16:creationId xmlns:a16="http://schemas.microsoft.com/office/drawing/2014/main" id="{010FC96D-E562-E1FE-5459-B1ABFAD042AA}"/>
                  </a:ext>
                </a:extLst>
              </p:cNvPr>
              <p:cNvSpPr/>
              <p:nvPr/>
            </p:nvSpPr>
            <p:spPr>
              <a:xfrm>
                <a:off x="6104923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5" name="Rectangle 7494">
                <a:extLst>
                  <a:ext uri="{FF2B5EF4-FFF2-40B4-BE49-F238E27FC236}">
                    <a16:creationId xmlns:a16="http://schemas.microsoft.com/office/drawing/2014/main" id="{B03965FA-0296-A59E-180B-A4473BDECB2E}"/>
                  </a:ext>
                </a:extLst>
              </p:cNvPr>
              <p:cNvSpPr/>
              <p:nvPr/>
            </p:nvSpPr>
            <p:spPr>
              <a:xfrm>
                <a:off x="6104923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6" name="Rectangle 7495">
                <a:extLst>
                  <a:ext uri="{FF2B5EF4-FFF2-40B4-BE49-F238E27FC236}">
                    <a16:creationId xmlns:a16="http://schemas.microsoft.com/office/drawing/2014/main" id="{A4F8E517-C9E2-570A-3FCC-810C5E418ACB}"/>
                  </a:ext>
                </a:extLst>
              </p:cNvPr>
              <p:cNvSpPr/>
              <p:nvPr/>
            </p:nvSpPr>
            <p:spPr>
              <a:xfrm>
                <a:off x="6104923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7" name="Rectangle 7496">
                <a:extLst>
                  <a:ext uri="{FF2B5EF4-FFF2-40B4-BE49-F238E27FC236}">
                    <a16:creationId xmlns:a16="http://schemas.microsoft.com/office/drawing/2014/main" id="{E96AA0C6-D981-22D9-35B2-FDC3CE997CF5}"/>
                  </a:ext>
                </a:extLst>
              </p:cNvPr>
              <p:cNvSpPr/>
              <p:nvPr/>
            </p:nvSpPr>
            <p:spPr>
              <a:xfrm>
                <a:off x="6104923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8" name="Rectangle 7497">
                <a:extLst>
                  <a:ext uri="{FF2B5EF4-FFF2-40B4-BE49-F238E27FC236}">
                    <a16:creationId xmlns:a16="http://schemas.microsoft.com/office/drawing/2014/main" id="{81A6F2CC-5BD1-EADB-58EB-7491473B62BB}"/>
                  </a:ext>
                </a:extLst>
              </p:cNvPr>
              <p:cNvSpPr/>
              <p:nvPr/>
            </p:nvSpPr>
            <p:spPr>
              <a:xfrm>
                <a:off x="6104923" y="5869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499" name="Rectangle 7498">
                <a:extLst>
                  <a:ext uri="{FF2B5EF4-FFF2-40B4-BE49-F238E27FC236}">
                    <a16:creationId xmlns:a16="http://schemas.microsoft.com/office/drawing/2014/main" id="{34F21062-C438-2E63-0937-10E0173867F3}"/>
                  </a:ext>
                </a:extLst>
              </p:cNvPr>
              <p:cNvSpPr/>
              <p:nvPr/>
            </p:nvSpPr>
            <p:spPr>
              <a:xfrm>
                <a:off x="6104923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0" name="Rectangle 7499">
                <a:extLst>
                  <a:ext uri="{FF2B5EF4-FFF2-40B4-BE49-F238E27FC236}">
                    <a16:creationId xmlns:a16="http://schemas.microsoft.com/office/drawing/2014/main" id="{272C9D8B-4409-0B28-06C7-1B0AC2E3B3A6}"/>
                  </a:ext>
                </a:extLst>
              </p:cNvPr>
              <p:cNvSpPr/>
              <p:nvPr/>
            </p:nvSpPr>
            <p:spPr>
              <a:xfrm>
                <a:off x="6104923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1" name="Rectangle 7500">
                <a:extLst>
                  <a:ext uri="{FF2B5EF4-FFF2-40B4-BE49-F238E27FC236}">
                    <a16:creationId xmlns:a16="http://schemas.microsoft.com/office/drawing/2014/main" id="{F449BFD0-8636-7984-DE58-0E1B12885C3D}"/>
                  </a:ext>
                </a:extLst>
              </p:cNvPr>
              <p:cNvSpPr/>
              <p:nvPr/>
            </p:nvSpPr>
            <p:spPr>
              <a:xfrm>
                <a:off x="6104923" y="39374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2" name="Rectangle 7501">
                <a:extLst>
                  <a:ext uri="{FF2B5EF4-FFF2-40B4-BE49-F238E27FC236}">
                    <a16:creationId xmlns:a16="http://schemas.microsoft.com/office/drawing/2014/main" id="{3B7AB4FF-DB2C-681A-C8DD-F34ADFCF6BC5}"/>
                  </a:ext>
                </a:extLst>
              </p:cNvPr>
              <p:cNvSpPr/>
              <p:nvPr/>
            </p:nvSpPr>
            <p:spPr>
              <a:xfrm>
                <a:off x="6104923" y="5055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3" name="Rectangle 7502">
                <a:extLst>
                  <a:ext uri="{FF2B5EF4-FFF2-40B4-BE49-F238E27FC236}">
                    <a16:creationId xmlns:a16="http://schemas.microsoft.com/office/drawing/2014/main" id="{D84AC4BC-9931-6B04-B552-CAFA8A8D1520}"/>
                  </a:ext>
                </a:extLst>
              </p:cNvPr>
              <p:cNvSpPr/>
              <p:nvPr/>
            </p:nvSpPr>
            <p:spPr>
              <a:xfrm>
                <a:off x="6104923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4" name="Rectangle 7503">
                <a:extLst>
                  <a:ext uri="{FF2B5EF4-FFF2-40B4-BE49-F238E27FC236}">
                    <a16:creationId xmlns:a16="http://schemas.microsoft.com/office/drawing/2014/main" id="{253FFE4B-0014-258F-B86E-B8090D7020DE}"/>
                  </a:ext>
                </a:extLst>
              </p:cNvPr>
              <p:cNvSpPr/>
              <p:nvPr/>
            </p:nvSpPr>
            <p:spPr>
              <a:xfrm>
                <a:off x="6104923" y="72890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5" name="Rectangle 7504">
                <a:extLst>
                  <a:ext uri="{FF2B5EF4-FFF2-40B4-BE49-F238E27FC236}">
                    <a16:creationId xmlns:a16="http://schemas.microsoft.com/office/drawing/2014/main" id="{B8C9E048-7024-8F42-DEA5-5BA3C15D9588}"/>
                  </a:ext>
                </a:extLst>
              </p:cNvPr>
              <p:cNvSpPr/>
              <p:nvPr/>
            </p:nvSpPr>
            <p:spPr>
              <a:xfrm>
                <a:off x="6104923" y="840591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6" name="Rectangle 7505">
                <a:extLst>
                  <a:ext uri="{FF2B5EF4-FFF2-40B4-BE49-F238E27FC236}">
                    <a16:creationId xmlns:a16="http://schemas.microsoft.com/office/drawing/2014/main" id="{31236996-8BD3-2AA3-8B84-B4EAE259CFD6}"/>
                  </a:ext>
                </a:extLst>
              </p:cNvPr>
              <p:cNvSpPr/>
              <p:nvPr/>
            </p:nvSpPr>
            <p:spPr>
              <a:xfrm>
                <a:off x="6104923" y="952276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7" name="Rectangle 7506">
                <a:extLst>
                  <a:ext uri="{FF2B5EF4-FFF2-40B4-BE49-F238E27FC236}">
                    <a16:creationId xmlns:a16="http://schemas.microsoft.com/office/drawing/2014/main" id="{4112223F-99B5-32BF-DB91-09F33FFE4832}"/>
                  </a:ext>
                </a:extLst>
              </p:cNvPr>
              <p:cNvSpPr/>
              <p:nvPr/>
            </p:nvSpPr>
            <p:spPr>
              <a:xfrm>
                <a:off x="6104923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8" name="Rectangle 7507">
                <a:extLst>
                  <a:ext uri="{FF2B5EF4-FFF2-40B4-BE49-F238E27FC236}">
                    <a16:creationId xmlns:a16="http://schemas.microsoft.com/office/drawing/2014/main" id="{72E73C3E-4452-C71E-15A4-4D1D55FDFF54}"/>
                  </a:ext>
                </a:extLst>
              </p:cNvPr>
              <p:cNvSpPr/>
              <p:nvPr/>
            </p:nvSpPr>
            <p:spPr>
              <a:xfrm>
                <a:off x="6104923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09" name="Rectangle 7508">
                <a:extLst>
                  <a:ext uri="{FF2B5EF4-FFF2-40B4-BE49-F238E27FC236}">
                    <a16:creationId xmlns:a16="http://schemas.microsoft.com/office/drawing/2014/main" id="{BBBE282C-09E7-0F3F-4F6B-1ACE56CA16E7}"/>
                  </a:ext>
                </a:extLst>
              </p:cNvPr>
              <p:cNvSpPr/>
              <p:nvPr/>
            </p:nvSpPr>
            <p:spPr>
              <a:xfrm>
                <a:off x="6104923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0" name="Rectangle 7509">
                <a:extLst>
                  <a:ext uri="{FF2B5EF4-FFF2-40B4-BE49-F238E27FC236}">
                    <a16:creationId xmlns:a16="http://schemas.microsoft.com/office/drawing/2014/main" id="{9395E289-EC70-0294-5AB1-72A04A04C3DE}"/>
                  </a:ext>
                </a:extLst>
              </p:cNvPr>
              <p:cNvSpPr/>
              <p:nvPr/>
            </p:nvSpPr>
            <p:spPr>
              <a:xfrm>
                <a:off x="6104923" y="13991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1" name="Rectangle 7510">
                <a:extLst>
                  <a:ext uri="{FF2B5EF4-FFF2-40B4-BE49-F238E27FC236}">
                    <a16:creationId xmlns:a16="http://schemas.microsoft.com/office/drawing/2014/main" id="{C98DEEEE-4186-F9C1-C6AE-14956850242B}"/>
                  </a:ext>
                </a:extLst>
              </p:cNvPr>
              <p:cNvSpPr/>
              <p:nvPr/>
            </p:nvSpPr>
            <p:spPr>
              <a:xfrm>
                <a:off x="6104923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2" name="Rectangle 7511">
                <a:extLst>
                  <a:ext uri="{FF2B5EF4-FFF2-40B4-BE49-F238E27FC236}">
                    <a16:creationId xmlns:a16="http://schemas.microsoft.com/office/drawing/2014/main" id="{7339FA56-DAE4-64AE-B8A5-56EC199E0F23}"/>
                  </a:ext>
                </a:extLst>
              </p:cNvPr>
              <p:cNvSpPr/>
              <p:nvPr/>
            </p:nvSpPr>
            <p:spPr>
              <a:xfrm>
                <a:off x="6104923" y="1622491"/>
                <a:ext cx="98350" cy="111684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3" name="Rectangle 7512">
                <a:extLst>
                  <a:ext uri="{FF2B5EF4-FFF2-40B4-BE49-F238E27FC236}">
                    <a16:creationId xmlns:a16="http://schemas.microsoft.com/office/drawing/2014/main" id="{29B07BC9-8FBD-85A1-7158-FBECF7A3E7DE}"/>
                  </a:ext>
                </a:extLst>
              </p:cNvPr>
              <p:cNvSpPr/>
              <p:nvPr/>
            </p:nvSpPr>
            <p:spPr>
              <a:xfrm>
                <a:off x="6104923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4" name="Rectangle 7513">
                <a:extLst>
                  <a:ext uri="{FF2B5EF4-FFF2-40B4-BE49-F238E27FC236}">
                    <a16:creationId xmlns:a16="http://schemas.microsoft.com/office/drawing/2014/main" id="{2E7611B5-4E96-AF7B-198E-ED0CF5ECB3DA}"/>
                  </a:ext>
                </a:extLst>
              </p:cNvPr>
              <p:cNvSpPr/>
              <p:nvPr/>
            </p:nvSpPr>
            <p:spPr>
              <a:xfrm>
                <a:off x="6104923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5" name="Rectangle 7514">
                <a:extLst>
                  <a:ext uri="{FF2B5EF4-FFF2-40B4-BE49-F238E27FC236}">
                    <a16:creationId xmlns:a16="http://schemas.microsoft.com/office/drawing/2014/main" id="{04E383B4-C689-FCCF-6297-C95ADC8E7DC0}"/>
                  </a:ext>
                </a:extLst>
              </p:cNvPr>
              <p:cNvSpPr/>
              <p:nvPr/>
            </p:nvSpPr>
            <p:spPr>
              <a:xfrm>
                <a:off x="6104923" y="195765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6" name="Rectangle 7515">
                <a:extLst>
                  <a:ext uri="{FF2B5EF4-FFF2-40B4-BE49-F238E27FC236}">
                    <a16:creationId xmlns:a16="http://schemas.microsoft.com/office/drawing/2014/main" id="{185B2709-03E6-837D-02BF-21677A057E2A}"/>
                  </a:ext>
                </a:extLst>
              </p:cNvPr>
              <p:cNvSpPr/>
              <p:nvPr/>
            </p:nvSpPr>
            <p:spPr>
              <a:xfrm>
                <a:off x="6104923" y="20693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7" name="Rectangle 7516">
                <a:extLst>
                  <a:ext uri="{FF2B5EF4-FFF2-40B4-BE49-F238E27FC236}">
                    <a16:creationId xmlns:a16="http://schemas.microsoft.com/office/drawing/2014/main" id="{F0DBBD2F-FC35-CAE3-4801-1F1A576356F5}"/>
                  </a:ext>
                </a:extLst>
              </p:cNvPr>
              <p:cNvSpPr/>
              <p:nvPr/>
            </p:nvSpPr>
            <p:spPr>
              <a:xfrm>
                <a:off x="6104923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8" name="Rectangle 7517">
                <a:extLst>
                  <a:ext uri="{FF2B5EF4-FFF2-40B4-BE49-F238E27FC236}">
                    <a16:creationId xmlns:a16="http://schemas.microsoft.com/office/drawing/2014/main" id="{28857FD0-2603-4FF3-52D5-3006228B3C27}"/>
                  </a:ext>
                </a:extLst>
              </p:cNvPr>
              <p:cNvSpPr/>
              <p:nvPr/>
            </p:nvSpPr>
            <p:spPr>
              <a:xfrm>
                <a:off x="6104923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19" name="Rectangle 7518">
                <a:extLst>
                  <a:ext uri="{FF2B5EF4-FFF2-40B4-BE49-F238E27FC236}">
                    <a16:creationId xmlns:a16="http://schemas.microsoft.com/office/drawing/2014/main" id="{AFDC5C55-28DA-D179-5C9E-448778EDE7F0}"/>
                  </a:ext>
                </a:extLst>
              </p:cNvPr>
              <p:cNvSpPr/>
              <p:nvPr/>
            </p:nvSpPr>
            <p:spPr>
              <a:xfrm>
                <a:off x="6104923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0" name="Rectangle 7519">
                <a:extLst>
                  <a:ext uri="{FF2B5EF4-FFF2-40B4-BE49-F238E27FC236}">
                    <a16:creationId xmlns:a16="http://schemas.microsoft.com/office/drawing/2014/main" id="{B6DF6324-6798-D9FD-3C4D-53DCC33840E9}"/>
                  </a:ext>
                </a:extLst>
              </p:cNvPr>
              <p:cNvSpPr/>
              <p:nvPr/>
            </p:nvSpPr>
            <p:spPr>
              <a:xfrm>
                <a:off x="6104923" y="2516076"/>
                <a:ext cx="98350" cy="111684"/>
              </a:xfrm>
              <a:prstGeom prst="rect">
                <a:avLst/>
              </a:prstGeom>
              <a:solidFill>
                <a:srgbClr val="F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1" name="Rectangle 7520">
                <a:extLst>
                  <a:ext uri="{FF2B5EF4-FFF2-40B4-BE49-F238E27FC236}">
                    <a16:creationId xmlns:a16="http://schemas.microsoft.com/office/drawing/2014/main" id="{63949973-6B60-332C-5467-C86AA13C57E3}"/>
                  </a:ext>
                </a:extLst>
              </p:cNvPr>
              <p:cNvSpPr/>
              <p:nvPr/>
            </p:nvSpPr>
            <p:spPr>
              <a:xfrm>
                <a:off x="6104923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2" name="Rectangle 7521">
                <a:extLst>
                  <a:ext uri="{FF2B5EF4-FFF2-40B4-BE49-F238E27FC236}">
                    <a16:creationId xmlns:a16="http://schemas.microsoft.com/office/drawing/2014/main" id="{3C18BDB1-4D67-DB51-8A2C-80823420D760}"/>
                  </a:ext>
                </a:extLst>
              </p:cNvPr>
              <p:cNvSpPr/>
              <p:nvPr/>
            </p:nvSpPr>
            <p:spPr>
              <a:xfrm>
                <a:off x="6104923" y="2739552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3" name="Rectangle 7522">
                <a:extLst>
                  <a:ext uri="{FF2B5EF4-FFF2-40B4-BE49-F238E27FC236}">
                    <a16:creationId xmlns:a16="http://schemas.microsoft.com/office/drawing/2014/main" id="{4EBA077F-66C5-23BC-2506-E6B889715337}"/>
                  </a:ext>
                </a:extLst>
              </p:cNvPr>
              <p:cNvSpPr/>
              <p:nvPr/>
            </p:nvSpPr>
            <p:spPr>
              <a:xfrm>
                <a:off x="6104923" y="285123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4" name="Rectangle 7523">
                <a:extLst>
                  <a:ext uri="{FF2B5EF4-FFF2-40B4-BE49-F238E27FC236}">
                    <a16:creationId xmlns:a16="http://schemas.microsoft.com/office/drawing/2014/main" id="{D37D2139-FF93-FAD8-D176-68E7BB880D29}"/>
                  </a:ext>
                </a:extLst>
              </p:cNvPr>
              <p:cNvSpPr/>
              <p:nvPr/>
            </p:nvSpPr>
            <p:spPr>
              <a:xfrm>
                <a:off x="6104923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5" name="Rectangle 7524">
                <a:extLst>
                  <a:ext uri="{FF2B5EF4-FFF2-40B4-BE49-F238E27FC236}">
                    <a16:creationId xmlns:a16="http://schemas.microsoft.com/office/drawing/2014/main" id="{8BA56B6F-0209-726E-4F80-280805A1B9AC}"/>
                  </a:ext>
                </a:extLst>
              </p:cNvPr>
              <p:cNvSpPr/>
              <p:nvPr/>
            </p:nvSpPr>
            <p:spPr>
              <a:xfrm>
                <a:off x="6104923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6" name="Rectangle 7525">
                <a:extLst>
                  <a:ext uri="{FF2B5EF4-FFF2-40B4-BE49-F238E27FC236}">
                    <a16:creationId xmlns:a16="http://schemas.microsoft.com/office/drawing/2014/main" id="{D0873AF6-2068-275D-CD51-5F36541F380D}"/>
                  </a:ext>
                </a:extLst>
              </p:cNvPr>
              <p:cNvSpPr/>
              <p:nvPr/>
            </p:nvSpPr>
            <p:spPr>
              <a:xfrm>
                <a:off x="6104923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7" name="Rectangle 7526">
                <a:extLst>
                  <a:ext uri="{FF2B5EF4-FFF2-40B4-BE49-F238E27FC236}">
                    <a16:creationId xmlns:a16="http://schemas.microsoft.com/office/drawing/2014/main" id="{12CDA440-A7D9-6F2F-F299-C39890D6CE25}"/>
                  </a:ext>
                </a:extLst>
              </p:cNvPr>
              <p:cNvSpPr/>
              <p:nvPr/>
            </p:nvSpPr>
            <p:spPr>
              <a:xfrm>
                <a:off x="6104923" y="32979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8" name="Rectangle 7527">
                <a:extLst>
                  <a:ext uri="{FF2B5EF4-FFF2-40B4-BE49-F238E27FC236}">
                    <a16:creationId xmlns:a16="http://schemas.microsoft.com/office/drawing/2014/main" id="{D57A9F79-A5C8-FC1D-1EB3-C5F52CBD2F21}"/>
                  </a:ext>
                </a:extLst>
              </p:cNvPr>
              <p:cNvSpPr/>
              <p:nvPr/>
            </p:nvSpPr>
            <p:spPr>
              <a:xfrm>
                <a:off x="6104923" y="3409660"/>
                <a:ext cx="98350" cy="111684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29" name="Rectangle 7528">
                <a:extLst>
                  <a:ext uri="{FF2B5EF4-FFF2-40B4-BE49-F238E27FC236}">
                    <a16:creationId xmlns:a16="http://schemas.microsoft.com/office/drawing/2014/main" id="{4D842480-3A69-FB26-3AE4-3181DD4AF0BD}"/>
                  </a:ext>
                </a:extLst>
              </p:cNvPr>
              <p:cNvSpPr/>
              <p:nvPr/>
            </p:nvSpPr>
            <p:spPr>
              <a:xfrm>
                <a:off x="6104923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0" name="Rectangle 7529">
                <a:extLst>
                  <a:ext uri="{FF2B5EF4-FFF2-40B4-BE49-F238E27FC236}">
                    <a16:creationId xmlns:a16="http://schemas.microsoft.com/office/drawing/2014/main" id="{B715B137-16A8-C04C-6C52-E20478489C49}"/>
                  </a:ext>
                </a:extLst>
              </p:cNvPr>
              <p:cNvSpPr/>
              <p:nvPr/>
            </p:nvSpPr>
            <p:spPr>
              <a:xfrm>
                <a:off x="6104923" y="36331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1" name="Rectangle 7530">
                <a:extLst>
                  <a:ext uri="{FF2B5EF4-FFF2-40B4-BE49-F238E27FC236}">
                    <a16:creationId xmlns:a16="http://schemas.microsoft.com/office/drawing/2014/main" id="{CDBF585B-58A6-8D43-0834-AD1E2498572F}"/>
                  </a:ext>
                </a:extLst>
              </p:cNvPr>
              <p:cNvSpPr/>
              <p:nvPr/>
            </p:nvSpPr>
            <p:spPr>
              <a:xfrm>
                <a:off x="6104923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2" name="Rectangle 7531">
                <a:extLst>
                  <a:ext uri="{FF2B5EF4-FFF2-40B4-BE49-F238E27FC236}">
                    <a16:creationId xmlns:a16="http://schemas.microsoft.com/office/drawing/2014/main" id="{BB505CB3-BAC0-13B6-B141-B8CB2ECA25F1}"/>
                  </a:ext>
                </a:extLst>
              </p:cNvPr>
              <p:cNvSpPr/>
              <p:nvPr/>
            </p:nvSpPr>
            <p:spPr>
              <a:xfrm>
                <a:off x="6104923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3" name="Rectangle 7532">
                <a:extLst>
                  <a:ext uri="{FF2B5EF4-FFF2-40B4-BE49-F238E27FC236}">
                    <a16:creationId xmlns:a16="http://schemas.microsoft.com/office/drawing/2014/main" id="{B15C69B9-602D-535A-F66F-470C27AEA94C}"/>
                  </a:ext>
                </a:extLst>
              </p:cNvPr>
              <p:cNvSpPr/>
              <p:nvPr/>
            </p:nvSpPr>
            <p:spPr>
              <a:xfrm>
                <a:off x="6104923" y="39681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4" name="Rectangle 7533">
                <a:extLst>
                  <a:ext uri="{FF2B5EF4-FFF2-40B4-BE49-F238E27FC236}">
                    <a16:creationId xmlns:a16="http://schemas.microsoft.com/office/drawing/2014/main" id="{0AEA0358-2DBB-4E1B-DA09-09825C7B30AC}"/>
                  </a:ext>
                </a:extLst>
              </p:cNvPr>
              <p:cNvSpPr/>
              <p:nvPr/>
            </p:nvSpPr>
            <p:spPr>
              <a:xfrm>
                <a:off x="6104923" y="407987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5" name="Rectangle 7534">
                <a:extLst>
                  <a:ext uri="{FF2B5EF4-FFF2-40B4-BE49-F238E27FC236}">
                    <a16:creationId xmlns:a16="http://schemas.microsoft.com/office/drawing/2014/main" id="{8F04184E-DC7C-B521-C902-ADD69021391B}"/>
                  </a:ext>
                </a:extLst>
              </p:cNvPr>
              <p:cNvSpPr/>
              <p:nvPr/>
            </p:nvSpPr>
            <p:spPr>
              <a:xfrm>
                <a:off x="6104923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6" name="Rectangle 7535">
                <a:extLst>
                  <a:ext uri="{FF2B5EF4-FFF2-40B4-BE49-F238E27FC236}">
                    <a16:creationId xmlns:a16="http://schemas.microsoft.com/office/drawing/2014/main" id="{CC424C37-34FB-B66D-7645-C2FF610DF08E}"/>
                  </a:ext>
                </a:extLst>
              </p:cNvPr>
              <p:cNvSpPr/>
              <p:nvPr/>
            </p:nvSpPr>
            <p:spPr>
              <a:xfrm>
                <a:off x="6104923" y="43033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7" name="Rectangle 7536">
                <a:extLst>
                  <a:ext uri="{FF2B5EF4-FFF2-40B4-BE49-F238E27FC236}">
                    <a16:creationId xmlns:a16="http://schemas.microsoft.com/office/drawing/2014/main" id="{02780381-CB6B-6DA9-9101-5705A237285E}"/>
                  </a:ext>
                </a:extLst>
              </p:cNvPr>
              <p:cNvSpPr/>
              <p:nvPr/>
            </p:nvSpPr>
            <p:spPr>
              <a:xfrm>
                <a:off x="6104923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8" name="Rectangle 7537">
                <a:extLst>
                  <a:ext uri="{FF2B5EF4-FFF2-40B4-BE49-F238E27FC236}">
                    <a16:creationId xmlns:a16="http://schemas.microsoft.com/office/drawing/2014/main" id="{67E27445-3FF2-6A50-F6FB-53DF21D601C0}"/>
                  </a:ext>
                </a:extLst>
              </p:cNvPr>
              <p:cNvSpPr/>
              <p:nvPr/>
            </p:nvSpPr>
            <p:spPr>
              <a:xfrm>
                <a:off x="6104923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39" name="Rectangle 7538">
                <a:extLst>
                  <a:ext uri="{FF2B5EF4-FFF2-40B4-BE49-F238E27FC236}">
                    <a16:creationId xmlns:a16="http://schemas.microsoft.com/office/drawing/2014/main" id="{E496AD23-98EC-9757-AD72-F23D97897A2F}"/>
                  </a:ext>
                </a:extLst>
              </p:cNvPr>
              <p:cNvSpPr/>
              <p:nvPr/>
            </p:nvSpPr>
            <p:spPr>
              <a:xfrm>
                <a:off x="6104923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0" name="Rectangle 7539">
                <a:extLst>
                  <a:ext uri="{FF2B5EF4-FFF2-40B4-BE49-F238E27FC236}">
                    <a16:creationId xmlns:a16="http://schemas.microsoft.com/office/drawing/2014/main" id="{1667F840-2D28-E7D8-E9AC-BB6245947FD2}"/>
                  </a:ext>
                </a:extLst>
              </p:cNvPr>
              <p:cNvSpPr/>
              <p:nvPr/>
            </p:nvSpPr>
            <p:spPr>
              <a:xfrm>
                <a:off x="6104923" y="47500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1" name="Rectangle 7540">
                <a:extLst>
                  <a:ext uri="{FF2B5EF4-FFF2-40B4-BE49-F238E27FC236}">
                    <a16:creationId xmlns:a16="http://schemas.microsoft.com/office/drawing/2014/main" id="{9B0982B8-1DAC-AE00-EFC9-944155222876}"/>
                  </a:ext>
                </a:extLst>
              </p:cNvPr>
              <p:cNvSpPr/>
              <p:nvPr/>
            </p:nvSpPr>
            <p:spPr>
              <a:xfrm>
                <a:off x="6104923" y="4861775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2" name="Rectangle 7541">
                <a:extLst>
                  <a:ext uri="{FF2B5EF4-FFF2-40B4-BE49-F238E27FC236}">
                    <a16:creationId xmlns:a16="http://schemas.microsoft.com/office/drawing/2014/main" id="{359F29F3-D1B5-E792-2421-064E94F99E8F}"/>
                  </a:ext>
                </a:extLst>
              </p:cNvPr>
              <p:cNvSpPr/>
              <p:nvPr/>
            </p:nvSpPr>
            <p:spPr>
              <a:xfrm>
                <a:off x="6104923" y="497346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3" name="Rectangle 7542">
                <a:extLst>
                  <a:ext uri="{FF2B5EF4-FFF2-40B4-BE49-F238E27FC236}">
                    <a16:creationId xmlns:a16="http://schemas.microsoft.com/office/drawing/2014/main" id="{A32D31E8-FF55-8EFF-3738-2475C0CA3E3B}"/>
                  </a:ext>
                </a:extLst>
              </p:cNvPr>
              <p:cNvSpPr/>
              <p:nvPr/>
            </p:nvSpPr>
            <p:spPr>
              <a:xfrm>
                <a:off x="6104923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4" name="Rectangle 7543">
                <a:extLst>
                  <a:ext uri="{FF2B5EF4-FFF2-40B4-BE49-F238E27FC236}">
                    <a16:creationId xmlns:a16="http://schemas.microsoft.com/office/drawing/2014/main" id="{9E972E9C-2426-5F41-3EA3-E1DACFD514A0}"/>
                  </a:ext>
                </a:extLst>
              </p:cNvPr>
              <p:cNvSpPr/>
              <p:nvPr/>
            </p:nvSpPr>
            <p:spPr>
              <a:xfrm>
                <a:off x="6104923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5" name="Rectangle 7544">
                <a:extLst>
                  <a:ext uri="{FF2B5EF4-FFF2-40B4-BE49-F238E27FC236}">
                    <a16:creationId xmlns:a16="http://schemas.microsoft.com/office/drawing/2014/main" id="{82906A82-F7F3-DB3D-3D9F-4A9BD16806C1}"/>
                  </a:ext>
                </a:extLst>
              </p:cNvPr>
              <p:cNvSpPr/>
              <p:nvPr/>
            </p:nvSpPr>
            <p:spPr>
              <a:xfrm>
                <a:off x="6104923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6" name="Rectangle 7545">
                <a:extLst>
                  <a:ext uri="{FF2B5EF4-FFF2-40B4-BE49-F238E27FC236}">
                    <a16:creationId xmlns:a16="http://schemas.microsoft.com/office/drawing/2014/main" id="{3C575389-4D66-1C20-957B-3B90C63C90B1}"/>
                  </a:ext>
                </a:extLst>
              </p:cNvPr>
              <p:cNvSpPr/>
              <p:nvPr/>
            </p:nvSpPr>
            <p:spPr>
              <a:xfrm>
                <a:off x="6104923" y="54203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7" name="Rectangle 7546">
                <a:extLst>
                  <a:ext uri="{FF2B5EF4-FFF2-40B4-BE49-F238E27FC236}">
                    <a16:creationId xmlns:a16="http://schemas.microsoft.com/office/drawing/2014/main" id="{6F95C3CD-34CA-45BA-6305-05AB00F12FE8}"/>
                  </a:ext>
                </a:extLst>
              </p:cNvPr>
              <p:cNvSpPr/>
              <p:nvPr/>
            </p:nvSpPr>
            <p:spPr>
              <a:xfrm>
                <a:off x="6104923" y="55319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8" name="Rectangle 7547">
                <a:extLst>
                  <a:ext uri="{FF2B5EF4-FFF2-40B4-BE49-F238E27FC236}">
                    <a16:creationId xmlns:a16="http://schemas.microsoft.com/office/drawing/2014/main" id="{72901CEE-437B-3067-D560-F525F26EDEA7}"/>
                  </a:ext>
                </a:extLst>
              </p:cNvPr>
              <p:cNvSpPr/>
              <p:nvPr/>
            </p:nvSpPr>
            <p:spPr>
              <a:xfrm>
                <a:off x="6104923" y="564367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49" name="Rectangle 7548">
                <a:extLst>
                  <a:ext uri="{FF2B5EF4-FFF2-40B4-BE49-F238E27FC236}">
                    <a16:creationId xmlns:a16="http://schemas.microsoft.com/office/drawing/2014/main" id="{BB0E9153-0917-3FAA-9205-E2BFDD0BC79C}"/>
                  </a:ext>
                </a:extLst>
              </p:cNvPr>
              <p:cNvSpPr/>
              <p:nvPr/>
            </p:nvSpPr>
            <p:spPr>
              <a:xfrm>
                <a:off x="6104923" y="5755359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0" name="Rectangle 7549">
                <a:extLst>
                  <a:ext uri="{FF2B5EF4-FFF2-40B4-BE49-F238E27FC236}">
                    <a16:creationId xmlns:a16="http://schemas.microsoft.com/office/drawing/2014/main" id="{EE74DC4D-632A-F653-DF95-4721FE3398B4}"/>
                  </a:ext>
                </a:extLst>
              </p:cNvPr>
              <p:cNvSpPr/>
              <p:nvPr/>
            </p:nvSpPr>
            <p:spPr>
              <a:xfrm>
                <a:off x="6104923" y="58671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1" name="Rectangle 7550">
                <a:extLst>
                  <a:ext uri="{FF2B5EF4-FFF2-40B4-BE49-F238E27FC236}">
                    <a16:creationId xmlns:a16="http://schemas.microsoft.com/office/drawing/2014/main" id="{EA6CC841-F2F8-7557-81BB-CB132B315BCD}"/>
                  </a:ext>
                </a:extLst>
              </p:cNvPr>
              <p:cNvSpPr/>
              <p:nvPr/>
            </p:nvSpPr>
            <p:spPr>
              <a:xfrm>
                <a:off x="6104923" y="597883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2" name="Rectangle 7551">
                <a:extLst>
                  <a:ext uri="{FF2B5EF4-FFF2-40B4-BE49-F238E27FC236}">
                    <a16:creationId xmlns:a16="http://schemas.microsoft.com/office/drawing/2014/main" id="{306BE5D9-1A15-2842-33C7-4293DA854DDB}"/>
                  </a:ext>
                </a:extLst>
              </p:cNvPr>
              <p:cNvSpPr/>
              <p:nvPr/>
            </p:nvSpPr>
            <p:spPr>
              <a:xfrm>
                <a:off x="6104923" y="609052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3" name="Rectangle 7552">
                <a:extLst>
                  <a:ext uri="{FF2B5EF4-FFF2-40B4-BE49-F238E27FC236}">
                    <a16:creationId xmlns:a16="http://schemas.microsoft.com/office/drawing/2014/main" id="{95486CC4-C3C1-6FC1-B0F0-D0E268F9562D}"/>
                  </a:ext>
                </a:extLst>
              </p:cNvPr>
              <p:cNvSpPr/>
              <p:nvPr/>
            </p:nvSpPr>
            <p:spPr>
              <a:xfrm>
                <a:off x="6104923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4" name="Rectangle 7553">
                <a:extLst>
                  <a:ext uri="{FF2B5EF4-FFF2-40B4-BE49-F238E27FC236}">
                    <a16:creationId xmlns:a16="http://schemas.microsoft.com/office/drawing/2014/main" id="{AC6A26A8-7777-392B-DCA1-6B5F15279964}"/>
                  </a:ext>
                </a:extLst>
              </p:cNvPr>
              <p:cNvSpPr/>
              <p:nvPr/>
            </p:nvSpPr>
            <p:spPr>
              <a:xfrm>
                <a:off x="6104923" y="631389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5" name="Rectangle 7554">
                <a:extLst>
                  <a:ext uri="{FF2B5EF4-FFF2-40B4-BE49-F238E27FC236}">
                    <a16:creationId xmlns:a16="http://schemas.microsoft.com/office/drawing/2014/main" id="{A35E3F7E-2D71-5D56-FB75-0EA650509D93}"/>
                  </a:ext>
                </a:extLst>
              </p:cNvPr>
              <p:cNvSpPr/>
              <p:nvPr/>
            </p:nvSpPr>
            <p:spPr>
              <a:xfrm>
                <a:off x="6104923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6" name="Rectangle 7555">
                <a:extLst>
                  <a:ext uri="{FF2B5EF4-FFF2-40B4-BE49-F238E27FC236}">
                    <a16:creationId xmlns:a16="http://schemas.microsoft.com/office/drawing/2014/main" id="{74E52F76-4A89-BCD0-22F1-D5BD745D1790}"/>
                  </a:ext>
                </a:extLst>
              </p:cNvPr>
              <p:cNvSpPr/>
              <p:nvPr/>
            </p:nvSpPr>
            <p:spPr>
              <a:xfrm>
                <a:off x="6104923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7" name="Rectangle 7556">
                <a:extLst>
                  <a:ext uri="{FF2B5EF4-FFF2-40B4-BE49-F238E27FC236}">
                    <a16:creationId xmlns:a16="http://schemas.microsoft.com/office/drawing/2014/main" id="{86876667-FF36-FF2D-3CD5-7BCEF7FED8B4}"/>
                  </a:ext>
                </a:extLst>
              </p:cNvPr>
              <p:cNvSpPr/>
              <p:nvPr/>
            </p:nvSpPr>
            <p:spPr>
              <a:xfrm>
                <a:off x="6104923" y="66490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8" name="Rectangle 7557">
                <a:extLst>
                  <a:ext uri="{FF2B5EF4-FFF2-40B4-BE49-F238E27FC236}">
                    <a16:creationId xmlns:a16="http://schemas.microsoft.com/office/drawing/2014/main" id="{AF1DD340-4DB7-8F70-438D-4B03AC8A098A}"/>
                  </a:ext>
                </a:extLst>
              </p:cNvPr>
              <p:cNvSpPr/>
              <p:nvPr/>
            </p:nvSpPr>
            <p:spPr>
              <a:xfrm>
                <a:off x="6104923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59" name="Rectangle 7558">
                <a:extLst>
                  <a:ext uri="{FF2B5EF4-FFF2-40B4-BE49-F238E27FC236}">
                    <a16:creationId xmlns:a16="http://schemas.microsoft.com/office/drawing/2014/main" id="{200A84A4-9134-4247-C39E-F6FC501D1C97}"/>
                  </a:ext>
                </a:extLst>
              </p:cNvPr>
              <p:cNvSpPr/>
              <p:nvPr/>
            </p:nvSpPr>
            <p:spPr>
              <a:xfrm>
                <a:off x="6203167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0" name="Rectangle 7559">
                <a:extLst>
                  <a:ext uri="{FF2B5EF4-FFF2-40B4-BE49-F238E27FC236}">
                    <a16:creationId xmlns:a16="http://schemas.microsoft.com/office/drawing/2014/main" id="{328EDE50-0B43-2627-AEF9-180F50CFA264}"/>
                  </a:ext>
                </a:extLst>
              </p:cNvPr>
              <p:cNvSpPr/>
              <p:nvPr/>
            </p:nvSpPr>
            <p:spPr>
              <a:xfrm>
                <a:off x="6203167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1" name="Rectangle 7560">
                <a:extLst>
                  <a:ext uri="{FF2B5EF4-FFF2-40B4-BE49-F238E27FC236}">
                    <a16:creationId xmlns:a16="http://schemas.microsoft.com/office/drawing/2014/main" id="{D120F100-32EE-C938-034D-79F6298175BD}"/>
                  </a:ext>
                </a:extLst>
              </p:cNvPr>
              <p:cNvSpPr/>
              <p:nvPr/>
            </p:nvSpPr>
            <p:spPr>
              <a:xfrm>
                <a:off x="6203167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2" name="Rectangle 7561">
                <a:extLst>
                  <a:ext uri="{FF2B5EF4-FFF2-40B4-BE49-F238E27FC236}">
                    <a16:creationId xmlns:a16="http://schemas.microsoft.com/office/drawing/2014/main" id="{4FA34FD7-B76D-9751-69B3-C8AADAF853F2}"/>
                  </a:ext>
                </a:extLst>
              </p:cNvPr>
              <p:cNvSpPr/>
              <p:nvPr/>
            </p:nvSpPr>
            <p:spPr>
              <a:xfrm>
                <a:off x="6203167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3" name="Rectangle 7562">
                <a:extLst>
                  <a:ext uri="{FF2B5EF4-FFF2-40B4-BE49-F238E27FC236}">
                    <a16:creationId xmlns:a16="http://schemas.microsoft.com/office/drawing/2014/main" id="{D3D1E339-840E-A149-A154-A763AB6BA124}"/>
                  </a:ext>
                </a:extLst>
              </p:cNvPr>
              <p:cNvSpPr/>
              <p:nvPr/>
            </p:nvSpPr>
            <p:spPr>
              <a:xfrm>
                <a:off x="6203167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4" name="Rectangle 7563">
                <a:extLst>
                  <a:ext uri="{FF2B5EF4-FFF2-40B4-BE49-F238E27FC236}">
                    <a16:creationId xmlns:a16="http://schemas.microsoft.com/office/drawing/2014/main" id="{5571AA90-AE21-618B-77B1-E6035CCA9C05}"/>
                  </a:ext>
                </a:extLst>
              </p:cNvPr>
              <p:cNvSpPr/>
              <p:nvPr/>
            </p:nvSpPr>
            <p:spPr>
              <a:xfrm>
                <a:off x="6203167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5" name="Rectangle 7564">
                <a:extLst>
                  <a:ext uri="{FF2B5EF4-FFF2-40B4-BE49-F238E27FC236}">
                    <a16:creationId xmlns:a16="http://schemas.microsoft.com/office/drawing/2014/main" id="{6B536277-CBBC-A06B-B18E-0C14FC1D26AF}"/>
                  </a:ext>
                </a:extLst>
              </p:cNvPr>
              <p:cNvSpPr/>
              <p:nvPr/>
            </p:nvSpPr>
            <p:spPr>
              <a:xfrm>
                <a:off x="6203167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6" name="Rectangle 7565">
                <a:extLst>
                  <a:ext uri="{FF2B5EF4-FFF2-40B4-BE49-F238E27FC236}">
                    <a16:creationId xmlns:a16="http://schemas.microsoft.com/office/drawing/2014/main" id="{CF9B4C32-9EBB-75AD-063B-EE3E06BA8E4D}"/>
                  </a:ext>
                </a:extLst>
              </p:cNvPr>
              <p:cNvSpPr/>
              <p:nvPr/>
            </p:nvSpPr>
            <p:spPr>
              <a:xfrm>
                <a:off x="6203167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7" name="Rectangle 7566">
                <a:extLst>
                  <a:ext uri="{FF2B5EF4-FFF2-40B4-BE49-F238E27FC236}">
                    <a16:creationId xmlns:a16="http://schemas.microsoft.com/office/drawing/2014/main" id="{DF6696C9-085A-96F2-3424-9AEA073E20BE}"/>
                  </a:ext>
                </a:extLst>
              </p:cNvPr>
              <p:cNvSpPr/>
              <p:nvPr/>
            </p:nvSpPr>
            <p:spPr>
              <a:xfrm>
                <a:off x="6203167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8" name="Rectangle 7567">
                <a:extLst>
                  <a:ext uri="{FF2B5EF4-FFF2-40B4-BE49-F238E27FC236}">
                    <a16:creationId xmlns:a16="http://schemas.microsoft.com/office/drawing/2014/main" id="{FC183A75-BCD1-DC94-E233-123095B472EB}"/>
                  </a:ext>
                </a:extLst>
              </p:cNvPr>
              <p:cNvSpPr/>
              <p:nvPr/>
            </p:nvSpPr>
            <p:spPr>
              <a:xfrm>
                <a:off x="6203167" y="61722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69" name="Rectangle 7568">
                <a:extLst>
                  <a:ext uri="{FF2B5EF4-FFF2-40B4-BE49-F238E27FC236}">
                    <a16:creationId xmlns:a16="http://schemas.microsoft.com/office/drawing/2014/main" id="{C2F7E69D-FA3F-0424-C1ED-F56F55DF68B2}"/>
                  </a:ext>
                </a:extLst>
              </p:cNvPr>
              <p:cNvSpPr/>
              <p:nvPr/>
            </p:nvSpPr>
            <p:spPr>
              <a:xfrm>
                <a:off x="6203167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0" name="Rectangle 7569">
                <a:extLst>
                  <a:ext uri="{FF2B5EF4-FFF2-40B4-BE49-F238E27FC236}">
                    <a16:creationId xmlns:a16="http://schemas.microsoft.com/office/drawing/2014/main" id="{C08641A7-A64D-8450-493F-EF943A83BE3C}"/>
                  </a:ext>
                </a:extLst>
              </p:cNvPr>
              <p:cNvSpPr/>
              <p:nvPr/>
            </p:nvSpPr>
            <p:spPr>
              <a:xfrm>
                <a:off x="6203167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1" name="Rectangle 7570">
                <a:extLst>
                  <a:ext uri="{FF2B5EF4-FFF2-40B4-BE49-F238E27FC236}">
                    <a16:creationId xmlns:a16="http://schemas.microsoft.com/office/drawing/2014/main" id="{CE4703D1-FD2B-5577-6162-2172F51BEC2D}"/>
                  </a:ext>
                </a:extLst>
              </p:cNvPr>
              <p:cNvSpPr/>
              <p:nvPr/>
            </p:nvSpPr>
            <p:spPr>
              <a:xfrm>
                <a:off x="6203167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2" name="Rectangle 7571">
                <a:extLst>
                  <a:ext uri="{FF2B5EF4-FFF2-40B4-BE49-F238E27FC236}">
                    <a16:creationId xmlns:a16="http://schemas.microsoft.com/office/drawing/2014/main" id="{54723CD1-B7DC-C37D-B465-496678408678}"/>
                  </a:ext>
                </a:extLst>
              </p:cNvPr>
              <p:cNvSpPr/>
              <p:nvPr/>
            </p:nvSpPr>
            <p:spPr>
              <a:xfrm>
                <a:off x="6203167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3" name="Rectangle 7572">
                <a:extLst>
                  <a:ext uri="{FF2B5EF4-FFF2-40B4-BE49-F238E27FC236}">
                    <a16:creationId xmlns:a16="http://schemas.microsoft.com/office/drawing/2014/main" id="{5E21A8C0-045F-515D-3C00-5E9F403C1B55}"/>
                  </a:ext>
                </a:extLst>
              </p:cNvPr>
              <p:cNvSpPr/>
              <p:nvPr/>
            </p:nvSpPr>
            <p:spPr>
              <a:xfrm>
                <a:off x="6203167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4" name="Rectangle 7573">
                <a:extLst>
                  <a:ext uri="{FF2B5EF4-FFF2-40B4-BE49-F238E27FC236}">
                    <a16:creationId xmlns:a16="http://schemas.microsoft.com/office/drawing/2014/main" id="{3D1325BE-4C78-8508-1B8C-B83B3BC86BAE}"/>
                  </a:ext>
                </a:extLst>
              </p:cNvPr>
              <p:cNvSpPr/>
              <p:nvPr/>
            </p:nvSpPr>
            <p:spPr>
              <a:xfrm>
                <a:off x="6203167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5" name="Rectangle 7574">
                <a:extLst>
                  <a:ext uri="{FF2B5EF4-FFF2-40B4-BE49-F238E27FC236}">
                    <a16:creationId xmlns:a16="http://schemas.microsoft.com/office/drawing/2014/main" id="{7D169A99-4228-9A43-1F9D-EEF51EFBAE24}"/>
                  </a:ext>
                </a:extLst>
              </p:cNvPr>
              <p:cNvSpPr/>
              <p:nvPr/>
            </p:nvSpPr>
            <p:spPr>
              <a:xfrm>
                <a:off x="6203167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6" name="Rectangle 7575">
                <a:extLst>
                  <a:ext uri="{FF2B5EF4-FFF2-40B4-BE49-F238E27FC236}">
                    <a16:creationId xmlns:a16="http://schemas.microsoft.com/office/drawing/2014/main" id="{1264137F-DBCC-9904-0100-658399427A5F}"/>
                  </a:ext>
                </a:extLst>
              </p:cNvPr>
              <p:cNvSpPr/>
              <p:nvPr/>
            </p:nvSpPr>
            <p:spPr>
              <a:xfrm>
                <a:off x="6203167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7" name="Rectangle 7576">
                <a:extLst>
                  <a:ext uri="{FF2B5EF4-FFF2-40B4-BE49-F238E27FC236}">
                    <a16:creationId xmlns:a16="http://schemas.microsoft.com/office/drawing/2014/main" id="{851BA77B-AF4C-95DD-7B76-DE6B5BCA797C}"/>
                  </a:ext>
                </a:extLst>
              </p:cNvPr>
              <p:cNvSpPr/>
              <p:nvPr/>
            </p:nvSpPr>
            <p:spPr>
              <a:xfrm>
                <a:off x="6203167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8" name="Rectangle 7577">
                <a:extLst>
                  <a:ext uri="{FF2B5EF4-FFF2-40B4-BE49-F238E27FC236}">
                    <a16:creationId xmlns:a16="http://schemas.microsoft.com/office/drawing/2014/main" id="{A30891F1-FF7B-A00A-6078-A5F6EF6895BE}"/>
                  </a:ext>
                </a:extLst>
              </p:cNvPr>
              <p:cNvSpPr/>
              <p:nvPr/>
            </p:nvSpPr>
            <p:spPr>
              <a:xfrm>
                <a:off x="6203167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79" name="Rectangle 7578">
                <a:extLst>
                  <a:ext uri="{FF2B5EF4-FFF2-40B4-BE49-F238E27FC236}">
                    <a16:creationId xmlns:a16="http://schemas.microsoft.com/office/drawing/2014/main" id="{CC8F82B1-B343-09E2-84EE-A0CCF428F59C}"/>
                  </a:ext>
                </a:extLst>
              </p:cNvPr>
              <p:cNvSpPr/>
              <p:nvPr/>
            </p:nvSpPr>
            <p:spPr>
              <a:xfrm>
                <a:off x="6203167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0" name="Rectangle 7579">
                <a:extLst>
                  <a:ext uri="{FF2B5EF4-FFF2-40B4-BE49-F238E27FC236}">
                    <a16:creationId xmlns:a16="http://schemas.microsoft.com/office/drawing/2014/main" id="{E3E0BCED-48DE-8309-AC2A-2E240BFFE0AB}"/>
                  </a:ext>
                </a:extLst>
              </p:cNvPr>
              <p:cNvSpPr/>
              <p:nvPr/>
            </p:nvSpPr>
            <p:spPr>
              <a:xfrm>
                <a:off x="6203167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1" name="Rectangle 7580">
                <a:extLst>
                  <a:ext uri="{FF2B5EF4-FFF2-40B4-BE49-F238E27FC236}">
                    <a16:creationId xmlns:a16="http://schemas.microsoft.com/office/drawing/2014/main" id="{49D934A9-507A-C6F8-0BFF-8816ABBA0380}"/>
                  </a:ext>
                </a:extLst>
              </p:cNvPr>
              <p:cNvSpPr/>
              <p:nvPr/>
            </p:nvSpPr>
            <p:spPr>
              <a:xfrm>
                <a:off x="6203167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2" name="Rectangle 7581">
                <a:extLst>
                  <a:ext uri="{FF2B5EF4-FFF2-40B4-BE49-F238E27FC236}">
                    <a16:creationId xmlns:a16="http://schemas.microsoft.com/office/drawing/2014/main" id="{BA46E9D9-BC0C-7581-9232-3513B06E6ACD}"/>
                  </a:ext>
                </a:extLst>
              </p:cNvPr>
              <p:cNvSpPr/>
              <p:nvPr/>
            </p:nvSpPr>
            <p:spPr>
              <a:xfrm>
                <a:off x="6203167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3" name="Rectangle 7582">
                <a:extLst>
                  <a:ext uri="{FF2B5EF4-FFF2-40B4-BE49-F238E27FC236}">
                    <a16:creationId xmlns:a16="http://schemas.microsoft.com/office/drawing/2014/main" id="{D8E5EEA1-2891-B186-E193-0A891DBFFB74}"/>
                  </a:ext>
                </a:extLst>
              </p:cNvPr>
              <p:cNvSpPr/>
              <p:nvPr/>
            </p:nvSpPr>
            <p:spPr>
              <a:xfrm>
                <a:off x="6203167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4" name="Rectangle 7583">
                <a:extLst>
                  <a:ext uri="{FF2B5EF4-FFF2-40B4-BE49-F238E27FC236}">
                    <a16:creationId xmlns:a16="http://schemas.microsoft.com/office/drawing/2014/main" id="{FAF90832-C1B8-55D9-3C92-315F7C259B2F}"/>
                  </a:ext>
                </a:extLst>
              </p:cNvPr>
              <p:cNvSpPr/>
              <p:nvPr/>
            </p:nvSpPr>
            <p:spPr>
              <a:xfrm>
                <a:off x="6203167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5" name="Rectangle 7584">
                <a:extLst>
                  <a:ext uri="{FF2B5EF4-FFF2-40B4-BE49-F238E27FC236}">
                    <a16:creationId xmlns:a16="http://schemas.microsoft.com/office/drawing/2014/main" id="{9F74FB19-9A43-7F20-FC03-6D5C4A6DB0BA}"/>
                  </a:ext>
                </a:extLst>
              </p:cNvPr>
              <p:cNvSpPr/>
              <p:nvPr/>
            </p:nvSpPr>
            <p:spPr>
              <a:xfrm>
                <a:off x="6203167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6" name="Rectangle 7585">
                <a:extLst>
                  <a:ext uri="{FF2B5EF4-FFF2-40B4-BE49-F238E27FC236}">
                    <a16:creationId xmlns:a16="http://schemas.microsoft.com/office/drawing/2014/main" id="{C673570B-7707-EB08-0243-6DC7119D569C}"/>
                  </a:ext>
                </a:extLst>
              </p:cNvPr>
              <p:cNvSpPr/>
              <p:nvPr/>
            </p:nvSpPr>
            <p:spPr>
              <a:xfrm>
                <a:off x="6203167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7" name="Rectangle 7586">
                <a:extLst>
                  <a:ext uri="{FF2B5EF4-FFF2-40B4-BE49-F238E27FC236}">
                    <a16:creationId xmlns:a16="http://schemas.microsoft.com/office/drawing/2014/main" id="{A73681F9-7B21-8412-4828-872AB36403FE}"/>
                  </a:ext>
                </a:extLst>
              </p:cNvPr>
              <p:cNvSpPr/>
              <p:nvPr/>
            </p:nvSpPr>
            <p:spPr>
              <a:xfrm>
                <a:off x="6203167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8" name="Rectangle 7587">
                <a:extLst>
                  <a:ext uri="{FF2B5EF4-FFF2-40B4-BE49-F238E27FC236}">
                    <a16:creationId xmlns:a16="http://schemas.microsoft.com/office/drawing/2014/main" id="{38E6B085-7DD9-45C9-F4EB-2455A333DCD5}"/>
                  </a:ext>
                </a:extLst>
              </p:cNvPr>
              <p:cNvSpPr/>
              <p:nvPr/>
            </p:nvSpPr>
            <p:spPr>
              <a:xfrm>
                <a:off x="6203167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89" name="Rectangle 7588">
                <a:extLst>
                  <a:ext uri="{FF2B5EF4-FFF2-40B4-BE49-F238E27FC236}">
                    <a16:creationId xmlns:a16="http://schemas.microsoft.com/office/drawing/2014/main" id="{A54C4D04-861D-E620-8DC3-ECB04EF0075D}"/>
                  </a:ext>
                </a:extLst>
              </p:cNvPr>
              <p:cNvSpPr/>
              <p:nvPr/>
            </p:nvSpPr>
            <p:spPr>
              <a:xfrm>
                <a:off x="6203167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0" name="Rectangle 7589">
                <a:extLst>
                  <a:ext uri="{FF2B5EF4-FFF2-40B4-BE49-F238E27FC236}">
                    <a16:creationId xmlns:a16="http://schemas.microsoft.com/office/drawing/2014/main" id="{2D008587-AA31-85A3-4496-A0284003C690}"/>
                  </a:ext>
                </a:extLst>
              </p:cNvPr>
              <p:cNvSpPr/>
              <p:nvPr/>
            </p:nvSpPr>
            <p:spPr>
              <a:xfrm>
                <a:off x="6203167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1" name="Rectangle 7590">
                <a:extLst>
                  <a:ext uri="{FF2B5EF4-FFF2-40B4-BE49-F238E27FC236}">
                    <a16:creationId xmlns:a16="http://schemas.microsoft.com/office/drawing/2014/main" id="{1F15A662-1B86-6377-23E3-DAEF129E49A7}"/>
                  </a:ext>
                </a:extLst>
              </p:cNvPr>
              <p:cNvSpPr/>
              <p:nvPr/>
            </p:nvSpPr>
            <p:spPr>
              <a:xfrm>
                <a:off x="6203167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2" name="Rectangle 7591">
                <a:extLst>
                  <a:ext uri="{FF2B5EF4-FFF2-40B4-BE49-F238E27FC236}">
                    <a16:creationId xmlns:a16="http://schemas.microsoft.com/office/drawing/2014/main" id="{18DDBA86-4706-FEB9-3711-4BC9A004B0CC}"/>
                  </a:ext>
                </a:extLst>
              </p:cNvPr>
              <p:cNvSpPr/>
              <p:nvPr/>
            </p:nvSpPr>
            <p:spPr>
              <a:xfrm>
                <a:off x="6203167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3" name="Rectangle 7592">
                <a:extLst>
                  <a:ext uri="{FF2B5EF4-FFF2-40B4-BE49-F238E27FC236}">
                    <a16:creationId xmlns:a16="http://schemas.microsoft.com/office/drawing/2014/main" id="{0DFE92A2-B5B1-C0CE-C07B-624398490924}"/>
                  </a:ext>
                </a:extLst>
              </p:cNvPr>
              <p:cNvSpPr/>
              <p:nvPr/>
            </p:nvSpPr>
            <p:spPr>
              <a:xfrm>
                <a:off x="6203167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4" name="Rectangle 7593">
                <a:extLst>
                  <a:ext uri="{FF2B5EF4-FFF2-40B4-BE49-F238E27FC236}">
                    <a16:creationId xmlns:a16="http://schemas.microsoft.com/office/drawing/2014/main" id="{EA82F7DF-39A0-87C9-809F-0268B7B51182}"/>
                  </a:ext>
                </a:extLst>
              </p:cNvPr>
              <p:cNvSpPr/>
              <p:nvPr/>
            </p:nvSpPr>
            <p:spPr>
              <a:xfrm>
                <a:off x="6203167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5" name="Rectangle 7594">
                <a:extLst>
                  <a:ext uri="{FF2B5EF4-FFF2-40B4-BE49-F238E27FC236}">
                    <a16:creationId xmlns:a16="http://schemas.microsoft.com/office/drawing/2014/main" id="{F1C26C0B-16B0-8D66-BAB4-1177340449BA}"/>
                  </a:ext>
                </a:extLst>
              </p:cNvPr>
              <p:cNvSpPr/>
              <p:nvPr/>
            </p:nvSpPr>
            <p:spPr>
              <a:xfrm>
                <a:off x="6203167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6" name="Rectangle 7595">
                <a:extLst>
                  <a:ext uri="{FF2B5EF4-FFF2-40B4-BE49-F238E27FC236}">
                    <a16:creationId xmlns:a16="http://schemas.microsoft.com/office/drawing/2014/main" id="{29DC33BC-0D56-EB03-A533-9E1B5B518D95}"/>
                  </a:ext>
                </a:extLst>
              </p:cNvPr>
              <p:cNvSpPr/>
              <p:nvPr/>
            </p:nvSpPr>
            <p:spPr>
              <a:xfrm>
                <a:off x="6203167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7" name="Rectangle 7596">
                <a:extLst>
                  <a:ext uri="{FF2B5EF4-FFF2-40B4-BE49-F238E27FC236}">
                    <a16:creationId xmlns:a16="http://schemas.microsoft.com/office/drawing/2014/main" id="{FA6A31AC-3F2E-69F1-972B-D08853B56852}"/>
                  </a:ext>
                </a:extLst>
              </p:cNvPr>
              <p:cNvSpPr/>
              <p:nvPr/>
            </p:nvSpPr>
            <p:spPr>
              <a:xfrm>
                <a:off x="6203167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8" name="Rectangle 7597">
                <a:extLst>
                  <a:ext uri="{FF2B5EF4-FFF2-40B4-BE49-F238E27FC236}">
                    <a16:creationId xmlns:a16="http://schemas.microsoft.com/office/drawing/2014/main" id="{9AA2A611-71E2-F10A-AEF5-926C22EBF712}"/>
                  </a:ext>
                </a:extLst>
              </p:cNvPr>
              <p:cNvSpPr/>
              <p:nvPr/>
            </p:nvSpPr>
            <p:spPr>
              <a:xfrm>
                <a:off x="6203167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599" name="Rectangle 7598">
                <a:extLst>
                  <a:ext uri="{FF2B5EF4-FFF2-40B4-BE49-F238E27FC236}">
                    <a16:creationId xmlns:a16="http://schemas.microsoft.com/office/drawing/2014/main" id="{97CC85BD-3984-66B7-8D14-86DBE77CA1F1}"/>
                  </a:ext>
                </a:extLst>
              </p:cNvPr>
              <p:cNvSpPr/>
              <p:nvPr/>
            </p:nvSpPr>
            <p:spPr>
              <a:xfrm>
                <a:off x="6203167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0" name="Rectangle 7599">
                <a:extLst>
                  <a:ext uri="{FF2B5EF4-FFF2-40B4-BE49-F238E27FC236}">
                    <a16:creationId xmlns:a16="http://schemas.microsoft.com/office/drawing/2014/main" id="{D2D8C769-DF84-2AE9-5474-4D5075F71F42}"/>
                  </a:ext>
                </a:extLst>
              </p:cNvPr>
              <p:cNvSpPr/>
              <p:nvPr/>
            </p:nvSpPr>
            <p:spPr>
              <a:xfrm>
                <a:off x="6203167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1" name="Rectangle 7600">
                <a:extLst>
                  <a:ext uri="{FF2B5EF4-FFF2-40B4-BE49-F238E27FC236}">
                    <a16:creationId xmlns:a16="http://schemas.microsoft.com/office/drawing/2014/main" id="{D9565822-4F72-E840-C536-EAE6411D685A}"/>
                  </a:ext>
                </a:extLst>
              </p:cNvPr>
              <p:cNvSpPr/>
              <p:nvPr/>
            </p:nvSpPr>
            <p:spPr>
              <a:xfrm>
                <a:off x="6203167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2" name="Rectangle 7601">
                <a:extLst>
                  <a:ext uri="{FF2B5EF4-FFF2-40B4-BE49-F238E27FC236}">
                    <a16:creationId xmlns:a16="http://schemas.microsoft.com/office/drawing/2014/main" id="{CCAA0868-B3D8-694D-0E0C-18346B9AC7FB}"/>
                  </a:ext>
                </a:extLst>
              </p:cNvPr>
              <p:cNvSpPr/>
              <p:nvPr/>
            </p:nvSpPr>
            <p:spPr>
              <a:xfrm>
                <a:off x="6203167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3" name="Rectangle 7602">
                <a:extLst>
                  <a:ext uri="{FF2B5EF4-FFF2-40B4-BE49-F238E27FC236}">
                    <a16:creationId xmlns:a16="http://schemas.microsoft.com/office/drawing/2014/main" id="{7CB86DD6-7042-C6DB-F641-3BBF773D1CC4}"/>
                  </a:ext>
                </a:extLst>
              </p:cNvPr>
              <p:cNvSpPr/>
              <p:nvPr/>
            </p:nvSpPr>
            <p:spPr>
              <a:xfrm>
                <a:off x="6203167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4" name="Rectangle 7603">
                <a:extLst>
                  <a:ext uri="{FF2B5EF4-FFF2-40B4-BE49-F238E27FC236}">
                    <a16:creationId xmlns:a16="http://schemas.microsoft.com/office/drawing/2014/main" id="{EFB611D2-ACB3-6D4F-A08F-CCAC7D6B402F}"/>
                  </a:ext>
                </a:extLst>
              </p:cNvPr>
              <p:cNvSpPr/>
              <p:nvPr/>
            </p:nvSpPr>
            <p:spPr>
              <a:xfrm>
                <a:off x="6203167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5" name="Rectangle 7604">
                <a:extLst>
                  <a:ext uri="{FF2B5EF4-FFF2-40B4-BE49-F238E27FC236}">
                    <a16:creationId xmlns:a16="http://schemas.microsoft.com/office/drawing/2014/main" id="{D7B25EDE-1B2E-F812-4EC9-0AAF417867F5}"/>
                  </a:ext>
                </a:extLst>
              </p:cNvPr>
              <p:cNvSpPr/>
              <p:nvPr/>
            </p:nvSpPr>
            <p:spPr>
              <a:xfrm>
                <a:off x="6203167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6" name="Rectangle 7605">
                <a:extLst>
                  <a:ext uri="{FF2B5EF4-FFF2-40B4-BE49-F238E27FC236}">
                    <a16:creationId xmlns:a16="http://schemas.microsoft.com/office/drawing/2014/main" id="{EBE3FDBC-4E5C-0DC2-9C95-606B7AA15B89}"/>
                  </a:ext>
                </a:extLst>
              </p:cNvPr>
              <p:cNvSpPr/>
              <p:nvPr/>
            </p:nvSpPr>
            <p:spPr>
              <a:xfrm>
                <a:off x="6203167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7" name="Rectangle 7606">
                <a:extLst>
                  <a:ext uri="{FF2B5EF4-FFF2-40B4-BE49-F238E27FC236}">
                    <a16:creationId xmlns:a16="http://schemas.microsoft.com/office/drawing/2014/main" id="{0FCA88B6-477A-F6FB-71BE-CA44107284D1}"/>
                  </a:ext>
                </a:extLst>
              </p:cNvPr>
              <p:cNvSpPr/>
              <p:nvPr/>
            </p:nvSpPr>
            <p:spPr>
              <a:xfrm>
                <a:off x="6203167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8" name="Rectangle 7607">
                <a:extLst>
                  <a:ext uri="{FF2B5EF4-FFF2-40B4-BE49-F238E27FC236}">
                    <a16:creationId xmlns:a16="http://schemas.microsoft.com/office/drawing/2014/main" id="{3F0E2F24-F86F-BCDF-3799-C1A23CBF1884}"/>
                  </a:ext>
                </a:extLst>
              </p:cNvPr>
              <p:cNvSpPr/>
              <p:nvPr/>
            </p:nvSpPr>
            <p:spPr>
              <a:xfrm>
                <a:off x="6203167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09" name="Rectangle 7608">
                <a:extLst>
                  <a:ext uri="{FF2B5EF4-FFF2-40B4-BE49-F238E27FC236}">
                    <a16:creationId xmlns:a16="http://schemas.microsoft.com/office/drawing/2014/main" id="{1BCC7523-D8AD-517F-3D1C-47EA95CC57DC}"/>
                  </a:ext>
                </a:extLst>
              </p:cNvPr>
              <p:cNvSpPr/>
              <p:nvPr/>
            </p:nvSpPr>
            <p:spPr>
              <a:xfrm>
                <a:off x="6203167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0" name="Rectangle 7609">
                <a:extLst>
                  <a:ext uri="{FF2B5EF4-FFF2-40B4-BE49-F238E27FC236}">
                    <a16:creationId xmlns:a16="http://schemas.microsoft.com/office/drawing/2014/main" id="{BF071CD3-7FF4-D914-0845-5F19CDF53C62}"/>
                  </a:ext>
                </a:extLst>
              </p:cNvPr>
              <p:cNvSpPr/>
              <p:nvPr/>
            </p:nvSpPr>
            <p:spPr>
              <a:xfrm>
                <a:off x="6203167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1" name="Rectangle 7610">
                <a:extLst>
                  <a:ext uri="{FF2B5EF4-FFF2-40B4-BE49-F238E27FC236}">
                    <a16:creationId xmlns:a16="http://schemas.microsoft.com/office/drawing/2014/main" id="{7148EF85-B2DB-F1FE-DB99-3D224023F1F9}"/>
                  </a:ext>
                </a:extLst>
              </p:cNvPr>
              <p:cNvSpPr/>
              <p:nvPr/>
            </p:nvSpPr>
            <p:spPr>
              <a:xfrm>
                <a:off x="6203167" y="5420305"/>
                <a:ext cx="98350" cy="111684"/>
              </a:xfrm>
              <a:prstGeom prst="rect">
                <a:avLst/>
              </a:prstGeom>
              <a:solidFill>
                <a:srgbClr val="FABE5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2" name="Rectangle 7611">
                <a:extLst>
                  <a:ext uri="{FF2B5EF4-FFF2-40B4-BE49-F238E27FC236}">
                    <a16:creationId xmlns:a16="http://schemas.microsoft.com/office/drawing/2014/main" id="{E39A468A-960A-CCCB-7AA4-AD8E4DFF3FB7}"/>
                  </a:ext>
                </a:extLst>
              </p:cNvPr>
              <p:cNvSpPr/>
              <p:nvPr/>
            </p:nvSpPr>
            <p:spPr>
              <a:xfrm>
                <a:off x="6203167" y="5531990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3" name="Rectangle 7612">
                <a:extLst>
                  <a:ext uri="{FF2B5EF4-FFF2-40B4-BE49-F238E27FC236}">
                    <a16:creationId xmlns:a16="http://schemas.microsoft.com/office/drawing/2014/main" id="{6DC8B765-3C95-9A3F-8F47-5FD0B0501581}"/>
                  </a:ext>
                </a:extLst>
              </p:cNvPr>
              <p:cNvSpPr/>
              <p:nvPr/>
            </p:nvSpPr>
            <p:spPr>
              <a:xfrm>
                <a:off x="6203167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4" name="Rectangle 7613">
                <a:extLst>
                  <a:ext uri="{FF2B5EF4-FFF2-40B4-BE49-F238E27FC236}">
                    <a16:creationId xmlns:a16="http://schemas.microsoft.com/office/drawing/2014/main" id="{CD464CFC-1655-8621-B8F7-2D67C21296F4}"/>
                  </a:ext>
                </a:extLst>
              </p:cNvPr>
              <p:cNvSpPr/>
              <p:nvPr/>
            </p:nvSpPr>
            <p:spPr>
              <a:xfrm>
                <a:off x="6203167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5" name="Rectangle 7614">
                <a:extLst>
                  <a:ext uri="{FF2B5EF4-FFF2-40B4-BE49-F238E27FC236}">
                    <a16:creationId xmlns:a16="http://schemas.microsoft.com/office/drawing/2014/main" id="{5901015E-2EE7-E059-8333-FFBC659CC7EC}"/>
                  </a:ext>
                </a:extLst>
              </p:cNvPr>
              <p:cNvSpPr/>
              <p:nvPr/>
            </p:nvSpPr>
            <p:spPr>
              <a:xfrm>
                <a:off x="6203167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6" name="Rectangle 7615">
                <a:extLst>
                  <a:ext uri="{FF2B5EF4-FFF2-40B4-BE49-F238E27FC236}">
                    <a16:creationId xmlns:a16="http://schemas.microsoft.com/office/drawing/2014/main" id="{228D9663-18CE-5465-7058-8289671BBF69}"/>
                  </a:ext>
                </a:extLst>
              </p:cNvPr>
              <p:cNvSpPr/>
              <p:nvPr/>
            </p:nvSpPr>
            <p:spPr>
              <a:xfrm>
                <a:off x="6203167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7" name="Rectangle 7616">
                <a:extLst>
                  <a:ext uri="{FF2B5EF4-FFF2-40B4-BE49-F238E27FC236}">
                    <a16:creationId xmlns:a16="http://schemas.microsoft.com/office/drawing/2014/main" id="{16AD8CE9-B9E8-7F0A-0CA8-751D838D6B1D}"/>
                  </a:ext>
                </a:extLst>
              </p:cNvPr>
              <p:cNvSpPr/>
              <p:nvPr/>
            </p:nvSpPr>
            <p:spPr>
              <a:xfrm>
                <a:off x="6203167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8" name="Rectangle 7617">
                <a:extLst>
                  <a:ext uri="{FF2B5EF4-FFF2-40B4-BE49-F238E27FC236}">
                    <a16:creationId xmlns:a16="http://schemas.microsoft.com/office/drawing/2014/main" id="{9E714E54-EB2D-9903-A6A8-5976E9F412C1}"/>
                  </a:ext>
                </a:extLst>
              </p:cNvPr>
              <p:cNvSpPr/>
              <p:nvPr/>
            </p:nvSpPr>
            <p:spPr>
              <a:xfrm>
                <a:off x="6203167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19" name="Rectangle 7618">
                <a:extLst>
                  <a:ext uri="{FF2B5EF4-FFF2-40B4-BE49-F238E27FC236}">
                    <a16:creationId xmlns:a16="http://schemas.microsoft.com/office/drawing/2014/main" id="{983A13E5-B141-CC2C-4290-F7526EAABAB2}"/>
                  </a:ext>
                </a:extLst>
              </p:cNvPr>
              <p:cNvSpPr/>
              <p:nvPr/>
            </p:nvSpPr>
            <p:spPr>
              <a:xfrm>
                <a:off x="6203167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0" name="Rectangle 7619">
                <a:extLst>
                  <a:ext uri="{FF2B5EF4-FFF2-40B4-BE49-F238E27FC236}">
                    <a16:creationId xmlns:a16="http://schemas.microsoft.com/office/drawing/2014/main" id="{CF5C5B26-501F-DA4F-A846-987C925604E8}"/>
                  </a:ext>
                </a:extLst>
              </p:cNvPr>
              <p:cNvSpPr/>
              <p:nvPr/>
            </p:nvSpPr>
            <p:spPr>
              <a:xfrm>
                <a:off x="6203167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1" name="Rectangle 7620">
                <a:extLst>
                  <a:ext uri="{FF2B5EF4-FFF2-40B4-BE49-F238E27FC236}">
                    <a16:creationId xmlns:a16="http://schemas.microsoft.com/office/drawing/2014/main" id="{34D490CF-926B-745A-92CC-1ACE9EA0C437}"/>
                  </a:ext>
                </a:extLst>
              </p:cNvPr>
              <p:cNvSpPr/>
              <p:nvPr/>
            </p:nvSpPr>
            <p:spPr>
              <a:xfrm>
                <a:off x="6203167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2" name="Rectangle 7621">
                <a:extLst>
                  <a:ext uri="{FF2B5EF4-FFF2-40B4-BE49-F238E27FC236}">
                    <a16:creationId xmlns:a16="http://schemas.microsoft.com/office/drawing/2014/main" id="{5AD4F89E-1C88-CE6E-400B-46D2776DA7EF}"/>
                  </a:ext>
                </a:extLst>
              </p:cNvPr>
              <p:cNvSpPr/>
              <p:nvPr/>
            </p:nvSpPr>
            <p:spPr>
              <a:xfrm>
                <a:off x="6203167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3" name="Rectangle 7622">
                <a:extLst>
                  <a:ext uri="{FF2B5EF4-FFF2-40B4-BE49-F238E27FC236}">
                    <a16:creationId xmlns:a16="http://schemas.microsoft.com/office/drawing/2014/main" id="{B435B18A-8690-89B0-C73C-FC6E1BAA49D8}"/>
                  </a:ext>
                </a:extLst>
              </p:cNvPr>
              <p:cNvSpPr/>
              <p:nvPr/>
            </p:nvSpPr>
            <p:spPr>
              <a:xfrm>
                <a:off x="6203167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4" name="Rectangle 7623">
                <a:extLst>
                  <a:ext uri="{FF2B5EF4-FFF2-40B4-BE49-F238E27FC236}">
                    <a16:creationId xmlns:a16="http://schemas.microsoft.com/office/drawing/2014/main" id="{A18B3440-F113-37CA-48A8-2F26AAE72CFC}"/>
                  </a:ext>
                </a:extLst>
              </p:cNvPr>
              <p:cNvSpPr/>
              <p:nvPr/>
            </p:nvSpPr>
            <p:spPr>
              <a:xfrm>
                <a:off x="6301518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5" name="Rectangle 7624">
                <a:extLst>
                  <a:ext uri="{FF2B5EF4-FFF2-40B4-BE49-F238E27FC236}">
                    <a16:creationId xmlns:a16="http://schemas.microsoft.com/office/drawing/2014/main" id="{4B23E97C-9848-7BC4-2444-A56D8F455F40}"/>
                  </a:ext>
                </a:extLst>
              </p:cNvPr>
              <p:cNvSpPr/>
              <p:nvPr/>
            </p:nvSpPr>
            <p:spPr>
              <a:xfrm>
                <a:off x="6301518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6" name="Rectangle 7625">
                <a:extLst>
                  <a:ext uri="{FF2B5EF4-FFF2-40B4-BE49-F238E27FC236}">
                    <a16:creationId xmlns:a16="http://schemas.microsoft.com/office/drawing/2014/main" id="{3B22B5C4-ECDB-8467-A08B-5CE9EF35CBEE}"/>
                  </a:ext>
                </a:extLst>
              </p:cNvPr>
              <p:cNvSpPr/>
              <p:nvPr/>
            </p:nvSpPr>
            <p:spPr>
              <a:xfrm>
                <a:off x="6301518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7" name="Rectangle 7626">
                <a:extLst>
                  <a:ext uri="{FF2B5EF4-FFF2-40B4-BE49-F238E27FC236}">
                    <a16:creationId xmlns:a16="http://schemas.microsoft.com/office/drawing/2014/main" id="{33503EE9-255F-518D-7531-5BEAA9937CCA}"/>
                  </a:ext>
                </a:extLst>
              </p:cNvPr>
              <p:cNvSpPr/>
              <p:nvPr/>
            </p:nvSpPr>
            <p:spPr>
              <a:xfrm>
                <a:off x="6301518" y="-5299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8" name="Rectangle 7627">
                <a:extLst>
                  <a:ext uri="{FF2B5EF4-FFF2-40B4-BE49-F238E27FC236}">
                    <a16:creationId xmlns:a16="http://schemas.microsoft.com/office/drawing/2014/main" id="{0E8A9613-48F2-D38C-2777-88394B15AB25}"/>
                  </a:ext>
                </a:extLst>
              </p:cNvPr>
              <p:cNvSpPr/>
              <p:nvPr/>
            </p:nvSpPr>
            <p:spPr>
              <a:xfrm>
                <a:off x="6301518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29" name="Rectangle 7628">
                <a:extLst>
                  <a:ext uri="{FF2B5EF4-FFF2-40B4-BE49-F238E27FC236}">
                    <a16:creationId xmlns:a16="http://schemas.microsoft.com/office/drawing/2014/main" id="{D4757EB4-921B-EA2B-15F4-E9AA36B65C09}"/>
                  </a:ext>
                </a:extLst>
              </p:cNvPr>
              <p:cNvSpPr/>
              <p:nvPr/>
            </p:nvSpPr>
            <p:spPr>
              <a:xfrm>
                <a:off x="6301518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0" name="Rectangle 7629">
                <a:extLst>
                  <a:ext uri="{FF2B5EF4-FFF2-40B4-BE49-F238E27FC236}">
                    <a16:creationId xmlns:a16="http://schemas.microsoft.com/office/drawing/2014/main" id="{3F762F9B-7CC3-38EF-68F0-88569D83D603}"/>
                  </a:ext>
                </a:extLst>
              </p:cNvPr>
              <p:cNvSpPr/>
              <p:nvPr/>
            </p:nvSpPr>
            <p:spPr>
              <a:xfrm>
                <a:off x="6301518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1" name="Rectangle 7630">
                <a:extLst>
                  <a:ext uri="{FF2B5EF4-FFF2-40B4-BE49-F238E27FC236}">
                    <a16:creationId xmlns:a16="http://schemas.microsoft.com/office/drawing/2014/main" id="{ACFA77A4-E95E-B5EA-F0FE-76050125EB38}"/>
                  </a:ext>
                </a:extLst>
              </p:cNvPr>
              <p:cNvSpPr/>
              <p:nvPr/>
            </p:nvSpPr>
            <p:spPr>
              <a:xfrm>
                <a:off x="6301518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2" name="Rectangle 7631">
                <a:extLst>
                  <a:ext uri="{FF2B5EF4-FFF2-40B4-BE49-F238E27FC236}">
                    <a16:creationId xmlns:a16="http://schemas.microsoft.com/office/drawing/2014/main" id="{6C7E9BD2-D416-758D-F2D0-FE086D25925D}"/>
                  </a:ext>
                </a:extLst>
              </p:cNvPr>
              <p:cNvSpPr/>
              <p:nvPr/>
            </p:nvSpPr>
            <p:spPr>
              <a:xfrm>
                <a:off x="6301518" y="50553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3" name="Rectangle 7632">
                <a:extLst>
                  <a:ext uri="{FF2B5EF4-FFF2-40B4-BE49-F238E27FC236}">
                    <a16:creationId xmlns:a16="http://schemas.microsoft.com/office/drawing/2014/main" id="{AD66D172-60B7-8202-22B7-915239B412DB}"/>
                  </a:ext>
                </a:extLst>
              </p:cNvPr>
              <p:cNvSpPr/>
              <p:nvPr/>
            </p:nvSpPr>
            <p:spPr>
              <a:xfrm>
                <a:off x="6301518" y="61722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4" name="Rectangle 7633">
                <a:extLst>
                  <a:ext uri="{FF2B5EF4-FFF2-40B4-BE49-F238E27FC236}">
                    <a16:creationId xmlns:a16="http://schemas.microsoft.com/office/drawing/2014/main" id="{0EE66646-51EC-4926-C00B-F024F2368FEB}"/>
                  </a:ext>
                </a:extLst>
              </p:cNvPr>
              <p:cNvSpPr/>
              <p:nvPr/>
            </p:nvSpPr>
            <p:spPr>
              <a:xfrm>
                <a:off x="6301518" y="728907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5" name="Rectangle 7634">
                <a:extLst>
                  <a:ext uri="{FF2B5EF4-FFF2-40B4-BE49-F238E27FC236}">
                    <a16:creationId xmlns:a16="http://schemas.microsoft.com/office/drawing/2014/main" id="{DBA5F7CE-777F-1EAB-90A8-B7107CCC0B51}"/>
                  </a:ext>
                </a:extLst>
              </p:cNvPr>
              <p:cNvSpPr/>
              <p:nvPr/>
            </p:nvSpPr>
            <p:spPr>
              <a:xfrm>
                <a:off x="6301518" y="8405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6" name="Rectangle 7635">
                <a:extLst>
                  <a:ext uri="{FF2B5EF4-FFF2-40B4-BE49-F238E27FC236}">
                    <a16:creationId xmlns:a16="http://schemas.microsoft.com/office/drawing/2014/main" id="{097B3AA2-2313-7BBE-8FFD-CAB96CA7157A}"/>
                  </a:ext>
                </a:extLst>
              </p:cNvPr>
              <p:cNvSpPr/>
              <p:nvPr/>
            </p:nvSpPr>
            <p:spPr>
              <a:xfrm>
                <a:off x="6301518" y="95227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7" name="Rectangle 7636">
                <a:extLst>
                  <a:ext uri="{FF2B5EF4-FFF2-40B4-BE49-F238E27FC236}">
                    <a16:creationId xmlns:a16="http://schemas.microsoft.com/office/drawing/2014/main" id="{59B85659-07F3-4385-996E-AAEB99DF0A7E}"/>
                  </a:ext>
                </a:extLst>
              </p:cNvPr>
              <p:cNvSpPr/>
              <p:nvPr/>
            </p:nvSpPr>
            <p:spPr>
              <a:xfrm>
                <a:off x="6301518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8" name="Rectangle 7637">
                <a:extLst>
                  <a:ext uri="{FF2B5EF4-FFF2-40B4-BE49-F238E27FC236}">
                    <a16:creationId xmlns:a16="http://schemas.microsoft.com/office/drawing/2014/main" id="{004616D9-E4B0-4651-AA7D-A08EB568FD2F}"/>
                  </a:ext>
                </a:extLst>
              </p:cNvPr>
              <p:cNvSpPr/>
              <p:nvPr/>
            </p:nvSpPr>
            <p:spPr>
              <a:xfrm>
                <a:off x="6301518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39" name="Rectangle 7638">
                <a:extLst>
                  <a:ext uri="{FF2B5EF4-FFF2-40B4-BE49-F238E27FC236}">
                    <a16:creationId xmlns:a16="http://schemas.microsoft.com/office/drawing/2014/main" id="{88FEE0A5-803D-84DC-8A59-77F1C8227B84}"/>
                  </a:ext>
                </a:extLst>
              </p:cNvPr>
              <p:cNvSpPr/>
              <p:nvPr/>
            </p:nvSpPr>
            <p:spPr>
              <a:xfrm>
                <a:off x="6301518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0" name="Rectangle 7639">
                <a:extLst>
                  <a:ext uri="{FF2B5EF4-FFF2-40B4-BE49-F238E27FC236}">
                    <a16:creationId xmlns:a16="http://schemas.microsoft.com/office/drawing/2014/main" id="{F4B9E2D7-1A3C-7AD3-D36F-28F717D3AF62}"/>
                  </a:ext>
                </a:extLst>
              </p:cNvPr>
              <p:cNvSpPr/>
              <p:nvPr/>
            </p:nvSpPr>
            <p:spPr>
              <a:xfrm>
                <a:off x="6301518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1" name="Rectangle 7640">
                <a:extLst>
                  <a:ext uri="{FF2B5EF4-FFF2-40B4-BE49-F238E27FC236}">
                    <a16:creationId xmlns:a16="http://schemas.microsoft.com/office/drawing/2014/main" id="{5822FF7E-D1A8-F081-99D5-BF2FD5497225}"/>
                  </a:ext>
                </a:extLst>
              </p:cNvPr>
              <p:cNvSpPr/>
              <p:nvPr/>
            </p:nvSpPr>
            <p:spPr>
              <a:xfrm>
                <a:off x="6301518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2" name="Rectangle 7641">
                <a:extLst>
                  <a:ext uri="{FF2B5EF4-FFF2-40B4-BE49-F238E27FC236}">
                    <a16:creationId xmlns:a16="http://schemas.microsoft.com/office/drawing/2014/main" id="{43196198-C686-181B-345B-A93C2F5BEC20}"/>
                  </a:ext>
                </a:extLst>
              </p:cNvPr>
              <p:cNvSpPr/>
              <p:nvPr/>
            </p:nvSpPr>
            <p:spPr>
              <a:xfrm>
                <a:off x="6301518" y="162249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3" name="Rectangle 7642">
                <a:extLst>
                  <a:ext uri="{FF2B5EF4-FFF2-40B4-BE49-F238E27FC236}">
                    <a16:creationId xmlns:a16="http://schemas.microsoft.com/office/drawing/2014/main" id="{A217EA7E-0C60-A084-17F6-4E0D6AC99273}"/>
                  </a:ext>
                </a:extLst>
              </p:cNvPr>
              <p:cNvSpPr/>
              <p:nvPr/>
            </p:nvSpPr>
            <p:spPr>
              <a:xfrm>
                <a:off x="6301518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4" name="Rectangle 7643">
                <a:extLst>
                  <a:ext uri="{FF2B5EF4-FFF2-40B4-BE49-F238E27FC236}">
                    <a16:creationId xmlns:a16="http://schemas.microsoft.com/office/drawing/2014/main" id="{4536FC00-41EF-34F2-4A35-9EE145BBB7E6}"/>
                  </a:ext>
                </a:extLst>
              </p:cNvPr>
              <p:cNvSpPr/>
              <p:nvPr/>
            </p:nvSpPr>
            <p:spPr>
              <a:xfrm>
                <a:off x="6301518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5" name="Rectangle 7644">
                <a:extLst>
                  <a:ext uri="{FF2B5EF4-FFF2-40B4-BE49-F238E27FC236}">
                    <a16:creationId xmlns:a16="http://schemas.microsoft.com/office/drawing/2014/main" id="{2907DDCD-6A5A-2876-2341-3A4C464B8A40}"/>
                  </a:ext>
                </a:extLst>
              </p:cNvPr>
              <p:cNvSpPr/>
              <p:nvPr/>
            </p:nvSpPr>
            <p:spPr>
              <a:xfrm>
                <a:off x="6301518" y="1957652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6" name="Rectangle 7645">
                <a:extLst>
                  <a:ext uri="{FF2B5EF4-FFF2-40B4-BE49-F238E27FC236}">
                    <a16:creationId xmlns:a16="http://schemas.microsoft.com/office/drawing/2014/main" id="{FBE8EEE0-A943-B056-C0EA-835572FDEF1F}"/>
                  </a:ext>
                </a:extLst>
              </p:cNvPr>
              <p:cNvSpPr/>
              <p:nvPr/>
            </p:nvSpPr>
            <p:spPr>
              <a:xfrm>
                <a:off x="6301518" y="2069337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7" name="Rectangle 7646">
                <a:extLst>
                  <a:ext uri="{FF2B5EF4-FFF2-40B4-BE49-F238E27FC236}">
                    <a16:creationId xmlns:a16="http://schemas.microsoft.com/office/drawing/2014/main" id="{A4FD5FBC-5FD1-C891-7128-9125BACE8119}"/>
                  </a:ext>
                </a:extLst>
              </p:cNvPr>
              <p:cNvSpPr/>
              <p:nvPr/>
            </p:nvSpPr>
            <p:spPr>
              <a:xfrm>
                <a:off x="6301518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8" name="Rectangle 7647">
                <a:extLst>
                  <a:ext uri="{FF2B5EF4-FFF2-40B4-BE49-F238E27FC236}">
                    <a16:creationId xmlns:a16="http://schemas.microsoft.com/office/drawing/2014/main" id="{3B415DD5-7632-1729-3169-B51920D78A53}"/>
                  </a:ext>
                </a:extLst>
              </p:cNvPr>
              <p:cNvSpPr/>
              <p:nvPr/>
            </p:nvSpPr>
            <p:spPr>
              <a:xfrm>
                <a:off x="6301518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49" name="Rectangle 7648">
                <a:extLst>
                  <a:ext uri="{FF2B5EF4-FFF2-40B4-BE49-F238E27FC236}">
                    <a16:creationId xmlns:a16="http://schemas.microsoft.com/office/drawing/2014/main" id="{6236305C-8748-26BB-6F27-BF8D4C4806A8}"/>
                  </a:ext>
                </a:extLst>
              </p:cNvPr>
              <p:cNvSpPr/>
              <p:nvPr/>
            </p:nvSpPr>
            <p:spPr>
              <a:xfrm>
                <a:off x="6301518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0" name="Rectangle 7649">
                <a:extLst>
                  <a:ext uri="{FF2B5EF4-FFF2-40B4-BE49-F238E27FC236}">
                    <a16:creationId xmlns:a16="http://schemas.microsoft.com/office/drawing/2014/main" id="{A2E977F7-1577-B5B0-F242-7C072F869E40}"/>
                  </a:ext>
                </a:extLst>
              </p:cNvPr>
              <p:cNvSpPr/>
              <p:nvPr/>
            </p:nvSpPr>
            <p:spPr>
              <a:xfrm>
                <a:off x="6301518" y="2516076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1" name="Rectangle 7650">
                <a:extLst>
                  <a:ext uri="{FF2B5EF4-FFF2-40B4-BE49-F238E27FC236}">
                    <a16:creationId xmlns:a16="http://schemas.microsoft.com/office/drawing/2014/main" id="{A2892CC8-860A-6A6A-D662-171164201F07}"/>
                  </a:ext>
                </a:extLst>
              </p:cNvPr>
              <p:cNvSpPr/>
              <p:nvPr/>
            </p:nvSpPr>
            <p:spPr>
              <a:xfrm>
                <a:off x="6301518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2" name="Rectangle 7651">
                <a:extLst>
                  <a:ext uri="{FF2B5EF4-FFF2-40B4-BE49-F238E27FC236}">
                    <a16:creationId xmlns:a16="http://schemas.microsoft.com/office/drawing/2014/main" id="{FA88FCD1-4ADE-6B25-9D1C-B9767C211370}"/>
                  </a:ext>
                </a:extLst>
              </p:cNvPr>
              <p:cNvSpPr/>
              <p:nvPr/>
            </p:nvSpPr>
            <p:spPr>
              <a:xfrm>
                <a:off x="6301518" y="2739552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3" name="Rectangle 7652">
                <a:extLst>
                  <a:ext uri="{FF2B5EF4-FFF2-40B4-BE49-F238E27FC236}">
                    <a16:creationId xmlns:a16="http://schemas.microsoft.com/office/drawing/2014/main" id="{DE3C8CC7-7D1E-2AAA-3BFD-6D65B966434F}"/>
                  </a:ext>
                </a:extLst>
              </p:cNvPr>
              <p:cNvSpPr/>
              <p:nvPr/>
            </p:nvSpPr>
            <p:spPr>
              <a:xfrm>
                <a:off x="6301518" y="2851236"/>
                <a:ext cx="98350" cy="111684"/>
              </a:xfrm>
              <a:prstGeom prst="rect">
                <a:avLst/>
              </a:prstGeom>
              <a:solidFill>
                <a:srgbClr val="FF63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4" name="Rectangle 7653">
                <a:extLst>
                  <a:ext uri="{FF2B5EF4-FFF2-40B4-BE49-F238E27FC236}">
                    <a16:creationId xmlns:a16="http://schemas.microsoft.com/office/drawing/2014/main" id="{E05CE625-BCB1-5C78-9B95-E21B37FFC40A}"/>
                  </a:ext>
                </a:extLst>
              </p:cNvPr>
              <p:cNvSpPr/>
              <p:nvPr/>
            </p:nvSpPr>
            <p:spPr>
              <a:xfrm>
                <a:off x="6301518" y="2962921"/>
                <a:ext cx="98350" cy="111684"/>
              </a:xfrm>
              <a:prstGeom prst="rect">
                <a:avLst/>
              </a:prstGeom>
              <a:solidFill>
                <a:srgbClr val="FEA90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5" name="Rectangle 7654">
                <a:extLst>
                  <a:ext uri="{FF2B5EF4-FFF2-40B4-BE49-F238E27FC236}">
                    <a16:creationId xmlns:a16="http://schemas.microsoft.com/office/drawing/2014/main" id="{A7C721DF-98AB-7862-9E02-E4C96A8BF607}"/>
                  </a:ext>
                </a:extLst>
              </p:cNvPr>
              <p:cNvSpPr/>
              <p:nvPr/>
            </p:nvSpPr>
            <p:spPr>
              <a:xfrm>
                <a:off x="6301518" y="3074606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6" name="Rectangle 7655">
                <a:extLst>
                  <a:ext uri="{FF2B5EF4-FFF2-40B4-BE49-F238E27FC236}">
                    <a16:creationId xmlns:a16="http://schemas.microsoft.com/office/drawing/2014/main" id="{C4589833-7EA3-9D19-7749-CC6ED3A2084F}"/>
                  </a:ext>
                </a:extLst>
              </p:cNvPr>
              <p:cNvSpPr/>
              <p:nvPr/>
            </p:nvSpPr>
            <p:spPr>
              <a:xfrm>
                <a:off x="6301518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7" name="Rectangle 7656">
                <a:extLst>
                  <a:ext uri="{FF2B5EF4-FFF2-40B4-BE49-F238E27FC236}">
                    <a16:creationId xmlns:a16="http://schemas.microsoft.com/office/drawing/2014/main" id="{7D55BB25-5187-64D2-2011-A1838DD1D15D}"/>
                  </a:ext>
                </a:extLst>
              </p:cNvPr>
              <p:cNvSpPr/>
              <p:nvPr/>
            </p:nvSpPr>
            <p:spPr>
              <a:xfrm>
                <a:off x="6301518" y="329797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8" name="Rectangle 7657">
                <a:extLst>
                  <a:ext uri="{FF2B5EF4-FFF2-40B4-BE49-F238E27FC236}">
                    <a16:creationId xmlns:a16="http://schemas.microsoft.com/office/drawing/2014/main" id="{5FE693C3-3BC4-2757-E07D-C499B093970B}"/>
                  </a:ext>
                </a:extLst>
              </p:cNvPr>
              <p:cNvSpPr/>
              <p:nvPr/>
            </p:nvSpPr>
            <p:spPr>
              <a:xfrm>
                <a:off x="6301518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59" name="Rectangle 7658">
                <a:extLst>
                  <a:ext uri="{FF2B5EF4-FFF2-40B4-BE49-F238E27FC236}">
                    <a16:creationId xmlns:a16="http://schemas.microsoft.com/office/drawing/2014/main" id="{DA6FF63E-DE73-37CE-094E-5C12219BF0B9}"/>
                  </a:ext>
                </a:extLst>
              </p:cNvPr>
              <p:cNvSpPr/>
              <p:nvPr/>
            </p:nvSpPr>
            <p:spPr>
              <a:xfrm>
                <a:off x="6301518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0" name="Rectangle 7659">
                <a:extLst>
                  <a:ext uri="{FF2B5EF4-FFF2-40B4-BE49-F238E27FC236}">
                    <a16:creationId xmlns:a16="http://schemas.microsoft.com/office/drawing/2014/main" id="{5386FFBA-2194-0CF9-1020-7AB66CFDAB3D}"/>
                  </a:ext>
                </a:extLst>
              </p:cNvPr>
              <p:cNvSpPr/>
              <p:nvPr/>
            </p:nvSpPr>
            <p:spPr>
              <a:xfrm>
                <a:off x="6301518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1" name="Rectangle 7660">
                <a:extLst>
                  <a:ext uri="{FF2B5EF4-FFF2-40B4-BE49-F238E27FC236}">
                    <a16:creationId xmlns:a16="http://schemas.microsoft.com/office/drawing/2014/main" id="{62A12FC5-DC45-08BE-E150-F7A864885700}"/>
                  </a:ext>
                </a:extLst>
              </p:cNvPr>
              <p:cNvSpPr/>
              <p:nvPr/>
            </p:nvSpPr>
            <p:spPr>
              <a:xfrm>
                <a:off x="6301518" y="374482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2" name="Rectangle 7661">
                <a:extLst>
                  <a:ext uri="{FF2B5EF4-FFF2-40B4-BE49-F238E27FC236}">
                    <a16:creationId xmlns:a16="http://schemas.microsoft.com/office/drawing/2014/main" id="{ED407419-F023-AF36-7DB4-BBAA9DF1FCFF}"/>
                  </a:ext>
                </a:extLst>
              </p:cNvPr>
              <p:cNvSpPr/>
              <p:nvPr/>
            </p:nvSpPr>
            <p:spPr>
              <a:xfrm>
                <a:off x="6301518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3" name="Rectangle 7662">
                <a:extLst>
                  <a:ext uri="{FF2B5EF4-FFF2-40B4-BE49-F238E27FC236}">
                    <a16:creationId xmlns:a16="http://schemas.microsoft.com/office/drawing/2014/main" id="{06C1DEEC-13AF-5026-B67D-A54D579CCC0E}"/>
                  </a:ext>
                </a:extLst>
              </p:cNvPr>
              <p:cNvSpPr/>
              <p:nvPr/>
            </p:nvSpPr>
            <p:spPr>
              <a:xfrm>
                <a:off x="6301518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4" name="Rectangle 7663">
                <a:extLst>
                  <a:ext uri="{FF2B5EF4-FFF2-40B4-BE49-F238E27FC236}">
                    <a16:creationId xmlns:a16="http://schemas.microsoft.com/office/drawing/2014/main" id="{2FF3B1FD-BD31-AEBA-0425-40F816571604}"/>
                  </a:ext>
                </a:extLst>
              </p:cNvPr>
              <p:cNvSpPr/>
              <p:nvPr/>
            </p:nvSpPr>
            <p:spPr>
              <a:xfrm>
                <a:off x="6301518" y="4079875"/>
                <a:ext cx="98350" cy="111684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5" name="Rectangle 7664">
                <a:extLst>
                  <a:ext uri="{FF2B5EF4-FFF2-40B4-BE49-F238E27FC236}">
                    <a16:creationId xmlns:a16="http://schemas.microsoft.com/office/drawing/2014/main" id="{19E003F8-DFF1-6E30-A9F0-DD021769AD1D}"/>
                  </a:ext>
                </a:extLst>
              </p:cNvPr>
              <p:cNvSpPr/>
              <p:nvPr/>
            </p:nvSpPr>
            <p:spPr>
              <a:xfrm>
                <a:off x="6301518" y="41915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6" name="Rectangle 7665">
                <a:extLst>
                  <a:ext uri="{FF2B5EF4-FFF2-40B4-BE49-F238E27FC236}">
                    <a16:creationId xmlns:a16="http://schemas.microsoft.com/office/drawing/2014/main" id="{670CF452-621C-1A67-7BB1-8E57443EDFF2}"/>
                  </a:ext>
                </a:extLst>
              </p:cNvPr>
              <p:cNvSpPr/>
              <p:nvPr/>
            </p:nvSpPr>
            <p:spPr>
              <a:xfrm>
                <a:off x="6301518" y="430335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7" name="Rectangle 7666">
                <a:extLst>
                  <a:ext uri="{FF2B5EF4-FFF2-40B4-BE49-F238E27FC236}">
                    <a16:creationId xmlns:a16="http://schemas.microsoft.com/office/drawing/2014/main" id="{629167D0-774D-E2B6-D3BC-D851861D81C1}"/>
                  </a:ext>
                </a:extLst>
              </p:cNvPr>
              <p:cNvSpPr/>
              <p:nvPr/>
            </p:nvSpPr>
            <p:spPr>
              <a:xfrm>
                <a:off x="6301518" y="4415036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8" name="Rectangle 7667">
                <a:extLst>
                  <a:ext uri="{FF2B5EF4-FFF2-40B4-BE49-F238E27FC236}">
                    <a16:creationId xmlns:a16="http://schemas.microsoft.com/office/drawing/2014/main" id="{F7B6DC86-1B96-BB5F-67C9-0F36EAF313B2}"/>
                  </a:ext>
                </a:extLst>
              </p:cNvPr>
              <p:cNvSpPr/>
              <p:nvPr/>
            </p:nvSpPr>
            <p:spPr>
              <a:xfrm>
                <a:off x="6301518" y="452672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69" name="Rectangle 7668">
                <a:extLst>
                  <a:ext uri="{FF2B5EF4-FFF2-40B4-BE49-F238E27FC236}">
                    <a16:creationId xmlns:a16="http://schemas.microsoft.com/office/drawing/2014/main" id="{150A380F-6BF1-E17F-C253-D5DDEE0164A1}"/>
                  </a:ext>
                </a:extLst>
              </p:cNvPr>
              <p:cNvSpPr/>
              <p:nvPr/>
            </p:nvSpPr>
            <p:spPr>
              <a:xfrm>
                <a:off x="6301518" y="4638405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0" name="Rectangle 7669">
                <a:extLst>
                  <a:ext uri="{FF2B5EF4-FFF2-40B4-BE49-F238E27FC236}">
                    <a16:creationId xmlns:a16="http://schemas.microsoft.com/office/drawing/2014/main" id="{C72D40C3-50CC-32E5-62C0-77AFC044D7A4}"/>
                  </a:ext>
                </a:extLst>
              </p:cNvPr>
              <p:cNvSpPr/>
              <p:nvPr/>
            </p:nvSpPr>
            <p:spPr>
              <a:xfrm>
                <a:off x="6301518" y="475009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1" name="Rectangle 7670">
                <a:extLst>
                  <a:ext uri="{FF2B5EF4-FFF2-40B4-BE49-F238E27FC236}">
                    <a16:creationId xmlns:a16="http://schemas.microsoft.com/office/drawing/2014/main" id="{B90DA58D-2D29-1645-6D0C-69981322389D}"/>
                  </a:ext>
                </a:extLst>
              </p:cNvPr>
              <p:cNvSpPr/>
              <p:nvPr/>
            </p:nvSpPr>
            <p:spPr>
              <a:xfrm>
                <a:off x="6301518" y="4861775"/>
                <a:ext cx="98350" cy="111684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2" name="Rectangle 7671">
                <a:extLst>
                  <a:ext uri="{FF2B5EF4-FFF2-40B4-BE49-F238E27FC236}">
                    <a16:creationId xmlns:a16="http://schemas.microsoft.com/office/drawing/2014/main" id="{F820D160-0FC8-CFC3-E19F-2FF5B4CD8E52}"/>
                  </a:ext>
                </a:extLst>
              </p:cNvPr>
              <p:cNvSpPr/>
              <p:nvPr/>
            </p:nvSpPr>
            <p:spPr>
              <a:xfrm>
                <a:off x="6301518" y="4973460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3" name="Rectangle 7672">
                <a:extLst>
                  <a:ext uri="{FF2B5EF4-FFF2-40B4-BE49-F238E27FC236}">
                    <a16:creationId xmlns:a16="http://schemas.microsoft.com/office/drawing/2014/main" id="{12F5117C-BD33-A765-804A-D393134F3DDD}"/>
                  </a:ext>
                </a:extLst>
              </p:cNvPr>
              <p:cNvSpPr/>
              <p:nvPr/>
            </p:nvSpPr>
            <p:spPr>
              <a:xfrm>
                <a:off x="6301518" y="50852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4" name="Rectangle 7673">
                <a:extLst>
                  <a:ext uri="{FF2B5EF4-FFF2-40B4-BE49-F238E27FC236}">
                    <a16:creationId xmlns:a16="http://schemas.microsoft.com/office/drawing/2014/main" id="{25DC1712-BEA0-BE28-3BA6-7B4E566C4F81}"/>
                  </a:ext>
                </a:extLst>
              </p:cNvPr>
              <p:cNvSpPr/>
              <p:nvPr/>
            </p:nvSpPr>
            <p:spPr>
              <a:xfrm>
                <a:off x="6301518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5" name="Rectangle 7674">
                <a:extLst>
                  <a:ext uri="{FF2B5EF4-FFF2-40B4-BE49-F238E27FC236}">
                    <a16:creationId xmlns:a16="http://schemas.microsoft.com/office/drawing/2014/main" id="{A10890CD-FF22-D408-B772-ECC9474934DB}"/>
                  </a:ext>
                </a:extLst>
              </p:cNvPr>
              <p:cNvSpPr/>
              <p:nvPr/>
            </p:nvSpPr>
            <p:spPr>
              <a:xfrm>
                <a:off x="6301518" y="530862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6" name="Rectangle 7675">
                <a:extLst>
                  <a:ext uri="{FF2B5EF4-FFF2-40B4-BE49-F238E27FC236}">
                    <a16:creationId xmlns:a16="http://schemas.microsoft.com/office/drawing/2014/main" id="{D3EFA2C9-16EE-5830-ABC5-E74712B54842}"/>
                  </a:ext>
                </a:extLst>
              </p:cNvPr>
              <p:cNvSpPr/>
              <p:nvPr/>
            </p:nvSpPr>
            <p:spPr>
              <a:xfrm>
                <a:off x="6301518" y="5420305"/>
                <a:ext cx="98350" cy="111684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7" name="Rectangle 7676">
                <a:extLst>
                  <a:ext uri="{FF2B5EF4-FFF2-40B4-BE49-F238E27FC236}">
                    <a16:creationId xmlns:a16="http://schemas.microsoft.com/office/drawing/2014/main" id="{DAD9919C-67B2-D8A3-0C13-174C05B5CEE8}"/>
                  </a:ext>
                </a:extLst>
              </p:cNvPr>
              <p:cNvSpPr/>
              <p:nvPr/>
            </p:nvSpPr>
            <p:spPr>
              <a:xfrm>
                <a:off x="6301518" y="5531990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8" name="Rectangle 7677">
                <a:extLst>
                  <a:ext uri="{FF2B5EF4-FFF2-40B4-BE49-F238E27FC236}">
                    <a16:creationId xmlns:a16="http://schemas.microsoft.com/office/drawing/2014/main" id="{2B06878E-452B-6D5B-2A37-E15A10F00151}"/>
                  </a:ext>
                </a:extLst>
              </p:cNvPr>
              <p:cNvSpPr/>
              <p:nvPr/>
            </p:nvSpPr>
            <p:spPr>
              <a:xfrm>
                <a:off x="6301518" y="5643675"/>
                <a:ext cx="98350" cy="111684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79" name="Rectangle 7678">
                <a:extLst>
                  <a:ext uri="{FF2B5EF4-FFF2-40B4-BE49-F238E27FC236}">
                    <a16:creationId xmlns:a16="http://schemas.microsoft.com/office/drawing/2014/main" id="{B81773E6-4013-A267-940D-592AB85B5D4C}"/>
                  </a:ext>
                </a:extLst>
              </p:cNvPr>
              <p:cNvSpPr/>
              <p:nvPr/>
            </p:nvSpPr>
            <p:spPr>
              <a:xfrm>
                <a:off x="6301518" y="5755359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0" name="Rectangle 7679">
                <a:extLst>
                  <a:ext uri="{FF2B5EF4-FFF2-40B4-BE49-F238E27FC236}">
                    <a16:creationId xmlns:a16="http://schemas.microsoft.com/office/drawing/2014/main" id="{381AEDA1-2D9F-7872-9F87-58B273285412}"/>
                  </a:ext>
                </a:extLst>
              </p:cNvPr>
              <p:cNvSpPr/>
              <p:nvPr/>
            </p:nvSpPr>
            <p:spPr>
              <a:xfrm>
                <a:off x="6301518" y="5867151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1" name="Rectangle 7680">
                <a:extLst>
                  <a:ext uri="{FF2B5EF4-FFF2-40B4-BE49-F238E27FC236}">
                    <a16:creationId xmlns:a16="http://schemas.microsoft.com/office/drawing/2014/main" id="{A3529FC5-A007-0CC1-E106-584660C5EFE0}"/>
                  </a:ext>
                </a:extLst>
              </p:cNvPr>
              <p:cNvSpPr/>
              <p:nvPr/>
            </p:nvSpPr>
            <p:spPr>
              <a:xfrm>
                <a:off x="6301518" y="5978835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2" name="Rectangle 7681">
                <a:extLst>
                  <a:ext uri="{FF2B5EF4-FFF2-40B4-BE49-F238E27FC236}">
                    <a16:creationId xmlns:a16="http://schemas.microsoft.com/office/drawing/2014/main" id="{F8A31CA4-2B1E-D50F-9577-80DE74E128EB}"/>
                  </a:ext>
                </a:extLst>
              </p:cNvPr>
              <p:cNvSpPr/>
              <p:nvPr/>
            </p:nvSpPr>
            <p:spPr>
              <a:xfrm>
                <a:off x="6301518" y="6090520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3" name="Rectangle 7682">
                <a:extLst>
                  <a:ext uri="{FF2B5EF4-FFF2-40B4-BE49-F238E27FC236}">
                    <a16:creationId xmlns:a16="http://schemas.microsoft.com/office/drawing/2014/main" id="{F96CE544-5EA9-D229-8F54-2360D5C6A0E5}"/>
                  </a:ext>
                </a:extLst>
              </p:cNvPr>
              <p:cNvSpPr/>
              <p:nvPr/>
            </p:nvSpPr>
            <p:spPr>
              <a:xfrm>
                <a:off x="6301518" y="6202205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4" name="Rectangle 7683">
                <a:extLst>
                  <a:ext uri="{FF2B5EF4-FFF2-40B4-BE49-F238E27FC236}">
                    <a16:creationId xmlns:a16="http://schemas.microsoft.com/office/drawing/2014/main" id="{16CC7C7D-4DF0-C979-EFA3-CBAC896CC916}"/>
                  </a:ext>
                </a:extLst>
              </p:cNvPr>
              <p:cNvSpPr/>
              <p:nvPr/>
            </p:nvSpPr>
            <p:spPr>
              <a:xfrm>
                <a:off x="6301518" y="6313890"/>
                <a:ext cx="98350" cy="111684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5" name="Rectangle 7684">
                <a:extLst>
                  <a:ext uri="{FF2B5EF4-FFF2-40B4-BE49-F238E27FC236}">
                    <a16:creationId xmlns:a16="http://schemas.microsoft.com/office/drawing/2014/main" id="{4553CCE6-CBDE-9DDA-7FA9-E67CE2A27E69}"/>
                  </a:ext>
                </a:extLst>
              </p:cNvPr>
              <p:cNvSpPr/>
              <p:nvPr/>
            </p:nvSpPr>
            <p:spPr>
              <a:xfrm>
                <a:off x="6301518" y="6425574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6" name="Rectangle 7685">
                <a:extLst>
                  <a:ext uri="{FF2B5EF4-FFF2-40B4-BE49-F238E27FC236}">
                    <a16:creationId xmlns:a16="http://schemas.microsoft.com/office/drawing/2014/main" id="{8A75C81A-F62F-7A1D-8B85-EAA1D7ABCD16}"/>
                  </a:ext>
                </a:extLst>
              </p:cNvPr>
              <p:cNvSpPr/>
              <p:nvPr/>
            </p:nvSpPr>
            <p:spPr>
              <a:xfrm>
                <a:off x="6301518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7" name="Rectangle 7686">
                <a:extLst>
                  <a:ext uri="{FF2B5EF4-FFF2-40B4-BE49-F238E27FC236}">
                    <a16:creationId xmlns:a16="http://schemas.microsoft.com/office/drawing/2014/main" id="{B8A150FF-4517-BCB1-239C-93C90994764D}"/>
                  </a:ext>
                </a:extLst>
              </p:cNvPr>
              <p:cNvSpPr/>
              <p:nvPr/>
            </p:nvSpPr>
            <p:spPr>
              <a:xfrm>
                <a:off x="6301518" y="6649051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8" name="Rectangle 7687">
                <a:extLst>
                  <a:ext uri="{FF2B5EF4-FFF2-40B4-BE49-F238E27FC236}">
                    <a16:creationId xmlns:a16="http://schemas.microsoft.com/office/drawing/2014/main" id="{37362026-4D04-1B1A-8A00-860955BA1E9D}"/>
                  </a:ext>
                </a:extLst>
              </p:cNvPr>
              <p:cNvSpPr/>
              <p:nvPr/>
            </p:nvSpPr>
            <p:spPr>
              <a:xfrm>
                <a:off x="6301518" y="6760735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89" name="Rectangle 7688">
                <a:extLst>
                  <a:ext uri="{FF2B5EF4-FFF2-40B4-BE49-F238E27FC236}">
                    <a16:creationId xmlns:a16="http://schemas.microsoft.com/office/drawing/2014/main" id="{ABAB3067-4BF2-2922-D700-824466593033}"/>
                  </a:ext>
                </a:extLst>
              </p:cNvPr>
              <p:cNvSpPr/>
              <p:nvPr/>
            </p:nvSpPr>
            <p:spPr>
              <a:xfrm>
                <a:off x="6399869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0" name="Rectangle 7689">
                <a:extLst>
                  <a:ext uri="{FF2B5EF4-FFF2-40B4-BE49-F238E27FC236}">
                    <a16:creationId xmlns:a16="http://schemas.microsoft.com/office/drawing/2014/main" id="{BD53CFE9-4331-FFCB-8C36-D1A4038FA278}"/>
                  </a:ext>
                </a:extLst>
              </p:cNvPr>
              <p:cNvSpPr/>
              <p:nvPr/>
            </p:nvSpPr>
            <p:spPr>
              <a:xfrm>
                <a:off x="6399869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1" name="Rectangle 7690">
                <a:extLst>
                  <a:ext uri="{FF2B5EF4-FFF2-40B4-BE49-F238E27FC236}">
                    <a16:creationId xmlns:a16="http://schemas.microsoft.com/office/drawing/2014/main" id="{A4981D50-EE20-F860-CDCA-E857CC27683D}"/>
                  </a:ext>
                </a:extLst>
              </p:cNvPr>
              <p:cNvSpPr/>
              <p:nvPr/>
            </p:nvSpPr>
            <p:spPr>
              <a:xfrm>
                <a:off x="6399869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2" name="Rectangle 7691">
                <a:extLst>
                  <a:ext uri="{FF2B5EF4-FFF2-40B4-BE49-F238E27FC236}">
                    <a16:creationId xmlns:a16="http://schemas.microsoft.com/office/drawing/2014/main" id="{6D5C21CC-379C-1C50-A509-7B0F4D05CDB5}"/>
                  </a:ext>
                </a:extLst>
              </p:cNvPr>
              <p:cNvSpPr/>
              <p:nvPr/>
            </p:nvSpPr>
            <p:spPr>
              <a:xfrm>
                <a:off x="6399869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3" name="Rectangle 7692">
                <a:extLst>
                  <a:ext uri="{FF2B5EF4-FFF2-40B4-BE49-F238E27FC236}">
                    <a16:creationId xmlns:a16="http://schemas.microsoft.com/office/drawing/2014/main" id="{42860A70-469C-83E1-CF27-F0D01298664D}"/>
                  </a:ext>
                </a:extLst>
              </p:cNvPr>
              <p:cNvSpPr/>
              <p:nvPr/>
            </p:nvSpPr>
            <p:spPr>
              <a:xfrm>
                <a:off x="6399869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4" name="Rectangle 7693">
                <a:extLst>
                  <a:ext uri="{FF2B5EF4-FFF2-40B4-BE49-F238E27FC236}">
                    <a16:creationId xmlns:a16="http://schemas.microsoft.com/office/drawing/2014/main" id="{5976EBF7-A3C3-F709-7263-DC1E2BD7B5EF}"/>
                  </a:ext>
                </a:extLst>
              </p:cNvPr>
              <p:cNvSpPr/>
              <p:nvPr/>
            </p:nvSpPr>
            <p:spPr>
              <a:xfrm>
                <a:off x="6399869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5" name="Rectangle 7694">
                <a:extLst>
                  <a:ext uri="{FF2B5EF4-FFF2-40B4-BE49-F238E27FC236}">
                    <a16:creationId xmlns:a16="http://schemas.microsoft.com/office/drawing/2014/main" id="{2589FA8E-549E-4B2D-95AB-4886C68586CD}"/>
                  </a:ext>
                </a:extLst>
              </p:cNvPr>
              <p:cNvSpPr/>
              <p:nvPr/>
            </p:nvSpPr>
            <p:spPr>
              <a:xfrm>
                <a:off x="6399869" y="282061"/>
                <a:ext cx="98350" cy="111684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6" name="Rectangle 7695">
                <a:extLst>
                  <a:ext uri="{FF2B5EF4-FFF2-40B4-BE49-F238E27FC236}">
                    <a16:creationId xmlns:a16="http://schemas.microsoft.com/office/drawing/2014/main" id="{612E60AA-0C22-75BE-36D7-A6CEAD8888EF}"/>
                  </a:ext>
                </a:extLst>
              </p:cNvPr>
              <p:cNvSpPr/>
              <p:nvPr/>
            </p:nvSpPr>
            <p:spPr>
              <a:xfrm>
                <a:off x="6399869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7" name="Rectangle 7696">
                <a:extLst>
                  <a:ext uri="{FF2B5EF4-FFF2-40B4-BE49-F238E27FC236}">
                    <a16:creationId xmlns:a16="http://schemas.microsoft.com/office/drawing/2014/main" id="{E9D96913-2B9B-7795-4E83-78ADECCCD42D}"/>
                  </a:ext>
                </a:extLst>
              </p:cNvPr>
              <p:cNvSpPr/>
              <p:nvPr/>
            </p:nvSpPr>
            <p:spPr>
              <a:xfrm>
                <a:off x="6399869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8" name="Rectangle 7697">
                <a:extLst>
                  <a:ext uri="{FF2B5EF4-FFF2-40B4-BE49-F238E27FC236}">
                    <a16:creationId xmlns:a16="http://schemas.microsoft.com/office/drawing/2014/main" id="{1B3797D9-3832-292A-DAFF-9E6935F917DE}"/>
                  </a:ext>
                </a:extLst>
              </p:cNvPr>
              <p:cNvSpPr/>
              <p:nvPr/>
            </p:nvSpPr>
            <p:spPr>
              <a:xfrm>
                <a:off x="6399869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699" name="Rectangle 7698">
                <a:extLst>
                  <a:ext uri="{FF2B5EF4-FFF2-40B4-BE49-F238E27FC236}">
                    <a16:creationId xmlns:a16="http://schemas.microsoft.com/office/drawing/2014/main" id="{10CDD4CF-AA28-8FF2-4CDC-E9FE6C31C093}"/>
                  </a:ext>
                </a:extLst>
              </p:cNvPr>
              <p:cNvSpPr/>
              <p:nvPr/>
            </p:nvSpPr>
            <p:spPr>
              <a:xfrm>
                <a:off x="6399869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0" name="Rectangle 7699">
                <a:extLst>
                  <a:ext uri="{FF2B5EF4-FFF2-40B4-BE49-F238E27FC236}">
                    <a16:creationId xmlns:a16="http://schemas.microsoft.com/office/drawing/2014/main" id="{B3618B79-3050-EED8-DD2F-DA4DCD074FDF}"/>
                  </a:ext>
                </a:extLst>
              </p:cNvPr>
              <p:cNvSpPr/>
              <p:nvPr/>
            </p:nvSpPr>
            <p:spPr>
              <a:xfrm>
                <a:off x="6399869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1" name="Rectangle 7700">
                <a:extLst>
                  <a:ext uri="{FF2B5EF4-FFF2-40B4-BE49-F238E27FC236}">
                    <a16:creationId xmlns:a16="http://schemas.microsoft.com/office/drawing/2014/main" id="{37716297-E151-92E7-ADF4-B2FCA06A513D}"/>
                  </a:ext>
                </a:extLst>
              </p:cNvPr>
              <p:cNvSpPr/>
              <p:nvPr/>
            </p:nvSpPr>
            <p:spPr>
              <a:xfrm>
                <a:off x="6399869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2" name="Rectangle 7701">
                <a:extLst>
                  <a:ext uri="{FF2B5EF4-FFF2-40B4-BE49-F238E27FC236}">
                    <a16:creationId xmlns:a16="http://schemas.microsoft.com/office/drawing/2014/main" id="{58007F06-123B-65B2-9208-B7DE5446AD99}"/>
                  </a:ext>
                </a:extLst>
              </p:cNvPr>
              <p:cNvSpPr/>
              <p:nvPr/>
            </p:nvSpPr>
            <p:spPr>
              <a:xfrm>
                <a:off x="6399869" y="1063961"/>
                <a:ext cx="98350" cy="111684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3" name="Rectangle 7702">
                <a:extLst>
                  <a:ext uri="{FF2B5EF4-FFF2-40B4-BE49-F238E27FC236}">
                    <a16:creationId xmlns:a16="http://schemas.microsoft.com/office/drawing/2014/main" id="{8CA03E42-6177-0C9A-7ED9-DD51591C5540}"/>
                  </a:ext>
                </a:extLst>
              </p:cNvPr>
              <p:cNvSpPr/>
              <p:nvPr/>
            </p:nvSpPr>
            <p:spPr>
              <a:xfrm>
                <a:off x="6399869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4" name="Rectangle 7703">
                <a:extLst>
                  <a:ext uri="{FF2B5EF4-FFF2-40B4-BE49-F238E27FC236}">
                    <a16:creationId xmlns:a16="http://schemas.microsoft.com/office/drawing/2014/main" id="{637511D0-F2FD-480F-AF71-6E6540E167C5}"/>
                  </a:ext>
                </a:extLst>
              </p:cNvPr>
              <p:cNvSpPr/>
              <p:nvPr/>
            </p:nvSpPr>
            <p:spPr>
              <a:xfrm>
                <a:off x="6399869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5" name="Rectangle 7704">
                <a:extLst>
                  <a:ext uri="{FF2B5EF4-FFF2-40B4-BE49-F238E27FC236}">
                    <a16:creationId xmlns:a16="http://schemas.microsoft.com/office/drawing/2014/main" id="{5FD59994-1495-AFF8-2C9D-63DE58783D4F}"/>
                  </a:ext>
                </a:extLst>
              </p:cNvPr>
              <p:cNvSpPr/>
              <p:nvPr/>
            </p:nvSpPr>
            <p:spPr>
              <a:xfrm>
                <a:off x="6399869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6" name="Rectangle 7705">
                <a:extLst>
                  <a:ext uri="{FF2B5EF4-FFF2-40B4-BE49-F238E27FC236}">
                    <a16:creationId xmlns:a16="http://schemas.microsoft.com/office/drawing/2014/main" id="{0AF073F2-953A-3CEC-D4F0-F705CF1BD04E}"/>
                  </a:ext>
                </a:extLst>
              </p:cNvPr>
              <p:cNvSpPr/>
              <p:nvPr/>
            </p:nvSpPr>
            <p:spPr>
              <a:xfrm>
                <a:off x="6399869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7" name="Rectangle 7706">
                <a:extLst>
                  <a:ext uri="{FF2B5EF4-FFF2-40B4-BE49-F238E27FC236}">
                    <a16:creationId xmlns:a16="http://schemas.microsoft.com/office/drawing/2014/main" id="{84BD1C5D-283E-9A1C-5033-A97A01E24332}"/>
                  </a:ext>
                </a:extLst>
              </p:cNvPr>
              <p:cNvSpPr/>
              <p:nvPr/>
            </p:nvSpPr>
            <p:spPr>
              <a:xfrm>
                <a:off x="6399869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8" name="Rectangle 7707">
                <a:extLst>
                  <a:ext uri="{FF2B5EF4-FFF2-40B4-BE49-F238E27FC236}">
                    <a16:creationId xmlns:a16="http://schemas.microsoft.com/office/drawing/2014/main" id="{4F28D991-D81D-386E-540B-A6FC1A9053F7}"/>
                  </a:ext>
                </a:extLst>
              </p:cNvPr>
              <p:cNvSpPr/>
              <p:nvPr/>
            </p:nvSpPr>
            <p:spPr>
              <a:xfrm>
                <a:off x="6399869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09" name="Rectangle 7708">
                <a:extLst>
                  <a:ext uri="{FF2B5EF4-FFF2-40B4-BE49-F238E27FC236}">
                    <a16:creationId xmlns:a16="http://schemas.microsoft.com/office/drawing/2014/main" id="{28B362C2-208C-66B9-13B4-71C188E0F261}"/>
                  </a:ext>
                </a:extLst>
              </p:cNvPr>
              <p:cNvSpPr/>
              <p:nvPr/>
            </p:nvSpPr>
            <p:spPr>
              <a:xfrm>
                <a:off x="6399869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0" name="Rectangle 7709">
                <a:extLst>
                  <a:ext uri="{FF2B5EF4-FFF2-40B4-BE49-F238E27FC236}">
                    <a16:creationId xmlns:a16="http://schemas.microsoft.com/office/drawing/2014/main" id="{9DFB69DA-CB3A-2DD9-9242-6795FF43243A}"/>
                  </a:ext>
                </a:extLst>
              </p:cNvPr>
              <p:cNvSpPr/>
              <p:nvPr/>
            </p:nvSpPr>
            <p:spPr>
              <a:xfrm>
                <a:off x="6399869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1" name="Rectangle 7710">
                <a:extLst>
                  <a:ext uri="{FF2B5EF4-FFF2-40B4-BE49-F238E27FC236}">
                    <a16:creationId xmlns:a16="http://schemas.microsoft.com/office/drawing/2014/main" id="{08A5C8BA-18DE-C228-3478-8D61799672C9}"/>
                  </a:ext>
                </a:extLst>
              </p:cNvPr>
              <p:cNvSpPr/>
              <p:nvPr/>
            </p:nvSpPr>
            <p:spPr>
              <a:xfrm>
                <a:off x="6399869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2" name="Rectangle 7711">
                <a:extLst>
                  <a:ext uri="{FF2B5EF4-FFF2-40B4-BE49-F238E27FC236}">
                    <a16:creationId xmlns:a16="http://schemas.microsoft.com/office/drawing/2014/main" id="{6580CB0D-E843-F1D0-2EF6-575CF0D8FF44}"/>
                  </a:ext>
                </a:extLst>
              </p:cNvPr>
              <p:cNvSpPr/>
              <p:nvPr/>
            </p:nvSpPr>
            <p:spPr>
              <a:xfrm>
                <a:off x="6399869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3" name="Rectangle 7712">
                <a:extLst>
                  <a:ext uri="{FF2B5EF4-FFF2-40B4-BE49-F238E27FC236}">
                    <a16:creationId xmlns:a16="http://schemas.microsoft.com/office/drawing/2014/main" id="{A80F4A99-FFAD-1BED-3485-821796C950CE}"/>
                  </a:ext>
                </a:extLst>
              </p:cNvPr>
              <p:cNvSpPr/>
              <p:nvPr/>
            </p:nvSpPr>
            <p:spPr>
              <a:xfrm>
                <a:off x="6399869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4" name="Rectangle 7713">
                <a:extLst>
                  <a:ext uri="{FF2B5EF4-FFF2-40B4-BE49-F238E27FC236}">
                    <a16:creationId xmlns:a16="http://schemas.microsoft.com/office/drawing/2014/main" id="{11D9B622-AB57-8CCF-3662-4101B2C14281}"/>
                  </a:ext>
                </a:extLst>
              </p:cNvPr>
              <p:cNvSpPr/>
              <p:nvPr/>
            </p:nvSpPr>
            <p:spPr>
              <a:xfrm>
                <a:off x="6399869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5" name="Rectangle 7714">
                <a:extLst>
                  <a:ext uri="{FF2B5EF4-FFF2-40B4-BE49-F238E27FC236}">
                    <a16:creationId xmlns:a16="http://schemas.microsoft.com/office/drawing/2014/main" id="{4EE48FF0-ACA3-9918-5417-98D9BD67EF5C}"/>
                  </a:ext>
                </a:extLst>
              </p:cNvPr>
              <p:cNvSpPr/>
              <p:nvPr/>
            </p:nvSpPr>
            <p:spPr>
              <a:xfrm>
                <a:off x="6399869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6" name="Rectangle 7715">
                <a:extLst>
                  <a:ext uri="{FF2B5EF4-FFF2-40B4-BE49-F238E27FC236}">
                    <a16:creationId xmlns:a16="http://schemas.microsoft.com/office/drawing/2014/main" id="{9C5F8835-B735-8154-2072-36A4E6921DC2}"/>
                  </a:ext>
                </a:extLst>
              </p:cNvPr>
              <p:cNvSpPr/>
              <p:nvPr/>
            </p:nvSpPr>
            <p:spPr>
              <a:xfrm>
                <a:off x="6399869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7" name="Rectangle 7716">
                <a:extLst>
                  <a:ext uri="{FF2B5EF4-FFF2-40B4-BE49-F238E27FC236}">
                    <a16:creationId xmlns:a16="http://schemas.microsoft.com/office/drawing/2014/main" id="{DB5F97D0-5B58-B603-B89E-D10FD22AFC01}"/>
                  </a:ext>
                </a:extLst>
              </p:cNvPr>
              <p:cNvSpPr/>
              <p:nvPr/>
            </p:nvSpPr>
            <p:spPr>
              <a:xfrm>
                <a:off x="6399869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8" name="Rectangle 7717">
                <a:extLst>
                  <a:ext uri="{FF2B5EF4-FFF2-40B4-BE49-F238E27FC236}">
                    <a16:creationId xmlns:a16="http://schemas.microsoft.com/office/drawing/2014/main" id="{B70A0558-5225-7EC6-4F6F-EDA02CD62FC9}"/>
                  </a:ext>
                </a:extLst>
              </p:cNvPr>
              <p:cNvSpPr/>
              <p:nvPr/>
            </p:nvSpPr>
            <p:spPr>
              <a:xfrm>
                <a:off x="6399869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19" name="Rectangle 7718">
                <a:extLst>
                  <a:ext uri="{FF2B5EF4-FFF2-40B4-BE49-F238E27FC236}">
                    <a16:creationId xmlns:a16="http://schemas.microsoft.com/office/drawing/2014/main" id="{5BED80A9-2333-D146-4CF6-259D3F0125A5}"/>
                  </a:ext>
                </a:extLst>
              </p:cNvPr>
              <p:cNvSpPr/>
              <p:nvPr/>
            </p:nvSpPr>
            <p:spPr>
              <a:xfrm>
                <a:off x="6399869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0" name="Rectangle 7719">
                <a:extLst>
                  <a:ext uri="{FF2B5EF4-FFF2-40B4-BE49-F238E27FC236}">
                    <a16:creationId xmlns:a16="http://schemas.microsoft.com/office/drawing/2014/main" id="{9905599B-8A21-268A-49A2-7CF7345C55B2}"/>
                  </a:ext>
                </a:extLst>
              </p:cNvPr>
              <p:cNvSpPr/>
              <p:nvPr/>
            </p:nvSpPr>
            <p:spPr>
              <a:xfrm>
                <a:off x="6399869" y="307460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1" name="Rectangle 7720">
                <a:extLst>
                  <a:ext uri="{FF2B5EF4-FFF2-40B4-BE49-F238E27FC236}">
                    <a16:creationId xmlns:a16="http://schemas.microsoft.com/office/drawing/2014/main" id="{F7A21945-095A-143D-8D9F-57A3207F976D}"/>
                  </a:ext>
                </a:extLst>
              </p:cNvPr>
              <p:cNvSpPr/>
              <p:nvPr/>
            </p:nvSpPr>
            <p:spPr>
              <a:xfrm>
                <a:off x="6399869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2" name="Rectangle 7721">
                <a:extLst>
                  <a:ext uri="{FF2B5EF4-FFF2-40B4-BE49-F238E27FC236}">
                    <a16:creationId xmlns:a16="http://schemas.microsoft.com/office/drawing/2014/main" id="{EE8A1E41-96A0-5796-342D-CC9E708578E6}"/>
                  </a:ext>
                </a:extLst>
              </p:cNvPr>
              <p:cNvSpPr/>
              <p:nvPr/>
            </p:nvSpPr>
            <p:spPr>
              <a:xfrm>
                <a:off x="6399869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3" name="Rectangle 7722">
                <a:extLst>
                  <a:ext uri="{FF2B5EF4-FFF2-40B4-BE49-F238E27FC236}">
                    <a16:creationId xmlns:a16="http://schemas.microsoft.com/office/drawing/2014/main" id="{1D0B6A09-C7D7-4464-F602-62A3DFA77080}"/>
                  </a:ext>
                </a:extLst>
              </p:cNvPr>
              <p:cNvSpPr/>
              <p:nvPr/>
            </p:nvSpPr>
            <p:spPr>
              <a:xfrm>
                <a:off x="6399869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4" name="Rectangle 7723">
                <a:extLst>
                  <a:ext uri="{FF2B5EF4-FFF2-40B4-BE49-F238E27FC236}">
                    <a16:creationId xmlns:a16="http://schemas.microsoft.com/office/drawing/2014/main" id="{30338AB5-82E8-91B5-F3D2-9BE6499DB7B6}"/>
                  </a:ext>
                </a:extLst>
              </p:cNvPr>
              <p:cNvSpPr/>
              <p:nvPr/>
            </p:nvSpPr>
            <p:spPr>
              <a:xfrm>
                <a:off x="6399869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5" name="Rectangle 7724">
                <a:extLst>
                  <a:ext uri="{FF2B5EF4-FFF2-40B4-BE49-F238E27FC236}">
                    <a16:creationId xmlns:a16="http://schemas.microsoft.com/office/drawing/2014/main" id="{7F510813-BE2F-4D7A-FCF7-3B6A5D33AED7}"/>
                  </a:ext>
                </a:extLst>
              </p:cNvPr>
              <p:cNvSpPr/>
              <p:nvPr/>
            </p:nvSpPr>
            <p:spPr>
              <a:xfrm>
                <a:off x="6399869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6" name="Rectangle 7725">
                <a:extLst>
                  <a:ext uri="{FF2B5EF4-FFF2-40B4-BE49-F238E27FC236}">
                    <a16:creationId xmlns:a16="http://schemas.microsoft.com/office/drawing/2014/main" id="{EBF468DF-AF9E-8C9F-8A73-0A4939B729C7}"/>
                  </a:ext>
                </a:extLst>
              </p:cNvPr>
              <p:cNvSpPr/>
              <p:nvPr/>
            </p:nvSpPr>
            <p:spPr>
              <a:xfrm>
                <a:off x="6399869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7" name="Rectangle 7726">
                <a:extLst>
                  <a:ext uri="{FF2B5EF4-FFF2-40B4-BE49-F238E27FC236}">
                    <a16:creationId xmlns:a16="http://schemas.microsoft.com/office/drawing/2014/main" id="{817A7A2B-425B-735E-BC31-BFF13A885AE2}"/>
                  </a:ext>
                </a:extLst>
              </p:cNvPr>
              <p:cNvSpPr/>
              <p:nvPr/>
            </p:nvSpPr>
            <p:spPr>
              <a:xfrm>
                <a:off x="6399869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8" name="Rectangle 7727">
                <a:extLst>
                  <a:ext uri="{FF2B5EF4-FFF2-40B4-BE49-F238E27FC236}">
                    <a16:creationId xmlns:a16="http://schemas.microsoft.com/office/drawing/2014/main" id="{1BAE35EB-87F2-7CA0-545D-DBB43DA5343C}"/>
                  </a:ext>
                </a:extLst>
              </p:cNvPr>
              <p:cNvSpPr/>
              <p:nvPr/>
            </p:nvSpPr>
            <p:spPr>
              <a:xfrm>
                <a:off x="6399869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29" name="Rectangle 7728">
                <a:extLst>
                  <a:ext uri="{FF2B5EF4-FFF2-40B4-BE49-F238E27FC236}">
                    <a16:creationId xmlns:a16="http://schemas.microsoft.com/office/drawing/2014/main" id="{26D2A038-64AA-A738-3BB1-07FA7EF94C5A}"/>
                  </a:ext>
                </a:extLst>
              </p:cNvPr>
              <p:cNvSpPr/>
              <p:nvPr/>
            </p:nvSpPr>
            <p:spPr>
              <a:xfrm>
                <a:off x="6399869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0" name="Rectangle 7729">
                <a:extLst>
                  <a:ext uri="{FF2B5EF4-FFF2-40B4-BE49-F238E27FC236}">
                    <a16:creationId xmlns:a16="http://schemas.microsoft.com/office/drawing/2014/main" id="{26C09577-E3A9-C556-A87A-CA8A94405EDF}"/>
                  </a:ext>
                </a:extLst>
              </p:cNvPr>
              <p:cNvSpPr/>
              <p:nvPr/>
            </p:nvSpPr>
            <p:spPr>
              <a:xfrm>
                <a:off x="6399869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1" name="Rectangle 7730">
                <a:extLst>
                  <a:ext uri="{FF2B5EF4-FFF2-40B4-BE49-F238E27FC236}">
                    <a16:creationId xmlns:a16="http://schemas.microsoft.com/office/drawing/2014/main" id="{B0AD20B8-63B7-B3F9-CEE7-5586D36AEE57}"/>
                  </a:ext>
                </a:extLst>
              </p:cNvPr>
              <p:cNvSpPr/>
              <p:nvPr/>
            </p:nvSpPr>
            <p:spPr>
              <a:xfrm>
                <a:off x="6399869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2" name="Rectangle 7731">
                <a:extLst>
                  <a:ext uri="{FF2B5EF4-FFF2-40B4-BE49-F238E27FC236}">
                    <a16:creationId xmlns:a16="http://schemas.microsoft.com/office/drawing/2014/main" id="{198D2352-1629-FBD7-315A-D5F9641CC78D}"/>
                  </a:ext>
                </a:extLst>
              </p:cNvPr>
              <p:cNvSpPr/>
              <p:nvPr/>
            </p:nvSpPr>
            <p:spPr>
              <a:xfrm>
                <a:off x="6399869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3" name="Rectangle 7732">
                <a:extLst>
                  <a:ext uri="{FF2B5EF4-FFF2-40B4-BE49-F238E27FC236}">
                    <a16:creationId xmlns:a16="http://schemas.microsoft.com/office/drawing/2014/main" id="{FA069088-271E-484F-33A9-FAE6603DBF9E}"/>
                  </a:ext>
                </a:extLst>
              </p:cNvPr>
              <p:cNvSpPr/>
              <p:nvPr/>
            </p:nvSpPr>
            <p:spPr>
              <a:xfrm>
                <a:off x="6399869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4" name="Rectangle 7733">
                <a:extLst>
                  <a:ext uri="{FF2B5EF4-FFF2-40B4-BE49-F238E27FC236}">
                    <a16:creationId xmlns:a16="http://schemas.microsoft.com/office/drawing/2014/main" id="{B44C0076-DCF3-16D4-CB0A-B88E3C753937}"/>
                  </a:ext>
                </a:extLst>
              </p:cNvPr>
              <p:cNvSpPr/>
              <p:nvPr/>
            </p:nvSpPr>
            <p:spPr>
              <a:xfrm>
                <a:off x="6399869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5" name="Rectangle 7734">
                <a:extLst>
                  <a:ext uri="{FF2B5EF4-FFF2-40B4-BE49-F238E27FC236}">
                    <a16:creationId xmlns:a16="http://schemas.microsoft.com/office/drawing/2014/main" id="{35129264-EE3F-2036-0FDE-0D9FF5494B98}"/>
                  </a:ext>
                </a:extLst>
              </p:cNvPr>
              <p:cNvSpPr/>
              <p:nvPr/>
            </p:nvSpPr>
            <p:spPr>
              <a:xfrm>
                <a:off x="6399869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6" name="Rectangle 7735">
                <a:extLst>
                  <a:ext uri="{FF2B5EF4-FFF2-40B4-BE49-F238E27FC236}">
                    <a16:creationId xmlns:a16="http://schemas.microsoft.com/office/drawing/2014/main" id="{C96E8FED-4437-422B-1727-3DBB5E2C898D}"/>
                  </a:ext>
                </a:extLst>
              </p:cNvPr>
              <p:cNvSpPr/>
              <p:nvPr/>
            </p:nvSpPr>
            <p:spPr>
              <a:xfrm>
                <a:off x="6399869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7" name="Rectangle 7736">
                <a:extLst>
                  <a:ext uri="{FF2B5EF4-FFF2-40B4-BE49-F238E27FC236}">
                    <a16:creationId xmlns:a16="http://schemas.microsoft.com/office/drawing/2014/main" id="{0538CDBE-4120-4A7F-39FC-E95522E6E540}"/>
                  </a:ext>
                </a:extLst>
              </p:cNvPr>
              <p:cNvSpPr/>
              <p:nvPr/>
            </p:nvSpPr>
            <p:spPr>
              <a:xfrm>
                <a:off x="6399869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8" name="Rectangle 7737">
                <a:extLst>
                  <a:ext uri="{FF2B5EF4-FFF2-40B4-BE49-F238E27FC236}">
                    <a16:creationId xmlns:a16="http://schemas.microsoft.com/office/drawing/2014/main" id="{30B53580-1FF5-2D1E-938A-B6CF7759DFCD}"/>
                  </a:ext>
                </a:extLst>
              </p:cNvPr>
              <p:cNvSpPr/>
              <p:nvPr/>
            </p:nvSpPr>
            <p:spPr>
              <a:xfrm>
                <a:off x="6399869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39" name="Rectangle 7738">
                <a:extLst>
                  <a:ext uri="{FF2B5EF4-FFF2-40B4-BE49-F238E27FC236}">
                    <a16:creationId xmlns:a16="http://schemas.microsoft.com/office/drawing/2014/main" id="{BB99F888-2D3B-5E69-3469-511B9B32FCFE}"/>
                  </a:ext>
                </a:extLst>
              </p:cNvPr>
              <p:cNvSpPr/>
              <p:nvPr/>
            </p:nvSpPr>
            <p:spPr>
              <a:xfrm>
                <a:off x="6399869" y="51969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0" name="Rectangle 7739">
                <a:extLst>
                  <a:ext uri="{FF2B5EF4-FFF2-40B4-BE49-F238E27FC236}">
                    <a16:creationId xmlns:a16="http://schemas.microsoft.com/office/drawing/2014/main" id="{18078301-C289-CAC6-1F3C-76AD74A57B97}"/>
                  </a:ext>
                </a:extLst>
              </p:cNvPr>
              <p:cNvSpPr/>
              <p:nvPr/>
            </p:nvSpPr>
            <p:spPr>
              <a:xfrm>
                <a:off x="6399869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1" name="Rectangle 7740">
                <a:extLst>
                  <a:ext uri="{FF2B5EF4-FFF2-40B4-BE49-F238E27FC236}">
                    <a16:creationId xmlns:a16="http://schemas.microsoft.com/office/drawing/2014/main" id="{3805AD13-75C2-16C4-5771-C2B30440FFD4}"/>
                  </a:ext>
                </a:extLst>
              </p:cNvPr>
              <p:cNvSpPr/>
              <p:nvPr/>
            </p:nvSpPr>
            <p:spPr>
              <a:xfrm>
                <a:off x="6399869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2" name="Rectangle 7741">
                <a:extLst>
                  <a:ext uri="{FF2B5EF4-FFF2-40B4-BE49-F238E27FC236}">
                    <a16:creationId xmlns:a16="http://schemas.microsoft.com/office/drawing/2014/main" id="{E0493863-7C7A-2D22-617B-5371260AA138}"/>
                  </a:ext>
                </a:extLst>
              </p:cNvPr>
              <p:cNvSpPr/>
              <p:nvPr/>
            </p:nvSpPr>
            <p:spPr>
              <a:xfrm>
                <a:off x="6399869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3" name="Rectangle 7742">
                <a:extLst>
                  <a:ext uri="{FF2B5EF4-FFF2-40B4-BE49-F238E27FC236}">
                    <a16:creationId xmlns:a16="http://schemas.microsoft.com/office/drawing/2014/main" id="{E99AF19B-C8FC-F1FB-6950-679B3E361FBD}"/>
                  </a:ext>
                </a:extLst>
              </p:cNvPr>
              <p:cNvSpPr/>
              <p:nvPr/>
            </p:nvSpPr>
            <p:spPr>
              <a:xfrm>
                <a:off x="6399869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4" name="Rectangle 7743">
                <a:extLst>
                  <a:ext uri="{FF2B5EF4-FFF2-40B4-BE49-F238E27FC236}">
                    <a16:creationId xmlns:a16="http://schemas.microsoft.com/office/drawing/2014/main" id="{0898D74C-C616-261F-E480-784DE49E3BC4}"/>
                  </a:ext>
                </a:extLst>
              </p:cNvPr>
              <p:cNvSpPr/>
              <p:nvPr/>
            </p:nvSpPr>
            <p:spPr>
              <a:xfrm>
                <a:off x="6399869" y="57553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5" name="Rectangle 7744">
                <a:extLst>
                  <a:ext uri="{FF2B5EF4-FFF2-40B4-BE49-F238E27FC236}">
                    <a16:creationId xmlns:a16="http://schemas.microsoft.com/office/drawing/2014/main" id="{543D5DCD-884B-F539-AE6C-D9BD5619471F}"/>
                  </a:ext>
                </a:extLst>
              </p:cNvPr>
              <p:cNvSpPr/>
              <p:nvPr/>
            </p:nvSpPr>
            <p:spPr>
              <a:xfrm>
                <a:off x="6399869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6" name="Rectangle 7745">
                <a:extLst>
                  <a:ext uri="{FF2B5EF4-FFF2-40B4-BE49-F238E27FC236}">
                    <a16:creationId xmlns:a16="http://schemas.microsoft.com/office/drawing/2014/main" id="{9B58BCF3-1629-1E0A-135F-59F078307A79}"/>
                  </a:ext>
                </a:extLst>
              </p:cNvPr>
              <p:cNvSpPr/>
              <p:nvPr/>
            </p:nvSpPr>
            <p:spPr>
              <a:xfrm>
                <a:off x="6399869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7" name="Rectangle 7746">
                <a:extLst>
                  <a:ext uri="{FF2B5EF4-FFF2-40B4-BE49-F238E27FC236}">
                    <a16:creationId xmlns:a16="http://schemas.microsoft.com/office/drawing/2014/main" id="{6BC46764-40DF-360C-C8C5-114F0DBF9913}"/>
                  </a:ext>
                </a:extLst>
              </p:cNvPr>
              <p:cNvSpPr/>
              <p:nvPr/>
            </p:nvSpPr>
            <p:spPr>
              <a:xfrm>
                <a:off x="6399869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8" name="Rectangle 7747">
                <a:extLst>
                  <a:ext uri="{FF2B5EF4-FFF2-40B4-BE49-F238E27FC236}">
                    <a16:creationId xmlns:a16="http://schemas.microsoft.com/office/drawing/2014/main" id="{FFE5328F-5BC4-9BE4-6712-5C884178346C}"/>
                  </a:ext>
                </a:extLst>
              </p:cNvPr>
              <p:cNvSpPr/>
              <p:nvPr/>
            </p:nvSpPr>
            <p:spPr>
              <a:xfrm>
                <a:off x="6399869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49" name="Rectangle 7748">
                <a:extLst>
                  <a:ext uri="{FF2B5EF4-FFF2-40B4-BE49-F238E27FC236}">
                    <a16:creationId xmlns:a16="http://schemas.microsoft.com/office/drawing/2014/main" id="{434ABF97-4729-47C4-0348-A74004581B14}"/>
                  </a:ext>
                </a:extLst>
              </p:cNvPr>
              <p:cNvSpPr/>
              <p:nvPr/>
            </p:nvSpPr>
            <p:spPr>
              <a:xfrm>
                <a:off x="6399869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0" name="Rectangle 7749">
                <a:extLst>
                  <a:ext uri="{FF2B5EF4-FFF2-40B4-BE49-F238E27FC236}">
                    <a16:creationId xmlns:a16="http://schemas.microsoft.com/office/drawing/2014/main" id="{1AFE51F8-0687-B7C7-E12A-63FBF4C11214}"/>
                  </a:ext>
                </a:extLst>
              </p:cNvPr>
              <p:cNvSpPr/>
              <p:nvPr/>
            </p:nvSpPr>
            <p:spPr>
              <a:xfrm>
                <a:off x="6399869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1" name="Rectangle 7750">
                <a:extLst>
                  <a:ext uri="{FF2B5EF4-FFF2-40B4-BE49-F238E27FC236}">
                    <a16:creationId xmlns:a16="http://schemas.microsoft.com/office/drawing/2014/main" id="{21F30179-F106-222E-AC5D-F7BA2654BBC7}"/>
                  </a:ext>
                </a:extLst>
              </p:cNvPr>
              <p:cNvSpPr/>
              <p:nvPr/>
            </p:nvSpPr>
            <p:spPr>
              <a:xfrm>
                <a:off x="6399869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2" name="Rectangle 7751">
                <a:extLst>
                  <a:ext uri="{FF2B5EF4-FFF2-40B4-BE49-F238E27FC236}">
                    <a16:creationId xmlns:a16="http://schemas.microsoft.com/office/drawing/2014/main" id="{F6386DED-20CA-0419-9F7A-D95D9D0CC926}"/>
                  </a:ext>
                </a:extLst>
              </p:cNvPr>
              <p:cNvSpPr/>
              <p:nvPr/>
            </p:nvSpPr>
            <p:spPr>
              <a:xfrm>
                <a:off x="6399869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3" name="Rectangle 7752">
                <a:extLst>
                  <a:ext uri="{FF2B5EF4-FFF2-40B4-BE49-F238E27FC236}">
                    <a16:creationId xmlns:a16="http://schemas.microsoft.com/office/drawing/2014/main" id="{A72869EB-5B62-7CAA-F8F3-52164911EE23}"/>
                  </a:ext>
                </a:extLst>
              </p:cNvPr>
              <p:cNvSpPr/>
              <p:nvPr/>
            </p:nvSpPr>
            <p:spPr>
              <a:xfrm>
                <a:off x="6399869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4" name="Rectangle 7753">
                <a:extLst>
                  <a:ext uri="{FF2B5EF4-FFF2-40B4-BE49-F238E27FC236}">
                    <a16:creationId xmlns:a16="http://schemas.microsoft.com/office/drawing/2014/main" id="{0E0EE7D2-B25B-0E5C-F0F3-7DAAECC223E8}"/>
                  </a:ext>
                </a:extLst>
              </p:cNvPr>
              <p:cNvSpPr/>
              <p:nvPr/>
            </p:nvSpPr>
            <p:spPr>
              <a:xfrm>
                <a:off x="6498219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5" name="Rectangle 7754">
                <a:extLst>
                  <a:ext uri="{FF2B5EF4-FFF2-40B4-BE49-F238E27FC236}">
                    <a16:creationId xmlns:a16="http://schemas.microsoft.com/office/drawing/2014/main" id="{80DAB61C-0905-4406-F8CA-36AA28FEAD32}"/>
                  </a:ext>
                </a:extLst>
              </p:cNvPr>
              <p:cNvSpPr/>
              <p:nvPr/>
            </p:nvSpPr>
            <p:spPr>
              <a:xfrm>
                <a:off x="6498219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6" name="Rectangle 7755">
                <a:extLst>
                  <a:ext uri="{FF2B5EF4-FFF2-40B4-BE49-F238E27FC236}">
                    <a16:creationId xmlns:a16="http://schemas.microsoft.com/office/drawing/2014/main" id="{683350DE-6295-530A-6DAD-C42646EF07B8}"/>
                  </a:ext>
                </a:extLst>
              </p:cNvPr>
              <p:cNvSpPr/>
              <p:nvPr/>
            </p:nvSpPr>
            <p:spPr>
              <a:xfrm>
                <a:off x="6498219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7" name="Rectangle 7756">
                <a:extLst>
                  <a:ext uri="{FF2B5EF4-FFF2-40B4-BE49-F238E27FC236}">
                    <a16:creationId xmlns:a16="http://schemas.microsoft.com/office/drawing/2014/main" id="{843C5329-9A86-4BAA-CFE6-C0B047B3DD25}"/>
                  </a:ext>
                </a:extLst>
              </p:cNvPr>
              <p:cNvSpPr/>
              <p:nvPr/>
            </p:nvSpPr>
            <p:spPr>
              <a:xfrm>
                <a:off x="6498219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8" name="Rectangle 7757">
                <a:extLst>
                  <a:ext uri="{FF2B5EF4-FFF2-40B4-BE49-F238E27FC236}">
                    <a16:creationId xmlns:a16="http://schemas.microsoft.com/office/drawing/2014/main" id="{C485CC58-9B1E-51F3-34C4-4E849CAAEDBC}"/>
                  </a:ext>
                </a:extLst>
              </p:cNvPr>
              <p:cNvSpPr/>
              <p:nvPr/>
            </p:nvSpPr>
            <p:spPr>
              <a:xfrm>
                <a:off x="6498219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59" name="Rectangle 7758">
                <a:extLst>
                  <a:ext uri="{FF2B5EF4-FFF2-40B4-BE49-F238E27FC236}">
                    <a16:creationId xmlns:a16="http://schemas.microsoft.com/office/drawing/2014/main" id="{559C5BC0-3E5F-8E78-F7CC-D280985E6682}"/>
                  </a:ext>
                </a:extLst>
              </p:cNvPr>
              <p:cNvSpPr/>
              <p:nvPr/>
            </p:nvSpPr>
            <p:spPr>
              <a:xfrm>
                <a:off x="6498219" y="17037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0" name="Rectangle 7759">
                <a:extLst>
                  <a:ext uri="{FF2B5EF4-FFF2-40B4-BE49-F238E27FC236}">
                    <a16:creationId xmlns:a16="http://schemas.microsoft.com/office/drawing/2014/main" id="{49C6C934-EE34-D598-8AA1-F91DFDDD6B83}"/>
                  </a:ext>
                </a:extLst>
              </p:cNvPr>
              <p:cNvSpPr/>
              <p:nvPr/>
            </p:nvSpPr>
            <p:spPr>
              <a:xfrm>
                <a:off x="6498219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1" name="Rectangle 7760">
                <a:extLst>
                  <a:ext uri="{FF2B5EF4-FFF2-40B4-BE49-F238E27FC236}">
                    <a16:creationId xmlns:a16="http://schemas.microsoft.com/office/drawing/2014/main" id="{8B6BBD54-DD6D-4A80-2B1C-60A5F75A8BDF}"/>
                  </a:ext>
                </a:extLst>
              </p:cNvPr>
              <p:cNvSpPr/>
              <p:nvPr/>
            </p:nvSpPr>
            <p:spPr>
              <a:xfrm>
                <a:off x="6498219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2" name="Rectangle 7761">
                <a:extLst>
                  <a:ext uri="{FF2B5EF4-FFF2-40B4-BE49-F238E27FC236}">
                    <a16:creationId xmlns:a16="http://schemas.microsoft.com/office/drawing/2014/main" id="{0174CA78-66EA-1B9D-CDC2-9F19EDECC180}"/>
                  </a:ext>
                </a:extLst>
              </p:cNvPr>
              <p:cNvSpPr/>
              <p:nvPr/>
            </p:nvSpPr>
            <p:spPr>
              <a:xfrm>
                <a:off x="6498219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3" name="Rectangle 7762">
                <a:extLst>
                  <a:ext uri="{FF2B5EF4-FFF2-40B4-BE49-F238E27FC236}">
                    <a16:creationId xmlns:a16="http://schemas.microsoft.com/office/drawing/2014/main" id="{8066E754-AC8E-6989-25C1-5CF3EFD599E6}"/>
                  </a:ext>
                </a:extLst>
              </p:cNvPr>
              <p:cNvSpPr/>
              <p:nvPr/>
            </p:nvSpPr>
            <p:spPr>
              <a:xfrm>
                <a:off x="6498219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4" name="Rectangle 7763">
                <a:extLst>
                  <a:ext uri="{FF2B5EF4-FFF2-40B4-BE49-F238E27FC236}">
                    <a16:creationId xmlns:a16="http://schemas.microsoft.com/office/drawing/2014/main" id="{C5265769-8E62-8D36-BE24-16981A926324}"/>
                  </a:ext>
                </a:extLst>
              </p:cNvPr>
              <p:cNvSpPr/>
              <p:nvPr/>
            </p:nvSpPr>
            <p:spPr>
              <a:xfrm>
                <a:off x="6498219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5" name="Rectangle 7764">
                <a:extLst>
                  <a:ext uri="{FF2B5EF4-FFF2-40B4-BE49-F238E27FC236}">
                    <a16:creationId xmlns:a16="http://schemas.microsoft.com/office/drawing/2014/main" id="{76C21E31-D4D6-64AC-EDEA-C2DA9453316D}"/>
                  </a:ext>
                </a:extLst>
              </p:cNvPr>
              <p:cNvSpPr/>
              <p:nvPr/>
            </p:nvSpPr>
            <p:spPr>
              <a:xfrm>
                <a:off x="6498219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6" name="Rectangle 7765">
                <a:extLst>
                  <a:ext uri="{FF2B5EF4-FFF2-40B4-BE49-F238E27FC236}">
                    <a16:creationId xmlns:a16="http://schemas.microsoft.com/office/drawing/2014/main" id="{E96FFE9E-F91B-BC38-B789-D27E7E964CDE}"/>
                  </a:ext>
                </a:extLst>
              </p:cNvPr>
              <p:cNvSpPr/>
              <p:nvPr/>
            </p:nvSpPr>
            <p:spPr>
              <a:xfrm>
                <a:off x="6498219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7" name="Rectangle 7766">
                <a:extLst>
                  <a:ext uri="{FF2B5EF4-FFF2-40B4-BE49-F238E27FC236}">
                    <a16:creationId xmlns:a16="http://schemas.microsoft.com/office/drawing/2014/main" id="{D3D6BB2A-B917-F0CD-2CB4-A40F0FF5B542}"/>
                  </a:ext>
                </a:extLst>
              </p:cNvPr>
              <p:cNvSpPr/>
              <p:nvPr/>
            </p:nvSpPr>
            <p:spPr>
              <a:xfrm>
                <a:off x="6498219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8" name="Rectangle 7767">
                <a:extLst>
                  <a:ext uri="{FF2B5EF4-FFF2-40B4-BE49-F238E27FC236}">
                    <a16:creationId xmlns:a16="http://schemas.microsoft.com/office/drawing/2014/main" id="{C0377125-65AF-6116-4A54-EC6CE279FA72}"/>
                  </a:ext>
                </a:extLst>
              </p:cNvPr>
              <p:cNvSpPr/>
              <p:nvPr/>
            </p:nvSpPr>
            <p:spPr>
              <a:xfrm>
                <a:off x="6498219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69" name="Rectangle 7768">
                <a:extLst>
                  <a:ext uri="{FF2B5EF4-FFF2-40B4-BE49-F238E27FC236}">
                    <a16:creationId xmlns:a16="http://schemas.microsoft.com/office/drawing/2014/main" id="{2D378DFC-2C5B-BC1C-1F0D-ACC93BFD8220}"/>
                  </a:ext>
                </a:extLst>
              </p:cNvPr>
              <p:cNvSpPr/>
              <p:nvPr/>
            </p:nvSpPr>
            <p:spPr>
              <a:xfrm>
                <a:off x="6498219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0" name="Rectangle 7769">
                <a:extLst>
                  <a:ext uri="{FF2B5EF4-FFF2-40B4-BE49-F238E27FC236}">
                    <a16:creationId xmlns:a16="http://schemas.microsoft.com/office/drawing/2014/main" id="{462A6C90-1879-4E39-5549-BA1E818AB5AE}"/>
                  </a:ext>
                </a:extLst>
              </p:cNvPr>
              <p:cNvSpPr/>
              <p:nvPr/>
            </p:nvSpPr>
            <p:spPr>
              <a:xfrm>
                <a:off x="6498219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1" name="Rectangle 7770">
                <a:extLst>
                  <a:ext uri="{FF2B5EF4-FFF2-40B4-BE49-F238E27FC236}">
                    <a16:creationId xmlns:a16="http://schemas.microsoft.com/office/drawing/2014/main" id="{9CE66FD3-2709-E8AE-D9D8-8B9BBF1ADCA2}"/>
                  </a:ext>
                </a:extLst>
              </p:cNvPr>
              <p:cNvSpPr/>
              <p:nvPr/>
            </p:nvSpPr>
            <p:spPr>
              <a:xfrm>
                <a:off x="6498219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2" name="Rectangle 7771">
                <a:extLst>
                  <a:ext uri="{FF2B5EF4-FFF2-40B4-BE49-F238E27FC236}">
                    <a16:creationId xmlns:a16="http://schemas.microsoft.com/office/drawing/2014/main" id="{140553E8-0B99-CBFA-4A44-776FD7ACFEB1}"/>
                  </a:ext>
                </a:extLst>
              </p:cNvPr>
              <p:cNvSpPr/>
              <p:nvPr/>
            </p:nvSpPr>
            <p:spPr>
              <a:xfrm>
                <a:off x="6498219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3" name="Rectangle 7772">
                <a:extLst>
                  <a:ext uri="{FF2B5EF4-FFF2-40B4-BE49-F238E27FC236}">
                    <a16:creationId xmlns:a16="http://schemas.microsoft.com/office/drawing/2014/main" id="{391F42ED-3551-9B6F-736B-5758F5C5FE80}"/>
                  </a:ext>
                </a:extLst>
              </p:cNvPr>
              <p:cNvSpPr/>
              <p:nvPr/>
            </p:nvSpPr>
            <p:spPr>
              <a:xfrm>
                <a:off x="6498219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4" name="Rectangle 7773">
                <a:extLst>
                  <a:ext uri="{FF2B5EF4-FFF2-40B4-BE49-F238E27FC236}">
                    <a16:creationId xmlns:a16="http://schemas.microsoft.com/office/drawing/2014/main" id="{5EF9C912-898D-2145-C58E-98B300C53297}"/>
                  </a:ext>
                </a:extLst>
              </p:cNvPr>
              <p:cNvSpPr/>
              <p:nvPr/>
            </p:nvSpPr>
            <p:spPr>
              <a:xfrm>
                <a:off x="6498219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5" name="Rectangle 7774">
                <a:extLst>
                  <a:ext uri="{FF2B5EF4-FFF2-40B4-BE49-F238E27FC236}">
                    <a16:creationId xmlns:a16="http://schemas.microsoft.com/office/drawing/2014/main" id="{F166A1C7-3754-C783-4015-5FF83140A086}"/>
                  </a:ext>
                </a:extLst>
              </p:cNvPr>
              <p:cNvSpPr/>
              <p:nvPr/>
            </p:nvSpPr>
            <p:spPr>
              <a:xfrm>
                <a:off x="6498219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6" name="Rectangle 7775">
                <a:extLst>
                  <a:ext uri="{FF2B5EF4-FFF2-40B4-BE49-F238E27FC236}">
                    <a16:creationId xmlns:a16="http://schemas.microsoft.com/office/drawing/2014/main" id="{4CD8ED2A-1EBF-3081-3883-4D09100EDA22}"/>
                  </a:ext>
                </a:extLst>
              </p:cNvPr>
              <p:cNvSpPr/>
              <p:nvPr/>
            </p:nvSpPr>
            <p:spPr>
              <a:xfrm>
                <a:off x="6498219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7" name="Rectangle 7776">
                <a:extLst>
                  <a:ext uri="{FF2B5EF4-FFF2-40B4-BE49-F238E27FC236}">
                    <a16:creationId xmlns:a16="http://schemas.microsoft.com/office/drawing/2014/main" id="{2BE4C6F2-5689-5898-1241-F842BF215613}"/>
                  </a:ext>
                </a:extLst>
              </p:cNvPr>
              <p:cNvSpPr/>
              <p:nvPr/>
            </p:nvSpPr>
            <p:spPr>
              <a:xfrm>
                <a:off x="6498219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8" name="Rectangle 7777">
                <a:extLst>
                  <a:ext uri="{FF2B5EF4-FFF2-40B4-BE49-F238E27FC236}">
                    <a16:creationId xmlns:a16="http://schemas.microsoft.com/office/drawing/2014/main" id="{83F13A3D-7A44-9CAE-6AB3-41D95A1FE320}"/>
                  </a:ext>
                </a:extLst>
              </p:cNvPr>
              <p:cNvSpPr/>
              <p:nvPr/>
            </p:nvSpPr>
            <p:spPr>
              <a:xfrm>
                <a:off x="6498219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79" name="Rectangle 7778">
                <a:extLst>
                  <a:ext uri="{FF2B5EF4-FFF2-40B4-BE49-F238E27FC236}">
                    <a16:creationId xmlns:a16="http://schemas.microsoft.com/office/drawing/2014/main" id="{3FC63137-CB25-3DEE-CA90-3DAEC2C63392}"/>
                  </a:ext>
                </a:extLst>
              </p:cNvPr>
              <p:cNvSpPr/>
              <p:nvPr/>
            </p:nvSpPr>
            <p:spPr>
              <a:xfrm>
                <a:off x="6498219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0" name="Rectangle 7779">
                <a:extLst>
                  <a:ext uri="{FF2B5EF4-FFF2-40B4-BE49-F238E27FC236}">
                    <a16:creationId xmlns:a16="http://schemas.microsoft.com/office/drawing/2014/main" id="{F26A3636-99D8-B78B-133E-824E4F7376DC}"/>
                  </a:ext>
                </a:extLst>
              </p:cNvPr>
              <p:cNvSpPr/>
              <p:nvPr/>
            </p:nvSpPr>
            <p:spPr>
              <a:xfrm>
                <a:off x="6498219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1" name="Rectangle 7780">
                <a:extLst>
                  <a:ext uri="{FF2B5EF4-FFF2-40B4-BE49-F238E27FC236}">
                    <a16:creationId xmlns:a16="http://schemas.microsoft.com/office/drawing/2014/main" id="{4DC178D9-E556-343C-B9FE-98BCBDABDA44}"/>
                  </a:ext>
                </a:extLst>
              </p:cNvPr>
              <p:cNvSpPr/>
              <p:nvPr/>
            </p:nvSpPr>
            <p:spPr>
              <a:xfrm>
                <a:off x="6498219" y="26277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2" name="Rectangle 7781">
                <a:extLst>
                  <a:ext uri="{FF2B5EF4-FFF2-40B4-BE49-F238E27FC236}">
                    <a16:creationId xmlns:a16="http://schemas.microsoft.com/office/drawing/2014/main" id="{77C65258-B7B9-25EF-A506-6333074B351D}"/>
                  </a:ext>
                </a:extLst>
              </p:cNvPr>
              <p:cNvSpPr/>
              <p:nvPr/>
            </p:nvSpPr>
            <p:spPr>
              <a:xfrm>
                <a:off x="6498219" y="27395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3" name="Rectangle 7782">
                <a:extLst>
                  <a:ext uri="{FF2B5EF4-FFF2-40B4-BE49-F238E27FC236}">
                    <a16:creationId xmlns:a16="http://schemas.microsoft.com/office/drawing/2014/main" id="{E3BCBD14-2794-71DA-C7D7-DA7C171EECAE}"/>
                  </a:ext>
                </a:extLst>
              </p:cNvPr>
              <p:cNvSpPr/>
              <p:nvPr/>
            </p:nvSpPr>
            <p:spPr>
              <a:xfrm>
                <a:off x="6498219" y="28512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4" name="Rectangle 7783">
                <a:extLst>
                  <a:ext uri="{FF2B5EF4-FFF2-40B4-BE49-F238E27FC236}">
                    <a16:creationId xmlns:a16="http://schemas.microsoft.com/office/drawing/2014/main" id="{8FFAE9D8-512F-C7F0-13EB-A6BFB0B05404}"/>
                  </a:ext>
                </a:extLst>
              </p:cNvPr>
              <p:cNvSpPr/>
              <p:nvPr/>
            </p:nvSpPr>
            <p:spPr>
              <a:xfrm>
                <a:off x="6498219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5" name="Rectangle 7784">
                <a:extLst>
                  <a:ext uri="{FF2B5EF4-FFF2-40B4-BE49-F238E27FC236}">
                    <a16:creationId xmlns:a16="http://schemas.microsoft.com/office/drawing/2014/main" id="{278C54EF-1D98-22E6-8014-E1A1C3B981F4}"/>
                  </a:ext>
                </a:extLst>
              </p:cNvPr>
              <p:cNvSpPr/>
              <p:nvPr/>
            </p:nvSpPr>
            <p:spPr>
              <a:xfrm>
                <a:off x="6498219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6" name="Rectangle 7785">
                <a:extLst>
                  <a:ext uri="{FF2B5EF4-FFF2-40B4-BE49-F238E27FC236}">
                    <a16:creationId xmlns:a16="http://schemas.microsoft.com/office/drawing/2014/main" id="{E39B4134-F578-E29B-2368-5BB5AA1EE52F}"/>
                  </a:ext>
                </a:extLst>
              </p:cNvPr>
              <p:cNvSpPr/>
              <p:nvPr/>
            </p:nvSpPr>
            <p:spPr>
              <a:xfrm>
                <a:off x="6498219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7" name="Rectangle 7786">
                <a:extLst>
                  <a:ext uri="{FF2B5EF4-FFF2-40B4-BE49-F238E27FC236}">
                    <a16:creationId xmlns:a16="http://schemas.microsoft.com/office/drawing/2014/main" id="{5BA8F2EF-9C99-18DA-400F-0103F532E0E3}"/>
                  </a:ext>
                </a:extLst>
              </p:cNvPr>
              <p:cNvSpPr/>
              <p:nvPr/>
            </p:nvSpPr>
            <p:spPr>
              <a:xfrm>
                <a:off x="6498219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8" name="Rectangle 7787">
                <a:extLst>
                  <a:ext uri="{FF2B5EF4-FFF2-40B4-BE49-F238E27FC236}">
                    <a16:creationId xmlns:a16="http://schemas.microsoft.com/office/drawing/2014/main" id="{69B09F56-CD2F-DEB1-BFDD-EC332CCD84B8}"/>
                  </a:ext>
                </a:extLst>
              </p:cNvPr>
              <p:cNvSpPr/>
              <p:nvPr/>
            </p:nvSpPr>
            <p:spPr>
              <a:xfrm>
                <a:off x="6498219" y="3409660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89" name="Rectangle 7788">
                <a:extLst>
                  <a:ext uri="{FF2B5EF4-FFF2-40B4-BE49-F238E27FC236}">
                    <a16:creationId xmlns:a16="http://schemas.microsoft.com/office/drawing/2014/main" id="{43BAC022-9CE1-4652-D934-436091FBEBD4}"/>
                  </a:ext>
                </a:extLst>
              </p:cNvPr>
              <p:cNvSpPr/>
              <p:nvPr/>
            </p:nvSpPr>
            <p:spPr>
              <a:xfrm>
                <a:off x="6498219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0" name="Rectangle 7789">
                <a:extLst>
                  <a:ext uri="{FF2B5EF4-FFF2-40B4-BE49-F238E27FC236}">
                    <a16:creationId xmlns:a16="http://schemas.microsoft.com/office/drawing/2014/main" id="{1D999905-AA56-12E9-83B6-5B4BE9DC2272}"/>
                  </a:ext>
                </a:extLst>
              </p:cNvPr>
              <p:cNvSpPr/>
              <p:nvPr/>
            </p:nvSpPr>
            <p:spPr>
              <a:xfrm>
                <a:off x="6498219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1" name="Rectangle 7790">
                <a:extLst>
                  <a:ext uri="{FF2B5EF4-FFF2-40B4-BE49-F238E27FC236}">
                    <a16:creationId xmlns:a16="http://schemas.microsoft.com/office/drawing/2014/main" id="{16859495-9DE0-937A-F848-04DEDCF3AC90}"/>
                  </a:ext>
                </a:extLst>
              </p:cNvPr>
              <p:cNvSpPr/>
              <p:nvPr/>
            </p:nvSpPr>
            <p:spPr>
              <a:xfrm>
                <a:off x="6498219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2" name="Rectangle 7791">
                <a:extLst>
                  <a:ext uri="{FF2B5EF4-FFF2-40B4-BE49-F238E27FC236}">
                    <a16:creationId xmlns:a16="http://schemas.microsoft.com/office/drawing/2014/main" id="{E41F3EA9-4C83-15AE-8385-9D1F9A276ECE}"/>
                  </a:ext>
                </a:extLst>
              </p:cNvPr>
              <p:cNvSpPr/>
              <p:nvPr/>
            </p:nvSpPr>
            <p:spPr>
              <a:xfrm>
                <a:off x="6498219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3" name="Rectangle 7792">
                <a:extLst>
                  <a:ext uri="{FF2B5EF4-FFF2-40B4-BE49-F238E27FC236}">
                    <a16:creationId xmlns:a16="http://schemas.microsoft.com/office/drawing/2014/main" id="{0BB81692-1468-FD35-F665-FBC575E61BE9}"/>
                  </a:ext>
                </a:extLst>
              </p:cNvPr>
              <p:cNvSpPr/>
              <p:nvPr/>
            </p:nvSpPr>
            <p:spPr>
              <a:xfrm>
                <a:off x="6498219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4" name="Rectangle 7793">
                <a:extLst>
                  <a:ext uri="{FF2B5EF4-FFF2-40B4-BE49-F238E27FC236}">
                    <a16:creationId xmlns:a16="http://schemas.microsoft.com/office/drawing/2014/main" id="{0C919357-8935-9713-BB2D-ED817C8D829D}"/>
                  </a:ext>
                </a:extLst>
              </p:cNvPr>
              <p:cNvSpPr/>
              <p:nvPr/>
            </p:nvSpPr>
            <p:spPr>
              <a:xfrm>
                <a:off x="6498219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5" name="Rectangle 7794">
                <a:extLst>
                  <a:ext uri="{FF2B5EF4-FFF2-40B4-BE49-F238E27FC236}">
                    <a16:creationId xmlns:a16="http://schemas.microsoft.com/office/drawing/2014/main" id="{6A0D22C2-CAD9-A8FF-C949-BFE0A0B4BB0E}"/>
                  </a:ext>
                </a:extLst>
              </p:cNvPr>
              <p:cNvSpPr/>
              <p:nvPr/>
            </p:nvSpPr>
            <p:spPr>
              <a:xfrm>
                <a:off x="6498219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6" name="Rectangle 7795">
                <a:extLst>
                  <a:ext uri="{FF2B5EF4-FFF2-40B4-BE49-F238E27FC236}">
                    <a16:creationId xmlns:a16="http://schemas.microsoft.com/office/drawing/2014/main" id="{9EE2A4AB-6138-F985-BAAE-0E53FFD088C9}"/>
                  </a:ext>
                </a:extLst>
              </p:cNvPr>
              <p:cNvSpPr/>
              <p:nvPr/>
            </p:nvSpPr>
            <p:spPr>
              <a:xfrm>
                <a:off x="6498219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7" name="Rectangle 7796">
                <a:extLst>
                  <a:ext uri="{FF2B5EF4-FFF2-40B4-BE49-F238E27FC236}">
                    <a16:creationId xmlns:a16="http://schemas.microsoft.com/office/drawing/2014/main" id="{553F5355-5DC3-AA9C-AB93-E0673F400769}"/>
                  </a:ext>
                </a:extLst>
              </p:cNvPr>
              <p:cNvSpPr/>
              <p:nvPr/>
            </p:nvSpPr>
            <p:spPr>
              <a:xfrm>
                <a:off x="6498219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8" name="Rectangle 7797">
                <a:extLst>
                  <a:ext uri="{FF2B5EF4-FFF2-40B4-BE49-F238E27FC236}">
                    <a16:creationId xmlns:a16="http://schemas.microsoft.com/office/drawing/2014/main" id="{EE81321C-90FB-2560-9EDC-B8D4E211C986}"/>
                  </a:ext>
                </a:extLst>
              </p:cNvPr>
              <p:cNvSpPr/>
              <p:nvPr/>
            </p:nvSpPr>
            <p:spPr>
              <a:xfrm>
                <a:off x="6498219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799" name="Rectangle 7798">
                <a:extLst>
                  <a:ext uri="{FF2B5EF4-FFF2-40B4-BE49-F238E27FC236}">
                    <a16:creationId xmlns:a16="http://schemas.microsoft.com/office/drawing/2014/main" id="{BBEB00DA-4991-0B80-8D44-2BC9E208781F}"/>
                  </a:ext>
                </a:extLst>
              </p:cNvPr>
              <p:cNvSpPr/>
              <p:nvPr/>
            </p:nvSpPr>
            <p:spPr>
              <a:xfrm>
                <a:off x="6498219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0" name="Rectangle 7799">
                <a:extLst>
                  <a:ext uri="{FF2B5EF4-FFF2-40B4-BE49-F238E27FC236}">
                    <a16:creationId xmlns:a16="http://schemas.microsoft.com/office/drawing/2014/main" id="{B71E9159-6E5C-55F0-CB8B-C5D320BCDB0E}"/>
                  </a:ext>
                </a:extLst>
              </p:cNvPr>
              <p:cNvSpPr/>
              <p:nvPr/>
            </p:nvSpPr>
            <p:spPr>
              <a:xfrm>
                <a:off x="6498219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1" name="Rectangle 7800">
                <a:extLst>
                  <a:ext uri="{FF2B5EF4-FFF2-40B4-BE49-F238E27FC236}">
                    <a16:creationId xmlns:a16="http://schemas.microsoft.com/office/drawing/2014/main" id="{71DBC867-C134-4822-F4A2-752B07C5C9F4}"/>
                  </a:ext>
                </a:extLst>
              </p:cNvPr>
              <p:cNvSpPr/>
              <p:nvPr/>
            </p:nvSpPr>
            <p:spPr>
              <a:xfrm>
                <a:off x="6498219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2" name="Rectangle 7801">
                <a:extLst>
                  <a:ext uri="{FF2B5EF4-FFF2-40B4-BE49-F238E27FC236}">
                    <a16:creationId xmlns:a16="http://schemas.microsoft.com/office/drawing/2014/main" id="{FAB94E81-C583-52E9-3E18-5EE9314E3811}"/>
                  </a:ext>
                </a:extLst>
              </p:cNvPr>
              <p:cNvSpPr/>
              <p:nvPr/>
            </p:nvSpPr>
            <p:spPr>
              <a:xfrm>
                <a:off x="6498219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3" name="Rectangle 7802">
                <a:extLst>
                  <a:ext uri="{FF2B5EF4-FFF2-40B4-BE49-F238E27FC236}">
                    <a16:creationId xmlns:a16="http://schemas.microsoft.com/office/drawing/2014/main" id="{9BAA84A4-917C-A00E-E3F6-9860239CAF81}"/>
                  </a:ext>
                </a:extLst>
              </p:cNvPr>
              <p:cNvSpPr/>
              <p:nvPr/>
            </p:nvSpPr>
            <p:spPr>
              <a:xfrm>
                <a:off x="6498219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4" name="Rectangle 7803">
                <a:extLst>
                  <a:ext uri="{FF2B5EF4-FFF2-40B4-BE49-F238E27FC236}">
                    <a16:creationId xmlns:a16="http://schemas.microsoft.com/office/drawing/2014/main" id="{02A08E50-7870-7797-6713-8CEDC1CD43C0}"/>
                  </a:ext>
                </a:extLst>
              </p:cNvPr>
              <p:cNvSpPr/>
              <p:nvPr/>
            </p:nvSpPr>
            <p:spPr>
              <a:xfrm>
                <a:off x="6498219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5" name="Rectangle 7804">
                <a:extLst>
                  <a:ext uri="{FF2B5EF4-FFF2-40B4-BE49-F238E27FC236}">
                    <a16:creationId xmlns:a16="http://schemas.microsoft.com/office/drawing/2014/main" id="{574EC493-C298-0E42-6C2D-15538DB1716C}"/>
                  </a:ext>
                </a:extLst>
              </p:cNvPr>
              <p:cNvSpPr/>
              <p:nvPr/>
            </p:nvSpPr>
            <p:spPr>
              <a:xfrm>
                <a:off x="6498219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6" name="Rectangle 7805">
                <a:extLst>
                  <a:ext uri="{FF2B5EF4-FFF2-40B4-BE49-F238E27FC236}">
                    <a16:creationId xmlns:a16="http://schemas.microsoft.com/office/drawing/2014/main" id="{4B41DB81-25BE-27A7-8F0F-05151A2B629A}"/>
                  </a:ext>
                </a:extLst>
              </p:cNvPr>
              <p:cNvSpPr/>
              <p:nvPr/>
            </p:nvSpPr>
            <p:spPr>
              <a:xfrm>
                <a:off x="6498219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7" name="Rectangle 7806">
                <a:extLst>
                  <a:ext uri="{FF2B5EF4-FFF2-40B4-BE49-F238E27FC236}">
                    <a16:creationId xmlns:a16="http://schemas.microsoft.com/office/drawing/2014/main" id="{5DB5EAAE-158C-163B-9074-F48BE95912C1}"/>
                  </a:ext>
                </a:extLst>
              </p:cNvPr>
              <p:cNvSpPr/>
              <p:nvPr/>
            </p:nvSpPr>
            <p:spPr>
              <a:xfrm>
                <a:off x="6498219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8" name="Rectangle 7807">
                <a:extLst>
                  <a:ext uri="{FF2B5EF4-FFF2-40B4-BE49-F238E27FC236}">
                    <a16:creationId xmlns:a16="http://schemas.microsoft.com/office/drawing/2014/main" id="{D1364000-4BE0-B4F4-760B-20E7B3020350}"/>
                  </a:ext>
                </a:extLst>
              </p:cNvPr>
              <p:cNvSpPr/>
              <p:nvPr/>
            </p:nvSpPr>
            <p:spPr>
              <a:xfrm>
                <a:off x="6498219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09" name="Rectangle 7808">
                <a:extLst>
                  <a:ext uri="{FF2B5EF4-FFF2-40B4-BE49-F238E27FC236}">
                    <a16:creationId xmlns:a16="http://schemas.microsoft.com/office/drawing/2014/main" id="{C6D0B786-380B-E950-898E-35A1A4A8A5E8}"/>
                  </a:ext>
                </a:extLst>
              </p:cNvPr>
              <p:cNvSpPr/>
              <p:nvPr/>
            </p:nvSpPr>
            <p:spPr>
              <a:xfrm>
                <a:off x="6498219" y="5755359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0" name="Rectangle 7809">
                <a:extLst>
                  <a:ext uri="{FF2B5EF4-FFF2-40B4-BE49-F238E27FC236}">
                    <a16:creationId xmlns:a16="http://schemas.microsoft.com/office/drawing/2014/main" id="{9587887C-5DC5-DEB9-77E8-B6C4263951D5}"/>
                  </a:ext>
                </a:extLst>
              </p:cNvPr>
              <p:cNvSpPr/>
              <p:nvPr/>
            </p:nvSpPr>
            <p:spPr>
              <a:xfrm>
                <a:off x="6498219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1" name="Rectangle 7810">
                <a:extLst>
                  <a:ext uri="{FF2B5EF4-FFF2-40B4-BE49-F238E27FC236}">
                    <a16:creationId xmlns:a16="http://schemas.microsoft.com/office/drawing/2014/main" id="{D871F73E-CBAF-CE0B-88F6-3A70CE46BC95}"/>
                  </a:ext>
                </a:extLst>
              </p:cNvPr>
              <p:cNvSpPr/>
              <p:nvPr/>
            </p:nvSpPr>
            <p:spPr>
              <a:xfrm>
                <a:off x="6498219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2" name="Rectangle 7811">
                <a:extLst>
                  <a:ext uri="{FF2B5EF4-FFF2-40B4-BE49-F238E27FC236}">
                    <a16:creationId xmlns:a16="http://schemas.microsoft.com/office/drawing/2014/main" id="{44FCA42C-B53A-DD0A-22E5-2C725F8A6D07}"/>
                  </a:ext>
                </a:extLst>
              </p:cNvPr>
              <p:cNvSpPr/>
              <p:nvPr/>
            </p:nvSpPr>
            <p:spPr>
              <a:xfrm>
                <a:off x="6498219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3" name="Rectangle 7812">
                <a:extLst>
                  <a:ext uri="{FF2B5EF4-FFF2-40B4-BE49-F238E27FC236}">
                    <a16:creationId xmlns:a16="http://schemas.microsoft.com/office/drawing/2014/main" id="{E036D847-7FB5-40A4-4CA0-8840CB530B0C}"/>
                  </a:ext>
                </a:extLst>
              </p:cNvPr>
              <p:cNvSpPr/>
              <p:nvPr/>
            </p:nvSpPr>
            <p:spPr>
              <a:xfrm>
                <a:off x="6498219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4" name="Rectangle 7813">
                <a:extLst>
                  <a:ext uri="{FF2B5EF4-FFF2-40B4-BE49-F238E27FC236}">
                    <a16:creationId xmlns:a16="http://schemas.microsoft.com/office/drawing/2014/main" id="{5B3745DA-CD2D-9A00-02F4-874E4B701477}"/>
                  </a:ext>
                </a:extLst>
              </p:cNvPr>
              <p:cNvSpPr/>
              <p:nvPr/>
            </p:nvSpPr>
            <p:spPr>
              <a:xfrm>
                <a:off x="6498219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5" name="Rectangle 7814">
                <a:extLst>
                  <a:ext uri="{FF2B5EF4-FFF2-40B4-BE49-F238E27FC236}">
                    <a16:creationId xmlns:a16="http://schemas.microsoft.com/office/drawing/2014/main" id="{5FBBED7B-0C0A-69A0-9FD4-EFBB2DAD5209}"/>
                  </a:ext>
                </a:extLst>
              </p:cNvPr>
              <p:cNvSpPr/>
              <p:nvPr/>
            </p:nvSpPr>
            <p:spPr>
              <a:xfrm>
                <a:off x="6498219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6" name="Rectangle 7815">
                <a:extLst>
                  <a:ext uri="{FF2B5EF4-FFF2-40B4-BE49-F238E27FC236}">
                    <a16:creationId xmlns:a16="http://schemas.microsoft.com/office/drawing/2014/main" id="{282EF05E-0D75-FD83-988E-64CA4F7C8219}"/>
                  </a:ext>
                </a:extLst>
              </p:cNvPr>
              <p:cNvSpPr/>
              <p:nvPr/>
            </p:nvSpPr>
            <p:spPr>
              <a:xfrm>
                <a:off x="6498219" y="65372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7" name="Rectangle 7816">
                <a:extLst>
                  <a:ext uri="{FF2B5EF4-FFF2-40B4-BE49-F238E27FC236}">
                    <a16:creationId xmlns:a16="http://schemas.microsoft.com/office/drawing/2014/main" id="{B4BE54F5-9A82-EC1D-C854-A3E8BAFB57CA}"/>
                  </a:ext>
                </a:extLst>
              </p:cNvPr>
              <p:cNvSpPr/>
              <p:nvPr/>
            </p:nvSpPr>
            <p:spPr>
              <a:xfrm>
                <a:off x="6498219" y="66490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8" name="Rectangle 7817">
                <a:extLst>
                  <a:ext uri="{FF2B5EF4-FFF2-40B4-BE49-F238E27FC236}">
                    <a16:creationId xmlns:a16="http://schemas.microsoft.com/office/drawing/2014/main" id="{C1D85D5B-25EE-E376-769B-F8AB22F79489}"/>
                  </a:ext>
                </a:extLst>
              </p:cNvPr>
              <p:cNvSpPr/>
              <p:nvPr/>
            </p:nvSpPr>
            <p:spPr>
              <a:xfrm>
                <a:off x="6498219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19" name="Rectangle 7818">
                <a:extLst>
                  <a:ext uri="{FF2B5EF4-FFF2-40B4-BE49-F238E27FC236}">
                    <a16:creationId xmlns:a16="http://schemas.microsoft.com/office/drawing/2014/main" id="{03A6A09A-6794-C965-B89E-0A916A2B9212}"/>
                  </a:ext>
                </a:extLst>
              </p:cNvPr>
              <p:cNvSpPr/>
              <p:nvPr/>
            </p:nvSpPr>
            <p:spPr>
              <a:xfrm>
                <a:off x="6596570" y="-388153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0" name="Rectangle 7819">
                <a:extLst>
                  <a:ext uri="{FF2B5EF4-FFF2-40B4-BE49-F238E27FC236}">
                    <a16:creationId xmlns:a16="http://schemas.microsoft.com/office/drawing/2014/main" id="{65BB393B-8637-C5A9-9467-1A7FF4DD9991}"/>
                  </a:ext>
                </a:extLst>
              </p:cNvPr>
              <p:cNvSpPr/>
              <p:nvPr/>
            </p:nvSpPr>
            <p:spPr>
              <a:xfrm>
                <a:off x="6596570" y="-27636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1" name="Rectangle 7820">
                <a:extLst>
                  <a:ext uri="{FF2B5EF4-FFF2-40B4-BE49-F238E27FC236}">
                    <a16:creationId xmlns:a16="http://schemas.microsoft.com/office/drawing/2014/main" id="{EF8340CD-F79B-760E-9759-C07BBEBCDB60}"/>
                  </a:ext>
                </a:extLst>
              </p:cNvPr>
              <p:cNvSpPr/>
              <p:nvPr/>
            </p:nvSpPr>
            <p:spPr>
              <a:xfrm>
                <a:off x="6596570" y="-16467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2" name="Rectangle 7821">
                <a:extLst>
                  <a:ext uri="{FF2B5EF4-FFF2-40B4-BE49-F238E27FC236}">
                    <a16:creationId xmlns:a16="http://schemas.microsoft.com/office/drawing/2014/main" id="{23E2ADAB-ED0F-8B42-4EAF-FFE1F51D3B25}"/>
                  </a:ext>
                </a:extLst>
              </p:cNvPr>
              <p:cNvSpPr/>
              <p:nvPr/>
            </p:nvSpPr>
            <p:spPr>
              <a:xfrm>
                <a:off x="6596570" y="-529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3" name="Rectangle 7822">
                <a:extLst>
                  <a:ext uri="{FF2B5EF4-FFF2-40B4-BE49-F238E27FC236}">
                    <a16:creationId xmlns:a16="http://schemas.microsoft.com/office/drawing/2014/main" id="{34AD4FF9-62C7-51BC-A13F-84C9E9A598C6}"/>
                  </a:ext>
                </a:extLst>
              </p:cNvPr>
              <p:cNvSpPr/>
              <p:nvPr/>
            </p:nvSpPr>
            <p:spPr>
              <a:xfrm>
                <a:off x="6596570" y="5869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4" name="Rectangle 7823">
                <a:extLst>
                  <a:ext uri="{FF2B5EF4-FFF2-40B4-BE49-F238E27FC236}">
                    <a16:creationId xmlns:a16="http://schemas.microsoft.com/office/drawing/2014/main" id="{A750F8A4-A9AE-0AED-74D4-D0581196C052}"/>
                  </a:ext>
                </a:extLst>
              </p:cNvPr>
              <p:cNvSpPr/>
              <p:nvPr/>
            </p:nvSpPr>
            <p:spPr>
              <a:xfrm>
                <a:off x="6596570" y="1703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5" name="Rectangle 7824">
                <a:extLst>
                  <a:ext uri="{FF2B5EF4-FFF2-40B4-BE49-F238E27FC236}">
                    <a16:creationId xmlns:a16="http://schemas.microsoft.com/office/drawing/2014/main" id="{BBA7D44E-8418-E424-F97B-B93415CFF16E}"/>
                  </a:ext>
                </a:extLst>
              </p:cNvPr>
              <p:cNvSpPr/>
              <p:nvPr/>
            </p:nvSpPr>
            <p:spPr>
              <a:xfrm>
                <a:off x="6596570" y="2820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6" name="Rectangle 7825">
                <a:extLst>
                  <a:ext uri="{FF2B5EF4-FFF2-40B4-BE49-F238E27FC236}">
                    <a16:creationId xmlns:a16="http://schemas.microsoft.com/office/drawing/2014/main" id="{F4518767-D179-549F-1E65-AC042770CAC9}"/>
                  </a:ext>
                </a:extLst>
              </p:cNvPr>
              <p:cNvSpPr/>
              <p:nvPr/>
            </p:nvSpPr>
            <p:spPr>
              <a:xfrm>
                <a:off x="6596570" y="3937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7" name="Rectangle 7826">
                <a:extLst>
                  <a:ext uri="{FF2B5EF4-FFF2-40B4-BE49-F238E27FC236}">
                    <a16:creationId xmlns:a16="http://schemas.microsoft.com/office/drawing/2014/main" id="{B32A8F76-E459-6096-3252-98D998EA7C09}"/>
                  </a:ext>
                </a:extLst>
              </p:cNvPr>
              <p:cNvSpPr/>
              <p:nvPr/>
            </p:nvSpPr>
            <p:spPr>
              <a:xfrm>
                <a:off x="6596570" y="5055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8" name="Rectangle 7827">
                <a:extLst>
                  <a:ext uri="{FF2B5EF4-FFF2-40B4-BE49-F238E27FC236}">
                    <a16:creationId xmlns:a16="http://schemas.microsoft.com/office/drawing/2014/main" id="{C1355977-AC61-B637-0306-478930FF4485}"/>
                  </a:ext>
                </a:extLst>
              </p:cNvPr>
              <p:cNvSpPr/>
              <p:nvPr/>
            </p:nvSpPr>
            <p:spPr>
              <a:xfrm>
                <a:off x="6596570" y="6172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29" name="Rectangle 7828">
                <a:extLst>
                  <a:ext uri="{FF2B5EF4-FFF2-40B4-BE49-F238E27FC236}">
                    <a16:creationId xmlns:a16="http://schemas.microsoft.com/office/drawing/2014/main" id="{DA4F3CE8-5A1A-6A50-2BA1-09B93E091876}"/>
                  </a:ext>
                </a:extLst>
              </p:cNvPr>
              <p:cNvSpPr/>
              <p:nvPr/>
            </p:nvSpPr>
            <p:spPr>
              <a:xfrm>
                <a:off x="6596570" y="72890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0" name="Rectangle 7829">
                <a:extLst>
                  <a:ext uri="{FF2B5EF4-FFF2-40B4-BE49-F238E27FC236}">
                    <a16:creationId xmlns:a16="http://schemas.microsoft.com/office/drawing/2014/main" id="{B24A7BA4-59EA-10E6-4E83-E27DE3D7D4AD}"/>
                  </a:ext>
                </a:extLst>
              </p:cNvPr>
              <p:cNvSpPr/>
              <p:nvPr/>
            </p:nvSpPr>
            <p:spPr>
              <a:xfrm>
                <a:off x="6596570" y="8405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1" name="Rectangle 7830">
                <a:extLst>
                  <a:ext uri="{FF2B5EF4-FFF2-40B4-BE49-F238E27FC236}">
                    <a16:creationId xmlns:a16="http://schemas.microsoft.com/office/drawing/2014/main" id="{F527BEDE-F22A-2704-210B-CC5BC6308C44}"/>
                  </a:ext>
                </a:extLst>
              </p:cNvPr>
              <p:cNvSpPr/>
              <p:nvPr/>
            </p:nvSpPr>
            <p:spPr>
              <a:xfrm>
                <a:off x="6596570" y="9522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2" name="Rectangle 7831">
                <a:extLst>
                  <a:ext uri="{FF2B5EF4-FFF2-40B4-BE49-F238E27FC236}">
                    <a16:creationId xmlns:a16="http://schemas.microsoft.com/office/drawing/2014/main" id="{6C6293D9-D647-D9A4-B599-B6FADCB8E4FF}"/>
                  </a:ext>
                </a:extLst>
              </p:cNvPr>
              <p:cNvSpPr/>
              <p:nvPr/>
            </p:nvSpPr>
            <p:spPr>
              <a:xfrm>
                <a:off x="6596570" y="10639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3" name="Rectangle 7832">
                <a:extLst>
                  <a:ext uri="{FF2B5EF4-FFF2-40B4-BE49-F238E27FC236}">
                    <a16:creationId xmlns:a16="http://schemas.microsoft.com/office/drawing/2014/main" id="{4DD33143-163F-7CE7-C602-2BEA1712B6A6}"/>
                  </a:ext>
                </a:extLst>
              </p:cNvPr>
              <p:cNvSpPr/>
              <p:nvPr/>
            </p:nvSpPr>
            <p:spPr>
              <a:xfrm>
                <a:off x="6596570" y="117564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4" name="Rectangle 7833">
                <a:extLst>
                  <a:ext uri="{FF2B5EF4-FFF2-40B4-BE49-F238E27FC236}">
                    <a16:creationId xmlns:a16="http://schemas.microsoft.com/office/drawing/2014/main" id="{CA05ED3B-F4DD-D76F-D6D9-DB6CFA141CA6}"/>
                  </a:ext>
                </a:extLst>
              </p:cNvPr>
              <p:cNvSpPr/>
              <p:nvPr/>
            </p:nvSpPr>
            <p:spPr>
              <a:xfrm>
                <a:off x="6596570" y="12874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5" name="Rectangle 7834">
                <a:extLst>
                  <a:ext uri="{FF2B5EF4-FFF2-40B4-BE49-F238E27FC236}">
                    <a16:creationId xmlns:a16="http://schemas.microsoft.com/office/drawing/2014/main" id="{048126CD-C132-1E33-F155-1A54E8EF70E2}"/>
                  </a:ext>
                </a:extLst>
              </p:cNvPr>
              <p:cNvSpPr/>
              <p:nvPr/>
            </p:nvSpPr>
            <p:spPr>
              <a:xfrm>
                <a:off x="6596570" y="139912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6" name="Rectangle 7835">
                <a:extLst>
                  <a:ext uri="{FF2B5EF4-FFF2-40B4-BE49-F238E27FC236}">
                    <a16:creationId xmlns:a16="http://schemas.microsoft.com/office/drawing/2014/main" id="{84271A2D-3048-B776-706C-C77461908916}"/>
                  </a:ext>
                </a:extLst>
              </p:cNvPr>
              <p:cNvSpPr/>
              <p:nvPr/>
            </p:nvSpPr>
            <p:spPr>
              <a:xfrm>
                <a:off x="6596570" y="15108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7" name="Rectangle 7836">
                <a:extLst>
                  <a:ext uri="{FF2B5EF4-FFF2-40B4-BE49-F238E27FC236}">
                    <a16:creationId xmlns:a16="http://schemas.microsoft.com/office/drawing/2014/main" id="{38E39317-B8EB-4168-05EE-E3113A667F29}"/>
                  </a:ext>
                </a:extLst>
              </p:cNvPr>
              <p:cNvSpPr/>
              <p:nvPr/>
            </p:nvSpPr>
            <p:spPr>
              <a:xfrm>
                <a:off x="6596570" y="16224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8" name="Rectangle 7837">
                <a:extLst>
                  <a:ext uri="{FF2B5EF4-FFF2-40B4-BE49-F238E27FC236}">
                    <a16:creationId xmlns:a16="http://schemas.microsoft.com/office/drawing/2014/main" id="{E79E464C-35D3-BADD-5464-E37B7B108727}"/>
                  </a:ext>
                </a:extLst>
              </p:cNvPr>
              <p:cNvSpPr/>
              <p:nvPr/>
            </p:nvSpPr>
            <p:spPr>
              <a:xfrm>
                <a:off x="6596570" y="17341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39" name="Rectangle 7838">
                <a:extLst>
                  <a:ext uri="{FF2B5EF4-FFF2-40B4-BE49-F238E27FC236}">
                    <a16:creationId xmlns:a16="http://schemas.microsoft.com/office/drawing/2014/main" id="{52AAC30D-0DA9-3612-A4AB-80556A5795C2}"/>
                  </a:ext>
                </a:extLst>
              </p:cNvPr>
              <p:cNvSpPr/>
              <p:nvPr/>
            </p:nvSpPr>
            <p:spPr>
              <a:xfrm>
                <a:off x="6596570" y="184586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0" name="Rectangle 7839">
                <a:extLst>
                  <a:ext uri="{FF2B5EF4-FFF2-40B4-BE49-F238E27FC236}">
                    <a16:creationId xmlns:a16="http://schemas.microsoft.com/office/drawing/2014/main" id="{7F2769B1-0D96-F284-3A59-772293A6EA76}"/>
                  </a:ext>
                </a:extLst>
              </p:cNvPr>
              <p:cNvSpPr/>
              <p:nvPr/>
            </p:nvSpPr>
            <p:spPr>
              <a:xfrm>
                <a:off x="6596570" y="1957652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1" name="Rectangle 7840">
                <a:extLst>
                  <a:ext uri="{FF2B5EF4-FFF2-40B4-BE49-F238E27FC236}">
                    <a16:creationId xmlns:a16="http://schemas.microsoft.com/office/drawing/2014/main" id="{93F9110F-8B8E-D6F1-7C56-55C983856D56}"/>
                  </a:ext>
                </a:extLst>
              </p:cNvPr>
              <p:cNvSpPr/>
              <p:nvPr/>
            </p:nvSpPr>
            <p:spPr>
              <a:xfrm>
                <a:off x="6596570" y="2069337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2" name="Rectangle 7841">
                <a:extLst>
                  <a:ext uri="{FF2B5EF4-FFF2-40B4-BE49-F238E27FC236}">
                    <a16:creationId xmlns:a16="http://schemas.microsoft.com/office/drawing/2014/main" id="{544240C8-8028-4F4E-FABC-B1B702DFE21A}"/>
                  </a:ext>
                </a:extLst>
              </p:cNvPr>
              <p:cNvSpPr/>
              <p:nvPr/>
            </p:nvSpPr>
            <p:spPr>
              <a:xfrm>
                <a:off x="6596570" y="21810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3" name="Rectangle 7842">
                <a:extLst>
                  <a:ext uri="{FF2B5EF4-FFF2-40B4-BE49-F238E27FC236}">
                    <a16:creationId xmlns:a16="http://schemas.microsoft.com/office/drawing/2014/main" id="{8F2E851D-7B57-C7F5-1AA2-26296BC42F11}"/>
                  </a:ext>
                </a:extLst>
              </p:cNvPr>
              <p:cNvSpPr/>
              <p:nvPr/>
            </p:nvSpPr>
            <p:spPr>
              <a:xfrm>
                <a:off x="6596570" y="22927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4" name="Rectangle 7843">
                <a:extLst>
                  <a:ext uri="{FF2B5EF4-FFF2-40B4-BE49-F238E27FC236}">
                    <a16:creationId xmlns:a16="http://schemas.microsoft.com/office/drawing/2014/main" id="{3CA953C8-2B18-568B-A3A7-757D10C13635}"/>
                  </a:ext>
                </a:extLst>
              </p:cNvPr>
              <p:cNvSpPr/>
              <p:nvPr/>
            </p:nvSpPr>
            <p:spPr>
              <a:xfrm>
                <a:off x="6596570" y="24043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5" name="Rectangle 7844">
                <a:extLst>
                  <a:ext uri="{FF2B5EF4-FFF2-40B4-BE49-F238E27FC236}">
                    <a16:creationId xmlns:a16="http://schemas.microsoft.com/office/drawing/2014/main" id="{5A6A7FEF-52A7-5A12-EC53-5510E34B61E3}"/>
                  </a:ext>
                </a:extLst>
              </p:cNvPr>
              <p:cNvSpPr/>
              <p:nvPr/>
            </p:nvSpPr>
            <p:spPr>
              <a:xfrm>
                <a:off x="6596570" y="251607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6" name="Rectangle 7845">
                <a:extLst>
                  <a:ext uri="{FF2B5EF4-FFF2-40B4-BE49-F238E27FC236}">
                    <a16:creationId xmlns:a16="http://schemas.microsoft.com/office/drawing/2014/main" id="{BB4F7205-B258-F6A3-50A0-17572F3402CA}"/>
                  </a:ext>
                </a:extLst>
              </p:cNvPr>
              <p:cNvSpPr/>
              <p:nvPr/>
            </p:nvSpPr>
            <p:spPr>
              <a:xfrm>
                <a:off x="6596570" y="2627760"/>
                <a:ext cx="98350" cy="111684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7" name="Rectangle 7846">
                <a:extLst>
                  <a:ext uri="{FF2B5EF4-FFF2-40B4-BE49-F238E27FC236}">
                    <a16:creationId xmlns:a16="http://schemas.microsoft.com/office/drawing/2014/main" id="{9C82930B-B3F3-7015-7B53-B4D6ABCE1412}"/>
                  </a:ext>
                </a:extLst>
              </p:cNvPr>
              <p:cNvSpPr/>
              <p:nvPr/>
            </p:nvSpPr>
            <p:spPr>
              <a:xfrm>
                <a:off x="6596570" y="2739552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8" name="Rectangle 7847">
                <a:extLst>
                  <a:ext uri="{FF2B5EF4-FFF2-40B4-BE49-F238E27FC236}">
                    <a16:creationId xmlns:a16="http://schemas.microsoft.com/office/drawing/2014/main" id="{FD928781-BDD5-81C7-BFD3-86FF0CE71796}"/>
                  </a:ext>
                </a:extLst>
              </p:cNvPr>
              <p:cNvSpPr/>
              <p:nvPr/>
            </p:nvSpPr>
            <p:spPr>
              <a:xfrm>
                <a:off x="6596570" y="2851236"/>
                <a:ext cx="98350" cy="111684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49" name="Rectangle 7848">
                <a:extLst>
                  <a:ext uri="{FF2B5EF4-FFF2-40B4-BE49-F238E27FC236}">
                    <a16:creationId xmlns:a16="http://schemas.microsoft.com/office/drawing/2014/main" id="{C7B03155-5435-ACF8-3669-CBAC7C4298E0}"/>
                  </a:ext>
                </a:extLst>
              </p:cNvPr>
              <p:cNvSpPr/>
              <p:nvPr/>
            </p:nvSpPr>
            <p:spPr>
              <a:xfrm>
                <a:off x="6596570" y="29629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0" name="Rectangle 7849">
                <a:extLst>
                  <a:ext uri="{FF2B5EF4-FFF2-40B4-BE49-F238E27FC236}">
                    <a16:creationId xmlns:a16="http://schemas.microsoft.com/office/drawing/2014/main" id="{5E602F48-37F0-55AE-1A4B-E7D2FF539F24}"/>
                  </a:ext>
                </a:extLst>
              </p:cNvPr>
              <p:cNvSpPr/>
              <p:nvPr/>
            </p:nvSpPr>
            <p:spPr>
              <a:xfrm>
                <a:off x="6596570" y="30746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1" name="Rectangle 7850">
                <a:extLst>
                  <a:ext uri="{FF2B5EF4-FFF2-40B4-BE49-F238E27FC236}">
                    <a16:creationId xmlns:a16="http://schemas.microsoft.com/office/drawing/2014/main" id="{CF4914A7-89A0-4043-644E-2E70630F089C}"/>
                  </a:ext>
                </a:extLst>
              </p:cNvPr>
              <p:cNvSpPr/>
              <p:nvPr/>
            </p:nvSpPr>
            <p:spPr>
              <a:xfrm>
                <a:off x="6596570" y="318629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2" name="Rectangle 7851">
                <a:extLst>
                  <a:ext uri="{FF2B5EF4-FFF2-40B4-BE49-F238E27FC236}">
                    <a16:creationId xmlns:a16="http://schemas.microsoft.com/office/drawing/2014/main" id="{ACB5266F-4FEC-EB1D-0FC0-12E2A588A457}"/>
                  </a:ext>
                </a:extLst>
              </p:cNvPr>
              <p:cNvSpPr/>
              <p:nvPr/>
            </p:nvSpPr>
            <p:spPr>
              <a:xfrm>
                <a:off x="6596570" y="32979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3" name="Rectangle 7852">
                <a:extLst>
                  <a:ext uri="{FF2B5EF4-FFF2-40B4-BE49-F238E27FC236}">
                    <a16:creationId xmlns:a16="http://schemas.microsoft.com/office/drawing/2014/main" id="{95CCEE98-D578-EC3B-FC72-0DA0F53D2E55}"/>
                  </a:ext>
                </a:extLst>
              </p:cNvPr>
              <p:cNvSpPr/>
              <p:nvPr/>
            </p:nvSpPr>
            <p:spPr>
              <a:xfrm>
                <a:off x="6596570" y="34096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4" name="Rectangle 7853">
                <a:extLst>
                  <a:ext uri="{FF2B5EF4-FFF2-40B4-BE49-F238E27FC236}">
                    <a16:creationId xmlns:a16="http://schemas.microsoft.com/office/drawing/2014/main" id="{31B97750-E6BA-6BDF-A03F-907614C8990B}"/>
                  </a:ext>
                </a:extLst>
              </p:cNvPr>
              <p:cNvSpPr/>
              <p:nvPr/>
            </p:nvSpPr>
            <p:spPr>
              <a:xfrm>
                <a:off x="6596570" y="35214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5" name="Rectangle 7854">
                <a:extLst>
                  <a:ext uri="{FF2B5EF4-FFF2-40B4-BE49-F238E27FC236}">
                    <a16:creationId xmlns:a16="http://schemas.microsoft.com/office/drawing/2014/main" id="{DB88CFD3-DD57-ED2F-167D-EEB1E5F8375A}"/>
                  </a:ext>
                </a:extLst>
              </p:cNvPr>
              <p:cNvSpPr/>
              <p:nvPr/>
            </p:nvSpPr>
            <p:spPr>
              <a:xfrm>
                <a:off x="6596570" y="36331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6" name="Rectangle 7855">
                <a:extLst>
                  <a:ext uri="{FF2B5EF4-FFF2-40B4-BE49-F238E27FC236}">
                    <a16:creationId xmlns:a16="http://schemas.microsoft.com/office/drawing/2014/main" id="{78C75B6D-0EF3-BADD-E7F0-842F0FAB59C7}"/>
                  </a:ext>
                </a:extLst>
              </p:cNvPr>
              <p:cNvSpPr/>
              <p:nvPr/>
            </p:nvSpPr>
            <p:spPr>
              <a:xfrm>
                <a:off x="6596570" y="37448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7" name="Rectangle 7856">
                <a:extLst>
                  <a:ext uri="{FF2B5EF4-FFF2-40B4-BE49-F238E27FC236}">
                    <a16:creationId xmlns:a16="http://schemas.microsoft.com/office/drawing/2014/main" id="{63178669-3F4B-FBE5-CB78-9E0682E6EA29}"/>
                  </a:ext>
                </a:extLst>
              </p:cNvPr>
              <p:cNvSpPr/>
              <p:nvPr/>
            </p:nvSpPr>
            <p:spPr>
              <a:xfrm>
                <a:off x="6596570" y="385650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8" name="Rectangle 7857">
                <a:extLst>
                  <a:ext uri="{FF2B5EF4-FFF2-40B4-BE49-F238E27FC236}">
                    <a16:creationId xmlns:a16="http://schemas.microsoft.com/office/drawing/2014/main" id="{83C7E292-5944-2245-1636-825FAE125164}"/>
                  </a:ext>
                </a:extLst>
              </p:cNvPr>
              <p:cNvSpPr/>
              <p:nvPr/>
            </p:nvSpPr>
            <p:spPr>
              <a:xfrm>
                <a:off x="6596570" y="39681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59" name="Rectangle 7858">
                <a:extLst>
                  <a:ext uri="{FF2B5EF4-FFF2-40B4-BE49-F238E27FC236}">
                    <a16:creationId xmlns:a16="http://schemas.microsoft.com/office/drawing/2014/main" id="{7FFAB1F2-4C53-46EA-001C-ED76D254A90C}"/>
                  </a:ext>
                </a:extLst>
              </p:cNvPr>
              <p:cNvSpPr/>
              <p:nvPr/>
            </p:nvSpPr>
            <p:spPr>
              <a:xfrm>
                <a:off x="6596570" y="40798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0" name="Rectangle 7859">
                <a:extLst>
                  <a:ext uri="{FF2B5EF4-FFF2-40B4-BE49-F238E27FC236}">
                    <a16:creationId xmlns:a16="http://schemas.microsoft.com/office/drawing/2014/main" id="{DAD1B31C-B1D9-78A6-EFF8-6A699A77395A}"/>
                  </a:ext>
                </a:extLst>
              </p:cNvPr>
              <p:cNvSpPr/>
              <p:nvPr/>
            </p:nvSpPr>
            <p:spPr>
              <a:xfrm>
                <a:off x="6596570" y="41915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1" name="Rectangle 7860">
                <a:extLst>
                  <a:ext uri="{FF2B5EF4-FFF2-40B4-BE49-F238E27FC236}">
                    <a16:creationId xmlns:a16="http://schemas.microsoft.com/office/drawing/2014/main" id="{C7485DC6-FBB1-8720-B8F0-662790CBBD3A}"/>
                  </a:ext>
                </a:extLst>
              </p:cNvPr>
              <p:cNvSpPr/>
              <p:nvPr/>
            </p:nvSpPr>
            <p:spPr>
              <a:xfrm>
                <a:off x="6596570" y="43033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2" name="Rectangle 7861">
                <a:extLst>
                  <a:ext uri="{FF2B5EF4-FFF2-40B4-BE49-F238E27FC236}">
                    <a16:creationId xmlns:a16="http://schemas.microsoft.com/office/drawing/2014/main" id="{6E309286-B357-8FEA-3C45-4334AAA8CCA8}"/>
                  </a:ext>
                </a:extLst>
              </p:cNvPr>
              <p:cNvSpPr/>
              <p:nvPr/>
            </p:nvSpPr>
            <p:spPr>
              <a:xfrm>
                <a:off x="6596570" y="44150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3" name="Rectangle 7862">
                <a:extLst>
                  <a:ext uri="{FF2B5EF4-FFF2-40B4-BE49-F238E27FC236}">
                    <a16:creationId xmlns:a16="http://schemas.microsoft.com/office/drawing/2014/main" id="{08A4BD9F-ECD1-D8EA-6903-65FD9582A761}"/>
                  </a:ext>
                </a:extLst>
              </p:cNvPr>
              <p:cNvSpPr/>
              <p:nvPr/>
            </p:nvSpPr>
            <p:spPr>
              <a:xfrm>
                <a:off x="6596570" y="452672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4" name="Rectangle 7863">
                <a:extLst>
                  <a:ext uri="{FF2B5EF4-FFF2-40B4-BE49-F238E27FC236}">
                    <a16:creationId xmlns:a16="http://schemas.microsoft.com/office/drawing/2014/main" id="{641DCC55-0C81-D01C-102C-81D2B242C13E}"/>
                  </a:ext>
                </a:extLst>
              </p:cNvPr>
              <p:cNvSpPr/>
              <p:nvPr/>
            </p:nvSpPr>
            <p:spPr>
              <a:xfrm>
                <a:off x="6596570" y="46384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5" name="Rectangle 7864">
                <a:extLst>
                  <a:ext uri="{FF2B5EF4-FFF2-40B4-BE49-F238E27FC236}">
                    <a16:creationId xmlns:a16="http://schemas.microsoft.com/office/drawing/2014/main" id="{4EF2346E-AEC9-9B99-8969-181EC3F25C67}"/>
                  </a:ext>
                </a:extLst>
              </p:cNvPr>
              <p:cNvSpPr/>
              <p:nvPr/>
            </p:nvSpPr>
            <p:spPr>
              <a:xfrm>
                <a:off x="6596570" y="47500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6" name="Rectangle 7865">
                <a:extLst>
                  <a:ext uri="{FF2B5EF4-FFF2-40B4-BE49-F238E27FC236}">
                    <a16:creationId xmlns:a16="http://schemas.microsoft.com/office/drawing/2014/main" id="{578BFD5B-6ED5-510C-0BC7-C6D925AE92D4}"/>
                  </a:ext>
                </a:extLst>
              </p:cNvPr>
              <p:cNvSpPr/>
              <p:nvPr/>
            </p:nvSpPr>
            <p:spPr>
              <a:xfrm>
                <a:off x="6596570" y="48617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7" name="Rectangle 7866">
                <a:extLst>
                  <a:ext uri="{FF2B5EF4-FFF2-40B4-BE49-F238E27FC236}">
                    <a16:creationId xmlns:a16="http://schemas.microsoft.com/office/drawing/2014/main" id="{0CEB3664-6A7E-A3C7-158B-C93FAF9D9D69}"/>
                  </a:ext>
                </a:extLst>
              </p:cNvPr>
              <p:cNvSpPr/>
              <p:nvPr/>
            </p:nvSpPr>
            <p:spPr>
              <a:xfrm>
                <a:off x="6596570" y="497346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8" name="Rectangle 7867">
                <a:extLst>
                  <a:ext uri="{FF2B5EF4-FFF2-40B4-BE49-F238E27FC236}">
                    <a16:creationId xmlns:a16="http://schemas.microsoft.com/office/drawing/2014/main" id="{7E90F4B2-BC06-1AA6-AA5C-1B8BEBDA1D6A}"/>
                  </a:ext>
                </a:extLst>
              </p:cNvPr>
              <p:cNvSpPr/>
              <p:nvPr/>
            </p:nvSpPr>
            <p:spPr>
              <a:xfrm>
                <a:off x="6596570" y="50852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69" name="Rectangle 7868">
                <a:extLst>
                  <a:ext uri="{FF2B5EF4-FFF2-40B4-BE49-F238E27FC236}">
                    <a16:creationId xmlns:a16="http://schemas.microsoft.com/office/drawing/2014/main" id="{EC08020B-7230-6900-8359-20FACCCC2677}"/>
                  </a:ext>
                </a:extLst>
              </p:cNvPr>
              <p:cNvSpPr/>
              <p:nvPr/>
            </p:nvSpPr>
            <p:spPr>
              <a:xfrm>
                <a:off x="6596570" y="5196936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0" name="Rectangle 7869">
                <a:extLst>
                  <a:ext uri="{FF2B5EF4-FFF2-40B4-BE49-F238E27FC236}">
                    <a16:creationId xmlns:a16="http://schemas.microsoft.com/office/drawing/2014/main" id="{D5427EEA-0E15-DFE8-1AA7-D55053F5CB64}"/>
                  </a:ext>
                </a:extLst>
              </p:cNvPr>
              <p:cNvSpPr/>
              <p:nvPr/>
            </p:nvSpPr>
            <p:spPr>
              <a:xfrm>
                <a:off x="6596570" y="53086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1" name="Rectangle 7870">
                <a:extLst>
                  <a:ext uri="{FF2B5EF4-FFF2-40B4-BE49-F238E27FC236}">
                    <a16:creationId xmlns:a16="http://schemas.microsoft.com/office/drawing/2014/main" id="{8D880ECD-EE2F-EE0C-5CDA-A11282169B55}"/>
                  </a:ext>
                </a:extLst>
              </p:cNvPr>
              <p:cNvSpPr/>
              <p:nvPr/>
            </p:nvSpPr>
            <p:spPr>
              <a:xfrm>
                <a:off x="6596570" y="54203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2" name="Rectangle 7871">
                <a:extLst>
                  <a:ext uri="{FF2B5EF4-FFF2-40B4-BE49-F238E27FC236}">
                    <a16:creationId xmlns:a16="http://schemas.microsoft.com/office/drawing/2014/main" id="{0A3D07DC-2654-B841-29CA-1D3F5A9BD201}"/>
                  </a:ext>
                </a:extLst>
              </p:cNvPr>
              <p:cNvSpPr/>
              <p:nvPr/>
            </p:nvSpPr>
            <p:spPr>
              <a:xfrm>
                <a:off x="6596570" y="55319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3" name="Rectangle 7872">
                <a:extLst>
                  <a:ext uri="{FF2B5EF4-FFF2-40B4-BE49-F238E27FC236}">
                    <a16:creationId xmlns:a16="http://schemas.microsoft.com/office/drawing/2014/main" id="{DF311C00-D63C-DB39-A977-151F000FDD8D}"/>
                  </a:ext>
                </a:extLst>
              </p:cNvPr>
              <p:cNvSpPr/>
              <p:nvPr/>
            </p:nvSpPr>
            <p:spPr>
              <a:xfrm>
                <a:off x="6596570" y="564367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4" name="Rectangle 7873">
                <a:extLst>
                  <a:ext uri="{FF2B5EF4-FFF2-40B4-BE49-F238E27FC236}">
                    <a16:creationId xmlns:a16="http://schemas.microsoft.com/office/drawing/2014/main" id="{AE79A077-23A2-D086-E1A5-7CE4B775354B}"/>
                  </a:ext>
                </a:extLst>
              </p:cNvPr>
              <p:cNvSpPr/>
              <p:nvPr/>
            </p:nvSpPr>
            <p:spPr>
              <a:xfrm>
                <a:off x="6596570" y="5755359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5" name="Rectangle 7874">
                <a:extLst>
                  <a:ext uri="{FF2B5EF4-FFF2-40B4-BE49-F238E27FC236}">
                    <a16:creationId xmlns:a16="http://schemas.microsoft.com/office/drawing/2014/main" id="{E0D3D84A-1E00-1322-341F-9E56ADB50C6D}"/>
                  </a:ext>
                </a:extLst>
              </p:cNvPr>
              <p:cNvSpPr/>
              <p:nvPr/>
            </p:nvSpPr>
            <p:spPr>
              <a:xfrm>
                <a:off x="6596570" y="5867151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6" name="Rectangle 7875">
                <a:extLst>
                  <a:ext uri="{FF2B5EF4-FFF2-40B4-BE49-F238E27FC236}">
                    <a16:creationId xmlns:a16="http://schemas.microsoft.com/office/drawing/2014/main" id="{B585CC9A-4C5E-293A-6D6C-03E688E7F214}"/>
                  </a:ext>
                </a:extLst>
              </p:cNvPr>
              <p:cNvSpPr/>
              <p:nvPr/>
            </p:nvSpPr>
            <p:spPr>
              <a:xfrm>
                <a:off x="6596570" y="59788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7" name="Rectangle 7876">
                <a:extLst>
                  <a:ext uri="{FF2B5EF4-FFF2-40B4-BE49-F238E27FC236}">
                    <a16:creationId xmlns:a16="http://schemas.microsoft.com/office/drawing/2014/main" id="{3D98B483-97DF-1E17-4847-490D7B5F476A}"/>
                  </a:ext>
                </a:extLst>
              </p:cNvPr>
              <p:cNvSpPr/>
              <p:nvPr/>
            </p:nvSpPr>
            <p:spPr>
              <a:xfrm>
                <a:off x="6596570" y="609052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8" name="Rectangle 7877">
                <a:extLst>
                  <a:ext uri="{FF2B5EF4-FFF2-40B4-BE49-F238E27FC236}">
                    <a16:creationId xmlns:a16="http://schemas.microsoft.com/office/drawing/2014/main" id="{5D7796F1-1E35-96E1-1D02-B81A76393408}"/>
                  </a:ext>
                </a:extLst>
              </p:cNvPr>
              <p:cNvSpPr/>
              <p:nvPr/>
            </p:nvSpPr>
            <p:spPr>
              <a:xfrm>
                <a:off x="6596570" y="620220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79" name="Rectangle 7878">
                <a:extLst>
                  <a:ext uri="{FF2B5EF4-FFF2-40B4-BE49-F238E27FC236}">
                    <a16:creationId xmlns:a16="http://schemas.microsoft.com/office/drawing/2014/main" id="{F87D8FD8-EF74-70B1-C412-AB1D5EDA6238}"/>
                  </a:ext>
                </a:extLst>
              </p:cNvPr>
              <p:cNvSpPr/>
              <p:nvPr/>
            </p:nvSpPr>
            <p:spPr>
              <a:xfrm>
                <a:off x="6596570" y="6313890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80" name="Rectangle 7879">
                <a:extLst>
                  <a:ext uri="{FF2B5EF4-FFF2-40B4-BE49-F238E27FC236}">
                    <a16:creationId xmlns:a16="http://schemas.microsoft.com/office/drawing/2014/main" id="{A0648FA5-F63E-2A96-021B-EA07D2A2BFFC}"/>
                  </a:ext>
                </a:extLst>
              </p:cNvPr>
              <p:cNvSpPr/>
              <p:nvPr/>
            </p:nvSpPr>
            <p:spPr>
              <a:xfrm>
                <a:off x="6596570" y="6425574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81" name="Rectangle 7880">
                <a:extLst>
                  <a:ext uri="{FF2B5EF4-FFF2-40B4-BE49-F238E27FC236}">
                    <a16:creationId xmlns:a16="http://schemas.microsoft.com/office/drawing/2014/main" id="{2E8A50F3-36EA-4127-6FA2-FBA736F0476C}"/>
                  </a:ext>
                </a:extLst>
              </p:cNvPr>
              <p:cNvSpPr/>
              <p:nvPr/>
            </p:nvSpPr>
            <p:spPr>
              <a:xfrm>
                <a:off x="6596570" y="6537259"/>
                <a:ext cx="98350" cy="111684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82" name="Rectangle 7881">
                <a:extLst>
                  <a:ext uri="{FF2B5EF4-FFF2-40B4-BE49-F238E27FC236}">
                    <a16:creationId xmlns:a16="http://schemas.microsoft.com/office/drawing/2014/main" id="{9A1471D1-3D6A-C169-6EDD-49AAD218F1C5}"/>
                  </a:ext>
                </a:extLst>
              </p:cNvPr>
              <p:cNvSpPr/>
              <p:nvPr/>
            </p:nvSpPr>
            <p:spPr>
              <a:xfrm>
                <a:off x="6596570" y="6649051"/>
                <a:ext cx="98350" cy="111684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83" name="Rectangle 7882">
                <a:extLst>
                  <a:ext uri="{FF2B5EF4-FFF2-40B4-BE49-F238E27FC236}">
                    <a16:creationId xmlns:a16="http://schemas.microsoft.com/office/drawing/2014/main" id="{7A373AB7-04C9-B8C9-62F1-BCAB36AF7F1B}"/>
                  </a:ext>
                </a:extLst>
              </p:cNvPr>
              <p:cNvSpPr/>
              <p:nvPr/>
            </p:nvSpPr>
            <p:spPr>
              <a:xfrm>
                <a:off x="6596570" y="6760735"/>
                <a:ext cx="98350" cy="111684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884" name="TextBox 7883">
                <a:extLst>
                  <a:ext uri="{FF2B5EF4-FFF2-40B4-BE49-F238E27FC236}">
                    <a16:creationId xmlns:a16="http://schemas.microsoft.com/office/drawing/2014/main" id="{B68380C6-F88F-5C04-ECA3-C596211D2458}"/>
                  </a:ext>
                </a:extLst>
              </p:cNvPr>
              <p:cNvSpPr txBox="1"/>
              <p:nvPr/>
            </p:nvSpPr>
            <p:spPr>
              <a:xfrm rot="5400000">
                <a:off x="3531393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7885" name="TextBox 7884">
                <a:extLst>
                  <a:ext uri="{FF2B5EF4-FFF2-40B4-BE49-F238E27FC236}">
                    <a16:creationId xmlns:a16="http://schemas.microsoft.com/office/drawing/2014/main" id="{4C07CE13-A633-538A-C509-53758D3C3B2E}"/>
                  </a:ext>
                </a:extLst>
              </p:cNvPr>
              <p:cNvSpPr txBox="1"/>
              <p:nvPr/>
            </p:nvSpPr>
            <p:spPr>
              <a:xfrm rot="5400000">
                <a:off x="3629637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7886" name="TextBox 7885">
                <a:extLst>
                  <a:ext uri="{FF2B5EF4-FFF2-40B4-BE49-F238E27FC236}">
                    <a16:creationId xmlns:a16="http://schemas.microsoft.com/office/drawing/2014/main" id="{6748589A-492F-0B70-186A-A7BACF00DA52}"/>
                  </a:ext>
                </a:extLst>
              </p:cNvPr>
              <p:cNvSpPr txBox="1"/>
              <p:nvPr/>
            </p:nvSpPr>
            <p:spPr>
              <a:xfrm rot="5400000">
                <a:off x="3727988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7887" name="TextBox 7886">
                <a:extLst>
                  <a:ext uri="{FF2B5EF4-FFF2-40B4-BE49-F238E27FC236}">
                    <a16:creationId xmlns:a16="http://schemas.microsoft.com/office/drawing/2014/main" id="{C20095F6-126B-1E76-EEFD-2EFBEA1EBBC6}"/>
                  </a:ext>
                </a:extLst>
              </p:cNvPr>
              <p:cNvSpPr txBox="1"/>
              <p:nvPr/>
            </p:nvSpPr>
            <p:spPr>
              <a:xfrm rot="5400000">
                <a:off x="3826339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7888" name="TextBox 7887">
                <a:extLst>
                  <a:ext uri="{FF2B5EF4-FFF2-40B4-BE49-F238E27FC236}">
                    <a16:creationId xmlns:a16="http://schemas.microsoft.com/office/drawing/2014/main" id="{D6D536D7-E608-E91A-A65C-40B96241DC62}"/>
                  </a:ext>
                </a:extLst>
              </p:cNvPr>
              <p:cNvSpPr txBox="1"/>
              <p:nvPr/>
            </p:nvSpPr>
            <p:spPr>
              <a:xfrm rot="5400000">
                <a:off x="3924690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7889" name="TextBox 7888">
                <a:extLst>
                  <a:ext uri="{FF2B5EF4-FFF2-40B4-BE49-F238E27FC236}">
                    <a16:creationId xmlns:a16="http://schemas.microsoft.com/office/drawing/2014/main" id="{DFCC041C-F038-4870-084C-59F528C17D73}"/>
                  </a:ext>
                </a:extLst>
              </p:cNvPr>
              <p:cNvSpPr txBox="1"/>
              <p:nvPr/>
            </p:nvSpPr>
            <p:spPr>
              <a:xfrm rot="5400000">
                <a:off x="4023041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7890" name="TextBox 7889">
                <a:extLst>
                  <a:ext uri="{FF2B5EF4-FFF2-40B4-BE49-F238E27FC236}">
                    <a16:creationId xmlns:a16="http://schemas.microsoft.com/office/drawing/2014/main" id="{C97D019E-B210-1C43-2079-F2582F5911A9}"/>
                  </a:ext>
                </a:extLst>
              </p:cNvPr>
              <p:cNvSpPr txBox="1"/>
              <p:nvPr/>
            </p:nvSpPr>
            <p:spPr>
              <a:xfrm rot="5400000">
                <a:off x="4121285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7891" name="TextBox 7890">
                <a:extLst>
                  <a:ext uri="{FF2B5EF4-FFF2-40B4-BE49-F238E27FC236}">
                    <a16:creationId xmlns:a16="http://schemas.microsoft.com/office/drawing/2014/main" id="{1204DD4E-58C2-DBFD-E19C-9CAA221E9CBF}"/>
                  </a:ext>
                </a:extLst>
              </p:cNvPr>
              <p:cNvSpPr txBox="1"/>
              <p:nvPr/>
            </p:nvSpPr>
            <p:spPr>
              <a:xfrm rot="5400000">
                <a:off x="4219636" y="6841750"/>
                <a:ext cx="32651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9</a:t>
                </a:r>
              </a:p>
            </p:txBody>
          </p:sp>
          <p:sp>
            <p:nvSpPr>
              <p:cNvPr id="7892" name="TextBox 7891">
                <a:extLst>
                  <a:ext uri="{FF2B5EF4-FFF2-40B4-BE49-F238E27FC236}">
                    <a16:creationId xmlns:a16="http://schemas.microsoft.com/office/drawing/2014/main" id="{082465BB-8E9A-9507-D5B4-201694896507}"/>
                  </a:ext>
                </a:extLst>
              </p:cNvPr>
              <p:cNvSpPr txBox="1"/>
              <p:nvPr/>
            </p:nvSpPr>
            <p:spPr>
              <a:xfrm rot="5400000">
                <a:off x="4286988" y="6867454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11</a:t>
                </a:r>
              </a:p>
            </p:txBody>
          </p:sp>
          <p:sp>
            <p:nvSpPr>
              <p:cNvPr id="7893" name="TextBox 7892">
                <a:extLst>
                  <a:ext uri="{FF2B5EF4-FFF2-40B4-BE49-F238E27FC236}">
                    <a16:creationId xmlns:a16="http://schemas.microsoft.com/office/drawing/2014/main" id="{FD7C96DA-A754-8CA4-ABD5-3A8AC8B89302}"/>
                  </a:ext>
                </a:extLst>
              </p:cNvPr>
              <p:cNvSpPr txBox="1"/>
              <p:nvPr/>
            </p:nvSpPr>
            <p:spPr>
              <a:xfrm rot="5400000">
                <a:off x="4385340" y="6871412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7894" name="TextBox 7893">
                <a:extLst>
                  <a:ext uri="{FF2B5EF4-FFF2-40B4-BE49-F238E27FC236}">
                    <a16:creationId xmlns:a16="http://schemas.microsoft.com/office/drawing/2014/main" id="{52D7D825-9483-2A86-2665-7BCAD155B17D}"/>
                  </a:ext>
                </a:extLst>
              </p:cNvPr>
              <p:cNvSpPr txBox="1"/>
              <p:nvPr/>
            </p:nvSpPr>
            <p:spPr>
              <a:xfrm rot="5400000">
                <a:off x="4483691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14</a:t>
                </a:r>
              </a:p>
            </p:txBody>
          </p:sp>
          <p:sp>
            <p:nvSpPr>
              <p:cNvPr id="7895" name="TextBox 7894">
                <a:extLst>
                  <a:ext uri="{FF2B5EF4-FFF2-40B4-BE49-F238E27FC236}">
                    <a16:creationId xmlns:a16="http://schemas.microsoft.com/office/drawing/2014/main" id="{13C1FD15-10F2-C87C-BCAA-347582285362}"/>
                  </a:ext>
                </a:extLst>
              </p:cNvPr>
              <p:cNvSpPr txBox="1"/>
              <p:nvPr/>
            </p:nvSpPr>
            <p:spPr>
              <a:xfrm rot="5400000">
                <a:off x="4581935" y="6871414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16</a:t>
                </a:r>
              </a:p>
            </p:txBody>
          </p:sp>
          <p:sp>
            <p:nvSpPr>
              <p:cNvPr id="7896" name="TextBox 7895">
                <a:extLst>
                  <a:ext uri="{FF2B5EF4-FFF2-40B4-BE49-F238E27FC236}">
                    <a16:creationId xmlns:a16="http://schemas.microsoft.com/office/drawing/2014/main" id="{75B357EA-5F4C-70A4-9C51-C9D6987DA3A0}"/>
                  </a:ext>
                </a:extLst>
              </p:cNvPr>
              <p:cNvSpPr txBox="1"/>
              <p:nvPr/>
            </p:nvSpPr>
            <p:spPr>
              <a:xfrm rot="5400000">
                <a:off x="4680286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17</a:t>
                </a:r>
              </a:p>
            </p:txBody>
          </p:sp>
          <p:sp>
            <p:nvSpPr>
              <p:cNvPr id="7897" name="TextBox 7896">
                <a:extLst>
                  <a:ext uri="{FF2B5EF4-FFF2-40B4-BE49-F238E27FC236}">
                    <a16:creationId xmlns:a16="http://schemas.microsoft.com/office/drawing/2014/main" id="{9FE075BA-0F57-2635-6C84-7CC317E32E9D}"/>
                  </a:ext>
                </a:extLst>
              </p:cNvPr>
              <p:cNvSpPr txBox="1"/>
              <p:nvPr/>
            </p:nvSpPr>
            <p:spPr>
              <a:xfrm rot="5400000">
                <a:off x="4778636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21</a:t>
                </a:r>
              </a:p>
            </p:txBody>
          </p:sp>
          <p:sp>
            <p:nvSpPr>
              <p:cNvPr id="7898" name="TextBox 7897">
                <a:extLst>
                  <a:ext uri="{FF2B5EF4-FFF2-40B4-BE49-F238E27FC236}">
                    <a16:creationId xmlns:a16="http://schemas.microsoft.com/office/drawing/2014/main" id="{396AC5C0-BC04-D83D-BB6A-08EB93E36377}"/>
                  </a:ext>
                </a:extLst>
              </p:cNvPr>
              <p:cNvSpPr txBox="1"/>
              <p:nvPr/>
            </p:nvSpPr>
            <p:spPr>
              <a:xfrm rot="5400000">
                <a:off x="4876987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23</a:t>
                </a:r>
              </a:p>
            </p:txBody>
          </p:sp>
          <p:sp>
            <p:nvSpPr>
              <p:cNvPr id="7899" name="TextBox 7898">
                <a:extLst>
                  <a:ext uri="{FF2B5EF4-FFF2-40B4-BE49-F238E27FC236}">
                    <a16:creationId xmlns:a16="http://schemas.microsoft.com/office/drawing/2014/main" id="{1A1722B1-0E5F-DF6D-3C05-0C41549A79A3}"/>
                  </a:ext>
                </a:extLst>
              </p:cNvPr>
              <p:cNvSpPr txBox="1"/>
              <p:nvPr/>
            </p:nvSpPr>
            <p:spPr>
              <a:xfrm rot="5400000">
                <a:off x="4975231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24</a:t>
                </a:r>
              </a:p>
            </p:txBody>
          </p:sp>
          <p:sp>
            <p:nvSpPr>
              <p:cNvPr id="7900" name="TextBox 7899">
                <a:extLst>
                  <a:ext uri="{FF2B5EF4-FFF2-40B4-BE49-F238E27FC236}">
                    <a16:creationId xmlns:a16="http://schemas.microsoft.com/office/drawing/2014/main" id="{4F30A954-4074-7F71-B58B-39B090CA4AD6}"/>
                  </a:ext>
                </a:extLst>
              </p:cNvPr>
              <p:cNvSpPr txBox="1"/>
              <p:nvPr/>
            </p:nvSpPr>
            <p:spPr>
              <a:xfrm rot="5400000">
                <a:off x="5073582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25</a:t>
                </a:r>
              </a:p>
            </p:txBody>
          </p:sp>
          <p:sp>
            <p:nvSpPr>
              <p:cNvPr id="7901" name="TextBox 7900">
                <a:extLst>
                  <a:ext uri="{FF2B5EF4-FFF2-40B4-BE49-F238E27FC236}">
                    <a16:creationId xmlns:a16="http://schemas.microsoft.com/office/drawing/2014/main" id="{5A037BD2-E44D-8773-73C8-FCD398B6D3FE}"/>
                  </a:ext>
                </a:extLst>
              </p:cNvPr>
              <p:cNvSpPr txBox="1"/>
              <p:nvPr/>
            </p:nvSpPr>
            <p:spPr>
              <a:xfrm rot="5400000">
                <a:off x="5171933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26</a:t>
                </a:r>
              </a:p>
            </p:txBody>
          </p:sp>
          <p:sp>
            <p:nvSpPr>
              <p:cNvPr id="7902" name="TextBox 7901">
                <a:extLst>
                  <a:ext uri="{FF2B5EF4-FFF2-40B4-BE49-F238E27FC236}">
                    <a16:creationId xmlns:a16="http://schemas.microsoft.com/office/drawing/2014/main" id="{5B714D51-2A02-7819-7410-A65D11F4BA2C}"/>
                  </a:ext>
                </a:extLst>
              </p:cNvPr>
              <p:cNvSpPr txBox="1"/>
              <p:nvPr/>
            </p:nvSpPr>
            <p:spPr>
              <a:xfrm rot="5400000">
                <a:off x="5270284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27</a:t>
                </a:r>
              </a:p>
            </p:txBody>
          </p:sp>
          <p:sp>
            <p:nvSpPr>
              <p:cNvPr id="7903" name="TextBox 7902">
                <a:extLst>
                  <a:ext uri="{FF2B5EF4-FFF2-40B4-BE49-F238E27FC236}">
                    <a16:creationId xmlns:a16="http://schemas.microsoft.com/office/drawing/2014/main" id="{E989BD29-FC44-69C2-7DF5-4A29F770F9CB}"/>
                  </a:ext>
                </a:extLst>
              </p:cNvPr>
              <p:cNvSpPr txBox="1"/>
              <p:nvPr/>
            </p:nvSpPr>
            <p:spPr>
              <a:xfrm rot="5400000">
                <a:off x="5368635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29</a:t>
                </a:r>
              </a:p>
            </p:txBody>
          </p:sp>
          <p:sp>
            <p:nvSpPr>
              <p:cNvPr id="7904" name="TextBox 7903">
                <a:extLst>
                  <a:ext uri="{FF2B5EF4-FFF2-40B4-BE49-F238E27FC236}">
                    <a16:creationId xmlns:a16="http://schemas.microsoft.com/office/drawing/2014/main" id="{28E41364-ACE7-DC99-FCE4-4D30D5A379D4}"/>
                  </a:ext>
                </a:extLst>
              </p:cNvPr>
              <p:cNvSpPr txBox="1"/>
              <p:nvPr/>
            </p:nvSpPr>
            <p:spPr>
              <a:xfrm rot="5400000">
                <a:off x="5466879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30</a:t>
                </a:r>
              </a:p>
            </p:txBody>
          </p:sp>
          <p:sp>
            <p:nvSpPr>
              <p:cNvPr id="7905" name="TextBox 7904">
                <a:extLst>
                  <a:ext uri="{FF2B5EF4-FFF2-40B4-BE49-F238E27FC236}">
                    <a16:creationId xmlns:a16="http://schemas.microsoft.com/office/drawing/2014/main" id="{AE7E6B13-BEAE-836D-B6AE-16C88314EDDC}"/>
                  </a:ext>
                </a:extLst>
              </p:cNvPr>
              <p:cNvSpPr txBox="1"/>
              <p:nvPr/>
            </p:nvSpPr>
            <p:spPr>
              <a:xfrm rot="5400000">
                <a:off x="5565230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31</a:t>
                </a:r>
              </a:p>
            </p:txBody>
          </p:sp>
          <p:sp>
            <p:nvSpPr>
              <p:cNvPr id="7906" name="TextBox 7905">
                <a:extLst>
                  <a:ext uri="{FF2B5EF4-FFF2-40B4-BE49-F238E27FC236}">
                    <a16:creationId xmlns:a16="http://schemas.microsoft.com/office/drawing/2014/main" id="{1044EDB2-720D-19EF-8C1A-3B086F0AB97A}"/>
                  </a:ext>
                </a:extLst>
              </p:cNvPr>
              <p:cNvSpPr txBox="1"/>
              <p:nvPr/>
            </p:nvSpPr>
            <p:spPr>
              <a:xfrm rot="5400000">
                <a:off x="5663581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33</a:t>
                </a:r>
              </a:p>
            </p:txBody>
          </p:sp>
          <p:sp>
            <p:nvSpPr>
              <p:cNvPr id="7907" name="TextBox 7906">
                <a:extLst>
                  <a:ext uri="{FF2B5EF4-FFF2-40B4-BE49-F238E27FC236}">
                    <a16:creationId xmlns:a16="http://schemas.microsoft.com/office/drawing/2014/main" id="{79DB2755-451C-42A0-3153-912CC3AE30FE}"/>
                  </a:ext>
                </a:extLst>
              </p:cNvPr>
              <p:cNvSpPr txBox="1"/>
              <p:nvPr/>
            </p:nvSpPr>
            <p:spPr>
              <a:xfrm rot="5400000">
                <a:off x="5761932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34</a:t>
                </a:r>
              </a:p>
            </p:txBody>
          </p:sp>
          <p:sp>
            <p:nvSpPr>
              <p:cNvPr id="7908" name="TextBox 7907">
                <a:extLst>
                  <a:ext uri="{FF2B5EF4-FFF2-40B4-BE49-F238E27FC236}">
                    <a16:creationId xmlns:a16="http://schemas.microsoft.com/office/drawing/2014/main" id="{CC5B9403-C625-D1A9-7F40-F011FC13B933}"/>
                  </a:ext>
                </a:extLst>
              </p:cNvPr>
              <p:cNvSpPr txBox="1"/>
              <p:nvPr/>
            </p:nvSpPr>
            <p:spPr>
              <a:xfrm rot="5400000">
                <a:off x="5860282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35</a:t>
                </a:r>
              </a:p>
            </p:txBody>
          </p:sp>
          <p:sp>
            <p:nvSpPr>
              <p:cNvPr id="7909" name="TextBox 7908">
                <a:extLst>
                  <a:ext uri="{FF2B5EF4-FFF2-40B4-BE49-F238E27FC236}">
                    <a16:creationId xmlns:a16="http://schemas.microsoft.com/office/drawing/2014/main" id="{922178E2-3585-BB8A-DC4F-023F153198E3}"/>
                  </a:ext>
                </a:extLst>
              </p:cNvPr>
              <p:cNvSpPr txBox="1"/>
              <p:nvPr/>
            </p:nvSpPr>
            <p:spPr>
              <a:xfrm rot="5400000">
                <a:off x="5958527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36</a:t>
                </a:r>
              </a:p>
            </p:txBody>
          </p:sp>
          <p:sp>
            <p:nvSpPr>
              <p:cNvPr id="7910" name="TextBox 7909">
                <a:extLst>
                  <a:ext uri="{FF2B5EF4-FFF2-40B4-BE49-F238E27FC236}">
                    <a16:creationId xmlns:a16="http://schemas.microsoft.com/office/drawing/2014/main" id="{5D08A72D-0607-527B-4538-69707E7FA74B}"/>
                  </a:ext>
                </a:extLst>
              </p:cNvPr>
              <p:cNvSpPr txBox="1"/>
              <p:nvPr/>
            </p:nvSpPr>
            <p:spPr>
              <a:xfrm rot="5400000">
                <a:off x="6056877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37</a:t>
                </a:r>
              </a:p>
            </p:txBody>
          </p:sp>
          <p:sp>
            <p:nvSpPr>
              <p:cNvPr id="7911" name="TextBox 7910">
                <a:extLst>
                  <a:ext uri="{FF2B5EF4-FFF2-40B4-BE49-F238E27FC236}">
                    <a16:creationId xmlns:a16="http://schemas.microsoft.com/office/drawing/2014/main" id="{EA086E6C-E061-A0A8-B51E-2A3F615BBCDF}"/>
                  </a:ext>
                </a:extLst>
              </p:cNvPr>
              <p:cNvSpPr txBox="1"/>
              <p:nvPr/>
            </p:nvSpPr>
            <p:spPr>
              <a:xfrm rot="5400000">
                <a:off x="6155228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39</a:t>
                </a:r>
              </a:p>
            </p:txBody>
          </p:sp>
          <p:sp>
            <p:nvSpPr>
              <p:cNvPr id="7912" name="TextBox 7911">
                <a:extLst>
                  <a:ext uri="{FF2B5EF4-FFF2-40B4-BE49-F238E27FC236}">
                    <a16:creationId xmlns:a16="http://schemas.microsoft.com/office/drawing/2014/main" id="{1A731572-E8D0-E1A7-9896-0A7E3F3A3A47}"/>
                  </a:ext>
                </a:extLst>
              </p:cNvPr>
              <p:cNvSpPr txBox="1"/>
              <p:nvPr/>
            </p:nvSpPr>
            <p:spPr>
              <a:xfrm rot="5400000">
                <a:off x="6253579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41</a:t>
                </a:r>
              </a:p>
            </p:txBody>
          </p:sp>
          <p:sp>
            <p:nvSpPr>
              <p:cNvPr id="7913" name="TextBox 7912">
                <a:extLst>
                  <a:ext uri="{FF2B5EF4-FFF2-40B4-BE49-F238E27FC236}">
                    <a16:creationId xmlns:a16="http://schemas.microsoft.com/office/drawing/2014/main" id="{0C8032C3-4E72-4A33-EB14-67A1BF33350D}"/>
                  </a:ext>
                </a:extLst>
              </p:cNvPr>
              <p:cNvSpPr txBox="1"/>
              <p:nvPr/>
            </p:nvSpPr>
            <p:spPr>
              <a:xfrm rot="5400000">
                <a:off x="6351823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42</a:t>
                </a:r>
              </a:p>
            </p:txBody>
          </p:sp>
          <p:sp>
            <p:nvSpPr>
              <p:cNvPr id="7914" name="TextBox 7913">
                <a:extLst>
                  <a:ext uri="{FF2B5EF4-FFF2-40B4-BE49-F238E27FC236}">
                    <a16:creationId xmlns:a16="http://schemas.microsoft.com/office/drawing/2014/main" id="{80C17859-F967-B1DC-6A4F-AFA1CE957CD3}"/>
                  </a:ext>
                </a:extLst>
              </p:cNvPr>
              <p:cNvSpPr txBox="1"/>
              <p:nvPr/>
            </p:nvSpPr>
            <p:spPr>
              <a:xfrm rot="5400000">
                <a:off x="6450174" y="6871413"/>
                <a:ext cx="388514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48</a:t>
                </a:r>
              </a:p>
            </p:txBody>
          </p:sp>
          <p:sp>
            <p:nvSpPr>
              <p:cNvPr id="7915" name="TextBox 7914">
                <a:extLst>
                  <a:ext uri="{FF2B5EF4-FFF2-40B4-BE49-F238E27FC236}">
                    <a16:creationId xmlns:a16="http://schemas.microsoft.com/office/drawing/2014/main" id="{2066D5CF-B6A2-3DD2-94B3-9C2C5B7DA7A4}"/>
                  </a:ext>
                </a:extLst>
              </p:cNvPr>
              <p:cNvSpPr txBox="1"/>
              <p:nvPr/>
            </p:nvSpPr>
            <p:spPr>
              <a:xfrm>
                <a:off x="6635376" y="-436356"/>
                <a:ext cx="23596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</a:t>
                </a:r>
              </a:p>
            </p:txBody>
          </p:sp>
          <p:sp>
            <p:nvSpPr>
              <p:cNvPr id="7916" name="TextBox 7915">
                <a:extLst>
                  <a:ext uri="{FF2B5EF4-FFF2-40B4-BE49-F238E27FC236}">
                    <a16:creationId xmlns:a16="http://schemas.microsoft.com/office/drawing/2014/main" id="{852A657A-420C-5592-40EB-7C54401ABA71}"/>
                  </a:ext>
                </a:extLst>
              </p:cNvPr>
              <p:cNvSpPr txBox="1"/>
              <p:nvPr/>
            </p:nvSpPr>
            <p:spPr>
              <a:xfrm>
                <a:off x="6635376" y="-324672"/>
                <a:ext cx="40908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Dl-v2d</a:t>
                </a:r>
              </a:p>
            </p:txBody>
          </p:sp>
          <p:sp>
            <p:nvSpPr>
              <p:cNvPr id="7917" name="TextBox 7916">
                <a:extLst>
                  <a:ext uri="{FF2B5EF4-FFF2-40B4-BE49-F238E27FC236}">
                    <a16:creationId xmlns:a16="http://schemas.microsoft.com/office/drawing/2014/main" id="{4145C6F6-253F-3D84-0B21-259B37B98974}"/>
                  </a:ext>
                </a:extLst>
              </p:cNvPr>
              <p:cNvSpPr txBox="1"/>
              <p:nvPr/>
            </p:nvSpPr>
            <p:spPr>
              <a:xfrm>
                <a:off x="6635376" y="-212879"/>
                <a:ext cx="30489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CM</a:t>
                </a:r>
              </a:p>
            </p:txBody>
          </p:sp>
          <p:sp>
            <p:nvSpPr>
              <p:cNvPr id="7918" name="TextBox 7917">
                <a:extLst>
                  <a:ext uri="{FF2B5EF4-FFF2-40B4-BE49-F238E27FC236}">
                    <a16:creationId xmlns:a16="http://schemas.microsoft.com/office/drawing/2014/main" id="{7D90E6BA-00E6-BD5D-B411-441D745A8BBC}"/>
                  </a:ext>
                </a:extLst>
              </p:cNvPr>
              <p:cNvSpPr txBox="1"/>
              <p:nvPr/>
            </p:nvSpPr>
            <p:spPr>
              <a:xfrm>
                <a:off x="6635376" y="-101195"/>
                <a:ext cx="34336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Vd-c</a:t>
                </a:r>
              </a:p>
            </p:txBody>
          </p:sp>
          <p:sp>
            <p:nvSpPr>
              <p:cNvPr id="7919" name="TextBox 7918">
                <a:extLst>
                  <a:ext uri="{FF2B5EF4-FFF2-40B4-BE49-F238E27FC236}">
                    <a16:creationId xmlns:a16="http://schemas.microsoft.com/office/drawing/2014/main" id="{9AFBCA40-1B87-734B-2179-6F39AAE866AD}"/>
                  </a:ext>
                </a:extLst>
              </p:cNvPr>
              <p:cNvSpPr txBox="1"/>
              <p:nvPr/>
            </p:nvSpPr>
            <p:spPr>
              <a:xfrm>
                <a:off x="6635376" y="10489"/>
                <a:ext cx="39466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NLTm</a:t>
                </a:r>
              </a:p>
            </p:txBody>
          </p:sp>
          <p:sp>
            <p:nvSpPr>
              <p:cNvPr id="7920" name="TextBox 7919">
                <a:extLst>
                  <a:ext uri="{FF2B5EF4-FFF2-40B4-BE49-F238E27FC236}">
                    <a16:creationId xmlns:a16="http://schemas.microsoft.com/office/drawing/2014/main" id="{F0683B08-00FB-364F-7AE4-B5A8F7E81897}"/>
                  </a:ext>
                </a:extLst>
              </p:cNvPr>
              <p:cNvSpPr txBox="1"/>
              <p:nvPr/>
            </p:nvSpPr>
            <p:spPr>
              <a:xfrm>
                <a:off x="6635376" y="122175"/>
                <a:ext cx="33054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Vd-r</a:t>
                </a:r>
              </a:p>
            </p:txBody>
          </p:sp>
          <p:sp>
            <p:nvSpPr>
              <p:cNvPr id="7921" name="TextBox 7920">
                <a:extLst>
                  <a:ext uri="{FF2B5EF4-FFF2-40B4-BE49-F238E27FC236}">
                    <a16:creationId xmlns:a16="http://schemas.microsoft.com/office/drawing/2014/main" id="{0B3C877A-53A6-556F-E2BF-3024F134B6E6}"/>
                  </a:ext>
                </a:extLst>
              </p:cNvPr>
              <p:cNvSpPr txBox="1"/>
              <p:nvPr/>
            </p:nvSpPr>
            <p:spPr>
              <a:xfrm>
                <a:off x="6635376" y="233858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CP</a:t>
                </a:r>
              </a:p>
            </p:txBody>
          </p:sp>
          <p:sp>
            <p:nvSpPr>
              <p:cNvPr id="7922" name="TextBox 7921">
                <a:extLst>
                  <a:ext uri="{FF2B5EF4-FFF2-40B4-BE49-F238E27FC236}">
                    <a16:creationId xmlns:a16="http://schemas.microsoft.com/office/drawing/2014/main" id="{3164BEE7-F3BB-B058-505D-FAF716C3F2F0}"/>
                  </a:ext>
                </a:extLst>
              </p:cNvPr>
              <p:cNvSpPr txBox="1"/>
              <p:nvPr/>
            </p:nvSpPr>
            <p:spPr>
              <a:xfrm>
                <a:off x="6635376" y="345543"/>
                <a:ext cx="32573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ATn</a:t>
                </a:r>
              </a:p>
            </p:txBody>
          </p:sp>
          <p:sp>
            <p:nvSpPr>
              <p:cNvPr id="7923" name="TextBox 7922">
                <a:extLst>
                  <a:ext uri="{FF2B5EF4-FFF2-40B4-BE49-F238E27FC236}">
                    <a16:creationId xmlns:a16="http://schemas.microsoft.com/office/drawing/2014/main" id="{BF6A5D2A-22D6-386D-6FD5-05CFB3A18EC9}"/>
                  </a:ext>
                </a:extLst>
              </p:cNvPr>
              <p:cNvSpPr txBox="1"/>
              <p:nvPr/>
            </p:nvSpPr>
            <p:spPr>
              <a:xfrm>
                <a:off x="6635376" y="457228"/>
                <a:ext cx="3738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nPPp</a:t>
                </a:r>
              </a:p>
            </p:txBody>
          </p:sp>
          <p:sp>
            <p:nvSpPr>
              <p:cNvPr id="7924" name="TextBox 7923">
                <a:extLst>
                  <a:ext uri="{FF2B5EF4-FFF2-40B4-BE49-F238E27FC236}">
                    <a16:creationId xmlns:a16="http://schemas.microsoft.com/office/drawing/2014/main" id="{4B23DAFF-D487-5462-98FC-A4F349DD59C3}"/>
                  </a:ext>
                </a:extLst>
              </p:cNvPr>
              <p:cNvSpPr txBox="1"/>
              <p:nvPr/>
            </p:nvSpPr>
            <p:spPr>
              <a:xfrm>
                <a:off x="6635376" y="569020"/>
                <a:ext cx="30008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ON</a:t>
                </a:r>
              </a:p>
            </p:txBody>
          </p:sp>
          <p:sp>
            <p:nvSpPr>
              <p:cNvPr id="7925" name="TextBox 7924">
                <a:extLst>
                  <a:ext uri="{FF2B5EF4-FFF2-40B4-BE49-F238E27FC236}">
                    <a16:creationId xmlns:a16="http://schemas.microsoft.com/office/drawing/2014/main" id="{6C0E182E-8DB8-EE7D-B3B1-747B6057CFF0}"/>
                  </a:ext>
                </a:extLst>
              </p:cNvPr>
              <p:cNvSpPr txBox="1"/>
              <p:nvPr/>
            </p:nvSpPr>
            <p:spPr>
              <a:xfrm>
                <a:off x="6635376" y="680704"/>
                <a:ext cx="3994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nMMp</a:t>
                </a:r>
              </a:p>
            </p:txBody>
          </p:sp>
          <p:sp>
            <p:nvSpPr>
              <p:cNvPr id="7926" name="TextBox 7925">
                <a:extLst>
                  <a:ext uri="{FF2B5EF4-FFF2-40B4-BE49-F238E27FC236}">
                    <a16:creationId xmlns:a16="http://schemas.microsoft.com/office/drawing/2014/main" id="{344DB9B2-D9DA-FE13-B9AD-D3DF3EBBB567}"/>
                  </a:ext>
                </a:extLst>
              </p:cNvPr>
              <p:cNvSpPr txBox="1"/>
              <p:nvPr/>
            </p:nvSpPr>
            <p:spPr>
              <a:xfrm>
                <a:off x="6635376" y="792389"/>
                <a:ext cx="3738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NLTd</a:t>
                </a:r>
              </a:p>
            </p:txBody>
          </p:sp>
          <p:sp>
            <p:nvSpPr>
              <p:cNvPr id="7927" name="TextBox 7926">
                <a:extLst>
                  <a:ext uri="{FF2B5EF4-FFF2-40B4-BE49-F238E27FC236}">
                    <a16:creationId xmlns:a16="http://schemas.microsoft.com/office/drawing/2014/main" id="{9C491A29-712B-37DD-9AAA-E8E3A435AFC2}"/>
                  </a:ext>
                </a:extLst>
              </p:cNvPr>
              <p:cNvSpPr txBox="1"/>
              <p:nvPr/>
            </p:nvSpPr>
            <p:spPr>
              <a:xfrm>
                <a:off x="6635376" y="904074"/>
                <a:ext cx="36901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NLTv</a:t>
                </a:r>
              </a:p>
            </p:txBody>
          </p:sp>
          <p:sp>
            <p:nvSpPr>
              <p:cNvPr id="7928" name="TextBox 7927">
                <a:extLst>
                  <a:ext uri="{FF2B5EF4-FFF2-40B4-BE49-F238E27FC236}">
                    <a16:creationId xmlns:a16="http://schemas.microsoft.com/office/drawing/2014/main" id="{BF193263-D92B-5484-EE32-1B08A39F44ED}"/>
                  </a:ext>
                </a:extLst>
              </p:cNvPr>
              <p:cNvSpPr txBox="1"/>
              <p:nvPr/>
            </p:nvSpPr>
            <p:spPr>
              <a:xfrm>
                <a:off x="6635376" y="1015759"/>
                <a:ext cx="3994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Dm-2r</a:t>
                </a:r>
              </a:p>
            </p:txBody>
          </p:sp>
          <p:sp>
            <p:nvSpPr>
              <p:cNvPr id="7929" name="TextBox 7928">
                <a:extLst>
                  <a:ext uri="{FF2B5EF4-FFF2-40B4-BE49-F238E27FC236}">
                    <a16:creationId xmlns:a16="http://schemas.microsoft.com/office/drawing/2014/main" id="{6118409D-66E7-2C6A-9769-D40E79C08E17}"/>
                  </a:ext>
                </a:extLst>
              </p:cNvPr>
              <p:cNvSpPr txBox="1"/>
              <p:nvPr/>
            </p:nvSpPr>
            <p:spPr>
              <a:xfrm>
                <a:off x="6635376" y="1127443"/>
                <a:ext cx="36420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Vs-m</a:t>
                </a:r>
              </a:p>
            </p:txBody>
          </p:sp>
          <p:sp>
            <p:nvSpPr>
              <p:cNvPr id="7930" name="TextBox 7929">
                <a:extLst>
                  <a:ext uri="{FF2B5EF4-FFF2-40B4-BE49-F238E27FC236}">
                    <a16:creationId xmlns:a16="http://schemas.microsoft.com/office/drawing/2014/main" id="{9F9F5887-BA51-CCE0-15BF-3D6438E74FB8}"/>
                  </a:ext>
                </a:extLst>
              </p:cNvPr>
              <p:cNvSpPr txBox="1"/>
              <p:nvPr/>
            </p:nvSpPr>
            <p:spPr>
              <a:xfrm>
                <a:off x="6635376" y="1239128"/>
                <a:ext cx="42511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NDILm</a:t>
                </a:r>
              </a:p>
            </p:txBody>
          </p:sp>
          <p:sp>
            <p:nvSpPr>
              <p:cNvPr id="7931" name="TextBox 7930">
                <a:extLst>
                  <a:ext uri="{FF2B5EF4-FFF2-40B4-BE49-F238E27FC236}">
                    <a16:creationId xmlns:a16="http://schemas.microsoft.com/office/drawing/2014/main" id="{B3B14452-DB83-84B1-C598-DE680179B414}"/>
                  </a:ext>
                </a:extLst>
              </p:cNvPr>
              <p:cNvSpPr txBox="1"/>
              <p:nvPr/>
            </p:nvSpPr>
            <p:spPr>
              <a:xfrm>
                <a:off x="6635376" y="1350919"/>
                <a:ext cx="34015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NRL</a:t>
                </a:r>
              </a:p>
            </p:txBody>
          </p:sp>
          <p:sp>
            <p:nvSpPr>
              <p:cNvPr id="7932" name="TextBox 7931">
                <a:extLst>
                  <a:ext uri="{FF2B5EF4-FFF2-40B4-BE49-F238E27FC236}">
                    <a16:creationId xmlns:a16="http://schemas.microsoft.com/office/drawing/2014/main" id="{7DEAA3D1-9817-DC0B-C05F-5F7A8DB2C11E}"/>
                  </a:ext>
                </a:extLst>
              </p:cNvPr>
              <p:cNvSpPr txBox="1"/>
              <p:nvPr/>
            </p:nvSpPr>
            <p:spPr>
              <a:xfrm>
                <a:off x="6635376" y="1462605"/>
                <a:ext cx="34817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NLTi</a:t>
                </a:r>
              </a:p>
            </p:txBody>
          </p:sp>
          <p:sp>
            <p:nvSpPr>
              <p:cNvPr id="7933" name="TextBox 7932">
                <a:extLst>
                  <a:ext uri="{FF2B5EF4-FFF2-40B4-BE49-F238E27FC236}">
                    <a16:creationId xmlns:a16="http://schemas.microsoft.com/office/drawing/2014/main" id="{42016588-C9D6-FD90-6C58-848B2AC93D89}"/>
                  </a:ext>
                </a:extLst>
              </p:cNvPr>
              <p:cNvSpPr txBox="1"/>
              <p:nvPr/>
            </p:nvSpPr>
            <p:spPr>
              <a:xfrm>
                <a:off x="6635376" y="1574290"/>
                <a:ext cx="38664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nPMp</a:t>
                </a:r>
              </a:p>
            </p:txBody>
          </p:sp>
          <p:sp>
            <p:nvSpPr>
              <p:cNvPr id="7934" name="TextBox 7933">
                <a:extLst>
                  <a:ext uri="{FF2B5EF4-FFF2-40B4-BE49-F238E27FC236}">
                    <a16:creationId xmlns:a16="http://schemas.microsoft.com/office/drawing/2014/main" id="{3D5AB22B-D797-6A1C-AA05-049998F4454C}"/>
                  </a:ext>
                </a:extLst>
              </p:cNvPr>
              <p:cNvSpPr txBox="1"/>
              <p:nvPr/>
            </p:nvSpPr>
            <p:spPr>
              <a:xfrm>
                <a:off x="6635376" y="1685971"/>
                <a:ext cx="28405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</a:t>
                </a:r>
              </a:p>
            </p:txBody>
          </p:sp>
          <p:sp>
            <p:nvSpPr>
              <p:cNvPr id="7935" name="TextBox 7934">
                <a:extLst>
                  <a:ext uri="{FF2B5EF4-FFF2-40B4-BE49-F238E27FC236}">
                    <a16:creationId xmlns:a16="http://schemas.microsoft.com/office/drawing/2014/main" id="{222E49B6-5895-2833-EAE1-556A7E5BDB96}"/>
                  </a:ext>
                </a:extLst>
              </p:cNvPr>
              <p:cNvSpPr txBox="1"/>
              <p:nvPr/>
            </p:nvSpPr>
            <p:spPr>
              <a:xfrm>
                <a:off x="6635376" y="1797659"/>
                <a:ext cx="28405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Illn</a:t>
                </a:r>
              </a:p>
            </p:txBody>
          </p:sp>
          <p:sp>
            <p:nvSpPr>
              <p:cNvPr id="7936" name="TextBox 7935">
                <a:extLst>
                  <a:ext uri="{FF2B5EF4-FFF2-40B4-BE49-F238E27FC236}">
                    <a16:creationId xmlns:a16="http://schemas.microsoft.com/office/drawing/2014/main" id="{854DEB66-9743-E777-2AAA-AEE53784F868}"/>
                  </a:ext>
                </a:extLst>
              </p:cNvPr>
              <p:cNvSpPr txBox="1"/>
              <p:nvPr/>
            </p:nvSpPr>
            <p:spPr>
              <a:xfrm>
                <a:off x="6635376" y="1909344"/>
                <a:ext cx="35298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Dln-r</a:t>
                </a:r>
              </a:p>
            </p:txBody>
          </p:sp>
          <p:sp>
            <p:nvSpPr>
              <p:cNvPr id="7937" name="TextBox 7936">
                <a:extLst>
                  <a:ext uri="{FF2B5EF4-FFF2-40B4-BE49-F238E27FC236}">
                    <a16:creationId xmlns:a16="http://schemas.microsoft.com/office/drawing/2014/main" id="{188886F6-51A5-BEC0-8BA6-CF41FE6FD048}"/>
                  </a:ext>
                </a:extLst>
              </p:cNvPr>
              <p:cNvSpPr txBox="1"/>
              <p:nvPr/>
            </p:nvSpPr>
            <p:spPr>
              <a:xfrm>
                <a:off x="6635376" y="2021027"/>
                <a:ext cx="28725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NT</a:t>
                </a:r>
              </a:p>
            </p:txBody>
          </p:sp>
          <p:sp>
            <p:nvSpPr>
              <p:cNvPr id="7938" name="TextBox 7937">
                <a:extLst>
                  <a:ext uri="{FF2B5EF4-FFF2-40B4-BE49-F238E27FC236}">
                    <a16:creationId xmlns:a16="http://schemas.microsoft.com/office/drawing/2014/main" id="{E5374AD0-358F-6085-BB07-C420CFA71AB9}"/>
                  </a:ext>
                </a:extLst>
              </p:cNvPr>
              <p:cNvSpPr txBox="1"/>
              <p:nvPr/>
            </p:nvSpPr>
            <p:spPr>
              <a:xfrm>
                <a:off x="6635376" y="2132819"/>
                <a:ext cx="24558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ln</a:t>
                </a:r>
              </a:p>
            </p:txBody>
          </p:sp>
          <p:sp>
            <p:nvSpPr>
              <p:cNvPr id="7939" name="TextBox 7938">
                <a:extLst>
                  <a:ext uri="{FF2B5EF4-FFF2-40B4-BE49-F238E27FC236}">
                    <a16:creationId xmlns:a16="http://schemas.microsoft.com/office/drawing/2014/main" id="{7CF37A40-A866-A320-D708-B538542E5F45}"/>
                  </a:ext>
                </a:extLst>
              </p:cNvPr>
              <p:cNvSpPr txBox="1"/>
              <p:nvPr/>
            </p:nvSpPr>
            <p:spPr>
              <a:xfrm>
                <a:off x="6635376" y="2244502"/>
                <a:ext cx="32573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nTE</a:t>
                </a:r>
              </a:p>
            </p:txBody>
          </p:sp>
          <p:sp>
            <p:nvSpPr>
              <p:cNvPr id="7940" name="TextBox 7939">
                <a:extLst>
                  <a:ext uri="{FF2B5EF4-FFF2-40B4-BE49-F238E27FC236}">
                    <a16:creationId xmlns:a16="http://schemas.microsoft.com/office/drawing/2014/main" id="{815CFDD2-0B74-98F3-62F1-3158744E504E}"/>
                  </a:ext>
                </a:extLst>
              </p:cNvPr>
              <p:cNvSpPr txBox="1"/>
              <p:nvPr/>
            </p:nvSpPr>
            <p:spPr>
              <a:xfrm>
                <a:off x="6635376" y="2356189"/>
                <a:ext cx="33054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NLT</a:t>
                </a:r>
              </a:p>
            </p:txBody>
          </p:sp>
          <p:sp>
            <p:nvSpPr>
              <p:cNvPr id="7941" name="TextBox 7940">
                <a:extLst>
                  <a:ext uri="{FF2B5EF4-FFF2-40B4-BE49-F238E27FC236}">
                    <a16:creationId xmlns:a16="http://schemas.microsoft.com/office/drawing/2014/main" id="{2874DA42-5D60-8F0A-CFFC-4362B1959DDD}"/>
                  </a:ext>
                </a:extLst>
              </p:cNvPr>
              <p:cNvSpPr txBox="1"/>
              <p:nvPr/>
            </p:nvSpPr>
            <p:spPr>
              <a:xfrm>
                <a:off x="6635376" y="2467873"/>
                <a:ext cx="33374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Vsst</a:t>
                </a:r>
              </a:p>
            </p:txBody>
          </p:sp>
          <p:sp>
            <p:nvSpPr>
              <p:cNvPr id="7942" name="TextBox 7941">
                <a:extLst>
                  <a:ext uri="{FF2B5EF4-FFF2-40B4-BE49-F238E27FC236}">
                    <a16:creationId xmlns:a16="http://schemas.microsoft.com/office/drawing/2014/main" id="{0F76DBA9-C937-3C1C-C72E-EF8D09835AFE}"/>
                  </a:ext>
                </a:extLst>
              </p:cNvPr>
              <p:cNvSpPr txBox="1"/>
              <p:nvPr/>
            </p:nvSpPr>
            <p:spPr>
              <a:xfrm>
                <a:off x="6635376" y="2579558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</a:t>
                </a:r>
              </a:p>
            </p:txBody>
          </p:sp>
          <p:sp>
            <p:nvSpPr>
              <p:cNvPr id="7943" name="TextBox 7942">
                <a:extLst>
                  <a:ext uri="{FF2B5EF4-FFF2-40B4-BE49-F238E27FC236}">
                    <a16:creationId xmlns:a16="http://schemas.microsoft.com/office/drawing/2014/main" id="{CAA8D3C3-38D2-0026-036A-3F2BE1E42FD3}"/>
                  </a:ext>
                </a:extLst>
              </p:cNvPr>
              <p:cNvSpPr txBox="1"/>
              <p:nvPr/>
            </p:nvSpPr>
            <p:spPr>
              <a:xfrm>
                <a:off x="6635376" y="2691244"/>
                <a:ext cx="30489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PSi</a:t>
                </a:r>
              </a:p>
            </p:txBody>
          </p:sp>
          <p:sp>
            <p:nvSpPr>
              <p:cNvPr id="7944" name="TextBox 7943">
                <a:extLst>
                  <a:ext uri="{FF2B5EF4-FFF2-40B4-BE49-F238E27FC236}">
                    <a16:creationId xmlns:a16="http://schemas.microsoft.com/office/drawing/2014/main" id="{7EDB8BED-6B4E-FD80-A1C8-BAAD09DFB73D}"/>
                  </a:ext>
                </a:extLst>
              </p:cNvPr>
              <p:cNvSpPr txBox="1"/>
              <p:nvPr/>
            </p:nvSpPr>
            <p:spPr>
              <a:xfrm>
                <a:off x="6635376" y="2802927"/>
                <a:ext cx="2664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ac</a:t>
                </a:r>
              </a:p>
            </p:txBody>
          </p:sp>
          <p:sp>
            <p:nvSpPr>
              <p:cNvPr id="7945" name="TextBox 7944">
                <a:extLst>
                  <a:ext uri="{FF2B5EF4-FFF2-40B4-BE49-F238E27FC236}">
                    <a16:creationId xmlns:a16="http://schemas.microsoft.com/office/drawing/2014/main" id="{73DC9B61-5779-2A29-22C6-1D6FAD26A1EF}"/>
                  </a:ext>
                </a:extLst>
              </p:cNvPr>
              <p:cNvSpPr txBox="1"/>
              <p:nvPr/>
            </p:nvSpPr>
            <p:spPr>
              <a:xfrm>
                <a:off x="6635376" y="2914720"/>
                <a:ext cx="3738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nPPa</a:t>
                </a:r>
              </a:p>
            </p:txBody>
          </p:sp>
          <p:sp>
            <p:nvSpPr>
              <p:cNvPr id="7946" name="TextBox 7945">
                <a:extLst>
                  <a:ext uri="{FF2B5EF4-FFF2-40B4-BE49-F238E27FC236}">
                    <a16:creationId xmlns:a16="http://schemas.microsoft.com/office/drawing/2014/main" id="{D8180F44-D6DE-3AB5-23AA-0A2778BC36E3}"/>
                  </a:ext>
                </a:extLst>
              </p:cNvPr>
              <p:cNvSpPr txBox="1"/>
              <p:nvPr/>
            </p:nvSpPr>
            <p:spPr>
              <a:xfrm>
                <a:off x="6635376" y="3026401"/>
                <a:ext cx="34176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VOT</a:t>
                </a:r>
              </a:p>
            </p:txBody>
          </p:sp>
          <p:sp>
            <p:nvSpPr>
              <p:cNvPr id="7947" name="TextBox 7946">
                <a:extLst>
                  <a:ext uri="{FF2B5EF4-FFF2-40B4-BE49-F238E27FC236}">
                    <a16:creationId xmlns:a16="http://schemas.microsoft.com/office/drawing/2014/main" id="{67403AD8-6E9C-DB98-96E7-2F33C6976BFB}"/>
                  </a:ext>
                </a:extLst>
              </p:cNvPr>
              <p:cNvSpPr txBox="1"/>
              <p:nvPr/>
            </p:nvSpPr>
            <p:spPr>
              <a:xfrm>
                <a:off x="6635376" y="3138088"/>
                <a:ext cx="33855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PGa</a:t>
                </a:r>
              </a:p>
            </p:txBody>
          </p:sp>
          <p:sp>
            <p:nvSpPr>
              <p:cNvPr id="7948" name="TextBox 7947">
                <a:extLst>
                  <a:ext uri="{FF2B5EF4-FFF2-40B4-BE49-F238E27FC236}">
                    <a16:creationId xmlns:a16="http://schemas.microsoft.com/office/drawing/2014/main" id="{0174A20F-7315-8ED2-A42F-7FA8B9C71CE4}"/>
                  </a:ext>
                </a:extLst>
              </p:cNvPr>
              <p:cNvSpPr txBox="1"/>
              <p:nvPr/>
            </p:nvSpPr>
            <p:spPr>
              <a:xfrm>
                <a:off x="6635376" y="3249772"/>
                <a:ext cx="35939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PGm</a:t>
                </a:r>
              </a:p>
            </p:txBody>
          </p:sp>
          <p:sp>
            <p:nvSpPr>
              <p:cNvPr id="7949" name="TextBox 7948">
                <a:extLst>
                  <a:ext uri="{FF2B5EF4-FFF2-40B4-BE49-F238E27FC236}">
                    <a16:creationId xmlns:a16="http://schemas.microsoft.com/office/drawing/2014/main" id="{C7C942AE-2A49-80B4-F9DC-11C57EE36FCF}"/>
                  </a:ext>
                </a:extLst>
              </p:cNvPr>
              <p:cNvSpPr txBox="1"/>
              <p:nvPr/>
            </p:nvSpPr>
            <p:spPr>
              <a:xfrm>
                <a:off x="6635376" y="3361456"/>
                <a:ext cx="34817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Dc-2</a:t>
                </a:r>
              </a:p>
            </p:txBody>
          </p:sp>
          <p:sp>
            <p:nvSpPr>
              <p:cNvPr id="7950" name="TextBox 7949">
                <a:extLst>
                  <a:ext uri="{FF2B5EF4-FFF2-40B4-BE49-F238E27FC236}">
                    <a16:creationId xmlns:a16="http://schemas.microsoft.com/office/drawing/2014/main" id="{ADD07F43-C813-F11C-EE90-6BDA0B7E5B0C}"/>
                  </a:ext>
                </a:extLst>
              </p:cNvPr>
              <p:cNvSpPr txBox="1"/>
              <p:nvPr/>
            </p:nvSpPr>
            <p:spPr>
              <a:xfrm>
                <a:off x="6635376" y="3473143"/>
                <a:ext cx="27443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Vc</a:t>
                </a:r>
              </a:p>
            </p:txBody>
          </p:sp>
          <p:sp>
            <p:nvSpPr>
              <p:cNvPr id="7951" name="TextBox 7950">
                <a:extLst>
                  <a:ext uri="{FF2B5EF4-FFF2-40B4-BE49-F238E27FC236}">
                    <a16:creationId xmlns:a16="http://schemas.microsoft.com/office/drawing/2014/main" id="{5E6E4FF9-309A-8ADB-53A1-940217E4F2D3}"/>
                  </a:ext>
                </a:extLst>
              </p:cNvPr>
              <p:cNvSpPr txBox="1"/>
              <p:nvPr/>
            </p:nvSpPr>
            <p:spPr>
              <a:xfrm>
                <a:off x="6635376" y="3584826"/>
                <a:ext cx="35298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Dd-d</a:t>
                </a:r>
              </a:p>
            </p:txBody>
          </p:sp>
          <p:sp>
            <p:nvSpPr>
              <p:cNvPr id="7952" name="TextBox 7951">
                <a:extLst>
                  <a:ext uri="{FF2B5EF4-FFF2-40B4-BE49-F238E27FC236}">
                    <a16:creationId xmlns:a16="http://schemas.microsoft.com/office/drawing/2014/main" id="{67F584BF-D44C-3C22-CA85-710A23F29532}"/>
                  </a:ext>
                </a:extLst>
              </p:cNvPr>
              <p:cNvSpPr txBox="1"/>
              <p:nvPr/>
            </p:nvSpPr>
            <p:spPr>
              <a:xfrm>
                <a:off x="6635376" y="3696619"/>
                <a:ext cx="36580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Dl-v2</a:t>
                </a:r>
              </a:p>
            </p:txBody>
          </p:sp>
          <p:sp>
            <p:nvSpPr>
              <p:cNvPr id="7953" name="TextBox 7952">
                <a:extLst>
                  <a:ext uri="{FF2B5EF4-FFF2-40B4-BE49-F238E27FC236}">
                    <a16:creationId xmlns:a16="http://schemas.microsoft.com/office/drawing/2014/main" id="{B552222C-00DD-9BC8-A8A9-069E6EF25372}"/>
                  </a:ext>
                </a:extLst>
              </p:cNvPr>
              <p:cNvSpPr txBox="1"/>
              <p:nvPr/>
            </p:nvSpPr>
            <p:spPr>
              <a:xfrm>
                <a:off x="6635376" y="3808303"/>
                <a:ext cx="36580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Dln-c</a:t>
                </a:r>
              </a:p>
            </p:txBody>
          </p:sp>
          <p:sp>
            <p:nvSpPr>
              <p:cNvPr id="7954" name="TextBox 7953">
                <a:extLst>
                  <a:ext uri="{FF2B5EF4-FFF2-40B4-BE49-F238E27FC236}">
                    <a16:creationId xmlns:a16="http://schemas.microsoft.com/office/drawing/2014/main" id="{FB5E7813-2764-0304-C651-0E6A5CE874DE}"/>
                  </a:ext>
                </a:extLst>
              </p:cNvPr>
              <p:cNvSpPr txBox="1"/>
              <p:nvPr/>
            </p:nvSpPr>
            <p:spPr>
              <a:xfrm>
                <a:off x="6635376" y="3919987"/>
                <a:ext cx="34336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VMn</a:t>
                </a:r>
              </a:p>
            </p:txBody>
          </p:sp>
          <p:sp>
            <p:nvSpPr>
              <p:cNvPr id="7955" name="TextBox 7954">
                <a:extLst>
                  <a:ext uri="{FF2B5EF4-FFF2-40B4-BE49-F238E27FC236}">
                    <a16:creationId xmlns:a16="http://schemas.microsoft.com/office/drawing/2014/main" id="{364F0C33-7348-D025-1AE0-08D382DABBF5}"/>
                  </a:ext>
                </a:extLst>
              </p:cNvPr>
              <p:cNvSpPr txBox="1"/>
              <p:nvPr/>
            </p:nvSpPr>
            <p:spPr>
              <a:xfrm>
                <a:off x="6635376" y="4031674"/>
                <a:ext cx="32573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TPp</a:t>
                </a:r>
              </a:p>
            </p:txBody>
          </p:sp>
          <p:sp>
            <p:nvSpPr>
              <p:cNvPr id="7956" name="TextBox 7955">
                <a:extLst>
                  <a:ext uri="{FF2B5EF4-FFF2-40B4-BE49-F238E27FC236}">
                    <a16:creationId xmlns:a16="http://schemas.microsoft.com/office/drawing/2014/main" id="{68ECEE6B-0A35-0774-EAF8-8B312151D743}"/>
                  </a:ext>
                </a:extLst>
              </p:cNvPr>
              <p:cNvSpPr txBox="1"/>
              <p:nvPr/>
            </p:nvSpPr>
            <p:spPr>
              <a:xfrm>
                <a:off x="6635376" y="4143357"/>
                <a:ext cx="25359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Vi</a:t>
                </a:r>
              </a:p>
            </p:txBody>
          </p:sp>
          <p:sp>
            <p:nvSpPr>
              <p:cNvPr id="7957" name="TextBox 7956">
                <a:extLst>
                  <a:ext uri="{FF2B5EF4-FFF2-40B4-BE49-F238E27FC236}">
                    <a16:creationId xmlns:a16="http://schemas.microsoft.com/office/drawing/2014/main" id="{964CECC5-A8E4-4B9E-3664-D9300F690E99}"/>
                  </a:ext>
                </a:extLst>
              </p:cNvPr>
              <p:cNvSpPr txBox="1"/>
              <p:nvPr/>
            </p:nvSpPr>
            <p:spPr>
              <a:xfrm>
                <a:off x="6635376" y="4255041"/>
                <a:ext cx="27924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Vp</a:t>
                </a:r>
              </a:p>
            </p:txBody>
          </p:sp>
          <p:sp>
            <p:nvSpPr>
              <p:cNvPr id="7958" name="TextBox 7957">
                <a:extLst>
                  <a:ext uri="{FF2B5EF4-FFF2-40B4-BE49-F238E27FC236}">
                    <a16:creationId xmlns:a16="http://schemas.microsoft.com/office/drawing/2014/main" id="{093D7144-4837-2B71-A531-23C8B6C9D1A7}"/>
                  </a:ext>
                </a:extLst>
              </p:cNvPr>
              <p:cNvSpPr txBox="1"/>
              <p:nvPr/>
            </p:nvSpPr>
            <p:spPr>
              <a:xfrm>
                <a:off x="6635376" y="4366728"/>
                <a:ext cx="39466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nGMp</a:t>
                </a:r>
              </a:p>
            </p:txBody>
          </p:sp>
          <p:sp>
            <p:nvSpPr>
              <p:cNvPr id="7959" name="TextBox 7958">
                <a:extLst>
                  <a:ext uri="{FF2B5EF4-FFF2-40B4-BE49-F238E27FC236}">
                    <a16:creationId xmlns:a16="http://schemas.microsoft.com/office/drawing/2014/main" id="{35C0E91D-B446-C5AB-4C33-EA11DBF2E961}"/>
                  </a:ext>
                </a:extLst>
              </p:cNvPr>
              <p:cNvSpPr txBox="1"/>
              <p:nvPr/>
            </p:nvSpPr>
            <p:spPr>
              <a:xfrm>
                <a:off x="6635376" y="4478518"/>
                <a:ext cx="28405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Dp</a:t>
                </a:r>
              </a:p>
            </p:txBody>
          </p:sp>
          <p:sp>
            <p:nvSpPr>
              <p:cNvPr id="7960" name="TextBox 7959">
                <a:extLst>
                  <a:ext uri="{FF2B5EF4-FFF2-40B4-BE49-F238E27FC236}">
                    <a16:creationId xmlns:a16="http://schemas.microsoft.com/office/drawing/2014/main" id="{B4830AF2-D18A-E6F8-91A4-96F1EA91681E}"/>
                  </a:ext>
                </a:extLst>
              </p:cNvPr>
              <p:cNvSpPr txBox="1"/>
              <p:nvPr/>
            </p:nvSpPr>
            <p:spPr>
              <a:xfrm>
                <a:off x="6635376" y="4590202"/>
                <a:ext cx="28725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Gn</a:t>
                </a:r>
              </a:p>
            </p:txBody>
          </p:sp>
          <p:sp>
            <p:nvSpPr>
              <p:cNvPr id="7961" name="TextBox 7960">
                <a:extLst>
                  <a:ext uri="{FF2B5EF4-FFF2-40B4-BE49-F238E27FC236}">
                    <a16:creationId xmlns:a16="http://schemas.microsoft.com/office/drawing/2014/main" id="{15ECC32A-CC24-6339-B85D-5BF89C2E8E5A}"/>
                  </a:ext>
                </a:extLst>
              </p:cNvPr>
              <p:cNvSpPr txBox="1"/>
              <p:nvPr/>
            </p:nvSpPr>
            <p:spPr>
              <a:xfrm>
                <a:off x="6635376" y="4701888"/>
                <a:ext cx="33855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PGn</a:t>
                </a:r>
              </a:p>
            </p:txBody>
          </p:sp>
          <p:sp>
            <p:nvSpPr>
              <p:cNvPr id="7962" name="TextBox 7961">
                <a:extLst>
                  <a:ext uri="{FF2B5EF4-FFF2-40B4-BE49-F238E27FC236}">
                    <a16:creationId xmlns:a16="http://schemas.microsoft.com/office/drawing/2014/main" id="{B9388AB9-A206-48F3-1D03-A990C470A6A8}"/>
                  </a:ext>
                </a:extLst>
              </p:cNvPr>
              <p:cNvSpPr txBox="1"/>
              <p:nvPr/>
            </p:nvSpPr>
            <p:spPr>
              <a:xfrm>
                <a:off x="6635376" y="4813572"/>
                <a:ext cx="28725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</a:t>
                </a:r>
              </a:p>
            </p:txBody>
          </p:sp>
          <p:sp>
            <p:nvSpPr>
              <p:cNvPr id="7963" name="TextBox 7962">
                <a:extLst>
                  <a:ext uri="{FF2B5EF4-FFF2-40B4-BE49-F238E27FC236}">
                    <a16:creationId xmlns:a16="http://schemas.microsoft.com/office/drawing/2014/main" id="{7CF3EA5D-099E-E833-D81D-31F1BE443A1A}"/>
                  </a:ext>
                </a:extLst>
              </p:cNvPr>
              <p:cNvSpPr txBox="1"/>
              <p:nvPr/>
            </p:nvSpPr>
            <p:spPr>
              <a:xfrm>
                <a:off x="6635376" y="4925256"/>
                <a:ext cx="3738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Dm-3</a:t>
                </a:r>
              </a:p>
            </p:txBody>
          </p:sp>
          <p:sp>
            <p:nvSpPr>
              <p:cNvPr id="7964" name="TextBox 7963">
                <a:extLst>
                  <a:ext uri="{FF2B5EF4-FFF2-40B4-BE49-F238E27FC236}">
                    <a16:creationId xmlns:a16="http://schemas.microsoft.com/office/drawing/2014/main" id="{946E250A-9844-81BE-F39B-B83FED77870D}"/>
                  </a:ext>
                </a:extLst>
              </p:cNvPr>
              <p:cNvSpPr txBox="1"/>
              <p:nvPr/>
            </p:nvSpPr>
            <p:spPr>
              <a:xfrm>
                <a:off x="6635376" y="5036943"/>
                <a:ext cx="38183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NDILI</a:t>
                </a:r>
              </a:p>
            </p:txBody>
          </p:sp>
          <p:sp>
            <p:nvSpPr>
              <p:cNvPr id="7965" name="TextBox 7964">
                <a:extLst>
                  <a:ext uri="{FF2B5EF4-FFF2-40B4-BE49-F238E27FC236}">
                    <a16:creationId xmlns:a16="http://schemas.microsoft.com/office/drawing/2014/main" id="{54AEA7F7-3A8C-6FF3-E22D-2B9814091110}"/>
                  </a:ext>
                </a:extLst>
              </p:cNvPr>
              <p:cNvSpPr txBox="1"/>
              <p:nvPr/>
            </p:nvSpPr>
            <p:spPr>
              <a:xfrm>
                <a:off x="6635376" y="5148733"/>
                <a:ext cx="37382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Dm-1</a:t>
                </a:r>
              </a:p>
            </p:txBody>
          </p:sp>
          <p:sp>
            <p:nvSpPr>
              <p:cNvPr id="7966" name="TextBox 7965">
                <a:extLst>
                  <a:ext uri="{FF2B5EF4-FFF2-40B4-BE49-F238E27FC236}">
                    <a16:creationId xmlns:a16="http://schemas.microsoft.com/office/drawing/2014/main" id="{980A77C7-2E83-7799-40B6-E57C0F1E1ED2}"/>
                  </a:ext>
                </a:extLst>
              </p:cNvPr>
              <p:cNvSpPr txBox="1"/>
              <p:nvPr/>
            </p:nvSpPr>
            <p:spPr>
              <a:xfrm>
                <a:off x="6635376" y="5260420"/>
                <a:ext cx="31771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TLa</a:t>
                </a:r>
              </a:p>
            </p:txBody>
          </p:sp>
          <p:sp>
            <p:nvSpPr>
              <p:cNvPr id="7967" name="TextBox 7966">
                <a:extLst>
                  <a:ext uri="{FF2B5EF4-FFF2-40B4-BE49-F238E27FC236}">
                    <a16:creationId xmlns:a16="http://schemas.microsoft.com/office/drawing/2014/main" id="{50C996C1-958C-A0B1-99C3-1084A1E2D8C2}"/>
                  </a:ext>
                </a:extLst>
              </p:cNvPr>
              <p:cNvSpPr txBox="1"/>
              <p:nvPr/>
            </p:nvSpPr>
            <p:spPr>
              <a:xfrm>
                <a:off x="6635376" y="5372101"/>
                <a:ext cx="32733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nHd</a:t>
                </a:r>
              </a:p>
            </p:txBody>
          </p:sp>
          <p:sp>
            <p:nvSpPr>
              <p:cNvPr id="7968" name="TextBox 7967">
                <a:extLst>
                  <a:ext uri="{FF2B5EF4-FFF2-40B4-BE49-F238E27FC236}">
                    <a16:creationId xmlns:a16="http://schemas.microsoft.com/office/drawing/2014/main" id="{184E7A18-42FA-C4F9-E0CB-DA9BF8088956}"/>
                  </a:ext>
                </a:extLst>
              </p:cNvPr>
              <p:cNvSpPr txBox="1"/>
              <p:nvPr/>
            </p:nvSpPr>
            <p:spPr>
              <a:xfrm>
                <a:off x="6635376" y="5483788"/>
                <a:ext cx="32252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nHv</a:t>
                </a:r>
              </a:p>
            </p:txBody>
          </p:sp>
          <p:sp>
            <p:nvSpPr>
              <p:cNvPr id="7969" name="TextBox 7968">
                <a:extLst>
                  <a:ext uri="{FF2B5EF4-FFF2-40B4-BE49-F238E27FC236}">
                    <a16:creationId xmlns:a16="http://schemas.microsoft.com/office/drawing/2014/main" id="{4E770B42-ACC6-AFB4-280A-91A34C0BEA99}"/>
                  </a:ext>
                </a:extLst>
              </p:cNvPr>
              <p:cNvSpPr txBox="1"/>
              <p:nvPr/>
            </p:nvSpPr>
            <p:spPr>
              <a:xfrm>
                <a:off x="6635376" y="5595471"/>
                <a:ext cx="27443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TL</a:t>
                </a:r>
              </a:p>
            </p:txBody>
          </p:sp>
          <p:sp>
            <p:nvSpPr>
              <p:cNvPr id="7970" name="TextBox 7969">
                <a:extLst>
                  <a:ext uri="{FF2B5EF4-FFF2-40B4-BE49-F238E27FC236}">
                    <a16:creationId xmlns:a16="http://schemas.microsoft.com/office/drawing/2014/main" id="{ACDAD204-9FDB-4A46-AFB2-B3319A9A758B}"/>
                  </a:ext>
                </a:extLst>
              </p:cNvPr>
              <p:cNvSpPr txBox="1"/>
              <p:nvPr/>
            </p:nvSpPr>
            <p:spPr>
              <a:xfrm>
                <a:off x="6635376" y="5707157"/>
                <a:ext cx="27924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Dc</a:t>
                </a:r>
              </a:p>
            </p:txBody>
          </p:sp>
          <p:sp>
            <p:nvSpPr>
              <p:cNvPr id="7971" name="TextBox 7970">
                <a:extLst>
                  <a:ext uri="{FF2B5EF4-FFF2-40B4-BE49-F238E27FC236}">
                    <a16:creationId xmlns:a16="http://schemas.microsoft.com/office/drawing/2014/main" id="{00BA907A-7609-446A-8ADE-2E00F2DAB731}"/>
                  </a:ext>
                </a:extLst>
              </p:cNvPr>
              <p:cNvSpPr txBox="1"/>
              <p:nvPr/>
            </p:nvSpPr>
            <p:spPr>
              <a:xfrm>
                <a:off x="6635376" y="5818842"/>
                <a:ext cx="32733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Dl-g</a:t>
                </a:r>
              </a:p>
            </p:txBody>
          </p:sp>
          <p:sp>
            <p:nvSpPr>
              <p:cNvPr id="7972" name="TextBox 7971">
                <a:extLst>
                  <a:ext uri="{FF2B5EF4-FFF2-40B4-BE49-F238E27FC236}">
                    <a16:creationId xmlns:a16="http://schemas.microsoft.com/office/drawing/2014/main" id="{721048FD-BAB5-7C2F-54A2-2FB001DE197C}"/>
                  </a:ext>
                </a:extLst>
              </p:cNvPr>
              <p:cNvSpPr txBox="1"/>
              <p:nvPr/>
            </p:nvSpPr>
            <p:spPr>
              <a:xfrm>
                <a:off x="6635376" y="5930632"/>
                <a:ext cx="37061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Dl-gd</a:t>
                </a:r>
              </a:p>
            </p:txBody>
          </p:sp>
          <p:sp>
            <p:nvSpPr>
              <p:cNvPr id="7973" name="TextBox 7972">
                <a:extLst>
                  <a:ext uri="{FF2B5EF4-FFF2-40B4-BE49-F238E27FC236}">
                    <a16:creationId xmlns:a16="http://schemas.microsoft.com/office/drawing/2014/main" id="{678F983D-CC0C-91F6-FAE7-E03CB1400292}"/>
                  </a:ext>
                </a:extLst>
              </p:cNvPr>
              <p:cNvSpPr txBox="1"/>
              <p:nvPr/>
            </p:nvSpPr>
            <p:spPr>
              <a:xfrm>
                <a:off x="6635376" y="6042319"/>
                <a:ext cx="348172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Dd-v</a:t>
                </a:r>
              </a:p>
            </p:txBody>
          </p:sp>
          <p:sp>
            <p:nvSpPr>
              <p:cNvPr id="7974" name="TextBox 7973">
                <a:extLst>
                  <a:ext uri="{FF2B5EF4-FFF2-40B4-BE49-F238E27FC236}">
                    <a16:creationId xmlns:a16="http://schemas.microsoft.com/office/drawing/2014/main" id="{9AE3D2F9-F0DF-E0DE-A395-BD1C6AE329AB}"/>
                  </a:ext>
                </a:extLst>
              </p:cNvPr>
              <p:cNvSpPr txBox="1"/>
              <p:nvPr/>
            </p:nvSpPr>
            <p:spPr>
              <a:xfrm>
                <a:off x="6635376" y="6154002"/>
                <a:ext cx="27443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Vv</a:t>
                </a:r>
              </a:p>
            </p:txBody>
          </p:sp>
          <p:sp>
            <p:nvSpPr>
              <p:cNvPr id="7975" name="TextBox 7974">
                <a:extLst>
                  <a:ext uri="{FF2B5EF4-FFF2-40B4-BE49-F238E27FC236}">
                    <a16:creationId xmlns:a16="http://schemas.microsoft.com/office/drawing/2014/main" id="{AF80D63F-DA9E-68EF-43FF-F974D1023667}"/>
                  </a:ext>
                </a:extLst>
              </p:cNvPr>
              <p:cNvSpPr txBox="1"/>
              <p:nvPr/>
            </p:nvSpPr>
            <p:spPr>
              <a:xfrm>
                <a:off x="6635376" y="6265687"/>
                <a:ext cx="29046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OT</a:t>
                </a:r>
              </a:p>
            </p:txBody>
          </p:sp>
          <p:sp>
            <p:nvSpPr>
              <p:cNvPr id="7976" name="TextBox 7975">
                <a:extLst>
                  <a:ext uri="{FF2B5EF4-FFF2-40B4-BE49-F238E27FC236}">
                    <a16:creationId xmlns:a16="http://schemas.microsoft.com/office/drawing/2014/main" id="{DEE47242-7429-CE06-D70E-BFA387AB7331}"/>
                  </a:ext>
                </a:extLst>
              </p:cNvPr>
              <p:cNvSpPr txBox="1"/>
              <p:nvPr/>
            </p:nvSpPr>
            <p:spPr>
              <a:xfrm>
                <a:off x="6635376" y="6377373"/>
                <a:ext cx="338554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PSP</a:t>
                </a:r>
              </a:p>
            </p:txBody>
          </p:sp>
          <p:sp>
            <p:nvSpPr>
              <p:cNvPr id="7977" name="TextBox 7976">
                <a:extLst>
                  <a:ext uri="{FF2B5EF4-FFF2-40B4-BE49-F238E27FC236}">
                    <a16:creationId xmlns:a16="http://schemas.microsoft.com/office/drawing/2014/main" id="{C31D9F38-5238-3EA7-0850-DDB2D7259254}"/>
                  </a:ext>
                </a:extLst>
              </p:cNvPr>
              <p:cNvSpPr txBox="1"/>
              <p:nvPr/>
            </p:nvSpPr>
            <p:spPr>
              <a:xfrm>
                <a:off x="6635376" y="6489056"/>
                <a:ext cx="296876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NC</a:t>
                </a:r>
              </a:p>
            </p:txBody>
          </p:sp>
          <p:sp>
            <p:nvSpPr>
              <p:cNvPr id="7978" name="TextBox 7977">
                <a:extLst>
                  <a:ext uri="{FF2B5EF4-FFF2-40B4-BE49-F238E27FC236}">
                    <a16:creationId xmlns:a16="http://schemas.microsoft.com/office/drawing/2014/main" id="{EBF94624-A01D-FF83-E42D-CF86E24FC511}"/>
                  </a:ext>
                </a:extLst>
              </p:cNvPr>
              <p:cNvSpPr txBox="1"/>
              <p:nvPr/>
            </p:nvSpPr>
            <p:spPr>
              <a:xfrm>
                <a:off x="6635376" y="6600741"/>
                <a:ext cx="35137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PSm</a:t>
                </a:r>
              </a:p>
            </p:txBody>
          </p:sp>
          <p:sp>
            <p:nvSpPr>
              <p:cNvPr id="7979" name="TextBox 7978">
                <a:extLst>
                  <a:ext uri="{FF2B5EF4-FFF2-40B4-BE49-F238E27FC236}">
                    <a16:creationId xmlns:a16="http://schemas.microsoft.com/office/drawing/2014/main" id="{E57C0B2B-E3EB-B06D-89ED-6C499D1CC9F3}"/>
                  </a:ext>
                </a:extLst>
              </p:cNvPr>
              <p:cNvSpPr txBox="1"/>
              <p:nvPr/>
            </p:nvSpPr>
            <p:spPr>
              <a:xfrm>
                <a:off x="6635376" y="6712533"/>
                <a:ext cx="346570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TGN</a:t>
                </a:r>
              </a:p>
            </p:txBody>
          </p:sp>
          <p:sp>
            <p:nvSpPr>
              <p:cNvPr id="7980" name="Rectangle 7979">
                <a:extLst>
                  <a:ext uri="{FF2B5EF4-FFF2-40B4-BE49-F238E27FC236}">
                    <a16:creationId xmlns:a16="http://schemas.microsoft.com/office/drawing/2014/main" id="{6F353F2C-F312-BE7B-D38F-FED147547319}"/>
                  </a:ext>
                </a:extLst>
              </p:cNvPr>
              <p:cNvSpPr/>
              <p:nvPr/>
            </p:nvSpPr>
            <p:spPr>
              <a:xfrm>
                <a:off x="7109659" y="1195913"/>
                <a:ext cx="106671" cy="16000"/>
              </a:xfrm>
              <a:prstGeom prst="rect">
                <a:avLst/>
              </a:prstGeom>
              <a:solidFill>
                <a:srgbClr val="F2F2F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1" name="Rectangle 7980">
                <a:extLst>
                  <a:ext uri="{FF2B5EF4-FFF2-40B4-BE49-F238E27FC236}">
                    <a16:creationId xmlns:a16="http://schemas.microsoft.com/office/drawing/2014/main" id="{FAC81DFA-0711-5DE0-9C1A-3354DFB314CF}"/>
                  </a:ext>
                </a:extLst>
              </p:cNvPr>
              <p:cNvSpPr/>
              <p:nvPr/>
            </p:nvSpPr>
            <p:spPr>
              <a:xfrm>
                <a:off x="7109659" y="1179912"/>
                <a:ext cx="106671" cy="16000"/>
              </a:xfrm>
              <a:prstGeom prst="rect">
                <a:avLst/>
              </a:prstGeom>
              <a:solidFill>
                <a:srgbClr val="F2EFE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2" name="Rectangle 7981">
                <a:extLst>
                  <a:ext uri="{FF2B5EF4-FFF2-40B4-BE49-F238E27FC236}">
                    <a16:creationId xmlns:a16="http://schemas.microsoft.com/office/drawing/2014/main" id="{3D3706A0-2477-1398-78C6-9E3D28A6133C}"/>
                  </a:ext>
                </a:extLst>
              </p:cNvPr>
              <p:cNvSpPr/>
              <p:nvPr/>
            </p:nvSpPr>
            <p:spPr>
              <a:xfrm>
                <a:off x="7109659" y="1163912"/>
                <a:ext cx="106671" cy="16000"/>
              </a:xfrm>
              <a:prstGeom prst="rect">
                <a:avLst/>
              </a:prstGeom>
              <a:solidFill>
                <a:srgbClr val="F2EDE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3" name="Rectangle 7982">
                <a:extLst>
                  <a:ext uri="{FF2B5EF4-FFF2-40B4-BE49-F238E27FC236}">
                    <a16:creationId xmlns:a16="http://schemas.microsoft.com/office/drawing/2014/main" id="{A53B1D0B-EF26-8085-CAFA-925925751936}"/>
                  </a:ext>
                </a:extLst>
              </p:cNvPr>
              <p:cNvSpPr/>
              <p:nvPr/>
            </p:nvSpPr>
            <p:spPr>
              <a:xfrm>
                <a:off x="7109659" y="1147911"/>
                <a:ext cx="106671" cy="16000"/>
              </a:xfrm>
              <a:prstGeom prst="rect">
                <a:avLst/>
              </a:prstGeom>
              <a:solidFill>
                <a:srgbClr val="F3EBD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4" name="Rectangle 7983">
                <a:extLst>
                  <a:ext uri="{FF2B5EF4-FFF2-40B4-BE49-F238E27FC236}">
                    <a16:creationId xmlns:a16="http://schemas.microsoft.com/office/drawing/2014/main" id="{044D7238-CBDA-7BE6-3D31-9C8A41F7E709}"/>
                  </a:ext>
                </a:extLst>
              </p:cNvPr>
              <p:cNvSpPr/>
              <p:nvPr/>
            </p:nvSpPr>
            <p:spPr>
              <a:xfrm>
                <a:off x="7109659" y="1131910"/>
                <a:ext cx="106671" cy="16000"/>
              </a:xfrm>
              <a:prstGeom prst="rect">
                <a:avLst/>
              </a:prstGeom>
              <a:solidFill>
                <a:srgbClr val="F3E8D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5" name="Rectangle 7984">
                <a:extLst>
                  <a:ext uri="{FF2B5EF4-FFF2-40B4-BE49-F238E27FC236}">
                    <a16:creationId xmlns:a16="http://schemas.microsoft.com/office/drawing/2014/main" id="{19E1A658-FD42-F742-46F1-19A39ED0E161}"/>
                  </a:ext>
                </a:extLst>
              </p:cNvPr>
              <p:cNvSpPr/>
              <p:nvPr/>
            </p:nvSpPr>
            <p:spPr>
              <a:xfrm>
                <a:off x="7109659" y="1115910"/>
                <a:ext cx="106671" cy="16000"/>
              </a:xfrm>
              <a:prstGeom prst="rect">
                <a:avLst/>
              </a:prstGeom>
              <a:solidFill>
                <a:srgbClr val="F3E6C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6" name="Rectangle 7985">
                <a:extLst>
                  <a:ext uri="{FF2B5EF4-FFF2-40B4-BE49-F238E27FC236}">
                    <a16:creationId xmlns:a16="http://schemas.microsoft.com/office/drawing/2014/main" id="{50E3F17E-89BD-B201-3CA9-A3563A9DB5E1}"/>
                  </a:ext>
                </a:extLst>
              </p:cNvPr>
              <p:cNvSpPr/>
              <p:nvPr/>
            </p:nvSpPr>
            <p:spPr>
              <a:xfrm>
                <a:off x="7109659" y="1099909"/>
                <a:ext cx="106671" cy="16000"/>
              </a:xfrm>
              <a:prstGeom prst="rect">
                <a:avLst/>
              </a:prstGeom>
              <a:solidFill>
                <a:srgbClr val="F4E3C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7" name="Rectangle 7986">
                <a:extLst>
                  <a:ext uri="{FF2B5EF4-FFF2-40B4-BE49-F238E27FC236}">
                    <a16:creationId xmlns:a16="http://schemas.microsoft.com/office/drawing/2014/main" id="{22CE9576-046C-FBAA-117A-ABBE4320FC77}"/>
                  </a:ext>
                </a:extLst>
              </p:cNvPr>
              <p:cNvSpPr/>
              <p:nvPr/>
            </p:nvSpPr>
            <p:spPr>
              <a:xfrm>
                <a:off x="7109659" y="1083908"/>
                <a:ext cx="106671" cy="16000"/>
              </a:xfrm>
              <a:prstGeom prst="rect">
                <a:avLst/>
              </a:prstGeom>
              <a:solidFill>
                <a:srgbClr val="F4E1B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8" name="Rectangle 7987">
                <a:extLst>
                  <a:ext uri="{FF2B5EF4-FFF2-40B4-BE49-F238E27FC236}">
                    <a16:creationId xmlns:a16="http://schemas.microsoft.com/office/drawing/2014/main" id="{F66A93E0-6033-AE0E-8C11-E685D655B759}"/>
                  </a:ext>
                </a:extLst>
              </p:cNvPr>
              <p:cNvSpPr/>
              <p:nvPr/>
            </p:nvSpPr>
            <p:spPr>
              <a:xfrm>
                <a:off x="7109659" y="1067908"/>
                <a:ext cx="106671" cy="16000"/>
              </a:xfrm>
              <a:prstGeom prst="rect">
                <a:avLst/>
              </a:prstGeom>
              <a:solidFill>
                <a:srgbClr val="F5DFB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89" name="Rectangle 7988">
                <a:extLst>
                  <a:ext uri="{FF2B5EF4-FFF2-40B4-BE49-F238E27FC236}">
                    <a16:creationId xmlns:a16="http://schemas.microsoft.com/office/drawing/2014/main" id="{C3260CC0-0118-F967-E33B-0416EDC091BD}"/>
                  </a:ext>
                </a:extLst>
              </p:cNvPr>
              <p:cNvSpPr/>
              <p:nvPr/>
            </p:nvSpPr>
            <p:spPr>
              <a:xfrm>
                <a:off x="7109659" y="1051907"/>
                <a:ext cx="106671" cy="16000"/>
              </a:xfrm>
              <a:prstGeom prst="rect">
                <a:avLst/>
              </a:prstGeom>
              <a:solidFill>
                <a:srgbClr val="F5DDB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0" name="Rectangle 7989">
                <a:extLst>
                  <a:ext uri="{FF2B5EF4-FFF2-40B4-BE49-F238E27FC236}">
                    <a16:creationId xmlns:a16="http://schemas.microsoft.com/office/drawing/2014/main" id="{93C2756B-C7DB-245E-03CD-21AA94188180}"/>
                  </a:ext>
                </a:extLst>
              </p:cNvPr>
              <p:cNvSpPr/>
              <p:nvPr/>
            </p:nvSpPr>
            <p:spPr>
              <a:xfrm>
                <a:off x="7109659" y="1035906"/>
                <a:ext cx="106671" cy="16000"/>
              </a:xfrm>
              <a:prstGeom prst="rect">
                <a:avLst/>
              </a:prstGeom>
              <a:solidFill>
                <a:srgbClr val="F5DAA8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1" name="Rectangle 7990">
                <a:extLst>
                  <a:ext uri="{FF2B5EF4-FFF2-40B4-BE49-F238E27FC236}">
                    <a16:creationId xmlns:a16="http://schemas.microsoft.com/office/drawing/2014/main" id="{5C2871AB-105A-2893-9BFB-F0E516B88AEE}"/>
                  </a:ext>
                </a:extLst>
              </p:cNvPr>
              <p:cNvSpPr/>
              <p:nvPr/>
            </p:nvSpPr>
            <p:spPr>
              <a:xfrm>
                <a:off x="7109659" y="1019906"/>
                <a:ext cx="106671" cy="16000"/>
              </a:xfrm>
              <a:prstGeom prst="rect">
                <a:avLst/>
              </a:prstGeom>
              <a:solidFill>
                <a:srgbClr val="F6D8A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2" name="Rectangle 7991">
                <a:extLst>
                  <a:ext uri="{FF2B5EF4-FFF2-40B4-BE49-F238E27FC236}">
                    <a16:creationId xmlns:a16="http://schemas.microsoft.com/office/drawing/2014/main" id="{7EFCD756-1B0D-5283-AE1C-5F468393BC97}"/>
                  </a:ext>
                </a:extLst>
              </p:cNvPr>
              <p:cNvSpPr/>
              <p:nvPr/>
            </p:nvSpPr>
            <p:spPr>
              <a:xfrm>
                <a:off x="7109659" y="1003905"/>
                <a:ext cx="106671" cy="16000"/>
              </a:xfrm>
              <a:prstGeom prst="rect">
                <a:avLst/>
              </a:prstGeom>
              <a:solidFill>
                <a:srgbClr val="F6D69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3" name="Rectangle 7992">
                <a:extLst>
                  <a:ext uri="{FF2B5EF4-FFF2-40B4-BE49-F238E27FC236}">
                    <a16:creationId xmlns:a16="http://schemas.microsoft.com/office/drawing/2014/main" id="{7ED579DC-0678-1AF6-3659-CF31689FED67}"/>
                  </a:ext>
                </a:extLst>
              </p:cNvPr>
              <p:cNvSpPr/>
              <p:nvPr/>
            </p:nvSpPr>
            <p:spPr>
              <a:xfrm>
                <a:off x="7109659" y="987904"/>
                <a:ext cx="106671" cy="16000"/>
              </a:xfrm>
              <a:prstGeom prst="rect">
                <a:avLst/>
              </a:prstGeom>
              <a:solidFill>
                <a:srgbClr val="F7D392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4" name="Rectangle 7993">
                <a:extLst>
                  <a:ext uri="{FF2B5EF4-FFF2-40B4-BE49-F238E27FC236}">
                    <a16:creationId xmlns:a16="http://schemas.microsoft.com/office/drawing/2014/main" id="{94F6A0CA-C8CB-207B-3C74-F68C4A45647A}"/>
                  </a:ext>
                </a:extLst>
              </p:cNvPr>
              <p:cNvSpPr/>
              <p:nvPr/>
            </p:nvSpPr>
            <p:spPr>
              <a:xfrm>
                <a:off x="7109659" y="971904"/>
                <a:ext cx="106671" cy="16000"/>
              </a:xfrm>
              <a:prstGeom prst="rect">
                <a:avLst/>
              </a:prstGeom>
              <a:solidFill>
                <a:srgbClr val="F7D18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5" name="Rectangle 7994">
                <a:extLst>
                  <a:ext uri="{FF2B5EF4-FFF2-40B4-BE49-F238E27FC236}">
                    <a16:creationId xmlns:a16="http://schemas.microsoft.com/office/drawing/2014/main" id="{21862D44-8070-CE56-2B4F-6567E5A905A3}"/>
                  </a:ext>
                </a:extLst>
              </p:cNvPr>
              <p:cNvSpPr/>
              <p:nvPr/>
            </p:nvSpPr>
            <p:spPr>
              <a:xfrm>
                <a:off x="7109659" y="955903"/>
                <a:ext cx="106671" cy="16000"/>
              </a:xfrm>
              <a:prstGeom prst="rect">
                <a:avLst/>
              </a:prstGeom>
              <a:solidFill>
                <a:srgbClr val="F7CF8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6" name="Rectangle 7995">
                <a:extLst>
                  <a:ext uri="{FF2B5EF4-FFF2-40B4-BE49-F238E27FC236}">
                    <a16:creationId xmlns:a16="http://schemas.microsoft.com/office/drawing/2014/main" id="{F3AF3944-4EA1-089C-D0B5-A282CF2C15ED}"/>
                  </a:ext>
                </a:extLst>
              </p:cNvPr>
              <p:cNvSpPr/>
              <p:nvPr/>
            </p:nvSpPr>
            <p:spPr>
              <a:xfrm>
                <a:off x="7109659" y="939902"/>
                <a:ext cx="106671" cy="16000"/>
              </a:xfrm>
              <a:prstGeom prst="rect">
                <a:avLst/>
              </a:prstGeom>
              <a:solidFill>
                <a:srgbClr val="F8CC7C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7" name="Rectangle 7996">
                <a:extLst>
                  <a:ext uri="{FF2B5EF4-FFF2-40B4-BE49-F238E27FC236}">
                    <a16:creationId xmlns:a16="http://schemas.microsoft.com/office/drawing/2014/main" id="{C927BFB8-21D6-583C-3D85-865FA50CCBCD}"/>
                  </a:ext>
                </a:extLst>
              </p:cNvPr>
              <p:cNvSpPr/>
              <p:nvPr/>
            </p:nvSpPr>
            <p:spPr>
              <a:xfrm>
                <a:off x="7109659" y="923902"/>
                <a:ext cx="106671" cy="16000"/>
              </a:xfrm>
              <a:prstGeom prst="rect">
                <a:avLst/>
              </a:prstGeom>
              <a:solidFill>
                <a:srgbClr val="F8CA7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8" name="Rectangle 7997">
                <a:extLst>
                  <a:ext uri="{FF2B5EF4-FFF2-40B4-BE49-F238E27FC236}">
                    <a16:creationId xmlns:a16="http://schemas.microsoft.com/office/drawing/2014/main" id="{14E73912-FA74-D3D7-F4FA-03323D2E6A40}"/>
                  </a:ext>
                </a:extLst>
              </p:cNvPr>
              <p:cNvSpPr/>
              <p:nvPr/>
            </p:nvSpPr>
            <p:spPr>
              <a:xfrm>
                <a:off x="7109659" y="907901"/>
                <a:ext cx="106671" cy="16000"/>
              </a:xfrm>
              <a:prstGeom prst="rect">
                <a:avLst/>
              </a:prstGeom>
              <a:solidFill>
                <a:srgbClr val="F9C86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7999" name="Rectangle 7998">
                <a:extLst>
                  <a:ext uri="{FF2B5EF4-FFF2-40B4-BE49-F238E27FC236}">
                    <a16:creationId xmlns:a16="http://schemas.microsoft.com/office/drawing/2014/main" id="{D4C47B64-D6D3-E737-26A1-359D12373550}"/>
                  </a:ext>
                </a:extLst>
              </p:cNvPr>
              <p:cNvSpPr/>
              <p:nvPr/>
            </p:nvSpPr>
            <p:spPr>
              <a:xfrm>
                <a:off x="7109659" y="891900"/>
                <a:ext cx="106671" cy="16000"/>
              </a:xfrm>
              <a:prstGeom prst="rect">
                <a:avLst/>
              </a:prstGeom>
              <a:solidFill>
                <a:srgbClr val="F9C566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0" name="Rectangle 7999">
                <a:extLst>
                  <a:ext uri="{FF2B5EF4-FFF2-40B4-BE49-F238E27FC236}">
                    <a16:creationId xmlns:a16="http://schemas.microsoft.com/office/drawing/2014/main" id="{DB9C43EB-7EA7-33A4-125C-34AC84884A30}"/>
                  </a:ext>
                </a:extLst>
              </p:cNvPr>
              <p:cNvSpPr/>
              <p:nvPr/>
            </p:nvSpPr>
            <p:spPr>
              <a:xfrm>
                <a:off x="7109659" y="875900"/>
                <a:ext cx="106671" cy="16000"/>
              </a:xfrm>
              <a:prstGeom prst="rect">
                <a:avLst/>
              </a:prstGeom>
              <a:solidFill>
                <a:srgbClr val="F9C35F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1" name="Rectangle 8000">
                <a:extLst>
                  <a:ext uri="{FF2B5EF4-FFF2-40B4-BE49-F238E27FC236}">
                    <a16:creationId xmlns:a16="http://schemas.microsoft.com/office/drawing/2014/main" id="{2955DB1A-2B0A-CA0B-01B8-C44680861BD0}"/>
                  </a:ext>
                </a:extLst>
              </p:cNvPr>
              <p:cNvSpPr/>
              <p:nvPr/>
            </p:nvSpPr>
            <p:spPr>
              <a:xfrm>
                <a:off x="7109659" y="859899"/>
                <a:ext cx="106671" cy="16000"/>
              </a:xfrm>
              <a:prstGeom prst="rect">
                <a:avLst/>
              </a:prstGeom>
              <a:solidFill>
                <a:srgbClr val="FAC15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2" name="Rectangle 8001">
                <a:extLst>
                  <a:ext uri="{FF2B5EF4-FFF2-40B4-BE49-F238E27FC236}">
                    <a16:creationId xmlns:a16="http://schemas.microsoft.com/office/drawing/2014/main" id="{20A31F09-0676-7335-1D71-EF8557DEA5E3}"/>
                  </a:ext>
                </a:extLst>
              </p:cNvPr>
              <p:cNvSpPr/>
              <p:nvPr/>
            </p:nvSpPr>
            <p:spPr>
              <a:xfrm>
                <a:off x="7109659" y="843898"/>
                <a:ext cx="106671" cy="16000"/>
              </a:xfrm>
              <a:prstGeom prst="rect">
                <a:avLst/>
              </a:prstGeom>
              <a:solidFill>
                <a:srgbClr val="FABE5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3" name="Rectangle 8002">
                <a:extLst>
                  <a:ext uri="{FF2B5EF4-FFF2-40B4-BE49-F238E27FC236}">
                    <a16:creationId xmlns:a16="http://schemas.microsoft.com/office/drawing/2014/main" id="{A86350FB-7D62-63D4-CEB3-E5CD3C9BC396}"/>
                  </a:ext>
                </a:extLst>
              </p:cNvPr>
              <p:cNvSpPr/>
              <p:nvPr/>
            </p:nvSpPr>
            <p:spPr>
              <a:xfrm>
                <a:off x="7109659" y="827898"/>
                <a:ext cx="106671" cy="16000"/>
              </a:xfrm>
              <a:prstGeom prst="rect">
                <a:avLst/>
              </a:prstGeom>
              <a:solidFill>
                <a:srgbClr val="FBBC49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4" name="Rectangle 8003">
                <a:extLst>
                  <a:ext uri="{FF2B5EF4-FFF2-40B4-BE49-F238E27FC236}">
                    <a16:creationId xmlns:a16="http://schemas.microsoft.com/office/drawing/2014/main" id="{327682CE-B968-50C3-72FF-23099E027083}"/>
                  </a:ext>
                </a:extLst>
              </p:cNvPr>
              <p:cNvSpPr/>
              <p:nvPr/>
            </p:nvSpPr>
            <p:spPr>
              <a:xfrm>
                <a:off x="7109659" y="811897"/>
                <a:ext cx="106671" cy="16000"/>
              </a:xfrm>
              <a:prstGeom prst="rect">
                <a:avLst/>
              </a:prstGeom>
              <a:solidFill>
                <a:srgbClr val="FBBA41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5" name="Rectangle 8004">
                <a:extLst>
                  <a:ext uri="{FF2B5EF4-FFF2-40B4-BE49-F238E27FC236}">
                    <a16:creationId xmlns:a16="http://schemas.microsoft.com/office/drawing/2014/main" id="{8966B536-A134-961E-BD6C-FCEC9E5241EE}"/>
                  </a:ext>
                </a:extLst>
              </p:cNvPr>
              <p:cNvSpPr/>
              <p:nvPr/>
            </p:nvSpPr>
            <p:spPr>
              <a:xfrm>
                <a:off x="7109659" y="795896"/>
                <a:ext cx="106671" cy="16000"/>
              </a:xfrm>
              <a:prstGeom prst="rect">
                <a:avLst/>
              </a:prstGeom>
              <a:solidFill>
                <a:srgbClr val="FBB73A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6" name="Rectangle 8005">
                <a:extLst>
                  <a:ext uri="{FF2B5EF4-FFF2-40B4-BE49-F238E27FC236}">
                    <a16:creationId xmlns:a16="http://schemas.microsoft.com/office/drawing/2014/main" id="{4BBD8F9A-820B-E884-1BB1-9C0C933F1510}"/>
                  </a:ext>
                </a:extLst>
              </p:cNvPr>
              <p:cNvSpPr/>
              <p:nvPr/>
            </p:nvSpPr>
            <p:spPr>
              <a:xfrm>
                <a:off x="7109659" y="779895"/>
                <a:ext cx="106671" cy="16000"/>
              </a:xfrm>
              <a:prstGeom prst="rect">
                <a:avLst/>
              </a:prstGeom>
              <a:solidFill>
                <a:srgbClr val="FCB533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7" name="Rectangle 8006">
                <a:extLst>
                  <a:ext uri="{FF2B5EF4-FFF2-40B4-BE49-F238E27FC236}">
                    <a16:creationId xmlns:a16="http://schemas.microsoft.com/office/drawing/2014/main" id="{BDB309AC-9FAC-73D7-6610-3631399F49E5}"/>
                  </a:ext>
                </a:extLst>
              </p:cNvPr>
              <p:cNvSpPr/>
              <p:nvPr/>
            </p:nvSpPr>
            <p:spPr>
              <a:xfrm>
                <a:off x="7109659" y="763895"/>
                <a:ext cx="106671" cy="16000"/>
              </a:xfrm>
              <a:prstGeom prst="rect">
                <a:avLst/>
              </a:prstGeom>
              <a:solidFill>
                <a:srgbClr val="FCB32B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8" name="Rectangle 8007">
                <a:extLst>
                  <a:ext uri="{FF2B5EF4-FFF2-40B4-BE49-F238E27FC236}">
                    <a16:creationId xmlns:a16="http://schemas.microsoft.com/office/drawing/2014/main" id="{A24252DE-19B4-5A7B-7C50-6C2FECA29D33}"/>
                  </a:ext>
                </a:extLst>
              </p:cNvPr>
              <p:cNvSpPr/>
              <p:nvPr/>
            </p:nvSpPr>
            <p:spPr>
              <a:xfrm>
                <a:off x="7109659" y="747894"/>
                <a:ext cx="106671" cy="16000"/>
              </a:xfrm>
              <a:prstGeom prst="rect">
                <a:avLst/>
              </a:prstGeom>
              <a:solidFill>
                <a:srgbClr val="FDB024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09" name="Rectangle 8008">
                <a:extLst>
                  <a:ext uri="{FF2B5EF4-FFF2-40B4-BE49-F238E27FC236}">
                    <a16:creationId xmlns:a16="http://schemas.microsoft.com/office/drawing/2014/main" id="{13ABBC44-0907-ECA7-B044-64F26980CFA3}"/>
                  </a:ext>
                </a:extLst>
              </p:cNvPr>
              <p:cNvSpPr/>
              <p:nvPr/>
            </p:nvSpPr>
            <p:spPr>
              <a:xfrm>
                <a:off x="7109659" y="731893"/>
                <a:ext cx="106671" cy="16000"/>
              </a:xfrm>
              <a:prstGeom prst="rect">
                <a:avLst/>
              </a:prstGeom>
              <a:solidFill>
                <a:srgbClr val="FDAE1D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0" name="Rectangle 8009">
                <a:extLst>
                  <a:ext uri="{FF2B5EF4-FFF2-40B4-BE49-F238E27FC236}">
                    <a16:creationId xmlns:a16="http://schemas.microsoft.com/office/drawing/2014/main" id="{976C4264-F79B-344B-349F-199EA8055C6E}"/>
                  </a:ext>
                </a:extLst>
              </p:cNvPr>
              <p:cNvSpPr/>
              <p:nvPr/>
            </p:nvSpPr>
            <p:spPr>
              <a:xfrm>
                <a:off x="7109659" y="715893"/>
                <a:ext cx="106671" cy="16000"/>
              </a:xfrm>
              <a:prstGeom prst="rect">
                <a:avLst/>
              </a:prstGeom>
              <a:solidFill>
                <a:srgbClr val="FDAC15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1" name="Rectangle 8010">
                <a:extLst>
                  <a:ext uri="{FF2B5EF4-FFF2-40B4-BE49-F238E27FC236}">
                    <a16:creationId xmlns:a16="http://schemas.microsoft.com/office/drawing/2014/main" id="{EE010A3B-C1B1-3DC6-CE64-6DE97187D29F}"/>
                  </a:ext>
                </a:extLst>
              </p:cNvPr>
              <p:cNvSpPr/>
              <p:nvPr/>
            </p:nvSpPr>
            <p:spPr>
              <a:xfrm>
                <a:off x="7109659" y="699892"/>
                <a:ext cx="106671" cy="16000"/>
              </a:xfrm>
              <a:prstGeom prst="rect">
                <a:avLst/>
              </a:prstGeom>
              <a:solidFill>
                <a:srgbClr val="FEA90E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2" name="Rectangle 8011">
                <a:extLst>
                  <a:ext uri="{FF2B5EF4-FFF2-40B4-BE49-F238E27FC236}">
                    <a16:creationId xmlns:a16="http://schemas.microsoft.com/office/drawing/2014/main" id="{E47EA5A4-DA3B-7E6F-421D-6B8148D2131C}"/>
                  </a:ext>
                </a:extLst>
              </p:cNvPr>
              <p:cNvSpPr/>
              <p:nvPr/>
            </p:nvSpPr>
            <p:spPr>
              <a:xfrm>
                <a:off x="7109659" y="683891"/>
                <a:ext cx="106671" cy="16000"/>
              </a:xfrm>
              <a:prstGeom prst="rect">
                <a:avLst/>
              </a:prstGeom>
              <a:solidFill>
                <a:srgbClr val="FEA707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3" name="Rectangle 8012">
                <a:extLst>
                  <a:ext uri="{FF2B5EF4-FFF2-40B4-BE49-F238E27FC236}">
                    <a16:creationId xmlns:a16="http://schemas.microsoft.com/office/drawing/2014/main" id="{413ABD84-2774-FB95-B7C8-986991138C07}"/>
                  </a:ext>
                </a:extLst>
              </p:cNvPr>
              <p:cNvSpPr/>
              <p:nvPr/>
            </p:nvSpPr>
            <p:spPr>
              <a:xfrm>
                <a:off x="7109659" y="667891"/>
                <a:ext cx="106671" cy="16000"/>
              </a:xfrm>
              <a:prstGeom prst="rect">
                <a:avLst/>
              </a:prstGeom>
              <a:solidFill>
                <a:srgbClr val="FFA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4" name="Rectangle 8013">
                <a:extLst>
                  <a:ext uri="{FF2B5EF4-FFF2-40B4-BE49-F238E27FC236}">
                    <a16:creationId xmlns:a16="http://schemas.microsoft.com/office/drawing/2014/main" id="{9EB130AB-BECB-C236-186C-E45E5C47CA28}"/>
                  </a:ext>
                </a:extLst>
              </p:cNvPr>
              <p:cNvSpPr/>
              <p:nvPr/>
            </p:nvSpPr>
            <p:spPr>
              <a:xfrm>
                <a:off x="7109659" y="651890"/>
                <a:ext cx="106671" cy="16000"/>
              </a:xfrm>
              <a:prstGeom prst="rect">
                <a:avLst/>
              </a:prstGeom>
              <a:solidFill>
                <a:srgbClr val="FF9F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5" name="Rectangle 8014">
                <a:extLst>
                  <a:ext uri="{FF2B5EF4-FFF2-40B4-BE49-F238E27FC236}">
                    <a16:creationId xmlns:a16="http://schemas.microsoft.com/office/drawing/2014/main" id="{C685C0EF-B923-36D2-3698-AAF3C1D2CE8C}"/>
                  </a:ext>
                </a:extLst>
              </p:cNvPr>
              <p:cNvSpPr/>
              <p:nvPr/>
            </p:nvSpPr>
            <p:spPr>
              <a:xfrm>
                <a:off x="7109659" y="635889"/>
                <a:ext cx="106671" cy="16000"/>
              </a:xfrm>
              <a:prstGeom prst="rect">
                <a:avLst/>
              </a:prstGeom>
              <a:solidFill>
                <a:srgbClr val="FF9A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6" name="Rectangle 8015">
                <a:extLst>
                  <a:ext uri="{FF2B5EF4-FFF2-40B4-BE49-F238E27FC236}">
                    <a16:creationId xmlns:a16="http://schemas.microsoft.com/office/drawing/2014/main" id="{16BEDA99-FFBD-C34D-7F59-B9E2A35E47B0}"/>
                  </a:ext>
                </a:extLst>
              </p:cNvPr>
              <p:cNvSpPr/>
              <p:nvPr/>
            </p:nvSpPr>
            <p:spPr>
              <a:xfrm>
                <a:off x="7109659" y="619889"/>
                <a:ext cx="106671" cy="16000"/>
              </a:xfrm>
              <a:prstGeom prst="rect">
                <a:avLst/>
              </a:prstGeom>
              <a:solidFill>
                <a:srgbClr val="FF96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7" name="Rectangle 8016">
                <a:extLst>
                  <a:ext uri="{FF2B5EF4-FFF2-40B4-BE49-F238E27FC236}">
                    <a16:creationId xmlns:a16="http://schemas.microsoft.com/office/drawing/2014/main" id="{D4541830-F61C-A5EE-07F1-73745D0B9A12}"/>
                  </a:ext>
                </a:extLst>
              </p:cNvPr>
              <p:cNvSpPr/>
              <p:nvPr/>
            </p:nvSpPr>
            <p:spPr>
              <a:xfrm>
                <a:off x="7109659" y="603888"/>
                <a:ext cx="106671" cy="16000"/>
              </a:xfrm>
              <a:prstGeom prst="rect">
                <a:avLst/>
              </a:prstGeom>
              <a:solidFill>
                <a:srgbClr val="FF91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8" name="Rectangle 8017">
                <a:extLst>
                  <a:ext uri="{FF2B5EF4-FFF2-40B4-BE49-F238E27FC236}">
                    <a16:creationId xmlns:a16="http://schemas.microsoft.com/office/drawing/2014/main" id="{27621B6E-3B5A-73ED-C8E8-239F0A4AE9FB}"/>
                  </a:ext>
                </a:extLst>
              </p:cNvPr>
              <p:cNvSpPr/>
              <p:nvPr/>
            </p:nvSpPr>
            <p:spPr>
              <a:xfrm>
                <a:off x="7109659" y="587887"/>
                <a:ext cx="106671" cy="16000"/>
              </a:xfrm>
              <a:prstGeom prst="rect">
                <a:avLst/>
              </a:prstGeom>
              <a:solidFill>
                <a:srgbClr val="FF8B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19" name="Rectangle 8018">
                <a:extLst>
                  <a:ext uri="{FF2B5EF4-FFF2-40B4-BE49-F238E27FC236}">
                    <a16:creationId xmlns:a16="http://schemas.microsoft.com/office/drawing/2014/main" id="{5D4130BA-ABB0-4B5A-2186-98961211AEC1}"/>
                  </a:ext>
                </a:extLst>
              </p:cNvPr>
              <p:cNvSpPr/>
              <p:nvPr/>
            </p:nvSpPr>
            <p:spPr>
              <a:xfrm>
                <a:off x="7109659" y="571887"/>
                <a:ext cx="106671" cy="16000"/>
              </a:xfrm>
              <a:prstGeom prst="rect">
                <a:avLst/>
              </a:prstGeom>
              <a:solidFill>
                <a:srgbClr val="FF86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0" name="Rectangle 8019">
                <a:extLst>
                  <a:ext uri="{FF2B5EF4-FFF2-40B4-BE49-F238E27FC236}">
                    <a16:creationId xmlns:a16="http://schemas.microsoft.com/office/drawing/2014/main" id="{28B95623-BFB2-D1A2-687B-A8098CB0BC5D}"/>
                  </a:ext>
                </a:extLst>
              </p:cNvPr>
              <p:cNvSpPr/>
              <p:nvPr/>
            </p:nvSpPr>
            <p:spPr>
              <a:xfrm>
                <a:off x="7109659" y="555886"/>
                <a:ext cx="106671" cy="16000"/>
              </a:xfrm>
              <a:prstGeom prst="rect">
                <a:avLst/>
              </a:prstGeom>
              <a:solidFill>
                <a:srgbClr val="FF8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1" name="Rectangle 8020">
                <a:extLst>
                  <a:ext uri="{FF2B5EF4-FFF2-40B4-BE49-F238E27FC236}">
                    <a16:creationId xmlns:a16="http://schemas.microsoft.com/office/drawing/2014/main" id="{844F4A13-19AC-E48B-96BE-45F6BF81EDB7}"/>
                  </a:ext>
                </a:extLst>
              </p:cNvPr>
              <p:cNvSpPr/>
              <p:nvPr/>
            </p:nvSpPr>
            <p:spPr>
              <a:xfrm>
                <a:off x="7109659" y="539885"/>
                <a:ext cx="106671" cy="16000"/>
              </a:xfrm>
              <a:prstGeom prst="rect">
                <a:avLst/>
              </a:prstGeom>
              <a:solidFill>
                <a:srgbClr val="FF7C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2" name="Rectangle 8021">
                <a:extLst>
                  <a:ext uri="{FF2B5EF4-FFF2-40B4-BE49-F238E27FC236}">
                    <a16:creationId xmlns:a16="http://schemas.microsoft.com/office/drawing/2014/main" id="{9B13639E-DD71-B506-034D-68726AA9663F}"/>
                  </a:ext>
                </a:extLst>
              </p:cNvPr>
              <p:cNvSpPr/>
              <p:nvPr/>
            </p:nvSpPr>
            <p:spPr>
              <a:xfrm>
                <a:off x="7109659" y="523885"/>
                <a:ext cx="106671" cy="16000"/>
              </a:xfrm>
              <a:prstGeom prst="rect">
                <a:avLst/>
              </a:prstGeom>
              <a:solidFill>
                <a:srgbClr val="FF7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3" name="Rectangle 8022">
                <a:extLst>
                  <a:ext uri="{FF2B5EF4-FFF2-40B4-BE49-F238E27FC236}">
                    <a16:creationId xmlns:a16="http://schemas.microsoft.com/office/drawing/2014/main" id="{63BAD0BC-B6EA-4A7E-537F-1761B058562E}"/>
                  </a:ext>
                </a:extLst>
              </p:cNvPr>
              <p:cNvSpPr/>
              <p:nvPr/>
            </p:nvSpPr>
            <p:spPr>
              <a:xfrm>
                <a:off x="7109659" y="507884"/>
                <a:ext cx="106671" cy="16000"/>
              </a:xfrm>
              <a:prstGeom prst="rect">
                <a:avLst/>
              </a:prstGeom>
              <a:solidFill>
                <a:srgbClr val="FF7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4" name="Rectangle 8023">
                <a:extLst>
                  <a:ext uri="{FF2B5EF4-FFF2-40B4-BE49-F238E27FC236}">
                    <a16:creationId xmlns:a16="http://schemas.microsoft.com/office/drawing/2014/main" id="{DA007356-42B1-1405-D45A-FE45FFC91D91}"/>
                  </a:ext>
                </a:extLst>
              </p:cNvPr>
              <p:cNvSpPr/>
              <p:nvPr/>
            </p:nvSpPr>
            <p:spPr>
              <a:xfrm>
                <a:off x="7109659" y="491883"/>
                <a:ext cx="106671" cy="16000"/>
              </a:xfrm>
              <a:prstGeom prst="rect">
                <a:avLst/>
              </a:prstGeom>
              <a:solidFill>
                <a:srgbClr val="FF6D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5" name="Rectangle 8024">
                <a:extLst>
                  <a:ext uri="{FF2B5EF4-FFF2-40B4-BE49-F238E27FC236}">
                    <a16:creationId xmlns:a16="http://schemas.microsoft.com/office/drawing/2014/main" id="{F43D89F5-B972-5F90-8DED-96911480FF08}"/>
                  </a:ext>
                </a:extLst>
              </p:cNvPr>
              <p:cNvSpPr/>
              <p:nvPr/>
            </p:nvSpPr>
            <p:spPr>
              <a:xfrm>
                <a:off x="7109659" y="475883"/>
                <a:ext cx="106671" cy="16000"/>
              </a:xfrm>
              <a:prstGeom prst="rect">
                <a:avLst/>
              </a:prstGeom>
              <a:solidFill>
                <a:srgbClr val="FF6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6" name="Rectangle 8025">
                <a:extLst>
                  <a:ext uri="{FF2B5EF4-FFF2-40B4-BE49-F238E27FC236}">
                    <a16:creationId xmlns:a16="http://schemas.microsoft.com/office/drawing/2014/main" id="{AFEF3B0A-0FAD-C49B-0316-DBA8E8B72B34}"/>
                  </a:ext>
                </a:extLst>
              </p:cNvPr>
              <p:cNvSpPr/>
              <p:nvPr/>
            </p:nvSpPr>
            <p:spPr>
              <a:xfrm>
                <a:off x="7109659" y="459882"/>
                <a:ext cx="106671" cy="16000"/>
              </a:xfrm>
              <a:prstGeom prst="rect">
                <a:avLst/>
              </a:prstGeom>
              <a:solidFill>
                <a:srgbClr val="FF63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7" name="Rectangle 8026">
                <a:extLst>
                  <a:ext uri="{FF2B5EF4-FFF2-40B4-BE49-F238E27FC236}">
                    <a16:creationId xmlns:a16="http://schemas.microsoft.com/office/drawing/2014/main" id="{9436BED7-1A89-A26F-1A3A-1DCE1EB0461B}"/>
                  </a:ext>
                </a:extLst>
              </p:cNvPr>
              <p:cNvSpPr/>
              <p:nvPr/>
            </p:nvSpPr>
            <p:spPr>
              <a:xfrm>
                <a:off x="7109659" y="443881"/>
                <a:ext cx="106671" cy="16000"/>
              </a:xfrm>
              <a:prstGeom prst="rect">
                <a:avLst/>
              </a:prstGeom>
              <a:solidFill>
                <a:srgbClr val="FF5E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8" name="Rectangle 8027">
                <a:extLst>
                  <a:ext uri="{FF2B5EF4-FFF2-40B4-BE49-F238E27FC236}">
                    <a16:creationId xmlns:a16="http://schemas.microsoft.com/office/drawing/2014/main" id="{8573AC12-1272-A493-A5DB-DA9A0326F573}"/>
                  </a:ext>
                </a:extLst>
              </p:cNvPr>
              <p:cNvSpPr/>
              <p:nvPr/>
            </p:nvSpPr>
            <p:spPr>
              <a:xfrm>
                <a:off x="7109659" y="427881"/>
                <a:ext cx="106671" cy="16000"/>
              </a:xfrm>
              <a:prstGeom prst="rect">
                <a:avLst/>
              </a:prstGeom>
              <a:solidFill>
                <a:srgbClr val="FF59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29" name="Rectangle 8028">
                <a:extLst>
                  <a:ext uri="{FF2B5EF4-FFF2-40B4-BE49-F238E27FC236}">
                    <a16:creationId xmlns:a16="http://schemas.microsoft.com/office/drawing/2014/main" id="{0671448C-408D-17A2-B914-B1E94ECC476F}"/>
                  </a:ext>
                </a:extLst>
              </p:cNvPr>
              <p:cNvSpPr/>
              <p:nvPr/>
            </p:nvSpPr>
            <p:spPr>
              <a:xfrm>
                <a:off x="7109659" y="411880"/>
                <a:ext cx="106671" cy="16000"/>
              </a:xfrm>
              <a:prstGeom prst="rect">
                <a:avLst/>
              </a:prstGeom>
              <a:solidFill>
                <a:srgbClr val="FF5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0" name="Rectangle 8029">
                <a:extLst>
                  <a:ext uri="{FF2B5EF4-FFF2-40B4-BE49-F238E27FC236}">
                    <a16:creationId xmlns:a16="http://schemas.microsoft.com/office/drawing/2014/main" id="{FA0EE606-3FD7-4126-6748-D2DD15299427}"/>
                  </a:ext>
                </a:extLst>
              </p:cNvPr>
              <p:cNvSpPr/>
              <p:nvPr/>
            </p:nvSpPr>
            <p:spPr>
              <a:xfrm>
                <a:off x="7109659" y="395879"/>
                <a:ext cx="106671" cy="16000"/>
              </a:xfrm>
              <a:prstGeom prst="rect">
                <a:avLst/>
              </a:prstGeom>
              <a:solidFill>
                <a:srgbClr val="FF4F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1" name="Rectangle 8030">
                <a:extLst>
                  <a:ext uri="{FF2B5EF4-FFF2-40B4-BE49-F238E27FC236}">
                    <a16:creationId xmlns:a16="http://schemas.microsoft.com/office/drawing/2014/main" id="{1867C0CC-D9A1-AED4-D1A5-B72857256D15}"/>
                  </a:ext>
                </a:extLst>
              </p:cNvPr>
              <p:cNvSpPr/>
              <p:nvPr/>
            </p:nvSpPr>
            <p:spPr>
              <a:xfrm>
                <a:off x="7109659" y="379879"/>
                <a:ext cx="106671" cy="16000"/>
              </a:xfrm>
              <a:prstGeom prst="rect">
                <a:avLst/>
              </a:prstGeom>
              <a:solidFill>
                <a:srgbClr val="FF4A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2" name="Rectangle 8031">
                <a:extLst>
                  <a:ext uri="{FF2B5EF4-FFF2-40B4-BE49-F238E27FC236}">
                    <a16:creationId xmlns:a16="http://schemas.microsoft.com/office/drawing/2014/main" id="{9B13478D-17CA-B975-BC6C-D923EEC37FCC}"/>
                  </a:ext>
                </a:extLst>
              </p:cNvPr>
              <p:cNvSpPr/>
              <p:nvPr/>
            </p:nvSpPr>
            <p:spPr>
              <a:xfrm>
                <a:off x="7109659" y="363878"/>
                <a:ext cx="106671" cy="16000"/>
              </a:xfrm>
              <a:prstGeom prst="rect">
                <a:avLst/>
              </a:prstGeom>
              <a:solidFill>
                <a:srgbClr val="FF45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3" name="Rectangle 8032">
                <a:extLst>
                  <a:ext uri="{FF2B5EF4-FFF2-40B4-BE49-F238E27FC236}">
                    <a16:creationId xmlns:a16="http://schemas.microsoft.com/office/drawing/2014/main" id="{209074E3-447E-07D4-E8F4-3623730F8C07}"/>
                  </a:ext>
                </a:extLst>
              </p:cNvPr>
              <p:cNvSpPr/>
              <p:nvPr/>
            </p:nvSpPr>
            <p:spPr>
              <a:xfrm>
                <a:off x="7109659" y="347877"/>
                <a:ext cx="106671" cy="16000"/>
              </a:xfrm>
              <a:prstGeom prst="rect">
                <a:avLst/>
              </a:prstGeom>
              <a:solidFill>
                <a:srgbClr val="FF4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4" name="Rectangle 8033">
                <a:extLst>
                  <a:ext uri="{FF2B5EF4-FFF2-40B4-BE49-F238E27FC236}">
                    <a16:creationId xmlns:a16="http://schemas.microsoft.com/office/drawing/2014/main" id="{1AE9F73B-7C47-4EFB-8C28-D1615B1BE486}"/>
                  </a:ext>
                </a:extLst>
              </p:cNvPr>
              <p:cNvSpPr/>
              <p:nvPr/>
            </p:nvSpPr>
            <p:spPr>
              <a:xfrm>
                <a:off x="7109659" y="331877"/>
                <a:ext cx="106671" cy="16000"/>
              </a:xfrm>
              <a:prstGeom prst="rect">
                <a:avLst/>
              </a:prstGeom>
              <a:solidFill>
                <a:srgbClr val="FF3B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5" name="Rectangle 8034">
                <a:extLst>
                  <a:ext uri="{FF2B5EF4-FFF2-40B4-BE49-F238E27FC236}">
                    <a16:creationId xmlns:a16="http://schemas.microsoft.com/office/drawing/2014/main" id="{B6D56B96-CD64-1246-2147-B7B76AEEA277}"/>
                  </a:ext>
                </a:extLst>
              </p:cNvPr>
              <p:cNvSpPr/>
              <p:nvPr/>
            </p:nvSpPr>
            <p:spPr>
              <a:xfrm>
                <a:off x="7109659" y="315876"/>
                <a:ext cx="106671" cy="16000"/>
              </a:xfrm>
              <a:prstGeom prst="rect">
                <a:avLst/>
              </a:prstGeom>
              <a:solidFill>
                <a:srgbClr val="FF36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6" name="Rectangle 8035">
                <a:extLst>
                  <a:ext uri="{FF2B5EF4-FFF2-40B4-BE49-F238E27FC236}">
                    <a16:creationId xmlns:a16="http://schemas.microsoft.com/office/drawing/2014/main" id="{B6748136-0954-B880-BF14-91B5054EDD85}"/>
                  </a:ext>
                </a:extLst>
              </p:cNvPr>
              <p:cNvSpPr/>
              <p:nvPr/>
            </p:nvSpPr>
            <p:spPr>
              <a:xfrm>
                <a:off x="7109659" y="299875"/>
                <a:ext cx="106671" cy="16000"/>
              </a:xfrm>
              <a:prstGeom prst="rect">
                <a:avLst/>
              </a:prstGeom>
              <a:solidFill>
                <a:srgbClr val="FF31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7" name="Rectangle 8036">
                <a:extLst>
                  <a:ext uri="{FF2B5EF4-FFF2-40B4-BE49-F238E27FC236}">
                    <a16:creationId xmlns:a16="http://schemas.microsoft.com/office/drawing/2014/main" id="{A85E9E0C-E959-A429-CA9C-57381EF7A103}"/>
                  </a:ext>
                </a:extLst>
              </p:cNvPr>
              <p:cNvSpPr/>
              <p:nvPr/>
            </p:nvSpPr>
            <p:spPr>
              <a:xfrm>
                <a:off x="7109659" y="283874"/>
                <a:ext cx="106671" cy="16000"/>
              </a:xfrm>
              <a:prstGeom prst="rect">
                <a:avLst/>
              </a:prstGeom>
              <a:solidFill>
                <a:srgbClr val="FF2C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8" name="Rectangle 8037">
                <a:extLst>
                  <a:ext uri="{FF2B5EF4-FFF2-40B4-BE49-F238E27FC236}">
                    <a16:creationId xmlns:a16="http://schemas.microsoft.com/office/drawing/2014/main" id="{1A0F84DE-625E-56FF-A2C8-39852B249B74}"/>
                  </a:ext>
                </a:extLst>
              </p:cNvPr>
              <p:cNvSpPr/>
              <p:nvPr/>
            </p:nvSpPr>
            <p:spPr>
              <a:xfrm>
                <a:off x="7109659" y="267874"/>
                <a:ext cx="106671" cy="16000"/>
              </a:xfrm>
              <a:prstGeom prst="rect">
                <a:avLst/>
              </a:prstGeom>
              <a:solidFill>
                <a:srgbClr val="FF27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39" name="Rectangle 8038">
                <a:extLst>
                  <a:ext uri="{FF2B5EF4-FFF2-40B4-BE49-F238E27FC236}">
                    <a16:creationId xmlns:a16="http://schemas.microsoft.com/office/drawing/2014/main" id="{2CBB104E-B8E8-83BA-949D-96181415AE7C}"/>
                  </a:ext>
                </a:extLst>
              </p:cNvPr>
              <p:cNvSpPr/>
              <p:nvPr/>
            </p:nvSpPr>
            <p:spPr>
              <a:xfrm>
                <a:off x="7109659" y="251873"/>
                <a:ext cx="106671" cy="16000"/>
              </a:xfrm>
              <a:prstGeom prst="rect">
                <a:avLst/>
              </a:prstGeom>
              <a:solidFill>
                <a:srgbClr val="FF22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0" name="Rectangle 8039">
                <a:extLst>
                  <a:ext uri="{FF2B5EF4-FFF2-40B4-BE49-F238E27FC236}">
                    <a16:creationId xmlns:a16="http://schemas.microsoft.com/office/drawing/2014/main" id="{0F1FDD15-9BE2-5F05-9FAD-D1B461EA57E0}"/>
                  </a:ext>
                </a:extLst>
              </p:cNvPr>
              <p:cNvSpPr/>
              <p:nvPr/>
            </p:nvSpPr>
            <p:spPr>
              <a:xfrm>
                <a:off x="7109659" y="235872"/>
                <a:ext cx="106671" cy="16000"/>
              </a:xfrm>
              <a:prstGeom prst="rect">
                <a:avLst/>
              </a:prstGeom>
              <a:solidFill>
                <a:srgbClr val="FF1D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1" name="Rectangle 8040">
                <a:extLst>
                  <a:ext uri="{FF2B5EF4-FFF2-40B4-BE49-F238E27FC236}">
                    <a16:creationId xmlns:a16="http://schemas.microsoft.com/office/drawing/2014/main" id="{B0A5C03C-AC95-B564-DCD0-2AD0179152F2}"/>
                  </a:ext>
                </a:extLst>
              </p:cNvPr>
              <p:cNvSpPr/>
              <p:nvPr/>
            </p:nvSpPr>
            <p:spPr>
              <a:xfrm>
                <a:off x="7109659" y="219872"/>
                <a:ext cx="106671" cy="16000"/>
              </a:xfrm>
              <a:prstGeom prst="rect">
                <a:avLst/>
              </a:prstGeom>
              <a:solidFill>
                <a:srgbClr val="FF18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2" name="Rectangle 8041">
                <a:extLst>
                  <a:ext uri="{FF2B5EF4-FFF2-40B4-BE49-F238E27FC236}">
                    <a16:creationId xmlns:a16="http://schemas.microsoft.com/office/drawing/2014/main" id="{2E7B9171-FD56-3FF1-4959-CA875A9B772F}"/>
                  </a:ext>
                </a:extLst>
              </p:cNvPr>
              <p:cNvSpPr/>
              <p:nvPr/>
            </p:nvSpPr>
            <p:spPr>
              <a:xfrm>
                <a:off x="7109659" y="203871"/>
                <a:ext cx="106671" cy="16000"/>
              </a:xfrm>
              <a:prstGeom prst="rect">
                <a:avLst/>
              </a:prstGeom>
              <a:solidFill>
                <a:srgbClr val="FF13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3" name="Rectangle 8042">
                <a:extLst>
                  <a:ext uri="{FF2B5EF4-FFF2-40B4-BE49-F238E27FC236}">
                    <a16:creationId xmlns:a16="http://schemas.microsoft.com/office/drawing/2014/main" id="{8C3DD925-784F-F907-ABAD-E1A1A42DF2A1}"/>
                  </a:ext>
                </a:extLst>
              </p:cNvPr>
              <p:cNvSpPr/>
              <p:nvPr/>
            </p:nvSpPr>
            <p:spPr>
              <a:xfrm>
                <a:off x="7109659" y="187870"/>
                <a:ext cx="106671" cy="16000"/>
              </a:xfrm>
              <a:prstGeom prst="rect">
                <a:avLst/>
              </a:prstGeom>
              <a:solidFill>
                <a:srgbClr val="FF0E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4" name="Rectangle 8043">
                <a:extLst>
                  <a:ext uri="{FF2B5EF4-FFF2-40B4-BE49-F238E27FC236}">
                    <a16:creationId xmlns:a16="http://schemas.microsoft.com/office/drawing/2014/main" id="{DFE0F8CB-C671-B2B3-39ED-683CC22592BB}"/>
                  </a:ext>
                </a:extLst>
              </p:cNvPr>
              <p:cNvSpPr/>
              <p:nvPr/>
            </p:nvSpPr>
            <p:spPr>
              <a:xfrm>
                <a:off x="7109659" y="171870"/>
                <a:ext cx="106671" cy="16000"/>
              </a:xfrm>
              <a:prstGeom prst="rect">
                <a:avLst/>
              </a:prstGeom>
              <a:solidFill>
                <a:srgbClr val="FF09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5" name="Rectangle 8044">
                <a:extLst>
                  <a:ext uri="{FF2B5EF4-FFF2-40B4-BE49-F238E27FC236}">
                    <a16:creationId xmlns:a16="http://schemas.microsoft.com/office/drawing/2014/main" id="{9E0AAC8F-F6D6-A176-2EB5-9C78927C7EC6}"/>
                  </a:ext>
                </a:extLst>
              </p:cNvPr>
              <p:cNvSpPr/>
              <p:nvPr/>
            </p:nvSpPr>
            <p:spPr>
              <a:xfrm>
                <a:off x="7109659" y="155869"/>
                <a:ext cx="106671" cy="16000"/>
              </a:xfrm>
              <a:prstGeom prst="rect">
                <a:avLst/>
              </a:prstGeom>
              <a:solidFill>
                <a:srgbClr val="FF04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6" name="Rectangle 8045">
                <a:extLst>
                  <a:ext uri="{FF2B5EF4-FFF2-40B4-BE49-F238E27FC236}">
                    <a16:creationId xmlns:a16="http://schemas.microsoft.com/office/drawing/2014/main" id="{961AE256-A28E-DA30-4F67-4B14792D7851}"/>
                  </a:ext>
                </a:extLst>
              </p:cNvPr>
              <p:cNvSpPr/>
              <p:nvPr/>
            </p:nvSpPr>
            <p:spPr>
              <a:xfrm>
                <a:off x="7109659" y="139868"/>
                <a:ext cx="106671" cy="16000"/>
              </a:xfrm>
              <a:prstGeom prst="rect">
                <a:avLst/>
              </a:prstGeom>
              <a:solidFill>
                <a:srgbClr val="F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7" name="Rectangle 8046">
                <a:extLst>
                  <a:ext uri="{FF2B5EF4-FFF2-40B4-BE49-F238E27FC236}">
                    <a16:creationId xmlns:a16="http://schemas.microsoft.com/office/drawing/2014/main" id="{C1E1DD5E-A73A-75BD-5B71-DE3A5EAF9AFE}"/>
                  </a:ext>
                </a:extLst>
              </p:cNvPr>
              <p:cNvSpPr/>
              <p:nvPr/>
            </p:nvSpPr>
            <p:spPr>
              <a:xfrm>
                <a:off x="7109659" y="123868"/>
                <a:ext cx="106671" cy="16000"/>
              </a:xfrm>
              <a:prstGeom prst="rect">
                <a:avLst/>
              </a:prstGeom>
              <a:solidFill>
                <a:srgbClr val="FB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8" name="Rectangle 8047">
                <a:extLst>
                  <a:ext uri="{FF2B5EF4-FFF2-40B4-BE49-F238E27FC236}">
                    <a16:creationId xmlns:a16="http://schemas.microsoft.com/office/drawing/2014/main" id="{6D425575-5942-C22A-02EF-96A35E8B2988}"/>
                  </a:ext>
                </a:extLst>
              </p:cNvPr>
              <p:cNvSpPr/>
              <p:nvPr/>
            </p:nvSpPr>
            <p:spPr>
              <a:xfrm>
                <a:off x="7109659" y="107867"/>
                <a:ext cx="106671" cy="16000"/>
              </a:xfrm>
              <a:prstGeom prst="rect">
                <a:avLst/>
              </a:prstGeom>
              <a:solidFill>
                <a:srgbClr val="F7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49" name="Rectangle 8048">
                <a:extLst>
                  <a:ext uri="{FF2B5EF4-FFF2-40B4-BE49-F238E27FC236}">
                    <a16:creationId xmlns:a16="http://schemas.microsoft.com/office/drawing/2014/main" id="{4467CCCB-C83F-AE04-E150-3EE20FF22FF2}"/>
                  </a:ext>
                </a:extLst>
              </p:cNvPr>
              <p:cNvSpPr/>
              <p:nvPr/>
            </p:nvSpPr>
            <p:spPr>
              <a:xfrm>
                <a:off x="7109659" y="91866"/>
                <a:ext cx="106671" cy="16000"/>
              </a:xfrm>
              <a:prstGeom prst="rect">
                <a:avLst/>
              </a:prstGeom>
              <a:solidFill>
                <a:srgbClr val="F4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0" name="Rectangle 8049">
                <a:extLst>
                  <a:ext uri="{FF2B5EF4-FFF2-40B4-BE49-F238E27FC236}">
                    <a16:creationId xmlns:a16="http://schemas.microsoft.com/office/drawing/2014/main" id="{D183D1DC-F9F8-95C9-FFCA-AC8A0E07DEDC}"/>
                  </a:ext>
                </a:extLst>
              </p:cNvPr>
              <p:cNvSpPr/>
              <p:nvPr/>
            </p:nvSpPr>
            <p:spPr>
              <a:xfrm>
                <a:off x="7109659" y="75866"/>
                <a:ext cx="106671" cy="16000"/>
              </a:xfrm>
              <a:prstGeom prst="rect">
                <a:avLst/>
              </a:prstGeom>
              <a:solidFill>
                <a:srgbClr val="F0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1" name="Rectangle 8050">
                <a:extLst>
                  <a:ext uri="{FF2B5EF4-FFF2-40B4-BE49-F238E27FC236}">
                    <a16:creationId xmlns:a16="http://schemas.microsoft.com/office/drawing/2014/main" id="{615D8B08-2E85-08A6-2D43-B117C0C807A7}"/>
                  </a:ext>
                </a:extLst>
              </p:cNvPr>
              <p:cNvSpPr/>
              <p:nvPr/>
            </p:nvSpPr>
            <p:spPr>
              <a:xfrm>
                <a:off x="7109659" y="59865"/>
                <a:ext cx="106671" cy="16000"/>
              </a:xfrm>
              <a:prstGeom prst="rect">
                <a:avLst/>
              </a:prstGeom>
              <a:solidFill>
                <a:srgbClr val="ED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2" name="Rectangle 8051">
                <a:extLst>
                  <a:ext uri="{FF2B5EF4-FFF2-40B4-BE49-F238E27FC236}">
                    <a16:creationId xmlns:a16="http://schemas.microsoft.com/office/drawing/2014/main" id="{7D4727FA-DED6-CF7F-9C33-2F9C9652AF33}"/>
                  </a:ext>
                </a:extLst>
              </p:cNvPr>
              <p:cNvSpPr/>
              <p:nvPr/>
            </p:nvSpPr>
            <p:spPr>
              <a:xfrm>
                <a:off x="7109659" y="43864"/>
                <a:ext cx="106671" cy="16000"/>
              </a:xfrm>
              <a:prstGeom prst="rect">
                <a:avLst/>
              </a:prstGeom>
              <a:solidFill>
                <a:srgbClr val="E9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3" name="Rectangle 8052">
                <a:extLst>
                  <a:ext uri="{FF2B5EF4-FFF2-40B4-BE49-F238E27FC236}">
                    <a16:creationId xmlns:a16="http://schemas.microsoft.com/office/drawing/2014/main" id="{3F76F907-037E-C6D8-6A85-2C055F7FEA39}"/>
                  </a:ext>
                </a:extLst>
              </p:cNvPr>
              <p:cNvSpPr/>
              <p:nvPr/>
            </p:nvSpPr>
            <p:spPr>
              <a:xfrm>
                <a:off x="7109659" y="27864"/>
                <a:ext cx="106671" cy="16000"/>
              </a:xfrm>
              <a:prstGeom prst="rect">
                <a:avLst/>
              </a:prstGeom>
              <a:solidFill>
                <a:srgbClr val="E6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4" name="Rectangle 8053">
                <a:extLst>
                  <a:ext uri="{FF2B5EF4-FFF2-40B4-BE49-F238E27FC236}">
                    <a16:creationId xmlns:a16="http://schemas.microsoft.com/office/drawing/2014/main" id="{C6731D7E-083C-E3C0-331F-8F40C8C5B37D}"/>
                  </a:ext>
                </a:extLst>
              </p:cNvPr>
              <p:cNvSpPr/>
              <p:nvPr/>
            </p:nvSpPr>
            <p:spPr>
              <a:xfrm>
                <a:off x="7109659" y="11863"/>
                <a:ext cx="106671" cy="16000"/>
              </a:xfrm>
              <a:prstGeom prst="rect">
                <a:avLst/>
              </a:prstGeom>
              <a:solidFill>
                <a:srgbClr val="E2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5" name="Rectangle 8054">
                <a:extLst>
                  <a:ext uri="{FF2B5EF4-FFF2-40B4-BE49-F238E27FC236}">
                    <a16:creationId xmlns:a16="http://schemas.microsoft.com/office/drawing/2014/main" id="{AE90FFE0-24D1-6A9F-8552-3686E58D65B5}"/>
                  </a:ext>
                </a:extLst>
              </p:cNvPr>
              <p:cNvSpPr/>
              <p:nvPr/>
            </p:nvSpPr>
            <p:spPr>
              <a:xfrm>
                <a:off x="7109659" y="-4137"/>
                <a:ext cx="106671" cy="16000"/>
              </a:xfrm>
              <a:prstGeom prst="rect">
                <a:avLst/>
              </a:prstGeom>
              <a:solidFill>
                <a:srgbClr val="DF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6" name="Rectangle 8055">
                <a:extLst>
                  <a:ext uri="{FF2B5EF4-FFF2-40B4-BE49-F238E27FC236}">
                    <a16:creationId xmlns:a16="http://schemas.microsoft.com/office/drawing/2014/main" id="{8AF482B0-0D4E-2059-17F5-7A399F2CB446}"/>
                  </a:ext>
                </a:extLst>
              </p:cNvPr>
              <p:cNvSpPr/>
              <p:nvPr/>
            </p:nvSpPr>
            <p:spPr>
              <a:xfrm>
                <a:off x="7109659" y="-20137"/>
                <a:ext cx="106671" cy="16000"/>
              </a:xfrm>
              <a:prstGeom prst="rect">
                <a:avLst/>
              </a:prstGeom>
              <a:solidFill>
                <a:srgbClr val="DB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7" name="Rectangle 8056">
                <a:extLst>
                  <a:ext uri="{FF2B5EF4-FFF2-40B4-BE49-F238E27FC236}">
                    <a16:creationId xmlns:a16="http://schemas.microsoft.com/office/drawing/2014/main" id="{27D13683-0C0B-8AF1-E175-ABE38BDA9ACD}"/>
                  </a:ext>
                </a:extLst>
              </p:cNvPr>
              <p:cNvSpPr/>
              <p:nvPr/>
            </p:nvSpPr>
            <p:spPr>
              <a:xfrm>
                <a:off x="7109659" y="-36138"/>
                <a:ext cx="106671" cy="16000"/>
              </a:xfrm>
              <a:prstGeom prst="rect">
                <a:avLst/>
              </a:prstGeom>
              <a:solidFill>
                <a:srgbClr val="D8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8" name="Rectangle 8057">
                <a:extLst>
                  <a:ext uri="{FF2B5EF4-FFF2-40B4-BE49-F238E27FC236}">
                    <a16:creationId xmlns:a16="http://schemas.microsoft.com/office/drawing/2014/main" id="{9DB45F0D-FCD3-2B7D-7FB5-0E0DD3E76D70}"/>
                  </a:ext>
                </a:extLst>
              </p:cNvPr>
              <p:cNvSpPr/>
              <p:nvPr/>
            </p:nvSpPr>
            <p:spPr>
              <a:xfrm>
                <a:off x="7109659" y="-52139"/>
                <a:ext cx="106671" cy="16000"/>
              </a:xfrm>
              <a:prstGeom prst="rect">
                <a:avLst/>
              </a:prstGeom>
              <a:solidFill>
                <a:srgbClr val="D4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59" name="Rectangle 8058">
                <a:extLst>
                  <a:ext uri="{FF2B5EF4-FFF2-40B4-BE49-F238E27FC236}">
                    <a16:creationId xmlns:a16="http://schemas.microsoft.com/office/drawing/2014/main" id="{7E390A8F-66ED-6304-1B90-FFF32A171882}"/>
                  </a:ext>
                </a:extLst>
              </p:cNvPr>
              <p:cNvSpPr/>
              <p:nvPr/>
            </p:nvSpPr>
            <p:spPr>
              <a:xfrm>
                <a:off x="7109659" y="-68139"/>
                <a:ext cx="106671" cy="16000"/>
              </a:xfrm>
              <a:prstGeom prst="rect">
                <a:avLst/>
              </a:prstGeom>
              <a:solidFill>
                <a:srgbClr val="D1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0" name="Rectangle 8059">
                <a:extLst>
                  <a:ext uri="{FF2B5EF4-FFF2-40B4-BE49-F238E27FC236}">
                    <a16:creationId xmlns:a16="http://schemas.microsoft.com/office/drawing/2014/main" id="{469B6F51-99E3-7964-ECBE-C519B807A546}"/>
                  </a:ext>
                </a:extLst>
              </p:cNvPr>
              <p:cNvSpPr/>
              <p:nvPr/>
            </p:nvSpPr>
            <p:spPr>
              <a:xfrm>
                <a:off x="7109659" y="-84140"/>
                <a:ext cx="106671" cy="16000"/>
              </a:xfrm>
              <a:prstGeom prst="rect">
                <a:avLst/>
              </a:prstGeom>
              <a:solidFill>
                <a:srgbClr val="CD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1" name="Rectangle 8060">
                <a:extLst>
                  <a:ext uri="{FF2B5EF4-FFF2-40B4-BE49-F238E27FC236}">
                    <a16:creationId xmlns:a16="http://schemas.microsoft.com/office/drawing/2014/main" id="{25076B47-D621-1025-AD10-CF6E046B297E}"/>
                  </a:ext>
                </a:extLst>
              </p:cNvPr>
              <p:cNvSpPr/>
              <p:nvPr/>
            </p:nvSpPr>
            <p:spPr>
              <a:xfrm>
                <a:off x="7109659" y="-100141"/>
                <a:ext cx="106671" cy="16000"/>
              </a:xfrm>
              <a:prstGeom prst="rect">
                <a:avLst/>
              </a:prstGeom>
              <a:solidFill>
                <a:srgbClr val="CA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2" name="Rectangle 8061">
                <a:extLst>
                  <a:ext uri="{FF2B5EF4-FFF2-40B4-BE49-F238E27FC236}">
                    <a16:creationId xmlns:a16="http://schemas.microsoft.com/office/drawing/2014/main" id="{2C2D2AEE-BEF6-B22D-4CB5-83A54CA7DFFD}"/>
                  </a:ext>
                </a:extLst>
              </p:cNvPr>
              <p:cNvSpPr/>
              <p:nvPr/>
            </p:nvSpPr>
            <p:spPr>
              <a:xfrm>
                <a:off x="7109659" y="-116141"/>
                <a:ext cx="106671" cy="16000"/>
              </a:xfrm>
              <a:prstGeom prst="rect">
                <a:avLst/>
              </a:prstGeom>
              <a:solidFill>
                <a:srgbClr val="C6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3" name="Rectangle 8062">
                <a:extLst>
                  <a:ext uri="{FF2B5EF4-FFF2-40B4-BE49-F238E27FC236}">
                    <a16:creationId xmlns:a16="http://schemas.microsoft.com/office/drawing/2014/main" id="{65367473-7D96-E22F-6B0D-D42F36533636}"/>
                  </a:ext>
                </a:extLst>
              </p:cNvPr>
              <p:cNvSpPr/>
              <p:nvPr/>
            </p:nvSpPr>
            <p:spPr>
              <a:xfrm>
                <a:off x="7109659" y="-132142"/>
                <a:ext cx="106671" cy="16000"/>
              </a:xfrm>
              <a:prstGeom prst="rect">
                <a:avLst/>
              </a:prstGeom>
              <a:solidFill>
                <a:srgbClr val="C3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4" name="Rectangle 8063">
                <a:extLst>
                  <a:ext uri="{FF2B5EF4-FFF2-40B4-BE49-F238E27FC236}">
                    <a16:creationId xmlns:a16="http://schemas.microsoft.com/office/drawing/2014/main" id="{CD0FE4AD-676F-DA5B-8E96-1A9614A41E71}"/>
                  </a:ext>
                </a:extLst>
              </p:cNvPr>
              <p:cNvSpPr/>
              <p:nvPr/>
            </p:nvSpPr>
            <p:spPr>
              <a:xfrm>
                <a:off x="7109659" y="-148143"/>
                <a:ext cx="106671" cy="16000"/>
              </a:xfrm>
              <a:prstGeom prst="rect">
                <a:avLst/>
              </a:prstGeom>
              <a:solidFill>
                <a:srgbClr val="BF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5" name="Rectangle 8064">
                <a:extLst>
                  <a:ext uri="{FF2B5EF4-FFF2-40B4-BE49-F238E27FC236}">
                    <a16:creationId xmlns:a16="http://schemas.microsoft.com/office/drawing/2014/main" id="{00B14FCC-E7D0-5D9C-0638-1828AA42BD69}"/>
                  </a:ext>
                </a:extLst>
              </p:cNvPr>
              <p:cNvSpPr/>
              <p:nvPr/>
            </p:nvSpPr>
            <p:spPr>
              <a:xfrm>
                <a:off x="7109659" y="-164143"/>
                <a:ext cx="106671" cy="16000"/>
              </a:xfrm>
              <a:prstGeom prst="rect">
                <a:avLst/>
              </a:prstGeom>
              <a:solidFill>
                <a:srgbClr val="BC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6" name="Rectangle 8065">
                <a:extLst>
                  <a:ext uri="{FF2B5EF4-FFF2-40B4-BE49-F238E27FC236}">
                    <a16:creationId xmlns:a16="http://schemas.microsoft.com/office/drawing/2014/main" id="{073F9695-8093-8756-3389-07437E563378}"/>
                  </a:ext>
                </a:extLst>
              </p:cNvPr>
              <p:cNvSpPr/>
              <p:nvPr/>
            </p:nvSpPr>
            <p:spPr>
              <a:xfrm>
                <a:off x="7109659" y="-180144"/>
                <a:ext cx="106671" cy="16000"/>
              </a:xfrm>
              <a:prstGeom prst="rect">
                <a:avLst/>
              </a:prstGeom>
              <a:solidFill>
                <a:srgbClr val="B8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7" name="Rectangle 8066">
                <a:extLst>
                  <a:ext uri="{FF2B5EF4-FFF2-40B4-BE49-F238E27FC236}">
                    <a16:creationId xmlns:a16="http://schemas.microsoft.com/office/drawing/2014/main" id="{1C5D0B05-B4C0-6B33-E400-B4C134A95FE7}"/>
                  </a:ext>
                </a:extLst>
              </p:cNvPr>
              <p:cNvSpPr/>
              <p:nvPr/>
            </p:nvSpPr>
            <p:spPr>
              <a:xfrm>
                <a:off x="7109659" y="-196145"/>
                <a:ext cx="106671" cy="16000"/>
              </a:xfrm>
              <a:prstGeom prst="rect">
                <a:avLst/>
              </a:prstGeom>
              <a:solidFill>
                <a:srgbClr val="B5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8" name="Rectangle 8067">
                <a:extLst>
                  <a:ext uri="{FF2B5EF4-FFF2-40B4-BE49-F238E27FC236}">
                    <a16:creationId xmlns:a16="http://schemas.microsoft.com/office/drawing/2014/main" id="{453EF96A-FC31-FC8C-90FE-F8CA7E122D80}"/>
                  </a:ext>
                </a:extLst>
              </p:cNvPr>
              <p:cNvSpPr/>
              <p:nvPr/>
            </p:nvSpPr>
            <p:spPr>
              <a:xfrm>
                <a:off x="7109659" y="-212145"/>
                <a:ext cx="106671" cy="16000"/>
              </a:xfrm>
              <a:prstGeom prst="rect">
                <a:avLst/>
              </a:prstGeom>
              <a:solidFill>
                <a:srgbClr val="B1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69" name="Rectangle 8068">
                <a:extLst>
                  <a:ext uri="{FF2B5EF4-FFF2-40B4-BE49-F238E27FC236}">
                    <a16:creationId xmlns:a16="http://schemas.microsoft.com/office/drawing/2014/main" id="{E5891A38-A125-7B79-92C4-E969E963F3A3}"/>
                  </a:ext>
                </a:extLst>
              </p:cNvPr>
              <p:cNvSpPr/>
              <p:nvPr/>
            </p:nvSpPr>
            <p:spPr>
              <a:xfrm>
                <a:off x="7109659" y="-228146"/>
                <a:ext cx="106671" cy="16000"/>
              </a:xfrm>
              <a:prstGeom prst="rect">
                <a:avLst/>
              </a:prstGeom>
              <a:solidFill>
                <a:srgbClr val="A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0" name="Rectangle 8069">
                <a:extLst>
                  <a:ext uri="{FF2B5EF4-FFF2-40B4-BE49-F238E27FC236}">
                    <a16:creationId xmlns:a16="http://schemas.microsoft.com/office/drawing/2014/main" id="{BFC1BE60-18ED-1D8F-AEA2-571407B0E452}"/>
                  </a:ext>
                </a:extLst>
              </p:cNvPr>
              <p:cNvSpPr/>
              <p:nvPr/>
            </p:nvSpPr>
            <p:spPr>
              <a:xfrm>
                <a:off x="7109659" y="-244147"/>
                <a:ext cx="106671" cy="16000"/>
              </a:xfrm>
              <a:prstGeom prst="rect">
                <a:avLst/>
              </a:prstGeom>
              <a:solidFill>
                <a:srgbClr val="AA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1" name="Rectangle 8070">
                <a:extLst>
                  <a:ext uri="{FF2B5EF4-FFF2-40B4-BE49-F238E27FC236}">
                    <a16:creationId xmlns:a16="http://schemas.microsoft.com/office/drawing/2014/main" id="{E47C0424-9478-DED9-2D14-5F870D1892FC}"/>
                  </a:ext>
                </a:extLst>
              </p:cNvPr>
              <p:cNvSpPr/>
              <p:nvPr/>
            </p:nvSpPr>
            <p:spPr>
              <a:xfrm>
                <a:off x="7109659" y="-260148"/>
                <a:ext cx="106671" cy="16000"/>
              </a:xfrm>
              <a:prstGeom prst="rect">
                <a:avLst/>
              </a:prstGeom>
              <a:solidFill>
                <a:srgbClr val="A7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2" name="Rectangle 8071">
                <a:extLst>
                  <a:ext uri="{FF2B5EF4-FFF2-40B4-BE49-F238E27FC236}">
                    <a16:creationId xmlns:a16="http://schemas.microsoft.com/office/drawing/2014/main" id="{F70CBA75-20F3-DA9D-3BA6-4E65472F3B45}"/>
                  </a:ext>
                </a:extLst>
              </p:cNvPr>
              <p:cNvSpPr/>
              <p:nvPr/>
            </p:nvSpPr>
            <p:spPr>
              <a:xfrm>
                <a:off x="7109659" y="-276148"/>
                <a:ext cx="106671" cy="16000"/>
              </a:xfrm>
              <a:prstGeom prst="rect">
                <a:avLst/>
              </a:prstGeom>
              <a:solidFill>
                <a:srgbClr val="A3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3" name="Rectangle 8072">
                <a:extLst>
                  <a:ext uri="{FF2B5EF4-FFF2-40B4-BE49-F238E27FC236}">
                    <a16:creationId xmlns:a16="http://schemas.microsoft.com/office/drawing/2014/main" id="{F0FBF175-3474-8FE3-F747-27CBD265A2F5}"/>
                  </a:ext>
                </a:extLst>
              </p:cNvPr>
              <p:cNvSpPr/>
              <p:nvPr/>
            </p:nvSpPr>
            <p:spPr>
              <a:xfrm>
                <a:off x="7109659" y="-292149"/>
                <a:ext cx="106671" cy="16000"/>
              </a:xfrm>
              <a:prstGeom prst="rect">
                <a:avLst/>
              </a:prstGeom>
              <a:solidFill>
                <a:srgbClr val="A0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4" name="Rectangle 8073">
                <a:extLst>
                  <a:ext uri="{FF2B5EF4-FFF2-40B4-BE49-F238E27FC236}">
                    <a16:creationId xmlns:a16="http://schemas.microsoft.com/office/drawing/2014/main" id="{51AA165B-0AC2-DBA3-7246-8A80F785AC96}"/>
                  </a:ext>
                </a:extLst>
              </p:cNvPr>
              <p:cNvSpPr/>
              <p:nvPr/>
            </p:nvSpPr>
            <p:spPr>
              <a:xfrm>
                <a:off x="7109659" y="-308150"/>
                <a:ext cx="106671" cy="16000"/>
              </a:xfrm>
              <a:prstGeom prst="rect">
                <a:avLst/>
              </a:prstGeom>
              <a:solidFill>
                <a:srgbClr val="9C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5" name="Rectangle 8074">
                <a:extLst>
                  <a:ext uri="{FF2B5EF4-FFF2-40B4-BE49-F238E27FC236}">
                    <a16:creationId xmlns:a16="http://schemas.microsoft.com/office/drawing/2014/main" id="{F8274267-7C90-344C-83D6-F7027FAD8ED0}"/>
                  </a:ext>
                </a:extLst>
              </p:cNvPr>
              <p:cNvSpPr/>
              <p:nvPr/>
            </p:nvSpPr>
            <p:spPr>
              <a:xfrm>
                <a:off x="7109659" y="-324150"/>
                <a:ext cx="106671" cy="16000"/>
              </a:xfrm>
              <a:prstGeom prst="rect">
                <a:avLst/>
              </a:prstGeom>
              <a:solidFill>
                <a:srgbClr val="99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6" name="Rectangle 8075">
                <a:extLst>
                  <a:ext uri="{FF2B5EF4-FFF2-40B4-BE49-F238E27FC236}">
                    <a16:creationId xmlns:a16="http://schemas.microsoft.com/office/drawing/2014/main" id="{88E610F2-69EE-7E65-8C9C-6D3C0AEF2B74}"/>
                  </a:ext>
                </a:extLst>
              </p:cNvPr>
              <p:cNvSpPr/>
              <p:nvPr/>
            </p:nvSpPr>
            <p:spPr>
              <a:xfrm>
                <a:off x="7109659" y="-340151"/>
                <a:ext cx="106671" cy="16000"/>
              </a:xfrm>
              <a:prstGeom prst="rect">
                <a:avLst/>
              </a:prstGeom>
              <a:solidFill>
                <a:srgbClr val="95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7" name="Rectangle 8076">
                <a:extLst>
                  <a:ext uri="{FF2B5EF4-FFF2-40B4-BE49-F238E27FC236}">
                    <a16:creationId xmlns:a16="http://schemas.microsoft.com/office/drawing/2014/main" id="{576B7746-BDBE-59DE-2D3F-A5B7F6945CC8}"/>
                  </a:ext>
                </a:extLst>
              </p:cNvPr>
              <p:cNvSpPr/>
              <p:nvPr/>
            </p:nvSpPr>
            <p:spPr>
              <a:xfrm>
                <a:off x="7109659" y="-356152"/>
                <a:ext cx="106671" cy="16000"/>
              </a:xfrm>
              <a:prstGeom prst="rect">
                <a:avLst/>
              </a:prstGeom>
              <a:solidFill>
                <a:srgbClr val="92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8" name="Rectangle 8077">
                <a:extLst>
                  <a:ext uri="{FF2B5EF4-FFF2-40B4-BE49-F238E27FC236}">
                    <a16:creationId xmlns:a16="http://schemas.microsoft.com/office/drawing/2014/main" id="{3A30A442-61EA-4F0C-927B-6D6C53FB6A54}"/>
                  </a:ext>
                </a:extLst>
              </p:cNvPr>
              <p:cNvSpPr/>
              <p:nvPr/>
            </p:nvSpPr>
            <p:spPr>
              <a:xfrm>
                <a:off x="7109659" y="-372152"/>
                <a:ext cx="106671" cy="16000"/>
              </a:xfrm>
              <a:prstGeom prst="rect">
                <a:avLst/>
              </a:prstGeom>
              <a:solidFill>
                <a:srgbClr val="8E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79" name="Rectangle 8078">
                <a:extLst>
                  <a:ext uri="{FF2B5EF4-FFF2-40B4-BE49-F238E27FC236}">
                    <a16:creationId xmlns:a16="http://schemas.microsoft.com/office/drawing/2014/main" id="{E2BA4DB9-3325-1FF8-64A1-BEF665C3740B}"/>
                  </a:ext>
                </a:extLst>
              </p:cNvPr>
              <p:cNvSpPr/>
              <p:nvPr/>
            </p:nvSpPr>
            <p:spPr>
              <a:xfrm>
                <a:off x="7109659" y="-388153"/>
                <a:ext cx="106671" cy="16000"/>
              </a:xfrm>
              <a:prstGeom prst="rect">
                <a:avLst/>
              </a:prstGeom>
              <a:solidFill>
                <a:srgbClr val="8B0000"/>
              </a:solidFill>
              <a:ln w="7997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8080" name="TextBox 8079">
                <a:extLst>
                  <a:ext uri="{FF2B5EF4-FFF2-40B4-BE49-F238E27FC236}">
                    <a16:creationId xmlns:a16="http://schemas.microsoft.com/office/drawing/2014/main" id="{78AED53D-60B4-375D-9FA0-76140A19859A}"/>
                  </a:ext>
                </a:extLst>
              </p:cNvPr>
              <p:cNvSpPr txBox="1"/>
              <p:nvPr/>
            </p:nvSpPr>
            <p:spPr>
              <a:xfrm>
                <a:off x="7167559" y="1107922"/>
                <a:ext cx="22794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8081" name="TextBox 8080">
                <a:extLst>
                  <a:ext uri="{FF2B5EF4-FFF2-40B4-BE49-F238E27FC236}">
                    <a16:creationId xmlns:a16="http://schemas.microsoft.com/office/drawing/2014/main" id="{0414F5F1-FCD3-9C5F-41F4-7946747461B5}"/>
                  </a:ext>
                </a:extLst>
              </p:cNvPr>
              <p:cNvSpPr txBox="1"/>
              <p:nvPr/>
            </p:nvSpPr>
            <p:spPr>
              <a:xfrm>
                <a:off x="7167559" y="787910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</a:t>
                </a:r>
              </a:p>
            </p:txBody>
          </p:sp>
          <p:sp>
            <p:nvSpPr>
              <p:cNvPr id="8082" name="TextBox 8081">
                <a:extLst>
                  <a:ext uri="{FF2B5EF4-FFF2-40B4-BE49-F238E27FC236}">
                    <a16:creationId xmlns:a16="http://schemas.microsoft.com/office/drawing/2014/main" id="{BC419207-35CD-AF7C-E875-3552778CC0AA}"/>
                  </a:ext>
                </a:extLst>
              </p:cNvPr>
              <p:cNvSpPr txBox="1"/>
              <p:nvPr/>
            </p:nvSpPr>
            <p:spPr>
              <a:xfrm>
                <a:off x="7167559" y="467895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0.4</a:t>
                </a:r>
              </a:p>
            </p:txBody>
          </p:sp>
          <p:sp>
            <p:nvSpPr>
              <p:cNvPr id="8083" name="TextBox 8082">
                <a:extLst>
                  <a:ext uri="{FF2B5EF4-FFF2-40B4-BE49-F238E27FC236}">
                    <a16:creationId xmlns:a16="http://schemas.microsoft.com/office/drawing/2014/main" id="{741D9ACE-A757-2682-8EF4-279AEFBA4185}"/>
                  </a:ext>
                </a:extLst>
              </p:cNvPr>
              <p:cNvSpPr txBox="1"/>
              <p:nvPr/>
            </p:nvSpPr>
            <p:spPr>
              <a:xfrm>
                <a:off x="7167559" y="147883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0.6</a:t>
                </a:r>
              </a:p>
            </p:txBody>
          </p:sp>
          <p:sp>
            <p:nvSpPr>
              <p:cNvPr id="8084" name="TextBox 8083">
                <a:extLst>
                  <a:ext uri="{FF2B5EF4-FFF2-40B4-BE49-F238E27FC236}">
                    <a16:creationId xmlns:a16="http://schemas.microsoft.com/office/drawing/2014/main" id="{AD17069D-2384-7135-489C-B94354A5D49C}"/>
                  </a:ext>
                </a:extLst>
              </p:cNvPr>
              <p:cNvSpPr txBox="1"/>
              <p:nvPr/>
            </p:nvSpPr>
            <p:spPr>
              <a:xfrm>
                <a:off x="7167559" y="-172131"/>
                <a:ext cx="29206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0.8</a:t>
                </a:r>
              </a:p>
            </p:txBody>
          </p:sp>
          <p:sp>
            <p:nvSpPr>
              <p:cNvPr id="8085" name="TextBox 8084">
                <a:extLst>
                  <a:ext uri="{FF2B5EF4-FFF2-40B4-BE49-F238E27FC236}">
                    <a16:creationId xmlns:a16="http://schemas.microsoft.com/office/drawing/2014/main" id="{3B1E4AE6-DA9B-4201-75A9-6A9D2AA0E119}"/>
                  </a:ext>
                </a:extLst>
              </p:cNvPr>
              <p:cNvSpPr txBox="1"/>
              <p:nvPr/>
            </p:nvSpPr>
            <p:spPr>
              <a:xfrm>
                <a:off x="7167559" y="-492145"/>
                <a:ext cx="227948" cy="264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6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</p:grp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0F28B6B6-9394-EA9A-BBC7-4FDFBE23A636}"/>
              </a:ext>
            </a:extLst>
          </p:cNvPr>
          <p:cNvSpPr txBox="1"/>
          <p:nvPr/>
        </p:nvSpPr>
        <p:spPr>
          <a:xfrm>
            <a:off x="715618" y="359921"/>
            <a:ext cx="2513004" cy="3924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975" b="1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Proportion of Each Region Parent Cluster</a:t>
            </a:r>
          </a:p>
        </p:txBody>
      </p:sp>
      <p:grpSp>
        <p:nvGrpSpPr>
          <p:cNvPr id="9363" name="Group 9362">
            <a:extLst>
              <a:ext uri="{FF2B5EF4-FFF2-40B4-BE49-F238E27FC236}">
                <a16:creationId xmlns:a16="http://schemas.microsoft.com/office/drawing/2014/main" id="{695D469E-78C0-3051-8314-BE116098C1DC}"/>
              </a:ext>
            </a:extLst>
          </p:cNvPr>
          <p:cNvGrpSpPr/>
          <p:nvPr/>
        </p:nvGrpSpPr>
        <p:grpSpPr>
          <a:xfrm>
            <a:off x="761398" y="715521"/>
            <a:ext cx="2371874" cy="5596674"/>
            <a:chOff x="-588913" y="2125694"/>
            <a:chExt cx="2371874" cy="296205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6A4E619-88A1-3709-031A-BF0EA1C2E3A7}"/>
                </a:ext>
              </a:extLst>
            </p:cNvPr>
            <p:cNvSpPr/>
            <p:nvPr/>
          </p:nvSpPr>
          <p:spPr>
            <a:xfrm>
              <a:off x="-530250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6" name="Rectangle 8085">
              <a:extLst>
                <a:ext uri="{FF2B5EF4-FFF2-40B4-BE49-F238E27FC236}">
                  <a16:creationId xmlns:a16="http://schemas.microsoft.com/office/drawing/2014/main" id="{3A3A1B3F-5D6B-2DFF-4B31-1F5B98F1B174}"/>
                </a:ext>
              </a:extLst>
            </p:cNvPr>
            <p:cNvSpPr/>
            <p:nvPr/>
          </p:nvSpPr>
          <p:spPr>
            <a:xfrm>
              <a:off x="-530250" y="2166588"/>
              <a:ext cx="118872" cy="40767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7" name="Rectangle 8086">
              <a:extLst>
                <a:ext uri="{FF2B5EF4-FFF2-40B4-BE49-F238E27FC236}">
                  <a16:creationId xmlns:a16="http://schemas.microsoft.com/office/drawing/2014/main" id="{6F21BBFC-1D5D-9FF3-1776-943EC89BDC7B}"/>
                </a:ext>
              </a:extLst>
            </p:cNvPr>
            <p:cNvSpPr/>
            <p:nvPr/>
          </p:nvSpPr>
          <p:spPr>
            <a:xfrm>
              <a:off x="-530250" y="2207355"/>
              <a:ext cx="118872" cy="40767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8" name="Rectangle 8087">
              <a:extLst>
                <a:ext uri="{FF2B5EF4-FFF2-40B4-BE49-F238E27FC236}">
                  <a16:creationId xmlns:a16="http://schemas.microsoft.com/office/drawing/2014/main" id="{F7C975DE-3C60-2FE6-77F2-C6F290E36DF8}"/>
                </a:ext>
              </a:extLst>
            </p:cNvPr>
            <p:cNvSpPr/>
            <p:nvPr/>
          </p:nvSpPr>
          <p:spPr>
            <a:xfrm>
              <a:off x="-530250" y="2248122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9" name="Rectangle 8088">
              <a:extLst>
                <a:ext uri="{FF2B5EF4-FFF2-40B4-BE49-F238E27FC236}">
                  <a16:creationId xmlns:a16="http://schemas.microsoft.com/office/drawing/2014/main" id="{A72F281C-87EB-6E5D-8435-25EB598D35C5}"/>
                </a:ext>
              </a:extLst>
            </p:cNvPr>
            <p:cNvSpPr/>
            <p:nvPr/>
          </p:nvSpPr>
          <p:spPr>
            <a:xfrm>
              <a:off x="-530250" y="2288889"/>
              <a:ext cx="118872" cy="4076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0" name="Rectangle 8089">
              <a:extLst>
                <a:ext uri="{FF2B5EF4-FFF2-40B4-BE49-F238E27FC236}">
                  <a16:creationId xmlns:a16="http://schemas.microsoft.com/office/drawing/2014/main" id="{2AC28918-29C4-AAA2-348C-BC7563056C81}"/>
                </a:ext>
              </a:extLst>
            </p:cNvPr>
            <p:cNvSpPr/>
            <p:nvPr/>
          </p:nvSpPr>
          <p:spPr>
            <a:xfrm>
              <a:off x="-530250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" name="Rectangle 8090">
              <a:extLst>
                <a:ext uri="{FF2B5EF4-FFF2-40B4-BE49-F238E27FC236}">
                  <a16:creationId xmlns:a16="http://schemas.microsoft.com/office/drawing/2014/main" id="{510AF388-5A3F-BD23-2A56-BB16EBB633A8}"/>
                </a:ext>
              </a:extLst>
            </p:cNvPr>
            <p:cNvSpPr/>
            <p:nvPr/>
          </p:nvSpPr>
          <p:spPr>
            <a:xfrm>
              <a:off x="-530250" y="2370423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2" name="Rectangle 8091">
              <a:extLst>
                <a:ext uri="{FF2B5EF4-FFF2-40B4-BE49-F238E27FC236}">
                  <a16:creationId xmlns:a16="http://schemas.microsoft.com/office/drawing/2014/main" id="{34928BDA-BAA2-0BA7-697B-B5271EBC5B19}"/>
                </a:ext>
              </a:extLst>
            </p:cNvPr>
            <p:cNvSpPr/>
            <p:nvPr/>
          </p:nvSpPr>
          <p:spPr>
            <a:xfrm>
              <a:off x="-530250" y="2411190"/>
              <a:ext cx="118872" cy="40767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" name="Rectangle 8092">
              <a:extLst>
                <a:ext uri="{FF2B5EF4-FFF2-40B4-BE49-F238E27FC236}">
                  <a16:creationId xmlns:a16="http://schemas.microsoft.com/office/drawing/2014/main" id="{C1E62F81-DFFC-9D83-9224-329AAF191D85}"/>
                </a:ext>
              </a:extLst>
            </p:cNvPr>
            <p:cNvSpPr/>
            <p:nvPr/>
          </p:nvSpPr>
          <p:spPr>
            <a:xfrm>
              <a:off x="-530250" y="2451957"/>
              <a:ext cx="118872" cy="40767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4" name="Rectangle 8093">
              <a:extLst>
                <a:ext uri="{FF2B5EF4-FFF2-40B4-BE49-F238E27FC236}">
                  <a16:creationId xmlns:a16="http://schemas.microsoft.com/office/drawing/2014/main" id="{6CE4FE90-3BA3-8276-3A3B-6EC10D61A8D9}"/>
                </a:ext>
              </a:extLst>
            </p:cNvPr>
            <p:cNvSpPr/>
            <p:nvPr/>
          </p:nvSpPr>
          <p:spPr>
            <a:xfrm>
              <a:off x="-530250" y="2492724"/>
              <a:ext cx="118872" cy="40767"/>
            </a:xfrm>
            <a:prstGeom prst="rect">
              <a:avLst/>
            </a:prstGeom>
            <a:solidFill>
              <a:srgbClr val="8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5" name="Rectangle 8094">
              <a:extLst>
                <a:ext uri="{FF2B5EF4-FFF2-40B4-BE49-F238E27FC236}">
                  <a16:creationId xmlns:a16="http://schemas.microsoft.com/office/drawing/2014/main" id="{EAC1CFC9-9894-2785-048F-C757DD7582C9}"/>
                </a:ext>
              </a:extLst>
            </p:cNvPr>
            <p:cNvSpPr/>
            <p:nvPr/>
          </p:nvSpPr>
          <p:spPr>
            <a:xfrm>
              <a:off x="-530250" y="2533491"/>
              <a:ext cx="118872" cy="40767"/>
            </a:xfrm>
            <a:prstGeom prst="rect">
              <a:avLst/>
            </a:prstGeom>
            <a:solidFill>
              <a:srgbClr val="E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6" name="Rectangle 8095">
              <a:extLst>
                <a:ext uri="{FF2B5EF4-FFF2-40B4-BE49-F238E27FC236}">
                  <a16:creationId xmlns:a16="http://schemas.microsoft.com/office/drawing/2014/main" id="{11974253-6702-08B9-AE01-1CD871E304BD}"/>
                </a:ext>
              </a:extLst>
            </p:cNvPr>
            <p:cNvSpPr/>
            <p:nvPr/>
          </p:nvSpPr>
          <p:spPr>
            <a:xfrm>
              <a:off x="-530250" y="2574258"/>
              <a:ext cx="118872" cy="40767"/>
            </a:xfrm>
            <a:prstGeom prst="rect">
              <a:avLst/>
            </a:prstGeom>
            <a:solidFill>
              <a:srgbClr val="F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7" name="Rectangle 8096">
              <a:extLst>
                <a:ext uri="{FF2B5EF4-FFF2-40B4-BE49-F238E27FC236}">
                  <a16:creationId xmlns:a16="http://schemas.microsoft.com/office/drawing/2014/main" id="{BFED1CEB-E9AB-0672-4AE5-DDE4EAA15643}"/>
                </a:ext>
              </a:extLst>
            </p:cNvPr>
            <p:cNvSpPr/>
            <p:nvPr/>
          </p:nvSpPr>
          <p:spPr>
            <a:xfrm>
              <a:off x="-530250" y="2615025"/>
              <a:ext cx="118872" cy="40767"/>
            </a:xfrm>
            <a:prstGeom prst="rect">
              <a:avLst/>
            </a:prstGeom>
            <a:solidFill>
              <a:srgbClr val="FE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8" name="Rectangle 8097">
              <a:extLst>
                <a:ext uri="{FF2B5EF4-FFF2-40B4-BE49-F238E27FC236}">
                  <a16:creationId xmlns:a16="http://schemas.microsoft.com/office/drawing/2014/main" id="{2F3DC8F5-6C94-21F8-EB77-C0080AB6673B}"/>
                </a:ext>
              </a:extLst>
            </p:cNvPr>
            <p:cNvSpPr/>
            <p:nvPr/>
          </p:nvSpPr>
          <p:spPr>
            <a:xfrm>
              <a:off x="-530250" y="2655792"/>
              <a:ext cx="118872" cy="40767"/>
            </a:xfrm>
            <a:prstGeom prst="rect">
              <a:avLst/>
            </a:prstGeom>
            <a:solidFill>
              <a:srgbClr val="FF2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9" name="Rectangle 8098">
              <a:extLst>
                <a:ext uri="{FF2B5EF4-FFF2-40B4-BE49-F238E27FC236}">
                  <a16:creationId xmlns:a16="http://schemas.microsoft.com/office/drawing/2014/main" id="{355EDB0C-ECC7-52A3-2C63-49CBFB738249}"/>
                </a:ext>
              </a:extLst>
            </p:cNvPr>
            <p:cNvSpPr/>
            <p:nvPr/>
          </p:nvSpPr>
          <p:spPr>
            <a:xfrm>
              <a:off x="-530250" y="2696686"/>
              <a:ext cx="118872" cy="40766"/>
            </a:xfrm>
            <a:prstGeom prst="rect">
              <a:avLst/>
            </a:prstGeom>
            <a:solidFill>
              <a:srgbClr val="FF2C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0" name="Rectangle 8099">
              <a:extLst>
                <a:ext uri="{FF2B5EF4-FFF2-40B4-BE49-F238E27FC236}">
                  <a16:creationId xmlns:a16="http://schemas.microsoft.com/office/drawing/2014/main" id="{603B4A41-340C-F7EF-0EEF-4452BAC3FE70}"/>
                </a:ext>
              </a:extLst>
            </p:cNvPr>
            <p:cNvSpPr/>
            <p:nvPr/>
          </p:nvSpPr>
          <p:spPr>
            <a:xfrm>
              <a:off x="-530250" y="2737453"/>
              <a:ext cx="118872" cy="40766"/>
            </a:xfrm>
            <a:prstGeom prst="rect">
              <a:avLst/>
            </a:prstGeom>
            <a:solidFill>
              <a:srgbClr val="E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1" name="Rectangle 8100">
              <a:extLst>
                <a:ext uri="{FF2B5EF4-FFF2-40B4-BE49-F238E27FC236}">
                  <a16:creationId xmlns:a16="http://schemas.microsoft.com/office/drawing/2014/main" id="{DF987046-C907-B758-E889-7E5CDAE90825}"/>
                </a:ext>
              </a:extLst>
            </p:cNvPr>
            <p:cNvSpPr/>
            <p:nvPr/>
          </p:nvSpPr>
          <p:spPr>
            <a:xfrm>
              <a:off x="-530250" y="2778220"/>
              <a:ext cx="118872" cy="40766"/>
            </a:xfrm>
            <a:prstGeom prst="rect">
              <a:avLst/>
            </a:prstGeom>
            <a:solidFill>
              <a:srgbClr val="ED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2" name="Rectangle 8101">
              <a:extLst>
                <a:ext uri="{FF2B5EF4-FFF2-40B4-BE49-F238E27FC236}">
                  <a16:creationId xmlns:a16="http://schemas.microsoft.com/office/drawing/2014/main" id="{8AE84178-5C59-71C3-553A-B9FA03ED6006}"/>
                </a:ext>
              </a:extLst>
            </p:cNvPr>
            <p:cNvSpPr/>
            <p:nvPr/>
          </p:nvSpPr>
          <p:spPr>
            <a:xfrm>
              <a:off x="-530250" y="2818987"/>
              <a:ext cx="118872" cy="4076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3" name="Rectangle 8102">
              <a:extLst>
                <a:ext uri="{FF2B5EF4-FFF2-40B4-BE49-F238E27FC236}">
                  <a16:creationId xmlns:a16="http://schemas.microsoft.com/office/drawing/2014/main" id="{7B89A8E1-16C2-E91C-78F6-48985113F208}"/>
                </a:ext>
              </a:extLst>
            </p:cNvPr>
            <p:cNvSpPr/>
            <p:nvPr/>
          </p:nvSpPr>
          <p:spPr>
            <a:xfrm>
              <a:off x="-530250" y="2859754"/>
              <a:ext cx="118872" cy="4076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4" name="Rectangle 8103">
              <a:extLst>
                <a:ext uri="{FF2B5EF4-FFF2-40B4-BE49-F238E27FC236}">
                  <a16:creationId xmlns:a16="http://schemas.microsoft.com/office/drawing/2014/main" id="{E2B07E4D-BA23-F101-50E0-AD2359FFBD03}"/>
                </a:ext>
              </a:extLst>
            </p:cNvPr>
            <p:cNvSpPr/>
            <p:nvPr/>
          </p:nvSpPr>
          <p:spPr>
            <a:xfrm>
              <a:off x="-530250" y="2900521"/>
              <a:ext cx="118872" cy="4076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5" name="Rectangle 8104">
              <a:extLst>
                <a:ext uri="{FF2B5EF4-FFF2-40B4-BE49-F238E27FC236}">
                  <a16:creationId xmlns:a16="http://schemas.microsoft.com/office/drawing/2014/main" id="{64604BB4-EBF2-1A77-F10F-21286E88B21C}"/>
                </a:ext>
              </a:extLst>
            </p:cNvPr>
            <p:cNvSpPr/>
            <p:nvPr/>
          </p:nvSpPr>
          <p:spPr>
            <a:xfrm>
              <a:off x="-530250" y="2941288"/>
              <a:ext cx="118872" cy="40766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6" name="Rectangle 8105">
              <a:extLst>
                <a:ext uri="{FF2B5EF4-FFF2-40B4-BE49-F238E27FC236}">
                  <a16:creationId xmlns:a16="http://schemas.microsoft.com/office/drawing/2014/main" id="{B587DE78-271D-9B1D-0233-D88B9B166C7C}"/>
                </a:ext>
              </a:extLst>
            </p:cNvPr>
            <p:cNvSpPr/>
            <p:nvPr/>
          </p:nvSpPr>
          <p:spPr>
            <a:xfrm>
              <a:off x="-530250" y="2982055"/>
              <a:ext cx="118872" cy="40766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7" name="Rectangle 8106">
              <a:extLst>
                <a:ext uri="{FF2B5EF4-FFF2-40B4-BE49-F238E27FC236}">
                  <a16:creationId xmlns:a16="http://schemas.microsoft.com/office/drawing/2014/main" id="{7C940EA5-41C9-6CFE-FA7B-91856E8727B9}"/>
                </a:ext>
              </a:extLst>
            </p:cNvPr>
            <p:cNvSpPr/>
            <p:nvPr/>
          </p:nvSpPr>
          <p:spPr>
            <a:xfrm>
              <a:off x="-530250" y="3022822"/>
              <a:ext cx="118872" cy="40766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8" name="Rectangle 8107">
              <a:extLst>
                <a:ext uri="{FF2B5EF4-FFF2-40B4-BE49-F238E27FC236}">
                  <a16:creationId xmlns:a16="http://schemas.microsoft.com/office/drawing/2014/main" id="{8145E071-8161-299A-059D-7390FC305892}"/>
                </a:ext>
              </a:extLst>
            </p:cNvPr>
            <p:cNvSpPr/>
            <p:nvPr/>
          </p:nvSpPr>
          <p:spPr>
            <a:xfrm>
              <a:off x="-530250" y="3063589"/>
              <a:ext cx="118872" cy="40766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9" name="Rectangle 8108">
              <a:extLst>
                <a:ext uri="{FF2B5EF4-FFF2-40B4-BE49-F238E27FC236}">
                  <a16:creationId xmlns:a16="http://schemas.microsoft.com/office/drawing/2014/main" id="{6571C478-7607-73BE-BCF5-9C010BB4B50D}"/>
                </a:ext>
              </a:extLst>
            </p:cNvPr>
            <p:cNvSpPr/>
            <p:nvPr/>
          </p:nvSpPr>
          <p:spPr>
            <a:xfrm>
              <a:off x="-530250" y="3104356"/>
              <a:ext cx="118872" cy="40766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0" name="Rectangle 8109">
              <a:extLst>
                <a:ext uri="{FF2B5EF4-FFF2-40B4-BE49-F238E27FC236}">
                  <a16:creationId xmlns:a16="http://schemas.microsoft.com/office/drawing/2014/main" id="{C152BECF-4FA5-71FE-CEB2-EC2DC125C957}"/>
                </a:ext>
              </a:extLst>
            </p:cNvPr>
            <p:cNvSpPr/>
            <p:nvPr/>
          </p:nvSpPr>
          <p:spPr>
            <a:xfrm>
              <a:off x="-530250" y="3145123"/>
              <a:ext cx="118872" cy="4076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1" name="Rectangle 8110">
              <a:extLst>
                <a:ext uri="{FF2B5EF4-FFF2-40B4-BE49-F238E27FC236}">
                  <a16:creationId xmlns:a16="http://schemas.microsoft.com/office/drawing/2014/main" id="{CD683F03-9131-1B4A-B7C0-B8620CE4614F}"/>
                </a:ext>
              </a:extLst>
            </p:cNvPr>
            <p:cNvSpPr/>
            <p:nvPr/>
          </p:nvSpPr>
          <p:spPr>
            <a:xfrm>
              <a:off x="-530250" y="3185890"/>
              <a:ext cx="118872" cy="4076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2" name="Rectangle 8111">
              <a:extLst>
                <a:ext uri="{FF2B5EF4-FFF2-40B4-BE49-F238E27FC236}">
                  <a16:creationId xmlns:a16="http://schemas.microsoft.com/office/drawing/2014/main" id="{6677D161-E936-E11E-7CFF-E16D72ABE61A}"/>
                </a:ext>
              </a:extLst>
            </p:cNvPr>
            <p:cNvSpPr/>
            <p:nvPr/>
          </p:nvSpPr>
          <p:spPr>
            <a:xfrm>
              <a:off x="-530250" y="3226784"/>
              <a:ext cx="118872" cy="4076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3" name="Rectangle 8112">
              <a:extLst>
                <a:ext uri="{FF2B5EF4-FFF2-40B4-BE49-F238E27FC236}">
                  <a16:creationId xmlns:a16="http://schemas.microsoft.com/office/drawing/2014/main" id="{B1B52E55-7DE2-51A5-C6FD-4C7198B0804F}"/>
                </a:ext>
              </a:extLst>
            </p:cNvPr>
            <p:cNvSpPr/>
            <p:nvPr/>
          </p:nvSpPr>
          <p:spPr>
            <a:xfrm>
              <a:off x="-530250" y="3267551"/>
              <a:ext cx="118872" cy="4076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4" name="Rectangle 8113">
              <a:extLst>
                <a:ext uri="{FF2B5EF4-FFF2-40B4-BE49-F238E27FC236}">
                  <a16:creationId xmlns:a16="http://schemas.microsoft.com/office/drawing/2014/main" id="{F307A5E0-54D3-1DE8-80F3-D9FED9F097BF}"/>
                </a:ext>
              </a:extLst>
            </p:cNvPr>
            <p:cNvSpPr/>
            <p:nvPr/>
          </p:nvSpPr>
          <p:spPr>
            <a:xfrm>
              <a:off x="-530250" y="3308318"/>
              <a:ext cx="118872" cy="40766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5" name="Rectangle 8114">
              <a:extLst>
                <a:ext uri="{FF2B5EF4-FFF2-40B4-BE49-F238E27FC236}">
                  <a16:creationId xmlns:a16="http://schemas.microsoft.com/office/drawing/2014/main" id="{2E591116-1D54-1636-FC9E-A5736C260CAA}"/>
                </a:ext>
              </a:extLst>
            </p:cNvPr>
            <p:cNvSpPr/>
            <p:nvPr/>
          </p:nvSpPr>
          <p:spPr>
            <a:xfrm>
              <a:off x="-530250" y="3349085"/>
              <a:ext cx="118872" cy="4076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6" name="Rectangle 8115">
              <a:extLst>
                <a:ext uri="{FF2B5EF4-FFF2-40B4-BE49-F238E27FC236}">
                  <a16:creationId xmlns:a16="http://schemas.microsoft.com/office/drawing/2014/main" id="{6B9BCC5F-09E7-02BC-F728-E34FC1C6FCD8}"/>
                </a:ext>
              </a:extLst>
            </p:cNvPr>
            <p:cNvSpPr/>
            <p:nvPr/>
          </p:nvSpPr>
          <p:spPr>
            <a:xfrm>
              <a:off x="-530250" y="3389852"/>
              <a:ext cx="118872" cy="40766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7" name="Rectangle 8116">
              <a:extLst>
                <a:ext uri="{FF2B5EF4-FFF2-40B4-BE49-F238E27FC236}">
                  <a16:creationId xmlns:a16="http://schemas.microsoft.com/office/drawing/2014/main" id="{E8A5F2BC-C02C-FB1C-65CF-09B7633E3315}"/>
                </a:ext>
              </a:extLst>
            </p:cNvPr>
            <p:cNvSpPr/>
            <p:nvPr/>
          </p:nvSpPr>
          <p:spPr>
            <a:xfrm>
              <a:off x="-530250" y="3430619"/>
              <a:ext cx="118872" cy="40766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8" name="Rectangle 8117">
              <a:extLst>
                <a:ext uri="{FF2B5EF4-FFF2-40B4-BE49-F238E27FC236}">
                  <a16:creationId xmlns:a16="http://schemas.microsoft.com/office/drawing/2014/main" id="{56A9CBB0-DB3A-FD03-A99C-4D0D7D5C9A7A}"/>
                </a:ext>
              </a:extLst>
            </p:cNvPr>
            <p:cNvSpPr/>
            <p:nvPr/>
          </p:nvSpPr>
          <p:spPr>
            <a:xfrm>
              <a:off x="-530250" y="3471386"/>
              <a:ext cx="118872" cy="40766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9" name="Rectangle 8118">
              <a:extLst>
                <a:ext uri="{FF2B5EF4-FFF2-40B4-BE49-F238E27FC236}">
                  <a16:creationId xmlns:a16="http://schemas.microsoft.com/office/drawing/2014/main" id="{59026E28-04CB-BB94-87B1-37D5E89E3723}"/>
                </a:ext>
              </a:extLst>
            </p:cNvPr>
            <p:cNvSpPr/>
            <p:nvPr/>
          </p:nvSpPr>
          <p:spPr>
            <a:xfrm>
              <a:off x="-530250" y="3512153"/>
              <a:ext cx="118872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0" name="Rectangle 8119">
              <a:extLst>
                <a:ext uri="{FF2B5EF4-FFF2-40B4-BE49-F238E27FC236}">
                  <a16:creationId xmlns:a16="http://schemas.microsoft.com/office/drawing/2014/main" id="{34833AA1-9F71-49E7-6E49-C5DDB074C341}"/>
                </a:ext>
              </a:extLst>
            </p:cNvPr>
            <p:cNvSpPr/>
            <p:nvPr/>
          </p:nvSpPr>
          <p:spPr>
            <a:xfrm>
              <a:off x="-530250" y="3552920"/>
              <a:ext cx="118872" cy="40767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1" name="Rectangle 8120">
              <a:extLst>
                <a:ext uri="{FF2B5EF4-FFF2-40B4-BE49-F238E27FC236}">
                  <a16:creationId xmlns:a16="http://schemas.microsoft.com/office/drawing/2014/main" id="{BE654383-9158-DEDD-99CC-99567CD9AAE2}"/>
                </a:ext>
              </a:extLst>
            </p:cNvPr>
            <p:cNvSpPr/>
            <p:nvPr/>
          </p:nvSpPr>
          <p:spPr>
            <a:xfrm>
              <a:off x="-530250" y="3593687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2" name="Rectangle 8121">
              <a:extLst>
                <a:ext uri="{FF2B5EF4-FFF2-40B4-BE49-F238E27FC236}">
                  <a16:creationId xmlns:a16="http://schemas.microsoft.com/office/drawing/2014/main" id="{6A771635-05AF-6743-BB34-E70372AAC6EE}"/>
                </a:ext>
              </a:extLst>
            </p:cNvPr>
            <p:cNvSpPr/>
            <p:nvPr/>
          </p:nvSpPr>
          <p:spPr>
            <a:xfrm>
              <a:off x="-530250" y="3634454"/>
              <a:ext cx="118872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3" name="Rectangle 8122">
              <a:extLst>
                <a:ext uri="{FF2B5EF4-FFF2-40B4-BE49-F238E27FC236}">
                  <a16:creationId xmlns:a16="http://schemas.microsoft.com/office/drawing/2014/main" id="{17CD86D0-EC01-D16B-2664-75DECB7A78FC}"/>
                </a:ext>
              </a:extLst>
            </p:cNvPr>
            <p:cNvSpPr/>
            <p:nvPr/>
          </p:nvSpPr>
          <p:spPr>
            <a:xfrm>
              <a:off x="-530250" y="3675221"/>
              <a:ext cx="118872" cy="40767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4" name="Rectangle 8123">
              <a:extLst>
                <a:ext uri="{FF2B5EF4-FFF2-40B4-BE49-F238E27FC236}">
                  <a16:creationId xmlns:a16="http://schemas.microsoft.com/office/drawing/2014/main" id="{7710D10A-DECE-2F5B-4142-29B4EAEDEB89}"/>
                </a:ext>
              </a:extLst>
            </p:cNvPr>
            <p:cNvSpPr/>
            <p:nvPr/>
          </p:nvSpPr>
          <p:spPr>
            <a:xfrm>
              <a:off x="-530250" y="3715988"/>
              <a:ext cx="118872" cy="40767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5" name="Rectangle 8124">
              <a:extLst>
                <a:ext uri="{FF2B5EF4-FFF2-40B4-BE49-F238E27FC236}">
                  <a16:creationId xmlns:a16="http://schemas.microsoft.com/office/drawing/2014/main" id="{6DB7437B-3D35-60E6-377F-A233DF1D5BDD}"/>
                </a:ext>
              </a:extLst>
            </p:cNvPr>
            <p:cNvSpPr/>
            <p:nvPr/>
          </p:nvSpPr>
          <p:spPr>
            <a:xfrm>
              <a:off x="-530250" y="3756882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6" name="Rectangle 8125">
              <a:extLst>
                <a:ext uri="{FF2B5EF4-FFF2-40B4-BE49-F238E27FC236}">
                  <a16:creationId xmlns:a16="http://schemas.microsoft.com/office/drawing/2014/main" id="{F0CC4B43-A082-AAB3-66FE-D307BD3B2A56}"/>
                </a:ext>
              </a:extLst>
            </p:cNvPr>
            <p:cNvSpPr/>
            <p:nvPr/>
          </p:nvSpPr>
          <p:spPr>
            <a:xfrm>
              <a:off x="-530250" y="3797649"/>
              <a:ext cx="118872" cy="40767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7" name="Rectangle 8126">
              <a:extLst>
                <a:ext uri="{FF2B5EF4-FFF2-40B4-BE49-F238E27FC236}">
                  <a16:creationId xmlns:a16="http://schemas.microsoft.com/office/drawing/2014/main" id="{EFE0CF82-3F2C-3A17-7348-BBB149B7EC9A}"/>
                </a:ext>
              </a:extLst>
            </p:cNvPr>
            <p:cNvSpPr/>
            <p:nvPr/>
          </p:nvSpPr>
          <p:spPr>
            <a:xfrm>
              <a:off x="-530250" y="3838416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2" name="Rectangle 2531">
              <a:extLst>
                <a:ext uri="{FF2B5EF4-FFF2-40B4-BE49-F238E27FC236}">
                  <a16:creationId xmlns:a16="http://schemas.microsoft.com/office/drawing/2014/main" id="{DFCE95CE-C48E-F47D-1229-75DC60B9E482}"/>
                </a:ext>
              </a:extLst>
            </p:cNvPr>
            <p:cNvSpPr/>
            <p:nvPr/>
          </p:nvSpPr>
          <p:spPr>
            <a:xfrm>
              <a:off x="-530250" y="3879183"/>
              <a:ext cx="118872" cy="40767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3" name="Rectangle 2532">
              <a:extLst>
                <a:ext uri="{FF2B5EF4-FFF2-40B4-BE49-F238E27FC236}">
                  <a16:creationId xmlns:a16="http://schemas.microsoft.com/office/drawing/2014/main" id="{DE534AC3-3554-37E0-02D8-DBF92064FADA}"/>
                </a:ext>
              </a:extLst>
            </p:cNvPr>
            <p:cNvSpPr/>
            <p:nvPr/>
          </p:nvSpPr>
          <p:spPr>
            <a:xfrm>
              <a:off x="-530250" y="3919950"/>
              <a:ext cx="118872" cy="40767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4" name="Rectangle 2533">
              <a:extLst>
                <a:ext uri="{FF2B5EF4-FFF2-40B4-BE49-F238E27FC236}">
                  <a16:creationId xmlns:a16="http://schemas.microsoft.com/office/drawing/2014/main" id="{22C08D95-D524-39BD-8C38-7D0637FF9356}"/>
                </a:ext>
              </a:extLst>
            </p:cNvPr>
            <p:cNvSpPr/>
            <p:nvPr/>
          </p:nvSpPr>
          <p:spPr>
            <a:xfrm>
              <a:off x="-530250" y="3960717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5" name="Rectangle 2534">
              <a:extLst>
                <a:ext uri="{FF2B5EF4-FFF2-40B4-BE49-F238E27FC236}">
                  <a16:creationId xmlns:a16="http://schemas.microsoft.com/office/drawing/2014/main" id="{547C35D3-EFC4-A426-E3A8-AA3E1FBF4682}"/>
                </a:ext>
              </a:extLst>
            </p:cNvPr>
            <p:cNvSpPr/>
            <p:nvPr/>
          </p:nvSpPr>
          <p:spPr>
            <a:xfrm>
              <a:off x="-530250" y="4001484"/>
              <a:ext cx="118872" cy="40767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7" name="Rectangle 2536">
              <a:extLst>
                <a:ext uri="{FF2B5EF4-FFF2-40B4-BE49-F238E27FC236}">
                  <a16:creationId xmlns:a16="http://schemas.microsoft.com/office/drawing/2014/main" id="{26A305CD-3C5A-71A6-C697-F2BDB7F1AD6D}"/>
                </a:ext>
              </a:extLst>
            </p:cNvPr>
            <p:cNvSpPr/>
            <p:nvPr/>
          </p:nvSpPr>
          <p:spPr>
            <a:xfrm>
              <a:off x="-530250" y="4042251"/>
              <a:ext cx="118872" cy="40767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4" name="Rectangle 3543">
              <a:extLst>
                <a:ext uri="{FF2B5EF4-FFF2-40B4-BE49-F238E27FC236}">
                  <a16:creationId xmlns:a16="http://schemas.microsoft.com/office/drawing/2014/main" id="{7781C0D4-8482-9CD0-238B-E62FFF73DFFE}"/>
                </a:ext>
              </a:extLst>
            </p:cNvPr>
            <p:cNvSpPr/>
            <p:nvPr/>
          </p:nvSpPr>
          <p:spPr>
            <a:xfrm>
              <a:off x="-530250" y="4083018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5" name="Rectangle 3544">
              <a:extLst>
                <a:ext uri="{FF2B5EF4-FFF2-40B4-BE49-F238E27FC236}">
                  <a16:creationId xmlns:a16="http://schemas.microsoft.com/office/drawing/2014/main" id="{0796D024-CBD6-8FB6-9B0E-65ECA463F5A8}"/>
                </a:ext>
              </a:extLst>
            </p:cNvPr>
            <p:cNvSpPr/>
            <p:nvPr/>
          </p:nvSpPr>
          <p:spPr>
            <a:xfrm>
              <a:off x="-530250" y="4123785"/>
              <a:ext cx="118872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6" name="Rectangle 3545">
              <a:extLst>
                <a:ext uri="{FF2B5EF4-FFF2-40B4-BE49-F238E27FC236}">
                  <a16:creationId xmlns:a16="http://schemas.microsoft.com/office/drawing/2014/main" id="{52FE3FE3-0902-434D-E80B-AB530E5B8114}"/>
                </a:ext>
              </a:extLst>
            </p:cNvPr>
            <p:cNvSpPr/>
            <p:nvPr/>
          </p:nvSpPr>
          <p:spPr>
            <a:xfrm>
              <a:off x="-530250" y="4164552"/>
              <a:ext cx="118872" cy="40767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" name="Rectangle 3546">
              <a:extLst>
                <a:ext uri="{FF2B5EF4-FFF2-40B4-BE49-F238E27FC236}">
                  <a16:creationId xmlns:a16="http://schemas.microsoft.com/office/drawing/2014/main" id="{F09D7E8F-1BD4-C4AF-9C7F-9B5D64A41066}"/>
                </a:ext>
              </a:extLst>
            </p:cNvPr>
            <p:cNvSpPr/>
            <p:nvPr/>
          </p:nvSpPr>
          <p:spPr>
            <a:xfrm>
              <a:off x="-530250" y="4205319"/>
              <a:ext cx="118872" cy="40767"/>
            </a:xfrm>
            <a:prstGeom prst="rect">
              <a:avLst/>
            </a:prstGeom>
            <a:solidFill>
              <a:srgbClr val="FF6D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8" name="Rectangle 3547">
              <a:extLst>
                <a:ext uri="{FF2B5EF4-FFF2-40B4-BE49-F238E27FC236}">
                  <a16:creationId xmlns:a16="http://schemas.microsoft.com/office/drawing/2014/main" id="{98F39E1B-718C-FE12-07BC-7768B72CB4D8}"/>
                </a:ext>
              </a:extLst>
            </p:cNvPr>
            <p:cNvSpPr/>
            <p:nvPr/>
          </p:nvSpPr>
          <p:spPr>
            <a:xfrm>
              <a:off x="-530250" y="4246086"/>
              <a:ext cx="118872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" name="Rectangle 3548">
              <a:extLst>
                <a:ext uri="{FF2B5EF4-FFF2-40B4-BE49-F238E27FC236}">
                  <a16:creationId xmlns:a16="http://schemas.microsoft.com/office/drawing/2014/main" id="{AE9337F7-0FC1-57AD-0E54-43FBB7CDBFE1}"/>
                </a:ext>
              </a:extLst>
            </p:cNvPr>
            <p:cNvSpPr/>
            <p:nvPr/>
          </p:nvSpPr>
          <p:spPr>
            <a:xfrm>
              <a:off x="-530250" y="4286980"/>
              <a:ext cx="118872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" name="Rectangle 3549">
              <a:extLst>
                <a:ext uri="{FF2B5EF4-FFF2-40B4-BE49-F238E27FC236}">
                  <a16:creationId xmlns:a16="http://schemas.microsoft.com/office/drawing/2014/main" id="{2C78B424-11D8-31E9-4283-6ACA04647C3A}"/>
                </a:ext>
              </a:extLst>
            </p:cNvPr>
            <p:cNvSpPr/>
            <p:nvPr/>
          </p:nvSpPr>
          <p:spPr>
            <a:xfrm>
              <a:off x="-530250" y="4327747"/>
              <a:ext cx="118872" cy="40767"/>
            </a:xfrm>
            <a:prstGeom prst="rect">
              <a:avLst/>
            </a:prstGeom>
            <a:solidFill>
              <a:srgbClr val="FF6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1" name="Rectangle 3550">
              <a:extLst>
                <a:ext uri="{FF2B5EF4-FFF2-40B4-BE49-F238E27FC236}">
                  <a16:creationId xmlns:a16="http://schemas.microsoft.com/office/drawing/2014/main" id="{39AF277E-F7BD-643A-A540-1BEC0EC39BEC}"/>
                </a:ext>
              </a:extLst>
            </p:cNvPr>
            <p:cNvSpPr/>
            <p:nvPr/>
          </p:nvSpPr>
          <p:spPr>
            <a:xfrm>
              <a:off x="-530250" y="4368514"/>
              <a:ext cx="118872" cy="40767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" name="Rectangle 3551">
              <a:extLst>
                <a:ext uri="{FF2B5EF4-FFF2-40B4-BE49-F238E27FC236}">
                  <a16:creationId xmlns:a16="http://schemas.microsoft.com/office/drawing/2014/main" id="{78F95B39-7699-63A7-9690-343DC65417B1}"/>
                </a:ext>
              </a:extLst>
            </p:cNvPr>
            <p:cNvSpPr/>
            <p:nvPr/>
          </p:nvSpPr>
          <p:spPr>
            <a:xfrm>
              <a:off x="-530250" y="4409281"/>
              <a:ext cx="118872" cy="40767"/>
            </a:xfrm>
            <a:prstGeom prst="rect">
              <a:avLst/>
            </a:prstGeom>
            <a:solidFill>
              <a:srgbClr val="FF7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3" name="Rectangle 3552">
              <a:extLst>
                <a:ext uri="{FF2B5EF4-FFF2-40B4-BE49-F238E27FC236}">
                  <a16:creationId xmlns:a16="http://schemas.microsoft.com/office/drawing/2014/main" id="{A82FEDBC-56FB-47FB-65A6-889F3E059447}"/>
                </a:ext>
              </a:extLst>
            </p:cNvPr>
            <p:cNvSpPr/>
            <p:nvPr/>
          </p:nvSpPr>
          <p:spPr>
            <a:xfrm>
              <a:off x="-530250" y="4450048"/>
              <a:ext cx="118872" cy="40767"/>
            </a:xfrm>
            <a:prstGeom prst="rect">
              <a:avLst/>
            </a:prstGeom>
            <a:solidFill>
              <a:srgbClr val="FF8B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" name="Rectangle 3553">
              <a:extLst>
                <a:ext uri="{FF2B5EF4-FFF2-40B4-BE49-F238E27FC236}">
                  <a16:creationId xmlns:a16="http://schemas.microsoft.com/office/drawing/2014/main" id="{EE8A7CE9-CDBB-4348-D24E-EAF223D78D5A}"/>
                </a:ext>
              </a:extLst>
            </p:cNvPr>
            <p:cNvSpPr/>
            <p:nvPr/>
          </p:nvSpPr>
          <p:spPr>
            <a:xfrm>
              <a:off x="-530250" y="4490815"/>
              <a:ext cx="118872" cy="40767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5" name="Rectangle 3554">
              <a:extLst>
                <a:ext uri="{FF2B5EF4-FFF2-40B4-BE49-F238E27FC236}">
                  <a16:creationId xmlns:a16="http://schemas.microsoft.com/office/drawing/2014/main" id="{32D0C102-BAFD-044D-7C47-96900B732080}"/>
                </a:ext>
              </a:extLst>
            </p:cNvPr>
            <p:cNvSpPr/>
            <p:nvPr/>
          </p:nvSpPr>
          <p:spPr>
            <a:xfrm>
              <a:off x="-530250" y="4531582"/>
              <a:ext cx="118872" cy="40767"/>
            </a:xfrm>
            <a:prstGeom prst="rect">
              <a:avLst/>
            </a:prstGeom>
            <a:solidFill>
              <a:srgbClr val="FF91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1A9C36E1-478A-0D91-4DFF-B1728A39D9A5}"/>
                </a:ext>
              </a:extLst>
            </p:cNvPr>
            <p:cNvSpPr/>
            <p:nvPr/>
          </p:nvSpPr>
          <p:spPr>
            <a:xfrm>
              <a:off x="-530250" y="4572349"/>
              <a:ext cx="118872" cy="40767"/>
            </a:xfrm>
            <a:prstGeom prst="rect">
              <a:avLst/>
            </a:prstGeom>
            <a:solidFill>
              <a:srgbClr val="FF8B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" name="Rectangle 3556">
              <a:extLst>
                <a:ext uri="{FF2B5EF4-FFF2-40B4-BE49-F238E27FC236}">
                  <a16:creationId xmlns:a16="http://schemas.microsoft.com/office/drawing/2014/main" id="{3682D93D-C73D-ABFC-5695-92A2639020EA}"/>
                </a:ext>
              </a:extLst>
            </p:cNvPr>
            <p:cNvSpPr/>
            <p:nvPr/>
          </p:nvSpPr>
          <p:spPr>
            <a:xfrm>
              <a:off x="-530250" y="4613116"/>
              <a:ext cx="118872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8" name="Rectangle 3557">
              <a:extLst>
                <a:ext uri="{FF2B5EF4-FFF2-40B4-BE49-F238E27FC236}">
                  <a16:creationId xmlns:a16="http://schemas.microsoft.com/office/drawing/2014/main" id="{7DCADAEB-BEA1-D5A2-320F-ED1A51D51BD7}"/>
                </a:ext>
              </a:extLst>
            </p:cNvPr>
            <p:cNvSpPr/>
            <p:nvPr/>
          </p:nvSpPr>
          <p:spPr>
            <a:xfrm>
              <a:off x="-530250" y="4653883"/>
              <a:ext cx="118872" cy="40767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" name="Rectangle 3558">
              <a:extLst>
                <a:ext uri="{FF2B5EF4-FFF2-40B4-BE49-F238E27FC236}">
                  <a16:creationId xmlns:a16="http://schemas.microsoft.com/office/drawing/2014/main" id="{644B3A3E-80F7-D6EB-09C3-A806DFA55271}"/>
                </a:ext>
              </a:extLst>
            </p:cNvPr>
            <p:cNvSpPr/>
            <p:nvPr/>
          </p:nvSpPr>
          <p:spPr>
            <a:xfrm>
              <a:off x="-530250" y="4694650"/>
              <a:ext cx="118872" cy="40767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0" name="Rectangle 3559">
              <a:extLst>
                <a:ext uri="{FF2B5EF4-FFF2-40B4-BE49-F238E27FC236}">
                  <a16:creationId xmlns:a16="http://schemas.microsoft.com/office/drawing/2014/main" id="{263FA1BE-491B-6591-324A-31BEC412131E}"/>
                </a:ext>
              </a:extLst>
            </p:cNvPr>
            <p:cNvSpPr/>
            <p:nvPr/>
          </p:nvSpPr>
          <p:spPr>
            <a:xfrm>
              <a:off x="-530250" y="4735417"/>
              <a:ext cx="118872" cy="40767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" name="Rectangle 3560">
              <a:extLst>
                <a:ext uri="{FF2B5EF4-FFF2-40B4-BE49-F238E27FC236}">
                  <a16:creationId xmlns:a16="http://schemas.microsoft.com/office/drawing/2014/main" id="{94127325-2D4B-C6B6-4EC9-A74A00C618C3}"/>
                </a:ext>
              </a:extLst>
            </p:cNvPr>
            <p:cNvSpPr/>
            <p:nvPr/>
          </p:nvSpPr>
          <p:spPr>
            <a:xfrm>
              <a:off x="-530250" y="4776184"/>
              <a:ext cx="118872" cy="40767"/>
            </a:xfrm>
            <a:prstGeom prst="rect">
              <a:avLst/>
            </a:prstGeom>
            <a:solidFill>
              <a:srgbClr val="FDAC1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2" name="Rectangle 3561">
              <a:extLst>
                <a:ext uri="{FF2B5EF4-FFF2-40B4-BE49-F238E27FC236}">
                  <a16:creationId xmlns:a16="http://schemas.microsoft.com/office/drawing/2014/main" id="{C3C5CE40-84D9-81F2-2420-03DC4B0F31CD}"/>
                </a:ext>
              </a:extLst>
            </p:cNvPr>
            <p:cNvSpPr/>
            <p:nvPr/>
          </p:nvSpPr>
          <p:spPr>
            <a:xfrm>
              <a:off x="-411378" y="2125694"/>
              <a:ext cx="118872" cy="40767"/>
            </a:xfrm>
            <a:prstGeom prst="rect">
              <a:avLst/>
            </a:prstGeom>
            <a:solidFill>
              <a:srgbClr val="8B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" name="Rectangle 3562">
              <a:extLst>
                <a:ext uri="{FF2B5EF4-FFF2-40B4-BE49-F238E27FC236}">
                  <a16:creationId xmlns:a16="http://schemas.microsoft.com/office/drawing/2014/main" id="{314C0410-4754-D79D-7B31-FC52A0D2E53F}"/>
                </a:ext>
              </a:extLst>
            </p:cNvPr>
            <p:cNvSpPr/>
            <p:nvPr/>
          </p:nvSpPr>
          <p:spPr>
            <a:xfrm>
              <a:off x="-411378" y="2166588"/>
              <a:ext cx="118872" cy="40767"/>
            </a:xfrm>
            <a:prstGeom prst="rect">
              <a:avLst/>
            </a:prstGeom>
            <a:solidFill>
              <a:srgbClr val="D1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4" name="Rectangle 3563">
              <a:extLst>
                <a:ext uri="{FF2B5EF4-FFF2-40B4-BE49-F238E27FC236}">
                  <a16:creationId xmlns:a16="http://schemas.microsoft.com/office/drawing/2014/main" id="{275C0D3F-A149-52DC-4F6B-60A975E5623E}"/>
                </a:ext>
              </a:extLst>
            </p:cNvPr>
            <p:cNvSpPr/>
            <p:nvPr/>
          </p:nvSpPr>
          <p:spPr>
            <a:xfrm>
              <a:off x="-411378" y="2207355"/>
              <a:ext cx="118872" cy="40767"/>
            </a:xfrm>
            <a:prstGeom prst="rect">
              <a:avLst/>
            </a:prstGeom>
            <a:solidFill>
              <a:srgbClr val="F0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" name="Rectangle 3564">
              <a:extLst>
                <a:ext uri="{FF2B5EF4-FFF2-40B4-BE49-F238E27FC236}">
                  <a16:creationId xmlns:a16="http://schemas.microsoft.com/office/drawing/2014/main" id="{BC28A5E6-EE1A-D0BB-772B-5FF9869CD5EA}"/>
                </a:ext>
              </a:extLst>
            </p:cNvPr>
            <p:cNvSpPr/>
            <p:nvPr/>
          </p:nvSpPr>
          <p:spPr>
            <a:xfrm>
              <a:off x="-411378" y="2248122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6" name="Rectangle 3565">
              <a:extLst>
                <a:ext uri="{FF2B5EF4-FFF2-40B4-BE49-F238E27FC236}">
                  <a16:creationId xmlns:a16="http://schemas.microsoft.com/office/drawing/2014/main" id="{FEC0A3B0-9EF7-244A-3607-00820776AEAC}"/>
                </a:ext>
              </a:extLst>
            </p:cNvPr>
            <p:cNvSpPr/>
            <p:nvPr/>
          </p:nvSpPr>
          <p:spPr>
            <a:xfrm>
              <a:off x="-411378" y="228888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7" name="Rectangle 3566">
              <a:extLst>
                <a:ext uri="{FF2B5EF4-FFF2-40B4-BE49-F238E27FC236}">
                  <a16:creationId xmlns:a16="http://schemas.microsoft.com/office/drawing/2014/main" id="{003D44D9-716A-4456-71F2-999670EAC7FE}"/>
                </a:ext>
              </a:extLst>
            </p:cNvPr>
            <p:cNvSpPr/>
            <p:nvPr/>
          </p:nvSpPr>
          <p:spPr>
            <a:xfrm>
              <a:off x="-411378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" name="Rectangle 3567">
              <a:extLst>
                <a:ext uri="{FF2B5EF4-FFF2-40B4-BE49-F238E27FC236}">
                  <a16:creationId xmlns:a16="http://schemas.microsoft.com/office/drawing/2014/main" id="{FC5D166B-C871-C64A-38D8-1A36EBD2C8C9}"/>
                </a:ext>
              </a:extLst>
            </p:cNvPr>
            <p:cNvSpPr/>
            <p:nvPr/>
          </p:nvSpPr>
          <p:spPr>
            <a:xfrm>
              <a:off x="-411378" y="2370423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9" name="Rectangle 3568">
              <a:extLst>
                <a:ext uri="{FF2B5EF4-FFF2-40B4-BE49-F238E27FC236}">
                  <a16:creationId xmlns:a16="http://schemas.microsoft.com/office/drawing/2014/main" id="{389A6BB3-002F-7C41-018C-56240643493E}"/>
                </a:ext>
              </a:extLst>
            </p:cNvPr>
            <p:cNvSpPr/>
            <p:nvPr/>
          </p:nvSpPr>
          <p:spPr>
            <a:xfrm>
              <a:off x="-411378" y="2411190"/>
              <a:ext cx="118872" cy="40767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" name="Rectangle 3569">
              <a:extLst>
                <a:ext uri="{FF2B5EF4-FFF2-40B4-BE49-F238E27FC236}">
                  <a16:creationId xmlns:a16="http://schemas.microsoft.com/office/drawing/2014/main" id="{CD95F188-A712-B0FA-57FF-67BAEAA23EC5}"/>
                </a:ext>
              </a:extLst>
            </p:cNvPr>
            <p:cNvSpPr/>
            <p:nvPr/>
          </p:nvSpPr>
          <p:spPr>
            <a:xfrm>
              <a:off x="-411378" y="2451957"/>
              <a:ext cx="118872" cy="40767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1" name="Rectangle 3570">
              <a:extLst>
                <a:ext uri="{FF2B5EF4-FFF2-40B4-BE49-F238E27FC236}">
                  <a16:creationId xmlns:a16="http://schemas.microsoft.com/office/drawing/2014/main" id="{C797889A-032D-3900-2126-41B7F971DE3A}"/>
                </a:ext>
              </a:extLst>
            </p:cNvPr>
            <p:cNvSpPr/>
            <p:nvPr/>
          </p:nvSpPr>
          <p:spPr>
            <a:xfrm>
              <a:off x="-411378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" name="Rectangle 3571">
              <a:extLst>
                <a:ext uri="{FF2B5EF4-FFF2-40B4-BE49-F238E27FC236}">
                  <a16:creationId xmlns:a16="http://schemas.microsoft.com/office/drawing/2014/main" id="{E03BF5D1-87E7-14CC-89B7-7E275CF08982}"/>
                </a:ext>
              </a:extLst>
            </p:cNvPr>
            <p:cNvSpPr/>
            <p:nvPr/>
          </p:nvSpPr>
          <p:spPr>
            <a:xfrm>
              <a:off x="-411378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3" name="Rectangle 3572">
              <a:extLst>
                <a:ext uri="{FF2B5EF4-FFF2-40B4-BE49-F238E27FC236}">
                  <a16:creationId xmlns:a16="http://schemas.microsoft.com/office/drawing/2014/main" id="{2AF4ADB3-BFF2-326B-A1D4-27B7B5199799}"/>
                </a:ext>
              </a:extLst>
            </p:cNvPr>
            <p:cNvSpPr/>
            <p:nvPr/>
          </p:nvSpPr>
          <p:spPr>
            <a:xfrm>
              <a:off x="-411378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" name="Rectangle 3573">
              <a:extLst>
                <a:ext uri="{FF2B5EF4-FFF2-40B4-BE49-F238E27FC236}">
                  <a16:creationId xmlns:a16="http://schemas.microsoft.com/office/drawing/2014/main" id="{DEE781A8-EBF6-E83C-962D-BA19CC4DD9D4}"/>
                </a:ext>
              </a:extLst>
            </p:cNvPr>
            <p:cNvSpPr/>
            <p:nvPr/>
          </p:nvSpPr>
          <p:spPr>
            <a:xfrm>
              <a:off x="-411378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5" name="Rectangle 3574">
              <a:extLst>
                <a:ext uri="{FF2B5EF4-FFF2-40B4-BE49-F238E27FC236}">
                  <a16:creationId xmlns:a16="http://schemas.microsoft.com/office/drawing/2014/main" id="{F2031553-4A2F-48BE-1358-3EA1BF83FED3}"/>
                </a:ext>
              </a:extLst>
            </p:cNvPr>
            <p:cNvSpPr/>
            <p:nvPr/>
          </p:nvSpPr>
          <p:spPr>
            <a:xfrm>
              <a:off x="-411378" y="2655792"/>
              <a:ext cx="118872" cy="40767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" name="Rectangle 3575">
              <a:extLst>
                <a:ext uri="{FF2B5EF4-FFF2-40B4-BE49-F238E27FC236}">
                  <a16:creationId xmlns:a16="http://schemas.microsoft.com/office/drawing/2014/main" id="{AE58EB91-A1B3-6687-A640-7492E868433B}"/>
                </a:ext>
              </a:extLst>
            </p:cNvPr>
            <p:cNvSpPr/>
            <p:nvPr/>
          </p:nvSpPr>
          <p:spPr>
            <a:xfrm>
              <a:off x="-411378" y="2696686"/>
              <a:ext cx="118872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7" name="Rectangle 3576">
              <a:extLst>
                <a:ext uri="{FF2B5EF4-FFF2-40B4-BE49-F238E27FC236}">
                  <a16:creationId xmlns:a16="http://schemas.microsoft.com/office/drawing/2014/main" id="{2CDC8472-2DCD-051F-BFD3-C3CB56AD2928}"/>
                </a:ext>
              </a:extLst>
            </p:cNvPr>
            <p:cNvSpPr/>
            <p:nvPr/>
          </p:nvSpPr>
          <p:spPr>
            <a:xfrm>
              <a:off x="-411378" y="2737453"/>
              <a:ext cx="118872" cy="4076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" name="Rectangle 3577">
              <a:extLst>
                <a:ext uri="{FF2B5EF4-FFF2-40B4-BE49-F238E27FC236}">
                  <a16:creationId xmlns:a16="http://schemas.microsoft.com/office/drawing/2014/main" id="{697D6E18-252A-CAB0-484A-BFFCFE3CC045}"/>
                </a:ext>
              </a:extLst>
            </p:cNvPr>
            <p:cNvSpPr/>
            <p:nvPr/>
          </p:nvSpPr>
          <p:spPr>
            <a:xfrm>
              <a:off x="-411378" y="2778220"/>
              <a:ext cx="118872" cy="4076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9" name="Rectangle 3578">
              <a:extLst>
                <a:ext uri="{FF2B5EF4-FFF2-40B4-BE49-F238E27FC236}">
                  <a16:creationId xmlns:a16="http://schemas.microsoft.com/office/drawing/2014/main" id="{5BDE41A4-A886-A46D-0E3C-7EE9EE8A8663}"/>
                </a:ext>
              </a:extLst>
            </p:cNvPr>
            <p:cNvSpPr/>
            <p:nvPr/>
          </p:nvSpPr>
          <p:spPr>
            <a:xfrm>
              <a:off x="-411378" y="2818987"/>
              <a:ext cx="118872" cy="4076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" name="Rectangle 3579">
              <a:extLst>
                <a:ext uri="{FF2B5EF4-FFF2-40B4-BE49-F238E27FC236}">
                  <a16:creationId xmlns:a16="http://schemas.microsoft.com/office/drawing/2014/main" id="{61B5E31C-240C-1A2A-2833-FC6F3FD99BBA}"/>
                </a:ext>
              </a:extLst>
            </p:cNvPr>
            <p:cNvSpPr/>
            <p:nvPr/>
          </p:nvSpPr>
          <p:spPr>
            <a:xfrm>
              <a:off x="-411378" y="2859754"/>
              <a:ext cx="118872" cy="4076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1" name="Rectangle 3580">
              <a:extLst>
                <a:ext uri="{FF2B5EF4-FFF2-40B4-BE49-F238E27FC236}">
                  <a16:creationId xmlns:a16="http://schemas.microsoft.com/office/drawing/2014/main" id="{0780C4E2-1619-3EBB-FF90-48298DECBEFA}"/>
                </a:ext>
              </a:extLst>
            </p:cNvPr>
            <p:cNvSpPr/>
            <p:nvPr/>
          </p:nvSpPr>
          <p:spPr>
            <a:xfrm>
              <a:off x="-411378" y="2900521"/>
              <a:ext cx="118872" cy="4076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2" name="Rectangle 3581">
              <a:extLst>
                <a:ext uri="{FF2B5EF4-FFF2-40B4-BE49-F238E27FC236}">
                  <a16:creationId xmlns:a16="http://schemas.microsoft.com/office/drawing/2014/main" id="{59A31F0F-52BE-12DD-C597-C4E99D3C3854}"/>
                </a:ext>
              </a:extLst>
            </p:cNvPr>
            <p:cNvSpPr/>
            <p:nvPr/>
          </p:nvSpPr>
          <p:spPr>
            <a:xfrm>
              <a:off x="-411378" y="2941288"/>
              <a:ext cx="118872" cy="40766"/>
            </a:xfrm>
            <a:prstGeom prst="rect">
              <a:avLst/>
            </a:prstGeom>
            <a:solidFill>
              <a:srgbClr val="FF5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3" name="Rectangle 3582">
              <a:extLst>
                <a:ext uri="{FF2B5EF4-FFF2-40B4-BE49-F238E27FC236}">
                  <a16:creationId xmlns:a16="http://schemas.microsoft.com/office/drawing/2014/main" id="{37056ADA-E067-2DEF-31D5-52083DC5AC0F}"/>
                </a:ext>
              </a:extLst>
            </p:cNvPr>
            <p:cNvSpPr/>
            <p:nvPr/>
          </p:nvSpPr>
          <p:spPr>
            <a:xfrm>
              <a:off x="-411378" y="2982055"/>
              <a:ext cx="118872" cy="40766"/>
            </a:xfrm>
            <a:prstGeom prst="rect">
              <a:avLst/>
            </a:prstGeom>
            <a:solidFill>
              <a:srgbClr val="FF5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4" name="Rectangle 3583">
              <a:extLst>
                <a:ext uri="{FF2B5EF4-FFF2-40B4-BE49-F238E27FC236}">
                  <a16:creationId xmlns:a16="http://schemas.microsoft.com/office/drawing/2014/main" id="{A2F8757C-B534-4C1E-AAC1-BB0FE2BEE564}"/>
                </a:ext>
              </a:extLst>
            </p:cNvPr>
            <p:cNvSpPr/>
            <p:nvPr/>
          </p:nvSpPr>
          <p:spPr>
            <a:xfrm>
              <a:off x="-411378" y="3022822"/>
              <a:ext cx="118872" cy="40766"/>
            </a:xfrm>
            <a:prstGeom prst="rect">
              <a:avLst/>
            </a:prstGeom>
            <a:solidFill>
              <a:srgbClr val="FF59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" name="Rectangle 3584">
              <a:extLst>
                <a:ext uri="{FF2B5EF4-FFF2-40B4-BE49-F238E27FC236}">
                  <a16:creationId xmlns:a16="http://schemas.microsoft.com/office/drawing/2014/main" id="{F31D459F-A8BD-B358-DAA7-FE8897EE54CC}"/>
                </a:ext>
              </a:extLst>
            </p:cNvPr>
            <p:cNvSpPr/>
            <p:nvPr/>
          </p:nvSpPr>
          <p:spPr>
            <a:xfrm>
              <a:off x="-411378" y="3063589"/>
              <a:ext cx="118872" cy="40766"/>
            </a:xfrm>
            <a:prstGeom prst="rect">
              <a:avLst/>
            </a:prstGeom>
            <a:solidFill>
              <a:srgbClr val="FF63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" name="Rectangle 3585">
              <a:extLst>
                <a:ext uri="{FF2B5EF4-FFF2-40B4-BE49-F238E27FC236}">
                  <a16:creationId xmlns:a16="http://schemas.microsoft.com/office/drawing/2014/main" id="{D6281706-7652-A694-3C26-01364B8CEE6D}"/>
                </a:ext>
              </a:extLst>
            </p:cNvPr>
            <p:cNvSpPr/>
            <p:nvPr/>
          </p:nvSpPr>
          <p:spPr>
            <a:xfrm>
              <a:off x="-411378" y="3104356"/>
              <a:ext cx="118872" cy="40766"/>
            </a:xfrm>
            <a:prstGeom prst="rect">
              <a:avLst/>
            </a:prstGeom>
            <a:solidFill>
              <a:srgbClr val="FF27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" name="Rectangle 3586">
              <a:extLst>
                <a:ext uri="{FF2B5EF4-FFF2-40B4-BE49-F238E27FC236}">
                  <a16:creationId xmlns:a16="http://schemas.microsoft.com/office/drawing/2014/main" id="{6479E72B-F3F9-05F2-A733-D0E114AEA3DD}"/>
                </a:ext>
              </a:extLst>
            </p:cNvPr>
            <p:cNvSpPr/>
            <p:nvPr/>
          </p:nvSpPr>
          <p:spPr>
            <a:xfrm>
              <a:off x="-411378" y="3145123"/>
              <a:ext cx="118872" cy="40766"/>
            </a:xfrm>
            <a:prstGeom prst="rect">
              <a:avLst/>
            </a:prstGeom>
            <a:solidFill>
              <a:srgbClr val="FF1D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" name="Rectangle 3587">
              <a:extLst>
                <a:ext uri="{FF2B5EF4-FFF2-40B4-BE49-F238E27FC236}">
                  <a16:creationId xmlns:a16="http://schemas.microsoft.com/office/drawing/2014/main" id="{AFC0B28A-68A0-9A70-F750-F1898E086B57}"/>
                </a:ext>
              </a:extLst>
            </p:cNvPr>
            <p:cNvSpPr/>
            <p:nvPr/>
          </p:nvSpPr>
          <p:spPr>
            <a:xfrm>
              <a:off x="-411378" y="3185890"/>
              <a:ext cx="118872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" name="Rectangle 3588">
              <a:extLst>
                <a:ext uri="{FF2B5EF4-FFF2-40B4-BE49-F238E27FC236}">
                  <a16:creationId xmlns:a16="http://schemas.microsoft.com/office/drawing/2014/main" id="{8AD0A036-33AC-620D-3593-F8C5FEE49A54}"/>
                </a:ext>
              </a:extLst>
            </p:cNvPr>
            <p:cNvSpPr/>
            <p:nvPr/>
          </p:nvSpPr>
          <p:spPr>
            <a:xfrm>
              <a:off x="-411378" y="3226784"/>
              <a:ext cx="118872" cy="4076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" name="Rectangle 3589">
              <a:extLst>
                <a:ext uri="{FF2B5EF4-FFF2-40B4-BE49-F238E27FC236}">
                  <a16:creationId xmlns:a16="http://schemas.microsoft.com/office/drawing/2014/main" id="{B516DAEA-7958-AB0A-700E-6A5648B1D790}"/>
                </a:ext>
              </a:extLst>
            </p:cNvPr>
            <p:cNvSpPr/>
            <p:nvPr/>
          </p:nvSpPr>
          <p:spPr>
            <a:xfrm>
              <a:off x="-411378" y="3267551"/>
              <a:ext cx="118872" cy="4076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" name="Rectangle 3590">
              <a:extLst>
                <a:ext uri="{FF2B5EF4-FFF2-40B4-BE49-F238E27FC236}">
                  <a16:creationId xmlns:a16="http://schemas.microsoft.com/office/drawing/2014/main" id="{02F4D9A5-1B0C-4465-C0CD-5D809B3C3028}"/>
                </a:ext>
              </a:extLst>
            </p:cNvPr>
            <p:cNvSpPr/>
            <p:nvPr/>
          </p:nvSpPr>
          <p:spPr>
            <a:xfrm>
              <a:off x="-411378" y="3308318"/>
              <a:ext cx="118872" cy="40766"/>
            </a:xfrm>
            <a:prstGeom prst="rect">
              <a:avLst/>
            </a:prstGeom>
            <a:solidFill>
              <a:srgbClr val="FBB73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2" name="Rectangle 3591">
              <a:extLst>
                <a:ext uri="{FF2B5EF4-FFF2-40B4-BE49-F238E27FC236}">
                  <a16:creationId xmlns:a16="http://schemas.microsoft.com/office/drawing/2014/main" id="{AB72AD57-A975-CAF3-5D90-4520DFF6188C}"/>
                </a:ext>
              </a:extLst>
            </p:cNvPr>
            <p:cNvSpPr/>
            <p:nvPr/>
          </p:nvSpPr>
          <p:spPr>
            <a:xfrm>
              <a:off x="-411378" y="3349085"/>
              <a:ext cx="118872" cy="40766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" name="Rectangle 3592">
              <a:extLst>
                <a:ext uri="{FF2B5EF4-FFF2-40B4-BE49-F238E27FC236}">
                  <a16:creationId xmlns:a16="http://schemas.microsoft.com/office/drawing/2014/main" id="{27705095-5925-FDE4-00A7-4DC5BC701DAE}"/>
                </a:ext>
              </a:extLst>
            </p:cNvPr>
            <p:cNvSpPr/>
            <p:nvPr/>
          </p:nvSpPr>
          <p:spPr>
            <a:xfrm>
              <a:off x="-411378" y="3389852"/>
              <a:ext cx="118872" cy="40766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" name="Rectangle 3593">
              <a:extLst>
                <a:ext uri="{FF2B5EF4-FFF2-40B4-BE49-F238E27FC236}">
                  <a16:creationId xmlns:a16="http://schemas.microsoft.com/office/drawing/2014/main" id="{8A6B7ED0-4805-8E55-E1A6-90E105AC5B3E}"/>
                </a:ext>
              </a:extLst>
            </p:cNvPr>
            <p:cNvSpPr/>
            <p:nvPr/>
          </p:nvSpPr>
          <p:spPr>
            <a:xfrm>
              <a:off x="-411378" y="3430619"/>
              <a:ext cx="118872" cy="40766"/>
            </a:xfrm>
            <a:prstGeom prst="rect">
              <a:avLst/>
            </a:prstGeom>
            <a:solidFill>
              <a:srgbClr val="FF9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" name="Rectangle 3594">
              <a:extLst>
                <a:ext uri="{FF2B5EF4-FFF2-40B4-BE49-F238E27FC236}">
                  <a16:creationId xmlns:a16="http://schemas.microsoft.com/office/drawing/2014/main" id="{42383A14-8521-7C53-DD34-3F1681FB5C32}"/>
                </a:ext>
              </a:extLst>
            </p:cNvPr>
            <p:cNvSpPr/>
            <p:nvPr/>
          </p:nvSpPr>
          <p:spPr>
            <a:xfrm>
              <a:off x="-411378" y="3471386"/>
              <a:ext cx="118872" cy="40766"/>
            </a:xfrm>
            <a:prstGeom prst="rect">
              <a:avLst/>
            </a:prstGeom>
            <a:solidFill>
              <a:srgbClr val="FF9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6" name="Rectangle 3595">
              <a:extLst>
                <a:ext uri="{FF2B5EF4-FFF2-40B4-BE49-F238E27FC236}">
                  <a16:creationId xmlns:a16="http://schemas.microsoft.com/office/drawing/2014/main" id="{3A138D17-FB94-004C-0311-97BB8C384148}"/>
                </a:ext>
              </a:extLst>
            </p:cNvPr>
            <p:cNvSpPr/>
            <p:nvPr/>
          </p:nvSpPr>
          <p:spPr>
            <a:xfrm>
              <a:off x="-411378" y="3512153"/>
              <a:ext cx="118872" cy="40767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7" name="Rectangle 3596">
              <a:extLst>
                <a:ext uri="{FF2B5EF4-FFF2-40B4-BE49-F238E27FC236}">
                  <a16:creationId xmlns:a16="http://schemas.microsoft.com/office/drawing/2014/main" id="{1C9871CD-7370-ABFE-BAF1-96219C63181A}"/>
                </a:ext>
              </a:extLst>
            </p:cNvPr>
            <p:cNvSpPr/>
            <p:nvPr/>
          </p:nvSpPr>
          <p:spPr>
            <a:xfrm>
              <a:off x="-411378" y="3552920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" name="Rectangle 3597">
              <a:extLst>
                <a:ext uri="{FF2B5EF4-FFF2-40B4-BE49-F238E27FC236}">
                  <a16:creationId xmlns:a16="http://schemas.microsoft.com/office/drawing/2014/main" id="{8B2C9014-D5A9-17AA-E89E-49DAE91FB97F}"/>
                </a:ext>
              </a:extLst>
            </p:cNvPr>
            <p:cNvSpPr/>
            <p:nvPr/>
          </p:nvSpPr>
          <p:spPr>
            <a:xfrm>
              <a:off x="-411378" y="3593687"/>
              <a:ext cx="118872" cy="40767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" name="Rectangle 3598">
              <a:extLst>
                <a:ext uri="{FF2B5EF4-FFF2-40B4-BE49-F238E27FC236}">
                  <a16:creationId xmlns:a16="http://schemas.microsoft.com/office/drawing/2014/main" id="{BC3AFB33-CA1E-2E4C-36E6-63B781C3C698}"/>
                </a:ext>
              </a:extLst>
            </p:cNvPr>
            <p:cNvSpPr/>
            <p:nvPr/>
          </p:nvSpPr>
          <p:spPr>
            <a:xfrm>
              <a:off x="-411378" y="3634454"/>
              <a:ext cx="118872" cy="40767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0" name="Rectangle 3599">
              <a:extLst>
                <a:ext uri="{FF2B5EF4-FFF2-40B4-BE49-F238E27FC236}">
                  <a16:creationId xmlns:a16="http://schemas.microsoft.com/office/drawing/2014/main" id="{E6C498AC-6EEA-1053-8425-A2FABCFF73B7}"/>
                </a:ext>
              </a:extLst>
            </p:cNvPr>
            <p:cNvSpPr/>
            <p:nvPr/>
          </p:nvSpPr>
          <p:spPr>
            <a:xfrm>
              <a:off x="-411378" y="3675221"/>
              <a:ext cx="118872" cy="40767"/>
            </a:xfrm>
            <a:prstGeom prst="rect">
              <a:avLst/>
            </a:prstGeom>
            <a:solidFill>
              <a:srgbClr val="FDAC1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1" name="Rectangle 3600">
              <a:extLst>
                <a:ext uri="{FF2B5EF4-FFF2-40B4-BE49-F238E27FC236}">
                  <a16:creationId xmlns:a16="http://schemas.microsoft.com/office/drawing/2014/main" id="{1AEB6812-39B4-AD4F-6F71-0E84AD7D0FDE}"/>
                </a:ext>
              </a:extLst>
            </p:cNvPr>
            <p:cNvSpPr/>
            <p:nvPr/>
          </p:nvSpPr>
          <p:spPr>
            <a:xfrm>
              <a:off x="-411378" y="3715988"/>
              <a:ext cx="118872" cy="40767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2" name="Rectangle 3601">
              <a:extLst>
                <a:ext uri="{FF2B5EF4-FFF2-40B4-BE49-F238E27FC236}">
                  <a16:creationId xmlns:a16="http://schemas.microsoft.com/office/drawing/2014/main" id="{C2006D7D-A1CD-8900-610D-FAE1E654F358}"/>
                </a:ext>
              </a:extLst>
            </p:cNvPr>
            <p:cNvSpPr/>
            <p:nvPr/>
          </p:nvSpPr>
          <p:spPr>
            <a:xfrm>
              <a:off x="-411378" y="3756882"/>
              <a:ext cx="118872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3" name="Rectangle 3602">
              <a:extLst>
                <a:ext uri="{FF2B5EF4-FFF2-40B4-BE49-F238E27FC236}">
                  <a16:creationId xmlns:a16="http://schemas.microsoft.com/office/drawing/2014/main" id="{C114E68B-C124-3224-D2A5-3D2444385D97}"/>
                </a:ext>
              </a:extLst>
            </p:cNvPr>
            <p:cNvSpPr/>
            <p:nvPr/>
          </p:nvSpPr>
          <p:spPr>
            <a:xfrm>
              <a:off x="-411378" y="3797649"/>
              <a:ext cx="118872" cy="40767"/>
            </a:xfrm>
            <a:prstGeom prst="rect">
              <a:avLst/>
            </a:prstGeom>
            <a:solidFill>
              <a:srgbClr val="FF8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4" name="Rectangle 3603">
              <a:extLst>
                <a:ext uri="{FF2B5EF4-FFF2-40B4-BE49-F238E27FC236}">
                  <a16:creationId xmlns:a16="http://schemas.microsoft.com/office/drawing/2014/main" id="{D905AFA8-A2DC-4FE5-56CA-379F5F1E77E2}"/>
                </a:ext>
              </a:extLst>
            </p:cNvPr>
            <p:cNvSpPr/>
            <p:nvPr/>
          </p:nvSpPr>
          <p:spPr>
            <a:xfrm>
              <a:off x="-411378" y="3838416"/>
              <a:ext cx="118872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" name="Rectangle 3604">
              <a:extLst>
                <a:ext uri="{FF2B5EF4-FFF2-40B4-BE49-F238E27FC236}">
                  <a16:creationId xmlns:a16="http://schemas.microsoft.com/office/drawing/2014/main" id="{6AFD5565-6496-7665-7015-99FF439B0346}"/>
                </a:ext>
              </a:extLst>
            </p:cNvPr>
            <p:cNvSpPr/>
            <p:nvPr/>
          </p:nvSpPr>
          <p:spPr>
            <a:xfrm>
              <a:off x="-411378" y="3879183"/>
              <a:ext cx="118872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" name="Rectangle 3605">
              <a:extLst>
                <a:ext uri="{FF2B5EF4-FFF2-40B4-BE49-F238E27FC236}">
                  <a16:creationId xmlns:a16="http://schemas.microsoft.com/office/drawing/2014/main" id="{5D9E4CE1-686D-7794-4964-499363577257}"/>
                </a:ext>
              </a:extLst>
            </p:cNvPr>
            <p:cNvSpPr/>
            <p:nvPr/>
          </p:nvSpPr>
          <p:spPr>
            <a:xfrm>
              <a:off x="-411378" y="3919950"/>
              <a:ext cx="118872" cy="40767"/>
            </a:xfrm>
            <a:prstGeom prst="rect">
              <a:avLst/>
            </a:prstGeom>
            <a:solidFill>
              <a:srgbClr val="FF8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7" name="Rectangle 3606">
              <a:extLst>
                <a:ext uri="{FF2B5EF4-FFF2-40B4-BE49-F238E27FC236}">
                  <a16:creationId xmlns:a16="http://schemas.microsoft.com/office/drawing/2014/main" id="{5B28EE59-510B-7554-65D8-D87954A5A1CF}"/>
                </a:ext>
              </a:extLst>
            </p:cNvPr>
            <p:cNvSpPr/>
            <p:nvPr/>
          </p:nvSpPr>
          <p:spPr>
            <a:xfrm>
              <a:off x="-411378" y="3960717"/>
              <a:ext cx="118872" cy="40767"/>
            </a:xfrm>
            <a:prstGeom prst="rect">
              <a:avLst/>
            </a:prstGeom>
            <a:solidFill>
              <a:srgbClr val="FF78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8" name="Rectangle 3607">
              <a:extLst>
                <a:ext uri="{FF2B5EF4-FFF2-40B4-BE49-F238E27FC236}">
                  <a16:creationId xmlns:a16="http://schemas.microsoft.com/office/drawing/2014/main" id="{AF736AE3-698D-D6FB-E2D1-760083D2B9F3}"/>
                </a:ext>
              </a:extLst>
            </p:cNvPr>
            <p:cNvSpPr/>
            <p:nvPr/>
          </p:nvSpPr>
          <p:spPr>
            <a:xfrm>
              <a:off x="-411378" y="4001484"/>
              <a:ext cx="118872" cy="40767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" name="Rectangle 3608">
              <a:extLst>
                <a:ext uri="{FF2B5EF4-FFF2-40B4-BE49-F238E27FC236}">
                  <a16:creationId xmlns:a16="http://schemas.microsoft.com/office/drawing/2014/main" id="{30AC5527-B936-090A-269F-8BEBDB21646D}"/>
                </a:ext>
              </a:extLst>
            </p:cNvPr>
            <p:cNvSpPr/>
            <p:nvPr/>
          </p:nvSpPr>
          <p:spPr>
            <a:xfrm>
              <a:off x="-411378" y="4042251"/>
              <a:ext cx="118872" cy="40767"/>
            </a:xfrm>
            <a:prstGeom prst="rect">
              <a:avLst/>
            </a:prstGeom>
            <a:solidFill>
              <a:srgbClr val="FF7C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0" name="Rectangle 3719">
              <a:extLst>
                <a:ext uri="{FF2B5EF4-FFF2-40B4-BE49-F238E27FC236}">
                  <a16:creationId xmlns:a16="http://schemas.microsoft.com/office/drawing/2014/main" id="{0A5E3EC4-3D0D-281E-FAC5-7D4724CA40CC}"/>
                </a:ext>
              </a:extLst>
            </p:cNvPr>
            <p:cNvSpPr/>
            <p:nvPr/>
          </p:nvSpPr>
          <p:spPr>
            <a:xfrm>
              <a:off x="-411378" y="4083018"/>
              <a:ext cx="118872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1" name="Rectangle 3720">
              <a:extLst>
                <a:ext uri="{FF2B5EF4-FFF2-40B4-BE49-F238E27FC236}">
                  <a16:creationId xmlns:a16="http://schemas.microsoft.com/office/drawing/2014/main" id="{9DC46D65-1A81-2640-845D-D89189CBC20B}"/>
                </a:ext>
              </a:extLst>
            </p:cNvPr>
            <p:cNvSpPr/>
            <p:nvPr/>
          </p:nvSpPr>
          <p:spPr>
            <a:xfrm>
              <a:off x="-411378" y="4123785"/>
              <a:ext cx="118872" cy="40767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2" name="Rectangle 3721">
              <a:extLst>
                <a:ext uri="{FF2B5EF4-FFF2-40B4-BE49-F238E27FC236}">
                  <a16:creationId xmlns:a16="http://schemas.microsoft.com/office/drawing/2014/main" id="{E562670A-76F9-32C6-4C1B-A46875808399}"/>
                </a:ext>
              </a:extLst>
            </p:cNvPr>
            <p:cNvSpPr/>
            <p:nvPr/>
          </p:nvSpPr>
          <p:spPr>
            <a:xfrm>
              <a:off x="-411378" y="4164552"/>
              <a:ext cx="118872" cy="40767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3" name="Rectangle 3722">
              <a:extLst>
                <a:ext uri="{FF2B5EF4-FFF2-40B4-BE49-F238E27FC236}">
                  <a16:creationId xmlns:a16="http://schemas.microsoft.com/office/drawing/2014/main" id="{16AC60A8-F902-3B6C-9F8E-3A9243665D4D}"/>
                </a:ext>
              </a:extLst>
            </p:cNvPr>
            <p:cNvSpPr/>
            <p:nvPr/>
          </p:nvSpPr>
          <p:spPr>
            <a:xfrm>
              <a:off x="-411378" y="4205319"/>
              <a:ext cx="118872" cy="40767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4" name="Rectangle 3723">
              <a:extLst>
                <a:ext uri="{FF2B5EF4-FFF2-40B4-BE49-F238E27FC236}">
                  <a16:creationId xmlns:a16="http://schemas.microsoft.com/office/drawing/2014/main" id="{E7A1E3F2-D9D3-95E4-1FC9-9D9581CB4B8A}"/>
                </a:ext>
              </a:extLst>
            </p:cNvPr>
            <p:cNvSpPr/>
            <p:nvPr/>
          </p:nvSpPr>
          <p:spPr>
            <a:xfrm>
              <a:off x="-411378" y="4246086"/>
              <a:ext cx="118872" cy="40767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5" name="Rectangle 3724">
              <a:extLst>
                <a:ext uri="{FF2B5EF4-FFF2-40B4-BE49-F238E27FC236}">
                  <a16:creationId xmlns:a16="http://schemas.microsoft.com/office/drawing/2014/main" id="{97466309-9C6F-9092-A941-570908AD0EE3}"/>
                </a:ext>
              </a:extLst>
            </p:cNvPr>
            <p:cNvSpPr/>
            <p:nvPr/>
          </p:nvSpPr>
          <p:spPr>
            <a:xfrm>
              <a:off x="-411378" y="4286980"/>
              <a:ext cx="118872" cy="40767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6" name="Rectangle 3725">
              <a:extLst>
                <a:ext uri="{FF2B5EF4-FFF2-40B4-BE49-F238E27FC236}">
                  <a16:creationId xmlns:a16="http://schemas.microsoft.com/office/drawing/2014/main" id="{3B0BAB32-6249-89EA-68CD-564883FEB4A2}"/>
                </a:ext>
              </a:extLst>
            </p:cNvPr>
            <p:cNvSpPr/>
            <p:nvPr/>
          </p:nvSpPr>
          <p:spPr>
            <a:xfrm>
              <a:off x="-411378" y="4327747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7" name="Rectangle 3726">
              <a:extLst>
                <a:ext uri="{FF2B5EF4-FFF2-40B4-BE49-F238E27FC236}">
                  <a16:creationId xmlns:a16="http://schemas.microsoft.com/office/drawing/2014/main" id="{38F80B88-7A72-8F92-6437-16E2AB830558}"/>
                </a:ext>
              </a:extLst>
            </p:cNvPr>
            <p:cNvSpPr/>
            <p:nvPr/>
          </p:nvSpPr>
          <p:spPr>
            <a:xfrm>
              <a:off x="-411378" y="4368514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8" name="Rectangle 3727">
              <a:extLst>
                <a:ext uri="{FF2B5EF4-FFF2-40B4-BE49-F238E27FC236}">
                  <a16:creationId xmlns:a16="http://schemas.microsoft.com/office/drawing/2014/main" id="{AC58B744-BB63-82C7-303E-374A662FFAF4}"/>
                </a:ext>
              </a:extLst>
            </p:cNvPr>
            <p:cNvSpPr/>
            <p:nvPr/>
          </p:nvSpPr>
          <p:spPr>
            <a:xfrm>
              <a:off x="-411378" y="4409281"/>
              <a:ext cx="118872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9" name="Rectangle 3728">
              <a:extLst>
                <a:ext uri="{FF2B5EF4-FFF2-40B4-BE49-F238E27FC236}">
                  <a16:creationId xmlns:a16="http://schemas.microsoft.com/office/drawing/2014/main" id="{F035ADF1-96FA-9993-D77C-E1F54F1A0A22}"/>
                </a:ext>
              </a:extLst>
            </p:cNvPr>
            <p:cNvSpPr/>
            <p:nvPr/>
          </p:nvSpPr>
          <p:spPr>
            <a:xfrm>
              <a:off x="-411378" y="4450048"/>
              <a:ext cx="118872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0" name="Rectangle 3729">
              <a:extLst>
                <a:ext uri="{FF2B5EF4-FFF2-40B4-BE49-F238E27FC236}">
                  <a16:creationId xmlns:a16="http://schemas.microsoft.com/office/drawing/2014/main" id="{90BF193F-3089-1594-58AE-DD3B10E7B7B2}"/>
                </a:ext>
              </a:extLst>
            </p:cNvPr>
            <p:cNvSpPr/>
            <p:nvPr/>
          </p:nvSpPr>
          <p:spPr>
            <a:xfrm>
              <a:off x="-411378" y="4490815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1" name="Rectangle 3730">
              <a:extLst>
                <a:ext uri="{FF2B5EF4-FFF2-40B4-BE49-F238E27FC236}">
                  <a16:creationId xmlns:a16="http://schemas.microsoft.com/office/drawing/2014/main" id="{123FE690-4502-5BDE-B358-71B58FD4681F}"/>
                </a:ext>
              </a:extLst>
            </p:cNvPr>
            <p:cNvSpPr/>
            <p:nvPr/>
          </p:nvSpPr>
          <p:spPr>
            <a:xfrm>
              <a:off x="-411378" y="4531582"/>
              <a:ext cx="118872" cy="40767"/>
            </a:xfrm>
            <a:prstGeom prst="rect">
              <a:avLst/>
            </a:prstGeom>
            <a:solidFill>
              <a:srgbClr val="F9C86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2" name="Rectangle 3731">
              <a:extLst>
                <a:ext uri="{FF2B5EF4-FFF2-40B4-BE49-F238E27FC236}">
                  <a16:creationId xmlns:a16="http://schemas.microsoft.com/office/drawing/2014/main" id="{C113CA18-45CB-3FA1-CA92-C509435A00C9}"/>
                </a:ext>
              </a:extLst>
            </p:cNvPr>
            <p:cNvSpPr/>
            <p:nvPr/>
          </p:nvSpPr>
          <p:spPr>
            <a:xfrm>
              <a:off x="-411378" y="4572349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3" name="Rectangle 3732">
              <a:extLst>
                <a:ext uri="{FF2B5EF4-FFF2-40B4-BE49-F238E27FC236}">
                  <a16:creationId xmlns:a16="http://schemas.microsoft.com/office/drawing/2014/main" id="{583C3AC3-8DCD-BCA5-377D-0A5E9A30A692}"/>
                </a:ext>
              </a:extLst>
            </p:cNvPr>
            <p:cNvSpPr/>
            <p:nvPr/>
          </p:nvSpPr>
          <p:spPr>
            <a:xfrm>
              <a:off x="-411378" y="4613116"/>
              <a:ext cx="118872" cy="40767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4" name="Rectangle 3733">
              <a:extLst>
                <a:ext uri="{FF2B5EF4-FFF2-40B4-BE49-F238E27FC236}">
                  <a16:creationId xmlns:a16="http://schemas.microsoft.com/office/drawing/2014/main" id="{31E17D49-C0D7-8728-791A-DF077E094625}"/>
                </a:ext>
              </a:extLst>
            </p:cNvPr>
            <p:cNvSpPr/>
            <p:nvPr/>
          </p:nvSpPr>
          <p:spPr>
            <a:xfrm>
              <a:off x="-411378" y="4653883"/>
              <a:ext cx="118872" cy="40767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5" name="Rectangle 3734">
              <a:extLst>
                <a:ext uri="{FF2B5EF4-FFF2-40B4-BE49-F238E27FC236}">
                  <a16:creationId xmlns:a16="http://schemas.microsoft.com/office/drawing/2014/main" id="{A8A7B035-81EC-1645-4413-47442930C146}"/>
                </a:ext>
              </a:extLst>
            </p:cNvPr>
            <p:cNvSpPr/>
            <p:nvPr/>
          </p:nvSpPr>
          <p:spPr>
            <a:xfrm>
              <a:off x="-411378" y="4694650"/>
              <a:ext cx="118872" cy="40767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6" name="Rectangle 3735">
              <a:extLst>
                <a:ext uri="{FF2B5EF4-FFF2-40B4-BE49-F238E27FC236}">
                  <a16:creationId xmlns:a16="http://schemas.microsoft.com/office/drawing/2014/main" id="{8DB2736C-BC19-788E-E158-C67F27B7B59F}"/>
                </a:ext>
              </a:extLst>
            </p:cNvPr>
            <p:cNvSpPr/>
            <p:nvPr/>
          </p:nvSpPr>
          <p:spPr>
            <a:xfrm>
              <a:off x="-411378" y="4735417"/>
              <a:ext cx="118872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7" name="Rectangle 3736">
              <a:extLst>
                <a:ext uri="{FF2B5EF4-FFF2-40B4-BE49-F238E27FC236}">
                  <a16:creationId xmlns:a16="http://schemas.microsoft.com/office/drawing/2014/main" id="{47E9F1C6-7C64-C88A-E5CA-0D1F997E975B}"/>
                </a:ext>
              </a:extLst>
            </p:cNvPr>
            <p:cNvSpPr/>
            <p:nvPr/>
          </p:nvSpPr>
          <p:spPr>
            <a:xfrm>
              <a:off x="-411378" y="4776184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8" name="Rectangle 3737">
              <a:extLst>
                <a:ext uri="{FF2B5EF4-FFF2-40B4-BE49-F238E27FC236}">
                  <a16:creationId xmlns:a16="http://schemas.microsoft.com/office/drawing/2014/main" id="{064993AA-B07B-3023-718A-34F426F8A849}"/>
                </a:ext>
              </a:extLst>
            </p:cNvPr>
            <p:cNvSpPr/>
            <p:nvPr/>
          </p:nvSpPr>
          <p:spPr>
            <a:xfrm>
              <a:off x="-292633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9" name="Rectangle 3738">
              <a:extLst>
                <a:ext uri="{FF2B5EF4-FFF2-40B4-BE49-F238E27FC236}">
                  <a16:creationId xmlns:a16="http://schemas.microsoft.com/office/drawing/2014/main" id="{D509238B-CF5D-59FB-728F-44B9C35A1185}"/>
                </a:ext>
              </a:extLst>
            </p:cNvPr>
            <p:cNvSpPr/>
            <p:nvPr/>
          </p:nvSpPr>
          <p:spPr>
            <a:xfrm>
              <a:off x="-292633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0" name="Rectangle 3739">
              <a:extLst>
                <a:ext uri="{FF2B5EF4-FFF2-40B4-BE49-F238E27FC236}">
                  <a16:creationId xmlns:a16="http://schemas.microsoft.com/office/drawing/2014/main" id="{05DCC6BA-EF18-0ADA-3F5D-29E37A4E0012}"/>
                </a:ext>
              </a:extLst>
            </p:cNvPr>
            <p:cNvSpPr/>
            <p:nvPr/>
          </p:nvSpPr>
          <p:spPr>
            <a:xfrm>
              <a:off x="-292633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1" name="Rectangle 3740">
              <a:extLst>
                <a:ext uri="{FF2B5EF4-FFF2-40B4-BE49-F238E27FC236}">
                  <a16:creationId xmlns:a16="http://schemas.microsoft.com/office/drawing/2014/main" id="{0EA5726A-3BA2-3EC8-0086-601DE845C638}"/>
                </a:ext>
              </a:extLst>
            </p:cNvPr>
            <p:cNvSpPr/>
            <p:nvPr/>
          </p:nvSpPr>
          <p:spPr>
            <a:xfrm>
              <a:off x="-292633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2" name="Rectangle 3741">
              <a:extLst>
                <a:ext uri="{FF2B5EF4-FFF2-40B4-BE49-F238E27FC236}">
                  <a16:creationId xmlns:a16="http://schemas.microsoft.com/office/drawing/2014/main" id="{110B2AD2-2A55-5B26-6422-E25D8102C8A0}"/>
                </a:ext>
              </a:extLst>
            </p:cNvPr>
            <p:cNvSpPr/>
            <p:nvPr/>
          </p:nvSpPr>
          <p:spPr>
            <a:xfrm>
              <a:off x="-292633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3" name="Rectangle 3742">
              <a:extLst>
                <a:ext uri="{FF2B5EF4-FFF2-40B4-BE49-F238E27FC236}">
                  <a16:creationId xmlns:a16="http://schemas.microsoft.com/office/drawing/2014/main" id="{3B80A121-CC18-651C-3158-7180700ADF3A}"/>
                </a:ext>
              </a:extLst>
            </p:cNvPr>
            <p:cNvSpPr/>
            <p:nvPr/>
          </p:nvSpPr>
          <p:spPr>
            <a:xfrm>
              <a:off x="-292633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4" name="Rectangle 3743">
              <a:extLst>
                <a:ext uri="{FF2B5EF4-FFF2-40B4-BE49-F238E27FC236}">
                  <a16:creationId xmlns:a16="http://schemas.microsoft.com/office/drawing/2014/main" id="{70F47A86-27A9-51F3-3797-3678A3C378C7}"/>
                </a:ext>
              </a:extLst>
            </p:cNvPr>
            <p:cNvSpPr/>
            <p:nvPr/>
          </p:nvSpPr>
          <p:spPr>
            <a:xfrm>
              <a:off x="-292633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5" name="Rectangle 3744">
              <a:extLst>
                <a:ext uri="{FF2B5EF4-FFF2-40B4-BE49-F238E27FC236}">
                  <a16:creationId xmlns:a16="http://schemas.microsoft.com/office/drawing/2014/main" id="{63AEABCD-AB71-E5B1-C097-E7A66F48499D}"/>
                </a:ext>
              </a:extLst>
            </p:cNvPr>
            <p:cNvSpPr/>
            <p:nvPr/>
          </p:nvSpPr>
          <p:spPr>
            <a:xfrm>
              <a:off x="-292633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6" name="Rectangle 3745">
              <a:extLst>
                <a:ext uri="{FF2B5EF4-FFF2-40B4-BE49-F238E27FC236}">
                  <a16:creationId xmlns:a16="http://schemas.microsoft.com/office/drawing/2014/main" id="{E0C0B572-4EC0-333F-381C-913FB6B2AF42}"/>
                </a:ext>
              </a:extLst>
            </p:cNvPr>
            <p:cNvSpPr/>
            <p:nvPr/>
          </p:nvSpPr>
          <p:spPr>
            <a:xfrm>
              <a:off x="-292633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7" name="Rectangle 3746">
              <a:extLst>
                <a:ext uri="{FF2B5EF4-FFF2-40B4-BE49-F238E27FC236}">
                  <a16:creationId xmlns:a16="http://schemas.microsoft.com/office/drawing/2014/main" id="{0BDA0867-D67E-F5BE-EAE1-E75684C297AB}"/>
                </a:ext>
              </a:extLst>
            </p:cNvPr>
            <p:cNvSpPr/>
            <p:nvPr/>
          </p:nvSpPr>
          <p:spPr>
            <a:xfrm>
              <a:off x="-292633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8" name="Rectangle 3747">
              <a:extLst>
                <a:ext uri="{FF2B5EF4-FFF2-40B4-BE49-F238E27FC236}">
                  <a16:creationId xmlns:a16="http://schemas.microsoft.com/office/drawing/2014/main" id="{E1B1DC4B-BE8E-2E24-1022-82D474807B36}"/>
                </a:ext>
              </a:extLst>
            </p:cNvPr>
            <p:cNvSpPr/>
            <p:nvPr/>
          </p:nvSpPr>
          <p:spPr>
            <a:xfrm>
              <a:off x="-292633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9" name="Rectangle 3748">
              <a:extLst>
                <a:ext uri="{FF2B5EF4-FFF2-40B4-BE49-F238E27FC236}">
                  <a16:creationId xmlns:a16="http://schemas.microsoft.com/office/drawing/2014/main" id="{62E91D1B-6F1C-21B9-8C92-316930E2FBB9}"/>
                </a:ext>
              </a:extLst>
            </p:cNvPr>
            <p:cNvSpPr/>
            <p:nvPr/>
          </p:nvSpPr>
          <p:spPr>
            <a:xfrm>
              <a:off x="-292633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0" name="Rectangle 3749">
              <a:extLst>
                <a:ext uri="{FF2B5EF4-FFF2-40B4-BE49-F238E27FC236}">
                  <a16:creationId xmlns:a16="http://schemas.microsoft.com/office/drawing/2014/main" id="{B1AB46AD-0CB8-EDDD-129C-6736A767A04D}"/>
                </a:ext>
              </a:extLst>
            </p:cNvPr>
            <p:cNvSpPr/>
            <p:nvPr/>
          </p:nvSpPr>
          <p:spPr>
            <a:xfrm>
              <a:off x="-292633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1" name="Rectangle 3750">
              <a:extLst>
                <a:ext uri="{FF2B5EF4-FFF2-40B4-BE49-F238E27FC236}">
                  <a16:creationId xmlns:a16="http://schemas.microsoft.com/office/drawing/2014/main" id="{B1455D07-A5C6-AE8F-91F6-674623867B5D}"/>
                </a:ext>
              </a:extLst>
            </p:cNvPr>
            <p:cNvSpPr/>
            <p:nvPr/>
          </p:nvSpPr>
          <p:spPr>
            <a:xfrm>
              <a:off x="-292633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2" name="Rectangle 3751">
              <a:extLst>
                <a:ext uri="{FF2B5EF4-FFF2-40B4-BE49-F238E27FC236}">
                  <a16:creationId xmlns:a16="http://schemas.microsoft.com/office/drawing/2014/main" id="{1E05EE0F-C5E4-59C7-B18A-FB02833E268E}"/>
                </a:ext>
              </a:extLst>
            </p:cNvPr>
            <p:cNvSpPr/>
            <p:nvPr/>
          </p:nvSpPr>
          <p:spPr>
            <a:xfrm>
              <a:off x="-292633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3" name="Rectangle 3752">
              <a:extLst>
                <a:ext uri="{FF2B5EF4-FFF2-40B4-BE49-F238E27FC236}">
                  <a16:creationId xmlns:a16="http://schemas.microsoft.com/office/drawing/2014/main" id="{A5114895-43A1-C2DB-E289-386655D3BFBD}"/>
                </a:ext>
              </a:extLst>
            </p:cNvPr>
            <p:cNvSpPr/>
            <p:nvPr/>
          </p:nvSpPr>
          <p:spPr>
            <a:xfrm>
              <a:off x="-292633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4" name="Rectangle 3753">
              <a:extLst>
                <a:ext uri="{FF2B5EF4-FFF2-40B4-BE49-F238E27FC236}">
                  <a16:creationId xmlns:a16="http://schemas.microsoft.com/office/drawing/2014/main" id="{B941CBF5-BEA1-E182-F409-6796513977A7}"/>
                </a:ext>
              </a:extLst>
            </p:cNvPr>
            <p:cNvSpPr/>
            <p:nvPr/>
          </p:nvSpPr>
          <p:spPr>
            <a:xfrm>
              <a:off x="-292633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5" name="Rectangle 3754">
              <a:extLst>
                <a:ext uri="{FF2B5EF4-FFF2-40B4-BE49-F238E27FC236}">
                  <a16:creationId xmlns:a16="http://schemas.microsoft.com/office/drawing/2014/main" id="{62C978A9-FC3A-BC1B-73BE-C059019C2FAB}"/>
                </a:ext>
              </a:extLst>
            </p:cNvPr>
            <p:cNvSpPr/>
            <p:nvPr/>
          </p:nvSpPr>
          <p:spPr>
            <a:xfrm>
              <a:off x="-292633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6" name="Rectangle 3755">
              <a:extLst>
                <a:ext uri="{FF2B5EF4-FFF2-40B4-BE49-F238E27FC236}">
                  <a16:creationId xmlns:a16="http://schemas.microsoft.com/office/drawing/2014/main" id="{74FC8C92-9951-BEF7-249B-212E61CF4DF4}"/>
                </a:ext>
              </a:extLst>
            </p:cNvPr>
            <p:cNvSpPr/>
            <p:nvPr/>
          </p:nvSpPr>
          <p:spPr>
            <a:xfrm>
              <a:off x="-292633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7" name="Rectangle 3756">
              <a:extLst>
                <a:ext uri="{FF2B5EF4-FFF2-40B4-BE49-F238E27FC236}">
                  <a16:creationId xmlns:a16="http://schemas.microsoft.com/office/drawing/2014/main" id="{64F19826-F1F6-FFE1-BA8B-678FF9BA75FB}"/>
                </a:ext>
              </a:extLst>
            </p:cNvPr>
            <p:cNvSpPr/>
            <p:nvPr/>
          </p:nvSpPr>
          <p:spPr>
            <a:xfrm>
              <a:off x="-292633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8" name="Rectangle 3757">
              <a:extLst>
                <a:ext uri="{FF2B5EF4-FFF2-40B4-BE49-F238E27FC236}">
                  <a16:creationId xmlns:a16="http://schemas.microsoft.com/office/drawing/2014/main" id="{3B9E519A-2DBF-3A85-8E6C-A9E7146BD753}"/>
                </a:ext>
              </a:extLst>
            </p:cNvPr>
            <p:cNvSpPr/>
            <p:nvPr/>
          </p:nvSpPr>
          <p:spPr>
            <a:xfrm>
              <a:off x="-292633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9" name="Rectangle 3758">
              <a:extLst>
                <a:ext uri="{FF2B5EF4-FFF2-40B4-BE49-F238E27FC236}">
                  <a16:creationId xmlns:a16="http://schemas.microsoft.com/office/drawing/2014/main" id="{3860E556-7E34-E40A-3CCE-ED2E4E3C1983}"/>
                </a:ext>
              </a:extLst>
            </p:cNvPr>
            <p:cNvSpPr/>
            <p:nvPr/>
          </p:nvSpPr>
          <p:spPr>
            <a:xfrm>
              <a:off x="-292633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0" name="Rectangle 3759">
              <a:extLst>
                <a:ext uri="{FF2B5EF4-FFF2-40B4-BE49-F238E27FC236}">
                  <a16:creationId xmlns:a16="http://schemas.microsoft.com/office/drawing/2014/main" id="{5D5F09E4-3F7E-C27E-5934-E71CB61976F3}"/>
                </a:ext>
              </a:extLst>
            </p:cNvPr>
            <p:cNvSpPr/>
            <p:nvPr/>
          </p:nvSpPr>
          <p:spPr>
            <a:xfrm>
              <a:off x="-292633" y="3022822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1" name="Rectangle 3760">
              <a:extLst>
                <a:ext uri="{FF2B5EF4-FFF2-40B4-BE49-F238E27FC236}">
                  <a16:creationId xmlns:a16="http://schemas.microsoft.com/office/drawing/2014/main" id="{B64AD75A-8433-ECFA-FB88-A60F938F0E12}"/>
                </a:ext>
              </a:extLst>
            </p:cNvPr>
            <p:cNvSpPr/>
            <p:nvPr/>
          </p:nvSpPr>
          <p:spPr>
            <a:xfrm>
              <a:off x="-292633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2" name="Rectangle 3761">
              <a:extLst>
                <a:ext uri="{FF2B5EF4-FFF2-40B4-BE49-F238E27FC236}">
                  <a16:creationId xmlns:a16="http://schemas.microsoft.com/office/drawing/2014/main" id="{EF36662E-6799-5D6A-925B-BB9331778A7A}"/>
                </a:ext>
              </a:extLst>
            </p:cNvPr>
            <p:cNvSpPr/>
            <p:nvPr/>
          </p:nvSpPr>
          <p:spPr>
            <a:xfrm>
              <a:off x="-292633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3" name="Rectangle 3762">
              <a:extLst>
                <a:ext uri="{FF2B5EF4-FFF2-40B4-BE49-F238E27FC236}">
                  <a16:creationId xmlns:a16="http://schemas.microsoft.com/office/drawing/2014/main" id="{6C90E2D1-81D9-B998-98DC-B28FCA076A31}"/>
                </a:ext>
              </a:extLst>
            </p:cNvPr>
            <p:cNvSpPr/>
            <p:nvPr/>
          </p:nvSpPr>
          <p:spPr>
            <a:xfrm>
              <a:off x="-292633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4" name="Rectangle 3763">
              <a:extLst>
                <a:ext uri="{FF2B5EF4-FFF2-40B4-BE49-F238E27FC236}">
                  <a16:creationId xmlns:a16="http://schemas.microsoft.com/office/drawing/2014/main" id="{B3D19033-E388-5ADA-72F4-9EC1C15E55BF}"/>
                </a:ext>
              </a:extLst>
            </p:cNvPr>
            <p:cNvSpPr/>
            <p:nvPr/>
          </p:nvSpPr>
          <p:spPr>
            <a:xfrm>
              <a:off x="-292633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5" name="Rectangle 3764">
              <a:extLst>
                <a:ext uri="{FF2B5EF4-FFF2-40B4-BE49-F238E27FC236}">
                  <a16:creationId xmlns:a16="http://schemas.microsoft.com/office/drawing/2014/main" id="{BF5EF968-2BAF-491A-1D8E-D8DA95A6B245}"/>
                </a:ext>
              </a:extLst>
            </p:cNvPr>
            <p:cNvSpPr/>
            <p:nvPr/>
          </p:nvSpPr>
          <p:spPr>
            <a:xfrm>
              <a:off x="-292633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6" name="Rectangle 3765">
              <a:extLst>
                <a:ext uri="{FF2B5EF4-FFF2-40B4-BE49-F238E27FC236}">
                  <a16:creationId xmlns:a16="http://schemas.microsoft.com/office/drawing/2014/main" id="{8FB1977D-827E-22CC-51DF-3E8611E207C4}"/>
                </a:ext>
              </a:extLst>
            </p:cNvPr>
            <p:cNvSpPr/>
            <p:nvPr/>
          </p:nvSpPr>
          <p:spPr>
            <a:xfrm>
              <a:off x="-292633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7" name="Rectangle 3766">
              <a:extLst>
                <a:ext uri="{FF2B5EF4-FFF2-40B4-BE49-F238E27FC236}">
                  <a16:creationId xmlns:a16="http://schemas.microsoft.com/office/drawing/2014/main" id="{DE3BA22C-9411-943F-AE15-CAC3A7EDC641}"/>
                </a:ext>
              </a:extLst>
            </p:cNvPr>
            <p:cNvSpPr/>
            <p:nvPr/>
          </p:nvSpPr>
          <p:spPr>
            <a:xfrm>
              <a:off x="-292633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8" name="Rectangle 3767">
              <a:extLst>
                <a:ext uri="{FF2B5EF4-FFF2-40B4-BE49-F238E27FC236}">
                  <a16:creationId xmlns:a16="http://schemas.microsoft.com/office/drawing/2014/main" id="{592A3D0F-0362-660F-F9F9-F5BD8F690104}"/>
                </a:ext>
              </a:extLst>
            </p:cNvPr>
            <p:cNvSpPr/>
            <p:nvPr/>
          </p:nvSpPr>
          <p:spPr>
            <a:xfrm>
              <a:off x="-292633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9" name="Rectangle 3768">
              <a:extLst>
                <a:ext uri="{FF2B5EF4-FFF2-40B4-BE49-F238E27FC236}">
                  <a16:creationId xmlns:a16="http://schemas.microsoft.com/office/drawing/2014/main" id="{1EA92CC2-3978-C159-A4D6-83E9BF0562AD}"/>
                </a:ext>
              </a:extLst>
            </p:cNvPr>
            <p:cNvSpPr/>
            <p:nvPr/>
          </p:nvSpPr>
          <p:spPr>
            <a:xfrm>
              <a:off x="-292633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0" name="Rectangle 3769">
              <a:extLst>
                <a:ext uri="{FF2B5EF4-FFF2-40B4-BE49-F238E27FC236}">
                  <a16:creationId xmlns:a16="http://schemas.microsoft.com/office/drawing/2014/main" id="{C23AC1BB-1021-6F30-C85E-568DB9F8614D}"/>
                </a:ext>
              </a:extLst>
            </p:cNvPr>
            <p:cNvSpPr/>
            <p:nvPr/>
          </p:nvSpPr>
          <p:spPr>
            <a:xfrm>
              <a:off x="-292633" y="343061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1" name="Rectangle 3770">
              <a:extLst>
                <a:ext uri="{FF2B5EF4-FFF2-40B4-BE49-F238E27FC236}">
                  <a16:creationId xmlns:a16="http://schemas.microsoft.com/office/drawing/2014/main" id="{B80288E0-6321-C269-0743-5D4C6D011772}"/>
                </a:ext>
              </a:extLst>
            </p:cNvPr>
            <p:cNvSpPr/>
            <p:nvPr/>
          </p:nvSpPr>
          <p:spPr>
            <a:xfrm>
              <a:off x="-292633" y="3471386"/>
              <a:ext cx="118872" cy="4076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2" name="Rectangle 3771">
              <a:extLst>
                <a:ext uri="{FF2B5EF4-FFF2-40B4-BE49-F238E27FC236}">
                  <a16:creationId xmlns:a16="http://schemas.microsoft.com/office/drawing/2014/main" id="{A8B2FB4B-6CA9-BE24-4F49-004C3BB9E916}"/>
                </a:ext>
              </a:extLst>
            </p:cNvPr>
            <p:cNvSpPr/>
            <p:nvPr/>
          </p:nvSpPr>
          <p:spPr>
            <a:xfrm>
              <a:off x="-292633" y="3512153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3" name="Rectangle 3772">
              <a:extLst>
                <a:ext uri="{FF2B5EF4-FFF2-40B4-BE49-F238E27FC236}">
                  <a16:creationId xmlns:a16="http://schemas.microsoft.com/office/drawing/2014/main" id="{9860FFBC-40B7-293A-95F8-63C2A5768E74}"/>
                </a:ext>
              </a:extLst>
            </p:cNvPr>
            <p:cNvSpPr/>
            <p:nvPr/>
          </p:nvSpPr>
          <p:spPr>
            <a:xfrm>
              <a:off x="-292633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4" name="Rectangle 3773">
              <a:extLst>
                <a:ext uri="{FF2B5EF4-FFF2-40B4-BE49-F238E27FC236}">
                  <a16:creationId xmlns:a16="http://schemas.microsoft.com/office/drawing/2014/main" id="{B830DB37-FCD9-DE51-B540-E034D0CF2AED}"/>
                </a:ext>
              </a:extLst>
            </p:cNvPr>
            <p:cNvSpPr/>
            <p:nvPr/>
          </p:nvSpPr>
          <p:spPr>
            <a:xfrm>
              <a:off x="-292633" y="3593687"/>
              <a:ext cx="118872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5" name="Rectangle 3774">
              <a:extLst>
                <a:ext uri="{FF2B5EF4-FFF2-40B4-BE49-F238E27FC236}">
                  <a16:creationId xmlns:a16="http://schemas.microsoft.com/office/drawing/2014/main" id="{9647CB8B-622F-49DE-F9E5-89420A560F88}"/>
                </a:ext>
              </a:extLst>
            </p:cNvPr>
            <p:cNvSpPr/>
            <p:nvPr/>
          </p:nvSpPr>
          <p:spPr>
            <a:xfrm>
              <a:off x="-292633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4" name="Rectangle 5823">
              <a:extLst>
                <a:ext uri="{FF2B5EF4-FFF2-40B4-BE49-F238E27FC236}">
                  <a16:creationId xmlns:a16="http://schemas.microsoft.com/office/drawing/2014/main" id="{3A4C0D77-0C5A-030B-8A0B-9538EF9D36B9}"/>
                </a:ext>
              </a:extLst>
            </p:cNvPr>
            <p:cNvSpPr/>
            <p:nvPr/>
          </p:nvSpPr>
          <p:spPr>
            <a:xfrm>
              <a:off x="-292633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5" name="Rectangle 5824">
              <a:extLst>
                <a:ext uri="{FF2B5EF4-FFF2-40B4-BE49-F238E27FC236}">
                  <a16:creationId xmlns:a16="http://schemas.microsoft.com/office/drawing/2014/main" id="{69FCD71A-DD85-C0CD-7528-9E0E4498D930}"/>
                </a:ext>
              </a:extLst>
            </p:cNvPr>
            <p:cNvSpPr/>
            <p:nvPr/>
          </p:nvSpPr>
          <p:spPr>
            <a:xfrm>
              <a:off x="-292633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6" name="Rectangle 5825">
              <a:extLst>
                <a:ext uri="{FF2B5EF4-FFF2-40B4-BE49-F238E27FC236}">
                  <a16:creationId xmlns:a16="http://schemas.microsoft.com/office/drawing/2014/main" id="{DB470917-B43C-D1B1-FA7A-323C1E52335D}"/>
                </a:ext>
              </a:extLst>
            </p:cNvPr>
            <p:cNvSpPr/>
            <p:nvPr/>
          </p:nvSpPr>
          <p:spPr>
            <a:xfrm>
              <a:off x="-292633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7" name="Rectangle 5826">
              <a:extLst>
                <a:ext uri="{FF2B5EF4-FFF2-40B4-BE49-F238E27FC236}">
                  <a16:creationId xmlns:a16="http://schemas.microsoft.com/office/drawing/2014/main" id="{4F84EC9B-8441-C8C3-7F3D-5D9E4744CCE4}"/>
                </a:ext>
              </a:extLst>
            </p:cNvPr>
            <p:cNvSpPr/>
            <p:nvPr/>
          </p:nvSpPr>
          <p:spPr>
            <a:xfrm>
              <a:off x="-292633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8" name="Rectangle 5827">
              <a:extLst>
                <a:ext uri="{FF2B5EF4-FFF2-40B4-BE49-F238E27FC236}">
                  <a16:creationId xmlns:a16="http://schemas.microsoft.com/office/drawing/2014/main" id="{407EAB96-682C-6C0D-57DA-E74FFEAE2FC1}"/>
                </a:ext>
              </a:extLst>
            </p:cNvPr>
            <p:cNvSpPr/>
            <p:nvPr/>
          </p:nvSpPr>
          <p:spPr>
            <a:xfrm>
              <a:off x="-292633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9" name="Rectangle 5828">
              <a:extLst>
                <a:ext uri="{FF2B5EF4-FFF2-40B4-BE49-F238E27FC236}">
                  <a16:creationId xmlns:a16="http://schemas.microsoft.com/office/drawing/2014/main" id="{94B41251-64E2-0506-298F-552F2825394B}"/>
                </a:ext>
              </a:extLst>
            </p:cNvPr>
            <p:cNvSpPr/>
            <p:nvPr/>
          </p:nvSpPr>
          <p:spPr>
            <a:xfrm>
              <a:off x="-292633" y="387918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0" name="Rectangle 5829">
              <a:extLst>
                <a:ext uri="{FF2B5EF4-FFF2-40B4-BE49-F238E27FC236}">
                  <a16:creationId xmlns:a16="http://schemas.microsoft.com/office/drawing/2014/main" id="{BB25AEBF-8001-1B55-DEF7-FFBB068FE69F}"/>
                </a:ext>
              </a:extLst>
            </p:cNvPr>
            <p:cNvSpPr/>
            <p:nvPr/>
          </p:nvSpPr>
          <p:spPr>
            <a:xfrm>
              <a:off x="-292633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1" name="Rectangle 5830">
              <a:extLst>
                <a:ext uri="{FF2B5EF4-FFF2-40B4-BE49-F238E27FC236}">
                  <a16:creationId xmlns:a16="http://schemas.microsoft.com/office/drawing/2014/main" id="{6D370B97-F50F-BC8C-6152-CAD524B4259B}"/>
                </a:ext>
              </a:extLst>
            </p:cNvPr>
            <p:cNvSpPr/>
            <p:nvPr/>
          </p:nvSpPr>
          <p:spPr>
            <a:xfrm>
              <a:off x="-292633" y="39607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2" name="Rectangle 5831">
              <a:extLst>
                <a:ext uri="{FF2B5EF4-FFF2-40B4-BE49-F238E27FC236}">
                  <a16:creationId xmlns:a16="http://schemas.microsoft.com/office/drawing/2014/main" id="{198D73A0-1CCE-A6FC-A7B1-2DB037F6026B}"/>
                </a:ext>
              </a:extLst>
            </p:cNvPr>
            <p:cNvSpPr/>
            <p:nvPr/>
          </p:nvSpPr>
          <p:spPr>
            <a:xfrm>
              <a:off x="-292633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3" name="Rectangle 5832">
              <a:extLst>
                <a:ext uri="{FF2B5EF4-FFF2-40B4-BE49-F238E27FC236}">
                  <a16:creationId xmlns:a16="http://schemas.microsoft.com/office/drawing/2014/main" id="{EF351FEB-4680-1C5F-235A-96FF09F2E5B6}"/>
                </a:ext>
              </a:extLst>
            </p:cNvPr>
            <p:cNvSpPr/>
            <p:nvPr/>
          </p:nvSpPr>
          <p:spPr>
            <a:xfrm>
              <a:off x="-292633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4" name="Rectangle 5833">
              <a:extLst>
                <a:ext uri="{FF2B5EF4-FFF2-40B4-BE49-F238E27FC236}">
                  <a16:creationId xmlns:a16="http://schemas.microsoft.com/office/drawing/2014/main" id="{AAEE87F9-A057-58B7-2CFB-A715AD16A623}"/>
                </a:ext>
              </a:extLst>
            </p:cNvPr>
            <p:cNvSpPr/>
            <p:nvPr/>
          </p:nvSpPr>
          <p:spPr>
            <a:xfrm>
              <a:off x="-292633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5" name="Rectangle 5834">
              <a:extLst>
                <a:ext uri="{FF2B5EF4-FFF2-40B4-BE49-F238E27FC236}">
                  <a16:creationId xmlns:a16="http://schemas.microsoft.com/office/drawing/2014/main" id="{15E689EF-D213-3C84-5717-0E0C981BC963}"/>
                </a:ext>
              </a:extLst>
            </p:cNvPr>
            <p:cNvSpPr/>
            <p:nvPr/>
          </p:nvSpPr>
          <p:spPr>
            <a:xfrm>
              <a:off x="-292633" y="4123785"/>
              <a:ext cx="118872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6" name="Rectangle 5835">
              <a:extLst>
                <a:ext uri="{FF2B5EF4-FFF2-40B4-BE49-F238E27FC236}">
                  <a16:creationId xmlns:a16="http://schemas.microsoft.com/office/drawing/2014/main" id="{7D76A25C-7758-F58D-8375-2F35A726A0B6}"/>
                </a:ext>
              </a:extLst>
            </p:cNvPr>
            <p:cNvSpPr/>
            <p:nvPr/>
          </p:nvSpPr>
          <p:spPr>
            <a:xfrm>
              <a:off x="-292633" y="4164552"/>
              <a:ext cx="118872" cy="40767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7" name="Rectangle 5836">
              <a:extLst>
                <a:ext uri="{FF2B5EF4-FFF2-40B4-BE49-F238E27FC236}">
                  <a16:creationId xmlns:a16="http://schemas.microsoft.com/office/drawing/2014/main" id="{097EA7CF-105E-317B-2E71-EC70EFFBE80C}"/>
                </a:ext>
              </a:extLst>
            </p:cNvPr>
            <p:cNvSpPr/>
            <p:nvPr/>
          </p:nvSpPr>
          <p:spPr>
            <a:xfrm>
              <a:off x="-292633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8" name="Rectangle 5837">
              <a:extLst>
                <a:ext uri="{FF2B5EF4-FFF2-40B4-BE49-F238E27FC236}">
                  <a16:creationId xmlns:a16="http://schemas.microsoft.com/office/drawing/2014/main" id="{0FCA69D5-3F89-15EE-C81C-9AE3D62B7CC3}"/>
                </a:ext>
              </a:extLst>
            </p:cNvPr>
            <p:cNvSpPr/>
            <p:nvPr/>
          </p:nvSpPr>
          <p:spPr>
            <a:xfrm>
              <a:off x="-292633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9" name="Rectangle 5838">
              <a:extLst>
                <a:ext uri="{FF2B5EF4-FFF2-40B4-BE49-F238E27FC236}">
                  <a16:creationId xmlns:a16="http://schemas.microsoft.com/office/drawing/2014/main" id="{E6AF2ACF-A473-98A3-CE2C-8820D58185A6}"/>
                </a:ext>
              </a:extLst>
            </p:cNvPr>
            <p:cNvSpPr/>
            <p:nvPr/>
          </p:nvSpPr>
          <p:spPr>
            <a:xfrm>
              <a:off x="-292633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0" name="Rectangle 5839">
              <a:extLst>
                <a:ext uri="{FF2B5EF4-FFF2-40B4-BE49-F238E27FC236}">
                  <a16:creationId xmlns:a16="http://schemas.microsoft.com/office/drawing/2014/main" id="{88CACE44-D8B0-28B6-D83A-EABA165B9501}"/>
                </a:ext>
              </a:extLst>
            </p:cNvPr>
            <p:cNvSpPr/>
            <p:nvPr/>
          </p:nvSpPr>
          <p:spPr>
            <a:xfrm>
              <a:off x="-292633" y="4327747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1" name="Rectangle 5840">
              <a:extLst>
                <a:ext uri="{FF2B5EF4-FFF2-40B4-BE49-F238E27FC236}">
                  <a16:creationId xmlns:a16="http://schemas.microsoft.com/office/drawing/2014/main" id="{ADA7224A-A473-B87D-F0BF-B42B3751FD85}"/>
                </a:ext>
              </a:extLst>
            </p:cNvPr>
            <p:cNvSpPr/>
            <p:nvPr/>
          </p:nvSpPr>
          <p:spPr>
            <a:xfrm>
              <a:off x="-292633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2" name="Rectangle 5841">
              <a:extLst>
                <a:ext uri="{FF2B5EF4-FFF2-40B4-BE49-F238E27FC236}">
                  <a16:creationId xmlns:a16="http://schemas.microsoft.com/office/drawing/2014/main" id="{E626D824-0F70-8686-5538-309BF0E12853}"/>
                </a:ext>
              </a:extLst>
            </p:cNvPr>
            <p:cNvSpPr/>
            <p:nvPr/>
          </p:nvSpPr>
          <p:spPr>
            <a:xfrm>
              <a:off x="-292633" y="440928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3" name="Rectangle 5842">
              <a:extLst>
                <a:ext uri="{FF2B5EF4-FFF2-40B4-BE49-F238E27FC236}">
                  <a16:creationId xmlns:a16="http://schemas.microsoft.com/office/drawing/2014/main" id="{935640E3-F011-8627-1E9D-1880BFD110AA}"/>
                </a:ext>
              </a:extLst>
            </p:cNvPr>
            <p:cNvSpPr/>
            <p:nvPr/>
          </p:nvSpPr>
          <p:spPr>
            <a:xfrm>
              <a:off x="-292633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4" name="Rectangle 5843">
              <a:extLst>
                <a:ext uri="{FF2B5EF4-FFF2-40B4-BE49-F238E27FC236}">
                  <a16:creationId xmlns:a16="http://schemas.microsoft.com/office/drawing/2014/main" id="{01A61B47-4985-8FD1-DF97-6E43B92696D4}"/>
                </a:ext>
              </a:extLst>
            </p:cNvPr>
            <p:cNvSpPr/>
            <p:nvPr/>
          </p:nvSpPr>
          <p:spPr>
            <a:xfrm>
              <a:off x="-292633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5" name="Rectangle 5844">
              <a:extLst>
                <a:ext uri="{FF2B5EF4-FFF2-40B4-BE49-F238E27FC236}">
                  <a16:creationId xmlns:a16="http://schemas.microsoft.com/office/drawing/2014/main" id="{786BD624-BC21-0978-385F-E897B7CC15D8}"/>
                </a:ext>
              </a:extLst>
            </p:cNvPr>
            <p:cNvSpPr/>
            <p:nvPr/>
          </p:nvSpPr>
          <p:spPr>
            <a:xfrm>
              <a:off x="-292633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6" name="Rectangle 5845">
              <a:extLst>
                <a:ext uri="{FF2B5EF4-FFF2-40B4-BE49-F238E27FC236}">
                  <a16:creationId xmlns:a16="http://schemas.microsoft.com/office/drawing/2014/main" id="{302E0DE5-F356-DC35-691B-2DAFD94BDED4}"/>
                </a:ext>
              </a:extLst>
            </p:cNvPr>
            <p:cNvSpPr/>
            <p:nvPr/>
          </p:nvSpPr>
          <p:spPr>
            <a:xfrm>
              <a:off x="-292633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7" name="Rectangle 5846">
              <a:extLst>
                <a:ext uri="{FF2B5EF4-FFF2-40B4-BE49-F238E27FC236}">
                  <a16:creationId xmlns:a16="http://schemas.microsoft.com/office/drawing/2014/main" id="{EA53CE88-E808-39D8-2883-EC6D3E47372A}"/>
                </a:ext>
              </a:extLst>
            </p:cNvPr>
            <p:cNvSpPr/>
            <p:nvPr/>
          </p:nvSpPr>
          <p:spPr>
            <a:xfrm>
              <a:off x="-292633" y="4613116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8" name="Rectangle 5847">
              <a:extLst>
                <a:ext uri="{FF2B5EF4-FFF2-40B4-BE49-F238E27FC236}">
                  <a16:creationId xmlns:a16="http://schemas.microsoft.com/office/drawing/2014/main" id="{D4DFC37E-703E-6FFC-C9B5-C7DD7495FCB3}"/>
                </a:ext>
              </a:extLst>
            </p:cNvPr>
            <p:cNvSpPr/>
            <p:nvPr/>
          </p:nvSpPr>
          <p:spPr>
            <a:xfrm>
              <a:off x="-292633" y="465388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9" name="Rectangle 5848">
              <a:extLst>
                <a:ext uri="{FF2B5EF4-FFF2-40B4-BE49-F238E27FC236}">
                  <a16:creationId xmlns:a16="http://schemas.microsoft.com/office/drawing/2014/main" id="{261AF06A-DDB7-A6D0-93D8-A219766CBFFA}"/>
                </a:ext>
              </a:extLst>
            </p:cNvPr>
            <p:cNvSpPr/>
            <p:nvPr/>
          </p:nvSpPr>
          <p:spPr>
            <a:xfrm>
              <a:off x="-292633" y="469465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0" name="Rectangle 5849">
              <a:extLst>
                <a:ext uri="{FF2B5EF4-FFF2-40B4-BE49-F238E27FC236}">
                  <a16:creationId xmlns:a16="http://schemas.microsoft.com/office/drawing/2014/main" id="{EA8CCFF5-C104-391C-9A91-7E73AB8A5086}"/>
                </a:ext>
              </a:extLst>
            </p:cNvPr>
            <p:cNvSpPr/>
            <p:nvPr/>
          </p:nvSpPr>
          <p:spPr>
            <a:xfrm>
              <a:off x="-292633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1" name="Rectangle 5850">
              <a:extLst>
                <a:ext uri="{FF2B5EF4-FFF2-40B4-BE49-F238E27FC236}">
                  <a16:creationId xmlns:a16="http://schemas.microsoft.com/office/drawing/2014/main" id="{2AD593FA-94EA-AC49-2FF0-E55A46D48F79}"/>
                </a:ext>
              </a:extLst>
            </p:cNvPr>
            <p:cNvSpPr/>
            <p:nvPr/>
          </p:nvSpPr>
          <p:spPr>
            <a:xfrm>
              <a:off x="-292633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2" name="Rectangle 5851">
              <a:extLst>
                <a:ext uri="{FF2B5EF4-FFF2-40B4-BE49-F238E27FC236}">
                  <a16:creationId xmlns:a16="http://schemas.microsoft.com/office/drawing/2014/main" id="{24A94FC4-32E6-6EB4-510E-35BA241ACA56}"/>
                </a:ext>
              </a:extLst>
            </p:cNvPr>
            <p:cNvSpPr/>
            <p:nvPr/>
          </p:nvSpPr>
          <p:spPr>
            <a:xfrm>
              <a:off x="-173761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3" name="Rectangle 5852">
              <a:extLst>
                <a:ext uri="{FF2B5EF4-FFF2-40B4-BE49-F238E27FC236}">
                  <a16:creationId xmlns:a16="http://schemas.microsoft.com/office/drawing/2014/main" id="{DB55E958-FBF1-2330-06A8-31B069488DC9}"/>
                </a:ext>
              </a:extLst>
            </p:cNvPr>
            <p:cNvSpPr/>
            <p:nvPr/>
          </p:nvSpPr>
          <p:spPr>
            <a:xfrm>
              <a:off x="-173761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4" name="Rectangle 5853">
              <a:extLst>
                <a:ext uri="{FF2B5EF4-FFF2-40B4-BE49-F238E27FC236}">
                  <a16:creationId xmlns:a16="http://schemas.microsoft.com/office/drawing/2014/main" id="{AB4D8AB3-BA5B-C2F8-60DE-100EAF86C42C}"/>
                </a:ext>
              </a:extLst>
            </p:cNvPr>
            <p:cNvSpPr/>
            <p:nvPr/>
          </p:nvSpPr>
          <p:spPr>
            <a:xfrm>
              <a:off x="-173761" y="220735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5" name="Rectangle 5854">
              <a:extLst>
                <a:ext uri="{FF2B5EF4-FFF2-40B4-BE49-F238E27FC236}">
                  <a16:creationId xmlns:a16="http://schemas.microsoft.com/office/drawing/2014/main" id="{09EA9EB1-98C5-183F-4BB8-E7FE926FB377}"/>
                </a:ext>
              </a:extLst>
            </p:cNvPr>
            <p:cNvSpPr/>
            <p:nvPr/>
          </p:nvSpPr>
          <p:spPr>
            <a:xfrm>
              <a:off x="-173761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6" name="Rectangle 5855">
              <a:extLst>
                <a:ext uri="{FF2B5EF4-FFF2-40B4-BE49-F238E27FC236}">
                  <a16:creationId xmlns:a16="http://schemas.microsoft.com/office/drawing/2014/main" id="{F57E096A-807E-A9B8-94DF-229760E2EB8B}"/>
                </a:ext>
              </a:extLst>
            </p:cNvPr>
            <p:cNvSpPr/>
            <p:nvPr/>
          </p:nvSpPr>
          <p:spPr>
            <a:xfrm>
              <a:off x="-173761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7" name="Rectangle 5856">
              <a:extLst>
                <a:ext uri="{FF2B5EF4-FFF2-40B4-BE49-F238E27FC236}">
                  <a16:creationId xmlns:a16="http://schemas.microsoft.com/office/drawing/2014/main" id="{E8DFF14F-5038-CC66-FDF4-EDB554FB8089}"/>
                </a:ext>
              </a:extLst>
            </p:cNvPr>
            <p:cNvSpPr/>
            <p:nvPr/>
          </p:nvSpPr>
          <p:spPr>
            <a:xfrm>
              <a:off x="-173761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8" name="Rectangle 5857">
              <a:extLst>
                <a:ext uri="{FF2B5EF4-FFF2-40B4-BE49-F238E27FC236}">
                  <a16:creationId xmlns:a16="http://schemas.microsoft.com/office/drawing/2014/main" id="{8EDC82C9-F79E-D341-28F4-4FE3E1EDEA03}"/>
                </a:ext>
              </a:extLst>
            </p:cNvPr>
            <p:cNvSpPr/>
            <p:nvPr/>
          </p:nvSpPr>
          <p:spPr>
            <a:xfrm>
              <a:off x="-173761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9" name="Rectangle 5858">
              <a:extLst>
                <a:ext uri="{FF2B5EF4-FFF2-40B4-BE49-F238E27FC236}">
                  <a16:creationId xmlns:a16="http://schemas.microsoft.com/office/drawing/2014/main" id="{BF117DE1-3D01-8086-69E7-1F7820682E10}"/>
                </a:ext>
              </a:extLst>
            </p:cNvPr>
            <p:cNvSpPr/>
            <p:nvPr/>
          </p:nvSpPr>
          <p:spPr>
            <a:xfrm>
              <a:off x="-173761" y="2411190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0" name="Rectangle 5859">
              <a:extLst>
                <a:ext uri="{FF2B5EF4-FFF2-40B4-BE49-F238E27FC236}">
                  <a16:creationId xmlns:a16="http://schemas.microsoft.com/office/drawing/2014/main" id="{604D78DA-03CA-42B1-3050-529828759DC8}"/>
                </a:ext>
              </a:extLst>
            </p:cNvPr>
            <p:cNvSpPr/>
            <p:nvPr/>
          </p:nvSpPr>
          <p:spPr>
            <a:xfrm>
              <a:off x="-173761" y="2451957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1" name="Rectangle 5860">
              <a:extLst>
                <a:ext uri="{FF2B5EF4-FFF2-40B4-BE49-F238E27FC236}">
                  <a16:creationId xmlns:a16="http://schemas.microsoft.com/office/drawing/2014/main" id="{13915B38-23F0-A80F-15E1-2D369A8068D8}"/>
                </a:ext>
              </a:extLst>
            </p:cNvPr>
            <p:cNvSpPr/>
            <p:nvPr/>
          </p:nvSpPr>
          <p:spPr>
            <a:xfrm>
              <a:off x="-173761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2" name="Rectangle 5861">
              <a:extLst>
                <a:ext uri="{FF2B5EF4-FFF2-40B4-BE49-F238E27FC236}">
                  <a16:creationId xmlns:a16="http://schemas.microsoft.com/office/drawing/2014/main" id="{2B32383D-54FF-A5AE-1E4C-EFEEDAE323BA}"/>
                </a:ext>
              </a:extLst>
            </p:cNvPr>
            <p:cNvSpPr/>
            <p:nvPr/>
          </p:nvSpPr>
          <p:spPr>
            <a:xfrm>
              <a:off x="-173761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3" name="Rectangle 5862">
              <a:extLst>
                <a:ext uri="{FF2B5EF4-FFF2-40B4-BE49-F238E27FC236}">
                  <a16:creationId xmlns:a16="http://schemas.microsoft.com/office/drawing/2014/main" id="{D503A26D-7293-12C9-73EA-59B75E754C1C}"/>
                </a:ext>
              </a:extLst>
            </p:cNvPr>
            <p:cNvSpPr/>
            <p:nvPr/>
          </p:nvSpPr>
          <p:spPr>
            <a:xfrm>
              <a:off x="-173761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4" name="Rectangle 5863">
              <a:extLst>
                <a:ext uri="{FF2B5EF4-FFF2-40B4-BE49-F238E27FC236}">
                  <a16:creationId xmlns:a16="http://schemas.microsoft.com/office/drawing/2014/main" id="{94161C5C-1E75-B16F-6C70-102E04368298}"/>
                </a:ext>
              </a:extLst>
            </p:cNvPr>
            <p:cNvSpPr/>
            <p:nvPr/>
          </p:nvSpPr>
          <p:spPr>
            <a:xfrm>
              <a:off x="-173761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8" name="Rectangle 8127">
              <a:extLst>
                <a:ext uri="{FF2B5EF4-FFF2-40B4-BE49-F238E27FC236}">
                  <a16:creationId xmlns:a16="http://schemas.microsoft.com/office/drawing/2014/main" id="{CBCC33CA-B455-13F3-0A21-514609492C82}"/>
                </a:ext>
              </a:extLst>
            </p:cNvPr>
            <p:cNvSpPr/>
            <p:nvPr/>
          </p:nvSpPr>
          <p:spPr>
            <a:xfrm>
              <a:off x="-173761" y="2655792"/>
              <a:ext cx="118872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9" name="Rectangle 8128">
              <a:extLst>
                <a:ext uri="{FF2B5EF4-FFF2-40B4-BE49-F238E27FC236}">
                  <a16:creationId xmlns:a16="http://schemas.microsoft.com/office/drawing/2014/main" id="{772C8699-8E7F-F49C-4F0D-2011E7BAED17}"/>
                </a:ext>
              </a:extLst>
            </p:cNvPr>
            <p:cNvSpPr/>
            <p:nvPr/>
          </p:nvSpPr>
          <p:spPr>
            <a:xfrm>
              <a:off x="-173761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0" name="Rectangle 8129">
              <a:extLst>
                <a:ext uri="{FF2B5EF4-FFF2-40B4-BE49-F238E27FC236}">
                  <a16:creationId xmlns:a16="http://schemas.microsoft.com/office/drawing/2014/main" id="{65EEEF2E-63A8-D716-B2BB-861C0F70FC16}"/>
                </a:ext>
              </a:extLst>
            </p:cNvPr>
            <p:cNvSpPr/>
            <p:nvPr/>
          </p:nvSpPr>
          <p:spPr>
            <a:xfrm>
              <a:off x="-173761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1" name="Rectangle 8130">
              <a:extLst>
                <a:ext uri="{FF2B5EF4-FFF2-40B4-BE49-F238E27FC236}">
                  <a16:creationId xmlns:a16="http://schemas.microsoft.com/office/drawing/2014/main" id="{A6627B0C-4B9A-D7B8-0380-88D12F8AED00}"/>
                </a:ext>
              </a:extLst>
            </p:cNvPr>
            <p:cNvSpPr/>
            <p:nvPr/>
          </p:nvSpPr>
          <p:spPr>
            <a:xfrm>
              <a:off x="-173761" y="277822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2" name="Rectangle 8131">
              <a:extLst>
                <a:ext uri="{FF2B5EF4-FFF2-40B4-BE49-F238E27FC236}">
                  <a16:creationId xmlns:a16="http://schemas.microsoft.com/office/drawing/2014/main" id="{A7071A8C-B530-D810-0846-845226868D16}"/>
                </a:ext>
              </a:extLst>
            </p:cNvPr>
            <p:cNvSpPr/>
            <p:nvPr/>
          </p:nvSpPr>
          <p:spPr>
            <a:xfrm>
              <a:off x="-173761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3" name="Rectangle 8132">
              <a:extLst>
                <a:ext uri="{FF2B5EF4-FFF2-40B4-BE49-F238E27FC236}">
                  <a16:creationId xmlns:a16="http://schemas.microsoft.com/office/drawing/2014/main" id="{9D404131-BED5-E6FA-8F1C-F2B937E6C237}"/>
                </a:ext>
              </a:extLst>
            </p:cNvPr>
            <p:cNvSpPr/>
            <p:nvPr/>
          </p:nvSpPr>
          <p:spPr>
            <a:xfrm>
              <a:off x="-173761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4" name="Rectangle 8133">
              <a:extLst>
                <a:ext uri="{FF2B5EF4-FFF2-40B4-BE49-F238E27FC236}">
                  <a16:creationId xmlns:a16="http://schemas.microsoft.com/office/drawing/2014/main" id="{1F620021-26F6-9EDC-6E56-C8D213D582E7}"/>
                </a:ext>
              </a:extLst>
            </p:cNvPr>
            <p:cNvSpPr/>
            <p:nvPr/>
          </p:nvSpPr>
          <p:spPr>
            <a:xfrm>
              <a:off x="-173761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5" name="Rectangle 8134">
              <a:extLst>
                <a:ext uri="{FF2B5EF4-FFF2-40B4-BE49-F238E27FC236}">
                  <a16:creationId xmlns:a16="http://schemas.microsoft.com/office/drawing/2014/main" id="{1056B4EC-7898-B36F-9B20-137DCB947BDB}"/>
                </a:ext>
              </a:extLst>
            </p:cNvPr>
            <p:cNvSpPr/>
            <p:nvPr/>
          </p:nvSpPr>
          <p:spPr>
            <a:xfrm>
              <a:off x="-173761" y="294128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6" name="Rectangle 8135">
              <a:extLst>
                <a:ext uri="{FF2B5EF4-FFF2-40B4-BE49-F238E27FC236}">
                  <a16:creationId xmlns:a16="http://schemas.microsoft.com/office/drawing/2014/main" id="{E1A462BF-28B8-F294-6FCD-44BD17B3D52D}"/>
                </a:ext>
              </a:extLst>
            </p:cNvPr>
            <p:cNvSpPr/>
            <p:nvPr/>
          </p:nvSpPr>
          <p:spPr>
            <a:xfrm>
              <a:off x="-173761" y="2982055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7" name="Rectangle 8136">
              <a:extLst>
                <a:ext uri="{FF2B5EF4-FFF2-40B4-BE49-F238E27FC236}">
                  <a16:creationId xmlns:a16="http://schemas.microsoft.com/office/drawing/2014/main" id="{9F02FD7D-2A3F-FCAB-3CA5-548CACDD1733}"/>
                </a:ext>
              </a:extLst>
            </p:cNvPr>
            <p:cNvSpPr/>
            <p:nvPr/>
          </p:nvSpPr>
          <p:spPr>
            <a:xfrm>
              <a:off x="-173761" y="3022822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8" name="Rectangle 8137">
              <a:extLst>
                <a:ext uri="{FF2B5EF4-FFF2-40B4-BE49-F238E27FC236}">
                  <a16:creationId xmlns:a16="http://schemas.microsoft.com/office/drawing/2014/main" id="{CF9F422B-5DDB-AF4A-2D10-E49793E3C246}"/>
                </a:ext>
              </a:extLst>
            </p:cNvPr>
            <p:cNvSpPr/>
            <p:nvPr/>
          </p:nvSpPr>
          <p:spPr>
            <a:xfrm>
              <a:off x="-173761" y="306358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9" name="Rectangle 8138">
              <a:extLst>
                <a:ext uri="{FF2B5EF4-FFF2-40B4-BE49-F238E27FC236}">
                  <a16:creationId xmlns:a16="http://schemas.microsoft.com/office/drawing/2014/main" id="{FA4E0F86-1A77-9B41-9AF0-C7DF3E336918}"/>
                </a:ext>
              </a:extLst>
            </p:cNvPr>
            <p:cNvSpPr/>
            <p:nvPr/>
          </p:nvSpPr>
          <p:spPr>
            <a:xfrm>
              <a:off x="-173761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0" name="Rectangle 8139">
              <a:extLst>
                <a:ext uri="{FF2B5EF4-FFF2-40B4-BE49-F238E27FC236}">
                  <a16:creationId xmlns:a16="http://schemas.microsoft.com/office/drawing/2014/main" id="{04035319-2171-5031-FE0D-60B8C7F91D13}"/>
                </a:ext>
              </a:extLst>
            </p:cNvPr>
            <p:cNvSpPr/>
            <p:nvPr/>
          </p:nvSpPr>
          <p:spPr>
            <a:xfrm>
              <a:off x="-173761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1" name="Rectangle 8140">
              <a:extLst>
                <a:ext uri="{FF2B5EF4-FFF2-40B4-BE49-F238E27FC236}">
                  <a16:creationId xmlns:a16="http://schemas.microsoft.com/office/drawing/2014/main" id="{3DF1E1AF-87F2-2B42-2958-FEE636A71DC7}"/>
                </a:ext>
              </a:extLst>
            </p:cNvPr>
            <p:cNvSpPr/>
            <p:nvPr/>
          </p:nvSpPr>
          <p:spPr>
            <a:xfrm>
              <a:off x="-173761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2" name="Rectangle 8141">
              <a:extLst>
                <a:ext uri="{FF2B5EF4-FFF2-40B4-BE49-F238E27FC236}">
                  <a16:creationId xmlns:a16="http://schemas.microsoft.com/office/drawing/2014/main" id="{7B7B707E-3AA5-489A-C1EB-801FE2B985DB}"/>
                </a:ext>
              </a:extLst>
            </p:cNvPr>
            <p:cNvSpPr/>
            <p:nvPr/>
          </p:nvSpPr>
          <p:spPr>
            <a:xfrm>
              <a:off x="-173761" y="3226784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3" name="Rectangle 8142">
              <a:extLst>
                <a:ext uri="{FF2B5EF4-FFF2-40B4-BE49-F238E27FC236}">
                  <a16:creationId xmlns:a16="http://schemas.microsoft.com/office/drawing/2014/main" id="{DB0066FF-0B0B-80FA-D888-794D6E937B99}"/>
                </a:ext>
              </a:extLst>
            </p:cNvPr>
            <p:cNvSpPr/>
            <p:nvPr/>
          </p:nvSpPr>
          <p:spPr>
            <a:xfrm>
              <a:off x="-173761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4" name="Rectangle 8143">
              <a:extLst>
                <a:ext uri="{FF2B5EF4-FFF2-40B4-BE49-F238E27FC236}">
                  <a16:creationId xmlns:a16="http://schemas.microsoft.com/office/drawing/2014/main" id="{01A28C6D-F051-CF6C-D5E6-336A497E6238}"/>
                </a:ext>
              </a:extLst>
            </p:cNvPr>
            <p:cNvSpPr/>
            <p:nvPr/>
          </p:nvSpPr>
          <p:spPr>
            <a:xfrm>
              <a:off x="-173761" y="330831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5" name="Rectangle 8144">
              <a:extLst>
                <a:ext uri="{FF2B5EF4-FFF2-40B4-BE49-F238E27FC236}">
                  <a16:creationId xmlns:a16="http://schemas.microsoft.com/office/drawing/2014/main" id="{9052C286-8F71-B151-D381-13FD21DDA5FC}"/>
                </a:ext>
              </a:extLst>
            </p:cNvPr>
            <p:cNvSpPr/>
            <p:nvPr/>
          </p:nvSpPr>
          <p:spPr>
            <a:xfrm>
              <a:off x="-173761" y="3349085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6" name="Rectangle 8145">
              <a:extLst>
                <a:ext uri="{FF2B5EF4-FFF2-40B4-BE49-F238E27FC236}">
                  <a16:creationId xmlns:a16="http://schemas.microsoft.com/office/drawing/2014/main" id="{BB3DE118-9A45-6600-A15F-537D586BBB57}"/>
                </a:ext>
              </a:extLst>
            </p:cNvPr>
            <p:cNvSpPr/>
            <p:nvPr/>
          </p:nvSpPr>
          <p:spPr>
            <a:xfrm>
              <a:off x="-173761" y="3389852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7" name="Rectangle 8146">
              <a:extLst>
                <a:ext uri="{FF2B5EF4-FFF2-40B4-BE49-F238E27FC236}">
                  <a16:creationId xmlns:a16="http://schemas.microsoft.com/office/drawing/2014/main" id="{D0238A50-A974-DB05-C2F4-881011395102}"/>
                </a:ext>
              </a:extLst>
            </p:cNvPr>
            <p:cNvSpPr/>
            <p:nvPr/>
          </p:nvSpPr>
          <p:spPr>
            <a:xfrm>
              <a:off x="-173761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8" name="Rectangle 8147">
              <a:extLst>
                <a:ext uri="{FF2B5EF4-FFF2-40B4-BE49-F238E27FC236}">
                  <a16:creationId xmlns:a16="http://schemas.microsoft.com/office/drawing/2014/main" id="{D2CE7658-1191-A901-B784-04742E743F70}"/>
                </a:ext>
              </a:extLst>
            </p:cNvPr>
            <p:cNvSpPr/>
            <p:nvPr/>
          </p:nvSpPr>
          <p:spPr>
            <a:xfrm>
              <a:off x="-173761" y="3471386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9" name="Rectangle 8148">
              <a:extLst>
                <a:ext uri="{FF2B5EF4-FFF2-40B4-BE49-F238E27FC236}">
                  <a16:creationId xmlns:a16="http://schemas.microsoft.com/office/drawing/2014/main" id="{E78ECCAE-E0C3-1AF8-2C5D-F6670F4B9B10}"/>
                </a:ext>
              </a:extLst>
            </p:cNvPr>
            <p:cNvSpPr/>
            <p:nvPr/>
          </p:nvSpPr>
          <p:spPr>
            <a:xfrm>
              <a:off x="-173761" y="3512153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0" name="Rectangle 8149">
              <a:extLst>
                <a:ext uri="{FF2B5EF4-FFF2-40B4-BE49-F238E27FC236}">
                  <a16:creationId xmlns:a16="http://schemas.microsoft.com/office/drawing/2014/main" id="{3B309CA6-FBF8-D408-3325-17F59626851F}"/>
                </a:ext>
              </a:extLst>
            </p:cNvPr>
            <p:cNvSpPr/>
            <p:nvPr/>
          </p:nvSpPr>
          <p:spPr>
            <a:xfrm>
              <a:off x="-173761" y="3552920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1" name="Rectangle 8150">
              <a:extLst>
                <a:ext uri="{FF2B5EF4-FFF2-40B4-BE49-F238E27FC236}">
                  <a16:creationId xmlns:a16="http://schemas.microsoft.com/office/drawing/2014/main" id="{1223BB68-68B0-3D86-C171-AC096A5E6A7A}"/>
                </a:ext>
              </a:extLst>
            </p:cNvPr>
            <p:cNvSpPr/>
            <p:nvPr/>
          </p:nvSpPr>
          <p:spPr>
            <a:xfrm>
              <a:off x="-173761" y="3593687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2" name="Rectangle 8151">
              <a:extLst>
                <a:ext uri="{FF2B5EF4-FFF2-40B4-BE49-F238E27FC236}">
                  <a16:creationId xmlns:a16="http://schemas.microsoft.com/office/drawing/2014/main" id="{692552BC-8152-80EC-4622-674B62E63E05}"/>
                </a:ext>
              </a:extLst>
            </p:cNvPr>
            <p:cNvSpPr/>
            <p:nvPr/>
          </p:nvSpPr>
          <p:spPr>
            <a:xfrm>
              <a:off x="-173761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3" name="Rectangle 8152">
              <a:extLst>
                <a:ext uri="{FF2B5EF4-FFF2-40B4-BE49-F238E27FC236}">
                  <a16:creationId xmlns:a16="http://schemas.microsoft.com/office/drawing/2014/main" id="{3D6DE353-D0DC-21AE-D937-3327968DD138}"/>
                </a:ext>
              </a:extLst>
            </p:cNvPr>
            <p:cNvSpPr/>
            <p:nvPr/>
          </p:nvSpPr>
          <p:spPr>
            <a:xfrm>
              <a:off x="-173761" y="367522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4" name="Rectangle 8153">
              <a:extLst>
                <a:ext uri="{FF2B5EF4-FFF2-40B4-BE49-F238E27FC236}">
                  <a16:creationId xmlns:a16="http://schemas.microsoft.com/office/drawing/2014/main" id="{CA724CA5-C590-86BD-73FF-FE957F0A02F2}"/>
                </a:ext>
              </a:extLst>
            </p:cNvPr>
            <p:cNvSpPr/>
            <p:nvPr/>
          </p:nvSpPr>
          <p:spPr>
            <a:xfrm>
              <a:off x="-173761" y="3715988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5" name="Rectangle 8154">
              <a:extLst>
                <a:ext uri="{FF2B5EF4-FFF2-40B4-BE49-F238E27FC236}">
                  <a16:creationId xmlns:a16="http://schemas.microsoft.com/office/drawing/2014/main" id="{923D5814-035C-7C82-B105-04956AFA1786}"/>
                </a:ext>
              </a:extLst>
            </p:cNvPr>
            <p:cNvSpPr/>
            <p:nvPr/>
          </p:nvSpPr>
          <p:spPr>
            <a:xfrm>
              <a:off x="-173761" y="3756882"/>
              <a:ext cx="118872" cy="40767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6" name="Rectangle 8155">
              <a:extLst>
                <a:ext uri="{FF2B5EF4-FFF2-40B4-BE49-F238E27FC236}">
                  <a16:creationId xmlns:a16="http://schemas.microsoft.com/office/drawing/2014/main" id="{B5649D50-EC56-922C-F66A-5E4FC325F65D}"/>
                </a:ext>
              </a:extLst>
            </p:cNvPr>
            <p:cNvSpPr/>
            <p:nvPr/>
          </p:nvSpPr>
          <p:spPr>
            <a:xfrm>
              <a:off x="-173761" y="3797649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7" name="Rectangle 8156">
              <a:extLst>
                <a:ext uri="{FF2B5EF4-FFF2-40B4-BE49-F238E27FC236}">
                  <a16:creationId xmlns:a16="http://schemas.microsoft.com/office/drawing/2014/main" id="{8E7EAE98-164E-81C7-6D2B-D1581A5103A0}"/>
                </a:ext>
              </a:extLst>
            </p:cNvPr>
            <p:cNvSpPr/>
            <p:nvPr/>
          </p:nvSpPr>
          <p:spPr>
            <a:xfrm>
              <a:off x="-173761" y="3838416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8" name="Rectangle 8157">
              <a:extLst>
                <a:ext uri="{FF2B5EF4-FFF2-40B4-BE49-F238E27FC236}">
                  <a16:creationId xmlns:a16="http://schemas.microsoft.com/office/drawing/2014/main" id="{56899163-E78B-5804-C3EA-27E530B8CBB4}"/>
                </a:ext>
              </a:extLst>
            </p:cNvPr>
            <p:cNvSpPr/>
            <p:nvPr/>
          </p:nvSpPr>
          <p:spPr>
            <a:xfrm>
              <a:off x="-173761" y="387918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9" name="Rectangle 8158">
              <a:extLst>
                <a:ext uri="{FF2B5EF4-FFF2-40B4-BE49-F238E27FC236}">
                  <a16:creationId xmlns:a16="http://schemas.microsoft.com/office/drawing/2014/main" id="{5FFD8212-A5AB-3B4B-CAD7-C250624E3441}"/>
                </a:ext>
              </a:extLst>
            </p:cNvPr>
            <p:cNvSpPr/>
            <p:nvPr/>
          </p:nvSpPr>
          <p:spPr>
            <a:xfrm>
              <a:off x="-173761" y="3919950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0" name="Rectangle 8159">
              <a:extLst>
                <a:ext uri="{FF2B5EF4-FFF2-40B4-BE49-F238E27FC236}">
                  <a16:creationId xmlns:a16="http://schemas.microsoft.com/office/drawing/2014/main" id="{F9751164-CFB6-C3AB-A0C7-2FD1426C83B3}"/>
                </a:ext>
              </a:extLst>
            </p:cNvPr>
            <p:cNvSpPr/>
            <p:nvPr/>
          </p:nvSpPr>
          <p:spPr>
            <a:xfrm>
              <a:off x="-173761" y="39607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1" name="Rectangle 8160">
              <a:extLst>
                <a:ext uri="{FF2B5EF4-FFF2-40B4-BE49-F238E27FC236}">
                  <a16:creationId xmlns:a16="http://schemas.microsoft.com/office/drawing/2014/main" id="{67A19283-8C92-3AAD-9133-9A62BE3FAFDD}"/>
                </a:ext>
              </a:extLst>
            </p:cNvPr>
            <p:cNvSpPr/>
            <p:nvPr/>
          </p:nvSpPr>
          <p:spPr>
            <a:xfrm>
              <a:off x="-173761" y="4001484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2" name="Rectangle 8161">
              <a:extLst>
                <a:ext uri="{FF2B5EF4-FFF2-40B4-BE49-F238E27FC236}">
                  <a16:creationId xmlns:a16="http://schemas.microsoft.com/office/drawing/2014/main" id="{401EB2DA-DA08-D3B8-8302-7B8698A6B45B}"/>
                </a:ext>
              </a:extLst>
            </p:cNvPr>
            <p:cNvSpPr/>
            <p:nvPr/>
          </p:nvSpPr>
          <p:spPr>
            <a:xfrm>
              <a:off x="-173761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3" name="Rectangle 8162">
              <a:extLst>
                <a:ext uri="{FF2B5EF4-FFF2-40B4-BE49-F238E27FC236}">
                  <a16:creationId xmlns:a16="http://schemas.microsoft.com/office/drawing/2014/main" id="{C2B500CF-4CFB-4516-CB93-1D7035E8F541}"/>
                </a:ext>
              </a:extLst>
            </p:cNvPr>
            <p:cNvSpPr/>
            <p:nvPr/>
          </p:nvSpPr>
          <p:spPr>
            <a:xfrm>
              <a:off x="-173761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4" name="Rectangle 8163">
              <a:extLst>
                <a:ext uri="{FF2B5EF4-FFF2-40B4-BE49-F238E27FC236}">
                  <a16:creationId xmlns:a16="http://schemas.microsoft.com/office/drawing/2014/main" id="{004AD080-BCFE-836F-70FE-44C0DE888C0C}"/>
                </a:ext>
              </a:extLst>
            </p:cNvPr>
            <p:cNvSpPr/>
            <p:nvPr/>
          </p:nvSpPr>
          <p:spPr>
            <a:xfrm>
              <a:off x="-173761" y="4123785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5" name="Rectangle 8164">
              <a:extLst>
                <a:ext uri="{FF2B5EF4-FFF2-40B4-BE49-F238E27FC236}">
                  <a16:creationId xmlns:a16="http://schemas.microsoft.com/office/drawing/2014/main" id="{B52490CF-3D1A-3D31-8588-088E9FA6E424}"/>
                </a:ext>
              </a:extLst>
            </p:cNvPr>
            <p:cNvSpPr/>
            <p:nvPr/>
          </p:nvSpPr>
          <p:spPr>
            <a:xfrm>
              <a:off x="-173761" y="416455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6" name="Rectangle 8165">
              <a:extLst>
                <a:ext uri="{FF2B5EF4-FFF2-40B4-BE49-F238E27FC236}">
                  <a16:creationId xmlns:a16="http://schemas.microsoft.com/office/drawing/2014/main" id="{F2D43BC8-DC5B-C078-0ECA-5F0BE15623B6}"/>
                </a:ext>
              </a:extLst>
            </p:cNvPr>
            <p:cNvSpPr/>
            <p:nvPr/>
          </p:nvSpPr>
          <p:spPr>
            <a:xfrm>
              <a:off x="-173761" y="4205319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7" name="Rectangle 8166">
              <a:extLst>
                <a:ext uri="{FF2B5EF4-FFF2-40B4-BE49-F238E27FC236}">
                  <a16:creationId xmlns:a16="http://schemas.microsoft.com/office/drawing/2014/main" id="{937DB244-85D8-7D41-EDE7-F1DC6605012F}"/>
                </a:ext>
              </a:extLst>
            </p:cNvPr>
            <p:cNvSpPr/>
            <p:nvPr/>
          </p:nvSpPr>
          <p:spPr>
            <a:xfrm>
              <a:off x="-173761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8" name="Rectangle 8167">
              <a:extLst>
                <a:ext uri="{FF2B5EF4-FFF2-40B4-BE49-F238E27FC236}">
                  <a16:creationId xmlns:a16="http://schemas.microsoft.com/office/drawing/2014/main" id="{E9DAA9D1-C558-1E90-2BF6-DCA409AF9236}"/>
                </a:ext>
              </a:extLst>
            </p:cNvPr>
            <p:cNvSpPr/>
            <p:nvPr/>
          </p:nvSpPr>
          <p:spPr>
            <a:xfrm>
              <a:off x="-173761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9" name="Rectangle 8168">
              <a:extLst>
                <a:ext uri="{FF2B5EF4-FFF2-40B4-BE49-F238E27FC236}">
                  <a16:creationId xmlns:a16="http://schemas.microsoft.com/office/drawing/2014/main" id="{2D729512-77F9-E866-D0E1-1823EDF72C09}"/>
                </a:ext>
              </a:extLst>
            </p:cNvPr>
            <p:cNvSpPr/>
            <p:nvPr/>
          </p:nvSpPr>
          <p:spPr>
            <a:xfrm>
              <a:off x="-173761" y="432774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0" name="Rectangle 8169">
              <a:extLst>
                <a:ext uri="{FF2B5EF4-FFF2-40B4-BE49-F238E27FC236}">
                  <a16:creationId xmlns:a16="http://schemas.microsoft.com/office/drawing/2014/main" id="{A1F501E3-63B2-8FEB-CA4F-0930C76E4C39}"/>
                </a:ext>
              </a:extLst>
            </p:cNvPr>
            <p:cNvSpPr/>
            <p:nvPr/>
          </p:nvSpPr>
          <p:spPr>
            <a:xfrm>
              <a:off x="-173761" y="4368514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1" name="Rectangle 8170">
              <a:extLst>
                <a:ext uri="{FF2B5EF4-FFF2-40B4-BE49-F238E27FC236}">
                  <a16:creationId xmlns:a16="http://schemas.microsoft.com/office/drawing/2014/main" id="{571699F3-041C-09A7-C3F4-C14DEF15D45E}"/>
                </a:ext>
              </a:extLst>
            </p:cNvPr>
            <p:cNvSpPr/>
            <p:nvPr/>
          </p:nvSpPr>
          <p:spPr>
            <a:xfrm>
              <a:off x="-173761" y="440928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2" name="Rectangle 8171">
              <a:extLst>
                <a:ext uri="{FF2B5EF4-FFF2-40B4-BE49-F238E27FC236}">
                  <a16:creationId xmlns:a16="http://schemas.microsoft.com/office/drawing/2014/main" id="{5ABC0AD5-31A5-9853-37C0-E2F12FDBCEDB}"/>
                </a:ext>
              </a:extLst>
            </p:cNvPr>
            <p:cNvSpPr/>
            <p:nvPr/>
          </p:nvSpPr>
          <p:spPr>
            <a:xfrm>
              <a:off x="-173761" y="4450048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3" name="Rectangle 8172">
              <a:extLst>
                <a:ext uri="{FF2B5EF4-FFF2-40B4-BE49-F238E27FC236}">
                  <a16:creationId xmlns:a16="http://schemas.microsoft.com/office/drawing/2014/main" id="{88D043C3-82B9-B931-2A4C-22ED9B48D9B2}"/>
                </a:ext>
              </a:extLst>
            </p:cNvPr>
            <p:cNvSpPr/>
            <p:nvPr/>
          </p:nvSpPr>
          <p:spPr>
            <a:xfrm>
              <a:off x="-173761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4" name="Rectangle 8173">
              <a:extLst>
                <a:ext uri="{FF2B5EF4-FFF2-40B4-BE49-F238E27FC236}">
                  <a16:creationId xmlns:a16="http://schemas.microsoft.com/office/drawing/2014/main" id="{4A60788F-FB9D-B384-983C-0DD01A3B3386}"/>
                </a:ext>
              </a:extLst>
            </p:cNvPr>
            <p:cNvSpPr/>
            <p:nvPr/>
          </p:nvSpPr>
          <p:spPr>
            <a:xfrm>
              <a:off x="-173761" y="453158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5" name="Rectangle 8174">
              <a:extLst>
                <a:ext uri="{FF2B5EF4-FFF2-40B4-BE49-F238E27FC236}">
                  <a16:creationId xmlns:a16="http://schemas.microsoft.com/office/drawing/2014/main" id="{2528C14D-EDDA-AF47-8908-846D8059DCF2}"/>
                </a:ext>
              </a:extLst>
            </p:cNvPr>
            <p:cNvSpPr/>
            <p:nvPr/>
          </p:nvSpPr>
          <p:spPr>
            <a:xfrm>
              <a:off x="-173761" y="4572349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6" name="Rectangle 8175">
              <a:extLst>
                <a:ext uri="{FF2B5EF4-FFF2-40B4-BE49-F238E27FC236}">
                  <a16:creationId xmlns:a16="http://schemas.microsoft.com/office/drawing/2014/main" id="{6B507ABB-E0FA-2727-07AE-A0163B942BAF}"/>
                </a:ext>
              </a:extLst>
            </p:cNvPr>
            <p:cNvSpPr/>
            <p:nvPr/>
          </p:nvSpPr>
          <p:spPr>
            <a:xfrm>
              <a:off x="-173761" y="4613116"/>
              <a:ext cx="118872" cy="40767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7" name="Rectangle 8176">
              <a:extLst>
                <a:ext uri="{FF2B5EF4-FFF2-40B4-BE49-F238E27FC236}">
                  <a16:creationId xmlns:a16="http://schemas.microsoft.com/office/drawing/2014/main" id="{24DC1060-AE26-2A5B-4C84-521FBA139B43}"/>
                </a:ext>
              </a:extLst>
            </p:cNvPr>
            <p:cNvSpPr/>
            <p:nvPr/>
          </p:nvSpPr>
          <p:spPr>
            <a:xfrm>
              <a:off x="-173761" y="4653883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8" name="Rectangle 8177">
              <a:extLst>
                <a:ext uri="{FF2B5EF4-FFF2-40B4-BE49-F238E27FC236}">
                  <a16:creationId xmlns:a16="http://schemas.microsoft.com/office/drawing/2014/main" id="{29AFF95A-4512-A179-7984-BD4E75081639}"/>
                </a:ext>
              </a:extLst>
            </p:cNvPr>
            <p:cNvSpPr/>
            <p:nvPr/>
          </p:nvSpPr>
          <p:spPr>
            <a:xfrm>
              <a:off x="-173761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9" name="Rectangle 8178">
              <a:extLst>
                <a:ext uri="{FF2B5EF4-FFF2-40B4-BE49-F238E27FC236}">
                  <a16:creationId xmlns:a16="http://schemas.microsoft.com/office/drawing/2014/main" id="{2B12AB2B-FE3C-958B-F10D-7FF41D1AED9D}"/>
                </a:ext>
              </a:extLst>
            </p:cNvPr>
            <p:cNvSpPr/>
            <p:nvPr/>
          </p:nvSpPr>
          <p:spPr>
            <a:xfrm>
              <a:off x="-173761" y="4735417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0" name="Rectangle 8179">
              <a:extLst>
                <a:ext uri="{FF2B5EF4-FFF2-40B4-BE49-F238E27FC236}">
                  <a16:creationId xmlns:a16="http://schemas.microsoft.com/office/drawing/2014/main" id="{C938EA66-394B-DEE2-B2EB-7278CD7113B9}"/>
                </a:ext>
              </a:extLst>
            </p:cNvPr>
            <p:cNvSpPr/>
            <p:nvPr/>
          </p:nvSpPr>
          <p:spPr>
            <a:xfrm>
              <a:off x="-173761" y="4776184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1" name="Rectangle 8180">
              <a:extLst>
                <a:ext uri="{FF2B5EF4-FFF2-40B4-BE49-F238E27FC236}">
                  <a16:creationId xmlns:a16="http://schemas.microsoft.com/office/drawing/2014/main" id="{A5068A1E-C442-53BF-326B-78298F852751}"/>
                </a:ext>
              </a:extLst>
            </p:cNvPr>
            <p:cNvSpPr/>
            <p:nvPr/>
          </p:nvSpPr>
          <p:spPr>
            <a:xfrm>
              <a:off x="-55016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2" name="Rectangle 8181">
              <a:extLst>
                <a:ext uri="{FF2B5EF4-FFF2-40B4-BE49-F238E27FC236}">
                  <a16:creationId xmlns:a16="http://schemas.microsoft.com/office/drawing/2014/main" id="{A4405662-9A0E-0718-89C1-55749B66CF07}"/>
                </a:ext>
              </a:extLst>
            </p:cNvPr>
            <p:cNvSpPr/>
            <p:nvPr/>
          </p:nvSpPr>
          <p:spPr>
            <a:xfrm>
              <a:off x="-55016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3" name="Rectangle 8182">
              <a:extLst>
                <a:ext uri="{FF2B5EF4-FFF2-40B4-BE49-F238E27FC236}">
                  <a16:creationId xmlns:a16="http://schemas.microsoft.com/office/drawing/2014/main" id="{D72BAE78-16AD-2601-5C2D-168A2758440C}"/>
                </a:ext>
              </a:extLst>
            </p:cNvPr>
            <p:cNvSpPr/>
            <p:nvPr/>
          </p:nvSpPr>
          <p:spPr>
            <a:xfrm>
              <a:off x="-55016" y="2207355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4" name="Rectangle 8183">
              <a:extLst>
                <a:ext uri="{FF2B5EF4-FFF2-40B4-BE49-F238E27FC236}">
                  <a16:creationId xmlns:a16="http://schemas.microsoft.com/office/drawing/2014/main" id="{962544F2-8D2F-F2EE-9A9F-11737AA43181}"/>
                </a:ext>
              </a:extLst>
            </p:cNvPr>
            <p:cNvSpPr/>
            <p:nvPr/>
          </p:nvSpPr>
          <p:spPr>
            <a:xfrm>
              <a:off x="-55016" y="2248122"/>
              <a:ext cx="118872" cy="40767"/>
            </a:xfrm>
            <a:prstGeom prst="rect">
              <a:avLst/>
            </a:prstGeom>
            <a:solidFill>
              <a:srgbClr val="CA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5" name="Rectangle 8184">
              <a:extLst>
                <a:ext uri="{FF2B5EF4-FFF2-40B4-BE49-F238E27FC236}">
                  <a16:creationId xmlns:a16="http://schemas.microsoft.com/office/drawing/2014/main" id="{89429C82-6ED0-10C6-6692-F9D76B8DF612}"/>
                </a:ext>
              </a:extLst>
            </p:cNvPr>
            <p:cNvSpPr/>
            <p:nvPr/>
          </p:nvSpPr>
          <p:spPr>
            <a:xfrm>
              <a:off x="-55016" y="2288889"/>
              <a:ext cx="118872" cy="40766"/>
            </a:xfrm>
            <a:prstGeom prst="rect">
              <a:avLst/>
            </a:prstGeom>
            <a:solidFill>
              <a:srgbClr val="FF0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6" name="Rectangle 8185">
              <a:extLst>
                <a:ext uri="{FF2B5EF4-FFF2-40B4-BE49-F238E27FC236}">
                  <a16:creationId xmlns:a16="http://schemas.microsoft.com/office/drawing/2014/main" id="{5CEA4F3E-0298-6B08-6913-866841A79C52}"/>
                </a:ext>
              </a:extLst>
            </p:cNvPr>
            <p:cNvSpPr/>
            <p:nvPr/>
          </p:nvSpPr>
          <p:spPr>
            <a:xfrm>
              <a:off x="-55016" y="2329656"/>
              <a:ext cx="118872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7" name="Rectangle 8186">
              <a:extLst>
                <a:ext uri="{FF2B5EF4-FFF2-40B4-BE49-F238E27FC236}">
                  <a16:creationId xmlns:a16="http://schemas.microsoft.com/office/drawing/2014/main" id="{3EC39D3E-0310-FFF6-1033-3781718C37E1}"/>
                </a:ext>
              </a:extLst>
            </p:cNvPr>
            <p:cNvSpPr/>
            <p:nvPr/>
          </p:nvSpPr>
          <p:spPr>
            <a:xfrm>
              <a:off x="-55016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8" name="Rectangle 8187">
              <a:extLst>
                <a:ext uri="{FF2B5EF4-FFF2-40B4-BE49-F238E27FC236}">
                  <a16:creationId xmlns:a16="http://schemas.microsoft.com/office/drawing/2014/main" id="{8675A698-D12F-E0A1-35DD-948B508ECF83}"/>
                </a:ext>
              </a:extLst>
            </p:cNvPr>
            <p:cNvSpPr/>
            <p:nvPr/>
          </p:nvSpPr>
          <p:spPr>
            <a:xfrm>
              <a:off x="-55016" y="2411190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9" name="Rectangle 8188">
              <a:extLst>
                <a:ext uri="{FF2B5EF4-FFF2-40B4-BE49-F238E27FC236}">
                  <a16:creationId xmlns:a16="http://schemas.microsoft.com/office/drawing/2014/main" id="{8BB5AF7C-62ED-BD0E-756E-570E7618651F}"/>
                </a:ext>
              </a:extLst>
            </p:cNvPr>
            <p:cNvSpPr/>
            <p:nvPr/>
          </p:nvSpPr>
          <p:spPr>
            <a:xfrm>
              <a:off x="-55016" y="245195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0" name="Rectangle 8189">
              <a:extLst>
                <a:ext uri="{FF2B5EF4-FFF2-40B4-BE49-F238E27FC236}">
                  <a16:creationId xmlns:a16="http://schemas.microsoft.com/office/drawing/2014/main" id="{6DF311F3-75EE-9409-B9E2-BC20A6FA1C42}"/>
                </a:ext>
              </a:extLst>
            </p:cNvPr>
            <p:cNvSpPr/>
            <p:nvPr/>
          </p:nvSpPr>
          <p:spPr>
            <a:xfrm>
              <a:off x="-55016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1" name="Rectangle 8190">
              <a:extLst>
                <a:ext uri="{FF2B5EF4-FFF2-40B4-BE49-F238E27FC236}">
                  <a16:creationId xmlns:a16="http://schemas.microsoft.com/office/drawing/2014/main" id="{9F938DD7-B3ED-BEDD-92B9-6E530EEE0273}"/>
                </a:ext>
              </a:extLst>
            </p:cNvPr>
            <p:cNvSpPr/>
            <p:nvPr/>
          </p:nvSpPr>
          <p:spPr>
            <a:xfrm>
              <a:off x="-55016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2" name="Rectangle 8191">
              <a:extLst>
                <a:ext uri="{FF2B5EF4-FFF2-40B4-BE49-F238E27FC236}">
                  <a16:creationId xmlns:a16="http://schemas.microsoft.com/office/drawing/2014/main" id="{41DE4558-72B3-B3A7-1ED9-AEDF42ECA2FE}"/>
                </a:ext>
              </a:extLst>
            </p:cNvPr>
            <p:cNvSpPr/>
            <p:nvPr/>
          </p:nvSpPr>
          <p:spPr>
            <a:xfrm>
              <a:off x="-55016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3" name="Rectangle 8192">
              <a:extLst>
                <a:ext uri="{FF2B5EF4-FFF2-40B4-BE49-F238E27FC236}">
                  <a16:creationId xmlns:a16="http://schemas.microsoft.com/office/drawing/2014/main" id="{88158305-4FD3-DC8B-FB1C-9E06C5E7CB04}"/>
                </a:ext>
              </a:extLst>
            </p:cNvPr>
            <p:cNvSpPr/>
            <p:nvPr/>
          </p:nvSpPr>
          <p:spPr>
            <a:xfrm>
              <a:off x="-55016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4" name="Rectangle 8193">
              <a:extLst>
                <a:ext uri="{FF2B5EF4-FFF2-40B4-BE49-F238E27FC236}">
                  <a16:creationId xmlns:a16="http://schemas.microsoft.com/office/drawing/2014/main" id="{0CC33025-0EEA-DC65-C21E-443C665AB93D}"/>
                </a:ext>
              </a:extLst>
            </p:cNvPr>
            <p:cNvSpPr/>
            <p:nvPr/>
          </p:nvSpPr>
          <p:spPr>
            <a:xfrm>
              <a:off x="-55016" y="2655792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5" name="Rectangle 8194">
              <a:extLst>
                <a:ext uri="{FF2B5EF4-FFF2-40B4-BE49-F238E27FC236}">
                  <a16:creationId xmlns:a16="http://schemas.microsoft.com/office/drawing/2014/main" id="{9DEE0F71-8685-9BC2-AEF3-D06179AA93D7}"/>
                </a:ext>
              </a:extLst>
            </p:cNvPr>
            <p:cNvSpPr/>
            <p:nvPr/>
          </p:nvSpPr>
          <p:spPr>
            <a:xfrm>
              <a:off x="-55016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6" name="Rectangle 8195">
              <a:extLst>
                <a:ext uri="{FF2B5EF4-FFF2-40B4-BE49-F238E27FC236}">
                  <a16:creationId xmlns:a16="http://schemas.microsoft.com/office/drawing/2014/main" id="{54D3BDDE-7C95-0D73-9D1F-E82E8E0136D0}"/>
                </a:ext>
              </a:extLst>
            </p:cNvPr>
            <p:cNvSpPr/>
            <p:nvPr/>
          </p:nvSpPr>
          <p:spPr>
            <a:xfrm>
              <a:off x="-55016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7" name="Rectangle 8196">
              <a:extLst>
                <a:ext uri="{FF2B5EF4-FFF2-40B4-BE49-F238E27FC236}">
                  <a16:creationId xmlns:a16="http://schemas.microsoft.com/office/drawing/2014/main" id="{B606E72A-4573-0F60-E598-102D2F380E03}"/>
                </a:ext>
              </a:extLst>
            </p:cNvPr>
            <p:cNvSpPr/>
            <p:nvPr/>
          </p:nvSpPr>
          <p:spPr>
            <a:xfrm>
              <a:off x="-55016" y="2778220"/>
              <a:ext cx="118872" cy="4076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8" name="Rectangle 8197">
              <a:extLst>
                <a:ext uri="{FF2B5EF4-FFF2-40B4-BE49-F238E27FC236}">
                  <a16:creationId xmlns:a16="http://schemas.microsoft.com/office/drawing/2014/main" id="{93D7748E-9A36-C55A-88D2-01561FA87B37}"/>
                </a:ext>
              </a:extLst>
            </p:cNvPr>
            <p:cNvSpPr/>
            <p:nvPr/>
          </p:nvSpPr>
          <p:spPr>
            <a:xfrm>
              <a:off x="-55016" y="2818987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9" name="Rectangle 8198">
              <a:extLst>
                <a:ext uri="{FF2B5EF4-FFF2-40B4-BE49-F238E27FC236}">
                  <a16:creationId xmlns:a16="http://schemas.microsoft.com/office/drawing/2014/main" id="{0712B12E-B941-6146-A6FE-E4101DEF5638}"/>
                </a:ext>
              </a:extLst>
            </p:cNvPr>
            <p:cNvSpPr/>
            <p:nvPr/>
          </p:nvSpPr>
          <p:spPr>
            <a:xfrm>
              <a:off x="-55016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0" name="Rectangle 8199">
              <a:extLst>
                <a:ext uri="{FF2B5EF4-FFF2-40B4-BE49-F238E27FC236}">
                  <a16:creationId xmlns:a16="http://schemas.microsoft.com/office/drawing/2014/main" id="{6E2127A0-00E8-AD1D-37FF-D896B2F44BF8}"/>
                </a:ext>
              </a:extLst>
            </p:cNvPr>
            <p:cNvSpPr/>
            <p:nvPr/>
          </p:nvSpPr>
          <p:spPr>
            <a:xfrm>
              <a:off x="-55016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1" name="Rectangle 8200">
              <a:extLst>
                <a:ext uri="{FF2B5EF4-FFF2-40B4-BE49-F238E27FC236}">
                  <a16:creationId xmlns:a16="http://schemas.microsoft.com/office/drawing/2014/main" id="{DE3CEAF4-23CE-F7EF-6F48-3C128B342662}"/>
                </a:ext>
              </a:extLst>
            </p:cNvPr>
            <p:cNvSpPr/>
            <p:nvPr/>
          </p:nvSpPr>
          <p:spPr>
            <a:xfrm>
              <a:off x="-55016" y="2941288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2" name="Rectangle 8201">
              <a:extLst>
                <a:ext uri="{FF2B5EF4-FFF2-40B4-BE49-F238E27FC236}">
                  <a16:creationId xmlns:a16="http://schemas.microsoft.com/office/drawing/2014/main" id="{0DFAB0A9-AD92-9945-E53E-6B1F241789FD}"/>
                </a:ext>
              </a:extLst>
            </p:cNvPr>
            <p:cNvSpPr/>
            <p:nvPr/>
          </p:nvSpPr>
          <p:spPr>
            <a:xfrm>
              <a:off x="-55016" y="2982055"/>
              <a:ext cx="118872" cy="4076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3" name="Rectangle 8202">
              <a:extLst>
                <a:ext uri="{FF2B5EF4-FFF2-40B4-BE49-F238E27FC236}">
                  <a16:creationId xmlns:a16="http://schemas.microsoft.com/office/drawing/2014/main" id="{78B7639C-B143-DC62-EB76-9E380B295150}"/>
                </a:ext>
              </a:extLst>
            </p:cNvPr>
            <p:cNvSpPr/>
            <p:nvPr/>
          </p:nvSpPr>
          <p:spPr>
            <a:xfrm>
              <a:off x="-55016" y="3022822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4" name="Rectangle 8203">
              <a:extLst>
                <a:ext uri="{FF2B5EF4-FFF2-40B4-BE49-F238E27FC236}">
                  <a16:creationId xmlns:a16="http://schemas.microsoft.com/office/drawing/2014/main" id="{36376670-E4AD-3C9A-A900-5D1B158B8C56}"/>
                </a:ext>
              </a:extLst>
            </p:cNvPr>
            <p:cNvSpPr/>
            <p:nvPr/>
          </p:nvSpPr>
          <p:spPr>
            <a:xfrm>
              <a:off x="-55016" y="3063589"/>
              <a:ext cx="118872" cy="4076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5" name="Rectangle 8204">
              <a:extLst>
                <a:ext uri="{FF2B5EF4-FFF2-40B4-BE49-F238E27FC236}">
                  <a16:creationId xmlns:a16="http://schemas.microsoft.com/office/drawing/2014/main" id="{324D3BF4-317D-6850-F715-178A241D8EEF}"/>
                </a:ext>
              </a:extLst>
            </p:cNvPr>
            <p:cNvSpPr/>
            <p:nvPr/>
          </p:nvSpPr>
          <p:spPr>
            <a:xfrm>
              <a:off x="-55016" y="3104356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6" name="Rectangle 8205">
              <a:extLst>
                <a:ext uri="{FF2B5EF4-FFF2-40B4-BE49-F238E27FC236}">
                  <a16:creationId xmlns:a16="http://schemas.microsoft.com/office/drawing/2014/main" id="{A5190F4C-66C5-BE6B-7529-A4D27C473FC6}"/>
                </a:ext>
              </a:extLst>
            </p:cNvPr>
            <p:cNvSpPr/>
            <p:nvPr/>
          </p:nvSpPr>
          <p:spPr>
            <a:xfrm>
              <a:off x="-55016" y="3145123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7" name="Rectangle 8206">
              <a:extLst>
                <a:ext uri="{FF2B5EF4-FFF2-40B4-BE49-F238E27FC236}">
                  <a16:creationId xmlns:a16="http://schemas.microsoft.com/office/drawing/2014/main" id="{8F92C906-69CA-16EE-6168-30AB7F20FCE2}"/>
                </a:ext>
              </a:extLst>
            </p:cNvPr>
            <p:cNvSpPr/>
            <p:nvPr/>
          </p:nvSpPr>
          <p:spPr>
            <a:xfrm>
              <a:off x="-55016" y="318589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8" name="Rectangle 8207">
              <a:extLst>
                <a:ext uri="{FF2B5EF4-FFF2-40B4-BE49-F238E27FC236}">
                  <a16:creationId xmlns:a16="http://schemas.microsoft.com/office/drawing/2014/main" id="{67F52633-A7B7-51DB-D61F-183BB014FACF}"/>
                </a:ext>
              </a:extLst>
            </p:cNvPr>
            <p:cNvSpPr/>
            <p:nvPr/>
          </p:nvSpPr>
          <p:spPr>
            <a:xfrm>
              <a:off x="-55016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9" name="Rectangle 8208">
              <a:extLst>
                <a:ext uri="{FF2B5EF4-FFF2-40B4-BE49-F238E27FC236}">
                  <a16:creationId xmlns:a16="http://schemas.microsoft.com/office/drawing/2014/main" id="{58495E4C-13BD-2402-171E-E47F0F0149DB}"/>
                </a:ext>
              </a:extLst>
            </p:cNvPr>
            <p:cNvSpPr/>
            <p:nvPr/>
          </p:nvSpPr>
          <p:spPr>
            <a:xfrm>
              <a:off x="-55016" y="3267551"/>
              <a:ext cx="118872" cy="40766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0" name="Rectangle 8209">
              <a:extLst>
                <a:ext uri="{FF2B5EF4-FFF2-40B4-BE49-F238E27FC236}">
                  <a16:creationId xmlns:a16="http://schemas.microsoft.com/office/drawing/2014/main" id="{A6463D62-E461-06F5-3FC2-58118C890312}"/>
                </a:ext>
              </a:extLst>
            </p:cNvPr>
            <p:cNvSpPr/>
            <p:nvPr/>
          </p:nvSpPr>
          <p:spPr>
            <a:xfrm>
              <a:off x="-55016" y="3308318"/>
              <a:ext cx="118872" cy="40766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1" name="Rectangle 8210">
              <a:extLst>
                <a:ext uri="{FF2B5EF4-FFF2-40B4-BE49-F238E27FC236}">
                  <a16:creationId xmlns:a16="http://schemas.microsoft.com/office/drawing/2014/main" id="{9ECD75B9-EDE0-EC76-9354-6CFC53BF1BB9}"/>
                </a:ext>
              </a:extLst>
            </p:cNvPr>
            <p:cNvSpPr/>
            <p:nvPr/>
          </p:nvSpPr>
          <p:spPr>
            <a:xfrm>
              <a:off x="-55016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2" name="Rectangle 8211">
              <a:extLst>
                <a:ext uri="{FF2B5EF4-FFF2-40B4-BE49-F238E27FC236}">
                  <a16:creationId xmlns:a16="http://schemas.microsoft.com/office/drawing/2014/main" id="{7ED5FC1F-08E7-0AC4-337D-C3F566774C88}"/>
                </a:ext>
              </a:extLst>
            </p:cNvPr>
            <p:cNvSpPr/>
            <p:nvPr/>
          </p:nvSpPr>
          <p:spPr>
            <a:xfrm>
              <a:off x="-55016" y="3389852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3" name="Rectangle 8212">
              <a:extLst>
                <a:ext uri="{FF2B5EF4-FFF2-40B4-BE49-F238E27FC236}">
                  <a16:creationId xmlns:a16="http://schemas.microsoft.com/office/drawing/2014/main" id="{D907C8BF-9FB7-CF96-BA71-FE25B091FBDB}"/>
                </a:ext>
              </a:extLst>
            </p:cNvPr>
            <p:cNvSpPr/>
            <p:nvPr/>
          </p:nvSpPr>
          <p:spPr>
            <a:xfrm>
              <a:off x="-55016" y="343061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4" name="Rectangle 8213">
              <a:extLst>
                <a:ext uri="{FF2B5EF4-FFF2-40B4-BE49-F238E27FC236}">
                  <a16:creationId xmlns:a16="http://schemas.microsoft.com/office/drawing/2014/main" id="{515651B1-DE53-EFFF-02B5-56316E53C253}"/>
                </a:ext>
              </a:extLst>
            </p:cNvPr>
            <p:cNvSpPr/>
            <p:nvPr/>
          </p:nvSpPr>
          <p:spPr>
            <a:xfrm>
              <a:off x="-55016" y="3471386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5" name="Rectangle 8214">
              <a:extLst>
                <a:ext uri="{FF2B5EF4-FFF2-40B4-BE49-F238E27FC236}">
                  <a16:creationId xmlns:a16="http://schemas.microsoft.com/office/drawing/2014/main" id="{49C7A308-D4A0-6ECC-35A9-3A0CC955AF6C}"/>
                </a:ext>
              </a:extLst>
            </p:cNvPr>
            <p:cNvSpPr/>
            <p:nvPr/>
          </p:nvSpPr>
          <p:spPr>
            <a:xfrm>
              <a:off x="-55016" y="351215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6" name="Rectangle 8215">
              <a:extLst>
                <a:ext uri="{FF2B5EF4-FFF2-40B4-BE49-F238E27FC236}">
                  <a16:creationId xmlns:a16="http://schemas.microsoft.com/office/drawing/2014/main" id="{4EC6AC26-CF45-C492-2FEE-2F78232C2C8F}"/>
                </a:ext>
              </a:extLst>
            </p:cNvPr>
            <p:cNvSpPr/>
            <p:nvPr/>
          </p:nvSpPr>
          <p:spPr>
            <a:xfrm>
              <a:off x="-55016" y="355292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7" name="Rectangle 8216">
              <a:extLst>
                <a:ext uri="{FF2B5EF4-FFF2-40B4-BE49-F238E27FC236}">
                  <a16:creationId xmlns:a16="http://schemas.microsoft.com/office/drawing/2014/main" id="{83358E81-47BF-2980-D418-C2944371A5FB}"/>
                </a:ext>
              </a:extLst>
            </p:cNvPr>
            <p:cNvSpPr/>
            <p:nvPr/>
          </p:nvSpPr>
          <p:spPr>
            <a:xfrm>
              <a:off x="-55016" y="359368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8" name="Rectangle 8217">
              <a:extLst>
                <a:ext uri="{FF2B5EF4-FFF2-40B4-BE49-F238E27FC236}">
                  <a16:creationId xmlns:a16="http://schemas.microsoft.com/office/drawing/2014/main" id="{90F2A554-14F5-3E5A-F1A1-41D6219CB11B}"/>
                </a:ext>
              </a:extLst>
            </p:cNvPr>
            <p:cNvSpPr/>
            <p:nvPr/>
          </p:nvSpPr>
          <p:spPr>
            <a:xfrm>
              <a:off x="-55016" y="363445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9" name="Rectangle 8218">
              <a:extLst>
                <a:ext uri="{FF2B5EF4-FFF2-40B4-BE49-F238E27FC236}">
                  <a16:creationId xmlns:a16="http://schemas.microsoft.com/office/drawing/2014/main" id="{436B290A-8280-836E-5299-BE3FC6515FDC}"/>
                </a:ext>
              </a:extLst>
            </p:cNvPr>
            <p:cNvSpPr/>
            <p:nvPr/>
          </p:nvSpPr>
          <p:spPr>
            <a:xfrm>
              <a:off x="-55016" y="3675221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0" name="Rectangle 8219">
              <a:extLst>
                <a:ext uri="{FF2B5EF4-FFF2-40B4-BE49-F238E27FC236}">
                  <a16:creationId xmlns:a16="http://schemas.microsoft.com/office/drawing/2014/main" id="{0048EDCE-2A40-0462-18EF-3FA8CA91ADB6}"/>
                </a:ext>
              </a:extLst>
            </p:cNvPr>
            <p:cNvSpPr/>
            <p:nvPr/>
          </p:nvSpPr>
          <p:spPr>
            <a:xfrm>
              <a:off x="-55016" y="3715988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1" name="Rectangle 8220">
              <a:extLst>
                <a:ext uri="{FF2B5EF4-FFF2-40B4-BE49-F238E27FC236}">
                  <a16:creationId xmlns:a16="http://schemas.microsoft.com/office/drawing/2014/main" id="{24AF4E21-1162-0B84-6A38-1EC407698F35}"/>
                </a:ext>
              </a:extLst>
            </p:cNvPr>
            <p:cNvSpPr/>
            <p:nvPr/>
          </p:nvSpPr>
          <p:spPr>
            <a:xfrm>
              <a:off x="-55016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Rectangle 8221">
              <a:extLst>
                <a:ext uri="{FF2B5EF4-FFF2-40B4-BE49-F238E27FC236}">
                  <a16:creationId xmlns:a16="http://schemas.microsoft.com/office/drawing/2014/main" id="{818D65D9-9C63-609C-7762-646959309ECD}"/>
                </a:ext>
              </a:extLst>
            </p:cNvPr>
            <p:cNvSpPr/>
            <p:nvPr/>
          </p:nvSpPr>
          <p:spPr>
            <a:xfrm>
              <a:off x="-55016" y="3797649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Rectangle 8222">
              <a:extLst>
                <a:ext uri="{FF2B5EF4-FFF2-40B4-BE49-F238E27FC236}">
                  <a16:creationId xmlns:a16="http://schemas.microsoft.com/office/drawing/2014/main" id="{0E4F2C3F-D4C4-1468-8ADF-318E25D41377}"/>
                </a:ext>
              </a:extLst>
            </p:cNvPr>
            <p:cNvSpPr/>
            <p:nvPr/>
          </p:nvSpPr>
          <p:spPr>
            <a:xfrm>
              <a:off x="-55016" y="3838416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Rectangle 8223">
              <a:extLst>
                <a:ext uri="{FF2B5EF4-FFF2-40B4-BE49-F238E27FC236}">
                  <a16:creationId xmlns:a16="http://schemas.microsoft.com/office/drawing/2014/main" id="{30397CED-9447-DEC6-E9FE-F065996BF342}"/>
                </a:ext>
              </a:extLst>
            </p:cNvPr>
            <p:cNvSpPr/>
            <p:nvPr/>
          </p:nvSpPr>
          <p:spPr>
            <a:xfrm>
              <a:off x="-55016" y="3879183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Rectangle 8224">
              <a:extLst>
                <a:ext uri="{FF2B5EF4-FFF2-40B4-BE49-F238E27FC236}">
                  <a16:creationId xmlns:a16="http://schemas.microsoft.com/office/drawing/2014/main" id="{128E1A8A-883C-5554-BFCC-A5D3C7DB863C}"/>
                </a:ext>
              </a:extLst>
            </p:cNvPr>
            <p:cNvSpPr/>
            <p:nvPr/>
          </p:nvSpPr>
          <p:spPr>
            <a:xfrm>
              <a:off x="-55016" y="391995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Rectangle 8225">
              <a:extLst>
                <a:ext uri="{FF2B5EF4-FFF2-40B4-BE49-F238E27FC236}">
                  <a16:creationId xmlns:a16="http://schemas.microsoft.com/office/drawing/2014/main" id="{6FA8F57A-5CED-5307-ECB5-4614D90DC24B}"/>
                </a:ext>
              </a:extLst>
            </p:cNvPr>
            <p:cNvSpPr/>
            <p:nvPr/>
          </p:nvSpPr>
          <p:spPr>
            <a:xfrm>
              <a:off x="-55016" y="396071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Rectangle 8226">
              <a:extLst>
                <a:ext uri="{FF2B5EF4-FFF2-40B4-BE49-F238E27FC236}">
                  <a16:creationId xmlns:a16="http://schemas.microsoft.com/office/drawing/2014/main" id="{16F7C2E4-B2B7-14EE-F5C6-20CBD733E2C2}"/>
                </a:ext>
              </a:extLst>
            </p:cNvPr>
            <p:cNvSpPr/>
            <p:nvPr/>
          </p:nvSpPr>
          <p:spPr>
            <a:xfrm>
              <a:off x="-55016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8" name="Rectangle 8227">
              <a:extLst>
                <a:ext uri="{FF2B5EF4-FFF2-40B4-BE49-F238E27FC236}">
                  <a16:creationId xmlns:a16="http://schemas.microsoft.com/office/drawing/2014/main" id="{50D3D7CB-C0B8-51AD-7E00-F94AB70C0313}"/>
                </a:ext>
              </a:extLst>
            </p:cNvPr>
            <p:cNvSpPr/>
            <p:nvPr/>
          </p:nvSpPr>
          <p:spPr>
            <a:xfrm>
              <a:off x="-55016" y="404225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Rectangle 8228">
              <a:extLst>
                <a:ext uri="{FF2B5EF4-FFF2-40B4-BE49-F238E27FC236}">
                  <a16:creationId xmlns:a16="http://schemas.microsoft.com/office/drawing/2014/main" id="{E768A500-FF67-8356-C0C5-6142280F1E40}"/>
                </a:ext>
              </a:extLst>
            </p:cNvPr>
            <p:cNvSpPr/>
            <p:nvPr/>
          </p:nvSpPr>
          <p:spPr>
            <a:xfrm>
              <a:off x="-55016" y="4083018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Rectangle 8229">
              <a:extLst>
                <a:ext uri="{FF2B5EF4-FFF2-40B4-BE49-F238E27FC236}">
                  <a16:creationId xmlns:a16="http://schemas.microsoft.com/office/drawing/2014/main" id="{F5C859FC-B657-23FA-19DB-D9F769184DD7}"/>
                </a:ext>
              </a:extLst>
            </p:cNvPr>
            <p:cNvSpPr/>
            <p:nvPr/>
          </p:nvSpPr>
          <p:spPr>
            <a:xfrm>
              <a:off x="-55016" y="412378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Rectangle 8230">
              <a:extLst>
                <a:ext uri="{FF2B5EF4-FFF2-40B4-BE49-F238E27FC236}">
                  <a16:creationId xmlns:a16="http://schemas.microsoft.com/office/drawing/2014/main" id="{CF3F72F2-74F9-567F-5AE9-AE14725C4AE8}"/>
                </a:ext>
              </a:extLst>
            </p:cNvPr>
            <p:cNvSpPr/>
            <p:nvPr/>
          </p:nvSpPr>
          <p:spPr>
            <a:xfrm>
              <a:off x="-55016" y="416455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2" name="Rectangle 8231">
              <a:extLst>
                <a:ext uri="{FF2B5EF4-FFF2-40B4-BE49-F238E27FC236}">
                  <a16:creationId xmlns:a16="http://schemas.microsoft.com/office/drawing/2014/main" id="{57DB3867-6A1D-42D0-3565-2B24CDBE9F63}"/>
                </a:ext>
              </a:extLst>
            </p:cNvPr>
            <p:cNvSpPr/>
            <p:nvPr/>
          </p:nvSpPr>
          <p:spPr>
            <a:xfrm>
              <a:off x="-55016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Rectangle 8232">
              <a:extLst>
                <a:ext uri="{FF2B5EF4-FFF2-40B4-BE49-F238E27FC236}">
                  <a16:creationId xmlns:a16="http://schemas.microsoft.com/office/drawing/2014/main" id="{DF87936C-C637-C4EC-B3BC-B3CB9F513A98}"/>
                </a:ext>
              </a:extLst>
            </p:cNvPr>
            <p:cNvSpPr/>
            <p:nvPr/>
          </p:nvSpPr>
          <p:spPr>
            <a:xfrm>
              <a:off x="-55016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Rectangle 8233">
              <a:extLst>
                <a:ext uri="{FF2B5EF4-FFF2-40B4-BE49-F238E27FC236}">
                  <a16:creationId xmlns:a16="http://schemas.microsoft.com/office/drawing/2014/main" id="{A557C1C9-6F9B-DEA4-6FE0-7A1830437FF8}"/>
                </a:ext>
              </a:extLst>
            </p:cNvPr>
            <p:cNvSpPr/>
            <p:nvPr/>
          </p:nvSpPr>
          <p:spPr>
            <a:xfrm>
              <a:off x="-55016" y="428698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Rectangle 8234">
              <a:extLst>
                <a:ext uri="{FF2B5EF4-FFF2-40B4-BE49-F238E27FC236}">
                  <a16:creationId xmlns:a16="http://schemas.microsoft.com/office/drawing/2014/main" id="{E2D45DC6-E2BB-C06A-6660-805D91E02F7C}"/>
                </a:ext>
              </a:extLst>
            </p:cNvPr>
            <p:cNvSpPr/>
            <p:nvPr/>
          </p:nvSpPr>
          <p:spPr>
            <a:xfrm>
              <a:off x="-55016" y="4327747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Rectangle 8235">
              <a:extLst>
                <a:ext uri="{FF2B5EF4-FFF2-40B4-BE49-F238E27FC236}">
                  <a16:creationId xmlns:a16="http://schemas.microsoft.com/office/drawing/2014/main" id="{678E5000-9C31-47E1-E74E-2B6BE3EFEA15}"/>
                </a:ext>
              </a:extLst>
            </p:cNvPr>
            <p:cNvSpPr/>
            <p:nvPr/>
          </p:nvSpPr>
          <p:spPr>
            <a:xfrm>
              <a:off x="-55016" y="4368514"/>
              <a:ext cx="118872" cy="40767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7" name="Rectangle 8236">
              <a:extLst>
                <a:ext uri="{FF2B5EF4-FFF2-40B4-BE49-F238E27FC236}">
                  <a16:creationId xmlns:a16="http://schemas.microsoft.com/office/drawing/2014/main" id="{18997F1F-961F-52F2-EB13-7D93C98666A8}"/>
                </a:ext>
              </a:extLst>
            </p:cNvPr>
            <p:cNvSpPr/>
            <p:nvPr/>
          </p:nvSpPr>
          <p:spPr>
            <a:xfrm>
              <a:off x="-55016" y="4409281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Rectangle 8237">
              <a:extLst>
                <a:ext uri="{FF2B5EF4-FFF2-40B4-BE49-F238E27FC236}">
                  <a16:creationId xmlns:a16="http://schemas.microsoft.com/office/drawing/2014/main" id="{48E6A49C-3F4F-4C70-A0D5-9E7A1C9027BF}"/>
                </a:ext>
              </a:extLst>
            </p:cNvPr>
            <p:cNvSpPr/>
            <p:nvPr/>
          </p:nvSpPr>
          <p:spPr>
            <a:xfrm>
              <a:off x="-55016" y="4450048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Rectangle 8238">
              <a:extLst>
                <a:ext uri="{FF2B5EF4-FFF2-40B4-BE49-F238E27FC236}">
                  <a16:creationId xmlns:a16="http://schemas.microsoft.com/office/drawing/2014/main" id="{9E399938-E8D6-AC77-CF91-51E975B52776}"/>
                </a:ext>
              </a:extLst>
            </p:cNvPr>
            <p:cNvSpPr/>
            <p:nvPr/>
          </p:nvSpPr>
          <p:spPr>
            <a:xfrm>
              <a:off x="-55016" y="4490815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Rectangle 8239">
              <a:extLst>
                <a:ext uri="{FF2B5EF4-FFF2-40B4-BE49-F238E27FC236}">
                  <a16:creationId xmlns:a16="http://schemas.microsoft.com/office/drawing/2014/main" id="{1D691CB6-49AE-C095-8F02-D640801C4C4A}"/>
                </a:ext>
              </a:extLst>
            </p:cNvPr>
            <p:cNvSpPr/>
            <p:nvPr/>
          </p:nvSpPr>
          <p:spPr>
            <a:xfrm>
              <a:off x="-55016" y="4531582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1" name="Rectangle 8240">
              <a:extLst>
                <a:ext uri="{FF2B5EF4-FFF2-40B4-BE49-F238E27FC236}">
                  <a16:creationId xmlns:a16="http://schemas.microsoft.com/office/drawing/2014/main" id="{B1544BA2-B48E-F570-AD25-14C860DEFF11}"/>
                </a:ext>
              </a:extLst>
            </p:cNvPr>
            <p:cNvSpPr/>
            <p:nvPr/>
          </p:nvSpPr>
          <p:spPr>
            <a:xfrm>
              <a:off x="-55016" y="4572349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Rectangle 8241">
              <a:extLst>
                <a:ext uri="{FF2B5EF4-FFF2-40B4-BE49-F238E27FC236}">
                  <a16:creationId xmlns:a16="http://schemas.microsoft.com/office/drawing/2014/main" id="{4314D9D4-3424-F7DF-DD61-EB57CAF58BA7}"/>
                </a:ext>
              </a:extLst>
            </p:cNvPr>
            <p:cNvSpPr/>
            <p:nvPr/>
          </p:nvSpPr>
          <p:spPr>
            <a:xfrm>
              <a:off x="-55016" y="4613116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Rectangle 8242">
              <a:extLst>
                <a:ext uri="{FF2B5EF4-FFF2-40B4-BE49-F238E27FC236}">
                  <a16:creationId xmlns:a16="http://schemas.microsoft.com/office/drawing/2014/main" id="{C4E721C2-DECA-803D-F2FD-155382736BF2}"/>
                </a:ext>
              </a:extLst>
            </p:cNvPr>
            <p:cNvSpPr/>
            <p:nvPr/>
          </p:nvSpPr>
          <p:spPr>
            <a:xfrm>
              <a:off x="-55016" y="4653883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Rectangle 8243">
              <a:extLst>
                <a:ext uri="{FF2B5EF4-FFF2-40B4-BE49-F238E27FC236}">
                  <a16:creationId xmlns:a16="http://schemas.microsoft.com/office/drawing/2014/main" id="{5D9E94CE-6D93-5545-2D6C-EE069540E78C}"/>
                </a:ext>
              </a:extLst>
            </p:cNvPr>
            <p:cNvSpPr/>
            <p:nvPr/>
          </p:nvSpPr>
          <p:spPr>
            <a:xfrm>
              <a:off x="-55016" y="4694650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Rectangle 8244">
              <a:extLst>
                <a:ext uri="{FF2B5EF4-FFF2-40B4-BE49-F238E27FC236}">
                  <a16:creationId xmlns:a16="http://schemas.microsoft.com/office/drawing/2014/main" id="{B60AC2DC-2CC5-BBFC-B2D0-C4FEEB3EE756}"/>
                </a:ext>
              </a:extLst>
            </p:cNvPr>
            <p:cNvSpPr/>
            <p:nvPr/>
          </p:nvSpPr>
          <p:spPr>
            <a:xfrm>
              <a:off x="-55016" y="4735417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6" name="Rectangle 8245">
              <a:extLst>
                <a:ext uri="{FF2B5EF4-FFF2-40B4-BE49-F238E27FC236}">
                  <a16:creationId xmlns:a16="http://schemas.microsoft.com/office/drawing/2014/main" id="{D216F948-0A85-C0C5-FF03-48B29F279834}"/>
                </a:ext>
              </a:extLst>
            </p:cNvPr>
            <p:cNvSpPr/>
            <p:nvPr/>
          </p:nvSpPr>
          <p:spPr>
            <a:xfrm>
              <a:off x="-55016" y="4776184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Rectangle 8246">
              <a:extLst>
                <a:ext uri="{FF2B5EF4-FFF2-40B4-BE49-F238E27FC236}">
                  <a16:creationId xmlns:a16="http://schemas.microsoft.com/office/drawing/2014/main" id="{2A7979A9-5D3B-2C87-A8EB-C5A7AF0DB585}"/>
                </a:ext>
              </a:extLst>
            </p:cNvPr>
            <p:cNvSpPr/>
            <p:nvPr/>
          </p:nvSpPr>
          <p:spPr>
            <a:xfrm>
              <a:off x="63856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Rectangle 8247">
              <a:extLst>
                <a:ext uri="{FF2B5EF4-FFF2-40B4-BE49-F238E27FC236}">
                  <a16:creationId xmlns:a16="http://schemas.microsoft.com/office/drawing/2014/main" id="{31D7BA33-1FCC-3DC3-BE99-8C053F890F1D}"/>
                </a:ext>
              </a:extLst>
            </p:cNvPr>
            <p:cNvSpPr/>
            <p:nvPr/>
          </p:nvSpPr>
          <p:spPr>
            <a:xfrm>
              <a:off x="63856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Rectangle 8248">
              <a:extLst>
                <a:ext uri="{FF2B5EF4-FFF2-40B4-BE49-F238E27FC236}">
                  <a16:creationId xmlns:a16="http://schemas.microsoft.com/office/drawing/2014/main" id="{AF4AF477-E054-5313-C1E7-E2ACDC8663E4}"/>
                </a:ext>
              </a:extLst>
            </p:cNvPr>
            <p:cNvSpPr/>
            <p:nvPr/>
          </p:nvSpPr>
          <p:spPr>
            <a:xfrm>
              <a:off x="63856" y="220735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0" name="Rectangle 8249">
              <a:extLst>
                <a:ext uri="{FF2B5EF4-FFF2-40B4-BE49-F238E27FC236}">
                  <a16:creationId xmlns:a16="http://schemas.microsoft.com/office/drawing/2014/main" id="{02A6FCCE-BE4F-4227-58A2-5F0711192012}"/>
                </a:ext>
              </a:extLst>
            </p:cNvPr>
            <p:cNvSpPr/>
            <p:nvPr/>
          </p:nvSpPr>
          <p:spPr>
            <a:xfrm>
              <a:off x="63856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1" name="Rectangle 8250">
              <a:extLst>
                <a:ext uri="{FF2B5EF4-FFF2-40B4-BE49-F238E27FC236}">
                  <a16:creationId xmlns:a16="http://schemas.microsoft.com/office/drawing/2014/main" id="{307D311E-FDFC-2B6B-4634-9DAA17BD6B31}"/>
                </a:ext>
              </a:extLst>
            </p:cNvPr>
            <p:cNvSpPr/>
            <p:nvPr/>
          </p:nvSpPr>
          <p:spPr>
            <a:xfrm>
              <a:off x="63856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2" name="Rectangle 8251">
              <a:extLst>
                <a:ext uri="{FF2B5EF4-FFF2-40B4-BE49-F238E27FC236}">
                  <a16:creationId xmlns:a16="http://schemas.microsoft.com/office/drawing/2014/main" id="{B07D3987-2223-6A08-2A45-A49B0C55E467}"/>
                </a:ext>
              </a:extLst>
            </p:cNvPr>
            <p:cNvSpPr/>
            <p:nvPr/>
          </p:nvSpPr>
          <p:spPr>
            <a:xfrm>
              <a:off x="63856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3" name="Rectangle 8252">
              <a:extLst>
                <a:ext uri="{FF2B5EF4-FFF2-40B4-BE49-F238E27FC236}">
                  <a16:creationId xmlns:a16="http://schemas.microsoft.com/office/drawing/2014/main" id="{C9F29089-2DDA-CCDB-A6F1-033E0EDFC28B}"/>
                </a:ext>
              </a:extLst>
            </p:cNvPr>
            <p:cNvSpPr/>
            <p:nvPr/>
          </p:nvSpPr>
          <p:spPr>
            <a:xfrm>
              <a:off x="63856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4" name="Rectangle 8253">
              <a:extLst>
                <a:ext uri="{FF2B5EF4-FFF2-40B4-BE49-F238E27FC236}">
                  <a16:creationId xmlns:a16="http://schemas.microsoft.com/office/drawing/2014/main" id="{59EE9392-E181-4CB1-B03B-1F940C68A530}"/>
                </a:ext>
              </a:extLst>
            </p:cNvPr>
            <p:cNvSpPr/>
            <p:nvPr/>
          </p:nvSpPr>
          <p:spPr>
            <a:xfrm>
              <a:off x="63856" y="2411190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5" name="Rectangle 8254">
              <a:extLst>
                <a:ext uri="{FF2B5EF4-FFF2-40B4-BE49-F238E27FC236}">
                  <a16:creationId xmlns:a16="http://schemas.microsoft.com/office/drawing/2014/main" id="{3D368A80-20D8-465A-F203-EB8922EF3D73}"/>
                </a:ext>
              </a:extLst>
            </p:cNvPr>
            <p:cNvSpPr/>
            <p:nvPr/>
          </p:nvSpPr>
          <p:spPr>
            <a:xfrm>
              <a:off x="63856" y="245195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6" name="Rectangle 8255">
              <a:extLst>
                <a:ext uri="{FF2B5EF4-FFF2-40B4-BE49-F238E27FC236}">
                  <a16:creationId xmlns:a16="http://schemas.microsoft.com/office/drawing/2014/main" id="{6AE82704-21E7-C725-C565-0651BA7C40CA}"/>
                </a:ext>
              </a:extLst>
            </p:cNvPr>
            <p:cNvSpPr/>
            <p:nvPr/>
          </p:nvSpPr>
          <p:spPr>
            <a:xfrm>
              <a:off x="63856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7" name="Rectangle 8256">
              <a:extLst>
                <a:ext uri="{FF2B5EF4-FFF2-40B4-BE49-F238E27FC236}">
                  <a16:creationId xmlns:a16="http://schemas.microsoft.com/office/drawing/2014/main" id="{737FDBB5-E3F0-E80A-3E64-1AC87B7D1B8C}"/>
                </a:ext>
              </a:extLst>
            </p:cNvPr>
            <p:cNvSpPr/>
            <p:nvPr/>
          </p:nvSpPr>
          <p:spPr>
            <a:xfrm>
              <a:off x="63856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8" name="Rectangle 8257">
              <a:extLst>
                <a:ext uri="{FF2B5EF4-FFF2-40B4-BE49-F238E27FC236}">
                  <a16:creationId xmlns:a16="http://schemas.microsoft.com/office/drawing/2014/main" id="{583614C3-4C65-AB25-1996-3E84ED3FEF76}"/>
                </a:ext>
              </a:extLst>
            </p:cNvPr>
            <p:cNvSpPr/>
            <p:nvPr/>
          </p:nvSpPr>
          <p:spPr>
            <a:xfrm>
              <a:off x="63856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9" name="Rectangle 8258">
              <a:extLst>
                <a:ext uri="{FF2B5EF4-FFF2-40B4-BE49-F238E27FC236}">
                  <a16:creationId xmlns:a16="http://schemas.microsoft.com/office/drawing/2014/main" id="{100B989B-B161-AD1D-CA84-2B1A19D31B65}"/>
                </a:ext>
              </a:extLst>
            </p:cNvPr>
            <p:cNvSpPr/>
            <p:nvPr/>
          </p:nvSpPr>
          <p:spPr>
            <a:xfrm>
              <a:off x="63856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0" name="Rectangle 8259">
              <a:extLst>
                <a:ext uri="{FF2B5EF4-FFF2-40B4-BE49-F238E27FC236}">
                  <a16:creationId xmlns:a16="http://schemas.microsoft.com/office/drawing/2014/main" id="{0790EA70-CD67-3F4F-ADD4-02138C16296A}"/>
                </a:ext>
              </a:extLst>
            </p:cNvPr>
            <p:cNvSpPr/>
            <p:nvPr/>
          </p:nvSpPr>
          <p:spPr>
            <a:xfrm>
              <a:off x="63856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1" name="Rectangle 8260">
              <a:extLst>
                <a:ext uri="{FF2B5EF4-FFF2-40B4-BE49-F238E27FC236}">
                  <a16:creationId xmlns:a16="http://schemas.microsoft.com/office/drawing/2014/main" id="{34AC90C0-3912-D534-CC8A-E3D730FBA364}"/>
                </a:ext>
              </a:extLst>
            </p:cNvPr>
            <p:cNvSpPr/>
            <p:nvPr/>
          </p:nvSpPr>
          <p:spPr>
            <a:xfrm>
              <a:off x="63856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2" name="Rectangle 8261">
              <a:extLst>
                <a:ext uri="{FF2B5EF4-FFF2-40B4-BE49-F238E27FC236}">
                  <a16:creationId xmlns:a16="http://schemas.microsoft.com/office/drawing/2014/main" id="{C290D8C2-F1B5-5D41-740D-F1F5BA154B5D}"/>
                </a:ext>
              </a:extLst>
            </p:cNvPr>
            <p:cNvSpPr/>
            <p:nvPr/>
          </p:nvSpPr>
          <p:spPr>
            <a:xfrm>
              <a:off x="63856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3" name="Rectangle 8262">
              <a:extLst>
                <a:ext uri="{FF2B5EF4-FFF2-40B4-BE49-F238E27FC236}">
                  <a16:creationId xmlns:a16="http://schemas.microsoft.com/office/drawing/2014/main" id="{3142D983-0454-3AF4-39CA-3A9402728702}"/>
                </a:ext>
              </a:extLst>
            </p:cNvPr>
            <p:cNvSpPr/>
            <p:nvPr/>
          </p:nvSpPr>
          <p:spPr>
            <a:xfrm>
              <a:off x="63856" y="277822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4" name="Rectangle 8263">
              <a:extLst>
                <a:ext uri="{FF2B5EF4-FFF2-40B4-BE49-F238E27FC236}">
                  <a16:creationId xmlns:a16="http://schemas.microsoft.com/office/drawing/2014/main" id="{CDEBA5AE-85AB-5FD3-5109-1129088FFFDB}"/>
                </a:ext>
              </a:extLst>
            </p:cNvPr>
            <p:cNvSpPr/>
            <p:nvPr/>
          </p:nvSpPr>
          <p:spPr>
            <a:xfrm>
              <a:off x="63856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5" name="Rectangle 8264">
              <a:extLst>
                <a:ext uri="{FF2B5EF4-FFF2-40B4-BE49-F238E27FC236}">
                  <a16:creationId xmlns:a16="http://schemas.microsoft.com/office/drawing/2014/main" id="{8A75A227-BA46-E2C6-05BE-11C3993C643E}"/>
                </a:ext>
              </a:extLst>
            </p:cNvPr>
            <p:cNvSpPr/>
            <p:nvPr/>
          </p:nvSpPr>
          <p:spPr>
            <a:xfrm>
              <a:off x="63856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6" name="Rectangle 8265">
              <a:extLst>
                <a:ext uri="{FF2B5EF4-FFF2-40B4-BE49-F238E27FC236}">
                  <a16:creationId xmlns:a16="http://schemas.microsoft.com/office/drawing/2014/main" id="{4D8B0869-4D0C-E955-9071-33C4D8D52203}"/>
                </a:ext>
              </a:extLst>
            </p:cNvPr>
            <p:cNvSpPr/>
            <p:nvPr/>
          </p:nvSpPr>
          <p:spPr>
            <a:xfrm>
              <a:off x="63856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7" name="Rectangle 8266">
              <a:extLst>
                <a:ext uri="{FF2B5EF4-FFF2-40B4-BE49-F238E27FC236}">
                  <a16:creationId xmlns:a16="http://schemas.microsoft.com/office/drawing/2014/main" id="{0D0A9E4C-E4BB-C9FA-B602-6F4A14AD600F}"/>
                </a:ext>
              </a:extLst>
            </p:cNvPr>
            <p:cNvSpPr/>
            <p:nvPr/>
          </p:nvSpPr>
          <p:spPr>
            <a:xfrm>
              <a:off x="63856" y="294128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8" name="Rectangle 8267">
              <a:extLst>
                <a:ext uri="{FF2B5EF4-FFF2-40B4-BE49-F238E27FC236}">
                  <a16:creationId xmlns:a16="http://schemas.microsoft.com/office/drawing/2014/main" id="{25795593-42AF-7F0E-BFED-5E03AD0A0D23}"/>
                </a:ext>
              </a:extLst>
            </p:cNvPr>
            <p:cNvSpPr/>
            <p:nvPr/>
          </p:nvSpPr>
          <p:spPr>
            <a:xfrm>
              <a:off x="63856" y="2982055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9" name="Rectangle 8268">
              <a:extLst>
                <a:ext uri="{FF2B5EF4-FFF2-40B4-BE49-F238E27FC236}">
                  <a16:creationId xmlns:a16="http://schemas.microsoft.com/office/drawing/2014/main" id="{C737C70E-F53A-366C-647F-BF3EB5E72D2D}"/>
                </a:ext>
              </a:extLst>
            </p:cNvPr>
            <p:cNvSpPr/>
            <p:nvPr/>
          </p:nvSpPr>
          <p:spPr>
            <a:xfrm>
              <a:off x="63856" y="3022822"/>
              <a:ext cx="118872" cy="4076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0" name="Rectangle 8269">
              <a:extLst>
                <a:ext uri="{FF2B5EF4-FFF2-40B4-BE49-F238E27FC236}">
                  <a16:creationId xmlns:a16="http://schemas.microsoft.com/office/drawing/2014/main" id="{177E7FE2-31C8-9485-C44E-D172F2696F6A}"/>
                </a:ext>
              </a:extLst>
            </p:cNvPr>
            <p:cNvSpPr/>
            <p:nvPr/>
          </p:nvSpPr>
          <p:spPr>
            <a:xfrm>
              <a:off x="63856" y="3063589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1" name="Rectangle 8270">
              <a:extLst>
                <a:ext uri="{FF2B5EF4-FFF2-40B4-BE49-F238E27FC236}">
                  <a16:creationId xmlns:a16="http://schemas.microsoft.com/office/drawing/2014/main" id="{8C3BCB8C-9DFA-D1E2-16CD-8B02E41E95F2}"/>
                </a:ext>
              </a:extLst>
            </p:cNvPr>
            <p:cNvSpPr/>
            <p:nvPr/>
          </p:nvSpPr>
          <p:spPr>
            <a:xfrm>
              <a:off x="63856" y="3104356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2" name="Rectangle 8271">
              <a:extLst>
                <a:ext uri="{FF2B5EF4-FFF2-40B4-BE49-F238E27FC236}">
                  <a16:creationId xmlns:a16="http://schemas.microsoft.com/office/drawing/2014/main" id="{E160ECCE-31F4-29AC-33FB-E3BFB058667D}"/>
                </a:ext>
              </a:extLst>
            </p:cNvPr>
            <p:cNvSpPr/>
            <p:nvPr/>
          </p:nvSpPr>
          <p:spPr>
            <a:xfrm>
              <a:off x="63856" y="314512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3" name="Rectangle 8272">
              <a:extLst>
                <a:ext uri="{FF2B5EF4-FFF2-40B4-BE49-F238E27FC236}">
                  <a16:creationId xmlns:a16="http://schemas.microsoft.com/office/drawing/2014/main" id="{5E6FC9A5-A06B-2DA3-F063-412F9DD772BB}"/>
                </a:ext>
              </a:extLst>
            </p:cNvPr>
            <p:cNvSpPr/>
            <p:nvPr/>
          </p:nvSpPr>
          <p:spPr>
            <a:xfrm>
              <a:off x="63856" y="318589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4" name="Rectangle 8273">
              <a:extLst>
                <a:ext uri="{FF2B5EF4-FFF2-40B4-BE49-F238E27FC236}">
                  <a16:creationId xmlns:a16="http://schemas.microsoft.com/office/drawing/2014/main" id="{2D645B27-A816-788B-BA9E-3DB716747A46}"/>
                </a:ext>
              </a:extLst>
            </p:cNvPr>
            <p:cNvSpPr/>
            <p:nvPr/>
          </p:nvSpPr>
          <p:spPr>
            <a:xfrm>
              <a:off x="63856" y="3226784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5" name="Rectangle 8274">
              <a:extLst>
                <a:ext uri="{FF2B5EF4-FFF2-40B4-BE49-F238E27FC236}">
                  <a16:creationId xmlns:a16="http://schemas.microsoft.com/office/drawing/2014/main" id="{A4B25B02-B153-F5AB-6A37-533F91F12AF5}"/>
                </a:ext>
              </a:extLst>
            </p:cNvPr>
            <p:cNvSpPr/>
            <p:nvPr/>
          </p:nvSpPr>
          <p:spPr>
            <a:xfrm>
              <a:off x="63856" y="3267551"/>
              <a:ext cx="118872" cy="4076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6" name="Rectangle 8275">
              <a:extLst>
                <a:ext uri="{FF2B5EF4-FFF2-40B4-BE49-F238E27FC236}">
                  <a16:creationId xmlns:a16="http://schemas.microsoft.com/office/drawing/2014/main" id="{33E4DC20-4402-35BC-B84D-9D7411E39692}"/>
                </a:ext>
              </a:extLst>
            </p:cNvPr>
            <p:cNvSpPr/>
            <p:nvPr/>
          </p:nvSpPr>
          <p:spPr>
            <a:xfrm>
              <a:off x="63856" y="330831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7" name="Rectangle 8276">
              <a:extLst>
                <a:ext uri="{FF2B5EF4-FFF2-40B4-BE49-F238E27FC236}">
                  <a16:creationId xmlns:a16="http://schemas.microsoft.com/office/drawing/2014/main" id="{F7516BD1-2FAD-E8CA-128D-839B5B6A2573}"/>
                </a:ext>
              </a:extLst>
            </p:cNvPr>
            <p:cNvSpPr/>
            <p:nvPr/>
          </p:nvSpPr>
          <p:spPr>
            <a:xfrm>
              <a:off x="63856" y="3349085"/>
              <a:ext cx="118872" cy="4076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8" name="Rectangle 8277">
              <a:extLst>
                <a:ext uri="{FF2B5EF4-FFF2-40B4-BE49-F238E27FC236}">
                  <a16:creationId xmlns:a16="http://schemas.microsoft.com/office/drawing/2014/main" id="{95573D27-034B-43B6-C234-6F5827D0D95A}"/>
                </a:ext>
              </a:extLst>
            </p:cNvPr>
            <p:cNvSpPr/>
            <p:nvPr/>
          </p:nvSpPr>
          <p:spPr>
            <a:xfrm>
              <a:off x="63856" y="3389852"/>
              <a:ext cx="118872" cy="40766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9" name="Rectangle 8278">
              <a:extLst>
                <a:ext uri="{FF2B5EF4-FFF2-40B4-BE49-F238E27FC236}">
                  <a16:creationId xmlns:a16="http://schemas.microsoft.com/office/drawing/2014/main" id="{616D9213-803F-15BD-AFDD-6AC4724F85B4}"/>
                </a:ext>
              </a:extLst>
            </p:cNvPr>
            <p:cNvSpPr/>
            <p:nvPr/>
          </p:nvSpPr>
          <p:spPr>
            <a:xfrm>
              <a:off x="63856" y="3430619"/>
              <a:ext cx="118872" cy="40766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0" name="Rectangle 8279">
              <a:extLst>
                <a:ext uri="{FF2B5EF4-FFF2-40B4-BE49-F238E27FC236}">
                  <a16:creationId xmlns:a16="http://schemas.microsoft.com/office/drawing/2014/main" id="{8CF06F62-C266-FE31-4039-633BC0B3D9CE}"/>
                </a:ext>
              </a:extLst>
            </p:cNvPr>
            <p:cNvSpPr/>
            <p:nvPr/>
          </p:nvSpPr>
          <p:spPr>
            <a:xfrm>
              <a:off x="63856" y="3471386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1" name="Rectangle 8280">
              <a:extLst>
                <a:ext uri="{FF2B5EF4-FFF2-40B4-BE49-F238E27FC236}">
                  <a16:creationId xmlns:a16="http://schemas.microsoft.com/office/drawing/2014/main" id="{8391A0FB-F4CF-CA56-751A-7549C311ECCD}"/>
                </a:ext>
              </a:extLst>
            </p:cNvPr>
            <p:cNvSpPr/>
            <p:nvPr/>
          </p:nvSpPr>
          <p:spPr>
            <a:xfrm>
              <a:off x="63856" y="3512153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2" name="Rectangle 8281">
              <a:extLst>
                <a:ext uri="{FF2B5EF4-FFF2-40B4-BE49-F238E27FC236}">
                  <a16:creationId xmlns:a16="http://schemas.microsoft.com/office/drawing/2014/main" id="{EEAD2D77-73A8-82C9-D331-A432370ACAA3}"/>
                </a:ext>
              </a:extLst>
            </p:cNvPr>
            <p:cNvSpPr/>
            <p:nvPr/>
          </p:nvSpPr>
          <p:spPr>
            <a:xfrm>
              <a:off x="63856" y="355292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3" name="Rectangle 8282">
              <a:extLst>
                <a:ext uri="{FF2B5EF4-FFF2-40B4-BE49-F238E27FC236}">
                  <a16:creationId xmlns:a16="http://schemas.microsoft.com/office/drawing/2014/main" id="{2FC61246-3F00-62BD-B919-314062300740}"/>
                </a:ext>
              </a:extLst>
            </p:cNvPr>
            <p:cNvSpPr/>
            <p:nvPr/>
          </p:nvSpPr>
          <p:spPr>
            <a:xfrm>
              <a:off x="63856" y="359368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4" name="Rectangle 8283">
              <a:extLst>
                <a:ext uri="{FF2B5EF4-FFF2-40B4-BE49-F238E27FC236}">
                  <a16:creationId xmlns:a16="http://schemas.microsoft.com/office/drawing/2014/main" id="{EB9E2BC4-6876-3D29-5DC4-7A00534FA68D}"/>
                </a:ext>
              </a:extLst>
            </p:cNvPr>
            <p:cNvSpPr/>
            <p:nvPr/>
          </p:nvSpPr>
          <p:spPr>
            <a:xfrm>
              <a:off x="63856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5" name="Rectangle 8284">
              <a:extLst>
                <a:ext uri="{FF2B5EF4-FFF2-40B4-BE49-F238E27FC236}">
                  <a16:creationId xmlns:a16="http://schemas.microsoft.com/office/drawing/2014/main" id="{F72CCB45-C5B8-B249-5F70-9BF0C66E3A56}"/>
                </a:ext>
              </a:extLst>
            </p:cNvPr>
            <p:cNvSpPr/>
            <p:nvPr/>
          </p:nvSpPr>
          <p:spPr>
            <a:xfrm>
              <a:off x="63856" y="3675221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6" name="Rectangle 8285">
              <a:extLst>
                <a:ext uri="{FF2B5EF4-FFF2-40B4-BE49-F238E27FC236}">
                  <a16:creationId xmlns:a16="http://schemas.microsoft.com/office/drawing/2014/main" id="{07FAC398-D0D8-1BDA-EFEB-F2168BBA2715}"/>
                </a:ext>
              </a:extLst>
            </p:cNvPr>
            <p:cNvSpPr/>
            <p:nvPr/>
          </p:nvSpPr>
          <p:spPr>
            <a:xfrm>
              <a:off x="63856" y="3715988"/>
              <a:ext cx="118872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7" name="Rectangle 8286">
              <a:extLst>
                <a:ext uri="{FF2B5EF4-FFF2-40B4-BE49-F238E27FC236}">
                  <a16:creationId xmlns:a16="http://schemas.microsoft.com/office/drawing/2014/main" id="{71BE1D55-99EC-B6F5-AA06-78D8B29A2A6A}"/>
                </a:ext>
              </a:extLst>
            </p:cNvPr>
            <p:cNvSpPr/>
            <p:nvPr/>
          </p:nvSpPr>
          <p:spPr>
            <a:xfrm>
              <a:off x="63856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8" name="Rectangle 8287">
              <a:extLst>
                <a:ext uri="{FF2B5EF4-FFF2-40B4-BE49-F238E27FC236}">
                  <a16:creationId xmlns:a16="http://schemas.microsoft.com/office/drawing/2014/main" id="{B8792EC9-2BC6-5527-FD44-E286A4E4BC83}"/>
                </a:ext>
              </a:extLst>
            </p:cNvPr>
            <p:cNvSpPr/>
            <p:nvPr/>
          </p:nvSpPr>
          <p:spPr>
            <a:xfrm>
              <a:off x="63856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9" name="Rectangle 8288">
              <a:extLst>
                <a:ext uri="{FF2B5EF4-FFF2-40B4-BE49-F238E27FC236}">
                  <a16:creationId xmlns:a16="http://schemas.microsoft.com/office/drawing/2014/main" id="{409F59B2-1B7B-591D-8D9C-7FB82F0D2169}"/>
                </a:ext>
              </a:extLst>
            </p:cNvPr>
            <p:cNvSpPr/>
            <p:nvPr/>
          </p:nvSpPr>
          <p:spPr>
            <a:xfrm>
              <a:off x="63856" y="3838416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0" name="Rectangle 8289">
              <a:extLst>
                <a:ext uri="{FF2B5EF4-FFF2-40B4-BE49-F238E27FC236}">
                  <a16:creationId xmlns:a16="http://schemas.microsoft.com/office/drawing/2014/main" id="{FD0C32C5-581F-B372-937D-2647DDC114AD}"/>
                </a:ext>
              </a:extLst>
            </p:cNvPr>
            <p:cNvSpPr/>
            <p:nvPr/>
          </p:nvSpPr>
          <p:spPr>
            <a:xfrm>
              <a:off x="63856" y="3879183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1" name="Rectangle 8290">
              <a:extLst>
                <a:ext uri="{FF2B5EF4-FFF2-40B4-BE49-F238E27FC236}">
                  <a16:creationId xmlns:a16="http://schemas.microsoft.com/office/drawing/2014/main" id="{B12217A9-5CC3-6BB0-1206-C1E15DC02225}"/>
                </a:ext>
              </a:extLst>
            </p:cNvPr>
            <p:cNvSpPr/>
            <p:nvPr/>
          </p:nvSpPr>
          <p:spPr>
            <a:xfrm>
              <a:off x="63856" y="3919950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2" name="Rectangle 8291">
              <a:extLst>
                <a:ext uri="{FF2B5EF4-FFF2-40B4-BE49-F238E27FC236}">
                  <a16:creationId xmlns:a16="http://schemas.microsoft.com/office/drawing/2014/main" id="{97AE5BFB-AC2B-86F9-DE90-919CA216F77B}"/>
                </a:ext>
              </a:extLst>
            </p:cNvPr>
            <p:cNvSpPr/>
            <p:nvPr/>
          </p:nvSpPr>
          <p:spPr>
            <a:xfrm>
              <a:off x="63856" y="39607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3" name="Rectangle 8292">
              <a:extLst>
                <a:ext uri="{FF2B5EF4-FFF2-40B4-BE49-F238E27FC236}">
                  <a16:creationId xmlns:a16="http://schemas.microsoft.com/office/drawing/2014/main" id="{21B88AE9-4F72-7453-8183-27A17B6DA18C}"/>
                </a:ext>
              </a:extLst>
            </p:cNvPr>
            <p:cNvSpPr/>
            <p:nvPr/>
          </p:nvSpPr>
          <p:spPr>
            <a:xfrm>
              <a:off x="63856" y="4001484"/>
              <a:ext cx="118872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4" name="Rectangle 8293">
              <a:extLst>
                <a:ext uri="{FF2B5EF4-FFF2-40B4-BE49-F238E27FC236}">
                  <a16:creationId xmlns:a16="http://schemas.microsoft.com/office/drawing/2014/main" id="{4257182D-5903-451E-8C77-1F503C76D107}"/>
                </a:ext>
              </a:extLst>
            </p:cNvPr>
            <p:cNvSpPr/>
            <p:nvPr/>
          </p:nvSpPr>
          <p:spPr>
            <a:xfrm>
              <a:off x="63856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5" name="Rectangle 8294">
              <a:extLst>
                <a:ext uri="{FF2B5EF4-FFF2-40B4-BE49-F238E27FC236}">
                  <a16:creationId xmlns:a16="http://schemas.microsoft.com/office/drawing/2014/main" id="{12BD2CFD-C207-8863-DCEE-C326D4BEA8BD}"/>
                </a:ext>
              </a:extLst>
            </p:cNvPr>
            <p:cNvSpPr/>
            <p:nvPr/>
          </p:nvSpPr>
          <p:spPr>
            <a:xfrm>
              <a:off x="63856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6" name="Rectangle 8295">
              <a:extLst>
                <a:ext uri="{FF2B5EF4-FFF2-40B4-BE49-F238E27FC236}">
                  <a16:creationId xmlns:a16="http://schemas.microsoft.com/office/drawing/2014/main" id="{7F662668-4965-A3EF-F571-7F44AB69A46D}"/>
                </a:ext>
              </a:extLst>
            </p:cNvPr>
            <p:cNvSpPr/>
            <p:nvPr/>
          </p:nvSpPr>
          <p:spPr>
            <a:xfrm>
              <a:off x="63856" y="412378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7" name="Rectangle 8296">
              <a:extLst>
                <a:ext uri="{FF2B5EF4-FFF2-40B4-BE49-F238E27FC236}">
                  <a16:creationId xmlns:a16="http://schemas.microsoft.com/office/drawing/2014/main" id="{308D58DB-B54D-AF82-67AB-B4E5A7E2BC0A}"/>
                </a:ext>
              </a:extLst>
            </p:cNvPr>
            <p:cNvSpPr/>
            <p:nvPr/>
          </p:nvSpPr>
          <p:spPr>
            <a:xfrm>
              <a:off x="63856" y="4164552"/>
              <a:ext cx="118872" cy="40767"/>
            </a:xfrm>
            <a:prstGeom prst="rect">
              <a:avLst/>
            </a:prstGeom>
            <a:solidFill>
              <a:srgbClr val="FDAE1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8" name="Rectangle 8297">
              <a:extLst>
                <a:ext uri="{FF2B5EF4-FFF2-40B4-BE49-F238E27FC236}">
                  <a16:creationId xmlns:a16="http://schemas.microsoft.com/office/drawing/2014/main" id="{07856BEB-3F34-C7D6-6C2C-88F7BC185AD1}"/>
                </a:ext>
              </a:extLst>
            </p:cNvPr>
            <p:cNvSpPr/>
            <p:nvPr/>
          </p:nvSpPr>
          <p:spPr>
            <a:xfrm>
              <a:off x="63856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9" name="Rectangle 8298">
              <a:extLst>
                <a:ext uri="{FF2B5EF4-FFF2-40B4-BE49-F238E27FC236}">
                  <a16:creationId xmlns:a16="http://schemas.microsoft.com/office/drawing/2014/main" id="{A8F39813-1738-A58A-571F-A1D30AF39749}"/>
                </a:ext>
              </a:extLst>
            </p:cNvPr>
            <p:cNvSpPr/>
            <p:nvPr/>
          </p:nvSpPr>
          <p:spPr>
            <a:xfrm>
              <a:off x="63856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0" name="Rectangle 8299">
              <a:extLst>
                <a:ext uri="{FF2B5EF4-FFF2-40B4-BE49-F238E27FC236}">
                  <a16:creationId xmlns:a16="http://schemas.microsoft.com/office/drawing/2014/main" id="{E63259C9-17A1-FE04-41EE-C81D30F9FF58}"/>
                </a:ext>
              </a:extLst>
            </p:cNvPr>
            <p:cNvSpPr/>
            <p:nvPr/>
          </p:nvSpPr>
          <p:spPr>
            <a:xfrm>
              <a:off x="63856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1" name="Rectangle 8300">
              <a:extLst>
                <a:ext uri="{FF2B5EF4-FFF2-40B4-BE49-F238E27FC236}">
                  <a16:creationId xmlns:a16="http://schemas.microsoft.com/office/drawing/2014/main" id="{1C6D8EA3-0827-D7ED-F429-10B27361C75D}"/>
                </a:ext>
              </a:extLst>
            </p:cNvPr>
            <p:cNvSpPr/>
            <p:nvPr/>
          </p:nvSpPr>
          <p:spPr>
            <a:xfrm>
              <a:off x="63856" y="432774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2" name="Rectangle 8301">
              <a:extLst>
                <a:ext uri="{FF2B5EF4-FFF2-40B4-BE49-F238E27FC236}">
                  <a16:creationId xmlns:a16="http://schemas.microsoft.com/office/drawing/2014/main" id="{5012D895-EEB0-1439-5932-EC23DEC372AF}"/>
                </a:ext>
              </a:extLst>
            </p:cNvPr>
            <p:cNvSpPr/>
            <p:nvPr/>
          </p:nvSpPr>
          <p:spPr>
            <a:xfrm>
              <a:off x="63856" y="436851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3" name="Rectangle 8302">
              <a:extLst>
                <a:ext uri="{FF2B5EF4-FFF2-40B4-BE49-F238E27FC236}">
                  <a16:creationId xmlns:a16="http://schemas.microsoft.com/office/drawing/2014/main" id="{10679FF9-6811-1288-2B81-1312EB77BAAC}"/>
                </a:ext>
              </a:extLst>
            </p:cNvPr>
            <p:cNvSpPr/>
            <p:nvPr/>
          </p:nvSpPr>
          <p:spPr>
            <a:xfrm>
              <a:off x="63856" y="4409281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4" name="Rectangle 8303">
              <a:extLst>
                <a:ext uri="{FF2B5EF4-FFF2-40B4-BE49-F238E27FC236}">
                  <a16:creationId xmlns:a16="http://schemas.microsoft.com/office/drawing/2014/main" id="{E7B54D5B-1410-61F4-03A0-410A58DF93A1}"/>
                </a:ext>
              </a:extLst>
            </p:cNvPr>
            <p:cNvSpPr/>
            <p:nvPr/>
          </p:nvSpPr>
          <p:spPr>
            <a:xfrm>
              <a:off x="63856" y="4450048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5" name="Rectangle 8304">
              <a:extLst>
                <a:ext uri="{FF2B5EF4-FFF2-40B4-BE49-F238E27FC236}">
                  <a16:creationId xmlns:a16="http://schemas.microsoft.com/office/drawing/2014/main" id="{D0EDE222-B9DD-E747-0983-CB2112AF7558}"/>
                </a:ext>
              </a:extLst>
            </p:cNvPr>
            <p:cNvSpPr/>
            <p:nvPr/>
          </p:nvSpPr>
          <p:spPr>
            <a:xfrm>
              <a:off x="63856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6" name="Rectangle 8305">
              <a:extLst>
                <a:ext uri="{FF2B5EF4-FFF2-40B4-BE49-F238E27FC236}">
                  <a16:creationId xmlns:a16="http://schemas.microsoft.com/office/drawing/2014/main" id="{D2A46B1C-8959-4F4F-FEC9-FED3F1A467B9}"/>
                </a:ext>
              </a:extLst>
            </p:cNvPr>
            <p:cNvSpPr/>
            <p:nvPr/>
          </p:nvSpPr>
          <p:spPr>
            <a:xfrm>
              <a:off x="63856" y="4531582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7" name="Rectangle 8306">
              <a:extLst>
                <a:ext uri="{FF2B5EF4-FFF2-40B4-BE49-F238E27FC236}">
                  <a16:creationId xmlns:a16="http://schemas.microsoft.com/office/drawing/2014/main" id="{549861B8-FB62-A530-949F-E88C3AF5F30C}"/>
                </a:ext>
              </a:extLst>
            </p:cNvPr>
            <p:cNvSpPr/>
            <p:nvPr/>
          </p:nvSpPr>
          <p:spPr>
            <a:xfrm>
              <a:off x="63856" y="4572349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8" name="Rectangle 8307">
              <a:extLst>
                <a:ext uri="{FF2B5EF4-FFF2-40B4-BE49-F238E27FC236}">
                  <a16:creationId xmlns:a16="http://schemas.microsoft.com/office/drawing/2014/main" id="{6B052583-09B7-589F-DD03-9BE3B2E117E8}"/>
                </a:ext>
              </a:extLst>
            </p:cNvPr>
            <p:cNvSpPr/>
            <p:nvPr/>
          </p:nvSpPr>
          <p:spPr>
            <a:xfrm>
              <a:off x="63856" y="4613116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9" name="Rectangle 8308">
              <a:extLst>
                <a:ext uri="{FF2B5EF4-FFF2-40B4-BE49-F238E27FC236}">
                  <a16:creationId xmlns:a16="http://schemas.microsoft.com/office/drawing/2014/main" id="{7659ECF5-426B-79F9-7FA7-B249A2A45609}"/>
                </a:ext>
              </a:extLst>
            </p:cNvPr>
            <p:cNvSpPr/>
            <p:nvPr/>
          </p:nvSpPr>
          <p:spPr>
            <a:xfrm>
              <a:off x="63856" y="4653883"/>
              <a:ext cx="118872" cy="40767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0" name="Rectangle 8309">
              <a:extLst>
                <a:ext uri="{FF2B5EF4-FFF2-40B4-BE49-F238E27FC236}">
                  <a16:creationId xmlns:a16="http://schemas.microsoft.com/office/drawing/2014/main" id="{1FED2249-7BF2-EEA6-7858-7688768D1D40}"/>
                </a:ext>
              </a:extLst>
            </p:cNvPr>
            <p:cNvSpPr/>
            <p:nvPr/>
          </p:nvSpPr>
          <p:spPr>
            <a:xfrm>
              <a:off x="63856" y="4694650"/>
              <a:ext cx="118872" cy="40767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1" name="Rectangle 8310">
              <a:extLst>
                <a:ext uri="{FF2B5EF4-FFF2-40B4-BE49-F238E27FC236}">
                  <a16:creationId xmlns:a16="http://schemas.microsoft.com/office/drawing/2014/main" id="{4DB22637-0D84-9722-00C0-8195CCAC0424}"/>
                </a:ext>
              </a:extLst>
            </p:cNvPr>
            <p:cNvSpPr/>
            <p:nvPr/>
          </p:nvSpPr>
          <p:spPr>
            <a:xfrm>
              <a:off x="63856" y="473541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2" name="Rectangle 8311">
              <a:extLst>
                <a:ext uri="{FF2B5EF4-FFF2-40B4-BE49-F238E27FC236}">
                  <a16:creationId xmlns:a16="http://schemas.microsoft.com/office/drawing/2014/main" id="{DBE772B7-9977-04D1-D0D0-6688E02BFBC1}"/>
                </a:ext>
              </a:extLst>
            </p:cNvPr>
            <p:cNvSpPr/>
            <p:nvPr/>
          </p:nvSpPr>
          <p:spPr>
            <a:xfrm>
              <a:off x="63856" y="4776184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3" name="Rectangle 8312">
              <a:extLst>
                <a:ext uri="{FF2B5EF4-FFF2-40B4-BE49-F238E27FC236}">
                  <a16:creationId xmlns:a16="http://schemas.microsoft.com/office/drawing/2014/main" id="{4B65EB51-A50B-9A24-C10B-171EDF7020E8}"/>
                </a:ext>
              </a:extLst>
            </p:cNvPr>
            <p:cNvSpPr/>
            <p:nvPr/>
          </p:nvSpPr>
          <p:spPr>
            <a:xfrm>
              <a:off x="182601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4" name="Rectangle 8313">
              <a:extLst>
                <a:ext uri="{FF2B5EF4-FFF2-40B4-BE49-F238E27FC236}">
                  <a16:creationId xmlns:a16="http://schemas.microsoft.com/office/drawing/2014/main" id="{7EAA1E9C-B6EF-8200-8350-E60B6E96B46D}"/>
                </a:ext>
              </a:extLst>
            </p:cNvPr>
            <p:cNvSpPr/>
            <p:nvPr/>
          </p:nvSpPr>
          <p:spPr>
            <a:xfrm>
              <a:off x="182601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5" name="Rectangle 8314">
              <a:extLst>
                <a:ext uri="{FF2B5EF4-FFF2-40B4-BE49-F238E27FC236}">
                  <a16:creationId xmlns:a16="http://schemas.microsoft.com/office/drawing/2014/main" id="{9FA5FD2A-9257-95F6-D89E-108CD23F320B}"/>
                </a:ext>
              </a:extLst>
            </p:cNvPr>
            <p:cNvSpPr/>
            <p:nvPr/>
          </p:nvSpPr>
          <p:spPr>
            <a:xfrm>
              <a:off x="182601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6" name="Rectangle 8315">
              <a:extLst>
                <a:ext uri="{FF2B5EF4-FFF2-40B4-BE49-F238E27FC236}">
                  <a16:creationId xmlns:a16="http://schemas.microsoft.com/office/drawing/2014/main" id="{1B475026-EEB2-77DD-B70C-F14E3E99C6E9}"/>
                </a:ext>
              </a:extLst>
            </p:cNvPr>
            <p:cNvSpPr/>
            <p:nvPr/>
          </p:nvSpPr>
          <p:spPr>
            <a:xfrm>
              <a:off x="182601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7" name="Rectangle 8316">
              <a:extLst>
                <a:ext uri="{FF2B5EF4-FFF2-40B4-BE49-F238E27FC236}">
                  <a16:creationId xmlns:a16="http://schemas.microsoft.com/office/drawing/2014/main" id="{C530E6BF-4E9C-407D-0B18-7D1C7E14E603}"/>
                </a:ext>
              </a:extLst>
            </p:cNvPr>
            <p:cNvSpPr/>
            <p:nvPr/>
          </p:nvSpPr>
          <p:spPr>
            <a:xfrm>
              <a:off x="182601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8" name="Rectangle 8317">
              <a:extLst>
                <a:ext uri="{FF2B5EF4-FFF2-40B4-BE49-F238E27FC236}">
                  <a16:creationId xmlns:a16="http://schemas.microsoft.com/office/drawing/2014/main" id="{DDC9BE2F-D19E-1B54-0ADC-B241E7E96A31}"/>
                </a:ext>
              </a:extLst>
            </p:cNvPr>
            <p:cNvSpPr/>
            <p:nvPr/>
          </p:nvSpPr>
          <p:spPr>
            <a:xfrm>
              <a:off x="182601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9" name="Rectangle 8318">
              <a:extLst>
                <a:ext uri="{FF2B5EF4-FFF2-40B4-BE49-F238E27FC236}">
                  <a16:creationId xmlns:a16="http://schemas.microsoft.com/office/drawing/2014/main" id="{77017BE4-A85F-75E1-2471-D2512C6DEF30}"/>
                </a:ext>
              </a:extLst>
            </p:cNvPr>
            <p:cNvSpPr/>
            <p:nvPr/>
          </p:nvSpPr>
          <p:spPr>
            <a:xfrm>
              <a:off x="182601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0" name="Rectangle 8319">
              <a:extLst>
                <a:ext uri="{FF2B5EF4-FFF2-40B4-BE49-F238E27FC236}">
                  <a16:creationId xmlns:a16="http://schemas.microsoft.com/office/drawing/2014/main" id="{5E4EC481-1146-8E10-C90D-444D724515D4}"/>
                </a:ext>
              </a:extLst>
            </p:cNvPr>
            <p:cNvSpPr/>
            <p:nvPr/>
          </p:nvSpPr>
          <p:spPr>
            <a:xfrm>
              <a:off x="182601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1" name="Rectangle 8320">
              <a:extLst>
                <a:ext uri="{FF2B5EF4-FFF2-40B4-BE49-F238E27FC236}">
                  <a16:creationId xmlns:a16="http://schemas.microsoft.com/office/drawing/2014/main" id="{A79A90E5-ED02-6516-3294-B2729AD97AA4}"/>
                </a:ext>
              </a:extLst>
            </p:cNvPr>
            <p:cNvSpPr/>
            <p:nvPr/>
          </p:nvSpPr>
          <p:spPr>
            <a:xfrm>
              <a:off x="182601" y="245195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2" name="Rectangle 8321">
              <a:extLst>
                <a:ext uri="{FF2B5EF4-FFF2-40B4-BE49-F238E27FC236}">
                  <a16:creationId xmlns:a16="http://schemas.microsoft.com/office/drawing/2014/main" id="{2DA18D36-D0CA-D903-A624-8373D6B7B622}"/>
                </a:ext>
              </a:extLst>
            </p:cNvPr>
            <p:cNvSpPr/>
            <p:nvPr/>
          </p:nvSpPr>
          <p:spPr>
            <a:xfrm>
              <a:off x="182601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3" name="Rectangle 8322">
              <a:extLst>
                <a:ext uri="{FF2B5EF4-FFF2-40B4-BE49-F238E27FC236}">
                  <a16:creationId xmlns:a16="http://schemas.microsoft.com/office/drawing/2014/main" id="{53D90B5A-81A7-9EAF-3756-869469DEF3B6}"/>
                </a:ext>
              </a:extLst>
            </p:cNvPr>
            <p:cNvSpPr/>
            <p:nvPr/>
          </p:nvSpPr>
          <p:spPr>
            <a:xfrm>
              <a:off x="182601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4" name="Rectangle 8323">
              <a:extLst>
                <a:ext uri="{FF2B5EF4-FFF2-40B4-BE49-F238E27FC236}">
                  <a16:creationId xmlns:a16="http://schemas.microsoft.com/office/drawing/2014/main" id="{71480C84-034F-2E56-C16D-487E479A672E}"/>
                </a:ext>
              </a:extLst>
            </p:cNvPr>
            <p:cNvSpPr/>
            <p:nvPr/>
          </p:nvSpPr>
          <p:spPr>
            <a:xfrm>
              <a:off x="182601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5" name="Rectangle 8324">
              <a:extLst>
                <a:ext uri="{FF2B5EF4-FFF2-40B4-BE49-F238E27FC236}">
                  <a16:creationId xmlns:a16="http://schemas.microsoft.com/office/drawing/2014/main" id="{2E95A861-C011-0D25-B5BA-A33FEA65A4F4}"/>
                </a:ext>
              </a:extLst>
            </p:cNvPr>
            <p:cNvSpPr/>
            <p:nvPr/>
          </p:nvSpPr>
          <p:spPr>
            <a:xfrm>
              <a:off x="182601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6" name="Rectangle 8325">
              <a:extLst>
                <a:ext uri="{FF2B5EF4-FFF2-40B4-BE49-F238E27FC236}">
                  <a16:creationId xmlns:a16="http://schemas.microsoft.com/office/drawing/2014/main" id="{8DAD82F1-48B6-CA47-36F4-DED1EF5FECA5}"/>
                </a:ext>
              </a:extLst>
            </p:cNvPr>
            <p:cNvSpPr/>
            <p:nvPr/>
          </p:nvSpPr>
          <p:spPr>
            <a:xfrm>
              <a:off x="182601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7" name="Rectangle 8326">
              <a:extLst>
                <a:ext uri="{FF2B5EF4-FFF2-40B4-BE49-F238E27FC236}">
                  <a16:creationId xmlns:a16="http://schemas.microsoft.com/office/drawing/2014/main" id="{26B0E0A6-B8DA-B2F6-11A7-865BB3710252}"/>
                </a:ext>
              </a:extLst>
            </p:cNvPr>
            <p:cNvSpPr/>
            <p:nvPr/>
          </p:nvSpPr>
          <p:spPr>
            <a:xfrm>
              <a:off x="182601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8" name="Rectangle 8327">
              <a:extLst>
                <a:ext uri="{FF2B5EF4-FFF2-40B4-BE49-F238E27FC236}">
                  <a16:creationId xmlns:a16="http://schemas.microsoft.com/office/drawing/2014/main" id="{5437152A-7E74-4276-E1EA-7C7ED2BB889C}"/>
                </a:ext>
              </a:extLst>
            </p:cNvPr>
            <p:cNvSpPr/>
            <p:nvPr/>
          </p:nvSpPr>
          <p:spPr>
            <a:xfrm>
              <a:off x="182601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9" name="Rectangle 8328">
              <a:extLst>
                <a:ext uri="{FF2B5EF4-FFF2-40B4-BE49-F238E27FC236}">
                  <a16:creationId xmlns:a16="http://schemas.microsoft.com/office/drawing/2014/main" id="{757DA699-D907-B344-FD2B-9F399480C3A8}"/>
                </a:ext>
              </a:extLst>
            </p:cNvPr>
            <p:cNvSpPr/>
            <p:nvPr/>
          </p:nvSpPr>
          <p:spPr>
            <a:xfrm>
              <a:off x="182601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0" name="Rectangle 8329">
              <a:extLst>
                <a:ext uri="{FF2B5EF4-FFF2-40B4-BE49-F238E27FC236}">
                  <a16:creationId xmlns:a16="http://schemas.microsoft.com/office/drawing/2014/main" id="{7A51DE7C-48A2-A9D6-720C-0BAAD4516F83}"/>
                </a:ext>
              </a:extLst>
            </p:cNvPr>
            <p:cNvSpPr/>
            <p:nvPr/>
          </p:nvSpPr>
          <p:spPr>
            <a:xfrm>
              <a:off x="182601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1" name="Rectangle 8330">
              <a:extLst>
                <a:ext uri="{FF2B5EF4-FFF2-40B4-BE49-F238E27FC236}">
                  <a16:creationId xmlns:a16="http://schemas.microsoft.com/office/drawing/2014/main" id="{6CFE1C95-2E84-FDFD-86BB-765023FBC358}"/>
                </a:ext>
              </a:extLst>
            </p:cNvPr>
            <p:cNvSpPr/>
            <p:nvPr/>
          </p:nvSpPr>
          <p:spPr>
            <a:xfrm>
              <a:off x="182601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2" name="Rectangle 8331">
              <a:extLst>
                <a:ext uri="{FF2B5EF4-FFF2-40B4-BE49-F238E27FC236}">
                  <a16:creationId xmlns:a16="http://schemas.microsoft.com/office/drawing/2014/main" id="{BAA65998-17F8-E2B6-6736-73DECD83A933}"/>
                </a:ext>
              </a:extLst>
            </p:cNvPr>
            <p:cNvSpPr/>
            <p:nvPr/>
          </p:nvSpPr>
          <p:spPr>
            <a:xfrm>
              <a:off x="182601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3" name="Rectangle 8332">
              <a:extLst>
                <a:ext uri="{FF2B5EF4-FFF2-40B4-BE49-F238E27FC236}">
                  <a16:creationId xmlns:a16="http://schemas.microsoft.com/office/drawing/2014/main" id="{96C717E1-AF31-AEBD-2465-49E12E63EC7C}"/>
                </a:ext>
              </a:extLst>
            </p:cNvPr>
            <p:cNvSpPr/>
            <p:nvPr/>
          </p:nvSpPr>
          <p:spPr>
            <a:xfrm>
              <a:off x="182601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4" name="Rectangle 8333">
              <a:extLst>
                <a:ext uri="{FF2B5EF4-FFF2-40B4-BE49-F238E27FC236}">
                  <a16:creationId xmlns:a16="http://schemas.microsoft.com/office/drawing/2014/main" id="{2489D201-D72A-43E2-AF16-9904D844CC21}"/>
                </a:ext>
              </a:extLst>
            </p:cNvPr>
            <p:cNvSpPr/>
            <p:nvPr/>
          </p:nvSpPr>
          <p:spPr>
            <a:xfrm>
              <a:off x="182601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5" name="Rectangle 8334">
              <a:extLst>
                <a:ext uri="{FF2B5EF4-FFF2-40B4-BE49-F238E27FC236}">
                  <a16:creationId xmlns:a16="http://schemas.microsoft.com/office/drawing/2014/main" id="{6CD9F5E2-92C5-095C-4B0A-0FB471542CFE}"/>
                </a:ext>
              </a:extLst>
            </p:cNvPr>
            <p:cNvSpPr/>
            <p:nvPr/>
          </p:nvSpPr>
          <p:spPr>
            <a:xfrm>
              <a:off x="182601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6" name="Rectangle 8335">
              <a:extLst>
                <a:ext uri="{FF2B5EF4-FFF2-40B4-BE49-F238E27FC236}">
                  <a16:creationId xmlns:a16="http://schemas.microsoft.com/office/drawing/2014/main" id="{B358B5B3-898C-F43B-3A5F-C5A6C2014FB9}"/>
                </a:ext>
              </a:extLst>
            </p:cNvPr>
            <p:cNvSpPr/>
            <p:nvPr/>
          </p:nvSpPr>
          <p:spPr>
            <a:xfrm>
              <a:off x="182601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7" name="Rectangle 8336">
              <a:extLst>
                <a:ext uri="{FF2B5EF4-FFF2-40B4-BE49-F238E27FC236}">
                  <a16:creationId xmlns:a16="http://schemas.microsoft.com/office/drawing/2014/main" id="{99CB6C78-5C34-7935-B446-9785872E7DEE}"/>
                </a:ext>
              </a:extLst>
            </p:cNvPr>
            <p:cNvSpPr/>
            <p:nvPr/>
          </p:nvSpPr>
          <p:spPr>
            <a:xfrm>
              <a:off x="182601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8" name="Rectangle 8337">
              <a:extLst>
                <a:ext uri="{FF2B5EF4-FFF2-40B4-BE49-F238E27FC236}">
                  <a16:creationId xmlns:a16="http://schemas.microsoft.com/office/drawing/2014/main" id="{8A38C6F0-9D69-E96B-AB29-3FD9B0219E85}"/>
                </a:ext>
              </a:extLst>
            </p:cNvPr>
            <p:cNvSpPr/>
            <p:nvPr/>
          </p:nvSpPr>
          <p:spPr>
            <a:xfrm>
              <a:off x="182601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9" name="Rectangle 8338">
              <a:extLst>
                <a:ext uri="{FF2B5EF4-FFF2-40B4-BE49-F238E27FC236}">
                  <a16:creationId xmlns:a16="http://schemas.microsoft.com/office/drawing/2014/main" id="{1A212066-9A6A-62BB-70A4-3E7C6EA78D30}"/>
                </a:ext>
              </a:extLst>
            </p:cNvPr>
            <p:cNvSpPr/>
            <p:nvPr/>
          </p:nvSpPr>
          <p:spPr>
            <a:xfrm>
              <a:off x="182601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0" name="Rectangle 8339">
              <a:extLst>
                <a:ext uri="{FF2B5EF4-FFF2-40B4-BE49-F238E27FC236}">
                  <a16:creationId xmlns:a16="http://schemas.microsoft.com/office/drawing/2014/main" id="{FE308EFC-9529-E383-31D3-9257426457F5}"/>
                </a:ext>
              </a:extLst>
            </p:cNvPr>
            <p:cNvSpPr/>
            <p:nvPr/>
          </p:nvSpPr>
          <p:spPr>
            <a:xfrm>
              <a:off x="182601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1" name="Rectangle 8340">
              <a:extLst>
                <a:ext uri="{FF2B5EF4-FFF2-40B4-BE49-F238E27FC236}">
                  <a16:creationId xmlns:a16="http://schemas.microsoft.com/office/drawing/2014/main" id="{9EBCA7F2-EC23-B653-645A-CBF5536FC99D}"/>
                </a:ext>
              </a:extLst>
            </p:cNvPr>
            <p:cNvSpPr/>
            <p:nvPr/>
          </p:nvSpPr>
          <p:spPr>
            <a:xfrm>
              <a:off x="182601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2" name="Rectangle 8341">
              <a:extLst>
                <a:ext uri="{FF2B5EF4-FFF2-40B4-BE49-F238E27FC236}">
                  <a16:creationId xmlns:a16="http://schemas.microsoft.com/office/drawing/2014/main" id="{45C78F33-F99A-64D6-9D85-BDDD0591D86B}"/>
                </a:ext>
              </a:extLst>
            </p:cNvPr>
            <p:cNvSpPr/>
            <p:nvPr/>
          </p:nvSpPr>
          <p:spPr>
            <a:xfrm>
              <a:off x="182601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3" name="Rectangle 8342">
              <a:extLst>
                <a:ext uri="{FF2B5EF4-FFF2-40B4-BE49-F238E27FC236}">
                  <a16:creationId xmlns:a16="http://schemas.microsoft.com/office/drawing/2014/main" id="{D49CC55F-DB73-C85C-C270-CF5B6AA151A6}"/>
                </a:ext>
              </a:extLst>
            </p:cNvPr>
            <p:cNvSpPr/>
            <p:nvPr/>
          </p:nvSpPr>
          <p:spPr>
            <a:xfrm>
              <a:off x="182601" y="3349085"/>
              <a:ext cx="118872" cy="40766"/>
            </a:xfrm>
            <a:prstGeom prst="rect">
              <a:avLst/>
            </a:prstGeom>
            <a:solidFill>
              <a:srgbClr val="FCB32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4" name="Rectangle 8343">
              <a:extLst>
                <a:ext uri="{FF2B5EF4-FFF2-40B4-BE49-F238E27FC236}">
                  <a16:creationId xmlns:a16="http://schemas.microsoft.com/office/drawing/2014/main" id="{81FC0949-D9D5-D5C9-D6EA-71F5A565D6EE}"/>
                </a:ext>
              </a:extLst>
            </p:cNvPr>
            <p:cNvSpPr/>
            <p:nvPr/>
          </p:nvSpPr>
          <p:spPr>
            <a:xfrm>
              <a:off x="182601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5" name="Rectangle 8344">
              <a:extLst>
                <a:ext uri="{FF2B5EF4-FFF2-40B4-BE49-F238E27FC236}">
                  <a16:creationId xmlns:a16="http://schemas.microsoft.com/office/drawing/2014/main" id="{9BDACD7E-6B5B-9C67-1A09-5C8D04B62ED7}"/>
                </a:ext>
              </a:extLst>
            </p:cNvPr>
            <p:cNvSpPr/>
            <p:nvPr/>
          </p:nvSpPr>
          <p:spPr>
            <a:xfrm>
              <a:off x="182601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6" name="Rectangle 8345">
              <a:extLst>
                <a:ext uri="{FF2B5EF4-FFF2-40B4-BE49-F238E27FC236}">
                  <a16:creationId xmlns:a16="http://schemas.microsoft.com/office/drawing/2014/main" id="{8DB86C13-787B-C766-9FB1-2E82B24CAC38}"/>
                </a:ext>
              </a:extLst>
            </p:cNvPr>
            <p:cNvSpPr/>
            <p:nvPr/>
          </p:nvSpPr>
          <p:spPr>
            <a:xfrm>
              <a:off x="182601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7" name="Rectangle 8346">
              <a:extLst>
                <a:ext uri="{FF2B5EF4-FFF2-40B4-BE49-F238E27FC236}">
                  <a16:creationId xmlns:a16="http://schemas.microsoft.com/office/drawing/2014/main" id="{4799F869-836A-9A01-1248-6384824598BC}"/>
                </a:ext>
              </a:extLst>
            </p:cNvPr>
            <p:cNvSpPr/>
            <p:nvPr/>
          </p:nvSpPr>
          <p:spPr>
            <a:xfrm>
              <a:off x="182601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8" name="Rectangle 8347">
              <a:extLst>
                <a:ext uri="{FF2B5EF4-FFF2-40B4-BE49-F238E27FC236}">
                  <a16:creationId xmlns:a16="http://schemas.microsoft.com/office/drawing/2014/main" id="{C3F2F24F-DB28-A893-B029-F07138AA66F5}"/>
                </a:ext>
              </a:extLst>
            </p:cNvPr>
            <p:cNvSpPr/>
            <p:nvPr/>
          </p:nvSpPr>
          <p:spPr>
            <a:xfrm>
              <a:off x="182601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9" name="Rectangle 8348">
              <a:extLst>
                <a:ext uri="{FF2B5EF4-FFF2-40B4-BE49-F238E27FC236}">
                  <a16:creationId xmlns:a16="http://schemas.microsoft.com/office/drawing/2014/main" id="{32A7DBAD-048A-934C-8A4B-CF389F2C94A0}"/>
                </a:ext>
              </a:extLst>
            </p:cNvPr>
            <p:cNvSpPr/>
            <p:nvPr/>
          </p:nvSpPr>
          <p:spPr>
            <a:xfrm>
              <a:off x="182601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0" name="Rectangle 8349">
              <a:extLst>
                <a:ext uri="{FF2B5EF4-FFF2-40B4-BE49-F238E27FC236}">
                  <a16:creationId xmlns:a16="http://schemas.microsoft.com/office/drawing/2014/main" id="{13301575-8C8B-8491-B3F0-E50B0D8B0BDB}"/>
                </a:ext>
              </a:extLst>
            </p:cNvPr>
            <p:cNvSpPr/>
            <p:nvPr/>
          </p:nvSpPr>
          <p:spPr>
            <a:xfrm>
              <a:off x="182601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1" name="Rectangle 8350">
              <a:extLst>
                <a:ext uri="{FF2B5EF4-FFF2-40B4-BE49-F238E27FC236}">
                  <a16:creationId xmlns:a16="http://schemas.microsoft.com/office/drawing/2014/main" id="{409F0829-F749-C6A8-08B1-79FE83E3CF72}"/>
                </a:ext>
              </a:extLst>
            </p:cNvPr>
            <p:cNvSpPr/>
            <p:nvPr/>
          </p:nvSpPr>
          <p:spPr>
            <a:xfrm>
              <a:off x="182601" y="3675221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2" name="Rectangle 8351">
              <a:extLst>
                <a:ext uri="{FF2B5EF4-FFF2-40B4-BE49-F238E27FC236}">
                  <a16:creationId xmlns:a16="http://schemas.microsoft.com/office/drawing/2014/main" id="{24CD1F21-C80C-67D4-CDDE-78915831B0A9}"/>
                </a:ext>
              </a:extLst>
            </p:cNvPr>
            <p:cNvSpPr/>
            <p:nvPr/>
          </p:nvSpPr>
          <p:spPr>
            <a:xfrm>
              <a:off x="182601" y="3715988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3" name="Rectangle 8352">
              <a:extLst>
                <a:ext uri="{FF2B5EF4-FFF2-40B4-BE49-F238E27FC236}">
                  <a16:creationId xmlns:a16="http://schemas.microsoft.com/office/drawing/2014/main" id="{A811C942-7EA2-024D-0FBA-A0AA9F92FBB4}"/>
                </a:ext>
              </a:extLst>
            </p:cNvPr>
            <p:cNvSpPr/>
            <p:nvPr/>
          </p:nvSpPr>
          <p:spPr>
            <a:xfrm>
              <a:off x="182601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4" name="Rectangle 8353">
              <a:extLst>
                <a:ext uri="{FF2B5EF4-FFF2-40B4-BE49-F238E27FC236}">
                  <a16:creationId xmlns:a16="http://schemas.microsoft.com/office/drawing/2014/main" id="{78437112-26BC-CA91-76AD-2234784A5736}"/>
                </a:ext>
              </a:extLst>
            </p:cNvPr>
            <p:cNvSpPr/>
            <p:nvPr/>
          </p:nvSpPr>
          <p:spPr>
            <a:xfrm>
              <a:off x="182601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5" name="Rectangle 8354">
              <a:extLst>
                <a:ext uri="{FF2B5EF4-FFF2-40B4-BE49-F238E27FC236}">
                  <a16:creationId xmlns:a16="http://schemas.microsoft.com/office/drawing/2014/main" id="{B30D0970-ECDD-404E-8F5F-4D25057F29E0}"/>
                </a:ext>
              </a:extLst>
            </p:cNvPr>
            <p:cNvSpPr/>
            <p:nvPr/>
          </p:nvSpPr>
          <p:spPr>
            <a:xfrm>
              <a:off x="182601" y="3838416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6" name="Rectangle 8355">
              <a:extLst>
                <a:ext uri="{FF2B5EF4-FFF2-40B4-BE49-F238E27FC236}">
                  <a16:creationId xmlns:a16="http://schemas.microsoft.com/office/drawing/2014/main" id="{440437D4-0B2E-D7EC-F355-EBADB7EDCBC3}"/>
                </a:ext>
              </a:extLst>
            </p:cNvPr>
            <p:cNvSpPr/>
            <p:nvPr/>
          </p:nvSpPr>
          <p:spPr>
            <a:xfrm>
              <a:off x="182601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7" name="Rectangle 8356">
              <a:extLst>
                <a:ext uri="{FF2B5EF4-FFF2-40B4-BE49-F238E27FC236}">
                  <a16:creationId xmlns:a16="http://schemas.microsoft.com/office/drawing/2014/main" id="{53BEAD4D-BE3B-7B52-6999-819A8B5DEE6A}"/>
                </a:ext>
              </a:extLst>
            </p:cNvPr>
            <p:cNvSpPr/>
            <p:nvPr/>
          </p:nvSpPr>
          <p:spPr>
            <a:xfrm>
              <a:off x="182601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8" name="Rectangle 8357">
              <a:extLst>
                <a:ext uri="{FF2B5EF4-FFF2-40B4-BE49-F238E27FC236}">
                  <a16:creationId xmlns:a16="http://schemas.microsoft.com/office/drawing/2014/main" id="{3BEC393C-4EFE-974B-0DB5-B61B835862D5}"/>
                </a:ext>
              </a:extLst>
            </p:cNvPr>
            <p:cNvSpPr/>
            <p:nvPr/>
          </p:nvSpPr>
          <p:spPr>
            <a:xfrm>
              <a:off x="182601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9" name="Rectangle 8358">
              <a:extLst>
                <a:ext uri="{FF2B5EF4-FFF2-40B4-BE49-F238E27FC236}">
                  <a16:creationId xmlns:a16="http://schemas.microsoft.com/office/drawing/2014/main" id="{2889AAAE-84B7-FE7D-E584-C3854ADCD60A}"/>
                </a:ext>
              </a:extLst>
            </p:cNvPr>
            <p:cNvSpPr/>
            <p:nvPr/>
          </p:nvSpPr>
          <p:spPr>
            <a:xfrm>
              <a:off x="182601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0" name="Rectangle 8359">
              <a:extLst>
                <a:ext uri="{FF2B5EF4-FFF2-40B4-BE49-F238E27FC236}">
                  <a16:creationId xmlns:a16="http://schemas.microsoft.com/office/drawing/2014/main" id="{4FE6E16A-CC5E-013B-A29A-A42714A40017}"/>
                </a:ext>
              </a:extLst>
            </p:cNvPr>
            <p:cNvSpPr/>
            <p:nvPr/>
          </p:nvSpPr>
          <p:spPr>
            <a:xfrm>
              <a:off x="182601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1" name="Rectangle 8360">
              <a:extLst>
                <a:ext uri="{FF2B5EF4-FFF2-40B4-BE49-F238E27FC236}">
                  <a16:creationId xmlns:a16="http://schemas.microsoft.com/office/drawing/2014/main" id="{ED4968C9-47C6-6A43-B137-F8208FC103AD}"/>
                </a:ext>
              </a:extLst>
            </p:cNvPr>
            <p:cNvSpPr/>
            <p:nvPr/>
          </p:nvSpPr>
          <p:spPr>
            <a:xfrm>
              <a:off x="182601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2" name="Rectangle 8361">
              <a:extLst>
                <a:ext uri="{FF2B5EF4-FFF2-40B4-BE49-F238E27FC236}">
                  <a16:creationId xmlns:a16="http://schemas.microsoft.com/office/drawing/2014/main" id="{4CCB71E6-4291-2D3F-2866-BD852967ABB3}"/>
                </a:ext>
              </a:extLst>
            </p:cNvPr>
            <p:cNvSpPr/>
            <p:nvPr/>
          </p:nvSpPr>
          <p:spPr>
            <a:xfrm>
              <a:off x="182601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3" name="Rectangle 8362">
              <a:extLst>
                <a:ext uri="{FF2B5EF4-FFF2-40B4-BE49-F238E27FC236}">
                  <a16:creationId xmlns:a16="http://schemas.microsoft.com/office/drawing/2014/main" id="{FD684BD1-7BBB-D336-4AE2-0764E631AD81}"/>
                </a:ext>
              </a:extLst>
            </p:cNvPr>
            <p:cNvSpPr/>
            <p:nvPr/>
          </p:nvSpPr>
          <p:spPr>
            <a:xfrm>
              <a:off x="182601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4" name="Rectangle 8363">
              <a:extLst>
                <a:ext uri="{FF2B5EF4-FFF2-40B4-BE49-F238E27FC236}">
                  <a16:creationId xmlns:a16="http://schemas.microsoft.com/office/drawing/2014/main" id="{047AC40B-351D-7FE1-90EE-186C2314747A}"/>
                </a:ext>
              </a:extLst>
            </p:cNvPr>
            <p:cNvSpPr/>
            <p:nvPr/>
          </p:nvSpPr>
          <p:spPr>
            <a:xfrm>
              <a:off x="182601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5" name="Rectangle 8364">
              <a:extLst>
                <a:ext uri="{FF2B5EF4-FFF2-40B4-BE49-F238E27FC236}">
                  <a16:creationId xmlns:a16="http://schemas.microsoft.com/office/drawing/2014/main" id="{C692BC02-C8D6-7118-35B2-48C491DAC015}"/>
                </a:ext>
              </a:extLst>
            </p:cNvPr>
            <p:cNvSpPr/>
            <p:nvPr/>
          </p:nvSpPr>
          <p:spPr>
            <a:xfrm>
              <a:off x="182601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6" name="Rectangle 8365">
              <a:extLst>
                <a:ext uri="{FF2B5EF4-FFF2-40B4-BE49-F238E27FC236}">
                  <a16:creationId xmlns:a16="http://schemas.microsoft.com/office/drawing/2014/main" id="{E2828683-B961-9F62-7867-887A92F5EB51}"/>
                </a:ext>
              </a:extLst>
            </p:cNvPr>
            <p:cNvSpPr/>
            <p:nvPr/>
          </p:nvSpPr>
          <p:spPr>
            <a:xfrm>
              <a:off x="182601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7" name="Rectangle 8366">
              <a:extLst>
                <a:ext uri="{FF2B5EF4-FFF2-40B4-BE49-F238E27FC236}">
                  <a16:creationId xmlns:a16="http://schemas.microsoft.com/office/drawing/2014/main" id="{77359112-D514-24D5-19CC-C5C7221E2C2B}"/>
                </a:ext>
              </a:extLst>
            </p:cNvPr>
            <p:cNvSpPr/>
            <p:nvPr/>
          </p:nvSpPr>
          <p:spPr>
            <a:xfrm>
              <a:off x="182601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8" name="Rectangle 8367">
              <a:extLst>
                <a:ext uri="{FF2B5EF4-FFF2-40B4-BE49-F238E27FC236}">
                  <a16:creationId xmlns:a16="http://schemas.microsoft.com/office/drawing/2014/main" id="{C49A5B57-9040-6A34-358C-F94EDBA3BD54}"/>
                </a:ext>
              </a:extLst>
            </p:cNvPr>
            <p:cNvSpPr/>
            <p:nvPr/>
          </p:nvSpPr>
          <p:spPr>
            <a:xfrm>
              <a:off x="182601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9" name="Rectangle 8368">
              <a:extLst>
                <a:ext uri="{FF2B5EF4-FFF2-40B4-BE49-F238E27FC236}">
                  <a16:creationId xmlns:a16="http://schemas.microsoft.com/office/drawing/2014/main" id="{0B542EF2-3A1A-42B5-69E1-73B7D6498524}"/>
                </a:ext>
              </a:extLst>
            </p:cNvPr>
            <p:cNvSpPr/>
            <p:nvPr/>
          </p:nvSpPr>
          <p:spPr>
            <a:xfrm>
              <a:off x="182601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0" name="Rectangle 8369">
              <a:extLst>
                <a:ext uri="{FF2B5EF4-FFF2-40B4-BE49-F238E27FC236}">
                  <a16:creationId xmlns:a16="http://schemas.microsoft.com/office/drawing/2014/main" id="{4395D356-B19D-4E66-E33E-A76B9E388A90}"/>
                </a:ext>
              </a:extLst>
            </p:cNvPr>
            <p:cNvSpPr/>
            <p:nvPr/>
          </p:nvSpPr>
          <p:spPr>
            <a:xfrm>
              <a:off x="182601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1" name="Rectangle 8370">
              <a:extLst>
                <a:ext uri="{FF2B5EF4-FFF2-40B4-BE49-F238E27FC236}">
                  <a16:creationId xmlns:a16="http://schemas.microsoft.com/office/drawing/2014/main" id="{1579F997-4511-1F05-31DD-B7D0D79DF2F6}"/>
                </a:ext>
              </a:extLst>
            </p:cNvPr>
            <p:cNvSpPr/>
            <p:nvPr/>
          </p:nvSpPr>
          <p:spPr>
            <a:xfrm>
              <a:off x="182601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2" name="Rectangle 8371">
              <a:extLst>
                <a:ext uri="{FF2B5EF4-FFF2-40B4-BE49-F238E27FC236}">
                  <a16:creationId xmlns:a16="http://schemas.microsoft.com/office/drawing/2014/main" id="{E1C180F1-8245-C412-6994-CEFE3D15C831}"/>
                </a:ext>
              </a:extLst>
            </p:cNvPr>
            <p:cNvSpPr/>
            <p:nvPr/>
          </p:nvSpPr>
          <p:spPr>
            <a:xfrm>
              <a:off x="182601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3" name="Rectangle 8372">
              <a:extLst>
                <a:ext uri="{FF2B5EF4-FFF2-40B4-BE49-F238E27FC236}">
                  <a16:creationId xmlns:a16="http://schemas.microsoft.com/office/drawing/2014/main" id="{2468B8FB-1A9A-6F78-3D8F-B011FC2CEFE1}"/>
                </a:ext>
              </a:extLst>
            </p:cNvPr>
            <p:cNvSpPr/>
            <p:nvPr/>
          </p:nvSpPr>
          <p:spPr>
            <a:xfrm>
              <a:off x="182601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4" name="Rectangle 8373">
              <a:extLst>
                <a:ext uri="{FF2B5EF4-FFF2-40B4-BE49-F238E27FC236}">
                  <a16:creationId xmlns:a16="http://schemas.microsoft.com/office/drawing/2014/main" id="{8A319132-1AF7-301A-A6F8-794E0535729A}"/>
                </a:ext>
              </a:extLst>
            </p:cNvPr>
            <p:cNvSpPr/>
            <p:nvPr/>
          </p:nvSpPr>
          <p:spPr>
            <a:xfrm>
              <a:off x="182601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5" name="Rectangle 8374">
              <a:extLst>
                <a:ext uri="{FF2B5EF4-FFF2-40B4-BE49-F238E27FC236}">
                  <a16:creationId xmlns:a16="http://schemas.microsoft.com/office/drawing/2014/main" id="{8AEC4B81-6C87-E4B2-DB91-3C9F7BE82634}"/>
                </a:ext>
              </a:extLst>
            </p:cNvPr>
            <p:cNvSpPr/>
            <p:nvPr/>
          </p:nvSpPr>
          <p:spPr>
            <a:xfrm>
              <a:off x="182601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6" name="Rectangle 8375">
              <a:extLst>
                <a:ext uri="{FF2B5EF4-FFF2-40B4-BE49-F238E27FC236}">
                  <a16:creationId xmlns:a16="http://schemas.microsoft.com/office/drawing/2014/main" id="{7628BB35-646F-7104-3E97-27EA59DDE2A6}"/>
                </a:ext>
              </a:extLst>
            </p:cNvPr>
            <p:cNvSpPr/>
            <p:nvPr/>
          </p:nvSpPr>
          <p:spPr>
            <a:xfrm>
              <a:off x="182601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7" name="Rectangle 8376">
              <a:extLst>
                <a:ext uri="{FF2B5EF4-FFF2-40B4-BE49-F238E27FC236}">
                  <a16:creationId xmlns:a16="http://schemas.microsoft.com/office/drawing/2014/main" id="{3C6C6D26-DD64-7B6A-D581-3FAAF8D1EE84}"/>
                </a:ext>
              </a:extLst>
            </p:cNvPr>
            <p:cNvSpPr/>
            <p:nvPr/>
          </p:nvSpPr>
          <p:spPr>
            <a:xfrm>
              <a:off x="182601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8" name="Rectangle 8377">
              <a:extLst>
                <a:ext uri="{FF2B5EF4-FFF2-40B4-BE49-F238E27FC236}">
                  <a16:creationId xmlns:a16="http://schemas.microsoft.com/office/drawing/2014/main" id="{7E7A7202-934F-F5C4-999E-221FC6FB5862}"/>
                </a:ext>
              </a:extLst>
            </p:cNvPr>
            <p:cNvSpPr/>
            <p:nvPr/>
          </p:nvSpPr>
          <p:spPr>
            <a:xfrm>
              <a:off x="182601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9" name="Rectangle 8378">
              <a:extLst>
                <a:ext uri="{FF2B5EF4-FFF2-40B4-BE49-F238E27FC236}">
                  <a16:creationId xmlns:a16="http://schemas.microsoft.com/office/drawing/2014/main" id="{A089BAD2-E7F4-5C02-DEA8-F5309659D13C}"/>
                </a:ext>
              </a:extLst>
            </p:cNvPr>
            <p:cNvSpPr/>
            <p:nvPr/>
          </p:nvSpPr>
          <p:spPr>
            <a:xfrm>
              <a:off x="301472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0" name="Rectangle 8379">
              <a:extLst>
                <a:ext uri="{FF2B5EF4-FFF2-40B4-BE49-F238E27FC236}">
                  <a16:creationId xmlns:a16="http://schemas.microsoft.com/office/drawing/2014/main" id="{51E5337D-8292-AB49-0045-08EE6C2E66C6}"/>
                </a:ext>
              </a:extLst>
            </p:cNvPr>
            <p:cNvSpPr/>
            <p:nvPr/>
          </p:nvSpPr>
          <p:spPr>
            <a:xfrm>
              <a:off x="301472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1" name="Rectangle 8380">
              <a:extLst>
                <a:ext uri="{FF2B5EF4-FFF2-40B4-BE49-F238E27FC236}">
                  <a16:creationId xmlns:a16="http://schemas.microsoft.com/office/drawing/2014/main" id="{24F47EEB-1276-3108-C985-CAC9B9E1B642}"/>
                </a:ext>
              </a:extLst>
            </p:cNvPr>
            <p:cNvSpPr/>
            <p:nvPr/>
          </p:nvSpPr>
          <p:spPr>
            <a:xfrm>
              <a:off x="301472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2" name="Rectangle 8381">
              <a:extLst>
                <a:ext uri="{FF2B5EF4-FFF2-40B4-BE49-F238E27FC236}">
                  <a16:creationId xmlns:a16="http://schemas.microsoft.com/office/drawing/2014/main" id="{769DE740-A4A3-48A2-C6E6-5DEFFFF2C130}"/>
                </a:ext>
              </a:extLst>
            </p:cNvPr>
            <p:cNvSpPr/>
            <p:nvPr/>
          </p:nvSpPr>
          <p:spPr>
            <a:xfrm>
              <a:off x="301472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3" name="Rectangle 8382">
              <a:extLst>
                <a:ext uri="{FF2B5EF4-FFF2-40B4-BE49-F238E27FC236}">
                  <a16:creationId xmlns:a16="http://schemas.microsoft.com/office/drawing/2014/main" id="{4855222E-9911-A105-EB53-ABAC3A1C65C0}"/>
                </a:ext>
              </a:extLst>
            </p:cNvPr>
            <p:cNvSpPr/>
            <p:nvPr/>
          </p:nvSpPr>
          <p:spPr>
            <a:xfrm>
              <a:off x="301472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4" name="Rectangle 8383">
              <a:extLst>
                <a:ext uri="{FF2B5EF4-FFF2-40B4-BE49-F238E27FC236}">
                  <a16:creationId xmlns:a16="http://schemas.microsoft.com/office/drawing/2014/main" id="{83163BEE-FB6F-4E47-D26C-68AACE1A62C8}"/>
                </a:ext>
              </a:extLst>
            </p:cNvPr>
            <p:cNvSpPr/>
            <p:nvPr/>
          </p:nvSpPr>
          <p:spPr>
            <a:xfrm>
              <a:off x="301472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5" name="Rectangle 8384">
              <a:extLst>
                <a:ext uri="{FF2B5EF4-FFF2-40B4-BE49-F238E27FC236}">
                  <a16:creationId xmlns:a16="http://schemas.microsoft.com/office/drawing/2014/main" id="{FFD24892-0F12-3709-CC51-962288E6D190}"/>
                </a:ext>
              </a:extLst>
            </p:cNvPr>
            <p:cNvSpPr/>
            <p:nvPr/>
          </p:nvSpPr>
          <p:spPr>
            <a:xfrm>
              <a:off x="301472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6" name="Rectangle 8385">
              <a:extLst>
                <a:ext uri="{FF2B5EF4-FFF2-40B4-BE49-F238E27FC236}">
                  <a16:creationId xmlns:a16="http://schemas.microsoft.com/office/drawing/2014/main" id="{C9C3450C-2680-4F88-7503-3E1808762208}"/>
                </a:ext>
              </a:extLst>
            </p:cNvPr>
            <p:cNvSpPr/>
            <p:nvPr/>
          </p:nvSpPr>
          <p:spPr>
            <a:xfrm>
              <a:off x="301472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7" name="Rectangle 8386">
              <a:extLst>
                <a:ext uri="{FF2B5EF4-FFF2-40B4-BE49-F238E27FC236}">
                  <a16:creationId xmlns:a16="http://schemas.microsoft.com/office/drawing/2014/main" id="{833E0A17-DFB3-63B1-5BB1-CC53CAEE6077}"/>
                </a:ext>
              </a:extLst>
            </p:cNvPr>
            <p:cNvSpPr/>
            <p:nvPr/>
          </p:nvSpPr>
          <p:spPr>
            <a:xfrm>
              <a:off x="301472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8" name="Rectangle 8387">
              <a:extLst>
                <a:ext uri="{FF2B5EF4-FFF2-40B4-BE49-F238E27FC236}">
                  <a16:creationId xmlns:a16="http://schemas.microsoft.com/office/drawing/2014/main" id="{14854738-778F-E6C9-FE02-F446C252E7DC}"/>
                </a:ext>
              </a:extLst>
            </p:cNvPr>
            <p:cNvSpPr/>
            <p:nvPr/>
          </p:nvSpPr>
          <p:spPr>
            <a:xfrm>
              <a:off x="301472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9" name="Rectangle 8388">
              <a:extLst>
                <a:ext uri="{FF2B5EF4-FFF2-40B4-BE49-F238E27FC236}">
                  <a16:creationId xmlns:a16="http://schemas.microsoft.com/office/drawing/2014/main" id="{6F625E9B-A97F-60D4-4174-E5E4799AA0B5}"/>
                </a:ext>
              </a:extLst>
            </p:cNvPr>
            <p:cNvSpPr/>
            <p:nvPr/>
          </p:nvSpPr>
          <p:spPr>
            <a:xfrm>
              <a:off x="301472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0" name="Rectangle 8389">
              <a:extLst>
                <a:ext uri="{FF2B5EF4-FFF2-40B4-BE49-F238E27FC236}">
                  <a16:creationId xmlns:a16="http://schemas.microsoft.com/office/drawing/2014/main" id="{24214FF1-24AB-00FB-86B1-E27D45A8161D}"/>
                </a:ext>
              </a:extLst>
            </p:cNvPr>
            <p:cNvSpPr/>
            <p:nvPr/>
          </p:nvSpPr>
          <p:spPr>
            <a:xfrm>
              <a:off x="301472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1" name="Rectangle 8390">
              <a:extLst>
                <a:ext uri="{FF2B5EF4-FFF2-40B4-BE49-F238E27FC236}">
                  <a16:creationId xmlns:a16="http://schemas.microsoft.com/office/drawing/2014/main" id="{BC023D29-0879-F345-1978-6719E76A2072}"/>
                </a:ext>
              </a:extLst>
            </p:cNvPr>
            <p:cNvSpPr/>
            <p:nvPr/>
          </p:nvSpPr>
          <p:spPr>
            <a:xfrm>
              <a:off x="301472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2" name="Rectangle 8391">
              <a:extLst>
                <a:ext uri="{FF2B5EF4-FFF2-40B4-BE49-F238E27FC236}">
                  <a16:creationId xmlns:a16="http://schemas.microsoft.com/office/drawing/2014/main" id="{A81133C3-4676-BD2C-DB29-C5ED6A954912}"/>
                </a:ext>
              </a:extLst>
            </p:cNvPr>
            <p:cNvSpPr/>
            <p:nvPr/>
          </p:nvSpPr>
          <p:spPr>
            <a:xfrm>
              <a:off x="301472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3" name="Rectangle 8392">
              <a:extLst>
                <a:ext uri="{FF2B5EF4-FFF2-40B4-BE49-F238E27FC236}">
                  <a16:creationId xmlns:a16="http://schemas.microsoft.com/office/drawing/2014/main" id="{1EC66404-0E1D-4650-E3C8-E7BA4A234C2E}"/>
                </a:ext>
              </a:extLst>
            </p:cNvPr>
            <p:cNvSpPr/>
            <p:nvPr/>
          </p:nvSpPr>
          <p:spPr>
            <a:xfrm>
              <a:off x="301472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4" name="Rectangle 8393">
              <a:extLst>
                <a:ext uri="{FF2B5EF4-FFF2-40B4-BE49-F238E27FC236}">
                  <a16:creationId xmlns:a16="http://schemas.microsoft.com/office/drawing/2014/main" id="{D618592E-5A2D-43B7-DAE2-CF903B68B883}"/>
                </a:ext>
              </a:extLst>
            </p:cNvPr>
            <p:cNvSpPr/>
            <p:nvPr/>
          </p:nvSpPr>
          <p:spPr>
            <a:xfrm>
              <a:off x="301472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5" name="Rectangle 8394">
              <a:extLst>
                <a:ext uri="{FF2B5EF4-FFF2-40B4-BE49-F238E27FC236}">
                  <a16:creationId xmlns:a16="http://schemas.microsoft.com/office/drawing/2014/main" id="{06DE74EF-1763-F157-BE59-437F9EE0996C}"/>
                </a:ext>
              </a:extLst>
            </p:cNvPr>
            <p:cNvSpPr/>
            <p:nvPr/>
          </p:nvSpPr>
          <p:spPr>
            <a:xfrm>
              <a:off x="301472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6" name="Rectangle 8395">
              <a:extLst>
                <a:ext uri="{FF2B5EF4-FFF2-40B4-BE49-F238E27FC236}">
                  <a16:creationId xmlns:a16="http://schemas.microsoft.com/office/drawing/2014/main" id="{02039DCE-62A1-FC59-7BF1-33CD3B5B96DC}"/>
                </a:ext>
              </a:extLst>
            </p:cNvPr>
            <p:cNvSpPr/>
            <p:nvPr/>
          </p:nvSpPr>
          <p:spPr>
            <a:xfrm>
              <a:off x="301472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7" name="Rectangle 8396">
              <a:extLst>
                <a:ext uri="{FF2B5EF4-FFF2-40B4-BE49-F238E27FC236}">
                  <a16:creationId xmlns:a16="http://schemas.microsoft.com/office/drawing/2014/main" id="{1CBAA4A1-BC21-E1A9-8E8C-32498C1D6131}"/>
                </a:ext>
              </a:extLst>
            </p:cNvPr>
            <p:cNvSpPr/>
            <p:nvPr/>
          </p:nvSpPr>
          <p:spPr>
            <a:xfrm>
              <a:off x="301472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8" name="Rectangle 8397">
              <a:extLst>
                <a:ext uri="{FF2B5EF4-FFF2-40B4-BE49-F238E27FC236}">
                  <a16:creationId xmlns:a16="http://schemas.microsoft.com/office/drawing/2014/main" id="{4C7B63B1-22C2-0B06-DFCB-D034D5D2F91C}"/>
                </a:ext>
              </a:extLst>
            </p:cNvPr>
            <p:cNvSpPr/>
            <p:nvPr/>
          </p:nvSpPr>
          <p:spPr>
            <a:xfrm>
              <a:off x="301472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9" name="Rectangle 8398">
              <a:extLst>
                <a:ext uri="{FF2B5EF4-FFF2-40B4-BE49-F238E27FC236}">
                  <a16:creationId xmlns:a16="http://schemas.microsoft.com/office/drawing/2014/main" id="{A9B1C89D-0A9F-6EA3-8A76-E2DDCF209664}"/>
                </a:ext>
              </a:extLst>
            </p:cNvPr>
            <p:cNvSpPr/>
            <p:nvPr/>
          </p:nvSpPr>
          <p:spPr>
            <a:xfrm>
              <a:off x="301472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0" name="Rectangle 8399">
              <a:extLst>
                <a:ext uri="{FF2B5EF4-FFF2-40B4-BE49-F238E27FC236}">
                  <a16:creationId xmlns:a16="http://schemas.microsoft.com/office/drawing/2014/main" id="{FC81BCC2-66F5-2608-212D-ED3CE311707C}"/>
                </a:ext>
              </a:extLst>
            </p:cNvPr>
            <p:cNvSpPr/>
            <p:nvPr/>
          </p:nvSpPr>
          <p:spPr>
            <a:xfrm>
              <a:off x="301472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1" name="Rectangle 8400">
              <a:extLst>
                <a:ext uri="{FF2B5EF4-FFF2-40B4-BE49-F238E27FC236}">
                  <a16:creationId xmlns:a16="http://schemas.microsoft.com/office/drawing/2014/main" id="{04DA02BE-CDAE-02C3-AAEE-1348065EC704}"/>
                </a:ext>
              </a:extLst>
            </p:cNvPr>
            <p:cNvSpPr/>
            <p:nvPr/>
          </p:nvSpPr>
          <p:spPr>
            <a:xfrm>
              <a:off x="301472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2" name="Rectangle 8401">
              <a:extLst>
                <a:ext uri="{FF2B5EF4-FFF2-40B4-BE49-F238E27FC236}">
                  <a16:creationId xmlns:a16="http://schemas.microsoft.com/office/drawing/2014/main" id="{37D622A4-0E59-26CB-E56D-FA92BE322134}"/>
                </a:ext>
              </a:extLst>
            </p:cNvPr>
            <p:cNvSpPr/>
            <p:nvPr/>
          </p:nvSpPr>
          <p:spPr>
            <a:xfrm>
              <a:off x="301472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3" name="Rectangle 8402">
              <a:extLst>
                <a:ext uri="{FF2B5EF4-FFF2-40B4-BE49-F238E27FC236}">
                  <a16:creationId xmlns:a16="http://schemas.microsoft.com/office/drawing/2014/main" id="{E40D0F9D-0F67-36D6-1E67-40CABE21B217}"/>
                </a:ext>
              </a:extLst>
            </p:cNvPr>
            <p:cNvSpPr/>
            <p:nvPr/>
          </p:nvSpPr>
          <p:spPr>
            <a:xfrm>
              <a:off x="301472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4" name="Rectangle 8403">
              <a:extLst>
                <a:ext uri="{FF2B5EF4-FFF2-40B4-BE49-F238E27FC236}">
                  <a16:creationId xmlns:a16="http://schemas.microsoft.com/office/drawing/2014/main" id="{D9526223-92D0-47D0-2B17-B5CD6EA6DC3B}"/>
                </a:ext>
              </a:extLst>
            </p:cNvPr>
            <p:cNvSpPr/>
            <p:nvPr/>
          </p:nvSpPr>
          <p:spPr>
            <a:xfrm>
              <a:off x="301472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5" name="Rectangle 8404">
              <a:extLst>
                <a:ext uri="{FF2B5EF4-FFF2-40B4-BE49-F238E27FC236}">
                  <a16:creationId xmlns:a16="http://schemas.microsoft.com/office/drawing/2014/main" id="{B4973480-A2C8-738E-BFCF-621F2DCB5830}"/>
                </a:ext>
              </a:extLst>
            </p:cNvPr>
            <p:cNvSpPr/>
            <p:nvPr/>
          </p:nvSpPr>
          <p:spPr>
            <a:xfrm>
              <a:off x="301472" y="3185890"/>
              <a:ext cx="118872" cy="40766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6" name="Rectangle 8405">
              <a:extLst>
                <a:ext uri="{FF2B5EF4-FFF2-40B4-BE49-F238E27FC236}">
                  <a16:creationId xmlns:a16="http://schemas.microsoft.com/office/drawing/2014/main" id="{B2EF5FB2-AC83-9E7D-6CAC-49AF87D2E6A8}"/>
                </a:ext>
              </a:extLst>
            </p:cNvPr>
            <p:cNvSpPr/>
            <p:nvPr/>
          </p:nvSpPr>
          <p:spPr>
            <a:xfrm>
              <a:off x="301472" y="3226784"/>
              <a:ext cx="118872" cy="40766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7" name="Rectangle 8406">
              <a:extLst>
                <a:ext uri="{FF2B5EF4-FFF2-40B4-BE49-F238E27FC236}">
                  <a16:creationId xmlns:a16="http://schemas.microsoft.com/office/drawing/2014/main" id="{6470CF4E-C051-CAB3-8BE7-A3BC6D835B38}"/>
                </a:ext>
              </a:extLst>
            </p:cNvPr>
            <p:cNvSpPr/>
            <p:nvPr/>
          </p:nvSpPr>
          <p:spPr>
            <a:xfrm>
              <a:off x="301472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8" name="Rectangle 8407">
              <a:extLst>
                <a:ext uri="{FF2B5EF4-FFF2-40B4-BE49-F238E27FC236}">
                  <a16:creationId xmlns:a16="http://schemas.microsoft.com/office/drawing/2014/main" id="{C785B8B4-6435-3472-AFA6-5E97FF18396E}"/>
                </a:ext>
              </a:extLst>
            </p:cNvPr>
            <p:cNvSpPr/>
            <p:nvPr/>
          </p:nvSpPr>
          <p:spPr>
            <a:xfrm>
              <a:off x="301472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9" name="Rectangle 8408">
              <a:extLst>
                <a:ext uri="{FF2B5EF4-FFF2-40B4-BE49-F238E27FC236}">
                  <a16:creationId xmlns:a16="http://schemas.microsoft.com/office/drawing/2014/main" id="{2F517424-871E-903B-54BA-58A0B41E97C9}"/>
                </a:ext>
              </a:extLst>
            </p:cNvPr>
            <p:cNvSpPr/>
            <p:nvPr/>
          </p:nvSpPr>
          <p:spPr>
            <a:xfrm>
              <a:off x="301472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0" name="Rectangle 8409">
              <a:extLst>
                <a:ext uri="{FF2B5EF4-FFF2-40B4-BE49-F238E27FC236}">
                  <a16:creationId xmlns:a16="http://schemas.microsoft.com/office/drawing/2014/main" id="{DA8CB919-6E26-56EB-1CD7-369024B475DE}"/>
                </a:ext>
              </a:extLst>
            </p:cNvPr>
            <p:cNvSpPr/>
            <p:nvPr/>
          </p:nvSpPr>
          <p:spPr>
            <a:xfrm>
              <a:off x="301472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1" name="Rectangle 8410">
              <a:extLst>
                <a:ext uri="{FF2B5EF4-FFF2-40B4-BE49-F238E27FC236}">
                  <a16:creationId xmlns:a16="http://schemas.microsoft.com/office/drawing/2014/main" id="{75A893DC-B9B7-33C4-99C3-0202F8975F2D}"/>
                </a:ext>
              </a:extLst>
            </p:cNvPr>
            <p:cNvSpPr/>
            <p:nvPr/>
          </p:nvSpPr>
          <p:spPr>
            <a:xfrm>
              <a:off x="301472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2" name="Rectangle 8411">
              <a:extLst>
                <a:ext uri="{FF2B5EF4-FFF2-40B4-BE49-F238E27FC236}">
                  <a16:creationId xmlns:a16="http://schemas.microsoft.com/office/drawing/2014/main" id="{B42A0319-3220-A1DE-98C1-36942C6637B3}"/>
                </a:ext>
              </a:extLst>
            </p:cNvPr>
            <p:cNvSpPr/>
            <p:nvPr/>
          </p:nvSpPr>
          <p:spPr>
            <a:xfrm>
              <a:off x="301472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3" name="Rectangle 8412">
              <a:extLst>
                <a:ext uri="{FF2B5EF4-FFF2-40B4-BE49-F238E27FC236}">
                  <a16:creationId xmlns:a16="http://schemas.microsoft.com/office/drawing/2014/main" id="{9D6A2446-433D-F198-3EEF-E7BEE5C77809}"/>
                </a:ext>
              </a:extLst>
            </p:cNvPr>
            <p:cNvSpPr/>
            <p:nvPr/>
          </p:nvSpPr>
          <p:spPr>
            <a:xfrm>
              <a:off x="301472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4" name="Rectangle 8413">
              <a:extLst>
                <a:ext uri="{FF2B5EF4-FFF2-40B4-BE49-F238E27FC236}">
                  <a16:creationId xmlns:a16="http://schemas.microsoft.com/office/drawing/2014/main" id="{826EEC3B-52FF-C59F-89D6-1C2D2067D56B}"/>
                </a:ext>
              </a:extLst>
            </p:cNvPr>
            <p:cNvSpPr/>
            <p:nvPr/>
          </p:nvSpPr>
          <p:spPr>
            <a:xfrm>
              <a:off x="301472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5" name="Rectangle 8414">
              <a:extLst>
                <a:ext uri="{FF2B5EF4-FFF2-40B4-BE49-F238E27FC236}">
                  <a16:creationId xmlns:a16="http://schemas.microsoft.com/office/drawing/2014/main" id="{4125E45A-6DF6-D9B7-2C88-F5AE6B7EFD74}"/>
                </a:ext>
              </a:extLst>
            </p:cNvPr>
            <p:cNvSpPr/>
            <p:nvPr/>
          </p:nvSpPr>
          <p:spPr>
            <a:xfrm>
              <a:off x="301472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6" name="Rectangle 8415">
              <a:extLst>
                <a:ext uri="{FF2B5EF4-FFF2-40B4-BE49-F238E27FC236}">
                  <a16:creationId xmlns:a16="http://schemas.microsoft.com/office/drawing/2014/main" id="{AF0B7D70-52BA-B882-198F-A511A029F107}"/>
                </a:ext>
              </a:extLst>
            </p:cNvPr>
            <p:cNvSpPr/>
            <p:nvPr/>
          </p:nvSpPr>
          <p:spPr>
            <a:xfrm>
              <a:off x="301472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7" name="Rectangle 8416">
              <a:extLst>
                <a:ext uri="{FF2B5EF4-FFF2-40B4-BE49-F238E27FC236}">
                  <a16:creationId xmlns:a16="http://schemas.microsoft.com/office/drawing/2014/main" id="{FA810688-69B8-DA55-5E08-02D660468830}"/>
                </a:ext>
              </a:extLst>
            </p:cNvPr>
            <p:cNvSpPr/>
            <p:nvPr/>
          </p:nvSpPr>
          <p:spPr>
            <a:xfrm>
              <a:off x="301472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8" name="Rectangle 8417">
              <a:extLst>
                <a:ext uri="{FF2B5EF4-FFF2-40B4-BE49-F238E27FC236}">
                  <a16:creationId xmlns:a16="http://schemas.microsoft.com/office/drawing/2014/main" id="{3B7F1E6F-3E13-A9DE-2250-CCC0EAFFC547}"/>
                </a:ext>
              </a:extLst>
            </p:cNvPr>
            <p:cNvSpPr/>
            <p:nvPr/>
          </p:nvSpPr>
          <p:spPr>
            <a:xfrm>
              <a:off x="301472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9" name="Rectangle 8418">
              <a:extLst>
                <a:ext uri="{FF2B5EF4-FFF2-40B4-BE49-F238E27FC236}">
                  <a16:creationId xmlns:a16="http://schemas.microsoft.com/office/drawing/2014/main" id="{240A6AC0-F54D-5F56-3D82-68BDB41E496B}"/>
                </a:ext>
              </a:extLst>
            </p:cNvPr>
            <p:cNvSpPr/>
            <p:nvPr/>
          </p:nvSpPr>
          <p:spPr>
            <a:xfrm>
              <a:off x="301472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0" name="Rectangle 8419">
              <a:extLst>
                <a:ext uri="{FF2B5EF4-FFF2-40B4-BE49-F238E27FC236}">
                  <a16:creationId xmlns:a16="http://schemas.microsoft.com/office/drawing/2014/main" id="{A25DBBCE-F974-E7E5-1C01-07F262EC1F7A}"/>
                </a:ext>
              </a:extLst>
            </p:cNvPr>
            <p:cNvSpPr/>
            <p:nvPr/>
          </p:nvSpPr>
          <p:spPr>
            <a:xfrm>
              <a:off x="301472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1" name="Rectangle 8420">
              <a:extLst>
                <a:ext uri="{FF2B5EF4-FFF2-40B4-BE49-F238E27FC236}">
                  <a16:creationId xmlns:a16="http://schemas.microsoft.com/office/drawing/2014/main" id="{A6445D50-73C4-BBD7-116F-B5C5B8E47F75}"/>
                </a:ext>
              </a:extLst>
            </p:cNvPr>
            <p:cNvSpPr/>
            <p:nvPr/>
          </p:nvSpPr>
          <p:spPr>
            <a:xfrm>
              <a:off x="301472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2" name="Rectangle 8421">
              <a:extLst>
                <a:ext uri="{FF2B5EF4-FFF2-40B4-BE49-F238E27FC236}">
                  <a16:creationId xmlns:a16="http://schemas.microsoft.com/office/drawing/2014/main" id="{5EA67395-ED29-9D26-66AD-BD002B4EF2AF}"/>
                </a:ext>
              </a:extLst>
            </p:cNvPr>
            <p:cNvSpPr/>
            <p:nvPr/>
          </p:nvSpPr>
          <p:spPr>
            <a:xfrm>
              <a:off x="301472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3" name="Rectangle 8422">
              <a:extLst>
                <a:ext uri="{FF2B5EF4-FFF2-40B4-BE49-F238E27FC236}">
                  <a16:creationId xmlns:a16="http://schemas.microsoft.com/office/drawing/2014/main" id="{633595B9-654F-F73A-71EA-B2A4496F8A36}"/>
                </a:ext>
              </a:extLst>
            </p:cNvPr>
            <p:cNvSpPr/>
            <p:nvPr/>
          </p:nvSpPr>
          <p:spPr>
            <a:xfrm>
              <a:off x="301472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4" name="Rectangle 8423">
              <a:extLst>
                <a:ext uri="{FF2B5EF4-FFF2-40B4-BE49-F238E27FC236}">
                  <a16:creationId xmlns:a16="http://schemas.microsoft.com/office/drawing/2014/main" id="{84EFA0B6-70C6-1044-E6C4-911C5D088EFD}"/>
                </a:ext>
              </a:extLst>
            </p:cNvPr>
            <p:cNvSpPr/>
            <p:nvPr/>
          </p:nvSpPr>
          <p:spPr>
            <a:xfrm>
              <a:off x="301472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5" name="Rectangle 8424">
              <a:extLst>
                <a:ext uri="{FF2B5EF4-FFF2-40B4-BE49-F238E27FC236}">
                  <a16:creationId xmlns:a16="http://schemas.microsoft.com/office/drawing/2014/main" id="{F68E4F66-278B-6DA7-12AB-B2DE28B3907B}"/>
                </a:ext>
              </a:extLst>
            </p:cNvPr>
            <p:cNvSpPr/>
            <p:nvPr/>
          </p:nvSpPr>
          <p:spPr>
            <a:xfrm>
              <a:off x="301472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6" name="Rectangle 8425">
              <a:extLst>
                <a:ext uri="{FF2B5EF4-FFF2-40B4-BE49-F238E27FC236}">
                  <a16:creationId xmlns:a16="http://schemas.microsoft.com/office/drawing/2014/main" id="{56F3366B-E38A-7D0B-4B06-3DA4CCB50FAB}"/>
                </a:ext>
              </a:extLst>
            </p:cNvPr>
            <p:cNvSpPr/>
            <p:nvPr/>
          </p:nvSpPr>
          <p:spPr>
            <a:xfrm>
              <a:off x="301472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7" name="Rectangle 8426">
              <a:extLst>
                <a:ext uri="{FF2B5EF4-FFF2-40B4-BE49-F238E27FC236}">
                  <a16:creationId xmlns:a16="http://schemas.microsoft.com/office/drawing/2014/main" id="{FC5221E5-3287-95BE-3FF6-BFE251AD4D67}"/>
                </a:ext>
              </a:extLst>
            </p:cNvPr>
            <p:cNvSpPr/>
            <p:nvPr/>
          </p:nvSpPr>
          <p:spPr>
            <a:xfrm>
              <a:off x="301472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8" name="Rectangle 8427">
              <a:extLst>
                <a:ext uri="{FF2B5EF4-FFF2-40B4-BE49-F238E27FC236}">
                  <a16:creationId xmlns:a16="http://schemas.microsoft.com/office/drawing/2014/main" id="{B364930D-B4EF-EEB0-69FD-886A86F72E78}"/>
                </a:ext>
              </a:extLst>
            </p:cNvPr>
            <p:cNvSpPr/>
            <p:nvPr/>
          </p:nvSpPr>
          <p:spPr>
            <a:xfrm>
              <a:off x="301472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9" name="Rectangle 8428">
              <a:extLst>
                <a:ext uri="{FF2B5EF4-FFF2-40B4-BE49-F238E27FC236}">
                  <a16:creationId xmlns:a16="http://schemas.microsoft.com/office/drawing/2014/main" id="{E115F660-8CAC-A7B3-D448-3EC5D621824F}"/>
                </a:ext>
              </a:extLst>
            </p:cNvPr>
            <p:cNvSpPr/>
            <p:nvPr/>
          </p:nvSpPr>
          <p:spPr>
            <a:xfrm>
              <a:off x="301472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0" name="Rectangle 8429">
              <a:extLst>
                <a:ext uri="{FF2B5EF4-FFF2-40B4-BE49-F238E27FC236}">
                  <a16:creationId xmlns:a16="http://schemas.microsoft.com/office/drawing/2014/main" id="{053AE164-1E5C-098B-7C36-354BEDE8E679}"/>
                </a:ext>
              </a:extLst>
            </p:cNvPr>
            <p:cNvSpPr/>
            <p:nvPr/>
          </p:nvSpPr>
          <p:spPr>
            <a:xfrm>
              <a:off x="301472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1" name="Rectangle 8430">
              <a:extLst>
                <a:ext uri="{FF2B5EF4-FFF2-40B4-BE49-F238E27FC236}">
                  <a16:creationId xmlns:a16="http://schemas.microsoft.com/office/drawing/2014/main" id="{B01E1255-0563-F669-41CA-0A2A73A38DE3}"/>
                </a:ext>
              </a:extLst>
            </p:cNvPr>
            <p:cNvSpPr/>
            <p:nvPr/>
          </p:nvSpPr>
          <p:spPr>
            <a:xfrm>
              <a:off x="301472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2" name="Rectangle 8431">
              <a:extLst>
                <a:ext uri="{FF2B5EF4-FFF2-40B4-BE49-F238E27FC236}">
                  <a16:creationId xmlns:a16="http://schemas.microsoft.com/office/drawing/2014/main" id="{A1A08889-C5E1-5BAA-CAAA-CCB4C912BCB2}"/>
                </a:ext>
              </a:extLst>
            </p:cNvPr>
            <p:cNvSpPr/>
            <p:nvPr/>
          </p:nvSpPr>
          <p:spPr>
            <a:xfrm>
              <a:off x="301472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3" name="Rectangle 8432">
              <a:extLst>
                <a:ext uri="{FF2B5EF4-FFF2-40B4-BE49-F238E27FC236}">
                  <a16:creationId xmlns:a16="http://schemas.microsoft.com/office/drawing/2014/main" id="{05EF1ECA-0427-B38F-9EDE-CB78280AF401}"/>
                </a:ext>
              </a:extLst>
            </p:cNvPr>
            <p:cNvSpPr/>
            <p:nvPr/>
          </p:nvSpPr>
          <p:spPr>
            <a:xfrm>
              <a:off x="301472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4" name="Rectangle 8433">
              <a:extLst>
                <a:ext uri="{FF2B5EF4-FFF2-40B4-BE49-F238E27FC236}">
                  <a16:creationId xmlns:a16="http://schemas.microsoft.com/office/drawing/2014/main" id="{403AE6F2-D5B9-9E4A-6F18-E5229E846D0A}"/>
                </a:ext>
              </a:extLst>
            </p:cNvPr>
            <p:cNvSpPr/>
            <p:nvPr/>
          </p:nvSpPr>
          <p:spPr>
            <a:xfrm>
              <a:off x="301472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5" name="Rectangle 8434">
              <a:extLst>
                <a:ext uri="{FF2B5EF4-FFF2-40B4-BE49-F238E27FC236}">
                  <a16:creationId xmlns:a16="http://schemas.microsoft.com/office/drawing/2014/main" id="{01E365B0-3071-92B4-FA61-4AB87F68BAD7}"/>
                </a:ext>
              </a:extLst>
            </p:cNvPr>
            <p:cNvSpPr/>
            <p:nvPr/>
          </p:nvSpPr>
          <p:spPr>
            <a:xfrm>
              <a:off x="301472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6" name="Rectangle 8435">
              <a:extLst>
                <a:ext uri="{FF2B5EF4-FFF2-40B4-BE49-F238E27FC236}">
                  <a16:creationId xmlns:a16="http://schemas.microsoft.com/office/drawing/2014/main" id="{38BF5788-3864-590B-D02F-03E183D64562}"/>
                </a:ext>
              </a:extLst>
            </p:cNvPr>
            <p:cNvSpPr/>
            <p:nvPr/>
          </p:nvSpPr>
          <p:spPr>
            <a:xfrm>
              <a:off x="301472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7" name="Rectangle 8436">
              <a:extLst>
                <a:ext uri="{FF2B5EF4-FFF2-40B4-BE49-F238E27FC236}">
                  <a16:creationId xmlns:a16="http://schemas.microsoft.com/office/drawing/2014/main" id="{6E2428EA-429A-EAFE-4936-5142BFF4DB0E}"/>
                </a:ext>
              </a:extLst>
            </p:cNvPr>
            <p:cNvSpPr/>
            <p:nvPr/>
          </p:nvSpPr>
          <p:spPr>
            <a:xfrm>
              <a:off x="301472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8" name="Rectangle 8437">
              <a:extLst>
                <a:ext uri="{FF2B5EF4-FFF2-40B4-BE49-F238E27FC236}">
                  <a16:creationId xmlns:a16="http://schemas.microsoft.com/office/drawing/2014/main" id="{76C390A6-E572-9E41-1BA0-FC1FE94423DC}"/>
                </a:ext>
              </a:extLst>
            </p:cNvPr>
            <p:cNvSpPr/>
            <p:nvPr/>
          </p:nvSpPr>
          <p:spPr>
            <a:xfrm>
              <a:off x="301472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9" name="Rectangle 8438">
              <a:extLst>
                <a:ext uri="{FF2B5EF4-FFF2-40B4-BE49-F238E27FC236}">
                  <a16:creationId xmlns:a16="http://schemas.microsoft.com/office/drawing/2014/main" id="{379B3F61-76CC-80B1-603A-D0095C8791AF}"/>
                </a:ext>
              </a:extLst>
            </p:cNvPr>
            <p:cNvSpPr/>
            <p:nvPr/>
          </p:nvSpPr>
          <p:spPr>
            <a:xfrm>
              <a:off x="301472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0" name="Rectangle 8439">
              <a:extLst>
                <a:ext uri="{FF2B5EF4-FFF2-40B4-BE49-F238E27FC236}">
                  <a16:creationId xmlns:a16="http://schemas.microsoft.com/office/drawing/2014/main" id="{A2C1874D-B9AB-31AA-D242-6E6E522B8AD4}"/>
                </a:ext>
              </a:extLst>
            </p:cNvPr>
            <p:cNvSpPr/>
            <p:nvPr/>
          </p:nvSpPr>
          <p:spPr>
            <a:xfrm>
              <a:off x="301472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1" name="Rectangle 8440">
              <a:extLst>
                <a:ext uri="{FF2B5EF4-FFF2-40B4-BE49-F238E27FC236}">
                  <a16:creationId xmlns:a16="http://schemas.microsoft.com/office/drawing/2014/main" id="{D5185C83-D14B-6BCD-6B14-01C07A65416F}"/>
                </a:ext>
              </a:extLst>
            </p:cNvPr>
            <p:cNvSpPr/>
            <p:nvPr/>
          </p:nvSpPr>
          <p:spPr>
            <a:xfrm>
              <a:off x="301472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2" name="Rectangle 8441">
              <a:extLst>
                <a:ext uri="{FF2B5EF4-FFF2-40B4-BE49-F238E27FC236}">
                  <a16:creationId xmlns:a16="http://schemas.microsoft.com/office/drawing/2014/main" id="{0E988B96-9405-0939-EACB-D8439216DE5E}"/>
                </a:ext>
              </a:extLst>
            </p:cNvPr>
            <p:cNvSpPr/>
            <p:nvPr/>
          </p:nvSpPr>
          <p:spPr>
            <a:xfrm>
              <a:off x="301472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3" name="Rectangle 8442">
              <a:extLst>
                <a:ext uri="{FF2B5EF4-FFF2-40B4-BE49-F238E27FC236}">
                  <a16:creationId xmlns:a16="http://schemas.microsoft.com/office/drawing/2014/main" id="{CA072B0C-53B6-4926-EFD1-9CD942FC7B97}"/>
                </a:ext>
              </a:extLst>
            </p:cNvPr>
            <p:cNvSpPr/>
            <p:nvPr/>
          </p:nvSpPr>
          <p:spPr>
            <a:xfrm>
              <a:off x="301472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4" name="Rectangle 8443">
              <a:extLst>
                <a:ext uri="{FF2B5EF4-FFF2-40B4-BE49-F238E27FC236}">
                  <a16:creationId xmlns:a16="http://schemas.microsoft.com/office/drawing/2014/main" id="{0D1E8355-4E46-86D2-77EE-68EE3B2520DD}"/>
                </a:ext>
              </a:extLst>
            </p:cNvPr>
            <p:cNvSpPr/>
            <p:nvPr/>
          </p:nvSpPr>
          <p:spPr>
            <a:xfrm>
              <a:off x="301472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5" name="Rectangle 8444">
              <a:extLst>
                <a:ext uri="{FF2B5EF4-FFF2-40B4-BE49-F238E27FC236}">
                  <a16:creationId xmlns:a16="http://schemas.microsoft.com/office/drawing/2014/main" id="{8C03EF7E-4270-C6A8-70D8-472D18F5E6AC}"/>
                </a:ext>
              </a:extLst>
            </p:cNvPr>
            <p:cNvSpPr/>
            <p:nvPr/>
          </p:nvSpPr>
          <p:spPr>
            <a:xfrm>
              <a:off x="420218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6" name="Rectangle 8445">
              <a:extLst>
                <a:ext uri="{FF2B5EF4-FFF2-40B4-BE49-F238E27FC236}">
                  <a16:creationId xmlns:a16="http://schemas.microsoft.com/office/drawing/2014/main" id="{85859CC2-8C6E-495D-E253-993750BDE2BF}"/>
                </a:ext>
              </a:extLst>
            </p:cNvPr>
            <p:cNvSpPr/>
            <p:nvPr/>
          </p:nvSpPr>
          <p:spPr>
            <a:xfrm>
              <a:off x="420218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7" name="Rectangle 8446">
              <a:extLst>
                <a:ext uri="{FF2B5EF4-FFF2-40B4-BE49-F238E27FC236}">
                  <a16:creationId xmlns:a16="http://schemas.microsoft.com/office/drawing/2014/main" id="{82561A4E-EE0E-AA76-5975-03931B9BEEC0}"/>
                </a:ext>
              </a:extLst>
            </p:cNvPr>
            <p:cNvSpPr/>
            <p:nvPr/>
          </p:nvSpPr>
          <p:spPr>
            <a:xfrm>
              <a:off x="420218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8" name="Rectangle 8447">
              <a:extLst>
                <a:ext uri="{FF2B5EF4-FFF2-40B4-BE49-F238E27FC236}">
                  <a16:creationId xmlns:a16="http://schemas.microsoft.com/office/drawing/2014/main" id="{955A1AE2-BB33-5476-D012-B9D42E85D05B}"/>
                </a:ext>
              </a:extLst>
            </p:cNvPr>
            <p:cNvSpPr/>
            <p:nvPr/>
          </p:nvSpPr>
          <p:spPr>
            <a:xfrm>
              <a:off x="420218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9" name="Rectangle 8448">
              <a:extLst>
                <a:ext uri="{FF2B5EF4-FFF2-40B4-BE49-F238E27FC236}">
                  <a16:creationId xmlns:a16="http://schemas.microsoft.com/office/drawing/2014/main" id="{8126F519-9BC2-3D12-14B2-8A601B0E9252}"/>
                </a:ext>
              </a:extLst>
            </p:cNvPr>
            <p:cNvSpPr/>
            <p:nvPr/>
          </p:nvSpPr>
          <p:spPr>
            <a:xfrm>
              <a:off x="420218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0" name="Rectangle 8449">
              <a:extLst>
                <a:ext uri="{FF2B5EF4-FFF2-40B4-BE49-F238E27FC236}">
                  <a16:creationId xmlns:a16="http://schemas.microsoft.com/office/drawing/2014/main" id="{89ACB09C-507C-44D6-CD7B-84E95F11C300}"/>
                </a:ext>
              </a:extLst>
            </p:cNvPr>
            <p:cNvSpPr/>
            <p:nvPr/>
          </p:nvSpPr>
          <p:spPr>
            <a:xfrm>
              <a:off x="420218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1" name="Rectangle 8450">
              <a:extLst>
                <a:ext uri="{FF2B5EF4-FFF2-40B4-BE49-F238E27FC236}">
                  <a16:creationId xmlns:a16="http://schemas.microsoft.com/office/drawing/2014/main" id="{EC5B3CE9-1222-A0BF-63D8-4FA97EB65B55}"/>
                </a:ext>
              </a:extLst>
            </p:cNvPr>
            <p:cNvSpPr/>
            <p:nvPr/>
          </p:nvSpPr>
          <p:spPr>
            <a:xfrm>
              <a:off x="420218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2" name="Rectangle 8451">
              <a:extLst>
                <a:ext uri="{FF2B5EF4-FFF2-40B4-BE49-F238E27FC236}">
                  <a16:creationId xmlns:a16="http://schemas.microsoft.com/office/drawing/2014/main" id="{5CCE065F-0C68-343B-3B8A-9EA99D8446B8}"/>
                </a:ext>
              </a:extLst>
            </p:cNvPr>
            <p:cNvSpPr/>
            <p:nvPr/>
          </p:nvSpPr>
          <p:spPr>
            <a:xfrm>
              <a:off x="420218" y="2411190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3" name="Rectangle 8452">
              <a:extLst>
                <a:ext uri="{FF2B5EF4-FFF2-40B4-BE49-F238E27FC236}">
                  <a16:creationId xmlns:a16="http://schemas.microsoft.com/office/drawing/2014/main" id="{868EB6FD-C0A5-4A2B-175E-B505923DFDF9}"/>
                </a:ext>
              </a:extLst>
            </p:cNvPr>
            <p:cNvSpPr/>
            <p:nvPr/>
          </p:nvSpPr>
          <p:spPr>
            <a:xfrm>
              <a:off x="420218" y="245195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4" name="Rectangle 8453">
              <a:extLst>
                <a:ext uri="{FF2B5EF4-FFF2-40B4-BE49-F238E27FC236}">
                  <a16:creationId xmlns:a16="http://schemas.microsoft.com/office/drawing/2014/main" id="{FABC6A75-95A2-5974-0697-87279FC049E6}"/>
                </a:ext>
              </a:extLst>
            </p:cNvPr>
            <p:cNvSpPr/>
            <p:nvPr/>
          </p:nvSpPr>
          <p:spPr>
            <a:xfrm>
              <a:off x="420218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5" name="Rectangle 8454">
              <a:extLst>
                <a:ext uri="{FF2B5EF4-FFF2-40B4-BE49-F238E27FC236}">
                  <a16:creationId xmlns:a16="http://schemas.microsoft.com/office/drawing/2014/main" id="{D1A769EF-7DDF-FBD2-EE5C-8F8D2A0C9BCE}"/>
                </a:ext>
              </a:extLst>
            </p:cNvPr>
            <p:cNvSpPr/>
            <p:nvPr/>
          </p:nvSpPr>
          <p:spPr>
            <a:xfrm>
              <a:off x="420218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6" name="Rectangle 8455">
              <a:extLst>
                <a:ext uri="{FF2B5EF4-FFF2-40B4-BE49-F238E27FC236}">
                  <a16:creationId xmlns:a16="http://schemas.microsoft.com/office/drawing/2014/main" id="{CD059BFD-8F88-CA11-CC52-267351AD2FF0}"/>
                </a:ext>
              </a:extLst>
            </p:cNvPr>
            <p:cNvSpPr/>
            <p:nvPr/>
          </p:nvSpPr>
          <p:spPr>
            <a:xfrm>
              <a:off x="420218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7" name="Rectangle 8456">
              <a:extLst>
                <a:ext uri="{FF2B5EF4-FFF2-40B4-BE49-F238E27FC236}">
                  <a16:creationId xmlns:a16="http://schemas.microsoft.com/office/drawing/2014/main" id="{D4ABD349-D62D-B069-4301-ED991F533279}"/>
                </a:ext>
              </a:extLst>
            </p:cNvPr>
            <p:cNvSpPr/>
            <p:nvPr/>
          </p:nvSpPr>
          <p:spPr>
            <a:xfrm>
              <a:off x="420218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8" name="Rectangle 8457">
              <a:extLst>
                <a:ext uri="{FF2B5EF4-FFF2-40B4-BE49-F238E27FC236}">
                  <a16:creationId xmlns:a16="http://schemas.microsoft.com/office/drawing/2014/main" id="{382C1953-B97D-18F4-928C-4D4E94BD8C50}"/>
                </a:ext>
              </a:extLst>
            </p:cNvPr>
            <p:cNvSpPr/>
            <p:nvPr/>
          </p:nvSpPr>
          <p:spPr>
            <a:xfrm>
              <a:off x="420218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9" name="Rectangle 8458">
              <a:extLst>
                <a:ext uri="{FF2B5EF4-FFF2-40B4-BE49-F238E27FC236}">
                  <a16:creationId xmlns:a16="http://schemas.microsoft.com/office/drawing/2014/main" id="{110E67C3-BE95-7CBA-42C5-CAB396D1053E}"/>
                </a:ext>
              </a:extLst>
            </p:cNvPr>
            <p:cNvSpPr/>
            <p:nvPr/>
          </p:nvSpPr>
          <p:spPr>
            <a:xfrm>
              <a:off x="420218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0" name="Rectangle 8459">
              <a:extLst>
                <a:ext uri="{FF2B5EF4-FFF2-40B4-BE49-F238E27FC236}">
                  <a16:creationId xmlns:a16="http://schemas.microsoft.com/office/drawing/2014/main" id="{6E21A4DA-C4AF-4858-347B-DE79DD7436EC}"/>
                </a:ext>
              </a:extLst>
            </p:cNvPr>
            <p:cNvSpPr/>
            <p:nvPr/>
          </p:nvSpPr>
          <p:spPr>
            <a:xfrm>
              <a:off x="420218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1" name="Rectangle 8460">
              <a:extLst>
                <a:ext uri="{FF2B5EF4-FFF2-40B4-BE49-F238E27FC236}">
                  <a16:creationId xmlns:a16="http://schemas.microsoft.com/office/drawing/2014/main" id="{67D19A80-2E8F-8A17-E3E2-274560EAC60D}"/>
                </a:ext>
              </a:extLst>
            </p:cNvPr>
            <p:cNvSpPr/>
            <p:nvPr/>
          </p:nvSpPr>
          <p:spPr>
            <a:xfrm>
              <a:off x="420218" y="277822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2" name="Rectangle 8461">
              <a:extLst>
                <a:ext uri="{FF2B5EF4-FFF2-40B4-BE49-F238E27FC236}">
                  <a16:creationId xmlns:a16="http://schemas.microsoft.com/office/drawing/2014/main" id="{0F6AAC94-E2D1-FC95-77D2-21721925710F}"/>
                </a:ext>
              </a:extLst>
            </p:cNvPr>
            <p:cNvSpPr/>
            <p:nvPr/>
          </p:nvSpPr>
          <p:spPr>
            <a:xfrm>
              <a:off x="420218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3" name="Rectangle 8462">
              <a:extLst>
                <a:ext uri="{FF2B5EF4-FFF2-40B4-BE49-F238E27FC236}">
                  <a16:creationId xmlns:a16="http://schemas.microsoft.com/office/drawing/2014/main" id="{F662D964-644A-B366-7528-D883062CF659}"/>
                </a:ext>
              </a:extLst>
            </p:cNvPr>
            <p:cNvSpPr/>
            <p:nvPr/>
          </p:nvSpPr>
          <p:spPr>
            <a:xfrm>
              <a:off x="420218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4" name="Rectangle 8463">
              <a:extLst>
                <a:ext uri="{FF2B5EF4-FFF2-40B4-BE49-F238E27FC236}">
                  <a16:creationId xmlns:a16="http://schemas.microsoft.com/office/drawing/2014/main" id="{ED89903F-3920-CBBF-D237-F2F29D3936C9}"/>
                </a:ext>
              </a:extLst>
            </p:cNvPr>
            <p:cNvSpPr/>
            <p:nvPr/>
          </p:nvSpPr>
          <p:spPr>
            <a:xfrm>
              <a:off x="420218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5" name="Rectangle 8464">
              <a:extLst>
                <a:ext uri="{FF2B5EF4-FFF2-40B4-BE49-F238E27FC236}">
                  <a16:creationId xmlns:a16="http://schemas.microsoft.com/office/drawing/2014/main" id="{422A0907-7900-73FC-5357-553ADBC5883D}"/>
                </a:ext>
              </a:extLst>
            </p:cNvPr>
            <p:cNvSpPr/>
            <p:nvPr/>
          </p:nvSpPr>
          <p:spPr>
            <a:xfrm>
              <a:off x="420218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6" name="Rectangle 8465">
              <a:extLst>
                <a:ext uri="{FF2B5EF4-FFF2-40B4-BE49-F238E27FC236}">
                  <a16:creationId xmlns:a16="http://schemas.microsoft.com/office/drawing/2014/main" id="{08BAFCD3-9B72-724E-56E5-57EAA4EE1147}"/>
                </a:ext>
              </a:extLst>
            </p:cNvPr>
            <p:cNvSpPr/>
            <p:nvPr/>
          </p:nvSpPr>
          <p:spPr>
            <a:xfrm>
              <a:off x="420218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7" name="Rectangle 8466">
              <a:extLst>
                <a:ext uri="{FF2B5EF4-FFF2-40B4-BE49-F238E27FC236}">
                  <a16:creationId xmlns:a16="http://schemas.microsoft.com/office/drawing/2014/main" id="{F79B82A8-E6D8-6A18-6BE7-F5BFE57EC334}"/>
                </a:ext>
              </a:extLst>
            </p:cNvPr>
            <p:cNvSpPr/>
            <p:nvPr/>
          </p:nvSpPr>
          <p:spPr>
            <a:xfrm>
              <a:off x="420218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8" name="Rectangle 8467">
              <a:extLst>
                <a:ext uri="{FF2B5EF4-FFF2-40B4-BE49-F238E27FC236}">
                  <a16:creationId xmlns:a16="http://schemas.microsoft.com/office/drawing/2014/main" id="{EC7249CA-D294-42C3-8A9B-C7DEB51B8BDB}"/>
                </a:ext>
              </a:extLst>
            </p:cNvPr>
            <p:cNvSpPr/>
            <p:nvPr/>
          </p:nvSpPr>
          <p:spPr>
            <a:xfrm>
              <a:off x="420218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9" name="Rectangle 8468">
              <a:extLst>
                <a:ext uri="{FF2B5EF4-FFF2-40B4-BE49-F238E27FC236}">
                  <a16:creationId xmlns:a16="http://schemas.microsoft.com/office/drawing/2014/main" id="{5BA3C6E2-CF68-C0D4-88ED-E67A2C4FA046}"/>
                </a:ext>
              </a:extLst>
            </p:cNvPr>
            <p:cNvSpPr/>
            <p:nvPr/>
          </p:nvSpPr>
          <p:spPr>
            <a:xfrm>
              <a:off x="420218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0" name="Rectangle 8469">
              <a:extLst>
                <a:ext uri="{FF2B5EF4-FFF2-40B4-BE49-F238E27FC236}">
                  <a16:creationId xmlns:a16="http://schemas.microsoft.com/office/drawing/2014/main" id="{1862F487-9FA2-0064-4D34-9DDC0B729B7B}"/>
                </a:ext>
              </a:extLst>
            </p:cNvPr>
            <p:cNvSpPr/>
            <p:nvPr/>
          </p:nvSpPr>
          <p:spPr>
            <a:xfrm>
              <a:off x="420218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1" name="Rectangle 8470">
              <a:extLst>
                <a:ext uri="{FF2B5EF4-FFF2-40B4-BE49-F238E27FC236}">
                  <a16:creationId xmlns:a16="http://schemas.microsoft.com/office/drawing/2014/main" id="{F5C9DFD3-9263-B119-BDF4-F5E718232C7D}"/>
                </a:ext>
              </a:extLst>
            </p:cNvPr>
            <p:cNvSpPr/>
            <p:nvPr/>
          </p:nvSpPr>
          <p:spPr>
            <a:xfrm>
              <a:off x="420218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2" name="Rectangle 8471">
              <a:extLst>
                <a:ext uri="{FF2B5EF4-FFF2-40B4-BE49-F238E27FC236}">
                  <a16:creationId xmlns:a16="http://schemas.microsoft.com/office/drawing/2014/main" id="{44AAA25E-EC12-765B-4B8F-D509E3FAC991}"/>
                </a:ext>
              </a:extLst>
            </p:cNvPr>
            <p:cNvSpPr/>
            <p:nvPr/>
          </p:nvSpPr>
          <p:spPr>
            <a:xfrm>
              <a:off x="420218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3" name="Rectangle 8472">
              <a:extLst>
                <a:ext uri="{FF2B5EF4-FFF2-40B4-BE49-F238E27FC236}">
                  <a16:creationId xmlns:a16="http://schemas.microsoft.com/office/drawing/2014/main" id="{2193293E-ADD0-E695-139D-314010C404BE}"/>
                </a:ext>
              </a:extLst>
            </p:cNvPr>
            <p:cNvSpPr/>
            <p:nvPr/>
          </p:nvSpPr>
          <p:spPr>
            <a:xfrm>
              <a:off x="420218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4" name="Rectangle 8473">
              <a:extLst>
                <a:ext uri="{FF2B5EF4-FFF2-40B4-BE49-F238E27FC236}">
                  <a16:creationId xmlns:a16="http://schemas.microsoft.com/office/drawing/2014/main" id="{3ABECE26-7AB5-525A-B311-2EC3D417C5D4}"/>
                </a:ext>
              </a:extLst>
            </p:cNvPr>
            <p:cNvSpPr/>
            <p:nvPr/>
          </p:nvSpPr>
          <p:spPr>
            <a:xfrm>
              <a:off x="420218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5" name="Rectangle 8474">
              <a:extLst>
                <a:ext uri="{FF2B5EF4-FFF2-40B4-BE49-F238E27FC236}">
                  <a16:creationId xmlns:a16="http://schemas.microsoft.com/office/drawing/2014/main" id="{C012ED84-AF3C-F19B-03EF-8C841309D05B}"/>
                </a:ext>
              </a:extLst>
            </p:cNvPr>
            <p:cNvSpPr/>
            <p:nvPr/>
          </p:nvSpPr>
          <p:spPr>
            <a:xfrm>
              <a:off x="420218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6" name="Rectangle 8475">
              <a:extLst>
                <a:ext uri="{FF2B5EF4-FFF2-40B4-BE49-F238E27FC236}">
                  <a16:creationId xmlns:a16="http://schemas.microsoft.com/office/drawing/2014/main" id="{10DB334F-84AB-8307-7953-812B8324783B}"/>
                </a:ext>
              </a:extLst>
            </p:cNvPr>
            <p:cNvSpPr/>
            <p:nvPr/>
          </p:nvSpPr>
          <p:spPr>
            <a:xfrm>
              <a:off x="420218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7" name="Rectangle 8476">
              <a:extLst>
                <a:ext uri="{FF2B5EF4-FFF2-40B4-BE49-F238E27FC236}">
                  <a16:creationId xmlns:a16="http://schemas.microsoft.com/office/drawing/2014/main" id="{74D91DFC-E4A4-94ED-4423-FB076D7D12C8}"/>
                </a:ext>
              </a:extLst>
            </p:cNvPr>
            <p:cNvSpPr/>
            <p:nvPr/>
          </p:nvSpPr>
          <p:spPr>
            <a:xfrm>
              <a:off x="420218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8" name="Rectangle 8477">
              <a:extLst>
                <a:ext uri="{FF2B5EF4-FFF2-40B4-BE49-F238E27FC236}">
                  <a16:creationId xmlns:a16="http://schemas.microsoft.com/office/drawing/2014/main" id="{D2D6B3FD-1455-2CED-6B5C-A1246257F752}"/>
                </a:ext>
              </a:extLst>
            </p:cNvPr>
            <p:cNvSpPr/>
            <p:nvPr/>
          </p:nvSpPr>
          <p:spPr>
            <a:xfrm>
              <a:off x="420218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9" name="Rectangle 8478">
              <a:extLst>
                <a:ext uri="{FF2B5EF4-FFF2-40B4-BE49-F238E27FC236}">
                  <a16:creationId xmlns:a16="http://schemas.microsoft.com/office/drawing/2014/main" id="{12432149-299D-B2B3-D270-C2F1068E38CD}"/>
                </a:ext>
              </a:extLst>
            </p:cNvPr>
            <p:cNvSpPr/>
            <p:nvPr/>
          </p:nvSpPr>
          <p:spPr>
            <a:xfrm>
              <a:off x="420218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0" name="Rectangle 8479">
              <a:extLst>
                <a:ext uri="{FF2B5EF4-FFF2-40B4-BE49-F238E27FC236}">
                  <a16:creationId xmlns:a16="http://schemas.microsoft.com/office/drawing/2014/main" id="{B4CCC997-D9E2-0910-B228-923959D18C06}"/>
                </a:ext>
              </a:extLst>
            </p:cNvPr>
            <p:cNvSpPr/>
            <p:nvPr/>
          </p:nvSpPr>
          <p:spPr>
            <a:xfrm>
              <a:off x="420218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1" name="Rectangle 8480">
              <a:extLst>
                <a:ext uri="{FF2B5EF4-FFF2-40B4-BE49-F238E27FC236}">
                  <a16:creationId xmlns:a16="http://schemas.microsoft.com/office/drawing/2014/main" id="{0A515B18-991E-36A7-7660-0C7C50755C8F}"/>
                </a:ext>
              </a:extLst>
            </p:cNvPr>
            <p:cNvSpPr/>
            <p:nvPr/>
          </p:nvSpPr>
          <p:spPr>
            <a:xfrm>
              <a:off x="420218" y="359368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2" name="Rectangle 8481">
              <a:extLst>
                <a:ext uri="{FF2B5EF4-FFF2-40B4-BE49-F238E27FC236}">
                  <a16:creationId xmlns:a16="http://schemas.microsoft.com/office/drawing/2014/main" id="{161D2467-D381-BFE4-4D75-3E7270B61A11}"/>
                </a:ext>
              </a:extLst>
            </p:cNvPr>
            <p:cNvSpPr/>
            <p:nvPr/>
          </p:nvSpPr>
          <p:spPr>
            <a:xfrm>
              <a:off x="420218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3" name="Rectangle 8482">
              <a:extLst>
                <a:ext uri="{FF2B5EF4-FFF2-40B4-BE49-F238E27FC236}">
                  <a16:creationId xmlns:a16="http://schemas.microsoft.com/office/drawing/2014/main" id="{702DD8A5-2BCF-1171-13F6-ACC315425564}"/>
                </a:ext>
              </a:extLst>
            </p:cNvPr>
            <p:cNvSpPr/>
            <p:nvPr/>
          </p:nvSpPr>
          <p:spPr>
            <a:xfrm>
              <a:off x="420218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4" name="Rectangle 8483">
              <a:extLst>
                <a:ext uri="{FF2B5EF4-FFF2-40B4-BE49-F238E27FC236}">
                  <a16:creationId xmlns:a16="http://schemas.microsoft.com/office/drawing/2014/main" id="{62CE8A67-9177-E741-D174-394734D217DD}"/>
                </a:ext>
              </a:extLst>
            </p:cNvPr>
            <p:cNvSpPr/>
            <p:nvPr/>
          </p:nvSpPr>
          <p:spPr>
            <a:xfrm>
              <a:off x="420218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5" name="Rectangle 8484">
              <a:extLst>
                <a:ext uri="{FF2B5EF4-FFF2-40B4-BE49-F238E27FC236}">
                  <a16:creationId xmlns:a16="http://schemas.microsoft.com/office/drawing/2014/main" id="{74307188-A109-BA95-F1AB-4C616FA6BF72}"/>
                </a:ext>
              </a:extLst>
            </p:cNvPr>
            <p:cNvSpPr/>
            <p:nvPr/>
          </p:nvSpPr>
          <p:spPr>
            <a:xfrm>
              <a:off x="420218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6" name="Rectangle 8485">
              <a:extLst>
                <a:ext uri="{FF2B5EF4-FFF2-40B4-BE49-F238E27FC236}">
                  <a16:creationId xmlns:a16="http://schemas.microsoft.com/office/drawing/2014/main" id="{6EF38DB9-B61A-A73F-FD55-F5BDA0646F03}"/>
                </a:ext>
              </a:extLst>
            </p:cNvPr>
            <p:cNvSpPr/>
            <p:nvPr/>
          </p:nvSpPr>
          <p:spPr>
            <a:xfrm>
              <a:off x="420218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7" name="Rectangle 8486">
              <a:extLst>
                <a:ext uri="{FF2B5EF4-FFF2-40B4-BE49-F238E27FC236}">
                  <a16:creationId xmlns:a16="http://schemas.microsoft.com/office/drawing/2014/main" id="{E8DA5A7C-625D-07B1-B94E-FA21B3187798}"/>
                </a:ext>
              </a:extLst>
            </p:cNvPr>
            <p:cNvSpPr/>
            <p:nvPr/>
          </p:nvSpPr>
          <p:spPr>
            <a:xfrm>
              <a:off x="420218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8" name="Rectangle 8487">
              <a:extLst>
                <a:ext uri="{FF2B5EF4-FFF2-40B4-BE49-F238E27FC236}">
                  <a16:creationId xmlns:a16="http://schemas.microsoft.com/office/drawing/2014/main" id="{92A4C4F4-DD29-131B-D28D-22F26149CE16}"/>
                </a:ext>
              </a:extLst>
            </p:cNvPr>
            <p:cNvSpPr/>
            <p:nvPr/>
          </p:nvSpPr>
          <p:spPr>
            <a:xfrm>
              <a:off x="420218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9" name="Rectangle 8488">
              <a:extLst>
                <a:ext uri="{FF2B5EF4-FFF2-40B4-BE49-F238E27FC236}">
                  <a16:creationId xmlns:a16="http://schemas.microsoft.com/office/drawing/2014/main" id="{E0F049EE-D036-C3CD-189F-2D7139483144}"/>
                </a:ext>
              </a:extLst>
            </p:cNvPr>
            <p:cNvSpPr/>
            <p:nvPr/>
          </p:nvSpPr>
          <p:spPr>
            <a:xfrm>
              <a:off x="420218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0" name="Rectangle 8489">
              <a:extLst>
                <a:ext uri="{FF2B5EF4-FFF2-40B4-BE49-F238E27FC236}">
                  <a16:creationId xmlns:a16="http://schemas.microsoft.com/office/drawing/2014/main" id="{8A254288-83B4-40A0-135B-DDC053460484}"/>
                </a:ext>
              </a:extLst>
            </p:cNvPr>
            <p:cNvSpPr/>
            <p:nvPr/>
          </p:nvSpPr>
          <p:spPr>
            <a:xfrm>
              <a:off x="420218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1" name="Rectangle 8490">
              <a:extLst>
                <a:ext uri="{FF2B5EF4-FFF2-40B4-BE49-F238E27FC236}">
                  <a16:creationId xmlns:a16="http://schemas.microsoft.com/office/drawing/2014/main" id="{6F20682B-339C-62D6-F1D1-CD53FB493F47}"/>
                </a:ext>
              </a:extLst>
            </p:cNvPr>
            <p:cNvSpPr/>
            <p:nvPr/>
          </p:nvSpPr>
          <p:spPr>
            <a:xfrm>
              <a:off x="420218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2" name="Rectangle 8491">
              <a:extLst>
                <a:ext uri="{FF2B5EF4-FFF2-40B4-BE49-F238E27FC236}">
                  <a16:creationId xmlns:a16="http://schemas.microsoft.com/office/drawing/2014/main" id="{54D4D2C5-FAA2-E6B1-7D2F-5951A04EAAA7}"/>
                </a:ext>
              </a:extLst>
            </p:cNvPr>
            <p:cNvSpPr/>
            <p:nvPr/>
          </p:nvSpPr>
          <p:spPr>
            <a:xfrm>
              <a:off x="420218" y="404225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3" name="Rectangle 8492">
              <a:extLst>
                <a:ext uri="{FF2B5EF4-FFF2-40B4-BE49-F238E27FC236}">
                  <a16:creationId xmlns:a16="http://schemas.microsoft.com/office/drawing/2014/main" id="{02AE2833-3A0B-7F41-2753-514201D854E2}"/>
                </a:ext>
              </a:extLst>
            </p:cNvPr>
            <p:cNvSpPr/>
            <p:nvPr/>
          </p:nvSpPr>
          <p:spPr>
            <a:xfrm>
              <a:off x="420218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4" name="Rectangle 8493">
              <a:extLst>
                <a:ext uri="{FF2B5EF4-FFF2-40B4-BE49-F238E27FC236}">
                  <a16:creationId xmlns:a16="http://schemas.microsoft.com/office/drawing/2014/main" id="{2484F443-1CDF-CFBF-2BE2-428E87CA2FE0}"/>
                </a:ext>
              </a:extLst>
            </p:cNvPr>
            <p:cNvSpPr/>
            <p:nvPr/>
          </p:nvSpPr>
          <p:spPr>
            <a:xfrm>
              <a:off x="420218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5" name="Rectangle 8494">
              <a:extLst>
                <a:ext uri="{FF2B5EF4-FFF2-40B4-BE49-F238E27FC236}">
                  <a16:creationId xmlns:a16="http://schemas.microsoft.com/office/drawing/2014/main" id="{0776C145-DFBC-F30F-E948-F86EA982103B}"/>
                </a:ext>
              </a:extLst>
            </p:cNvPr>
            <p:cNvSpPr/>
            <p:nvPr/>
          </p:nvSpPr>
          <p:spPr>
            <a:xfrm>
              <a:off x="420218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6" name="Rectangle 8495">
              <a:extLst>
                <a:ext uri="{FF2B5EF4-FFF2-40B4-BE49-F238E27FC236}">
                  <a16:creationId xmlns:a16="http://schemas.microsoft.com/office/drawing/2014/main" id="{1D040E44-04A0-E359-9EBE-960D529DC780}"/>
                </a:ext>
              </a:extLst>
            </p:cNvPr>
            <p:cNvSpPr/>
            <p:nvPr/>
          </p:nvSpPr>
          <p:spPr>
            <a:xfrm>
              <a:off x="420218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7" name="Rectangle 8496">
              <a:extLst>
                <a:ext uri="{FF2B5EF4-FFF2-40B4-BE49-F238E27FC236}">
                  <a16:creationId xmlns:a16="http://schemas.microsoft.com/office/drawing/2014/main" id="{4B5E0350-0A07-9C1A-F198-AA5648EAFB66}"/>
                </a:ext>
              </a:extLst>
            </p:cNvPr>
            <p:cNvSpPr/>
            <p:nvPr/>
          </p:nvSpPr>
          <p:spPr>
            <a:xfrm>
              <a:off x="420218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8" name="Rectangle 8497">
              <a:extLst>
                <a:ext uri="{FF2B5EF4-FFF2-40B4-BE49-F238E27FC236}">
                  <a16:creationId xmlns:a16="http://schemas.microsoft.com/office/drawing/2014/main" id="{05F9063B-F521-F244-C87B-F97697409927}"/>
                </a:ext>
              </a:extLst>
            </p:cNvPr>
            <p:cNvSpPr/>
            <p:nvPr/>
          </p:nvSpPr>
          <p:spPr>
            <a:xfrm>
              <a:off x="420218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9" name="Rectangle 8498">
              <a:extLst>
                <a:ext uri="{FF2B5EF4-FFF2-40B4-BE49-F238E27FC236}">
                  <a16:creationId xmlns:a16="http://schemas.microsoft.com/office/drawing/2014/main" id="{2E6D627A-F30E-B510-9A88-09A47508D4BD}"/>
                </a:ext>
              </a:extLst>
            </p:cNvPr>
            <p:cNvSpPr/>
            <p:nvPr/>
          </p:nvSpPr>
          <p:spPr>
            <a:xfrm>
              <a:off x="420218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0" name="Rectangle 8499">
              <a:extLst>
                <a:ext uri="{FF2B5EF4-FFF2-40B4-BE49-F238E27FC236}">
                  <a16:creationId xmlns:a16="http://schemas.microsoft.com/office/drawing/2014/main" id="{0CF81365-EC96-6BBF-14E4-B5E7BDB929BB}"/>
                </a:ext>
              </a:extLst>
            </p:cNvPr>
            <p:cNvSpPr/>
            <p:nvPr/>
          </p:nvSpPr>
          <p:spPr>
            <a:xfrm>
              <a:off x="420218" y="4368514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1" name="Rectangle 8500">
              <a:extLst>
                <a:ext uri="{FF2B5EF4-FFF2-40B4-BE49-F238E27FC236}">
                  <a16:creationId xmlns:a16="http://schemas.microsoft.com/office/drawing/2014/main" id="{1D0B7161-348E-A291-11F1-EA6090F5C93B}"/>
                </a:ext>
              </a:extLst>
            </p:cNvPr>
            <p:cNvSpPr/>
            <p:nvPr/>
          </p:nvSpPr>
          <p:spPr>
            <a:xfrm>
              <a:off x="420218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2" name="Rectangle 8501">
              <a:extLst>
                <a:ext uri="{FF2B5EF4-FFF2-40B4-BE49-F238E27FC236}">
                  <a16:creationId xmlns:a16="http://schemas.microsoft.com/office/drawing/2014/main" id="{D3C9E6C2-A066-CD2E-E38D-FFE7B1FD8A82}"/>
                </a:ext>
              </a:extLst>
            </p:cNvPr>
            <p:cNvSpPr/>
            <p:nvPr/>
          </p:nvSpPr>
          <p:spPr>
            <a:xfrm>
              <a:off x="420218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3" name="Rectangle 8502">
              <a:extLst>
                <a:ext uri="{FF2B5EF4-FFF2-40B4-BE49-F238E27FC236}">
                  <a16:creationId xmlns:a16="http://schemas.microsoft.com/office/drawing/2014/main" id="{8EC247CA-ED82-6E0B-0385-6AA5B8E19B0F}"/>
                </a:ext>
              </a:extLst>
            </p:cNvPr>
            <p:cNvSpPr/>
            <p:nvPr/>
          </p:nvSpPr>
          <p:spPr>
            <a:xfrm>
              <a:off x="420218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4" name="Rectangle 8503">
              <a:extLst>
                <a:ext uri="{FF2B5EF4-FFF2-40B4-BE49-F238E27FC236}">
                  <a16:creationId xmlns:a16="http://schemas.microsoft.com/office/drawing/2014/main" id="{8A27DCF2-6F4E-4AC2-F228-CBA2BE0A81AD}"/>
                </a:ext>
              </a:extLst>
            </p:cNvPr>
            <p:cNvSpPr/>
            <p:nvPr/>
          </p:nvSpPr>
          <p:spPr>
            <a:xfrm>
              <a:off x="420218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5" name="Rectangle 8504">
              <a:extLst>
                <a:ext uri="{FF2B5EF4-FFF2-40B4-BE49-F238E27FC236}">
                  <a16:creationId xmlns:a16="http://schemas.microsoft.com/office/drawing/2014/main" id="{F9A7E2DC-2CDA-418A-FD89-7640171A10C2}"/>
                </a:ext>
              </a:extLst>
            </p:cNvPr>
            <p:cNvSpPr/>
            <p:nvPr/>
          </p:nvSpPr>
          <p:spPr>
            <a:xfrm>
              <a:off x="420218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6" name="Rectangle 8505">
              <a:extLst>
                <a:ext uri="{FF2B5EF4-FFF2-40B4-BE49-F238E27FC236}">
                  <a16:creationId xmlns:a16="http://schemas.microsoft.com/office/drawing/2014/main" id="{C7D04E67-1CD8-937A-7070-213A7369806B}"/>
                </a:ext>
              </a:extLst>
            </p:cNvPr>
            <p:cNvSpPr/>
            <p:nvPr/>
          </p:nvSpPr>
          <p:spPr>
            <a:xfrm>
              <a:off x="420218" y="4613116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7" name="Rectangle 8506">
              <a:extLst>
                <a:ext uri="{FF2B5EF4-FFF2-40B4-BE49-F238E27FC236}">
                  <a16:creationId xmlns:a16="http://schemas.microsoft.com/office/drawing/2014/main" id="{7193E61E-100C-4919-76B3-7DA72B8E8EB2}"/>
                </a:ext>
              </a:extLst>
            </p:cNvPr>
            <p:cNvSpPr/>
            <p:nvPr/>
          </p:nvSpPr>
          <p:spPr>
            <a:xfrm>
              <a:off x="420218" y="4653883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8" name="Rectangle 8507">
              <a:extLst>
                <a:ext uri="{FF2B5EF4-FFF2-40B4-BE49-F238E27FC236}">
                  <a16:creationId xmlns:a16="http://schemas.microsoft.com/office/drawing/2014/main" id="{9EE31E9E-3533-19E9-6E9D-A562C9193DB8}"/>
                </a:ext>
              </a:extLst>
            </p:cNvPr>
            <p:cNvSpPr/>
            <p:nvPr/>
          </p:nvSpPr>
          <p:spPr>
            <a:xfrm>
              <a:off x="420218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9" name="Rectangle 8508">
              <a:extLst>
                <a:ext uri="{FF2B5EF4-FFF2-40B4-BE49-F238E27FC236}">
                  <a16:creationId xmlns:a16="http://schemas.microsoft.com/office/drawing/2014/main" id="{14C251DB-E693-53F2-F4C6-68C53BFC7B5D}"/>
                </a:ext>
              </a:extLst>
            </p:cNvPr>
            <p:cNvSpPr/>
            <p:nvPr/>
          </p:nvSpPr>
          <p:spPr>
            <a:xfrm>
              <a:off x="420218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0" name="Rectangle 8509">
              <a:extLst>
                <a:ext uri="{FF2B5EF4-FFF2-40B4-BE49-F238E27FC236}">
                  <a16:creationId xmlns:a16="http://schemas.microsoft.com/office/drawing/2014/main" id="{0027AD46-7DFE-97FB-67C9-5DD5C6624DA8}"/>
                </a:ext>
              </a:extLst>
            </p:cNvPr>
            <p:cNvSpPr/>
            <p:nvPr/>
          </p:nvSpPr>
          <p:spPr>
            <a:xfrm>
              <a:off x="420218" y="4776184"/>
              <a:ext cx="118872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1" name="Rectangle 8510">
              <a:extLst>
                <a:ext uri="{FF2B5EF4-FFF2-40B4-BE49-F238E27FC236}">
                  <a16:creationId xmlns:a16="http://schemas.microsoft.com/office/drawing/2014/main" id="{A17B8E24-212C-C49C-A4B4-E8833644BD65}"/>
                </a:ext>
              </a:extLst>
            </p:cNvPr>
            <p:cNvSpPr/>
            <p:nvPr/>
          </p:nvSpPr>
          <p:spPr>
            <a:xfrm>
              <a:off x="539090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2" name="Rectangle 8511">
              <a:extLst>
                <a:ext uri="{FF2B5EF4-FFF2-40B4-BE49-F238E27FC236}">
                  <a16:creationId xmlns:a16="http://schemas.microsoft.com/office/drawing/2014/main" id="{7A540E9C-45DA-A0E4-076B-B72422D4AD31}"/>
                </a:ext>
              </a:extLst>
            </p:cNvPr>
            <p:cNvSpPr/>
            <p:nvPr/>
          </p:nvSpPr>
          <p:spPr>
            <a:xfrm>
              <a:off x="539090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3" name="Rectangle 8512">
              <a:extLst>
                <a:ext uri="{FF2B5EF4-FFF2-40B4-BE49-F238E27FC236}">
                  <a16:creationId xmlns:a16="http://schemas.microsoft.com/office/drawing/2014/main" id="{7C4EEEC3-A67D-4521-5A0E-CAD3EBF79549}"/>
                </a:ext>
              </a:extLst>
            </p:cNvPr>
            <p:cNvSpPr/>
            <p:nvPr/>
          </p:nvSpPr>
          <p:spPr>
            <a:xfrm>
              <a:off x="539090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4" name="Rectangle 8513">
              <a:extLst>
                <a:ext uri="{FF2B5EF4-FFF2-40B4-BE49-F238E27FC236}">
                  <a16:creationId xmlns:a16="http://schemas.microsoft.com/office/drawing/2014/main" id="{D865D84A-DFD9-FBD6-BCD7-C56CAFD04140}"/>
                </a:ext>
              </a:extLst>
            </p:cNvPr>
            <p:cNvSpPr/>
            <p:nvPr/>
          </p:nvSpPr>
          <p:spPr>
            <a:xfrm>
              <a:off x="539090" y="2248122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5" name="Rectangle 8514">
              <a:extLst>
                <a:ext uri="{FF2B5EF4-FFF2-40B4-BE49-F238E27FC236}">
                  <a16:creationId xmlns:a16="http://schemas.microsoft.com/office/drawing/2014/main" id="{752809D6-D0A3-38EF-012E-122A9287F23D}"/>
                </a:ext>
              </a:extLst>
            </p:cNvPr>
            <p:cNvSpPr/>
            <p:nvPr/>
          </p:nvSpPr>
          <p:spPr>
            <a:xfrm>
              <a:off x="539090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6" name="Rectangle 8515">
              <a:extLst>
                <a:ext uri="{FF2B5EF4-FFF2-40B4-BE49-F238E27FC236}">
                  <a16:creationId xmlns:a16="http://schemas.microsoft.com/office/drawing/2014/main" id="{EDD9EC96-441B-79A7-6757-2D13485ACF83}"/>
                </a:ext>
              </a:extLst>
            </p:cNvPr>
            <p:cNvSpPr/>
            <p:nvPr/>
          </p:nvSpPr>
          <p:spPr>
            <a:xfrm>
              <a:off x="539090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7" name="Rectangle 8516">
              <a:extLst>
                <a:ext uri="{FF2B5EF4-FFF2-40B4-BE49-F238E27FC236}">
                  <a16:creationId xmlns:a16="http://schemas.microsoft.com/office/drawing/2014/main" id="{DB1C50CD-CC0B-68B5-7E47-B7BE72E25644}"/>
                </a:ext>
              </a:extLst>
            </p:cNvPr>
            <p:cNvSpPr/>
            <p:nvPr/>
          </p:nvSpPr>
          <p:spPr>
            <a:xfrm>
              <a:off x="539090" y="2370423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8" name="Rectangle 8517">
              <a:extLst>
                <a:ext uri="{FF2B5EF4-FFF2-40B4-BE49-F238E27FC236}">
                  <a16:creationId xmlns:a16="http://schemas.microsoft.com/office/drawing/2014/main" id="{B238E9BA-5D1D-32CF-4743-5BA7BB2B8F0E}"/>
                </a:ext>
              </a:extLst>
            </p:cNvPr>
            <p:cNvSpPr/>
            <p:nvPr/>
          </p:nvSpPr>
          <p:spPr>
            <a:xfrm>
              <a:off x="539090" y="2411190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9" name="Rectangle 8518">
              <a:extLst>
                <a:ext uri="{FF2B5EF4-FFF2-40B4-BE49-F238E27FC236}">
                  <a16:creationId xmlns:a16="http://schemas.microsoft.com/office/drawing/2014/main" id="{0B631AFE-5B6A-6396-45A2-833866CE0C52}"/>
                </a:ext>
              </a:extLst>
            </p:cNvPr>
            <p:cNvSpPr/>
            <p:nvPr/>
          </p:nvSpPr>
          <p:spPr>
            <a:xfrm>
              <a:off x="539090" y="2451957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0" name="Rectangle 8519">
              <a:extLst>
                <a:ext uri="{FF2B5EF4-FFF2-40B4-BE49-F238E27FC236}">
                  <a16:creationId xmlns:a16="http://schemas.microsoft.com/office/drawing/2014/main" id="{DCD1897C-FC70-AE04-4E6E-3EF91C408DBD}"/>
                </a:ext>
              </a:extLst>
            </p:cNvPr>
            <p:cNvSpPr/>
            <p:nvPr/>
          </p:nvSpPr>
          <p:spPr>
            <a:xfrm>
              <a:off x="539090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1" name="Rectangle 8520">
              <a:extLst>
                <a:ext uri="{FF2B5EF4-FFF2-40B4-BE49-F238E27FC236}">
                  <a16:creationId xmlns:a16="http://schemas.microsoft.com/office/drawing/2014/main" id="{06ECBD9D-949B-6693-2403-ADC388BB02C8}"/>
                </a:ext>
              </a:extLst>
            </p:cNvPr>
            <p:cNvSpPr/>
            <p:nvPr/>
          </p:nvSpPr>
          <p:spPr>
            <a:xfrm>
              <a:off x="539090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2" name="Rectangle 8521">
              <a:extLst>
                <a:ext uri="{FF2B5EF4-FFF2-40B4-BE49-F238E27FC236}">
                  <a16:creationId xmlns:a16="http://schemas.microsoft.com/office/drawing/2014/main" id="{7C193A62-B132-B3AF-85AE-69D97C516494}"/>
                </a:ext>
              </a:extLst>
            </p:cNvPr>
            <p:cNvSpPr/>
            <p:nvPr/>
          </p:nvSpPr>
          <p:spPr>
            <a:xfrm>
              <a:off x="539090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3" name="Rectangle 8522">
              <a:extLst>
                <a:ext uri="{FF2B5EF4-FFF2-40B4-BE49-F238E27FC236}">
                  <a16:creationId xmlns:a16="http://schemas.microsoft.com/office/drawing/2014/main" id="{91655E87-A5F1-9D8E-AFB4-90164D8F72D6}"/>
                </a:ext>
              </a:extLst>
            </p:cNvPr>
            <p:cNvSpPr/>
            <p:nvPr/>
          </p:nvSpPr>
          <p:spPr>
            <a:xfrm>
              <a:off x="539090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4" name="Rectangle 8523">
              <a:extLst>
                <a:ext uri="{FF2B5EF4-FFF2-40B4-BE49-F238E27FC236}">
                  <a16:creationId xmlns:a16="http://schemas.microsoft.com/office/drawing/2014/main" id="{BB6DC7C9-95E4-5D47-59D7-F89DE811616A}"/>
                </a:ext>
              </a:extLst>
            </p:cNvPr>
            <p:cNvSpPr/>
            <p:nvPr/>
          </p:nvSpPr>
          <p:spPr>
            <a:xfrm>
              <a:off x="539090" y="2655792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5" name="Rectangle 8524">
              <a:extLst>
                <a:ext uri="{FF2B5EF4-FFF2-40B4-BE49-F238E27FC236}">
                  <a16:creationId xmlns:a16="http://schemas.microsoft.com/office/drawing/2014/main" id="{4ECA461D-FC9E-27F4-A776-613F9D2F72E1}"/>
                </a:ext>
              </a:extLst>
            </p:cNvPr>
            <p:cNvSpPr/>
            <p:nvPr/>
          </p:nvSpPr>
          <p:spPr>
            <a:xfrm>
              <a:off x="539090" y="2696686"/>
              <a:ext cx="118872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6" name="Rectangle 8525">
              <a:extLst>
                <a:ext uri="{FF2B5EF4-FFF2-40B4-BE49-F238E27FC236}">
                  <a16:creationId xmlns:a16="http://schemas.microsoft.com/office/drawing/2014/main" id="{1362363C-1CAD-0E28-A2A3-B72FBD94A623}"/>
                </a:ext>
              </a:extLst>
            </p:cNvPr>
            <p:cNvSpPr/>
            <p:nvPr/>
          </p:nvSpPr>
          <p:spPr>
            <a:xfrm>
              <a:off x="539090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7" name="Rectangle 8526">
              <a:extLst>
                <a:ext uri="{FF2B5EF4-FFF2-40B4-BE49-F238E27FC236}">
                  <a16:creationId xmlns:a16="http://schemas.microsoft.com/office/drawing/2014/main" id="{19FBDF20-D1FC-C006-E8CB-9A9602FBC2FA}"/>
                </a:ext>
              </a:extLst>
            </p:cNvPr>
            <p:cNvSpPr/>
            <p:nvPr/>
          </p:nvSpPr>
          <p:spPr>
            <a:xfrm>
              <a:off x="539090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8" name="Rectangle 8527">
              <a:extLst>
                <a:ext uri="{FF2B5EF4-FFF2-40B4-BE49-F238E27FC236}">
                  <a16:creationId xmlns:a16="http://schemas.microsoft.com/office/drawing/2014/main" id="{F0ED5F7A-B3B7-7E1D-A9A1-D25CB7BFDD88}"/>
                </a:ext>
              </a:extLst>
            </p:cNvPr>
            <p:cNvSpPr/>
            <p:nvPr/>
          </p:nvSpPr>
          <p:spPr>
            <a:xfrm>
              <a:off x="539090" y="2818987"/>
              <a:ext cx="118872" cy="40766"/>
            </a:xfrm>
            <a:prstGeom prst="rect">
              <a:avLst/>
            </a:prstGeom>
            <a:solidFill>
              <a:srgbClr val="FF2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9" name="Rectangle 8528">
              <a:extLst>
                <a:ext uri="{FF2B5EF4-FFF2-40B4-BE49-F238E27FC236}">
                  <a16:creationId xmlns:a16="http://schemas.microsoft.com/office/drawing/2014/main" id="{0D1F67A0-73CC-00AE-1267-412358213ABA}"/>
                </a:ext>
              </a:extLst>
            </p:cNvPr>
            <p:cNvSpPr/>
            <p:nvPr/>
          </p:nvSpPr>
          <p:spPr>
            <a:xfrm>
              <a:off x="539090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0" name="Rectangle 8529">
              <a:extLst>
                <a:ext uri="{FF2B5EF4-FFF2-40B4-BE49-F238E27FC236}">
                  <a16:creationId xmlns:a16="http://schemas.microsoft.com/office/drawing/2014/main" id="{53C0CE57-5FC1-63C4-D127-982122586189}"/>
                </a:ext>
              </a:extLst>
            </p:cNvPr>
            <p:cNvSpPr/>
            <p:nvPr/>
          </p:nvSpPr>
          <p:spPr>
            <a:xfrm>
              <a:off x="539090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1" name="Rectangle 8530">
              <a:extLst>
                <a:ext uri="{FF2B5EF4-FFF2-40B4-BE49-F238E27FC236}">
                  <a16:creationId xmlns:a16="http://schemas.microsoft.com/office/drawing/2014/main" id="{63DFF1D3-8CCD-3BE7-BC6C-DD930CAB3E36}"/>
                </a:ext>
              </a:extLst>
            </p:cNvPr>
            <p:cNvSpPr/>
            <p:nvPr/>
          </p:nvSpPr>
          <p:spPr>
            <a:xfrm>
              <a:off x="539090" y="2941288"/>
              <a:ext cx="118872" cy="40766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2" name="Rectangle 8531">
              <a:extLst>
                <a:ext uri="{FF2B5EF4-FFF2-40B4-BE49-F238E27FC236}">
                  <a16:creationId xmlns:a16="http://schemas.microsoft.com/office/drawing/2014/main" id="{8EC3754F-6B7E-9E78-F176-08E92BAC87EA}"/>
                </a:ext>
              </a:extLst>
            </p:cNvPr>
            <p:cNvSpPr/>
            <p:nvPr/>
          </p:nvSpPr>
          <p:spPr>
            <a:xfrm>
              <a:off x="539090" y="2982055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3" name="Rectangle 8532">
              <a:extLst>
                <a:ext uri="{FF2B5EF4-FFF2-40B4-BE49-F238E27FC236}">
                  <a16:creationId xmlns:a16="http://schemas.microsoft.com/office/drawing/2014/main" id="{7EFA1AD7-121B-35EF-6466-3D4534EC0DFC}"/>
                </a:ext>
              </a:extLst>
            </p:cNvPr>
            <p:cNvSpPr/>
            <p:nvPr/>
          </p:nvSpPr>
          <p:spPr>
            <a:xfrm>
              <a:off x="539090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4" name="Rectangle 8533">
              <a:extLst>
                <a:ext uri="{FF2B5EF4-FFF2-40B4-BE49-F238E27FC236}">
                  <a16:creationId xmlns:a16="http://schemas.microsoft.com/office/drawing/2014/main" id="{55CBE8A4-26E0-E1EC-E204-6384668F3C79}"/>
                </a:ext>
              </a:extLst>
            </p:cNvPr>
            <p:cNvSpPr/>
            <p:nvPr/>
          </p:nvSpPr>
          <p:spPr>
            <a:xfrm>
              <a:off x="539090" y="3063589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5" name="Rectangle 8534">
              <a:extLst>
                <a:ext uri="{FF2B5EF4-FFF2-40B4-BE49-F238E27FC236}">
                  <a16:creationId xmlns:a16="http://schemas.microsoft.com/office/drawing/2014/main" id="{EFC698A0-C8D0-2FD0-047B-2C473B0FD4D9}"/>
                </a:ext>
              </a:extLst>
            </p:cNvPr>
            <p:cNvSpPr/>
            <p:nvPr/>
          </p:nvSpPr>
          <p:spPr>
            <a:xfrm>
              <a:off x="539090" y="3104356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6" name="Rectangle 8535">
              <a:extLst>
                <a:ext uri="{FF2B5EF4-FFF2-40B4-BE49-F238E27FC236}">
                  <a16:creationId xmlns:a16="http://schemas.microsoft.com/office/drawing/2014/main" id="{5A2F1070-AC7A-D98F-1AC5-5AA166BCB66C}"/>
                </a:ext>
              </a:extLst>
            </p:cNvPr>
            <p:cNvSpPr/>
            <p:nvPr/>
          </p:nvSpPr>
          <p:spPr>
            <a:xfrm>
              <a:off x="539090" y="3145123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7" name="Rectangle 8536">
              <a:extLst>
                <a:ext uri="{FF2B5EF4-FFF2-40B4-BE49-F238E27FC236}">
                  <a16:creationId xmlns:a16="http://schemas.microsoft.com/office/drawing/2014/main" id="{A3F4E9CA-AD62-51E3-9F59-755499851DD3}"/>
                </a:ext>
              </a:extLst>
            </p:cNvPr>
            <p:cNvSpPr/>
            <p:nvPr/>
          </p:nvSpPr>
          <p:spPr>
            <a:xfrm>
              <a:off x="539090" y="318589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8" name="Rectangle 8537">
              <a:extLst>
                <a:ext uri="{FF2B5EF4-FFF2-40B4-BE49-F238E27FC236}">
                  <a16:creationId xmlns:a16="http://schemas.microsoft.com/office/drawing/2014/main" id="{8015E100-6D1A-62E9-B14E-04DD8A58E437}"/>
                </a:ext>
              </a:extLst>
            </p:cNvPr>
            <p:cNvSpPr/>
            <p:nvPr/>
          </p:nvSpPr>
          <p:spPr>
            <a:xfrm>
              <a:off x="539090" y="3226784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9" name="Rectangle 8538">
              <a:extLst>
                <a:ext uri="{FF2B5EF4-FFF2-40B4-BE49-F238E27FC236}">
                  <a16:creationId xmlns:a16="http://schemas.microsoft.com/office/drawing/2014/main" id="{A0F881FD-A378-2729-A904-A1A0BF20A454}"/>
                </a:ext>
              </a:extLst>
            </p:cNvPr>
            <p:cNvSpPr/>
            <p:nvPr/>
          </p:nvSpPr>
          <p:spPr>
            <a:xfrm>
              <a:off x="539090" y="3267551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0" name="Rectangle 8539">
              <a:extLst>
                <a:ext uri="{FF2B5EF4-FFF2-40B4-BE49-F238E27FC236}">
                  <a16:creationId xmlns:a16="http://schemas.microsoft.com/office/drawing/2014/main" id="{369833CB-A0D3-CAC5-B985-784CBF89D144}"/>
                </a:ext>
              </a:extLst>
            </p:cNvPr>
            <p:cNvSpPr/>
            <p:nvPr/>
          </p:nvSpPr>
          <p:spPr>
            <a:xfrm>
              <a:off x="539090" y="330831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1" name="Rectangle 8540">
              <a:extLst>
                <a:ext uri="{FF2B5EF4-FFF2-40B4-BE49-F238E27FC236}">
                  <a16:creationId xmlns:a16="http://schemas.microsoft.com/office/drawing/2014/main" id="{3F3B8013-0277-48D3-B31F-90E728A9C0CE}"/>
                </a:ext>
              </a:extLst>
            </p:cNvPr>
            <p:cNvSpPr/>
            <p:nvPr/>
          </p:nvSpPr>
          <p:spPr>
            <a:xfrm>
              <a:off x="539090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2" name="Rectangle 8541">
              <a:extLst>
                <a:ext uri="{FF2B5EF4-FFF2-40B4-BE49-F238E27FC236}">
                  <a16:creationId xmlns:a16="http://schemas.microsoft.com/office/drawing/2014/main" id="{6BE049EC-777F-1917-0B6B-25D076335AEC}"/>
                </a:ext>
              </a:extLst>
            </p:cNvPr>
            <p:cNvSpPr/>
            <p:nvPr/>
          </p:nvSpPr>
          <p:spPr>
            <a:xfrm>
              <a:off x="539090" y="3389852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3" name="Rectangle 8542">
              <a:extLst>
                <a:ext uri="{FF2B5EF4-FFF2-40B4-BE49-F238E27FC236}">
                  <a16:creationId xmlns:a16="http://schemas.microsoft.com/office/drawing/2014/main" id="{926164C3-51FF-186E-F19D-73D98EB883C3}"/>
                </a:ext>
              </a:extLst>
            </p:cNvPr>
            <p:cNvSpPr/>
            <p:nvPr/>
          </p:nvSpPr>
          <p:spPr>
            <a:xfrm>
              <a:off x="539090" y="343061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4" name="Rectangle 8543">
              <a:extLst>
                <a:ext uri="{FF2B5EF4-FFF2-40B4-BE49-F238E27FC236}">
                  <a16:creationId xmlns:a16="http://schemas.microsoft.com/office/drawing/2014/main" id="{AB81C2A4-F59C-E90F-6804-1D81F1C92187}"/>
                </a:ext>
              </a:extLst>
            </p:cNvPr>
            <p:cNvSpPr/>
            <p:nvPr/>
          </p:nvSpPr>
          <p:spPr>
            <a:xfrm>
              <a:off x="539090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5" name="Rectangle 8544">
              <a:extLst>
                <a:ext uri="{FF2B5EF4-FFF2-40B4-BE49-F238E27FC236}">
                  <a16:creationId xmlns:a16="http://schemas.microsoft.com/office/drawing/2014/main" id="{731283B2-CF11-94AC-A5E6-3D1DC1313401}"/>
                </a:ext>
              </a:extLst>
            </p:cNvPr>
            <p:cNvSpPr/>
            <p:nvPr/>
          </p:nvSpPr>
          <p:spPr>
            <a:xfrm>
              <a:off x="539090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6" name="Rectangle 8545">
              <a:extLst>
                <a:ext uri="{FF2B5EF4-FFF2-40B4-BE49-F238E27FC236}">
                  <a16:creationId xmlns:a16="http://schemas.microsoft.com/office/drawing/2014/main" id="{E36E391C-6E0F-5C86-A729-F4B196068F41}"/>
                </a:ext>
              </a:extLst>
            </p:cNvPr>
            <p:cNvSpPr/>
            <p:nvPr/>
          </p:nvSpPr>
          <p:spPr>
            <a:xfrm>
              <a:off x="539090" y="3552920"/>
              <a:ext cx="118872" cy="40767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7" name="Rectangle 8546">
              <a:extLst>
                <a:ext uri="{FF2B5EF4-FFF2-40B4-BE49-F238E27FC236}">
                  <a16:creationId xmlns:a16="http://schemas.microsoft.com/office/drawing/2014/main" id="{E362BB6F-BA17-E8CE-1413-CBBC014D0AD2}"/>
                </a:ext>
              </a:extLst>
            </p:cNvPr>
            <p:cNvSpPr/>
            <p:nvPr/>
          </p:nvSpPr>
          <p:spPr>
            <a:xfrm>
              <a:off x="539090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8" name="Rectangle 8547">
              <a:extLst>
                <a:ext uri="{FF2B5EF4-FFF2-40B4-BE49-F238E27FC236}">
                  <a16:creationId xmlns:a16="http://schemas.microsoft.com/office/drawing/2014/main" id="{72761762-30B1-68CC-39CF-382A6D2323F4}"/>
                </a:ext>
              </a:extLst>
            </p:cNvPr>
            <p:cNvSpPr/>
            <p:nvPr/>
          </p:nvSpPr>
          <p:spPr>
            <a:xfrm>
              <a:off x="539090" y="363445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9" name="Rectangle 8548">
              <a:extLst>
                <a:ext uri="{FF2B5EF4-FFF2-40B4-BE49-F238E27FC236}">
                  <a16:creationId xmlns:a16="http://schemas.microsoft.com/office/drawing/2014/main" id="{39A8FB75-00C0-D13F-A1CC-6350A165D050}"/>
                </a:ext>
              </a:extLst>
            </p:cNvPr>
            <p:cNvSpPr/>
            <p:nvPr/>
          </p:nvSpPr>
          <p:spPr>
            <a:xfrm>
              <a:off x="539090" y="3675221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0" name="Rectangle 8549">
              <a:extLst>
                <a:ext uri="{FF2B5EF4-FFF2-40B4-BE49-F238E27FC236}">
                  <a16:creationId xmlns:a16="http://schemas.microsoft.com/office/drawing/2014/main" id="{1EEFBFD5-BE24-16CD-F602-03B773C5CC85}"/>
                </a:ext>
              </a:extLst>
            </p:cNvPr>
            <p:cNvSpPr/>
            <p:nvPr/>
          </p:nvSpPr>
          <p:spPr>
            <a:xfrm>
              <a:off x="539090" y="3715988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1" name="Rectangle 8550">
              <a:extLst>
                <a:ext uri="{FF2B5EF4-FFF2-40B4-BE49-F238E27FC236}">
                  <a16:creationId xmlns:a16="http://schemas.microsoft.com/office/drawing/2014/main" id="{C2339C1B-C6CD-ABBD-5054-4A4A760320AC}"/>
                </a:ext>
              </a:extLst>
            </p:cNvPr>
            <p:cNvSpPr/>
            <p:nvPr/>
          </p:nvSpPr>
          <p:spPr>
            <a:xfrm>
              <a:off x="539090" y="375688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2" name="Rectangle 8551">
              <a:extLst>
                <a:ext uri="{FF2B5EF4-FFF2-40B4-BE49-F238E27FC236}">
                  <a16:creationId xmlns:a16="http://schemas.microsoft.com/office/drawing/2014/main" id="{69E99380-568C-D9C6-CD00-558551139A72}"/>
                </a:ext>
              </a:extLst>
            </p:cNvPr>
            <p:cNvSpPr/>
            <p:nvPr/>
          </p:nvSpPr>
          <p:spPr>
            <a:xfrm>
              <a:off x="539090" y="3797649"/>
              <a:ext cx="118872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3" name="Rectangle 8552">
              <a:extLst>
                <a:ext uri="{FF2B5EF4-FFF2-40B4-BE49-F238E27FC236}">
                  <a16:creationId xmlns:a16="http://schemas.microsoft.com/office/drawing/2014/main" id="{7E6C6474-739B-0CBB-A0DE-FF10975F698B}"/>
                </a:ext>
              </a:extLst>
            </p:cNvPr>
            <p:cNvSpPr/>
            <p:nvPr/>
          </p:nvSpPr>
          <p:spPr>
            <a:xfrm>
              <a:off x="539090" y="3838416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4" name="Rectangle 8553">
              <a:extLst>
                <a:ext uri="{FF2B5EF4-FFF2-40B4-BE49-F238E27FC236}">
                  <a16:creationId xmlns:a16="http://schemas.microsoft.com/office/drawing/2014/main" id="{A8C8ADEE-8B95-6BA7-17B0-4422B2431055}"/>
                </a:ext>
              </a:extLst>
            </p:cNvPr>
            <p:cNvSpPr/>
            <p:nvPr/>
          </p:nvSpPr>
          <p:spPr>
            <a:xfrm>
              <a:off x="539090" y="387918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5" name="Rectangle 8554">
              <a:extLst>
                <a:ext uri="{FF2B5EF4-FFF2-40B4-BE49-F238E27FC236}">
                  <a16:creationId xmlns:a16="http://schemas.microsoft.com/office/drawing/2014/main" id="{C59B2026-8D0B-5423-F5D0-A7A2C62858EB}"/>
                </a:ext>
              </a:extLst>
            </p:cNvPr>
            <p:cNvSpPr/>
            <p:nvPr/>
          </p:nvSpPr>
          <p:spPr>
            <a:xfrm>
              <a:off x="539090" y="391995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6" name="Rectangle 8555">
              <a:extLst>
                <a:ext uri="{FF2B5EF4-FFF2-40B4-BE49-F238E27FC236}">
                  <a16:creationId xmlns:a16="http://schemas.microsoft.com/office/drawing/2014/main" id="{4F8D0BE0-F31F-30CA-470E-0F619B574F4B}"/>
                </a:ext>
              </a:extLst>
            </p:cNvPr>
            <p:cNvSpPr/>
            <p:nvPr/>
          </p:nvSpPr>
          <p:spPr>
            <a:xfrm>
              <a:off x="539090" y="3960717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7" name="Rectangle 8556">
              <a:extLst>
                <a:ext uri="{FF2B5EF4-FFF2-40B4-BE49-F238E27FC236}">
                  <a16:creationId xmlns:a16="http://schemas.microsoft.com/office/drawing/2014/main" id="{AA88D5C5-9412-8495-2165-24DF504FB30F}"/>
                </a:ext>
              </a:extLst>
            </p:cNvPr>
            <p:cNvSpPr/>
            <p:nvPr/>
          </p:nvSpPr>
          <p:spPr>
            <a:xfrm>
              <a:off x="539090" y="4001484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8" name="Rectangle 8557">
              <a:extLst>
                <a:ext uri="{FF2B5EF4-FFF2-40B4-BE49-F238E27FC236}">
                  <a16:creationId xmlns:a16="http://schemas.microsoft.com/office/drawing/2014/main" id="{53C19122-5E31-F877-B068-54055247C38A}"/>
                </a:ext>
              </a:extLst>
            </p:cNvPr>
            <p:cNvSpPr/>
            <p:nvPr/>
          </p:nvSpPr>
          <p:spPr>
            <a:xfrm>
              <a:off x="539090" y="4042251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9" name="Rectangle 8558">
              <a:extLst>
                <a:ext uri="{FF2B5EF4-FFF2-40B4-BE49-F238E27FC236}">
                  <a16:creationId xmlns:a16="http://schemas.microsoft.com/office/drawing/2014/main" id="{F679D155-960C-9A8D-2DD4-AD13C64B2126}"/>
                </a:ext>
              </a:extLst>
            </p:cNvPr>
            <p:cNvSpPr/>
            <p:nvPr/>
          </p:nvSpPr>
          <p:spPr>
            <a:xfrm>
              <a:off x="539090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0" name="Rectangle 8559">
              <a:extLst>
                <a:ext uri="{FF2B5EF4-FFF2-40B4-BE49-F238E27FC236}">
                  <a16:creationId xmlns:a16="http://schemas.microsoft.com/office/drawing/2014/main" id="{00F847E3-5247-7612-17E1-011627A47005}"/>
                </a:ext>
              </a:extLst>
            </p:cNvPr>
            <p:cNvSpPr/>
            <p:nvPr/>
          </p:nvSpPr>
          <p:spPr>
            <a:xfrm>
              <a:off x="539090" y="412378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1" name="Rectangle 8560">
              <a:extLst>
                <a:ext uri="{FF2B5EF4-FFF2-40B4-BE49-F238E27FC236}">
                  <a16:creationId xmlns:a16="http://schemas.microsoft.com/office/drawing/2014/main" id="{0B4FCF06-29B6-C639-AD42-C9870A65E45A}"/>
                </a:ext>
              </a:extLst>
            </p:cNvPr>
            <p:cNvSpPr/>
            <p:nvPr/>
          </p:nvSpPr>
          <p:spPr>
            <a:xfrm>
              <a:off x="539090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2" name="Rectangle 8561">
              <a:extLst>
                <a:ext uri="{FF2B5EF4-FFF2-40B4-BE49-F238E27FC236}">
                  <a16:creationId xmlns:a16="http://schemas.microsoft.com/office/drawing/2014/main" id="{37CDBC93-C0E5-992C-0E42-0F6A238777C1}"/>
                </a:ext>
              </a:extLst>
            </p:cNvPr>
            <p:cNvSpPr/>
            <p:nvPr/>
          </p:nvSpPr>
          <p:spPr>
            <a:xfrm>
              <a:off x="539090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3" name="Rectangle 8562">
              <a:extLst>
                <a:ext uri="{FF2B5EF4-FFF2-40B4-BE49-F238E27FC236}">
                  <a16:creationId xmlns:a16="http://schemas.microsoft.com/office/drawing/2014/main" id="{7A0C8505-C97D-DFE9-5074-549DB174659C}"/>
                </a:ext>
              </a:extLst>
            </p:cNvPr>
            <p:cNvSpPr/>
            <p:nvPr/>
          </p:nvSpPr>
          <p:spPr>
            <a:xfrm>
              <a:off x="539090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4" name="Rectangle 8563">
              <a:extLst>
                <a:ext uri="{FF2B5EF4-FFF2-40B4-BE49-F238E27FC236}">
                  <a16:creationId xmlns:a16="http://schemas.microsoft.com/office/drawing/2014/main" id="{2B554005-01D9-347D-9A43-FCCD6210E68E}"/>
                </a:ext>
              </a:extLst>
            </p:cNvPr>
            <p:cNvSpPr/>
            <p:nvPr/>
          </p:nvSpPr>
          <p:spPr>
            <a:xfrm>
              <a:off x="539090" y="4286980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5" name="Rectangle 8564">
              <a:extLst>
                <a:ext uri="{FF2B5EF4-FFF2-40B4-BE49-F238E27FC236}">
                  <a16:creationId xmlns:a16="http://schemas.microsoft.com/office/drawing/2014/main" id="{429F6E3D-55C8-145A-69CC-B3E944B0570B}"/>
                </a:ext>
              </a:extLst>
            </p:cNvPr>
            <p:cNvSpPr/>
            <p:nvPr/>
          </p:nvSpPr>
          <p:spPr>
            <a:xfrm>
              <a:off x="539090" y="4327747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6" name="Rectangle 8565">
              <a:extLst>
                <a:ext uri="{FF2B5EF4-FFF2-40B4-BE49-F238E27FC236}">
                  <a16:creationId xmlns:a16="http://schemas.microsoft.com/office/drawing/2014/main" id="{07ADAC74-82CE-B28E-D1E4-AAEF5DCD0BB2}"/>
                </a:ext>
              </a:extLst>
            </p:cNvPr>
            <p:cNvSpPr/>
            <p:nvPr/>
          </p:nvSpPr>
          <p:spPr>
            <a:xfrm>
              <a:off x="539090" y="436851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7" name="Rectangle 8566">
              <a:extLst>
                <a:ext uri="{FF2B5EF4-FFF2-40B4-BE49-F238E27FC236}">
                  <a16:creationId xmlns:a16="http://schemas.microsoft.com/office/drawing/2014/main" id="{F68C03E1-8E93-882E-6165-C96C808C6AFA}"/>
                </a:ext>
              </a:extLst>
            </p:cNvPr>
            <p:cNvSpPr/>
            <p:nvPr/>
          </p:nvSpPr>
          <p:spPr>
            <a:xfrm>
              <a:off x="539090" y="4409281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8" name="Rectangle 8567">
              <a:extLst>
                <a:ext uri="{FF2B5EF4-FFF2-40B4-BE49-F238E27FC236}">
                  <a16:creationId xmlns:a16="http://schemas.microsoft.com/office/drawing/2014/main" id="{43451743-1299-F45F-F3D4-C43072BDA495}"/>
                </a:ext>
              </a:extLst>
            </p:cNvPr>
            <p:cNvSpPr/>
            <p:nvPr/>
          </p:nvSpPr>
          <p:spPr>
            <a:xfrm>
              <a:off x="539090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9" name="Rectangle 8568">
              <a:extLst>
                <a:ext uri="{FF2B5EF4-FFF2-40B4-BE49-F238E27FC236}">
                  <a16:creationId xmlns:a16="http://schemas.microsoft.com/office/drawing/2014/main" id="{EAC41B7C-222A-17C4-8AEB-FF09676A8809}"/>
                </a:ext>
              </a:extLst>
            </p:cNvPr>
            <p:cNvSpPr/>
            <p:nvPr/>
          </p:nvSpPr>
          <p:spPr>
            <a:xfrm>
              <a:off x="539090" y="4490815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0" name="Rectangle 8569">
              <a:extLst>
                <a:ext uri="{FF2B5EF4-FFF2-40B4-BE49-F238E27FC236}">
                  <a16:creationId xmlns:a16="http://schemas.microsoft.com/office/drawing/2014/main" id="{769B7B72-244B-1161-77F6-8D1890237739}"/>
                </a:ext>
              </a:extLst>
            </p:cNvPr>
            <p:cNvSpPr/>
            <p:nvPr/>
          </p:nvSpPr>
          <p:spPr>
            <a:xfrm>
              <a:off x="539090" y="4531582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1" name="Rectangle 8570">
              <a:extLst>
                <a:ext uri="{FF2B5EF4-FFF2-40B4-BE49-F238E27FC236}">
                  <a16:creationId xmlns:a16="http://schemas.microsoft.com/office/drawing/2014/main" id="{C2DB2FBD-DA60-FDCF-AF0F-F2703DE29B82}"/>
                </a:ext>
              </a:extLst>
            </p:cNvPr>
            <p:cNvSpPr/>
            <p:nvPr/>
          </p:nvSpPr>
          <p:spPr>
            <a:xfrm>
              <a:off x="539090" y="4572349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2" name="Rectangle 8571">
              <a:extLst>
                <a:ext uri="{FF2B5EF4-FFF2-40B4-BE49-F238E27FC236}">
                  <a16:creationId xmlns:a16="http://schemas.microsoft.com/office/drawing/2014/main" id="{AFAB9871-F256-8D3B-3463-C68B1EECDAE3}"/>
                </a:ext>
              </a:extLst>
            </p:cNvPr>
            <p:cNvSpPr/>
            <p:nvPr/>
          </p:nvSpPr>
          <p:spPr>
            <a:xfrm>
              <a:off x="539090" y="4613116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3" name="Rectangle 8572">
              <a:extLst>
                <a:ext uri="{FF2B5EF4-FFF2-40B4-BE49-F238E27FC236}">
                  <a16:creationId xmlns:a16="http://schemas.microsoft.com/office/drawing/2014/main" id="{9ABB9790-0BF9-69F9-F620-2D70D694383B}"/>
                </a:ext>
              </a:extLst>
            </p:cNvPr>
            <p:cNvSpPr/>
            <p:nvPr/>
          </p:nvSpPr>
          <p:spPr>
            <a:xfrm>
              <a:off x="539090" y="4653883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4" name="Rectangle 8573">
              <a:extLst>
                <a:ext uri="{FF2B5EF4-FFF2-40B4-BE49-F238E27FC236}">
                  <a16:creationId xmlns:a16="http://schemas.microsoft.com/office/drawing/2014/main" id="{5ACA257B-7519-CE2B-83F9-422859C69BD4}"/>
                </a:ext>
              </a:extLst>
            </p:cNvPr>
            <p:cNvSpPr/>
            <p:nvPr/>
          </p:nvSpPr>
          <p:spPr>
            <a:xfrm>
              <a:off x="539090" y="4694650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5" name="Rectangle 8574">
              <a:extLst>
                <a:ext uri="{FF2B5EF4-FFF2-40B4-BE49-F238E27FC236}">
                  <a16:creationId xmlns:a16="http://schemas.microsoft.com/office/drawing/2014/main" id="{DFBDFB4C-9A94-077A-A3EE-239BB5D05258}"/>
                </a:ext>
              </a:extLst>
            </p:cNvPr>
            <p:cNvSpPr/>
            <p:nvPr/>
          </p:nvSpPr>
          <p:spPr>
            <a:xfrm>
              <a:off x="539090" y="47354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6" name="Rectangle 8575">
              <a:extLst>
                <a:ext uri="{FF2B5EF4-FFF2-40B4-BE49-F238E27FC236}">
                  <a16:creationId xmlns:a16="http://schemas.microsoft.com/office/drawing/2014/main" id="{27900214-3B58-6EFA-4DDB-5FA59E737524}"/>
                </a:ext>
              </a:extLst>
            </p:cNvPr>
            <p:cNvSpPr/>
            <p:nvPr/>
          </p:nvSpPr>
          <p:spPr>
            <a:xfrm>
              <a:off x="539090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7" name="Rectangle 8576">
              <a:extLst>
                <a:ext uri="{FF2B5EF4-FFF2-40B4-BE49-F238E27FC236}">
                  <a16:creationId xmlns:a16="http://schemas.microsoft.com/office/drawing/2014/main" id="{4567B82B-2A51-686F-8AB9-FF29349D649D}"/>
                </a:ext>
              </a:extLst>
            </p:cNvPr>
            <p:cNvSpPr/>
            <p:nvPr/>
          </p:nvSpPr>
          <p:spPr>
            <a:xfrm>
              <a:off x="657835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8" name="Rectangle 8577">
              <a:extLst>
                <a:ext uri="{FF2B5EF4-FFF2-40B4-BE49-F238E27FC236}">
                  <a16:creationId xmlns:a16="http://schemas.microsoft.com/office/drawing/2014/main" id="{B66A03F6-1869-76E3-9596-16DB9B63490D}"/>
                </a:ext>
              </a:extLst>
            </p:cNvPr>
            <p:cNvSpPr/>
            <p:nvPr/>
          </p:nvSpPr>
          <p:spPr>
            <a:xfrm>
              <a:off x="657835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9" name="Rectangle 8578">
              <a:extLst>
                <a:ext uri="{FF2B5EF4-FFF2-40B4-BE49-F238E27FC236}">
                  <a16:creationId xmlns:a16="http://schemas.microsoft.com/office/drawing/2014/main" id="{39F5240F-5C0E-400D-7F4F-10361359117B}"/>
                </a:ext>
              </a:extLst>
            </p:cNvPr>
            <p:cNvSpPr/>
            <p:nvPr/>
          </p:nvSpPr>
          <p:spPr>
            <a:xfrm>
              <a:off x="657835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0" name="Rectangle 8579">
              <a:extLst>
                <a:ext uri="{FF2B5EF4-FFF2-40B4-BE49-F238E27FC236}">
                  <a16:creationId xmlns:a16="http://schemas.microsoft.com/office/drawing/2014/main" id="{6B697CCB-D6AC-9FD3-CB58-A7976A4A5D40}"/>
                </a:ext>
              </a:extLst>
            </p:cNvPr>
            <p:cNvSpPr/>
            <p:nvPr/>
          </p:nvSpPr>
          <p:spPr>
            <a:xfrm>
              <a:off x="657835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1" name="Rectangle 8580">
              <a:extLst>
                <a:ext uri="{FF2B5EF4-FFF2-40B4-BE49-F238E27FC236}">
                  <a16:creationId xmlns:a16="http://schemas.microsoft.com/office/drawing/2014/main" id="{BE1A0A0E-2C4B-6F71-E731-5201FBF14AD0}"/>
                </a:ext>
              </a:extLst>
            </p:cNvPr>
            <p:cNvSpPr/>
            <p:nvPr/>
          </p:nvSpPr>
          <p:spPr>
            <a:xfrm>
              <a:off x="657835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2" name="Rectangle 8581">
              <a:extLst>
                <a:ext uri="{FF2B5EF4-FFF2-40B4-BE49-F238E27FC236}">
                  <a16:creationId xmlns:a16="http://schemas.microsoft.com/office/drawing/2014/main" id="{B1E7630E-BCF2-461E-DDCB-508927E6DACA}"/>
                </a:ext>
              </a:extLst>
            </p:cNvPr>
            <p:cNvSpPr/>
            <p:nvPr/>
          </p:nvSpPr>
          <p:spPr>
            <a:xfrm>
              <a:off x="657835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3" name="Rectangle 8582">
              <a:extLst>
                <a:ext uri="{FF2B5EF4-FFF2-40B4-BE49-F238E27FC236}">
                  <a16:creationId xmlns:a16="http://schemas.microsoft.com/office/drawing/2014/main" id="{D2AF2E5F-B829-CFDD-E3FA-4BDCCD8358F6}"/>
                </a:ext>
              </a:extLst>
            </p:cNvPr>
            <p:cNvSpPr/>
            <p:nvPr/>
          </p:nvSpPr>
          <p:spPr>
            <a:xfrm>
              <a:off x="657835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4" name="Rectangle 8583">
              <a:extLst>
                <a:ext uri="{FF2B5EF4-FFF2-40B4-BE49-F238E27FC236}">
                  <a16:creationId xmlns:a16="http://schemas.microsoft.com/office/drawing/2014/main" id="{C4C3044C-B8CD-77A5-8340-CEAB2F9E93A4}"/>
                </a:ext>
              </a:extLst>
            </p:cNvPr>
            <p:cNvSpPr/>
            <p:nvPr/>
          </p:nvSpPr>
          <p:spPr>
            <a:xfrm>
              <a:off x="657835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5" name="Rectangle 8584">
              <a:extLst>
                <a:ext uri="{FF2B5EF4-FFF2-40B4-BE49-F238E27FC236}">
                  <a16:creationId xmlns:a16="http://schemas.microsoft.com/office/drawing/2014/main" id="{B7DADFC7-28BE-595C-C508-23900924096A}"/>
                </a:ext>
              </a:extLst>
            </p:cNvPr>
            <p:cNvSpPr/>
            <p:nvPr/>
          </p:nvSpPr>
          <p:spPr>
            <a:xfrm>
              <a:off x="657835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6" name="Rectangle 8585">
              <a:extLst>
                <a:ext uri="{FF2B5EF4-FFF2-40B4-BE49-F238E27FC236}">
                  <a16:creationId xmlns:a16="http://schemas.microsoft.com/office/drawing/2014/main" id="{65AE8083-6004-42A6-63BB-D5F28887AF4A}"/>
                </a:ext>
              </a:extLst>
            </p:cNvPr>
            <p:cNvSpPr/>
            <p:nvPr/>
          </p:nvSpPr>
          <p:spPr>
            <a:xfrm>
              <a:off x="657835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7" name="Rectangle 8586">
              <a:extLst>
                <a:ext uri="{FF2B5EF4-FFF2-40B4-BE49-F238E27FC236}">
                  <a16:creationId xmlns:a16="http://schemas.microsoft.com/office/drawing/2014/main" id="{605144C8-821F-8AFC-B03F-679029918FE9}"/>
                </a:ext>
              </a:extLst>
            </p:cNvPr>
            <p:cNvSpPr/>
            <p:nvPr/>
          </p:nvSpPr>
          <p:spPr>
            <a:xfrm>
              <a:off x="657835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8" name="Rectangle 8587">
              <a:extLst>
                <a:ext uri="{FF2B5EF4-FFF2-40B4-BE49-F238E27FC236}">
                  <a16:creationId xmlns:a16="http://schemas.microsoft.com/office/drawing/2014/main" id="{B4EBD846-186B-9B0C-0E63-D688C56E220B}"/>
                </a:ext>
              </a:extLst>
            </p:cNvPr>
            <p:cNvSpPr/>
            <p:nvPr/>
          </p:nvSpPr>
          <p:spPr>
            <a:xfrm>
              <a:off x="657835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9" name="Rectangle 8588">
              <a:extLst>
                <a:ext uri="{FF2B5EF4-FFF2-40B4-BE49-F238E27FC236}">
                  <a16:creationId xmlns:a16="http://schemas.microsoft.com/office/drawing/2014/main" id="{9AC8B0AD-5ACF-2706-B5E8-D4C98681381E}"/>
                </a:ext>
              </a:extLst>
            </p:cNvPr>
            <p:cNvSpPr/>
            <p:nvPr/>
          </p:nvSpPr>
          <p:spPr>
            <a:xfrm>
              <a:off x="657835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0" name="Rectangle 8589">
              <a:extLst>
                <a:ext uri="{FF2B5EF4-FFF2-40B4-BE49-F238E27FC236}">
                  <a16:creationId xmlns:a16="http://schemas.microsoft.com/office/drawing/2014/main" id="{08B58C39-06BE-424D-53AA-C891516C7036}"/>
                </a:ext>
              </a:extLst>
            </p:cNvPr>
            <p:cNvSpPr/>
            <p:nvPr/>
          </p:nvSpPr>
          <p:spPr>
            <a:xfrm>
              <a:off x="657835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1" name="Rectangle 8590">
              <a:extLst>
                <a:ext uri="{FF2B5EF4-FFF2-40B4-BE49-F238E27FC236}">
                  <a16:creationId xmlns:a16="http://schemas.microsoft.com/office/drawing/2014/main" id="{7EEA5A27-96CF-957A-9A3C-B7C81F25D1B0}"/>
                </a:ext>
              </a:extLst>
            </p:cNvPr>
            <p:cNvSpPr/>
            <p:nvPr/>
          </p:nvSpPr>
          <p:spPr>
            <a:xfrm>
              <a:off x="657835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2" name="Rectangle 8591">
              <a:extLst>
                <a:ext uri="{FF2B5EF4-FFF2-40B4-BE49-F238E27FC236}">
                  <a16:creationId xmlns:a16="http://schemas.microsoft.com/office/drawing/2014/main" id="{0959744F-6F04-DA0A-0AE3-CA2EE844B99C}"/>
                </a:ext>
              </a:extLst>
            </p:cNvPr>
            <p:cNvSpPr/>
            <p:nvPr/>
          </p:nvSpPr>
          <p:spPr>
            <a:xfrm>
              <a:off x="657835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3" name="Rectangle 8592">
              <a:extLst>
                <a:ext uri="{FF2B5EF4-FFF2-40B4-BE49-F238E27FC236}">
                  <a16:creationId xmlns:a16="http://schemas.microsoft.com/office/drawing/2014/main" id="{51A5374B-6750-9EBB-AFF6-F17DEC260693}"/>
                </a:ext>
              </a:extLst>
            </p:cNvPr>
            <p:cNvSpPr/>
            <p:nvPr/>
          </p:nvSpPr>
          <p:spPr>
            <a:xfrm>
              <a:off x="657835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4" name="Rectangle 8593">
              <a:extLst>
                <a:ext uri="{FF2B5EF4-FFF2-40B4-BE49-F238E27FC236}">
                  <a16:creationId xmlns:a16="http://schemas.microsoft.com/office/drawing/2014/main" id="{D315698E-885A-1B0D-A235-E229B5B4DA88}"/>
                </a:ext>
              </a:extLst>
            </p:cNvPr>
            <p:cNvSpPr/>
            <p:nvPr/>
          </p:nvSpPr>
          <p:spPr>
            <a:xfrm>
              <a:off x="657835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5" name="Rectangle 8594">
              <a:extLst>
                <a:ext uri="{FF2B5EF4-FFF2-40B4-BE49-F238E27FC236}">
                  <a16:creationId xmlns:a16="http://schemas.microsoft.com/office/drawing/2014/main" id="{F253DF4B-2A54-1593-CF6F-DAA24B137A35}"/>
                </a:ext>
              </a:extLst>
            </p:cNvPr>
            <p:cNvSpPr/>
            <p:nvPr/>
          </p:nvSpPr>
          <p:spPr>
            <a:xfrm>
              <a:off x="657835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6" name="Rectangle 8595">
              <a:extLst>
                <a:ext uri="{FF2B5EF4-FFF2-40B4-BE49-F238E27FC236}">
                  <a16:creationId xmlns:a16="http://schemas.microsoft.com/office/drawing/2014/main" id="{797F3ECB-B6B7-9011-50BF-1238F797BE2D}"/>
                </a:ext>
              </a:extLst>
            </p:cNvPr>
            <p:cNvSpPr/>
            <p:nvPr/>
          </p:nvSpPr>
          <p:spPr>
            <a:xfrm>
              <a:off x="657835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7" name="Rectangle 8596">
              <a:extLst>
                <a:ext uri="{FF2B5EF4-FFF2-40B4-BE49-F238E27FC236}">
                  <a16:creationId xmlns:a16="http://schemas.microsoft.com/office/drawing/2014/main" id="{F5A62AF4-4A61-CAA8-6C66-5290506E8E02}"/>
                </a:ext>
              </a:extLst>
            </p:cNvPr>
            <p:cNvSpPr/>
            <p:nvPr/>
          </p:nvSpPr>
          <p:spPr>
            <a:xfrm>
              <a:off x="657835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8" name="Rectangle 8597">
              <a:extLst>
                <a:ext uri="{FF2B5EF4-FFF2-40B4-BE49-F238E27FC236}">
                  <a16:creationId xmlns:a16="http://schemas.microsoft.com/office/drawing/2014/main" id="{2CD541DB-694D-7A9D-8A53-576536E3E345}"/>
                </a:ext>
              </a:extLst>
            </p:cNvPr>
            <p:cNvSpPr/>
            <p:nvPr/>
          </p:nvSpPr>
          <p:spPr>
            <a:xfrm>
              <a:off x="657835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9" name="Rectangle 8598">
              <a:extLst>
                <a:ext uri="{FF2B5EF4-FFF2-40B4-BE49-F238E27FC236}">
                  <a16:creationId xmlns:a16="http://schemas.microsoft.com/office/drawing/2014/main" id="{7B0E0EB3-0D5C-1C58-2151-AE50E1EE007A}"/>
                </a:ext>
              </a:extLst>
            </p:cNvPr>
            <p:cNvSpPr/>
            <p:nvPr/>
          </p:nvSpPr>
          <p:spPr>
            <a:xfrm>
              <a:off x="657835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0" name="Rectangle 8599">
              <a:extLst>
                <a:ext uri="{FF2B5EF4-FFF2-40B4-BE49-F238E27FC236}">
                  <a16:creationId xmlns:a16="http://schemas.microsoft.com/office/drawing/2014/main" id="{7D49590C-A9B8-0011-8916-F18DDFE8C8E1}"/>
                </a:ext>
              </a:extLst>
            </p:cNvPr>
            <p:cNvSpPr/>
            <p:nvPr/>
          </p:nvSpPr>
          <p:spPr>
            <a:xfrm>
              <a:off x="657835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1" name="Rectangle 8600">
              <a:extLst>
                <a:ext uri="{FF2B5EF4-FFF2-40B4-BE49-F238E27FC236}">
                  <a16:creationId xmlns:a16="http://schemas.microsoft.com/office/drawing/2014/main" id="{766120F3-4D90-E3CA-4E7D-B9A9D71AC4F0}"/>
                </a:ext>
              </a:extLst>
            </p:cNvPr>
            <p:cNvSpPr/>
            <p:nvPr/>
          </p:nvSpPr>
          <p:spPr>
            <a:xfrm>
              <a:off x="657835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2" name="Rectangle 8601">
              <a:extLst>
                <a:ext uri="{FF2B5EF4-FFF2-40B4-BE49-F238E27FC236}">
                  <a16:creationId xmlns:a16="http://schemas.microsoft.com/office/drawing/2014/main" id="{90E6F54E-EC8E-DA3D-DFF7-7A91AA490AAA}"/>
                </a:ext>
              </a:extLst>
            </p:cNvPr>
            <p:cNvSpPr/>
            <p:nvPr/>
          </p:nvSpPr>
          <p:spPr>
            <a:xfrm>
              <a:off x="657835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3" name="Rectangle 8602">
              <a:extLst>
                <a:ext uri="{FF2B5EF4-FFF2-40B4-BE49-F238E27FC236}">
                  <a16:creationId xmlns:a16="http://schemas.microsoft.com/office/drawing/2014/main" id="{E4DB76BC-B7DA-9B52-25EE-1D22B7F80973}"/>
                </a:ext>
              </a:extLst>
            </p:cNvPr>
            <p:cNvSpPr/>
            <p:nvPr/>
          </p:nvSpPr>
          <p:spPr>
            <a:xfrm>
              <a:off x="657835" y="3185890"/>
              <a:ext cx="118872" cy="40766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4" name="Rectangle 8603">
              <a:extLst>
                <a:ext uri="{FF2B5EF4-FFF2-40B4-BE49-F238E27FC236}">
                  <a16:creationId xmlns:a16="http://schemas.microsoft.com/office/drawing/2014/main" id="{D0EC7638-05F4-DDFF-B0CA-63071A7FFB22}"/>
                </a:ext>
              </a:extLst>
            </p:cNvPr>
            <p:cNvSpPr/>
            <p:nvPr/>
          </p:nvSpPr>
          <p:spPr>
            <a:xfrm>
              <a:off x="657835" y="3226784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" name="Rectangle 8604">
              <a:extLst>
                <a:ext uri="{FF2B5EF4-FFF2-40B4-BE49-F238E27FC236}">
                  <a16:creationId xmlns:a16="http://schemas.microsoft.com/office/drawing/2014/main" id="{858CF9BC-84A5-DEDC-118E-15246A63F84A}"/>
                </a:ext>
              </a:extLst>
            </p:cNvPr>
            <p:cNvSpPr/>
            <p:nvPr/>
          </p:nvSpPr>
          <p:spPr>
            <a:xfrm>
              <a:off x="657835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6" name="Rectangle 8605">
              <a:extLst>
                <a:ext uri="{FF2B5EF4-FFF2-40B4-BE49-F238E27FC236}">
                  <a16:creationId xmlns:a16="http://schemas.microsoft.com/office/drawing/2014/main" id="{C2E7D36E-3731-61A8-07FE-6507BDE5584C}"/>
                </a:ext>
              </a:extLst>
            </p:cNvPr>
            <p:cNvSpPr/>
            <p:nvPr/>
          </p:nvSpPr>
          <p:spPr>
            <a:xfrm>
              <a:off x="657835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7" name="Rectangle 8606">
              <a:extLst>
                <a:ext uri="{FF2B5EF4-FFF2-40B4-BE49-F238E27FC236}">
                  <a16:creationId xmlns:a16="http://schemas.microsoft.com/office/drawing/2014/main" id="{0652F0DE-E03D-12A9-14EE-7651929925E8}"/>
                </a:ext>
              </a:extLst>
            </p:cNvPr>
            <p:cNvSpPr/>
            <p:nvPr/>
          </p:nvSpPr>
          <p:spPr>
            <a:xfrm>
              <a:off x="657835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8" name="Rectangle 8607">
              <a:extLst>
                <a:ext uri="{FF2B5EF4-FFF2-40B4-BE49-F238E27FC236}">
                  <a16:creationId xmlns:a16="http://schemas.microsoft.com/office/drawing/2014/main" id="{75CA13F3-285F-6FBA-186F-DAC03D6F853E}"/>
                </a:ext>
              </a:extLst>
            </p:cNvPr>
            <p:cNvSpPr/>
            <p:nvPr/>
          </p:nvSpPr>
          <p:spPr>
            <a:xfrm>
              <a:off x="657835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9" name="Rectangle 8608">
              <a:extLst>
                <a:ext uri="{FF2B5EF4-FFF2-40B4-BE49-F238E27FC236}">
                  <a16:creationId xmlns:a16="http://schemas.microsoft.com/office/drawing/2014/main" id="{237EBB29-99B8-A52C-3380-E55BCEB463D3}"/>
                </a:ext>
              </a:extLst>
            </p:cNvPr>
            <p:cNvSpPr/>
            <p:nvPr/>
          </p:nvSpPr>
          <p:spPr>
            <a:xfrm>
              <a:off x="657835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0" name="Rectangle 8609">
              <a:extLst>
                <a:ext uri="{FF2B5EF4-FFF2-40B4-BE49-F238E27FC236}">
                  <a16:creationId xmlns:a16="http://schemas.microsoft.com/office/drawing/2014/main" id="{9D4010DE-C0CE-1FC1-E22F-CA3A06087E08}"/>
                </a:ext>
              </a:extLst>
            </p:cNvPr>
            <p:cNvSpPr/>
            <p:nvPr/>
          </p:nvSpPr>
          <p:spPr>
            <a:xfrm>
              <a:off x="657835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1" name="Rectangle 8610">
              <a:extLst>
                <a:ext uri="{FF2B5EF4-FFF2-40B4-BE49-F238E27FC236}">
                  <a16:creationId xmlns:a16="http://schemas.microsoft.com/office/drawing/2014/main" id="{2C60CBC0-0536-DEA6-AA1B-0B957A36C5D4}"/>
                </a:ext>
              </a:extLst>
            </p:cNvPr>
            <p:cNvSpPr/>
            <p:nvPr/>
          </p:nvSpPr>
          <p:spPr>
            <a:xfrm>
              <a:off x="657835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2" name="Rectangle 8611">
              <a:extLst>
                <a:ext uri="{FF2B5EF4-FFF2-40B4-BE49-F238E27FC236}">
                  <a16:creationId xmlns:a16="http://schemas.microsoft.com/office/drawing/2014/main" id="{6F0E0A6B-0045-111C-B0B2-679EC7BABB7E}"/>
                </a:ext>
              </a:extLst>
            </p:cNvPr>
            <p:cNvSpPr/>
            <p:nvPr/>
          </p:nvSpPr>
          <p:spPr>
            <a:xfrm>
              <a:off x="657835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3" name="Rectangle 8612">
              <a:extLst>
                <a:ext uri="{FF2B5EF4-FFF2-40B4-BE49-F238E27FC236}">
                  <a16:creationId xmlns:a16="http://schemas.microsoft.com/office/drawing/2014/main" id="{EAB5F661-42B4-8437-4D53-A38065523F4F}"/>
                </a:ext>
              </a:extLst>
            </p:cNvPr>
            <p:cNvSpPr/>
            <p:nvPr/>
          </p:nvSpPr>
          <p:spPr>
            <a:xfrm>
              <a:off x="657835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4" name="Rectangle 8613">
              <a:extLst>
                <a:ext uri="{FF2B5EF4-FFF2-40B4-BE49-F238E27FC236}">
                  <a16:creationId xmlns:a16="http://schemas.microsoft.com/office/drawing/2014/main" id="{EF6AC729-CC9F-26E0-EBBB-AB54043AD8C9}"/>
                </a:ext>
              </a:extLst>
            </p:cNvPr>
            <p:cNvSpPr/>
            <p:nvPr/>
          </p:nvSpPr>
          <p:spPr>
            <a:xfrm>
              <a:off x="657835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5" name="Rectangle 8614">
              <a:extLst>
                <a:ext uri="{FF2B5EF4-FFF2-40B4-BE49-F238E27FC236}">
                  <a16:creationId xmlns:a16="http://schemas.microsoft.com/office/drawing/2014/main" id="{6FF7B88A-F2C7-7742-C9C5-BFE1626E3ABF}"/>
                </a:ext>
              </a:extLst>
            </p:cNvPr>
            <p:cNvSpPr/>
            <p:nvPr/>
          </p:nvSpPr>
          <p:spPr>
            <a:xfrm>
              <a:off x="657835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6" name="Rectangle 8615">
              <a:extLst>
                <a:ext uri="{FF2B5EF4-FFF2-40B4-BE49-F238E27FC236}">
                  <a16:creationId xmlns:a16="http://schemas.microsoft.com/office/drawing/2014/main" id="{D9BB54A6-53AD-D4D8-64A5-3FA6B76911C8}"/>
                </a:ext>
              </a:extLst>
            </p:cNvPr>
            <p:cNvSpPr/>
            <p:nvPr/>
          </p:nvSpPr>
          <p:spPr>
            <a:xfrm>
              <a:off x="657835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7" name="Rectangle 8616">
              <a:extLst>
                <a:ext uri="{FF2B5EF4-FFF2-40B4-BE49-F238E27FC236}">
                  <a16:creationId xmlns:a16="http://schemas.microsoft.com/office/drawing/2014/main" id="{36E603FB-9F88-EF88-B7E6-46BA70503060}"/>
                </a:ext>
              </a:extLst>
            </p:cNvPr>
            <p:cNvSpPr/>
            <p:nvPr/>
          </p:nvSpPr>
          <p:spPr>
            <a:xfrm>
              <a:off x="657835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8" name="Rectangle 8617">
              <a:extLst>
                <a:ext uri="{FF2B5EF4-FFF2-40B4-BE49-F238E27FC236}">
                  <a16:creationId xmlns:a16="http://schemas.microsoft.com/office/drawing/2014/main" id="{E87B4E4D-3DE7-9E74-1D97-0507263215E8}"/>
                </a:ext>
              </a:extLst>
            </p:cNvPr>
            <p:cNvSpPr/>
            <p:nvPr/>
          </p:nvSpPr>
          <p:spPr>
            <a:xfrm>
              <a:off x="657835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9" name="Rectangle 8618">
              <a:extLst>
                <a:ext uri="{FF2B5EF4-FFF2-40B4-BE49-F238E27FC236}">
                  <a16:creationId xmlns:a16="http://schemas.microsoft.com/office/drawing/2014/main" id="{60086594-A2E5-F1EB-9002-6A7E800DABD1}"/>
                </a:ext>
              </a:extLst>
            </p:cNvPr>
            <p:cNvSpPr/>
            <p:nvPr/>
          </p:nvSpPr>
          <p:spPr>
            <a:xfrm>
              <a:off x="657835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0" name="Rectangle 8619">
              <a:extLst>
                <a:ext uri="{FF2B5EF4-FFF2-40B4-BE49-F238E27FC236}">
                  <a16:creationId xmlns:a16="http://schemas.microsoft.com/office/drawing/2014/main" id="{F759EBB6-5B3C-0E14-29E5-5CAAB85BD1A0}"/>
                </a:ext>
              </a:extLst>
            </p:cNvPr>
            <p:cNvSpPr/>
            <p:nvPr/>
          </p:nvSpPr>
          <p:spPr>
            <a:xfrm>
              <a:off x="657835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1" name="Rectangle 8620">
              <a:extLst>
                <a:ext uri="{FF2B5EF4-FFF2-40B4-BE49-F238E27FC236}">
                  <a16:creationId xmlns:a16="http://schemas.microsoft.com/office/drawing/2014/main" id="{8CD97E01-97C1-6772-65D6-59BE09C6B2D4}"/>
                </a:ext>
              </a:extLst>
            </p:cNvPr>
            <p:cNvSpPr/>
            <p:nvPr/>
          </p:nvSpPr>
          <p:spPr>
            <a:xfrm>
              <a:off x="657835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2" name="Rectangle 8621">
              <a:extLst>
                <a:ext uri="{FF2B5EF4-FFF2-40B4-BE49-F238E27FC236}">
                  <a16:creationId xmlns:a16="http://schemas.microsoft.com/office/drawing/2014/main" id="{85D51530-6FEC-6E1C-1D27-5601C18933B7}"/>
                </a:ext>
              </a:extLst>
            </p:cNvPr>
            <p:cNvSpPr/>
            <p:nvPr/>
          </p:nvSpPr>
          <p:spPr>
            <a:xfrm>
              <a:off x="657835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3" name="Rectangle 8622">
              <a:extLst>
                <a:ext uri="{FF2B5EF4-FFF2-40B4-BE49-F238E27FC236}">
                  <a16:creationId xmlns:a16="http://schemas.microsoft.com/office/drawing/2014/main" id="{4EEB990B-66D2-0DAD-3127-2097A9C9C292}"/>
                </a:ext>
              </a:extLst>
            </p:cNvPr>
            <p:cNvSpPr/>
            <p:nvPr/>
          </p:nvSpPr>
          <p:spPr>
            <a:xfrm>
              <a:off x="657835" y="400148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4" name="Rectangle 8623">
              <a:extLst>
                <a:ext uri="{FF2B5EF4-FFF2-40B4-BE49-F238E27FC236}">
                  <a16:creationId xmlns:a16="http://schemas.microsoft.com/office/drawing/2014/main" id="{F6B991C9-64AA-A3CE-C10C-1738CD97197C}"/>
                </a:ext>
              </a:extLst>
            </p:cNvPr>
            <p:cNvSpPr/>
            <p:nvPr/>
          </p:nvSpPr>
          <p:spPr>
            <a:xfrm>
              <a:off x="657835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5" name="Rectangle 8624">
              <a:extLst>
                <a:ext uri="{FF2B5EF4-FFF2-40B4-BE49-F238E27FC236}">
                  <a16:creationId xmlns:a16="http://schemas.microsoft.com/office/drawing/2014/main" id="{8B2F0869-F74D-CBBF-054C-5555E9121355}"/>
                </a:ext>
              </a:extLst>
            </p:cNvPr>
            <p:cNvSpPr/>
            <p:nvPr/>
          </p:nvSpPr>
          <p:spPr>
            <a:xfrm>
              <a:off x="657835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6" name="Rectangle 8625">
              <a:extLst>
                <a:ext uri="{FF2B5EF4-FFF2-40B4-BE49-F238E27FC236}">
                  <a16:creationId xmlns:a16="http://schemas.microsoft.com/office/drawing/2014/main" id="{2A7F53BC-7740-677F-1642-8B0820E772EC}"/>
                </a:ext>
              </a:extLst>
            </p:cNvPr>
            <p:cNvSpPr/>
            <p:nvPr/>
          </p:nvSpPr>
          <p:spPr>
            <a:xfrm>
              <a:off x="657835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7" name="Rectangle 8626">
              <a:extLst>
                <a:ext uri="{FF2B5EF4-FFF2-40B4-BE49-F238E27FC236}">
                  <a16:creationId xmlns:a16="http://schemas.microsoft.com/office/drawing/2014/main" id="{2874EDBD-2DDB-883B-3014-8A66ABC4EE3B}"/>
                </a:ext>
              </a:extLst>
            </p:cNvPr>
            <p:cNvSpPr/>
            <p:nvPr/>
          </p:nvSpPr>
          <p:spPr>
            <a:xfrm>
              <a:off x="657835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8" name="Rectangle 8627">
              <a:extLst>
                <a:ext uri="{FF2B5EF4-FFF2-40B4-BE49-F238E27FC236}">
                  <a16:creationId xmlns:a16="http://schemas.microsoft.com/office/drawing/2014/main" id="{F9721E14-42B7-DA57-7D85-6A3E08D054BD}"/>
                </a:ext>
              </a:extLst>
            </p:cNvPr>
            <p:cNvSpPr/>
            <p:nvPr/>
          </p:nvSpPr>
          <p:spPr>
            <a:xfrm>
              <a:off x="657835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9" name="Rectangle 8628">
              <a:extLst>
                <a:ext uri="{FF2B5EF4-FFF2-40B4-BE49-F238E27FC236}">
                  <a16:creationId xmlns:a16="http://schemas.microsoft.com/office/drawing/2014/main" id="{0FFF2C00-E789-251D-02F4-8083D7E3FDF5}"/>
                </a:ext>
              </a:extLst>
            </p:cNvPr>
            <p:cNvSpPr/>
            <p:nvPr/>
          </p:nvSpPr>
          <p:spPr>
            <a:xfrm>
              <a:off x="657835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0" name="Rectangle 8629">
              <a:extLst>
                <a:ext uri="{FF2B5EF4-FFF2-40B4-BE49-F238E27FC236}">
                  <a16:creationId xmlns:a16="http://schemas.microsoft.com/office/drawing/2014/main" id="{0945E881-D10B-41E4-84FE-AF63C4D5F85F}"/>
                </a:ext>
              </a:extLst>
            </p:cNvPr>
            <p:cNvSpPr/>
            <p:nvPr/>
          </p:nvSpPr>
          <p:spPr>
            <a:xfrm>
              <a:off x="657835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1" name="Rectangle 8630">
              <a:extLst>
                <a:ext uri="{FF2B5EF4-FFF2-40B4-BE49-F238E27FC236}">
                  <a16:creationId xmlns:a16="http://schemas.microsoft.com/office/drawing/2014/main" id="{97005974-8B97-F4E8-73D6-2EFE1D0BED2A}"/>
                </a:ext>
              </a:extLst>
            </p:cNvPr>
            <p:cNvSpPr/>
            <p:nvPr/>
          </p:nvSpPr>
          <p:spPr>
            <a:xfrm>
              <a:off x="657835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2" name="Rectangle 8631">
              <a:extLst>
                <a:ext uri="{FF2B5EF4-FFF2-40B4-BE49-F238E27FC236}">
                  <a16:creationId xmlns:a16="http://schemas.microsoft.com/office/drawing/2014/main" id="{0F5A3896-A099-C3E1-DF77-C891CB0953DB}"/>
                </a:ext>
              </a:extLst>
            </p:cNvPr>
            <p:cNvSpPr/>
            <p:nvPr/>
          </p:nvSpPr>
          <p:spPr>
            <a:xfrm>
              <a:off x="657835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3" name="Rectangle 8632">
              <a:extLst>
                <a:ext uri="{FF2B5EF4-FFF2-40B4-BE49-F238E27FC236}">
                  <a16:creationId xmlns:a16="http://schemas.microsoft.com/office/drawing/2014/main" id="{B1937C0C-4D67-DD65-9FB5-19200144584F}"/>
                </a:ext>
              </a:extLst>
            </p:cNvPr>
            <p:cNvSpPr/>
            <p:nvPr/>
          </p:nvSpPr>
          <p:spPr>
            <a:xfrm>
              <a:off x="657835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4" name="Rectangle 8633">
              <a:extLst>
                <a:ext uri="{FF2B5EF4-FFF2-40B4-BE49-F238E27FC236}">
                  <a16:creationId xmlns:a16="http://schemas.microsoft.com/office/drawing/2014/main" id="{C7D65916-DE2D-F31A-67F9-80762406FC95}"/>
                </a:ext>
              </a:extLst>
            </p:cNvPr>
            <p:cNvSpPr/>
            <p:nvPr/>
          </p:nvSpPr>
          <p:spPr>
            <a:xfrm>
              <a:off x="657835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5" name="Rectangle 8634">
              <a:extLst>
                <a:ext uri="{FF2B5EF4-FFF2-40B4-BE49-F238E27FC236}">
                  <a16:creationId xmlns:a16="http://schemas.microsoft.com/office/drawing/2014/main" id="{790D85DF-2540-AA7B-60EF-AD5EB9C864FF}"/>
                </a:ext>
              </a:extLst>
            </p:cNvPr>
            <p:cNvSpPr/>
            <p:nvPr/>
          </p:nvSpPr>
          <p:spPr>
            <a:xfrm>
              <a:off x="657835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6" name="Rectangle 8635">
              <a:extLst>
                <a:ext uri="{FF2B5EF4-FFF2-40B4-BE49-F238E27FC236}">
                  <a16:creationId xmlns:a16="http://schemas.microsoft.com/office/drawing/2014/main" id="{85A0A5A7-88F8-29C5-A8C6-986E89AC3D4A}"/>
                </a:ext>
              </a:extLst>
            </p:cNvPr>
            <p:cNvSpPr/>
            <p:nvPr/>
          </p:nvSpPr>
          <p:spPr>
            <a:xfrm>
              <a:off x="657835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7" name="Rectangle 8636">
              <a:extLst>
                <a:ext uri="{FF2B5EF4-FFF2-40B4-BE49-F238E27FC236}">
                  <a16:creationId xmlns:a16="http://schemas.microsoft.com/office/drawing/2014/main" id="{A57ED7F6-1145-395C-A81C-4CB7A6891BD4}"/>
                </a:ext>
              </a:extLst>
            </p:cNvPr>
            <p:cNvSpPr/>
            <p:nvPr/>
          </p:nvSpPr>
          <p:spPr>
            <a:xfrm>
              <a:off x="657835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8" name="Rectangle 8637">
              <a:extLst>
                <a:ext uri="{FF2B5EF4-FFF2-40B4-BE49-F238E27FC236}">
                  <a16:creationId xmlns:a16="http://schemas.microsoft.com/office/drawing/2014/main" id="{EDE03988-2FD1-30CC-F02B-C295763E5FDC}"/>
                </a:ext>
              </a:extLst>
            </p:cNvPr>
            <p:cNvSpPr/>
            <p:nvPr/>
          </p:nvSpPr>
          <p:spPr>
            <a:xfrm>
              <a:off x="657835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9" name="Rectangle 8638">
              <a:extLst>
                <a:ext uri="{FF2B5EF4-FFF2-40B4-BE49-F238E27FC236}">
                  <a16:creationId xmlns:a16="http://schemas.microsoft.com/office/drawing/2014/main" id="{314FA622-D0E0-2CD4-2A1B-9B5B9156854E}"/>
                </a:ext>
              </a:extLst>
            </p:cNvPr>
            <p:cNvSpPr/>
            <p:nvPr/>
          </p:nvSpPr>
          <p:spPr>
            <a:xfrm>
              <a:off x="657835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0" name="Rectangle 8639">
              <a:extLst>
                <a:ext uri="{FF2B5EF4-FFF2-40B4-BE49-F238E27FC236}">
                  <a16:creationId xmlns:a16="http://schemas.microsoft.com/office/drawing/2014/main" id="{9DE4B4C2-7684-3499-D8C1-78B6BE286CC1}"/>
                </a:ext>
              </a:extLst>
            </p:cNvPr>
            <p:cNvSpPr/>
            <p:nvPr/>
          </p:nvSpPr>
          <p:spPr>
            <a:xfrm>
              <a:off x="657835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1" name="Rectangle 8640">
              <a:extLst>
                <a:ext uri="{FF2B5EF4-FFF2-40B4-BE49-F238E27FC236}">
                  <a16:creationId xmlns:a16="http://schemas.microsoft.com/office/drawing/2014/main" id="{B9443D38-16CB-7BB0-846A-A77E924CF094}"/>
                </a:ext>
              </a:extLst>
            </p:cNvPr>
            <p:cNvSpPr/>
            <p:nvPr/>
          </p:nvSpPr>
          <p:spPr>
            <a:xfrm>
              <a:off x="657835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2" name="Rectangle 8641">
              <a:extLst>
                <a:ext uri="{FF2B5EF4-FFF2-40B4-BE49-F238E27FC236}">
                  <a16:creationId xmlns:a16="http://schemas.microsoft.com/office/drawing/2014/main" id="{22CEE4FA-A2A8-94FB-E8F5-252BC51C550E}"/>
                </a:ext>
              </a:extLst>
            </p:cNvPr>
            <p:cNvSpPr/>
            <p:nvPr/>
          </p:nvSpPr>
          <p:spPr>
            <a:xfrm>
              <a:off x="657835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3" name="Rectangle 8642">
              <a:extLst>
                <a:ext uri="{FF2B5EF4-FFF2-40B4-BE49-F238E27FC236}">
                  <a16:creationId xmlns:a16="http://schemas.microsoft.com/office/drawing/2014/main" id="{F7A63D3D-FC2C-FB20-4A56-BA75B6BA3D9E}"/>
                </a:ext>
              </a:extLst>
            </p:cNvPr>
            <p:cNvSpPr/>
            <p:nvPr/>
          </p:nvSpPr>
          <p:spPr>
            <a:xfrm>
              <a:off x="776707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4" name="Rectangle 8643">
              <a:extLst>
                <a:ext uri="{FF2B5EF4-FFF2-40B4-BE49-F238E27FC236}">
                  <a16:creationId xmlns:a16="http://schemas.microsoft.com/office/drawing/2014/main" id="{61F51BF1-6661-8FFA-0852-786BDD69934E}"/>
                </a:ext>
              </a:extLst>
            </p:cNvPr>
            <p:cNvSpPr/>
            <p:nvPr/>
          </p:nvSpPr>
          <p:spPr>
            <a:xfrm>
              <a:off x="776707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5" name="Rectangle 8644">
              <a:extLst>
                <a:ext uri="{FF2B5EF4-FFF2-40B4-BE49-F238E27FC236}">
                  <a16:creationId xmlns:a16="http://schemas.microsoft.com/office/drawing/2014/main" id="{1A412DF5-3BA9-F092-15B9-91780D42B771}"/>
                </a:ext>
              </a:extLst>
            </p:cNvPr>
            <p:cNvSpPr/>
            <p:nvPr/>
          </p:nvSpPr>
          <p:spPr>
            <a:xfrm>
              <a:off x="776707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6" name="Rectangle 8645">
              <a:extLst>
                <a:ext uri="{FF2B5EF4-FFF2-40B4-BE49-F238E27FC236}">
                  <a16:creationId xmlns:a16="http://schemas.microsoft.com/office/drawing/2014/main" id="{206654B7-92F7-FF82-2769-B11250AC513B}"/>
                </a:ext>
              </a:extLst>
            </p:cNvPr>
            <p:cNvSpPr/>
            <p:nvPr/>
          </p:nvSpPr>
          <p:spPr>
            <a:xfrm>
              <a:off x="776707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7" name="Rectangle 8646">
              <a:extLst>
                <a:ext uri="{FF2B5EF4-FFF2-40B4-BE49-F238E27FC236}">
                  <a16:creationId xmlns:a16="http://schemas.microsoft.com/office/drawing/2014/main" id="{4F42A659-433E-405C-D668-F34B0CA3A236}"/>
                </a:ext>
              </a:extLst>
            </p:cNvPr>
            <p:cNvSpPr/>
            <p:nvPr/>
          </p:nvSpPr>
          <p:spPr>
            <a:xfrm>
              <a:off x="776707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8" name="Rectangle 8647">
              <a:extLst>
                <a:ext uri="{FF2B5EF4-FFF2-40B4-BE49-F238E27FC236}">
                  <a16:creationId xmlns:a16="http://schemas.microsoft.com/office/drawing/2014/main" id="{552EE934-5DEF-97A4-5CBA-093F68287BE8}"/>
                </a:ext>
              </a:extLst>
            </p:cNvPr>
            <p:cNvSpPr/>
            <p:nvPr/>
          </p:nvSpPr>
          <p:spPr>
            <a:xfrm>
              <a:off x="776707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9" name="Rectangle 8648">
              <a:extLst>
                <a:ext uri="{FF2B5EF4-FFF2-40B4-BE49-F238E27FC236}">
                  <a16:creationId xmlns:a16="http://schemas.microsoft.com/office/drawing/2014/main" id="{614F4711-4ACE-BA94-8C60-99E57F9DAD55}"/>
                </a:ext>
              </a:extLst>
            </p:cNvPr>
            <p:cNvSpPr/>
            <p:nvPr/>
          </p:nvSpPr>
          <p:spPr>
            <a:xfrm>
              <a:off x="776707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0" name="Rectangle 8649">
              <a:extLst>
                <a:ext uri="{FF2B5EF4-FFF2-40B4-BE49-F238E27FC236}">
                  <a16:creationId xmlns:a16="http://schemas.microsoft.com/office/drawing/2014/main" id="{7B31B3B5-6CDB-FE1C-89F3-B66CA687ADE3}"/>
                </a:ext>
              </a:extLst>
            </p:cNvPr>
            <p:cNvSpPr/>
            <p:nvPr/>
          </p:nvSpPr>
          <p:spPr>
            <a:xfrm>
              <a:off x="776707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1" name="Rectangle 8650">
              <a:extLst>
                <a:ext uri="{FF2B5EF4-FFF2-40B4-BE49-F238E27FC236}">
                  <a16:creationId xmlns:a16="http://schemas.microsoft.com/office/drawing/2014/main" id="{E2226EC2-88CB-1353-468B-6D7F03E2F2B1}"/>
                </a:ext>
              </a:extLst>
            </p:cNvPr>
            <p:cNvSpPr/>
            <p:nvPr/>
          </p:nvSpPr>
          <p:spPr>
            <a:xfrm>
              <a:off x="776707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2" name="Rectangle 8651">
              <a:extLst>
                <a:ext uri="{FF2B5EF4-FFF2-40B4-BE49-F238E27FC236}">
                  <a16:creationId xmlns:a16="http://schemas.microsoft.com/office/drawing/2014/main" id="{246F2511-F51D-EB59-05B0-D4EA3FA50598}"/>
                </a:ext>
              </a:extLst>
            </p:cNvPr>
            <p:cNvSpPr/>
            <p:nvPr/>
          </p:nvSpPr>
          <p:spPr>
            <a:xfrm>
              <a:off x="776707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3" name="Rectangle 8652">
              <a:extLst>
                <a:ext uri="{FF2B5EF4-FFF2-40B4-BE49-F238E27FC236}">
                  <a16:creationId xmlns:a16="http://schemas.microsoft.com/office/drawing/2014/main" id="{CA28878F-0929-0090-AFDD-179B2D15CBF1}"/>
                </a:ext>
              </a:extLst>
            </p:cNvPr>
            <p:cNvSpPr/>
            <p:nvPr/>
          </p:nvSpPr>
          <p:spPr>
            <a:xfrm>
              <a:off x="776707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4" name="Rectangle 8653">
              <a:extLst>
                <a:ext uri="{FF2B5EF4-FFF2-40B4-BE49-F238E27FC236}">
                  <a16:creationId xmlns:a16="http://schemas.microsoft.com/office/drawing/2014/main" id="{135A235E-A98D-C82E-BD85-1D6C43BDEFC1}"/>
                </a:ext>
              </a:extLst>
            </p:cNvPr>
            <p:cNvSpPr/>
            <p:nvPr/>
          </p:nvSpPr>
          <p:spPr>
            <a:xfrm>
              <a:off x="776707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5" name="Rectangle 8654">
              <a:extLst>
                <a:ext uri="{FF2B5EF4-FFF2-40B4-BE49-F238E27FC236}">
                  <a16:creationId xmlns:a16="http://schemas.microsoft.com/office/drawing/2014/main" id="{AFE2B6AB-B477-0372-6E93-E814D243F801}"/>
                </a:ext>
              </a:extLst>
            </p:cNvPr>
            <p:cNvSpPr/>
            <p:nvPr/>
          </p:nvSpPr>
          <p:spPr>
            <a:xfrm>
              <a:off x="776707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6" name="Rectangle 8655">
              <a:extLst>
                <a:ext uri="{FF2B5EF4-FFF2-40B4-BE49-F238E27FC236}">
                  <a16:creationId xmlns:a16="http://schemas.microsoft.com/office/drawing/2014/main" id="{EC67D18A-6FED-2CDD-F9E7-A3F47DBF06AE}"/>
                </a:ext>
              </a:extLst>
            </p:cNvPr>
            <p:cNvSpPr/>
            <p:nvPr/>
          </p:nvSpPr>
          <p:spPr>
            <a:xfrm>
              <a:off x="776707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7" name="Rectangle 8656">
              <a:extLst>
                <a:ext uri="{FF2B5EF4-FFF2-40B4-BE49-F238E27FC236}">
                  <a16:creationId xmlns:a16="http://schemas.microsoft.com/office/drawing/2014/main" id="{1F908812-1F59-C5F8-4C88-5FE68E4845BB}"/>
                </a:ext>
              </a:extLst>
            </p:cNvPr>
            <p:cNvSpPr/>
            <p:nvPr/>
          </p:nvSpPr>
          <p:spPr>
            <a:xfrm>
              <a:off x="776707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8" name="Rectangle 8657">
              <a:extLst>
                <a:ext uri="{FF2B5EF4-FFF2-40B4-BE49-F238E27FC236}">
                  <a16:creationId xmlns:a16="http://schemas.microsoft.com/office/drawing/2014/main" id="{66B2F46D-5984-186D-BC2C-BF81154B7530}"/>
                </a:ext>
              </a:extLst>
            </p:cNvPr>
            <p:cNvSpPr/>
            <p:nvPr/>
          </p:nvSpPr>
          <p:spPr>
            <a:xfrm>
              <a:off x="776707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9" name="Rectangle 8658">
              <a:extLst>
                <a:ext uri="{FF2B5EF4-FFF2-40B4-BE49-F238E27FC236}">
                  <a16:creationId xmlns:a16="http://schemas.microsoft.com/office/drawing/2014/main" id="{2C53FC82-E208-3CFD-312D-71B6EDD6CC1B}"/>
                </a:ext>
              </a:extLst>
            </p:cNvPr>
            <p:cNvSpPr/>
            <p:nvPr/>
          </p:nvSpPr>
          <p:spPr>
            <a:xfrm>
              <a:off x="776707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0" name="Rectangle 8659">
              <a:extLst>
                <a:ext uri="{FF2B5EF4-FFF2-40B4-BE49-F238E27FC236}">
                  <a16:creationId xmlns:a16="http://schemas.microsoft.com/office/drawing/2014/main" id="{DE6C1A5D-21E7-A516-E4B0-53E800515F77}"/>
                </a:ext>
              </a:extLst>
            </p:cNvPr>
            <p:cNvSpPr/>
            <p:nvPr/>
          </p:nvSpPr>
          <p:spPr>
            <a:xfrm>
              <a:off x="776707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1" name="Rectangle 8660">
              <a:extLst>
                <a:ext uri="{FF2B5EF4-FFF2-40B4-BE49-F238E27FC236}">
                  <a16:creationId xmlns:a16="http://schemas.microsoft.com/office/drawing/2014/main" id="{4F1A8442-CF09-7778-6E4F-674ABAD1AAF0}"/>
                </a:ext>
              </a:extLst>
            </p:cNvPr>
            <p:cNvSpPr/>
            <p:nvPr/>
          </p:nvSpPr>
          <p:spPr>
            <a:xfrm>
              <a:off x="776707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2" name="Rectangle 8661">
              <a:extLst>
                <a:ext uri="{FF2B5EF4-FFF2-40B4-BE49-F238E27FC236}">
                  <a16:creationId xmlns:a16="http://schemas.microsoft.com/office/drawing/2014/main" id="{07ED7DFD-50E2-7599-F39C-0A247BC56B5D}"/>
                </a:ext>
              </a:extLst>
            </p:cNvPr>
            <p:cNvSpPr/>
            <p:nvPr/>
          </p:nvSpPr>
          <p:spPr>
            <a:xfrm>
              <a:off x="776707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3" name="Rectangle 8662">
              <a:extLst>
                <a:ext uri="{FF2B5EF4-FFF2-40B4-BE49-F238E27FC236}">
                  <a16:creationId xmlns:a16="http://schemas.microsoft.com/office/drawing/2014/main" id="{FA2DE6CB-BA24-BB82-1D5C-940EC5E48BC3}"/>
                </a:ext>
              </a:extLst>
            </p:cNvPr>
            <p:cNvSpPr/>
            <p:nvPr/>
          </p:nvSpPr>
          <p:spPr>
            <a:xfrm>
              <a:off x="776707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4" name="Rectangle 8663">
              <a:extLst>
                <a:ext uri="{FF2B5EF4-FFF2-40B4-BE49-F238E27FC236}">
                  <a16:creationId xmlns:a16="http://schemas.microsoft.com/office/drawing/2014/main" id="{C40D9490-FD44-423B-F521-1AF4D52D9CE3}"/>
                </a:ext>
              </a:extLst>
            </p:cNvPr>
            <p:cNvSpPr/>
            <p:nvPr/>
          </p:nvSpPr>
          <p:spPr>
            <a:xfrm>
              <a:off x="776707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5" name="Rectangle 8664">
              <a:extLst>
                <a:ext uri="{FF2B5EF4-FFF2-40B4-BE49-F238E27FC236}">
                  <a16:creationId xmlns:a16="http://schemas.microsoft.com/office/drawing/2014/main" id="{BD6B5198-9F94-5A02-B8C5-DCB44C3EC6E5}"/>
                </a:ext>
              </a:extLst>
            </p:cNvPr>
            <p:cNvSpPr/>
            <p:nvPr/>
          </p:nvSpPr>
          <p:spPr>
            <a:xfrm>
              <a:off x="776707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6" name="Rectangle 8665">
              <a:extLst>
                <a:ext uri="{FF2B5EF4-FFF2-40B4-BE49-F238E27FC236}">
                  <a16:creationId xmlns:a16="http://schemas.microsoft.com/office/drawing/2014/main" id="{E5B37F37-79AE-F2AB-97AF-88F45CD99B39}"/>
                </a:ext>
              </a:extLst>
            </p:cNvPr>
            <p:cNvSpPr/>
            <p:nvPr/>
          </p:nvSpPr>
          <p:spPr>
            <a:xfrm>
              <a:off x="776707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7" name="Rectangle 8666">
              <a:extLst>
                <a:ext uri="{FF2B5EF4-FFF2-40B4-BE49-F238E27FC236}">
                  <a16:creationId xmlns:a16="http://schemas.microsoft.com/office/drawing/2014/main" id="{C4E227BA-DA73-F3B3-B9FA-106AA95A2F13}"/>
                </a:ext>
              </a:extLst>
            </p:cNvPr>
            <p:cNvSpPr/>
            <p:nvPr/>
          </p:nvSpPr>
          <p:spPr>
            <a:xfrm>
              <a:off x="776707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8" name="Rectangle 8667">
              <a:extLst>
                <a:ext uri="{FF2B5EF4-FFF2-40B4-BE49-F238E27FC236}">
                  <a16:creationId xmlns:a16="http://schemas.microsoft.com/office/drawing/2014/main" id="{1AF90B0A-D1A2-E012-5781-C6FD9398DE51}"/>
                </a:ext>
              </a:extLst>
            </p:cNvPr>
            <p:cNvSpPr/>
            <p:nvPr/>
          </p:nvSpPr>
          <p:spPr>
            <a:xfrm>
              <a:off x="776707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9" name="Rectangle 8668">
              <a:extLst>
                <a:ext uri="{FF2B5EF4-FFF2-40B4-BE49-F238E27FC236}">
                  <a16:creationId xmlns:a16="http://schemas.microsoft.com/office/drawing/2014/main" id="{78A5FD67-3F51-1991-2FA1-1EE270F4D284}"/>
                </a:ext>
              </a:extLst>
            </p:cNvPr>
            <p:cNvSpPr/>
            <p:nvPr/>
          </p:nvSpPr>
          <p:spPr>
            <a:xfrm>
              <a:off x="776707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0" name="Rectangle 8669">
              <a:extLst>
                <a:ext uri="{FF2B5EF4-FFF2-40B4-BE49-F238E27FC236}">
                  <a16:creationId xmlns:a16="http://schemas.microsoft.com/office/drawing/2014/main" id="{D624A976-E40B-D318-2E67-AD7BEC2BD648}"/>
                </a:ext>
              </a:extLst>
            </p:cNvPr>
            <p:cNvSpPr/>
            <p:nvPr/>
          </p:nvSpPr>
          <p:spPr>
            <a:xfrm>
              <a:off x="776707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1" name="Rectangle 8670">
              <a:extLst>
                <a:ext uri="{FF2B5EF4-FFF2-40B4-BE49-F238E27FC236}">
                  <a16:creationId xmlns:a16="http://schemas.microsoft.com/office/drawing/2014/main" id="{DA9F5116-63AC-5681-45F2-8FFCEF0CF65C}"/>
                </a:ext>
              </a:extLst>
            </p:cNvPr>
            <p:cNvSpPr/>
            <p:nvPr/>
          </p:nvSpPr>
          <p:spPr>
            <a:xfrm>
              <a:off x="776707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2" name="Rectangle 8671">
              <a:extLst>
                <a:ext uri="{FF2B5EF4-FFF2-40B4-BE49-F238E27FC236}">
                  <a16:creationId xmlns:a16="http://schemas.microsoft.com/office/drawing/2014/main" id="{45581935-094B-DD61-DF32-2416EBC73740}"/>
                </a:ext>
              </a:extLst>
            </p:cNvPr>
            <p:cNvSpPr/>
            <p:nvPr/>
          </p:nvSpPr>
          <p:spPr>
            <a:xfrm>
              <a:off x="776707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3" name="Rectangle 8672">
              <a:extLst>
                <a:ext uri="{FF2B5EF4-FFF2-40B4-BE49-F238E27FC236}">
                  <a16:creationId xmlns:a16="http://schemas.microsoft.com/office/drawing/2014/main" id="{C5DD0914-0B57-CE1D-DB31-3B86F5C8B0F0}"/>
                </a:ext>
              </a:extLst>
            </p:cNvPr>
            <p:cNvSpPr/>
            <p:nvPr/>
          </p:nvSpPr>
          <p:spPr>
            <a:xfrm>
              <a:off x="776707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4" name="Rectangle 8673">
              <a:extLst>
                <a:ext uri="{FF2B5EF4-FFF2-40B4-BE49-F238E27FC236}">
                  <a16:creationId xmlns:a16="http://schemas.microsoft.com/office/drawing/2014/main" id="{A4833611-2CB6-ECF2-C3BC-30B1AB82470B}"/>
                </a:ext>
              </a:extLst>
            </p:cNvPr>
            <p:cNvSpPr/>
            <p:nvPr/>
          </p:nvSpPr>
          <p:spPr>
            <a:xfrm>
              <a:off x="776707" y="3389852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5" name="Rectangle 8674">
              <a:extLst>
                <a:ext uri="{FF2B5EF4-FFF2-40B4-BE49-F238E27FC236}">
                  <a16:creationId xmlns:a16="http://schemas.microsoft.com/office/drawing/2014/main" id="{9B960E73-18A5-E9C2-60DA-6A7D87B8C8FA}"/>
                </a:ext>
              </a:extLst>
            </p:cNvPr>
            <p:cNvSpPr/>
            <p:nvPr/>
          </p:nvSpPr>
          <p:spPr>
            <a:xfrm>
              <a:off x="776707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6" name="Rectangle 8675">
              <a:extLst>
                <a:ext uri="{FF2B5EF4-FFF2-40B4-BE49-F238E27FC236}">
                  <a16:creationId xmlns:a16="http://schemas.microsoft.com/office/drawing/2014/main" id="{AB25B381-21E1-0D1C-5675-6ABED1ED7D51}"/>
                </a:ext>
              </a:extLst>
            </p:cNvPr>
            <p:cNvSpPr/>
            <p:nvPr/>
          </p:nvSpPr>
          <p:spPr>
            <a:xfrm>
              <a:off x="776707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7" name="Rectangle 8676">
              <a:extLst>
                <a:ext uri="{FF2B5EF4-FFF2-40B4-BE49-F238E27FC236}">
                  <a16:creationId xmlns:a16="http://schemas.microsoft.com/office/drawing/2014/main" id="{B403A5DB-C9B4-6339-C17A-3D326090D710}"/>
                </a:ext>
              </a:extLst>
            </p:cNvPr>
            <p:cNvSpPr/>
            <p:nvPr/>
          </p:nvSpPr>
          <p:spPr>
            <a:xfrm>
              <a:off x="776707" y="3512153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8" name="Rectangle 8677">
              <a:extLst>
                <a:ext uri="{FF2B5EF4-FFF2-40B4-BE49-F238E27FC236}">
                  <a16:creationId xmlns:a16="http://schemas.microsoft.com/office/drawing/2014/main" id="{79FF2BF4-5007-858A-F038-916F49067099}"/>
                </a:ext>
              </a:extLst>
            </p:cNvPr>
            <p:cNvSpPr/>
            <p:nvPr/>
          </p:nvSpPr>
          <p:spPr>
            <a:xfrm>
              <a:off x="776707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9" name="Rectangle 8678">
              <a:extLst>
                <a:ext uri="{FF2B5EF4-FFF2-40B4-BE49-F238E27FC236}">
                  <a16:creationId xmlns:a16="http://schemas.microsoft.com/office/drawing/2014/main" id="{5BAD6021-2E68-E851-5BCA-DB4BF6EB1C6A}"/>
                </a:ext>
              </a:extLst>
            </p:cNvPr>
            <p:cNvSpPr/>
            <p:nvPr/>
          </p:nvSpPr>
          <p:spPr>
            <a:xfrm>
              <a:off x="776707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0" name="Rectangle 8679">
              <a:extLst>
                <a:ext uri="{FF2B5EF4-FFF2-40B4-BE49-F238E27FC236}">
                  <a16:creationId xmlns:a16="http://schemas.microsoft.com/office/drawing/2014/main" id="{710820CF-9685-CDC7-D41A-CDA6A33EE867}"/>
                </a:ext>
              </a:extLst>
            </p:cNvPr>
            <p:cNvSpPr/>
            <p:nvPr/>
          </p:nvSpPr>
          <p:spPr>
            <a:xfrm>
              <a:off x="776707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1" name="Rectangle 8680">
              <a:extLst>
                <a:ext uri="{FF2B5EF4-FFF2-40B4-BE49-F238E27FC236}">
                  <a16:creationId xmlns:a16="http://schemas.microsoft.com/office/drawing/2014/main" id="{C3748AE3-71E7-80E8-8C99-CBE6426364BE}"/>
                </a:ext>
              </a:extLst>
            </p:cNvPr>
            <p:cNvSpPr/>
            <p:nvPr/>
          </p:nvSpPr>
          <p:spPr>
            <a:xfrm>
              <a:off x="776707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2" name="Rectangle 8681">
              <a:extLst>
                <a:ext uri="{FF2B5EF4-FFF2-40B4-BE49-F238E27FC236}">
                  <a16:creationId xmlns:a16="http://schemas.microsoft.com/office/drawing/2014/main" id="{ACF97EB8-FA06-E2A4-520C-E1DB5F21AC46}"/>
                </a:ext>
              </a:extLst>
            </p:cNvPr>
            <p:cNvSpPr/>
            <p:nvPr/>
          </p:nvSpPr>
          <p:spPr>
            <a:xfrm>
              <a:off x="776707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3" name="Rectangle 8682">
              <a:extLst>
                <a:ext uri="{FF2B5EF4-FFF2-40B4-BE49-F238E27FC236}">
                  <a16:creationId xmlns:a16="http://schemas.microsoft.com/office/drawing/2014/main" id="{39F80708-02C5-F968-F9D0-FC32E13824A6}"/>
                </a:ext>
              </a:extLst>
            </p:cNvPr>
            <p:cNvSpPr/>
            <p:nvPr/>
          </p:nvSpPr>
          <p:spPr>
            <a:xfrm>
              <a:off x="776707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4" name="Rectangle 8683">
              <a:extLst>
                <a:ext uri="{FF2B5EF4-FFF2-40B4-BE49-F238E27FC236}">
                  <a16:creationId xmlns:a16="http://schemas.microsoft.com/office/drawing/2014/main" id="{62079433-A872-BADC-6FA4-CC7E33FB5D0A}"/>
                </a:ext>
              </a:extLst>
            </p:cNvPr>
            <p:cNvSpPr/>
            <p:nvPr/>
          </p:nvSpPr>
          <p:spPr>
            <a:xfrm>
              <a:off x="776707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5" name="Rectangle 8684">
              <a:extLst>
                <a:ext uri="{FF2B5EF4-FFF2-40B4-BE49-F238E27FC236}">
                  <a16:creationId xmlns:a16="http://schemas.microsoft.com/office/drawing/2014/main" id="{9500997C-0792-7F6B-E034-3324D35E21FD}"/>
                </a:ext>
              </a:extLst>
            </p:cNvPr>
            <p:cNvSpPr/>
            <p:nvPr/>
          </p:nvSpPr>
          <p:spPr>
            <a:xfrm>
              <a:off x="776707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6" name="Rectangle 8685">
              <a:extLst>
                <a:ext uri="{FF2B5EF4-FFF2-40B4-BE49-F238E27FC236}">
                  <a16:creationId xmlns:a16="http://schemas.microsoft.com/office/drawing/2014/main" id="{1E2A98B2-9649-4928-4147-8C4C4C42F8ED}"/>
                </a:ext>
              </a:extLst>
            </p:cNvPr>
            <p:cNvSpPr/>
            <p:nvPr/>
          </p:nvSpPr>
          <p:spPr>
            <a:xfrm>
              <a:off x="776707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7" name="Rectangle 8686">
              <a:extLst>
                <a:ext uri="{FF2B5EF4-FFF2-40B4-BE49-F238E27FC236}">
                  <a16:creationId xmlns:a16="http://schemas.microsoft.com/office/drawing/2014/main" id="{0586013E-FDAA-4E55-A561-6916CE2E8CD4}"/>
                </a:ext>
              </a:extLst>
            </p:cNvPr>
            <p:cNvSpPr/>
            <p:nvPr/>
          </p:nvSpPr>
          <p:spPr>
            <a:xfrm>
              <a:off x="776707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8" name="Rectangle 8687">
              <a:extLst>
                <a:ext uri="{FF2B5EF4-FFF2-40B4-BE49-F238E27FC236}">
                  <a16:creationId xmlns:a16="http://schemas.microsoft.com/office/drawing/2014/main" id="{928129E7-3312-2F5B-E262-95B9F8CCE7ED}"/>
                </a:ext>
              </a:extLst>
            </p:cNvPr>
            <p:cNvSpPr/>
            <p:nvPr/>
          </p:nvSpPr>
          <p:spPr>
            <a:xfrm>
              <a:off x="776707" y="39607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9" name="Rectangle 8688">
              <a:extLst>
                <a:ext uri="{FF2B5EF4-FFF2-40B4-BE49-F238E27FC236}">
                  <a16:creationId xmlns:a16="http://schemas.microsoft.com/office/drawing/2014/main" id="{310A8718-0098-D973-826E-2049DD581DF5}"/>
                </a:ext>
              </a:extLst>
            </p:cNvPr>
            <p:cNvSpPr/>
            <p:nvPr/>
          </p:nvSpPr>
          <p:spPr>
            <a:xfrm>
              <a:off x="776707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0" name="Rectangle 8689">
              <a:extLst>
                <a:ext uri="{FF2B5EF4-FFF2-40B4-BE49-F238E27FC236}">
                  <a16:creationId xmlns:a16="http://schemas.microsoft.com/office/drawing/2014/main" id="{B6669FA3-0065-5A0B-1F82-D24FA2E4B663}"/>
                </a:ext>
              </a:extLst>
            </p:cNvPr>
            <p:cNvSpPr/>
            <p:nvPr/>
          </p:nvSpPr>
          <p:spPr>
            <a:xfrm>
              <a:off x="776707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1" name="Rectangle 8690">
              <a:extLst>
                <a:ext uri="{FF2B5EF4-FFF2-40B4-BE49-F238E27FC236}">
                  <a16:creationId xmlns:a16="http://schemas.microsoft.com/office/drawing/2014/main" id="{93AB8EEA-4856-3967-706A-D168ECD6CD7E}"/>
                </a:ext>
              </a:extLst>
            </p:cNvPr>
            <p:cNvSpPr/>
            <p:nvPr/>
          </p:nvSpPr>
          <p:spPr>
            <a:xfrm>
              <a:off x="776707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2" name="Rectangle 8691">
              <a:extLst>
                <a:ext uri="{FF2B5EF4-FFF2-40B4-BE49-F238E27FC236}">
                  <a16:creationId xmlns:a16="http://schemas.microsoft.com/office/drawing/2014/main" id="{0DA1008C-89FC-E72F-E21C-6F94FB20B83A}"/>
                </a:ext>
              </a:extLst>
            </p:cNvPr>
            <p:cNvSpPr/>
            <p:nvPr/>
          </p:nvSpPr>
          <p:spPr>
            <a:xfrm>
              <a:off x="776707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3" name="Rectangle 8692">
              <a:extLst>
                <a:ext uri="{FF2B5EF4-FFF2-40B4-BE49-F238E27FC236}">
                  <a16:creationId xmlns:a16="http://schemas.microsoft.com/office/drawing/2014/main" id="{44694700-D04D-CD5A-05D6-FA7CB8C8E81E}"/>
                </a:ext>
              </a:extLst>
            </p:cNvPr>
            <p:cNvSpPr/>
            <p:nvPr/>
          </p:nvSpPr>
          <p:spPr>
            <a:xfrm>
              <a:off x="776707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4" name="Rectangle 8693">
              <a:extLst>
                <a:ext uri="{FF2B5EF4-FFF2-40B4-BE49-F238E27FC236}">
                  <a16:creationId xmlns:a16="http://schemas.microsoft.com/office/drawing/2014/main" id="{962D5E7B-8C13-31D8-C3C4-F9C3A97FF38D}"/>
                </a:ext>
              </a:extLst>
            </p:cNvPr>
            <p:cNvSpPr/>
            <p:nvPr/>
          </p:nvSpPr>
          <p:spPr>
            <a:xfrm>
              <a:off x="776707" y="4205319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5" name="Rectangle 8694">
              <a:extLst>
                <a:ext uri="{FF2B5EF4-FFF2-40B4-BE49-F238E27FC236}">
                  <a16:creationId xmlns:a16="http://schemas.microsoft.com/office/drawing/2014/main" id="{3A7B5763-0CA9-824B-FD28-76D6D24DECAA}"/>
                </a:ext>
              </a:extLst>
            </p:cNvPr>
            <p:cNvSpPr/>
            <p:nvPr/>
          </p:nvSpPr>
          <p:spPr>
            <a:xfrm>
              <a:off x="776707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6" name="Rectangle 8695">
              <a:extLst>
                <a:ext uri="{FF2B5EF4-FFF2-40B4-BE49-F238E27FC236}">
                  <a16:creationId xmlns:a16="http://schemas.microsoft.com/office/drawing/2014/main" id="{8FCA7AEA-E79E-7FA0-EE0B-C27E5FE32A4F}"/>
                </a:ext>
              </a:extLst>
            </p:cNvPr>
            <p:cNvSpPr/>
            <p:nvPr/>
          </p:nvSpPr>
          <p:spPr>
            <a:xfrm>
              <a:off x="776707" y="4286980"/>
              <a:ext cx="118872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7" name="Rectangle 8696">
              <a:extLst>
                <a:ext uri="{FF2B5EF4-FFF2-40B4-BE49-F238E27FC236}">
                  <a16:creationId xmlns:a16="http://schemas.microsoft.com/office/drawing/2014/main" id="{BB0DC707-C367-94C0-F14E-0905BBD40708}"/>
                </a:ext>
              </a:extLst>
            </p:cNvPr>
            <p:cNvSpPr/>
            <p:nvPr/>
          </p:nvSpPr>
          <p:spPr>
            <a:xfrm>
              <a:off x="776707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8" name="Rectangle 8697">
              <a:extLst>
                <a:ext uri="{FF2B5EF4-FFF2-40B4-BE49-F238E27FC236}">
                  <a16:creationId xmlns:a16="http://schemas.microsoft.com/office/drawing/2014/main" id="{659A2384-DA35-CDD8-FDD2-30758E136386}"/>
                </a:ext>
              </a:extLst>
            </p:cNvPr>
            <p:cNvSpPr/>
            <p:nvPr/>
          </p:nvSpPr>
          <p:spPr>
            <a:xfrm>
              <a:off x="776707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9" name="Rectangle 8698">
              <a:extLst>
                <a:ext uri="{FF2B5EF4-FFF2-40B4-BE49-F238E27FC236}">
                  <a16:creationId xmlns:a16="http://schemas.microsoft.com/office/drawing/2014/main" id="{C37ACB20-478C-8C67-E191-F399DB2F1421}"/>
                </a:ext>
              </a:extLst>
            </p:cNvPr>
            <p:cNvSpPr/>
            <p:nvPr/>
          </p:nvSpPr>
          <p:spPr>
            <a:xfrm>
              <a:off x="776707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0" name="Rectangle 8699">
              <a:extLst>
                <a:ext uri="{FF2B5EF4-FFF2-40B4-BE49-F238E27FC236}">
                  <a16:creationId xmlns:a16="http://schemas.microsoft.com/office/drawing/2014/main" id="{57577471-22CB-4A6E-74F6-489BB4628FC4}"/>
                </a:ext>
              </a:extLst>
            </p:cNvPr>
            <p:cNvSpPr/>
            <p:nvPr/>
          </p:nvSpPr>
          <p:spPr>
            <a:xfrm>
              <a:off x="776707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1" name="Rectangle 8700">
              <a:extLst>
                <a:ext uri="{FF2B5EF4-FFF2-40B4-BE49-F238E27FC236}">
                  <a16:creationId xmlns:a16="http://schemas.microsoft.com/office/drawing/2014/main" id="{A0E6B23B-1D2E-7FCD-C705-AB40E4072126}"/>
                </a:ext>
              </a:extLst>
            </p:cNvPr>
            <p:cNvSpPr/>
            <p:nvPr/>
          </p:nvSpPr>
          <p:spPr>
            <a:xfrm>
              <a:off x="776707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2" name="Rectangle 8701">
              <a:extLst>
                <a:ext uri="{FF2B5EF4-FFF2-40B4-BE49-F238E27FC236}">
                  <a16:creationId xmlns:a16="http://schemas.microsoft.com/office/drawing/2014/main" id="{3A9BDCD9-203E-BA3C-0266-BCA34F2FE178}"/>
                </a:ext>
              </a:extLst>
            </p:cNvPr>
            <p:cNvSpPr/>
            <p:nvPr/>
          </p:nvSpPr>
          <p:spPr>
            <a:xfrm>
              <a:off x="776707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3" name="Rectangle 8702">
              <a:extLst>
                <a:ext uri="{FF2B5EF4-FFF2-40B4-BE49-F238E27FC236}">
                  <a16:creationId xmlns:a16="http://schemas.microsoft.com/office/drawing/2014/main" id="{8F4FEC1E-6158-368C-B797-2D705FAE7B2D}"/>
                </a:ext>
              </a:extLst>
            </p:cNvPr>
            <p:cNvSpPr/>
            <p:nvPr/>
          </p:nvSpPr>
          <p:spPr>
            <a:xfrm>
              <a:off x="776707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4" name="Rectangle 8703">
              <a:extLst>
                <a:ext uri="{FF2B5EF4-FFF2-40B4-BE49-F238E27FC236}">
                  <a16:creationId xmlns:a16="http://schemas.microsoft.com/office/drawing/2014/main" id="{B0D26D2A-105B-49CC-FA1A-511F7C14F0D7}"/>
                </a:ext>
              </a:extLst>
            </p:cNvPr>
            <p:cNvSpPr/>
            <p:nvPr/>
          </p:nvSpPr>
          <p:spPr>
            <a:xfrm>
              <a:off x="776707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5" name="Rectangle 8704">
              <a:extLst>
                <a:ext uri="{FF2B5EF4-FFF2-40B4-BE49-F238E27FC236}">
                  <a16:creationId xmlns:a16="http://schemas.microsoft.com/office/drawing/2014/main" id="{8388BA24-818C-85F4-C062-192654481468}"/>
                </a:ext>
              </a:extLst>
            </p:cNvPr>
            <p:cNvSpPr/>
            <p:nvPr/>
          </p:nvSpPr>
          <p:spPr>
            <a:xfrm>
              <a:off x="776707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6" name="Rectangle 8705">
              <a:extLst>
                <a:ext uri="{FF2B5EF4-FFF2-40B4-BE49-F238E27FC236}">
                  <a16:creationId xmlns:a16="http://schemas.microsoft.com/office/drawing/2014/main" id="{290B1972-FA3D-E815-441E-3E35672F5016}"/>
                </a:ext>
              </a:extLst>
            </p:cNvPr>
            <p:cNvSpPr/>
            <p:nvPr/>
          </p:nvSpPr>
          <p:spPr>
            <a:xfrm>
              <a:off x="776707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7" name="Rectangle 8706">
              <a:extLst>
                <a:ext uri="{FF2B5EF4-FFF2-40B4-BE49-F238E27FC236}">
                  <a16:creationId xmlns:a16="http://schemas.microsoft.com/office/drawing/2014/main" id="{7EE3279B-D444-41E6-7AE3-236A0E4FA531}"/>
                </a:ext>
              </a:extLst>
            </p:cNvPr>
            <p:cNvSpPr/>
            <p:nvPr/>
          </p:nvSpPr>
          <p:spPr>
            <a:xfrm>
              <a:off x="776707" y="4735417"/>
              <a:ext cx="118872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8" name="Rectangle 8707">
              <a:extLst>
                <a:ext uri="{FF2B5EF4-FFF2-40B4-BE49-F238E27FC236}">
                  <a16:creationId xmlns:a16="http://schemas.microsoft.com/office/drawing/2014/main" id="{A1115E53-43CC-E2F6-EEB9-65D6A5306FCA}"/>
                </a:ext>
              </a:extLst>
            </p:cNvPr>
            <p:cNvSpPr/>
            <p:nvPr/>
          </p:nvSpPr>
          <p:spPr>
            <a:xfrm>
              <a:off x="776707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9" name="Rectangle 8708">
              <a:extLst>
                <a:ext uri="{FF2B5EF4-FFF2-40B4-BE49-F238E27FC236}">
                  <a16:creationId xmlns:a16="http://schemas.microsoft.com/office/drawing/2014/main" id="{5BED7864-719A-3A98-5A93-1155B797D026}"/>
                </a:ext>
              </a:extLst>
            </p:cNvPr>
            <p:cNvSpPr/>
            <p:nvPr/>
          </p:nvSpPr>
          <p:spPr>
            <a:xfrm>
              <a:off x="895579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0" name="Rectangle 8709">
              <a:extLst>
                <a:ext uri="{FF2B5EF4-FFF2-40B4-BE49-F238E27FC236}">
                  <a16:creationId xmlns:a16="http://schemas.microsoft.com/office/drawing/2014/main" id="{4FA14D91-D884-9DC8-3A2E-4051DD11B594}"/>
                </a:ext>
              </a:extLst>
            </p:cNvPr>
            <p:cNvSpPr/>
            <p:nvPr/>
          </p:nvSpPr>
          <p:spPr>
            <a:xfrm>
              <a:off x="895579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1" name="Rectangle 8710">
              <a:extLst>
                <a:ext uri="{FF2B5EF4-FFF2-40B4-BE49-F238E27FC236}">
                  <a16:creationId xmlns:a16="http://schemas.microsoft.com/office/drawing/2014/main" id="{3A8AEDD9-DB1E-A6E2-253D-11EEE9D5E940}"/>
                </a:ext>
              </a:extLst>
            </p:cNvPr>
            <p:cNvSpPr/>
            <p:nvPr/>
          </p:nvSpPr>
          <p:spPr>
            <a:xfrm>
              <a:off x="895579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2" name="Rectangle 8711">
              <a:extLst>
                <a:ext uri="{FF2B5EF4-FFF2-40B4-BE49-F238E27FC236}">
                  <a16:creationId xmlns:a16="http://schemas.microsoft.com/office/drawing/2014/main" id="{452708DD-2E41-5AE4-989D-82C792FC814E}"/>
                </a:ext>
              </a:extLst>
            </p:cNvPr>
            <p:cNvSpPr/>
            <p:nvPr/>
          </p:nvSpPr>
          <p:spPr>
            <a:xfrm>
              <a:off x="895579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3" name="Rectangle 8712">
              <a:extLst>
                <a:ext uri="{FF2B5EF4-FFF2-40B4-BE49-F238E27FC236}">
                  <a16:creationId xmlns:a16="http://schemas.microsoft.com/office/drawing/2014/main" id="{EA2C372E-705C-724E-6DEA-E47F9625AB37}"/>
                </a:ext>
              </a:extLst>
            </p:cNvPr>
            <p:cNvSpPr/>
            <p:nvPr/>
          </p:nvSpPr>
          <p:spPr>
            <a:xfrm>
              <a:off x="895579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4" name="Rectangle 8713">
              <a:extLst>
                <a:ext uri="{FF2B5EF4-FFF2-40B4-BE49-F238E27FC236}">
                  <a16:creationId xmlns:a16="http://schemas.microsoft.com/office/drawing/2014/main" id="{AD8F6F3F-0988-377E-5C6D-03526A2F84B9}"/>
                </a:ext>
              </a:extLst>
            </p:cNvPr>
            <p:cNvSpPr/>
            <p:nvPr/>
          </p:nvSpPr>
          <p:spPr>
            <a:xfrm>
              <a:off x="895579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5" name="Rectangle 8714">
              <a:extLst>
                <a:ext uri="{FF2B5EF4-FFF2-40B4-BE49-F238E27FC236}">
                  <a16:creationId xmlns:a16="http://schemas.microsoft.com/office/drawing/2014/main" id="{2B492DC6-3975-D122-9D37-97F60CC21F3E}"/>
                </a:ext>
              </a:extLst>
            </p:cNvPr>
            <p:cNvSpPr/>
            <p:nvPr/>
          </p:nvSpPr>
          <p:spPr>
            <a:xfrm>
              <a:off x="895579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6" name="Rectangle 8715">
              <a:extLst>
                <a:ext uri="{FF2B5EF4-FFF2-40B4-BE49-F238E27FC236}">
                  <a16:creationId xmlns:a16="http://schemas.microsoft.com/office/drawing/2014/main" id="{238C3608-FD45-FF37-DB35-CBA0597A89E2}"/>
                </a:ext>
              </a:extLst>
            </p:cNvPr>
            <p:cNvSpPr/>
            <p:nvPr/>
          </p:nvSpPr>
          <p:spPr>
            <a:xfrm>
              <a:off x="895579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7" name="Rectangle 8716">
              <a:extLst>
                <a:ext uri="{FF2B5EF4-FFF2-40B4-BE49-F238E27FC236}">
                  <a16:creationId xmlns:a16="http://schemas.microsoft.com/office/drawing/2014/main" id="{04BE0540-BC55-50C2-E362-6A4402720711}"/>
                </a:ext>
              </a:extLst>
            </p:cNvPr>
            <p:cNvSpPr/>
            <p:nvPr/>
          </p:nvSpPr>
          <p:spPr>
            <a:xfrm>
              <a:off x="895579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8" name="Rectangle 8717">
              <a:extLst>
                <a:ext uri="{FF2B5EF4-FFF2-40B4-BE49-F238E27FC236}">
                  <a16:creationId xmlns:a16="http://schemas.microsoft.com/office/drawing/2014/main" id="{834EF5D9-3DDB-2BCE-3DCF-9A94F0524C0B}"/>
                </a:ext>
              </a:extLst>
            </p:cNvPr>
            <p:cNvSpPr/>
            <p:nvPr/>
          </p:nvSpPr>
          <p:spPr>
            <a:xfrm>
              <a:off x="895579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9" name="Rectangle 8718">
              <a:extLst>
                <a:ext uri="{FF2B5EF4-FFF2-40B4-BE49-F238E27FC236}">
                  <a16:creationId xmlns:a16="http://schemas.microsoft.com/office/drawing/2014/main" id="{C26D0EAC-4536-7DC5-D3C2-E833A25B8737}"/>
                </a:ext>
              </a:extLst>
            </p:cNvPr>
            <p:cNvSpPr/>
            <p:nvPr/>
          </p:nvSpPr>
          <p:spPr>
            <a:xfrm>
              <a:off x="895579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0" name="Rectangle 8719">
              <a:extLst>
                <a:ext uri="{FF2B5EF4-FFF2-40B4-BE49-F238E27FC236}">
                  <a16:creationId xmlns:a16="http://schemas.microsoft.com/office/drawing/2014/main" id="{B8808033-E2E7-2049-AAFC-ABE9395F3436}"/>
                </a:ext>
              </a:extLst>
            </p:cNvPr>
            <p:cNvSpPr/>
            <p:nvPr/>
          </p:nvSpPr>
          <p:spPr>
            <a:xfrm>
              <a:off x="895579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1" name="Rectangle 8720">
              <a:extLst>
                <a:ext uri="{FF2B5EF4-FFF2-40B4-BE49-F238E27FC236}">
                  <a16:creationId xmlns:a16="http://schemas.microsoft.com/office/drawing/2014/main" id="{D2E3D832-C457-6764-2D91-73AE5E6A3FF8}"/>
                </a:ext>
              </a:extLst>
            </p:cNvPr>
            <p:cNvSpPr/>
            <p:nvPr/>
          </p:nvSpPr>
          <p:spPr>
            <a:xfrm>
              <a:off x="895579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2" name="Rectangle 8721">
              <a:extLst>
                <a:ext uri="{FF2B5EF4-FFF2-40B4-BE49-F238E27FC236}">
                  <a16:creationId xmlns:a16="http://schemas.microsoft.com/office/drawing/2014/main" id="{182B06E9-EA7C-F2EA-A5C1-4C9DF7A2FC03}"/>
                </a:ext>
              </a:extLst>
            </p:cNvPr>
            <p:cNvSpPr/>
            <p:nvPr/>
          </p:nvSpPr>
          <p:spPr>
            <a:xfrm>
              <a:off x="895579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3" name="Rectangle 8722">
              <a:extLst>
                <a:ext uri="{FF2B5EF4-FFF2-40B4-BE49-F238E27FC236}">
                  <a16:creationId xmlns:a16="http://schemas.microsoft.com/office/drawing/2014/main" id="{9C4CDADE-12A3-1B08-E5D2-1AC5C05E58EB}"/>
                </a:ext>
              </a:extLst>
            </p:cNvPr>
            <p:cNvSpPr/>
            <p:nvPr/>
          </p:nvSpPr>
          <p:spPr>
            <a:xfrm>
              <a:off x="895579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4" name="Rectangle 8723">
              <a:extLst>
                <a:ext uri="{FF2B5EF4-FFF2-40B4-BE49-F238E27FC236}">
                  <a16:creationId xmlns:a16="http://schemas.microsoft.com/office/drawing/2014/main" id="{AD136D47-36F5-9C90-3BD6-6D3290462029}"/>
                </a:ext>
              </a:extLst>
            </p:cNvPr>
            <p:cNvSpPr/>
            <p:nvPr/>
          </p:nvSpPr>
          <p:spPr>
            <a:xfrm>
              <a:off x="895579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5" name="Rectangle 8724">
              <a:extLst>
                <a:ext uri="{FF2B5EF4-FFF2-40B4-BE49-F238E27FC236}">
                  <a16:creationId xmlns:a16="http://schemas.microsoft.com/office/drawing/2014/main" id="{E6795617-32E2-9101-F41E-3AAE600D8895}"/>
                </a:ext>
              </a:extLst>
            </p:cNvPr>
            <p:cNvSpPr/>
            <p:nvPr/>
          </p:nvSpPr>
          <p:spPr>
            <a:xfrm>
              <a:off x="895579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6" name="Rectangle 8725">
              <a:extLst>
                <a:ext uri="{FF2B5EF4-FFF2-40B4-BE49-F238E27FC236}">
                  <a16:creationId xmlns:a16="http://schemas.microsoft.com/office/drawing/2014/main" id="{AA080C76-D33B-8C16-D8BC-4AF6A6CAC962}"/>
                </a:ext>
              </a:extLst>
            </p:cNvPr>
            <p:cNvSpPr/>
            <p:nvPr/>
          </p:nvSpPr>
          <p:spPr>
            <a:xfrm>
              <a:off x="895579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7" name="Rectangle 8726">
              <a:extLst>
                <a:ext uri="{FF2B5EF4-FFF2-40B4-BE49-F238E27FC236}">
                  <a16:creationId xmlns:a16="http://schemas.microsoft.com/office/drawing/2014/main" id="{2A69C885-2E0D-A34A-A141-914537913CBB}"/>
                </a:ext>
              </a:extLst>
            </p:cNvPr>
            <p:cNvSpPr/>
            <p:nvPr/>
          </p:nvSpPr>
          <p:spPr>
            <a:xfrm>
              <a:off x="895579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8" name="Rectangle 8727">
              <a:extLst>
                <a:ext uri="{FF2B5EF4-FFF2-40B4-BE49-F238E27FC236}">
                  <a16:creationId xmlns:a16="http://schemas.microsoft.com/office/drawing/2014/main" id="{A9177D5E-3742-722A-3544-37C1A5FBB766}"/>
                </a:ext>
              </a:extLst>
            </p:cNvPr>
            <p:cNvSpPr/>
            <p:nvPr/>
          </p:nvSpPr>
          <p:spPr>
            <a:xfrm>
              <a:off x="895579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9" name="Rectangle 8728">
              <a:extLst>
                <a:ext uri="{FF2B5EF4-FFF2-40B4-BE49-F238E27FC236}">
                  <a16:creationId xmlns:a16="http://schemas.microsoft.com/office/drawing/2014/main" id="{92B8F30B-F3DE-7E0A-BA5E-98E640D5DB98}"/>
                </a:ext>
              </a:extLst>
            </p:cNvPr>
            <p:cNvSpPr/>
            <p:nvPr/>
          </p:nvSpPr>
          <p:spPr>
            <a:xfrm>
              <a:off x="895579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0" name="Rectangle 8729">
              <a:extLst>
                <a:ext uri="{FF2B5EF4-FFF2-40B4-BE49-F238E27FC236}">
                  <a16:creationId xmlns:a16="http://schemas.microsoft.com/office/drawing/2014/main" id="{AA58F4E6-AE8D-06C3-05F7-9B669B7942BF}"/>
                </a:ext>
              </a:extLst>
            </p:cNvPr>
            <p:cNvSpPr/>
            <p:nvPr/>
          </p:nvSpPr>
          <p:spPr>
            <a:xfrm>
              <a:off x="895579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1" name="Rectangle 8730">
              <a:extLst>
                <a:ext uri="{FF2B5EF4-FFF2-40B4-BE49-F238E27FC236}">
                  <a16:creationId xmlns:a16="http://schemas.microsoft.com/office/drawing/2014/main" id="{C5FBC10F-74D3-1745-5EBE-376E79E760D7}"/>
                </a:ext>
              </a:extLst>
            </p:cNvPr>
            <p:cNvSpPr/>
            <p:nvPr/>
          </p:nvSpPr>
          <p:spPr>
            <a:xfrm>
              <a:off x="895579" y="3022822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2" name="Rectangle 8731">
              <a:extLst>
                <a:ext uri="{FF2B5EF4-FFF2-40B4-BE49-F238E27FC236}">
                  <a16:creationId xmlns:a16="http://schemas.microsoft.com/office/drawing/2014/main" id="{2196FE56-FCE8-2A97-7B79-167478E14007}"/>
                </a:ext>
              </a:extLst>
            </p:cNvPr>
            <p:cNvSpPr/>
            <p:nvPr/>
          </p:nvSpPr>
          <p:spPr>
            <a:xfrm>
              <a:off x="895579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3" name="Rectangle 8732">
              <a:extLst>
                <a:ext uri="{FF2B5EF4-FFF2-40B4-BE49-F238E27FC236}">
                  <a16:creationId xmlns:a16="http://schemas.microsoft.com/office/drawing/2014/main" id="{17241213-5A88-7731-C9AE-D71C26C12F95}"/>
                </a:ext>
              </a:extLst>
            </p:cNvPr>
            <p:cNvSpPr/>
            <p:nvPr/>
          </p:nvSpPr>
          <p:spPr>
            <a:xfrm>
              <a:off x="895579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4" name="Rectangle 8733">
              <a:extLst>
                <a:ext uri="{FF2B5EF4-FFF2-40B4-BE49-F238E27FC236}">
                  <a16:creationId xmlns:a16="http://schemas.microsoft.com/office/drawing/2014/main" id="{D936191B-CE99-6ABF-CDEA-012668726C2D}"/>
                </a:ext>
              </a:extLst>
            </p:cNvPr>
            <p:cNvSpPr/>
            <p:nvPr/>
          </p:nvSpPr>
          <p:spPr>
            <a:xfrm>
              <a:off x="895579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5" name="Rectangle 8734">
              <a:extLst>
                <a:ext uri="{FF2B5EF4-FFF2-40B4-BE49-F238E27FC236}">
                  <a16:creationId xmlns:a16="http://schemas.microsoft.com/office/drawing/2014/main" id="{22ACA84D-A252-60FE-6F13-762038A1C76A}"/>
                </a:ext>
              </a:extLst>
            </p:cNvPr>
            <p:cNvSpPr/>
            <p:nvPr/>
          </p:nvSpPr>
          <p:spPr>
            <a:xfrm>
              <a:off x="895579" y="3185890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6" name="Rectangle 8735">
              <a:extLst>
                <a:ext uri="{FF2B5EF4-FFF2-40B4-BE49-F238E27FC236}">
                  <a16:creationId xmlns:a16="http://schemas.microsoft.com/office/drawing/2014/main" id="{FE237843-EB44-96C0-0778-36010A2E1CB0}"/>
                </a:ext>
              </a:extLst>
            </p:cNvPr>
            <p:cNvSpPr/>
            <p:nvPr/>
          </p:nvSpPr>
          <p:spPr>
            <a:xfrm>
              <a:off x="895579" y="3226784"/>
              <a:ext cx="118872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7" name="Rectangle 8736">
              <a:extLst>
                <a:ext uri="{FF2B5EF4-FFF2-40B4-BE49-F238E27FC236}">
                  <a16:creationId xmlns:a16="http://schemas.microsoft.com/office/drawing/2014/main" id="{4BF833E2-14C3-9B9A-8FB0-1FB3EF7D3C62}"/>
                </a:ext>
              </a:extLst>
            </p:cNvPr>
            <p:cNvSpPr/>
            <p:nvPr/>
          </p:nvSpPr>
          <p:spPr>
            <a:xfrm>
              <a:off x="895579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8" name="Rectangle 8737">
              <a:extLst>
                <a:ext uri="{FF2B5EF4-FFF2-40B4-BE49-F238E27FC236}">
                  <a16:creationId xmlns:a16="http://schemas.microsoft.com/office/drawing/2014/main" id="{287B99E6-BD2D-A5D0-0E1F-A3891D8C3EC9}"/>
                </a:ext>
              </a:extLst>
            </p:cNvPr>
            <p:cNvSpPr/>
            <p:nvPr/>
          </p:nvSpPr>
          <p:spPr>
            <a:xfrm>
              <a:off x="895579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9" name="Rectangle 8738">
              <a:extLst>
                <a:ext uri="{FF2B5EF4-FFF2-40B4-BE49-F238E27FC236}">
                  <a16:creationId xmlns:a16="http://schemas.microsoft.com/office/drawing/2014/main" id="{B3E5ED4E-D6B9-5033-A613-6EB95EF1581B}"/>
                </a:ext>
              </a:extLst>
            </p:cNvPr>
            <p:cNvSpPr/>
            <p:nvPr/>
          </p:nvSpPr>
          <p:spPr>
            <a:xfrm>
              <a:off x="895579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0" name="Rectangle 8739">
              <a:extLst>
                <a:ext uri="{FF2B5EF4-FFF2-40B4-BE49-F238E27FC236}">
                  <a16:creationId xmlns:a16="http://schemas.microsoft.com/office/drawing/2014/main" id="{E2CF8C50-4031-4D44-804D-220E11DDB63A}"/>
                </a:ext>
              </a:extLst>
            </p:cNvPr>
            <p:cNvSpPr/>
            <p:nvPr/>
          </p:nvSpPr>
          <p:spPr>
            <a:xfrm>
              <a:off x="895579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1" name="Rectangle 8740">
              <a:extLst>
                <a:ext uri="{FF2B5EF4-FFF2-40B4-BE49-F238E27FC236}">
                  <a16:creationId xmlns:a16="http://schemas.microsoft.com/office/drawing/2014/main" id="{D469A43E-80D1-CD90-31D3-D47956E7C950}"/>
                </a:ext>
              </a:extLst>
            </p:cNvPr>
            <p:cNvSpPr/>
            <p:nvPr/>
          </p:nvSpPr>
          <p:spPr>
            <a:xfrm>
              <a:off x="895579" y="3430619"/>
              <a:ext cx="118872" cy="40766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2" name="Rectangle 8741">
              <a:extLst>
                <a:ext uri="{FF2B5EF4-FFF2-40B4-BE49-F238E27FC236}">
                  <a16:creationId xmlns:a16="http://schemas.microsoft.com/office/drawing/2014/main" id="{86B7217D-9A72-EA51-161E-8D344E06A23C}"/>
                </a:ext>
              </a:extLst>
            </p:cNvPr>
            <p:cNvSpPr/>
            <p:nvPr/>
          </p:nvSpPr>
          <p:spPr>
            <a:xfrm>
              <a:off x="895579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3" name="Rectangle 8742">
              <a:extLst>
                <a:ext uri="{FF2B5EF4-FFF2-40B4-BE49-F238E27FC236}">
                  <a16:creationId xmlns:a16="http://schemas.microsoft.com/office/drawing/2014/main" id="{6C408541-9E5B-53EA-1D02-F3E5CC0DA17B}"/>
                </a:ext>
              </a:extLst>
            </p:cNvPr>
            <p:cNvSpPr/>
            <p:nvPr/>
          </p:nvSpPr>
          <p:spPr>
            <a:xfrm>
              <a:off x="895579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4" name="Rectangle 8743">
              <a:extLst>
                <a:ext uri="{FF2B5EF4-FFF2-40B4-BE49-F238E27FC236}">
                  <a16:creationId xmlns:a16="http://schemas.microsoft.com/office/drawing/2014/main" id="{B002B053-145F-EDB1-84C2-FE1813F5EF88}"/>
                </a:ext>
              </a:extLst>
            </p:cNvPr>
            <p:cNvSpPr/>
            <p:nvPr/>
          </p:nvSpPr>
          <p:spPr>
            <a:xfrm>
              <a:off x="895579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5" name="Rectangle 8744">
              <a:extLst>
                <a:ext uri="{FF2B5EF4-FFF2-40B4-BE49-F238E27FC236}">
                  <a16:creationId xmlns:a16="http://schemas.microsoft.com/office/drawing/2014/main" id="{28810B3D-49DF-2594-2896-727B0C2915D5}"/>
                </a:ext>
              </a:extLst>
            </p:cNvPr>
            <p:cNvSpPr/>
            <p:nvPr/>
          </p:nvSpPr>
          <p:spPr>
            <a:xfrm>
              <a:off x="895579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6" name="Rectangle 8745">
              <a:extLst>
                <a:ext uri="{FF2B5EF4-FFF2-40B4-BE49-F238E27FC236}">
                  <a16:creationId xmlns:a16="http://schemas.microsoft.com/office/drawing/2014/main" id="{B3514BA7-E6DF-E413-1F95-E8A1B4043BE7}"/>
                </a:ext>
              </a:extLst>
            </p:cNvPr>
            <p:cNvSpPr/>
            <p:nvPr/>
          </p:nvSpPr>
          <p:spPr>
            <a:xfrm>
              <a:off x="895579" y="3634454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7" name="Rectangle 8746">
              <a:extLst>
                <a:ext uri="{FF2B5EF4-FFF2-40B4-BE49-F238E27FC236}">
                  <a16:creationId xmlns:a16="http://schemas.microsoft.com/office/drawing/2014/main" id="{4BF6118F-ACCE-4C95-9E6A-D3E8DDEF71EA}"/>
                </a:ext>
              </a:extLst>
            </p:cNvPr>
            <p:cNvSpPr/>
            <p:nvPr/>
          </p:nvSpPr>
          <p:spPr>
            <a:xfrm>
              <a:off x="895579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8" name="Rectangle 8747">
              <a:extLst>
                <a:ext uri="{FF2B5EF4-FFF2-40B4-BE49-F238E27FC236}">
                  <a16:creationId xmlns:a16="http://schemas.microsoft.com/office/drawing/2014/main" id="{496C680F-CAE6-2C33-36CE-7F0BC9459715}"/>
                </a:ext>
              </a:extLst>
            </p:cNvPr>
            <p:cNvSpPr/>
            <p:nvPr/>
          </p:nvSpPr>
          <p:spPr>
            <a:xfrm>
              <a:off x="895579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9" name="Rectangle 8748">
              <a:extLst>
                <a:ext uri="{FF2B5EF4-FFF2-40B4-BE49-F238E27FC236}">
                  <a16:creationId xmlns:a16="http://schemas.microsoft.com/office/drawing/2014/main" id="{AF25D0FA-4D6C-A9BE-A00F-698B0AA16596}"/>
                </a:ext>
              </a:extLst>
            </p:cNvPr>
            <p:cNvSpPr/>
            <p:nvPr/>
          </p:nvSpPr>
          <p:spPr>
            <a:xfrm>
              <a:off x="895579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0" name="Rectangle 8749">
              <a:extLst>
                <a:ext uri="{FF2B5EF4-FFF2-40B4-BE49-F238E27FC236}">
                  <a16:creationId xmlns:a16="http://schemas.microsoft.com/office/drawing/2014/main" id="{3EAAFCB0-3863-53CB-9637-8737991F37B8}"/>
                </a:ext>
              </a:extLst>
            </p:cNvPr>
            <p:cNvSpPr/>
            <p:nvPr/>
          </p:nvSpPr>
          <p:spPr>
            <a:xfrm>
              <a:off x="895579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1" name="Rectangle 8750">
              <a:extLst>
                <a:ext uri="{FF2B5EF4-FFF2-40B4-BE49-F238E27FC236}">
                  <a16:creationId xmlns:a16="http://schemas.microsoft.com/office/drawing/2014/main" id="{6E3CB42C-36A4-6789-2D8D-84E3DDAD9056}"/>
                </a:ext>
              </a:extLst>
            </p:cNvPr>
            <p:cNvSpPr/>
            <p:nvPr/>
          </p:nvSpPr>
          <p:spPr>
            <a:xfrm>
              <a:off x="895579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2" name="Rectangle 8751">
              <a:extLst>
                <a:ext uri="{FF2B5EF4-FFF2-40B4-BE49-F238E27FC236}">
                  <a16:creationId xmlns:a16="http://schemas.microsoft.com/office/drawing/2014/main" id="{7D914A0A-296C-12BB-C933-529EE777E8F7}"/>
                </a:ext>
              </a:extLst>
            </p:cNvPr>
            <p:cNvSpPr/>
            <p:nvPr/>
          </p:nvSpPr>
          <p:spPr>
            <a:xfrm>
              <a:off x="895579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3" name="Rectangle 8752">
              <a:extLst>
                <a:ext uri="{FF2B5EF4-FFF2-40B4-BE49-F238E27FC236}">
                  <a16:creationId xmlns:a16="http://schemas.microsoft.com/office/drawing/2014/main" id="{F1E45423-F6A7-6538-07DB-892E481B6FCF}"/>
                </a:ext>
              </a:extLst>
            </p:cNvPr>
            <p:cNvSpPr/>
            <p:nvPr/>
          </p:nvSpPr>
          <p:spPr>
            <a:xfrm>
              <a:off x="895579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4" name="Rectangle 8753">
              <a:extLst>
                <a:ext uri="{FF2B5EF4-FFF2-40B4-BE49-F238E27FC236}">
                  <a16:creationId xmlns:a16="http://schemas.microsoft.com/office/drawing/2014/main" id="{1C14D3A1-BED0-38A0-4D7C-BB5656B5BB88}"/>
                </a:ext>
              </a:extLst>
            </p:cNvPr>
            <p:cNvSpPr/>
            <p:nvPr/>
          </p:nvSpPr>
          <p:spPr>
            <a:xfrm>
              <a:off x="895579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5" name="Rectangle 8754">
              <a:extLst>
                <a:ext uri="{FF2B5EF4-FFF2-40B4-BE49-F238E27FC236}">
                  <a16:creationId xmlns:a16="http://schemas.microsoft.com/office/drawing/2014/main" id="{78489E77-5E94-D851-515C-4BC46D94C597}"/>
                </a:ext>
              </a:extLst>
            </p:cNvPr>
            <p:cNvSpPr/>
            <p:nvPr/>
          </p:nvSpPr>
          <p:spPr>
            <a:xfrm>
              <a:off x="895579" y="4001484"/>
              <a:ext cx="118872" cy="40767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6" name="Rectangle 8755">
              <a:extLst>
                <a:ext uri="{FF2B5EF4-FFF2-40B4-BE49-F238E27FC236}">
                  <a16:creationId xmlns:a16="http://schemas.microsoft.com/office/drawing/2014/main" id="{1AE278C7-207B-3D4E-C852-4C713C75F88B}"/>
                </a:ext>
              </a:extLst>
            </p:cNvPr>
            <p:cNvSpPr/>
            <p:nvPr/>
          </p:nvSpPr>
          <p:spPr>
            <a:xfrm>
              <a:off x="895579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7" name="Rectangle 8756">
              <a:extLst>
                <a:ext uri="{FF2B5EF4-FFF2-40B4-BE49-F238E27FC236}">
                  <a16:creationId xmlns:a16="http://schemas.microsoft.com/office/drawing/2014/main" id="{DFFEB517-98E3-9768-EA60-143517A0B954}"/>
                </a:ext>
              </a:extLst>
            </p:cNvPr>
            <p:cNvSpPr/>
            <p:nvPr/>
          </p:nvSpPr>
          <p:spPr>
            <a:xfrm>
              <a:off x="895579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8" name="Rectangle 8757">
              <a:extLst>
                <a:ext uri="{FF2B5EF4-FFF2-40B4-BE49-F238E27FC236}">
                  <a16:creationId xmlns:a16="http://schemas.microsoft.com/office/drawing/2014/main" id="{7BD58B52-4F5E-D937-6582-5DBDE286BE23}"/>
                </a:ext>
              </a:extLst>
            </p:cNvPr>
            <p:cNvSpPr/>
            <p:nvPr/>
          </p:nvSpPr>
          <p:spPr>
            <a:xfrm>
              <a:off x="895579" y="4123785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9" name="Rectangle 8758">
              <a:extLst>
                <a:ext uri="{FF2B5EF4-FFF2-40B4-BE49-F238E27FC236}">
                  <a16:creationId xmlns:a16="http://schemas.microsoft.com/office/drawing/2014/main" id="{FB0E47A9-DCB0-C053-012A-A864393FAE7C}"/>
                </a:ext>
              </a:extLst>
            </p:cNvPr>
            <p:cNvSpPr/>
            <p:nvPr/>
          </p:nvSpPr>
          <p:spPr>
            <a:xfrm>
              <a:off x="895579" y="416455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0" name="Rectangle 8759">
              <a:extLst>
                <a:ext uri="{FF2B5EF4-FFF2-40B4-BE49-F238E27FC236}">
                  <a16:creationId xmlns:a16="http://schemas.microsoft.com/office/drawing/2014/main" id="{63807B75-E079-9860-A050-B1DBEA69D054}"/>
                </a:ext>
              </a:extLst>
            </p:cNvPr>
            <p:cNvSpPr/>
            <p:nvPr/>
          </p:nvSpPr>
          <p:spPr>
            <a:xfrm>
              <a:off x="895579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1" name="Rectangle 8760">
              <a:extLst>
                <a:ext uri="{FF2B5EF4-FFF2-40B4-BE49-F238E27FC236}">
                  <a16:creationId xmlns:a16="http://schemas.microsoft.com/office/drawing/2014/main" id="{E8949FAE-72E4-57B2-8606-CFD2AEC43114}"/>
                </a:ext>
              </a:extLst>
            </p:cNvPr>
            <p:cNvSpPr/>
            <p:nvPr/>
          </p:nvSpPr>
          <p:spPr>
            <a:xfrm>
              <a:off x="895579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2" name="Rectangle 8761">
              <a:extLst>
                <a:ext uri="{FF2B5EF4-FFF2-40B4-BE49-F238E27FC236}">
                  <a16:creationId xmlns:a16="http://schemas.microsoft.com/office/drawing/2014/main" id="{0174F48B-DA3B-6146-BD13-C2139589CB0F}"/>
                </a:ext>
              </a:extLst>
            </p:cNvPr>
            <p:cNvSpPr/>
            <p:nvPr/>
          </p:nvSpPr>
          <p:spPr>
            <a:xfrm>
              <a:off x="895579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3" name="Rectangle 8762">
              <a:extLst>
                <a:ext uri="{FF2B5EF4-FFF2-40B4-BE49-F238E27FC236}">
                  <a16:creationId xmlns:a16="http://schemas.microsoft.com/office/drawing/2014/main" id="{F10001B4-3BCF-A4FB-4189-BB12F79F4C7B}"/>
                </a:ext>
              </a:extLst>
            </p:cNvPr>
            <p:cNvSpPr/>
            <p:nvPr/>
          </p:nvSpPr>
          <p:spPr>
            <a:xfrm>
              <a:off x="895579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4" name="Rectangle 8763">
              <a:extLst>
                <a:ext uri="{FF2B5EF4-FFF2-40B4-BE49-F238E27FC236}">
                  <a16:creationId xmlns:a16="http://schemas.microsoft.com/office/drawing/2014/main" id="{81EF500C-48A5-86B3-6ABA-9F64F58B9AD3}"/>
                </a:ext>
              </a:extLst>
            </p:cNvPr>
            <p:cNvSpPr/>
            <p:nvPr/>
          </p:nvSpPr>
          <p:spPr>
            <a:xfrm>
              <a:off x="895579" y="4368514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5" name="Rectangle 8764">
              <a:extLst>
                <a:ext uri="{FF2B5EF4-FFF2-40B4-BE49-F238E27FC236}">
                  <a16:creationId xmlns:a16="http://schemas.microsoft.com/office/drawing/2014/main" id="{7A30E104-6167-5932-E9B2-DCDB81E4AA38}"/>
                </a:ext>
              </a:extLst>
            </p:cNvPr>
            <p:cNvSpPr/>
            <p:nvPr/>
          </p:nvSpPr>
          <p:spPr>
            <a:xfrm>
              <a:off x="895579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6" name="Rectangle 8765">
              <a:extLst>
                <a:ext uri="{FF2B5EF4-FFF2-40B4-BE49-F238E27FC236}">
                  <a16:creationId xmlns:a16="http://schemas.microsoft.com/office/drawing/2014/main" id="{09844E65-B299-95A3-8A01-6A7AFF47506E}"/>
                </a:ext>
              </a:extLst>
            </p:cNvPr>
            <p:cNvSpPr/>
            <p:nvPr/>
          </p:nvSpPr>
          <p:spPr>
            <a:xfrm>
              <a:off x="895579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7" name="Rectangle 8766">
              <a:extLst>
                <a:ext uri="{FF2B5EF4-FFF2-40B4-BE49-F238E27FC236}">
                  <a16:creationId xmlns:a16="http://schemas.microsoft.com/office/drawing/2014/main" id="{7FB14D50-B6E4-66E8-1281-47E3848D6B15}"/>
                </a:ext>
              </a:extLst>
            </p:cNvPr>
            <p:cNvSpPr/>
            <p:nvPr/>
          </p:nvSpPr>
          <p:spPr>
            <a:xfrm>
              <a:off x="895579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8" name="Rectangle 8767">
              <a:extLst>
                <a:ext uri="{FF2B5EF4-FFF2-40B4-BE49-F238E27FC236}">
                  <a16:creationId xmlns:a16="http://schemas.microsoft.com/office/drawing/2014/main" id="{61A89D0B-3C00-6B3A-C82A-D799746FA646}"/>
                </a:ext>
              </a:extLst>
            </p:cNvPr>
            <p:cNvSpPr/>
            <p:nvPr/>
          </p:nvSpPr>
          <p:spPr>
            <a:xfrm>
              <a:off x="895579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9" name="Rectangle 8768">
              <a:extLst>
                <a:ext uri="{FF2B5EF4-FFF2-40B4-BE49-F238E27FC236}">
                  <a16:creationId xmlns:a16="http://schemas.microsoft.com/office/drawing/2014/main" id="{B3A5081B-2B32-BB7D-08E9-F8C4A22E0ACE}"/>
                </a:ext>
              </a:extLst>
            </p:cNvPr>
            <p:cNvSpPr/>
            <p:nvPr/>
          </p:nvSpPr>
          <p:spPr>
            <a:xfrm>
              <a:off x="895579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0" name="Rectangle 8769">
              <a:extLst>
                <a:ext uri="{FF2B5EF4-FFF2-40B4-BE49-F238E27FC236}">
                  <a16:creationId xmlns:a16="http://schemas.microsoft.com/office/drawing/2014/main" id="{6DD8AC2B-EFCB-DE5C-C44D-D8D87E2C88A0}"/>
                </a:ext>
              </a:extLst>
            </p:cNvPr>
            <p:cNvSpPr/>
            <p:nvPr/>
          </p:nvSpPr>
          <p:spPr>
            <a:xfrm>
              <a:off x="895579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1" name="Rectangle 8770">
              <a:extLst>
                <a:ext uri="{FF2B5EF4-FFF2-40B4-BE49-F238E27FC236}">
                  <a16:creationId xmlns:a16="http://schemas.microsoft.com/office/drawing/2014/main" id="{7C5362C6-2979-7971-4F83-693AF35C549A}"/>
                </a:ext>
              </a:extLst>
            </p:cNvPr>
            <p:cNvSpPr/>
            <p:nvPr/>
          </p:nvSpPr>
          <p:spPr>
            <a:xfrm>
              <a:off x="895579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2" name="Rectangle 8771">
              <a:extLst>
                <a:ext uri="{FF2B5EF4-FFF2-40B4-BE49-F238E27FC236}">
                  <a16:creationId xmlns:a16="http://schemas.microsoft.com/office/drawing/2014/main" id="{C3E4B9AD-71D7-924B-DE2E-19AFD06C34C7}"/>
                </a:ext>
              </a:extLst>
            </p:cNvPr>
            <p:cNvSpPr/>
            <p:nvPr/>
          </p:nvSpPr>
          <p:spPr>
            <a:xfrm>
              <a:off x="895579" y="46946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3" name="Rectangle 8772">
              <a:extLst>
                <a:ext uri="{FF2B5EF4-FFF2-40B4-BE49-F238E27FC236}">
                  <a16:creationId xmlns:a16="http://schemas.microsoft.com/office/drawing/2014/main" id="{63AC36FB-023E-73C6-9A33-DC24E3D6BF5F}"/>
                </a:ext>
              </a:extLst>
            </p:cNvPr>
            <p:cNvSpPr/>
            <p:nvPr/>
          </p:nvSpPr>
          <p:spPr>
            <a:xfrm>
              <a:off x="895579" y="47354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4" name="Rectangle 8773">
              <a:extLst>
                <a:ext uri="{FF2B5EF4-FFF2-40B4-BE49-F238E27FC236}">
                  <a16:creationId xmlns:a16="http://schemas.microsoft.com/office/drawing/2014/main" id="{34F3BD43-6FE6-A58B-90B4-023F53953782}"/>
                </a:ext>
              </a:extLst>
            </p:cNvPr>
            <p:cNvSpPr/>
            <p:nvPr/>
          </p:nvSpPr>
          <p:spPr>
            <a:xfrm>
              <a:off x="895579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5" name="Rectangle 8774">
              <a:extLst>
                <a:ext uri="{FF2B5EF4-FFF2-40B4-BE49-F238E27FC236}">
                  <a16:creationId xmlns:a16="http://schemas.microsoft.com/office/drawing/2014/main" id="{7EE1C523-C424-2315-6D18-63DADD7D69F0}"/>
                </a:ext>
              </a:extLst>
            </p:cNvPr>
            <p:cNvSpPr/>
            <p:nvPr/>
          </p:nvSpPr>
          <p:spPr>
            <a:xfrm>
              <a:off x="1014324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6" name="Rectangle 8775">
              <a:extLst>
                <a:ext uri="{FF2B5EF4-FFF2-40B4-BE49-F238E27FC236}">
                  <a16:creationId xmlns:a16="http://schemas.microsoft.com/office/drawing/2014/main" id="{2374C76A-3DD1-BD9F-2EA2-C0C6A8058FD0}"/>
                </a:ext>
              </a:extLst>
            </p:cNvPr>
            <p:cNvSpPr/>
            <p:nvPr/>
          </p:nvSpPr>
          <p:spPr>
            <a:xfrm>
              <a:off x="1014324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7" name="Rectangle 8776">
              <a:extLst>
                <a:ext uri="{FF2B5EF4-FFF2-40B4-BE49-F238E27FC236}">
                  <a16:creationId xmlns:a16="http://schemas.microsoft.com/office/drawing/2014/main" id="{EDC734CF-6E12-00EC-94E5-77ECEDE9CD9A}"/>
                </a:ext>
              </a:extLst>
            </p:cNvPr>
            <p:cNvSpPr/>
            <p:nvPr/>
          </p:nvSpPr>
          <p:spPr>
            <a:xfrm>
              <a:off x="1014324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8" name="Rectangle 8777">
              <a:extLst>
                <a:ext uri="{FF2B5EF4-FFF2-40B4-BE49-F238E27FC236}">
                  <a16:creationId xmlns:a16="http://schemas.microsoft.com/office/drawing/2014/main" id="{967DF6D6-98F0-C848-EED3-F1E8D4E9D9D1}"/>
                </a:ext>
              </a:extLst>
            </p:cNvPr>
            <p:cNvSpPr/>
            <p:nvPr/>
          </p:nvSpPr>
          <p:spPr>
            <a:xfrm>
              <a:off x="1014324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9" name="Rectangle 8778">
              <a:extLst>
                <a:ext uri="{FF2B5EF4-FFF2-40B4-BE49-F238E27FC236}">
                  <a16:creationId xmlns:a16="http://schemas.microsoft.com/office/drawing/2014/main" id="{0C55072F-B4A2-75BA-DF86-E6A871C72C24}"/>
                </a:ext>
              </a:extLst>
            </p:cNvPr>
            <p:cNvSpPr/>
            <p:nvPr/>
          </p:nvSpPr>
          <p:spPr>
            <a:xfrm>
              <a:off x="1014324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0" name="Rectangle 8779">
              <a:extLst>
                <a:ext uri="{FF2B5EF4-FFF2-40B4-BE49-F238E27FC236}">
                  <a16:creationId xmlns:a16="http://schemas.microsoft.com/office/drawing/2014/main" id="{F344BD19-CA8D-9663-2905-AEAE0B2998BF}"/>
                </a:ext>
              </a:extLst>
            </p:cNvPr>
            <p:cNvSpPr/>
            <p:nvPr/>
          </p:nvSpPr>
          <p:spPr>
            <a:xfrm>
              <a:off x="1014324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1" name="Rectangle 8780">
              <a:extLst>
                <a:ext uri="{FF2B5EF4-FFF2-40B4-BE49-F238E27FC236}">
                  <a16:creationId xmlns:a16="http://schemas.microsoft.com/office/drawing/2014/main" id="{262E521A-9B3E-3F54-CE78-55200EF4BC9A}"/>
                </a:ext>
              </a:extLst>
            </p:cNvPr>
            <p:cNvSpPr/>
            <p:nvPr/>
          </p:nvSpPr>
          <p:spPr>
            <a:xfrm>
              <a:off x="1014324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2" name="Rectangle 8781">
              <a:extLst>
                <a:ext uri="{FF2B5EF4-FFF2-40B4-BE49-F238E27FC236}">
                  <a16:creationId xmlns:a16="http://schemas.microsoft.com/office/drawing/2014/main" id="{D2C8D731-A77D-5A24-3C49-A08B95F6B281}"/>
                </a:ext>
              </a:extLst>
            </p:cNvPr>
            <p:cNvSpPr/>
            <p:nvPr/>
          </p:nvSpPr>
          <p:spPr>
            <a:xfrm>
              <a:off x="1014324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3" name="Rectangle 8782">
              <a:extLst>
                <a:ext uri="{FF2B5EF4-FFF2-40B4-BE49-F238E27FC236}">
                  <a16:creationId xmlns:a16="http://schemas.microsoft.com/office/drawing/2014/main" id="{E70D9730-AD13-CAA9-EA47-479E7A70D952}"/>
                </a:ext>
              </a:extLst>
            </p:cNvPr>
            <p:cNvSpPr/>
            <p:nvPr/>
          </p:nvSpPr>
          <p:spPr>
            <a:xfrm>
              <a:off x="1014324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4" name="Rectangle 8783">
              <a:extLst>
                <a:ext uri="{FF2B5EF4-FFF2-40B4-BE49-F238E27FC236}">
                  <a16:creationId xmlns:a16="http://schemas.microsoft.com/office/drawing/2014/main" id="{650DF644-6A74-C4D6-2324-3A38A89CBEB7}"/>
                </a:ext>
              </a:extLst>
            </p:cNvPr>
            <p:cNvSpPr/>
            <p:nvPr/>
          </p:nvSpPr>
          <p:spPr>
            <a:xfrm>
              <a:off x="1014324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5" name="Rectangle 8784">
              <a:extLst>
                <a:ext uri="{FF2B5EF4-FFF2-40B4-BE49-F238E27FC236}">
                  <a16:creationId xmlns:a16="http://schemas.microsoft.com/office/drawing/2014/main" id="{9307BA9B-8334-6878-618D-6AF8D13896E9}"/>
                </a:ext>
              </a:extLst>
            </p:cNvPr>
            <p:cNvSpPr/>
            <p:nvPr/>
          </p:nvSpPr>
          <p:spPr>
            <a:xfrm>
              <a:off x="1014324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6" name="Rectangle 8785">
              <a:extLst>
                <a:ext uri="{FF2B5EF4-FFF2-40B4-BE49-F238E27FC236}">
                  <a16:creationId xmlns:a16="http://schemas.microsoft.com/office/drawing/2014/main" id="{0929D1FA-06A6-C1A8-AB1B-89ACB7D1B1EE}"/>
                </a:ext>
              </a:extLst>
            </p:cNvPr>
            <p:cNvSpPr/>
            <p:nvPr/>
          </p:nvSpPr>
          <p:spPr>
            <a:xfrm>
              <a:off x="1014324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7" name="Rectangle 8786">
              <a:extLst>
                <a:ext uri="{FF2B5EF4-FFF2-40B4-BE49-F238E27FC236}">
                  <a16:creationId xmlns:a16="http://schemas.microsoft.com/office/drawing/2014/main" id="{3506F0EC-D26E-7238-AD6E-581830238068}"/>
                </a:ext>
              </a:extLst>
            </p:cNvPr>
            <p:cNvSpPr/>
            <p:nvPr/>
          </p:nvSpPr>
          <p:spPr>
            <a:xfrm>
              <a:off x="1014324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8" name="Rectangle 8787">
              <a:extLst>
                <a:ext uri="{FF2B5EF4-FFF2-40B4-BE49-F238E27FC236}">
                  <a16:creationId xmlns:a16="http://schemas.microsoft.com/office/drawing/2014/main" id="{E2540594-37A3-0C29-838E-1F3BBFD00552}"/>
                </a:ext>
              </a:extLst>
            </p:cNvPr>
            <p:cNvSpPr/>
            <p:nvPr/>
          </p:nvSpPr>
          <p:spPr>
            <a:xfrm>
              <a:off x="1014324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9" name="Rectangle 8788">
              <a:extLst>
                <a:ext uri="{FF2B5EF4-FFF2-40B4-BE49-F238E27FC236}">
                  <a16:creationId xmlns:a16="http://schemas.microsoft.com/office/drawing/2014/main" id="{B4A4D050-7186-E028-074F-7A5392A46DFE}"/>
                </a:ext>
              </a:extLst>
            </p:cNvPr>
            <p:cNvSpPr/>
            <p:nvPr/>
          </p:nvSpPr>
          <p:spPr>
            <a:xfrm>
              <a:off x="1014324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0" name="Rectangle 8789">
              <a:extLst>
                <a:ext uri="{FF2B5EF4-FFF2-40B4-BE49-F238E27FC236}">
                  <a16:creationId xmlns:a16="http://schemas.microsoft.com/office/drawing/2014/main" id="{F7DC11DE-B919-ABAE-9E7D-790918394788}"/>
                </a:ext>
              </a:extLst>
            </p:cNvPr>
            <p:cNvSpPr/>
            <p:nvPr/>
          </p:nvSpPr>
          <p:spPr>
            <a:xfrm>
              <a:off x="1014324" y="273745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1" name="Rectangle 8790">
              <a:extLst>
                <a:ext uri="{FF2B5EF4-FFF2-40B4-BE49-F238E27FC236}">
                  <a16:creationId xmlns:a16="http://schemas.microsoft.com/office/drawing/2014/main" id="{9DA68DA0-2614-9F15-E197-6DE9811B6AC9}"/>
                </a:ext>
              </a:extLst>
            </p:cNvPr>
            <p:cNvSpPr/>
            <p:nvPr/>
          </p:nvSpPr>
          <p:spPr>
            <a:xfrm>
              <a:off x="1014324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2" name="Rectangle 8791">
              <a:extLst>
                <a:ext uri="{FF2B5EF4-FFF2-40B4-BE49-F238E27FC236}">
                  <a16:creationId xmlns:a16="http://schemas.microsoft.com/office/drawing/2014/main" id="{1368CFEB-F020-CD8C-98DE-DB384670EDA6}"/>
                </a:ext>
              </a:extLst>
            </p:cNvPr>
            <p:cNvSpPr/>
            <p:nvPr/>
          </p:nvSpPr>
          <p:spPr>
            <a:xfrm>
              <a:off x="1014324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3" name="Rectangle 8792">
              <a:extLst>
                <a:ext uri="{FF2B5EF4-FFF2-40B4-BE49-F238E27FC236}">
                  <a16:creationId xmlns:a16="http://schemas.microsoft.com/office/drawing/2014/main" id="{C13C577D-4135-97AC-652F-DEC57C362A8F}"/>
                </a:ext>
              </a:extLst>
            </p:cNvPr>
            <p:cNvSpPr/>
            <p:nvPr/>
          </p:nvSpPr>
          <p:spPr>
            <a:xfrm>
              <a:off x="1014324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4" name="Rectangle 8793">
              <a:extLst>
                <a:ext uri="{FF2B5EF4-FFF2-40B4-BE49-F238E27FC236}">
                  <a16:creationId xmlns:a16="http://schemas.microsoft.com/office/drawing/2014/main" id="{09B176BA-7686-A31E-AA63-A11494369BBF}"/>
                </a:ext>
              </a:extLst>
            </p:cNvPr>
            <p:cNvSpPr/>
            <p:nvPr/>
          </p:nvSpPr>
          <p:spPr>
            <a:xfrm>
              <a:off x="1014324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5" name="Rectangle 8794">
              <a:extLst>
                <a:ext uri="{FF2B5EF4-FFF2-40B4-BE49-F238E27FC236}">
                  <a16:creationId xmlns:a16="http://schemas.microsoft.com/office/drawing/2014/main" id="{7D84C57D-FBC0-2624-03A4-DEBED1685075}"/>
                </a:ext>
              </a:extLst>
            </p:cNvPr>
            <p:cNvSpPr/>
            <p:nvPr/>
          </p:nvSpPr>
          <p:spPr>
            <a:xfrm>
              <a:off x="1014324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6" name="Rectangle 8795">
              <a:extLst>
                <a:ext uri="{FF2B5EF4-FFF2-40B4-BE49-F238E27FC236}">
                  <a16:creationId xmlns:a16="http://schemas.microsoft.com/office/drawing/2014/main" id="{6E325563-C9AA-6DD6-0CA2-8CE8EBBA1023}"/>
                </a:ext>
              </a:extLst>
            </p:cNvPr>
            <p:cNvSpPr/>
            <p:nvPr/>
          </p:nvSpPr>
          <p:spPr>
            <a:xfrm>
              <a:off x="1014324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7" name="Rectangle 8796">
              <a:extLst>
                <a:ext uri="{FF2B5EF4-FFF2-40B4-BE49-F238E27FC236}">
                  <a16:creationId xmlns:a16="http://schemas.microsoft.com/office/drawing/2014/main" id="{92309EFE-ADD3-77E5-648F-CF2F1BF85555}"/>
                </a:ext>
              </a:extLst>
            </p:cNvPr>
            <p:cNvSpPr/>
            <p:nvPr/>
          </p:nvSpPr>
          <p:spPr>
            <a:xfrm>
              <a:off x="1014324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8" name="Rectangle 8797">
              <a:extLst>
                <a:ext uri="{FF2B5EF4-FFF2-40B4-BE49-F238E27FC236}">
                  <a16:creationId xmlns:a16="http://schemas.microsoft.com/office/drawing/2014/main" id="{DF5504C1-6AEC-97C6-38E5-B8489AE8380A}"/>
                </a:ext>
              </a:extLst>
            </p:cNvPr>
            <p:cNvSpPr/>
            <p:nvPr/>
          </p:nvSpPr>
          <p:spPr>
            <a:xfrm>
              <a:off x="1014324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9" name="Rectangle 8798">
              <a:extLst>
                <a:ext uri="{FF2B5EF4-FFF2-40B4-BE49-F238E27FC236}">
                  <a16:creationId xmlns:a16="http://schemas.microsoft.com/office/drawing/2014/main" id="{F9EB4EED-F3A4-EF3C-27CD-B739885A1E3B}"/>
                </a:ext>
              </a:extLst>
            </p:cNvPr>
            <p:cNvSpPr/>
            <p:nvPr/>
          </p:nvSpPr>
          <p:spPr>
            <a:xfrm>
              <a:off x="1014324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0" name="Rectangle 8799">
              <a:extLst>
                <a:ext uri="{FF2B5EF4-FFF2-40B4-BE49-F238E27FC236}">
                  <a16:creationId xmlns:a16="http://schemas.microsoft.com/office/drawing/2014/main" id="{09CB4DEB-A1DC-002E-9DC7-86F886707461}"/>
                </a:ext>
              </a:extLst>
            </p:cNvPr>
            <p:cNvSpPr/>
            <p:nvPr/>
          </p:nvSpPr>
          <p:spPr>
            <a:xfrm>
              <a:off x="1014324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1" name="Rectangle 8800">
              <a:extLst>
                <a:ext uri="{FF2B5EF4-FFF2-40B4-BE49-F238E27FC236}">
                  <a16:creationId xmlns:a16="http://schemas.microsoft.com/office/drawing/2014/main" id="{9307C6F4-1CE5-4EE5-5ADF-89810EC71001}"/>
                </a:ext>
              </a:extLst>
            </p:cNvPr>
            <p:cNvSpPr/>
            <p:nvPr/>
          </p:nvSpPr>
          <p:spPr>
            <a:xfrm>
              <a:off x="1014324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2" name="Rectangle 8801">
              <a:extLst>
                <a:ext uri="{FF2B5EF4-FFF2-40B4-BE49-F238E27FC236}">
                  <a16:creationId xmlns:a16="http://schemas.microsoft.com/office/drawing/2014/main" id="{6F9BDCCC-3B52-E433-5D4D-B0FBF93EF572}"/>
                </a:ext>
              </a:extLst>
            </p:cNvPr>
            <p:cNvSpPr/>
            <p:nvPr/>
          </p:nvSpPr>
          <p:spPr>
            <a:xfrm>
              <a:off x="1014324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3" name="Rectangle 8802">
              <a:extLst>
                <a:ext uri="{FF2B5EF4-FFF2-40B4-BE49-F238E27FC236}">
                  <a16:creationId xmlns:a16="http://schemas.microsoft.com/office/drawing/2014/main" id="{27475D2A-822A-18D7-BDC0-C6E8DBBF90D9}"/>
                </a:ext>
              </a:extLst>
            </p:cNvPr>
            <p:cNvSpPr/>
            <p:nvPr/>
          </p:nvSpPr>
          <p:spPr>
            <a:xfrm>
              <a:off x="1014324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4" name="Rectangle 8803">
              <a:extLst>
                <a:ext uri="{FF2B5EF4-FFF2-40B4-BE49-F238E27FC236}">
                  <a16:creationId xmlns:a16="http://schemas.microsoft.com/office/drawing/2014/main" id="{DC1A7795-D6DF-FD3F-6D5C-90CE72ED7D0A}"/>
                </a:ext>
              </a:extLst>
            </p:cNvPr>
            <p:cNvSpPr/>
            <p:nvPr/>
          </p:nvSpPr>
          <p:spPr>
            <a:xfrm>
              <a:off x="1014324" y="330831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5" name="Rectangle 8804">
              <a:extLst>
                <a:ext uri="{FF2B5EF4-FFF2-40B4-BE49-F238E27FC236}">
                  <a16:creationId xmlns:a16="http://schemas.microsoft.com/office/drawing/2014/main" id="{01611984-0318-E102-F85B-F71305047AFB}"/>
                </a:ext>
              </a:extLst>
            </p:cNvPr>
            <p:cNvSpPr/>
            <p:nvPr/>
          </p:nvSpPr>
          <p:spPr>
            <a:xfrm>
              <a:off x="1014324" y="334908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6" name="Rectangle 8805">
              <a:extLst>
                <a:ext uri="{FF2B5EF4-FFF2-40B4-BE49-F238E27FC236}">
                  <a16:creationId xmlns:a16="http://schemas.microsoft.com/office/drawing/2014/main" id="{A9219F0D-EC63-6B23-9AEE-AA6F1F2AB8BB}"/>
                </a:ext>
              </a:extLst>
            </p:cNvPr>
            <p:cNvSpPr/>
            <p:nvPr/>
          </p:nvSpPr>
          <p:spPr>
            <a:xfrm>
              <a:off x="1014324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" name="Rectangle 8806">
              <a:extLst>
                <a:ext uri="{FF2B5EF4-FFF2-40B4-BE49-F238E27FC236}">
                  <a16:creationId xmlns:a16="http://schemas.microsoft.com/office/drawing/2014/main" id="{DE429324-9ED9-8299-DFFF-D7B9EB71B729}"/>
                </a:ext>
              </a:extLst>
            </p:cNvPr>
            <p:cNvSpPr/>
            <p:nvPr/>
          </p:nvSpPr>
          <p:spPr>
            <a:xfrm>
              <a:off x="1014324" y="3430619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8" name="Rectangle 8807">
              <a:extLst>
                <a:ext uri="{FF2B5EF4-FFF2-40B4-BE49-F238E27FC236}">
                  <a16:creationId xmlns:a16="http://schemas.microsoft.com/office/drawing/2014/main" id="{30F2D63B-A0B5-9B45-6BB5-A4FA17A2E43C}"/>
                </a:ext>
              </a:extLst>
            </p:cNvPr>
            <p:cNvSpPr/>
            <p:nvPr/>
          </p:nvSpPr>
          <p:spPr>
            <a:xfrm>
              <a:off x="1014324" y="3471386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9" name="Rectangle 8808">
              <a:extLst>
                <a:ext uri="{FF2B5EF4-FFF2-40B4-BE49-F238E27FC236}">
                  <a16:creationId xmlns:a16="http://schemas.microsoft.com/office/drawing/2014/main" id="{FC36F4D7-F543-3FC9-4AF8-B87481F565BA}"/>
                </a:ext>
              </a:extLst>
            </p:cNvPr>
            <p:cNvSpPr/>
            <p:nvPr/>
          </p:nvSpPr>
          <p:spPr>
            <a:xfrm>
              <a:off x="1014324" y="351215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" name="Rectangle 8809">
              <a:extLst>
                <a:ext uri="{FF2B5EF4-FFF2-40B4-BE49-F238E27FC236}">
                  <a16:creationId xmlns:a16="http://schemas.microsoft.com/office/drawing/2014/main" id="{E3A82B05-3786-ED20-FF99-D7743DBED646}"/>
                </a:ext>
              </a:extLst>
            </p:cNvPr>
            <p:cNvSpPr/>
            <p:nvPr/>
          </p:nvSpPr>
          <p:spPr>
            <a:xfrm>
              <a:off x="1014324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1" name="Rectangle 8810">
              <a:extLst>
                <a:ext uri="{FF2B5EF4-FFF2-40B4-BE49-F238E27FC236}">
                  <a16:creationId xmlns:a16="http://schemas.microsoft.com/office/drawing/2014/main" id="{4CB91B97-45A2-8662-D71A-973D7635E923}"/>
                </a:ext>
              </a:extLst>
            </p:cNvPr>
            <p:cNvSpPr/>
            <p:nvPr/>
          </p:nvSpPr>
          <p:spPr>
            <a:xfrm>
              <a:off x="1014324" y="359368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2" name="Rectangle 8811">
              <a:extLst>
                <a:ext uri="{FF2B5EF4-FFF2-40B4-BE49-F238E27FC236}">
                  <a16:creationId xmlns:a16="http://schemas.microsoft.com/office/drawing/2014/main" id="{9F128CC2-C15D-8190-D080-DD80E8549134}"/>
                </a:ext>
              </a:extLst>
            </p:cNvPr>
            <p:cNvSpPr/>
            <p:nvPr/>
          </p:nvSpPr>
          <p:spPr>
            <a:xfrm>
              <a:off x="1014324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3" name="Rectangle 8812">
              <a:extLst>
                <a:ext uri="{FF2B5EF4-FFF2-40B4-BE49-F238E27FC236}">
                  <a16:creationId xmlns:a16="http://schemas.microsoft.com/office/drawing/2014/main" id="{9200A8F2-A845-620E-6CE3-364C9817C64C}"/>
                </a:ext>
              </a:extLst>
            </p:cNvPr>
            <p:cNvSpPr/>
            <p:nvPr/>
          </p:nvSpPr>
          <p:spPr>
            <a:xfrm>
              <a:off x="1014324" y="367522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4" name="Rectangle 8813">
              <a:extLst>
                <a:ext uri="{FF2B5EF4-FFF2-40B4-BE49-F238E27FC236}">
                  <a16:creationId xmlns:a16="http://schemas.microsoft.com/office/drawing/2014/main" id="{B27190A3-9FC6-2286-DA5C-350726159F45}"/>
                </a:ext>
              </a:extLst>
            </p:cNvPr>
            <p:cNvSpPr/>
            <p:nvPr/>
          </p:nvSpPr>
          <p:spPr>
            <a:xfrm>
              <a:off x="1014324" y="37159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5" name="Rectangle 8814">
              <a:extLst>
                <a:ext uri="{FF2B5EF4-FFF2-40B4-BE49-F238E27FC236}">
                  <a16:creationId xmlns:a16="http://schemas.microsoft.com/office/drawing/2014/main" id="{DB9E13BA-7C65-2821-40E9-65DC850A47B3}"/>
                </a:ext>
              </a:extLst>
            </p:cNvPr>
            <p:cNvSpPr/>
            <p:nvPr/>
          </p:nvSpPr>
          <p:spPr>
            <a:xfrm>
              <a:off x="1014324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6" name="Rectangle 8815">
              <a:extLst>
                <a:ext uri="{FF2B5EF4-FFF2-40B4-BE49-F238E27FC236}">
                  <a16:creationId xmlns:a16="http://schemas.microsoft.com/office/drawing/2014/main" id="{B4E07491-CF70-185C-63CB-2BE9F6D0C51A}"/>
                </a:ext>
              </a:extLst>
            </p:cNvPr>
            <p:cNvSpPr/>
            <p:nvPr/>
          </p:nvSpPr>
          <p:spPr>
            <a:xfrm>
              <a:off x="1014324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7" name="Rectangle 8816">
              <a:extLst>
                <a:ext uri="{FF2B5EF4-FFF2-40B4-BE49-F238E27FC236}">
                  <a16:creationId xmlns:a16="http://schemas.microsoft.com/office/drawing/2014/main" id="{CC62F504-B1FA-B60D-1A5C-87710F02F654}"/>
                </a:ext>
              </a:extLst>
            </p:cNvPr>
            <p:cNvSpPr/>
            <p:nvPr/>
          </p:nvSpPr>
          <p:spPr>
            <a:xfrm>
              <a:off x="1014324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8" name="Rectangle 8817">
              <a:extLst>
                <a:ext uri="{FF2B5EF4-FFF2-40B4-BE49-F238E27FC236}">
                  <a16:creationId xmlns:a16="http://schemas.microsoft.com/office/drawing/2014/main" id="{B3E24211-EEE0-A58B-EA89-8947846EB042}"/>
                </a:ext>
              </a:extLst>
            </p:cNvPr>
            <p:cNvSpPr/>
            <p:nvPr/>
          </p:nvSpPr>
          <p:spPr>
            <a:xfrm>
              <a:off x="1014324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9" name="Rectangle 8818">
              <a:extLst>
                <a:ext uri="{FF2B5EF4-FFF2-40B4-BE49-F238E27FC236}">
                  <a16:creationId xmlns:a16="http://schemas.microsoft.com/office/drawing/2014/main" id="{30569A8D-6BAD-68E2-1B3D-79E86EBAD506}"/>
                </a:ext>
              </a:extLst>
            </p:cNvPr>
            <p:cNvSpPr/>
            <p:nvPr/>
          </p:nvSpPr>
          <p:spPr>
            <a:xfrm>
              <a:off x="1014324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0" name="Rectangle 8819">
              <a:extLst>
                <a:ext uri="{FF2B5EF4-FFF2-40B4-BE49-F238E27FC236}">
                  <a16:creationId xmlns:a16="http://schemas.microsoft.com/office/drawing/2014/main" id="{46D7C9CE-17BB-487A-90A8-2E724EDA32F6}"/>
                </a:ext>
              </a:extLst>
            </p:cNvPr>
            <p:cNvSpPr/>
            <p:nvPr/>
          </p:nvSpPr>
          <p:spPr>
            <a:xfrm>
              <a:off x="1014324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1" name="Rectangle 8820">
              <a:extLst>
                <a:ext uri="{FF2B5EF4-FFF2-40B4-BE49-F238E27FC236}">
                  <a16:creationId xmlns:a16="http://schemas.microsoft.com/office/drawing/2014/main" id="{472E3445-E5B0-3700-A082-6109A20BA090}"/>
                </a:ext>
              </a:extLst>
            </p:cNvPr>
            <p:cNvSpPr/>
            <p:nvPr/>
          </p:nvSpPr>
          <p:spPr>
            <a:xfrm>
              <a:off x="1014324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2" name="Rectangle 8821">
              <a:extLst>
                <a:ext uri="{FF2B5EF4-FFF2-40B4-BE49-F238E27FC236}">
                  <a16:creationId xmlns:a16="http://schemas.microsoft.com/office/drawing/2014/main" id="{B1C2DA6B-3267-FDA2-1226-721D080057DF}"/>
                </a:ext>
              </a:extLst>
            </p:cNvPr>
            <p:cNvSpPr/>
            <p:nvPr/>
          </p:nvSpPr>
          <p:spPr>
            <a:xfrm>
              <a:off x="1014324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3" name="Rectangle 8822">
              <a:extLst>
                <a:ext uri="{FF2B5EF4-FFF2-40B4-BE49-F238E27FC236}">
                  <a16:creationId xmlns:a16="http://schemas.microsoft.com/office/drawing/2014/main" id="{10527329-04BF-9F50-D023-740C7C554D41}"/>
                </a:ext>
              </a:extLst>
            </p:cNvPr>
            <p:cNvSpPr/>
            <p:nvPr/>
          </p:nvSpPr>
          <p:spPr>
            <a:xfrm>
              <a:off x="1014324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4" name="Rectangle 8823">
              <a:extLst>
                <a:ext uri="{FF2B5EF4-FFF2-40B4-BE49-F238E27FC236}">
                  <a16:creationId xmlns:a16="http://schemas.microsoft.com/office/drawing/2014/main" id="{B91D07C8-F13F-1E1C-DC46-FE9C6AF0E45A}"/>
                </a:ext>
              </a:extLst>
            </p:cNvPr>
            <p:cNvSpPr/>
            <p:nvPr/>
          </p:nvSpPr>
          <p:spPr>
            <a:xfrm>
              <a:off x="1014324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5" name="Rectangle 8824">
              <a:extLst>
                <a:ext uri="{FF2B5EF4-FFF2-40B4-BE49-F238E27FC236}">
                  <a16:creationId xmlns:a16="http://schemas.microsoft.com/office/drawing/2014/main" id="{5426C431-5BB6-BD78-30FD-890F9D517493}"/>
                </a:ext>
              </a:extLst>
            </p:cNvPr>
            <p:cNvSpPr/>
            <p:nvPr/>
          </p:nvSpPr>
          <p:spPr>
            <a:xfrm>
              <a:off x="1014324" y="4164552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6" name="Rectangle 8825">
              <a:extLst>
                <a:ext uri="{FF2B5EF4-FFF2-40B4-BE49-F238E27FC236}">
                  <a16:creationId xmlns:a16="http://schemas.microsoft.com/office/drawing/2014/main" id="{97ED1AA3-7DA7-FA3D-EE53-170F08B23F70}"/>
                </a:ext>
              </a:extLst>
            </p:cNvPr>
            <p:cNvSpPr/>
            <p:nvPr/>
          </p:nvSpPr>
          <p:spPr>
            <a:xfrm>
              <a:off x="1014324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7" name="Rectangle 8826">
              <a:extLst>
                <a:ext uri="{FF2B5EF4-FFF2-40B4-BE49-F238E27FC236}">
                  <a16:creationId xmlns:a16="http://schemas.microsoft.com/office/drawing/2014/main" id="{1123CACD-49ED-6BFE-E118-A055B41331CD}"/>
                </a:ext>
              </a:extLst>
            </p:cNvPr>
            <p:cNvSpPr/>
            <p:nvPr/>
          </p:nvSpPr>
          <p:spPr>
            <a:xfrm>
              <a:off x="1014324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8" name="Rectangle 8827">
              <a:extLst>
                <a:ext uri="{FF2B5EF4-FFF2-40B4-BE49-F238E27FC236}">
                  <a16:creationId xmlns:a16="http://schemas.microsoft.com/office/drawing/2014/main" id="{CFBEE10F-564F-F28A-02D6-39E73722E52C}"/>
                </a:ext>
              </a:extLst>
            </p:cNvPr>
            <p:cNvSpPr/>
            <p:nvPr/>
          </p:nvSpPr>
          <p:spPr>
            <a:xfrm>
              <a:off x="1014324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9" name="Rectangle 8828">
              <a:extLst>
                <a:ext uri="{FF2B5EF4-FFF2-40B4-BE49-F238E27FC236}">
                  <a16:creationId xmlns:a16="http://schemas.microsoft.com/office/drawing/2014/main" id="{E8BC0B68-7C54-94FF-5ABC-C05FAFCAF2D2}"/>
                </a:ext>
              </a:extLst>
            </p:cNvPr>
            <p:cNvSpPr/>
            <p:nvPr/>
          </p:nvSpPr>
          <p:spPr>
            <a:xfrm>
              <a:off x="1014324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0" name="Rectangle 8829">
              <a:extLst>
                <a:ext uri="{FF2B5EF4-FFF2-40B4-BE49-F238E27FC236}">
                  <a16:creationId xmlns:a16="http://schemas.microsoft.com/office/drawing/2014/main" id="{8FC6CDA6-6B74-659C-5437-49B0F5E6F409}"/>
                </a:ext>
              </a:extLst>
            </p:cNvPr>
            <p:cNvSpPr/>
            <p:nvPr/>
          </p:nvSpPr>
          <p:spPr>
            <a:xfrm>
              <a:off x="1014324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1" name="Rectangle 8830">
              <a:extLst>
                <a:ext uri="{FF2B5EF4-FFF2-40B4-BE49-F238E27FC236}">
                  <a16:creationId xmlns:a16="http://schemas.microsoft.com/office/drawing/2014/main" id="{A1FF5F33-5955-8D71-AED7-D6C029BB7731}"/>
                </a:ext>
              </a:extLst>
            </p:cNvPr>
            <p:cNvSpPr/>
            <p:nvPr/>
          </p:nvSpPr>
          <p:spPr>
            <a:xfrm>
              <a:off x="1014324" y="440928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2" name="Rectangle 8831">
              <a:extLst>
                <a:ext uri="{FF2B5EF4-FFF2-40B4-BE49-F238E27FC236}">
                  <a16:creationId xmlns:a16="http://schemas.microsoft.com/office/drawing/2014/main" id="{6B65619F-E219-C2AC-8681-681F59A13385}"/>
                </a:ext>
              </a:extLst>
            </p:cNvPr>
            <p:cNvSpPr/>
            <p:nvPr/>
          </p:nvSpPr>
          <p:spPr>
            <a:xfrm>
              <a:off x="1014324" y="445004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3" name="Rectangle 8832">
              <a:extLst>
                <a:ext uri="{FF2B5EF4-FFF2-40B4-BE49-F238E27FC236}">
                  <a16:creationId xmlns:a16="http://schemas.microsoft.com/office/drawing/2014/main" id="{B22C392E-B129-D35E-ECC1-10A67AD81A14}"/>
                </a:ext>
              </a:extLst>
            </p:cNvPr>
            <p:cNvSpPr/>
            <p:nvPr/>
          </p:nvSpPr>
          <p:spPr>
            <a:xfrm>
              <a:off x="1014324" y="449081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4" name="Rectangle 8833">
              <a:extLst>
                <a:ext uri="{FF2B5EF4-FFF2-40B4-BE49-F238E27FC236}">
                  <a16:creationId xmlns:a16="http://schemas.microsoft.com/office/drawing/2014/main" id="{808A4CE0-3DFB-A472-2DDA-10C0C932F37F}"/>
                </a:ext>
              </a:extLst>
            </p:cNvPr>
            <p:cNvSpPr/>
            <p:nvPr/>
          </p:nvSpPr>
          <p:spPr>
            <a:xfrm>
              <a:off x="1014324" y="45315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5" name="Rectangle 8834">
              <a:extLst>
                <a:ext uri="{FF2B5EF4-FFF2-40B4-BE49-F238E27FC236}">
                  <a16:creationId xmlns:a16="http://schemas.microsoft.com/office/drawing/2014/main" id="{4A5FB252-0BC4-BC70-7552-7229BA4F1190}"/>
                </a:ext>
              </a:extLst>
            </p:cNvPr>
            <p:cNvSpPr/>
            <p:nvPr/>
          </p:nvSpPr>
          <p:spPr>
            <a:xfrm>
              <a:off x="1014324" y="45723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6" name="Rectangle 8835">
              <a:extLst>
                <a:ext uri="{FF2B5EF4-FFF2-40B4-BE49-F238E27FC236}">
                  <a16:creationId xmlns:a16="http://schemas.microsoft.com/office/drawing/2014/main" id="{ECD9AE0C-2447-1961-B70C-CCFD27D0CE82}"/>
                </a:ext>
              </a:extLst>
            </p:cNvPr>
            <p:cNvSpPr/>
            <p:nvPr/>
          </p:nvSpPr>
          <p:spPr>
            <a:xfrm>
              <a:off x="1014324" y="46131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7" name="Rectangle 8836">
              <a:extLst>
                <a:ext uri="{FF2B5EF4-FFF2-40B4-BE49-F238E27FC236}">
                  <a16:creationId xmlns:a16="http://schemas.microsoft.com/office/drawing/2014/main" id="{9EC624F8-2CF9-0EF6-3486-F3442B3E6DB5}"/>
                </a:ext>
              </a:extLst>
            </p:cNvPr>
            <p:cNvSpPr/>
            <p:nvPr/>
          </p:nvSpPr>
          <p:spPr>
            <a:xfrm>
              <a:off x="1014324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8" name="Rectangle 8837">
              <a:extLst>
                <a:ext uri="{FF2B5EF4-FFF2-40B4-BE49-F238E27FC236}">
                  <a16:creationId xmlns:a16="http://schemas.microsoft.com/office/drawing/2014/main" id="{6969A92E-2678-34BA-2227-863F0843D9C6}"/>
                </a:ext>
              </a:extLst>
            </p:cNvPr>
            <p:cNvSpPr/>
            <p:nvPr/>
          </p:nvSpPr>
          <p:spPr>
            <a:xfrm>
              <a:off x="1014324" y="4694650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9" name="Rectangle 8838">
              <a:extLst>
                <a:ext uri="{FF2B5EF4-FFF2-40B4-BE49-F238E27FC236}">
                  <a16:creationId xmlns:a16="http://schemas.microsoft.com/office/drawing/2014/main" id="{6A61310E-FA1E-7E90-A7C3-5E12B79C62B0}"/>
                </a:ext>
              </a:extLst>
            </p:cNvPr>
            <p:cNvSpPr/>
            <p:nvPr/>
          </p:nvSpPr>
          <p:spPr>
            <a:xfrm>
              <a:off x="1014324" y="47354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0" name="Rectangle 8839">
              <a:extLst>
                <a:ext uri="{FF2B5EF4-FFF2-40B4-BE49-F238E27FC236}">
                  <a16:creationId xmlns:a16="http://schemas.microsoft.com/office/drawing/2014/main" id="{A6336869-CF12-8E86-D295-B76CCE7D510F}"/>
                </a:ext>
              </a:extLst>
            </p:cNvPr>
            <p:cNvSpPr/>
            <p:nvPr/>
          </p:nvSpPr>
          <p:spPr>
            <a:xfrm>
              <a:off x="1014324" y="47761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1" name="Rectangle 8840">
              <a:extLst>
                <a:ext uri="{FF2B5EF4-FFF2-40B4-BE49-F238E27FC236}">
                  <a16:creationId xmlns:a16="http://schemas.microsoft.com/office/drawing/2014/main" id="{E89AE951-01F5-29F8-5BFD-BBE6F90BC86B}"/>
                </a:ext>
              </a:extLst>
            </p:cNvPr>
            <p:cNvSpPr/>
            <p:nvPr/>
          </p:nvSpPr>
          <p:spPr>
            <a:xfrm>
              <a:off x="1133195" y="212569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2" name="Rectangle 8841">
              <a:extLst>
                <a:ext uri="{FF2B5EF4-FFF2-40B4-BE49-F238E27FC236}">
                  <a16:creationId xmlns:a16="http://schemas.microsoft.com/office/drawing/2014/main" id="{B368E6EC-DD25-D998-5C59-317478CAD78A}"/>
                </a:ext>
              </a:extLst>
            </p:cNvPr>
            <p:cNvSpPr/>
            <p:nvPr/>
          </p:nvSpPr>
          <p:spPr>
            <a:xfrm>
              <a:off x="1133195" y="21665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3" name="Rectangle 8842">
              <a:extLst>
                <a:ext uri="{FF2B5EF4-FFF2-40B4-BE49-F238E27FC236}">
                  <a16:creationId xmlns:a16="http://schemas.microsoft.com/office/drawing/2014/main" id="{83F19791-F545-BD85-291E-5445889BD2E9}"/>
                </a:ext>
              </a:extLst>
            </p:cNvPr>
            <p:cNvSpPr/>
            <p:nvPr/>
          </p:nvSpPr>
          <p:spPr>
            <a:xfrm>
              <a:off x="1133195" y="220735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4" name="Rectangle 8843">
              <a:extLst>
                <a:ext uri="{FF2B5EF4-FFF2-40B4-BE49-F238E27FC236}">
                  <a16:creationId xmlns:a16="http://schemas.microsoft.com/office/drawing/2014/main" id="{87DCBB38-1301-A893-9418-02A13A7CAD47}"/>
                </a:ext>
              </a:extLst>
            </p:cNvPr>
            <p:cNvSpPr/>
            <p:nvPr/>
          </p:nvSpPr>
          <p:spPr>
            <a:xfrm>
              <a:off x="1133195" y="224812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5" name="Rectangle 8844">
              <a:extLst>
                <a:ext uri="{FF2B5EF4-FFF2-40B4-BE49-F238E27FC236}">
                  <a16:creationId xmlns:a16="http://schemas.microsoft.com/office/drawing/2014/main" id="{B34B28BF-27D8-250E-528D-BD85D202923E}"/>
                </a:ext>
              </a:extLst>
            </p:cNvPr>
            <p:cNvSpPr/>
            <p:nvPr/>
          </p:nvSpPr>
          <p:spPr>
            <a:xfrm>
              <a:off x="1133195" y="228888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6" name="Rectangle 8845">
              <a:extLst>
                <a:ext uri="{FF2B5EF4-FFF2-40B4-BE49-F238E27FC236}">
                  <a16:creationId xmlns:a16="http://schemas.microsoft.com/office/drawing/2014/main" id="{93628778-7D61-C685-7E4B-1B88D15BBADE}"/>
                </a:ext>
              </a:extLst>
            </p:cNvPr>
            <p:cNvSpPr/>
            <p:nvPr/>
          </p:nvSpPr>
          <p:spPr>
            <a:xfrm>
              <a:off x="1133195" y="232965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7" name="Rectangle 8846">
              <a:extLst>
                <a:ext uri="{FF2B5EF4-FFF2-40B4-BE49-F238E27FC236}">
                  <a16:creationId xmlns:a16="http://schemas.microsoft.com/office/drawing/2014/main" id="{5EF102C1-809E-719D-E4F9-68B8121E6B86}"/>
                </a:ext>
              </a:extLst>
            </p:cNvPr>
            <p:cNvSpPr/>
            <p:nvPr/>
          </p:nvSpPr>
          <p:spPr>
            <a:xfrm>
              <a:off x="1133195" y="2370423"/>
              <a:ext cx="118871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8" name="Rectangle 8847">
              <a:extLst>
                <a:ext uri="{FF2B5EF4-FFF2-40B4-BE49-F238E27FC236}">
                  <a16:creationId xmlns:a16="http://schemas.microsoft.com/office/drawing/2014/main" id="{71345F5A-F014-DC55-CA58-10EF01B40836}"/>
                </a:ext>
              </a:extLst>
            </p:cNvPr>
            <p:cNvSpPr/>
            <p:nvPr/>
          </p:nvSpPr>
          <p:spPr>
            <a:xfrm>
              <a:off x="1133195" y="241119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9" name="Rectangle 8848">
              <a:extLst>
                <a:ext uri="{FF2B5EF4-FFF2-40B4-BE49-F238E27FC236}">
                  <a16:creationId xmlns:a16="http://schemas.microsoft.com/office/drawing/2014/main" id="{6A40C9D4-1477-AF0B-8361-562B37701661}"/>
                </a:ext>
              </a:extLst>
            </p:cNvPr>
            <p:cNvSpPr/>
            <p:nvPr/>
          </p:nvSpPr>
          <p:spPr>
            <a:xfrm>
              <a:off x="1133195" y="245195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0" name="Rectangle 8849">
              <a:extLst>
                <a:ext uri="{FF2B5EF4-FFF2-40B4-BE49-F238E27FC236}">
                  <a16:creationId xmlns:a16="http://schemas.microsoft.com/office/drawing/2014/main" id="{FCA655C1-2436-C955-4BA7-EA38BB1E229B}"/>
                </a:ext>
              </a:extLst>
            </p:cNvPr>
            <p:cNvSpPr/>
            <p:nvPr/>
          </p:nvSpPr>
          <p:spPr>
            <a:xfrm>
              <a:off x="1133195" y="249272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1" name="Rectangle 8850">
              <a:extLst>
                <a:ext uri="{FF2B5EF4-FFF2-40B4-BE49-F238E27FC236}">
                  <a16:creationId xmlns:a16="http://schemas.microsoft.com/office/drawing/2014/main" id="{3BCB6605-BF7E-8A42-12D1-A00166177AEA}"/>
                </a:ext>
              </a:extLst>
            </p:cNvPr>
            <p:cNvSpPr/>
            <p:nvPr/>
          </p:nvSpPr>
          <p:spPr>
            <a:xfrm>
              <a:off x="1133195" y="253349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2" name="Rectangle 8851">
              <a:extLst>
                <a:ext uri="{FF2B5EF4-FFF2-40B4-BE49-F238E27FC236}">
                  <a16:creationId xmlns:a16="http://schemas.microsoft.com/office/drawing/2014/main" id="{0612EEE9-DF89-3E20-5565-B1B1823947F1}"/>
                </a:ext>
              </a:extLst>
            </p:cNvPr>
            <p:cNvSpPr/>
            <p:nvPr/>
          </p:nvSpPr>
          <p:spPr>
            <a:xfrm>
              <a:off x="1133195" y="257425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3" name="Rectangle 8852">
              <a:extLst>
                <a:ext uri="{FF2B5EF4-FFF2-40B4-BE49-F238E27FC236}">
                  <a16:creationId xmlns:a16="http://schemas.microsoft.com/office/drawing/2014/main" id="{E3AD4A26-D66F-B73B-6FBF-54C8F681B8DA}"/>
                </a:ext>
              </a:extLst>
            </p:cNvPr>
            <p:cNvSpPr/>
            <p:nvPr/>
          </p:nvSpPr>
          <p:spPr>
            <a:xfrm>
              <a:off x="1133195" y="261502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4" name="Rectangle 8853">
              <a:extLst>
                <a:ext uri="{FF2B5EF4-FFF2-40B4-BE49-F238E27FC236}">
                  <a16:creationId xmlns:a16="http://schemas.microsoft.com/office/drawing/2014/main" id="{184D1DA7-19F9-4112-5AC5-78209A4E30B0}"/>
                </a:ext>
              </a:extLst>
            </p:cNvPr>
            <p:cNvSpPr/>
            <p:nvPr/>
          </p:nvSpPr>
          <p:spPr>
            <a:xfrm>
              <a:off x="1133195" y="265579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5" name="Rectangle 8854">
              <a:extLst>
                <a:ext uri="{FF2B5EF4-FFF2-40B4-BE49-F238E27FC236}">
                  <a16:creationId xmlns:a16="http://schemas.microsoft.com/office/drawing/2014/main" id="{A59912FD-0181-9BF5-D30C-AE871B33B3D4}"/>
                </a:ext>
              </a:extLst>
            </p:cNvPr>
            <p:cNvSpPr/>
            <p:nvPr/>
          </p:nvSpPr>
          <p:spPr>
            <a:xfrm>
              <a:off x="1133195" y="26966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6" name="Rectangle 8855">
              <a:extLst>
                <a:ext uri="{FF2B5EF4-FFF2-40B4-BE49-F238E27FC236}">
                  <a16:creationId xmlns:a16="http://schemas.microsoft.com/office/drawing/2014/main" id="{D1881F7A-FB59-F391-52C5-EE469972253D}"/>
                </a:ext>
              </a:extLst>
            </p:cNvPr>
            <p:cNvSpPr/>
            <p:nvPr/>
          </p:nvSpPr>
          <p:spPr>
            <a:xfrm>
              <a:off x="1133195" y="273745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7" name="Rectangle 8856">
              <a:extLst>
                <a:ext uri="{FF2B5EF4-FFF2-40B4-BE49-F238E27FC236}">
                  <a16:creationId xmlns:a16="http://schemas.microsoft.com/office/drawing/2014/main" id="{51A55BE8-A53E-043B-62A6-8F2CEA9F7203}"/>
                </a:ext>
              </a:extLst>
            </p:cNvPr>
            <p:cNvSpPr/>
            <p:nvPr/>
          </p:nvSpPr>
          <p:spPr>
            <a:xfrm>
              <a:off x="1133195" y="2778220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8" name="Rectangle 8857">
              <a:extLst>
                <a:ext uri="{FF2B5EF4-FFF2-40B4-BE49-F238E27FC236}">
                  <a16:creationId xmlns:a16="http://schemas.microsoft.com/office/drawing/2014/main" id="{F60DED1B-B013-CBA0-F8A6-38B906E88200}"/>
                </a:ext>
              </a:extLst>
            </p:cNvPr>
            <p:cNvSpPr/>
            <p:nvPr/>
          </p:nvSpPr>
          <p:spPr>
            <a:xfrm>
              <a:off x="1133195" y="2818987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9" name="Rectangle 8858">
              <a:extLst>
                <a:ext uri="{FF2B5EF4-FFF2-40B4-BE49-F238E27FC236}">
                  <a16:creationId xmlns:a16="http://schemas.microsoft.com/office/drawing/2014/main" id="{CA9C2609-1A65-8AA9-85B7-FEF5BE203379}"/>
                </a:ext>
              </a:extLst>
            </p:cNvPr>
            <p:cNvSpPr/>
            <p:nvPr/>
          </p:nvSpPr>
          <p:spPr>
            <a:xfrm>
              <a:off x="1133195" y="285975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0" name="Rectangle 8859">
              <a:extLst>
                <a:ext uri="{FF2B5EF4-FFF2-40B4-BE49-F238E27FC236}">
                  <a16:creationId xmlns:a16="http://schemas.microsoft.com/office/drawing/2014/main" id="{64E513C3-5E00-F918-FF6F-1BF436415A2D}"/>
                </a:ext>
              </a:extLst>
            </p:cNvPr>
            <p:cNvSpPr/>
            <p:nvPr/>
          </p:nvSpPr>
          <p:spPr>
            <a:xfrm>
              <a:off x="1133195" y="290052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1" name="Rectangle 8860">
              <a:extLst>
                <a:ext uri="{FF2B5EF4-FFF2-40B4-BE49-F238E27FC236}">
                  <a16:creationId xmlns:a16="http://schemas.microsoft.com/office/drawing/2014/main" id="{AF6B84D6-45A0-F844-1FE6-74B73D7F45DB}"/>
                </a:ext>
              </a:extLst>
            </p:cNvPr>
            <p:cNvSpPr/>
            <p:nvPr/>
          </p:nvSpPr>
          <p:spPr>
            <a:xfrm>
              <a:off x="1133195" y="294128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2" name="Rectangle 8861">
              <a:extLst>
                <a:ext uri="{FF2B5EF4-FFF2-40B4-BE49-F238E27FC236}">
                  <a16:creationId xmlns:a16="http://schemas.microsoft.com/office/drawing/2014/main" id="{86C34D13-25E6-8D09-4EC1-D066A32D83F9}"/>
                </a:ext>
              </a:extLst>
            </p:cNvPr>
            <p:cNvSpPr/>
            <p:nvPr/>
          </p:nvSpPr>
          <p:spPr>
            <a:xfrm>
              <a:off x="1133195" y="298205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3" name="Rectangle 8862">
              <a:extLst>
                <a:ext uri="{FF2B5EF4-FFF2-40B4-BE49-F238E27FC236}">
                  <a16:creationId xmlns:a16="http://schemas.microsoft.com/office/drawing/2014/main" id="{0F2DED6D-144C-3521-1B75-67FE0E65A8A6}"/>
                </a:ext>
              </a:extLst>
            </p:cNvPr>
            <p:cNvSpPr/>
            <p:nvPr/>
          </p:nvSpPr>
          <p:spPr>
            <a:xfrm>
              <a:off x="1133195" y="302282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4" name="Rectangle 8863">
              <a:extLst>
                <a:ext uri="{FF2B5EF4-FFF2-40B4-BE49-F238E27FC236}">
                  <a16:creationId xmlns:a16="http://schemas.microsoft.com/office/drawing/2014/main" id="{E993FEAC-89D1-A9EF-7FC1-D728CB02BD19}"/>
                </a:ext>
              </a:extLst>
            </p:cNvPr>
            <p:cNvSpPr/>
            <p:nvPr/>
          </p:nvSpPr>
          <p:spPr>
            <a:xfrm>
              <a:off x="1133195" y="3063589"/>
              <a:ext cx="118871" cy="40766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5" name="Rectangle 8864">
              <a:extLst>
                <a:ext uri="{FF2B5EF4-FFF2-40B4-BE49-F238E27FC236}">
                  <a16:creationId xmlns:a16="http://schemas.microsoft.com/office/drawing/2014/main" id="{2DD036C8-B602-83D8-229D-E37C91244EEB}"/>
                </a:ext>
              </a:extLst>
            </p:cNvPr>
            <p:cNvSpPr/>
            <p:nvPr/>
          </p:nvSpPr>
          <p:spPr>
            <a:xfrm>
              <a:off x="1133195" y="310435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6" name="Rectangle 8865">
              <a:extLst>
                <a:ext uri="{FF2B5EF4-FFF2-40B4-BE49-F238E27FC236}">
                  <a16:creationId xmlns:a16="http://schemas.microsoft.com/office/drawing/2014/main" id="{6439BB3A-C91C-6007-DCDF-01295D89267F}"/>
                </a:ext>
              </a:extLst>
            </p:cNvPr>
            <p:cNvSpPr/>
            <p:nvPr/>
          </p:nvSpPr>
          <p:spPr>
            <a:xfrm>
              <a:off x="1133195" y="314512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7" name="Rectangle 8866">
              <a:extLst>
                <a:ext uri="{FF2B5EF4-FFF2-40B4-BE49-F238E27FC236}">
                  <a16:creationId xmlns:a16="http://schemas.microsoft.com/office/drawing/2014/main" id="{54B179A6-8F03-E583-2A2D-3CB87ABE3B8B}"/>
                </a:ext>
              </a:extLst>
            </p:cNvPr>
            <p:cNvSpPr/>
            <p:nvPr/>
          </p:nvSpPr>
          <p:spPr>
            <a:xfrm>
              <a:off x="1133195" y="3185890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8" name="Rectangle 8867">
              <a:extLst>
                <a:ext uri="{FF2B5EF4-FFF2-40B4-BE49-F238E27FC236}">
                  <a16:creationId xmlns:a16="http://schemas.microsoft.com/office/drawing/2014/main" id="{979E9BAF-A32C-309B-1C66-6285ADEB1121}"/>
                </a:ext>
              </a:extLst>
            </p:cNvPr>
            <p:cNvSpPr/>
            <p:nvPr/>
          </p:nvSpPr>
          <p:spPr>
            <a:xfrm>
              <a:off x="1133195" y="322678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9" name="Rectangle 8868">
              <a:extLst>
                <a:ext uri="{FF2B5EF4-FFF2-40B4-BE49-F238E27FC236}">
                  <a16:creationId xmlns:a16="http://schemas.microsoft.com/office/drawing/2014/main" id="{C95445A2-ABC6-F34B-0019-FC1A84BAD6AB}"/>
                </a:ext>
              </a:extLst>
            </p:cNvPr>
            <p:cNvSpPr/>
            <p:nvPr/>
          </p:nvSpPr>
          <p:spPr>
            <a:xfrm>
              <a:off x="1133195" y="326755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0" name="Rectangle 8869">
              <a:extLst>
                <a:ext uri="{FF2B5EF4-FFF2-40B4-BE49-F238E27FC236}">
                  <a16:creationId xmlns:a16="http://schemas.microsoft.com/office/drawing/2014/main" id="{6275A359-0B63-81B9-CD4A-CEC371A36D21}"/>
                </a:ext>
              </a:extLst>
            </p:cNvPr>
            <p:cNvSpPr/>
            <p:nvPr/>
          </p:nvSpPr>
          <p:spPr>
            <a:xfrm>
              <a:off x="1133195" y="330831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1" name="Rectangle 8870">
              <a:extLst>
                <a:ext uri="{FF2B5EF4-FFF2-40B4-BE49-F238E27FC236}">
                  <a16:creationId xmlns:a16="http://schemas.microsoft.com/office/drawing/2014/main" id="{276B9CCB-8AB9-1EA5-5675-4A46C9C0BA14}"/>
                </a:ext>
              </a:extLst>
            </p:cNvPr>
            <p:cNvSpPr/>
            <p:nvPr/>
          </p:nvSpPr>
          <p:spPr>
            <a:xfrm>
              <a:off x="1133195" y="334908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2" name="Rectangle 8871">
              <a:extLst>
                <a:ext uri="{FF2B5EF4-FFF2-40B4-BE49-F238E27FC236}">
                  <a16:creationId xmlns:a16="http://schemas.microsoft.com/office/drawing/2014/main" id="{73919CF4-A66A-D34B-4E54-A75A752349B1}"/>
                </a:ext>
              </a:extLst>
            </p:cNvPr>
            <p:cNvSpPr/>
            <p:nvPr/>
          </p:nvSpPr>
          <p:spPr>
            <a:xfrm>
              <a:off x="1133195" y="338985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3" name="Rectangle 8872">
              <a:extLst>
                <a:ext uri="{FF2B5EF4-FFF2-40B4-BE49-F238E27FC236}">
                  <a16:creationId xmlns:a16="http://schemas.microsoft.com/office/drawing/2014/main" id="{6C1AF9E0-4E2E-4B0E-2652-51212C748DD5}"/>
                </a:ext>
              </a:extLst>
            </p:cNvPr>
            <p:cNvSpPr/>
            <p:nvPr/>
          </p:nvSpPr>
          <p:spPr>
            <a:xfrm>
              <a:off x="1133195" y="343061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4" name="Rectangle 8873">
              <a:extLst>
                <a:ext uri="{FF2B5EF4-FFF2-40B4-BE49-F238E27FC236}">
                  <a16:creationId xmlns:a16="http://schemas.microsoft.com/office/drawing/2014/main" id="{E3CCCDF4-9DC7-9FA9-67E0-C8B7D05F8D87}"/>
                </a:ext>
              </a:extLst>
            </p:cNvPr>
            <p:cNvSpPr/>
            <p:nvPr/>
          </p:nvSpPr>
          <p:spPr>
            <a:xfrm>
              <a:off x="1133195" y="34713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5" name="Rectangle 8874">
              <a:extLst>
                <a:ext uri="{FF2B5EF4-FFF2-40B4-BE49-F238E27FC236}">
                  <a16:creationId xmlns:a16="http://schemas.microsoft.com/office/drawing/2014/main" id="{048E989A-E0A4-2BF2-2908-696C63D79E76}"/>
                </a:ext>
              </a:extLst>
            </p:cNvPr>
            <p:cNvSpPr/>
            <p:nvPr/>
          </p:nvSpPr>
          <p:spPr>
            <a:xfrm>
              <a:off x="1133195" y="351215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6" name="Rectangle 8875">
              <a:extLst>
                <a:ext uri="{FF2B5EF4-FFF2-40B4-BE49-F238E27FC236}">
                  <a16:creationId xmlns:a16="http://schemas.microsoft.com/office/drawing/2014/main" id="{E44721A5-B78F-E1BD-B4CF-1BB451FEB687}"/>
                </a:ext>
              </a:extLst>
            </p:cNvPr>
            <p:cNvSpPr/>
            <p:nvPr/>
          </p:nvSpPr>
          <p:spPr>
            <a:xfrm>
              <a:off x="1133195" y="3552920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7" name="Rectangle 8876">
              <a:extLst>
                <a:ext uri="{FF2B5EF4-FFF2-40B4-BE49-F238E27FC236}">
                  <a16:creationId xmlns:a16="http://schemas.microsoft.com/office/drawing/2014/main" id="{19338424-C06D-224A-AAC6-4D09852AB09E}"/>
                </a:ext>
              </a:extLst>
            </p:cNvPr>
            <p:cNvSpPr/>
            <p:nvPr/>
          </p:nvSpPr>
          <p:spPr>
            <a:xfrm>
              <a:off x="1133195" y="359368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8" name="Rectangle 8877">
              <a:extLst>
                <a:ext uri="{FF2B5EF4-FFF2-40B4-BE49-F238E27FC236}">
                  <a16:creationId xmlns:a16="http://schemas.microsoft.com/office/drawing/2014/main" id="{13D8CC44-2A9C-DAF8-2B83-A79CE9E5871E}"/>
                </a:ext>
              </a:extLst>
            </p:cNvPr>
            <p:cNvSpPr/>
            <p:nvPr/>
          </p:nvSpPr>
          <p:spPr>
            <a:xfrm>
              <a:off x="1133195" y="363445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9" name="Rectangle 8878">
              <a:extLst>
                <a:ext uri="{FF2B5EF4-FFF2-40B4-BE49-F238E27FC236}">
                  <a16:creationId xmlns:a16="http://schemas.microsoft.com/office/drawing/2014/main" id="{FC2F6447-499A-1F6B-9D89-BB0A3A074BA9}"/>
                </a:ext>
              </a:extLst>
            </p:cNvPr>
            <p:cNvSpPr/>
            <p:nvPr/>
          </p:nvSpPr>
          <p:spPr>
            <a:xfrm>
              <a:off x="1133195" y="367522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0" name="Rectangle 8879">
              <a:extLst>
                <a:ext uri="{FF2B5EF4-FFF2-40B4-BE49-F238E27FC236}">
                  <a16:creationId xmlns:a16="http://schemas.microsoft.com/office/drawing/2014/main" id="{FE5C177C-233A-EDF5-F5B3-3E93E62B111E}"/>
                </a:ext>
              </a:extLst>
            </p:cNvPr>
            <p:cNvSpPr/>
            <p:nvPr/>
          </p:nvSpPr>
          <p:spPr>
            <a:xfrm>
              <a:off x="1133195" y="37159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1" name="Rectangle 8880">
              <a:extLst>
                <a:ext uri="{FF2B5EF4-FFF2-40B4-BE49-F238E27FC236}">
                  <a16:creationId xmlns:a16="http://schemas.microsoft.com/office/drawing/2014/main" id="{13E98602-769D-C771-9CA8-5FED0F15E858}"/>
                </a:ext>
              </a:extLst>
            </p:cNvPr>
            <p:cNvSpPr/>
            <p:nvPr/>
          </p:nvSpPr>
          <p:spPr>
            <a:xfrm>
              <a:off x="1133195" y="37568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2" name="Rectangle 8881">
              <a:extLst>
                <a:ext uri="{FF2B5EF4-FFF2-40B4-BE49-F238E27FC236}">
                  <a16:creationId xmlns:a16="http://schemas.microsoft.com/office/drawing/2014/main" id="{83E5B119-16F0-FC44-7E38-D1F3B335E015}"/>
                </a:ext>
              </a:extLst>
            </p:cNvPr>
            <p:cNvSpPr/>
            <p:nvPr/>
          </p:nvSpPr>
          <p:spPr>
            <a:xfrm>
              <a:off x="1133195" y="37976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3" name="Rectangle 8882">
              <a:extLst>
                <a:ext uri="{FF2B5EF4-FFF2-40B4-BE49-F238E27FC236}">
                  <a16:creationId xmlns:a16="http://schemas.microsoft.com/office/drawing/2014/main" id="{98BD1A1A-8A83-EB66-64B2-F8F35E516EEC}"/>
                </a:ext>
              </a:extLst>
            </p:cNvPr>
            <p:cNvSpPr/>
            <p:nvPr/>
          </p:nvSpPr>
          <p:spPr>
            <a:xfrm>
              <a:off x="1133195" y="38384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4" name="Rectangle 8883">
              <a:extLst>
                <a:ext uri="{FF2B5EF4-FFF2-40B4-BE49-F238E27FC236}">
                  <a16:creationId xmlns:a16="http://schemas.microsoft.com/office/drawing/2014/main" id="{1A2972A2-48FB-CE4A-97BB-C7D76C44510F}"/>
                </a:ext>
              </a:extLst>
            </p:cNvPr>
            <p:cNvSpPr/>
            <p:nvPr/>
          </p:nvSpPr>
          <p:spPr>
            <a:xfrm>
              <a:off x="1133195" y="3879183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Rectangle 8884">
              <a:extLst>
                <a:ext uri="{FF2B5EF4-FFF2-40B4-BE49-F238E27FC236}">
                  <a16:creationId xmlns:a16="http://schemas.microsoft.com/office/drawing/2014/main" id="{C51EBDC2-5624-62C8-CA8D-603E0EE5B2E5}"/>
                </a:ext>
              </a:extLst>
            </p:cNvPr>
            <p:cNvSpPr/>
            <p:nvPr/>
          </p:nvSpPr>
          <p:spPr>
            <a:xfrm>
              <a:off x="1133195" y="391995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Rectangle 8885">
              <a:extLst>
                <a:ext uri="{FF2B5EF4-FFF2-40B4-BE49-F238E27FC236}">
                  <a16:creationId xmlns:a16="http://schemas.microsoft.com/office/drawing/2014/main" id="{E459ADE1-68BF-B2F6-4635-E0C7F47A10C8}"/>
                </a:ext>
              </a:extLst>
            </p:cNvPr>
            <p:cNvSpPr/>
            <p:nvPr/>
          </p:nvSpPr>
          <p:spPr>
            <a:xfrm>
              <a:off x="1133195" y="396071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Rectangle 8886">
              <a:extLst>
                <a:ext uri="{FF2B5EF4-FFF2-40B4-BE49-F238E27FC236}">
                  <a16:creationId xmlns:a16="http://schemas.microsoft.com/office/drawing/2014/main" id="{D6551DDC-89A2-D88D-D09F-4125E2418451}"/>
                </a:ext>
              </a:extLst>
            </p:cNvPr>
            <p:cNvSpPr/>
            <p:nvPr/>
          </p:nvSpPr>
          <p:spPr>
            <a:xfrm>
              <a:off x="1133195" y="40014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Rectangle 8887">
              <a:extLst>
                <a:ext uri="{FF2B5EF4-FFF2-40B4-BE49-F238E27FC236}">
                  <a16:creationId xmlns:a16="http://schemas.microsoft.com/office/drawing/2014/main" id="{72695179-C028-F632-DC83-EBD5C1A083F7}"/>
                </a:ext>
              </a:extLst>
            </p:cNvPr>
            <p:cNvSpPr/>
            <p:nvPr/>
          </p:nvSpPr>
          <p:spPr>
            <a:xfrm>
              <a:off x="1133195" y="404225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Rectangle 8888">
              <a:extLst>
                <a:ext uri="{FF2B5EF4-FFF2-40B4-BE49-F238E27FC236}">
                  <a16:creationId xmlns:a16="http://schemas.microsoft.com/office/drawing/2014/main" id="{A60E7614-B78B-617A-B397-402312533504}"/>
                </a:ext>
              </a:extLst>
            </p:cNvPr>
            <p:cNvSpPr/>
            <p:nvPr/>
          </p:nvSpPr>
          <p:spPr>
            <a:xfrm>
              <a:off x="1133195" y="408301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Rectangle 8889">
              <a:extLst>
                <a:ext uri="{FF2B5EF4-FFF2-40B4-BE49-F238E27FC236}">
                  <a16:creationId xmlns:a16="http://schemas.microsoft.com/office/drawing/2014/main" id="{2C379EC6-624E-A4F5-8A4B-C27BAD5BA069}"/>
                </a:ext>
              </a:extLst>
            </p:cNvPr>
            <p:cNvSpPr/>
            <p:nvPr/>
          </p:nvSpPr>
          <p:spPr>
            <a:xfrm>
              <a:off x="1133195" y="412378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Rectangle 8890">
              <a:extLst>
                <a:ext uri="{FF2B5EF4-FFF2-40B4-BE49-F238E27FC236}">
                  <a16:creationId xmlns:a16="http://schemas.microsoft.com/office/drawing/2014/main" id="{19AACC49-9E38-C7A9-6E09-03B5BE8011CB}"/>
                </a:ext>
              </a:extLst>
            </p:cNvPr>
            <p:cNvSpPr/>
            <p:nvPr/>
          </p:nvSpPr>
          <p:spPr>
            <a:xfrm>
              <a:off x="1133195" y="416455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Rectangle 8891">
              <a:extLst>
                <a:ext uri="{FF2B5EF4-FFF2-40B4-BE49-F238E27FC236}">
                  <a16:creationId xmlns:a16="http://schemas.microsoft.com/office/drawing/2014/main" id="{D7BEE56A-09E7-3F1D-4249-9820F3CD85FA}"/>
                </a:ext>
              </a:extLst>
            </p:cNvPr>
            <p:cNvSpPr/>
            <p:nvPr/>
          </p:nvSpPr>
          <p:spPr>
            <a:xfrm>
              <a:off x="1133195" y="420531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Rectangle 8892">
              <a:extLst>
                <a:ext uri="{FF2B5EF4-FFF2-40B4-BE49-F238E27FC236}">
                  <a16:creationId xmlns:a16="http://schemas.microsoft.com/office/drawing/2014/main" id="{F0FA5239-810D-8EAD-55EA-0CF9FE990265}"/>
                </a:ext>
              </a:extLst>
            </p:cNvPr>
            <p:cNvSpPr/>
            <p:nvPr/>
          </p:nvSpPr>
          <p:spPr>
            <a:xfrm>
              <a:off x="1133195" y="424608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Rectangle 8893">
              <a:extLst>
                <a:ext uri="{FF2B5EF4-FFF2-40B4-BE49-F238E27FC236}">
                  <a16:creationId xmlns:a16="http://schemas.microsoft.com/office/drawing/2014/main" id="{6BE69614-D822-84B5-5A49-5A543C507A90}"/>
                </a:ext>
              </a:extLst>
            </p:cNvPr>
            <p:cNvSpPr/>
            <p:nvPr/>
          </p:nvSpPr>
          <p:spPr>
            <a:xfrm>
              <a:off x="1133195" y="428698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Rectangle 8894">
              <a:extLst>
                <a:ext uri="{FF2B5EF4-FFF2-40B4-BE49-F238E27FC236}">
                  <a16:creationId xmlns:a16="http://schemas.microsoft.com/office/drawing/2014/main" id="{B1E86979-DF07-5FB9-8EAA-51BF2F2B1255}"/>
                </a:ext>
              </a:extLst>
            </p:cNvPr>
            <p:cNvSpPr/>
            <p:nvPr/>
          </p:nvSpPr>
          <p:spPr>
            <a:xfrm>
              <a:off x="1133195" y="432774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Rectangle 8895">
              <a:extLst>
                <a:ext uri="{FF2B5EF4-FFF2-40B4-BE49-F238E27FC236}">
                  <a16:creationId xmlns:a16="http://schemas.microsoft.com/office/drawing/2014/main" id="{594F7BFA-0251-EE23-4580-292238AF7BF1}"/>
                </a:ext>
              </a:extLst>
            </p:cNvPr>
            <p:cNvSpPr/>
            <p:nvPr/>
          </p:nvSpPr>
          <p:spPr>
            <a:xfrm>
              <a:off x="1133195" y="436851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Rectangle 8896">
              <a:extLst>
                <a:ext uri="{FF2B5EF4-FFF2-40B4-BE49-F238E27FC236}">
                  <a16:creationId xmlns:a16="http://schemas.microsoft.com/office/drawing/2014/main" id="{A260B6D7-5403-8812-2D02-080BEDBBC5AE}"/>
                </a:ext>
              </a:extLst>
            </p:cNvPr>
            <p:cNvSpPr/>
            <p:nvPr/>
          </p:nvSpPr>
          <p:spPr>
            <a:xfrm>
              <a:off x="1133195" y="440928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Rectangle 8897">
              <a:extLst>
                <a:ext uri="{FF2B5EF4-FFF2-40B4-BE49-F238E27FC236}">
                  <a16:creationId xmlns:a16="http://schemas.microsoft.com/office/drawing/2014/main" id="{C5CD42A6-300A-814F-12DD-386134F9F6D4}"/>
                </a:ext>
              </a:extLst>
            </p:cNvPr>
            <p:cNvSpPr/>
            <p:nvPr/>
          </p:nvSpPr>
          <p:spPr>
            <a:xfrm>
              <a:off x="1133195" y="445004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Rectangle 8898">
              <a:extLst>
                <a:ext uri="{FF2B5EF4-FFF2-40B4-BE49-F238E27FC236}">
                  <a16:creationId xmlns:a16="http://schemas.microsoft.com/office/drawing/2014/main" id="{4AD1D18A-24BD-1E7F-F563-838D1C6F27DC}"/>
                </a:ext>
              </a:extLst>
            </p:cNvPr>
            <p:cNvSpPr/>
            <p:nvPr/>
          </p:nvSpPr>
          <p:spPr>
            <a:xfrm>
              <a:off x="1133195" y="449081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Rectangle 8899">
              <a:extLst>
                <a:ext uri="{FF2B5EF4-FFF2-40B4-BE49-F238E27FC236}">
                  <a16:creationId xmlns:a16="http://schemas.microsoft.com/office/drawing/2014/main" id="{CDF5EB5A-3B0F-2BFD-B1B1-B3571F6AEDA3}"/>
                </a:ext>
              </a:extLst>
            </p:cNvPr>
            <p:cNvSpPr/>
            <p:nvPr/>
          </p:nvSpPr>
          <p:spPr>
            <a:xfrm>
              <a:off x="1133195" y="45315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Rectangle 8900">
              <a:extLst>
                <a:ext uri="{FF2B5EF4-FFF2-40B4-BE49-F238E27FC236}">
                  <a16:creationId xmlns:a16="http://schemas.microsoft.com/office/drawing/2014/main" id="{6BC906D5-8C58-3D09-FE8C-E3F4215110FF}"/>
                </a:ext>
              </a:extLst>
            </p:cNvPr>
            <p:cNvSpPr/>
            <p:nvPr/>
          </p:nvSpPr>
          <p:spPr>
            <a:xfrm>
              <a:off x="1133195" y="45723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Rectangle 8901">
              <a:extLst>
                <a:ext uri="{FF2B5EF4-FFF2-40B4-BE49-F238E27FC236}">
                  <a16:creationId xmlns:a16="http://schemas.microsoft.com/office/drawing/2014/main" id="{8A3A37F6-07FA-278F-1704-6DA515B0C144}"/>
                </a:ext>
              </a:extLst>
            </p:cNvPr>
            <p:cNvSpPr/>
            <p:nvPr/>
          </p:nvSpPr>
          <p:spPr>
            <a:xfrm>
              <a:off x="1133195" y="46131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Rectangle 8902">
              <a:extLst>
                <a:ext uri="{FF2B5EF4-FFF2-40B4-BE49-F238E27FC236}">
                  <a16:creationId xmlns:a16="http://schemas.microsoft.com/office/drawing/2014/main" id="{D2489824-10D3-590D-DF69-2D59FD9D53D0}"/>
                </a:ext>
              </a:extLst>
            </p:cNvPr>
            <p:cNvSpPr/>
            <p:nvPr/>
          </p:nvSpPr>
          <p:spPr>
            <a:xfrm>
              <a:off x="1133195" y="465388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Rectangle 8903">
              <a:extLst>
                <a:ext uri="{FF2B5EF4-FFF2-40B4-BE49-F238E27FC236}">
                  <a16:creationId xmlns:a16="http://schemas.microsoft.com/office/drawing/2014/main" id="{D5B7DDDF-6F37-97CE-EE0D-818B77BE1FAB}"/>
                </a:ext>
              </a:extLst>
            </p:cNvPr>
            <p:cNvSpPr/>
            <p:nvPr/>
          </p:nvSpPr>
          <p:spPr>
            <a:xfrm>
              <a:off x="1133195" y="469465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Rectangle 8904">
              <a:extLst>
                <a:ext uri="{FF2B5EF4-FFF2-40B4-BE49-F238E27FC236}">
                  <a16:creationId xmlns:a16="http://schemas.microsoft.com/office/drawing/2014/main" id="{C29A36DF-1DE2-C25F-5706-D0C2A4DBA90C}"/>
                </a:ext>
              </a:extLst>
            </p:cNvPr>
            <p:cNvSpPr/>
            <p:nvPr/>
          </p:nvSpPr>
          <p:spPr>
            <a:xfrm>
              <a:off x="1133195" y="473541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Rectangle 8905">
              <a:extLst>
                <a:ext uri="{FF2B5EF4-FFF2-40B4-BE49-F238E27FC236}">
                  <a16:creationId xmlns:a16="http://schemas.microsoft.com/office/drawing/2014/main" id="{CA7C1D7A-18F7-8EDB-B941-0E223EC5CC1A}"/>
                </a:ext>
              </a:extLst>
            </p:cNvPr>
            <p:cNvSpPr/>
            <p:nvPr/>
          </p:nvSpPr>
          <p:spPr>
            <a:xfrm>
              <a:off x="1133195" y="47761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Rectangle 8906">
              <a:extLst>
                <a:ext uri="{FF2B5EF4-FFF2-40B4-BE49-F238E27FC236}">
                  <a16:creationId xmlns:a16="http://schemas.microsoft.com/office/drawing/2014/main" id="{760B5BE4-FD56-C798-8CD2-C72CB3AE6B8C}"/>
                </a:ext>
              </a:extLst>
            </p:cNvPr>
            <p:cNvSpPr/>
            <p:nvPr/>
          </p:nvSpPr>
          <p:spPr>
            <a:xfrm>
              <a:off x="1251941" y="212569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Rectangle 8907">
              <a:extLst>
                <a:ext uri="{FF2B5EF4-FFF2-40B4-BE49-F238E27FC236}">
                  <a16:creationId xmlns:a16="http://schemas.microsoft.com/office/drawing/2014/main" id="{BB50277B-B38F-8E1D-9CC2-A023BAF63C76}"/>
                </a:ext>
              </a:extLst>
            </p:cNvPr>
            <p:cNvSpPr/>
            <p:nvPr/>
          </p:nvSpPr>
          <p:spPr>
            <a:xfrm>
              <a:off x="1251941" y="21665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Rectangle 8908">
              <a:extLst>
                <a:ext uri="{FF2B5EF4-FFF2-40B4-BE49-F238E27FC236}">
                  <a16:creationId xmlns:a16="http://schemas.microsoft.com/office/drawing/2014/main" id="{30FBF58E-EF41-74D2-4B09-94608202822B}"/>
                </a:ext>
              </a:extLst>
            </p:cNvPr>
            <p:cNvSpPr/>
            <p:nvPr/>
          </p:nvSpPr>
          <p:spPr>
            <a:xfrm>
              <a:off x="1251941" y="220735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Rectangle 8909">
              <a:extLst>
                <a:ext uri="{FF2B5EF4-FFF2-40B4-BE49-F238E27FC236}">
                  <a16:creationId xmlns:a16="http://schemas.microsoft.com/office/drawing/2014/main" id="{BFA6FB44-3547-55EF-0920-F8667EE4442F}"/>
                </a:ext>
              </a:extLst>
            </p:cNvPr>
            <p:cNvSpPr/>
            <p:nvPr/>
          </p:nvSpPr>
          <p:spPr>
            <a:xfrm>
              <a:off x="1251941" y="224812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Rectangle 8910">
              <a:extLst>
                <a:ext uri="{FF2B5EF4-FFF2-40B4-BE49-F238E27FC236}">
                  <a16:creationId xmlns:a16="http://schemas.microsoft.com/office/drawing/2014/main" id="{D5E7D657-6DF0-09D2-5A62-970371495AA4}"/>
                </a:ext>
              </a:extLst>
            </p:cNvPr>
            <p:cNvSpPr/>
            <p:nvPr/>
          </p:nvSpPr>
          <p:spPr>
            <a:xfrm>
              <a:off x="1251941" y="228888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Rectangle 8911">
              <a:extLst>
                <a:ext uri="{FF2B5EF4-FFF2-40B4-BE49-F238E27FC236}">
                  <a16:creationId xmlns:a16="http://schemas.microsoft.com/office/drawing/2014/main" id="{9D895BAD-938C-7B49-3F76-2F053EFAEDB1}"/>
                </a:ext>
              </a:extLst>
            </p:cNvPr>
            <p:cNvSpPr/>
            <p:nvPr/>
          </p:nvSpPr>
          <p:spPr>
            <a:xfrm>
              <a:off x="1251941" y="232965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Rectangle 8912">
              <a:extLst>
                <a:ext uri="{FF2B5EF4-FFF2-40B4-BE49-F238E27FC236}">
                  <a16:creationId xmlns:a16="http://schemas.microsoft.com/office/drawing/2014/main" id="{5692CD1B-FF4B-F67E-62C6-7960BBAEF945}"/>
                </a:ext>
              </a:extLst>
            </p:cNvPr>
            <p:cNvSpPr/>
            <p:nvPr/>
          </p:nvSpPr>
          <p:spPr>
            <a:xfrm>
              <a:off x="1251941" y="2370423"/>
              <a:ext cx="118871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Rectangle 8913">
              <a:extLst>
                <a:ext uri="{FF2B5EF4-FFF2-40B4-BE49-F238E27FC236}">
                  <a16:creationId xmlns:a16="http://schemas.microsoft.com/office/drawing/2014/main" id="{9A6E1769-7D63-EB4B-BB1B-917F7D0D1F6E}"/>
                </a:ext>
              </a:extLst>
            </p:cNvPr>
            <p:cNvSpPr/>
            <p:nvPr/>
          </p:nvSpPr>
          <p:spPr>
            <a:xfrm>
              <a:off x="1251941" y="241119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Rectangle 8914">
              <a:extLst>
                <a:ext uri="{FF2B5EF4-FFF2-40B4-BE49-F238E27FC236}">
                  <a16:creationId xmlns:a16="http://schemas.microsoft.com/office/drawing/2014/main" id="{11302997-BB9B-C5D6-4BDC-949A42C80944}"/>
                </a:ext>
              </a:extLst>
            </p:cNvPr>
            <p:cNvSpPr/>
            <p:nvPr/>
          </p:nvSpPr>
          <p:spPr>
            <a:xfrm>
              <a:off x="1251941" y="2451957"/>
              <a:ext cx="118871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Rectangle 8915">
              <a:extLst>
                <a:ext uri="{FF2B5EF4-FFF2-40B4-BE49-F238E27FC236}">
                  <a16:creationId xmlns:a16="http://schemas.microsoft.com/office/drawing/2014/main" id="{923C4C39-1E43-F3D1-CDAA-DB0521D805A1}"/>
                </a:ext>
              </a:extLst>
            </p:cNvPr>
            <p:cNvSpPr/>
            <p:nvPr/>
          </p:nvSpPr>
          <p:spPr>
            <a:xfrm>
              <a:off x="1251941" y="249272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Rectangle 8916">
              <a:extLst>
                <a:ext uri="{FF2B5EF4-FFF2-40B4-BE49-F238E27FC236}">
                  <a16:creationId xmlns:a16="http://schemas.microsoft.com/office/drawing/2014/main" id="{6B53E5BC-7D4E-366D-EDC1-5083FF98E47A}"/>
                </a:ext>
              </a:extLst>
            </p:cNvPr>
            <p:cNvSpPr/>
            <p:nvPr/>
          </p:nvSpPr>
          <p:spPr>
            <a:xfrm>
              <a:off x="1251941" y="253349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Rectangle 8917">
              <a:extLst>
                <a:ext uri="{FF2B5EF4-FFF2-40B4-BE49-F238E27FC236}">
                  <a16:creationId xmlns:a16="http://schemas.microsoft.com/office/drawing/2014/main" id="{DCC1DCD4-C2E1-FF26-D7A5-2AAE72292F49}"/>
                </a:ext>
              </a:extLst>
            </p:cNvPr>
            <p:cNvSpPr/>
            <p:nvPr/>
          </p:nvSpPr>
          <p:spPr>
            <a:xfrm>
              <a:off x="1251941" y="257425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Rectangle 8918">
              <a:extLst>
                <a:ext uri="{FF2B5EF4-FFF2-40B4-BE49-F238E27FC236}">
                  <a16:creationId xmlns:a16="http://schemas.microsoft.com/office/drawing/2014/main" id="{3756A63D-73A7-54B2-4070-7687991D3824}"/>
                </a:ext>
              </a:extLst>
            </p:cNvPr>
            <p:cNvSpPr/>
            <p:nvPr/>
          </p:nvSpPr>
          <p:spPr>
            <a:xfrm>
              <a:off x="1251941" y="261502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Rectangle 8919">
              <a:extLst>
                <a:ext uri="{FF2B5EF4-FFF2-40B4-BE49-F238E27FC236}">
                  <a16:creationId xmlns:a16="http://schemas.microsoft.com/office/drawing/2014/main" id="{7570D127-6103-D5F3-AAB4-886B728DC330}"/>
                </a:ext>
              </a:extLst>
            </p:cNvPr>
            <p:cNvSpPr/>
            <p:nvPr/>
          </p:nvSpPr>
          <p:spPr>
            <a:xfrm>
              <a:off x="1251941" y="265579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Rectangle 8920">
              <a:extLst>
                <a:ext uri="{FF2B5EF4-FFF2-40B4-BE49-F238E27FC236}">
                  <a16:creationId xmlns:a16="http://schemas.microsoft.com/office/drawing/2014/main" id="{3C155C59-0055-422C-9B38-BCE8B808DD97}"/>
                </a:ext>
              </a:extLst>
            </p:cNvPr>
            <p:cNvSpPr/>
            <p:nvPr/>
          </p:nvSpPr>
          <p:spPr>
            <a:xfrm>
              <a:off x="1251941" y="26966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Rectangle 8921">
              <a:extLst>
                <a:ext uri="{FF2B5EF4-FFF2-40B4-BE49-F238E27FC236}">
                  <a16:creationId xmlns:a16="http://schemas.microsoft.com/office/drawing/2014/main" id="{931BA9D8-F731-7F8E-D3C4-31DDBE37A542}"/>
                </a:ext>
              </a:extLst>
            </p:cNvPr>
            <p:cNvSpPr/>
            <p:nvPr/>
          </p:nvSpPr>
          <p:spPr>
            <a:xfrm>
              <a:off x="1251941" y="273745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Rectangle 8922">
              <a:extLst>
                <a:ext uri="{FF2B5EF4-FFF2-40B4-BE49-F238E27FC236}">
                  <a16:creationId xmlns:a16="http://schemas.microsoft.com/office/drawing/2014/main" id="{18EB7499-1E37-DE32-8B13-3026F8FAF393}"/>
                </a:ext>
              </a:extLst>
            </p:cNvPr>
            <p:cNvSpPr/>
            <p:nvPr/>
          </p:nvSpPr>
          <p:spPr>
            <a:xfrm>
              <a:off x="1251941" y="2778220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Rectangle 8923">
              <a:extLst>
                <a:ext uri="{FF2B5EF4-FFF2-40B4-BE49-F238E27FC236}">
                  <a16:creationId xmlns:a16="http://schemas.microsoft.com/office/drawing/2014/main" id="{F132C5DE-E8EA-7345-EBEC-83D18168E07A}"/>
                </a:ext>
              </a:extLst>
            </p:cNvPr>
            <p:cNvSpPr/>
            <p:nvPr/>
          </p:nvSpPr>
          <p:spPr>
            <a:xfrm>
              <a:off x="1251941" y="2818987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Rectangle 8924">
              <a:extLst>
                <a:ext uri="{FF2B5EF4-FFF2-40B4-BE49-F238E27FC236}">
                  <a16:creationId xmlns:a16="http://schemas.microsoft.com/office/drawing/2014/main" id="{8A4A09DC-00E6-9923-8921-FF7DCD67AAFF}"/>
                </a:ext>
              </a:extLst>
            </p:cNvPr>
            <p:cNvSpPr/>
            <p:nvPr/>
          </p:nvSpPr>
          <p:spPr>
            <a:xfrm>
              <a:off x="1251941" y="285975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Rectangle 8925">
              <a:extLst>
                <a:ext uri="{FF2B5EF4-FFF2-40B4-BE49-F238E27FC236}">
                  <a16:creationId xmlns:a16="http://schemas.microsoft.com/office/drawing/2014/main" id="{4A4B17BB-DEE9-C2F3-22F9-A624C6EA27A7}"/>
                </a:ext>
              </a:extLst>
            </p:cNvPr>
            <p:cNvSpPr/>
            <p:nvPr/>
          </p:nvSpPr>
          <p:spPr>
            <a:xfrm>
              <a:off x="1251941" y="290052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Rectangle 8926">
              <a:extLst>
                <a:ext uri="{FF2B5EF4-FFF2-40B4-BE49-F238E27FC236}">
                  <a16:creationId xmlns:a16="http://schemas.microsoft.com/office/drawing/2014/main" id="{C72F04F5-CAB8-0A6E-BC24-825ECA04012C}"/>
                </a:ext>
              </a:extLst>
            </p:cNvPr>
            <p:cNvSpPr/>
            <p:nvPr/>
          </p:nvSpPr>
          <p:spPr>
            <a:xfrm>
              <a:off x="1251941" y="294128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Rectangle 8927">
              <a:extLst>
                <a:ext uri="{FF2B5EF4-FFF2-40B4-BE49-F238E27FC236}">
                  <a16:creationId xmlns:a16="http://schemas.microsoft.com/office/drawing/2014/main" id="{26F26F3A-8A82-7ADD-DFEF-039D3A56CEE6}"/>
                </a:ext>
              </a:extLst>
            </p:cNvPr>
            <p:cNvSpPr/>
            <p:nvPr/>
          </p:nvSpPr>
          <p:spPr>
            <a:xfrm>
              <a:off x="1251941" y="298205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Rectangle 8928">
              <a:extLst>
                <a:ext uri="{FF2B5EF4-FFF2-40B4-BE49-F238E27FC236}">
                  <a16:creationId xmlns:a16="http://schemas.microsoft.com/office/drawing/2014/main" id="{CB89D12A-DF38-89FC-B745-BFD195370178}"/>
                </a:ext>
              </a:extLst>
            </p:cNvPr>
            <p:cNvSpPr/>
            <p:nvPr/>
          </p:nvSpPr>
          <p:spPr>
            <a:xfrm>
              <a:off x="1251941" y="302282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Rectangle 8929">
              <a:extLst>
                <a:ext uri="{FF2B5EF4-FFF2-40B4-BE49-F238E27FC236}">
                  <a16:creationId xmlns:a16="http://schemas.microsoft.com/office/drawing/2014/main" id="{19C03980-D864-D457-2B11-AB7395060BBD}"/>
                </a:ext>
              </a:extLst>
            </p:cNvPr>
            <p:cNvSpPr/>
            <p:nvPr/>
          </p:nvSpPr>
          <p:spPr>
            <a:xfrm>
              <a:off x="1251941" y="306358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Rectangle 8930">
              <a:extLst>
                <a:ext uri="{FF2B5EF4-FFF2-40B4-BE49-F238E27FC236}">
                  <a16:creationId xmlns:a16="http://schemas.microsoft.com/office/drawing/2014/main" id="{8C9BB673-CFEB-FECC-E904-B0E07B5C7212}"/>
                </a:ext>
              </a:extLst>
            </p:cNvPr>
            <p:cNvSpPr/>
            <p:nvPr/>
          </p:nvSpPr>
          <p:spPr>
            <a:xfrm>
              <a:off x="1251941" y="310435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Rectangle 8931">
              <a:extLst>
                <a:ext uri="{FF2B5EF4-FFF2-40B4-BE49-F238E27FC236}">
                  <a16:creationId xmlns:a16="http://schemas.microsoft.com/office/drawing/2014/main" id="{E593C755-DDEA-F145-6BA8-1FADB51C466B}"/>
                </a:ext>
              </a:extLst>
            </p:cNvPr>
            <p:cNvSpPr/>
            <p:nvPr/>
          </p:nvSpPr>
          <p:spPr>
            <a:xfrm>
              <a:off x="1251941" y="314512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Rectangle 8932">
              <a:extLst>
                <a:ext uri="{FF2B5EF4-FFF2-40B4-BE49-F238E27FC236}">
                  <a16:creationId xmlns:a16="http://schemas.microsoft.com/office/drawing/2014/main" id="{731C11F7-7215-41E5-9AF5-8CAF1420544E}"/>
                </a:ext>
              </a:extLst>
            </p:cNvPr>
            <p:cNvSpPr/>
            <p:nvPr/>
          </p:nvSpPr>
          <p:spPr>
            <a:xfrm>
              <a:off x="1251941" y="3185890"/>
              <a:ext cx="118871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Rectangle 8933">
              <a:extLst>
                <a:ext uri="{FF2B5EF4-FFF2-40B4-BE49-F238E27FC236}">
                  <a16:creationId xmlns:a16="http://schemas.microsoft.com/office/drawing/2014/main" id="{0740D2EA-AE4C-6972-8B61-76E4EA04B307}"/>
                </a:ext>
              </a:extLst>
            </p:cNvPr>
            <p:cNvSpPr/>
            <p:nvPr/>
          </p:nvSpPr>
          <p:spPr>
            <a:xfrm>
              <a:off x="1251941" y="322678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Rectangle 8934">
              <a:extLst>
                <a:ext uri="{FF2B5EF4-FFF2-40B4-BE49-F238E27FC236}">
                  <a16:creationId xmlns:a16="http://schemas.microsoft.com/office/drawing/2014/main" id="{F843E05F-E3FD-BCAA-2CDF-B9977156224E}"/>
                </a:ext>
              </a:extLst>
            </p:cNvPr>
            <p:cNvSpPr/>
            <p:nvPr/>
          </p:nvSpPr>
          <p:spPr>
            <a:xfrm>
              <a:off x="1251941" y="3267551"/>
              <a:ext cx="118871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Rectangle 8935">
              <a:extLst>
                <a:ext uri="{FF2B5EF4-FFF2-40B4-BE49-F238E27FC236}">
                  <a16:creationId xmlns:a16="http://schemas.microsoft.com/office/drawing/2014/main" id="{978D3672-A68E-BFE1-3F14-DCD37836432F}"/>
                </a:ext>
              </a:extLst>
            </p:cNvPr>
            <p:cNvSpPr/>
            <p:nvPr/>
          </p:nvSpPr>
          <p:spPr>
            <a:xfrm>
              <a:off x="1251941" y="330831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Rectangle 8936">
              <a:extLst>
                <a:ext uri="{FF2B5EF4-FFF2-40B4-BE49-F238E27FC236}">
                  <a16:creationId xmlns:a16="http://schemas.microsoft.com/office/drawing/2014/main" id="{AF6E9A18-415F-4E64-A4FA-CEFF82633C5E}"/>
                </a:ext>
              </a:extLst>
            </p:cNvPr>
            <p:cNvSpPr/>
            <p:nvPr/>
          </p:nvSpPr>
          <p:spPr>
            <a:xfrm>
              <a:off x="1251941" y="334908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Rectangle 8937">
              <a:extLst>
                <a:ext uri="{FF2B5EF4-FFF2-40B4-BE49-F238E27FC236}">
                  <a16:creationId xmlns:a16="http://schemas.microsoft.com/office/drawing/2014/main" id="{EFEE503C-B417-10CC-786B-F1DF7CEFC1DC}"/>
                </a:ext>
              </a:extLst>
            </p:cNvPr>
            <p:cNvSpPr/>
            <p:nvPr/>
          </p:nvSpPr>
          <p:spPr>
            <a:xfrm>
              <a:off x="1251941" y="338985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Rectangle 8938">
              <a:extLst>
                <a:ext uri="{FF2B5EF4-FFF2-40B4-BE49-F238E27FC236}">
                  <a16:creationId xmlns:a16="http://schemas.microsoft.com/office/drawing/2014/main" id="{C1943003-6E81-FCFA-CD12-3F68ECADBE2E}"/>
                </a:ext>
              </a:extLst>
            </p:cNvPr>
            <p:cNvSpPr/>
            <p:nvPr/>
          </p:nvSpPr>
          <p:spPr>
            <a:xfrm>
              <a:off x="1251941" y="3430619"/>
              <a:ext cx="118871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Rectangle 8939">
              <a:extLst>
                <a:ext uri="{FF2B5EF4-FFF2-40B4-BE49-F238E27FC236}">
                  <a16:creationId xmlns:a16="http://schemas.microsoft.com/office/drawing/2014/main" id="{000C3136-019D-1F7B-F74B-FC9965335CCF}"/>
                </a:ext>
              </a:extLst>
            </p:cNvPr>
            <p:cNvSpPr/>
            <p:nvPr/>
          </p:nvSpPr>
          <p:spPr>
            <a:xfrm>
              <a:off x="1251941" y="34713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Rectangle 8940">
              <a:extLst>
                <a:ext uri="{FF2B5EF4-FFF2-40B4-BE49-F238E27FC236}">
                  <a16:creationId xmlns:a16="http://schemas.microsoft.com/office/drawing/2014/main" id="{74899A0F-6842-B7BC-C0DD-147F338B3B3A}"/>
                </a:ext>
              </a:extLst>
            </p:cNvPr>
            <p:cNvSpPr/>
            <p:nvPr/>
          </p:nvSpPr>
          <p:spPr>
            <a:xfrm>
              <a:off x="1251941" y="3512153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Rectangle 8941">
              <a:extLst>
                <a:ext uri="{FF2B5EF4-FFF2-40B4-BE49-F238E27FC236}">
                  <a16:creationId xmlns:a16="http://schemas.microsoft.com/office/drawing/2014/main" id="{757D0545-4DE1-89AE-02FE-389CE36E181C}"/>
                </a:ext>
              </a:extLst>
            </p:cNvPr>
            <p:cNvSpPr/>
            <p:nvPr/>
          </p:nvSpPr>
          <p:spPr>
            <a:xfrm>
              <a:off x="1251941" y="355292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Rectangle 8942">
              <a:extLst>
                <a:ext uri="{FF2B5EF4-FFF2-40B4-BE49-F238E27FC236}">
                  <a16:creationId xmlns:a16="http://schemas.microsoft.com/office/drawing/2014/main" id="{11B0FAC3-353B-FA44-A493-41DCD17CD92D}"/>
                </a:ext>
              </a:extLst>
            </p:cNvPr>
            <p:cNvSpPr/>
            <p:nvPr/>
          </p:nvSpPr>
          <p:spPr>
            <a:xfrm>
              <a:off x="1251941" y="359368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Rectangle 8943">
              <a:extLst>
                <a:ext uri="{FF2B5EF4-FFF2-40B4-BE49-F238E27FC236}">
                  <a16:creationId xmlns:a16="http://schemas.microsoft.com/office/drawing/2014/main" id="{4DCF153A-BAC0-A0C3-0BF7-FDB99CEC2E47}"/>
                </a:ext>
              </a:extLst>
            </p:cNvPr>
            <p:cNvSpPr/>
            <p:nvPr/>
          </p:nvSpPr>
          <p:spPr>
            <a:xfrm>
              <a:off x="1251941" y="3634454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Rectangle 8944">
              <a:extLst>
                <a:ext uri="{FF2B5EF4-FFF2-40B4-BE49-F238E27FC236}">
                  <a16:creationId xmlns:a16="http://schemas.microsoft.com/office/drawing/2014/main" id="{7D0A432E-A0D4-3AA5-9D8C-C3BA058F4F3C}"/>
                </a:ext>
              </a:extLst>
            </p:cNvPr>
            <p:cNvSpPr/>
            <p:nvPr/>
          </p:nvSpPr>
          <p:spPr>
            <a:xfrm>
              <a:off x="1251941" y="367522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Rectangle 8945">
              <a:extLst>
                <a:ext uri="{FF2B5EF4-FFF2-40B4-BE49-F238E27FC236}">
                  <a16:creationId xmlns:a16="http://schemas.microsoft.com/office/drawing/2014/main" id="{1ECED261-4327-40B1-05D4-F60EBB4F4755}"/>
                </a:ext>
              </a:extLst>
            </p:cNvPr>
            <p:cNvSpPr/>
            <p:nvPr/>
          </p:nvSpPr>
          <p:spPr>
            <a:xfrm>
              <a:off x="1251941" y="37159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Rectangle 8946">
              <a:extLst>
                <a:ext uri="{FF2B5EF4-FFF2-40B4-BE49-F238E27FC236}">
                  <a16:creationId xmlns:a16="http://schemas.microsoft.com/office/drawing/2014/main" id="{D239EE35-3F78-86F6-FE28-84FC00D0596A}"/>
                </a:ext>
              </a:extLst>
            </p:cNvPr>
            <p:cNvSpPr/>
            <p:nvPr/>
          </p:nvSpPr>
          <p:spPr>
            <a:xfrm>
              <a:off x="1251941" y="37568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Rectangle 8947">
              <a:extLst>
                <a:ext uri="{FF2B5EF4-FFF2-40B4-BE49-F238E27FC236}">
                  <a16:creationId xmlns:a16="http://schemas.microsoft.com/office/drawing/2014/main" id="{579BB4F7-5AD3-606F-B8F8-98B65C8CDCE7}"/>
                </a:ext>
              </a:extLst>
            </p:cNvPr>
            <p:cNvSpPr/>
            <p:nvPr/>
          </p:nvSpPr>
          <p:spPr>
            <a:xfrm>
              <a:off x="1251941" y="37976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Rectangle 8948">
              <a:extLst>
                <a:ext uri="{FF2B5EF4-FFF2-40B4-BE49-F238E27FC236}">
                  <a16:creationId xmlns:a16="http://schemas.microsoft.com/office/drawing/2014/main" id="{12F35B46-B409-0EDF-D3BA-2E5F0F528224}"/>
                </a:ext>
              </a:extLst>
            </p:cNvPr>
            <p:cNvSpPr/>
            <p:nvPr/>
          </p:nvSpPr>
          <p:spPr>
            <a:xfrm>
              <a:off x="1251941" y="38384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Rectangle 8949">
              <a:extLst>
                <a:ext uri="{FF2B5EF4-FFF2-40B4-BE49-F238E27FC236}">
                  <a16:creationId xmlns:a16="http://schemas.microsoft.com/office/drawing/2014/main" id="{93700BDF-4703-25C9-3542-78B7A5EA2175}"/>
                </a:ext>
              </a:extLst>
            </p:cNvPr>
            <p:cNvSpPr/>
            <p:nvPr/>
          </p:nvSpPr>
          <p:spPr>
            <a:xfrm>
              <a:off x="1251941" y="387918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Rectangle 8950">
              <a:extLst>
                <a:ext uri="{FF2B5EF4-FFF2-40B4-BE49-F238E27FC236}">
                  <a16:creationId xmlns:a16="http://schemas.microsoft.com/office/drawing/2014/main" id="{9863775B-6E05-7779-417F-394A8CB843B4}"/>
                </a:ext>
              </a:extLst>
            </p:cNvPr>
            <p:cNvSpPr/>
            <p:nvPr/>
          </p:nvSpPr>
          <p:spPr>
            <a:xfrm>
              <a:off x="1251941" y="391995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Rectangle 8951">
              <a:extLst>
                <a:ext uri="{FF2B5EF4-FFF2-40B4-BE49-F238E27FC236}">
                  <a16:creationId xmlns:a16="http://schemas.microsoft.com/office/drawing/2014/main" id="{FDFA23E5-85C3-9353-2DB2-3F33EC5BA603}"/>
                </a:ext>
              </a:extLst>
            </p:cNvPr>
            <p:cNvSpPr/>
            <p:nvPr/>
          </p:nvSpPr>
          <p:spPr>
            <a:xfrm>
              <a:off x="1251941" y="396071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Rectangle 8952">
              <a:extLst>
                <a:ext uri="{FF2B5EF4-FFF2-40B4-BE49-F238E27FC236}">
                  <a16:creationId xmlns:a16="http://schemas.microsoft.com/office/drawing/2014/main" id="{05874710-A789-4503-B951-1A471220C674}"/>
                </a:ext>
              </a:extLst>
            </p:cNvPr>
            <p:cNvSpPr/>
            <p:nvPr/>
          </p:nvSpPr>
          <p:spPr>
            <a:xfrm>
              <a:off x="1251941" y="40014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Rectangle 8953">
              <a:extLst>
                <a:ext uri="{FF2B5EF4-FFF2-40B4-BE49-F238E27FC236}">
                  <a16:creationId xmlns:a16="http://schemas.microsoft.com/office/drawing/2014/main" id="{21EB2BC8-2650-5D02-0997-90506E9AC943}"/>
                </a:ext>
              </a:extLst>
            </p:cNvPr>
            <p:cNvSpPr/>
            <p:nvPr/>
          </p:nvSpPr>
          <p:spPr>
            <a:xfrm>
              <a:off x="1251941" y="404225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Rectangle 8954">
              <a:extLst>
                <a:ext uri="{FF2B5EF4-FFF2-40B4-BE49-F238E27FC236}">
                  <a16:creationId xmlns:a16="http://schemas.microsoft.com/office/drawing/2014/main" id="{7E68CF84-C32A-E2C6-6C8C-513602A3C911}"/>
                </a:ext>
              </a:extLst>
            </p:cNvPr>
            <p:cNvSpPr/>
            <p:nvPr/>
          </p:nvSpPr>
          <p:spPr>
            <a:xfrm>
              <a:off x="1251941" y="408301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Rectangle 8955">
              <a:extLst>
                <a:ext uri="{FF2B5EF4-FFF2-40B4-BE49-F238E27FC236}">
                  <a16:creationId xmlns:a16="http://schemas.microsoft.com/office/drawing/2014/main" id="{58D23448-8197-E130-29A6-015CF1A79EB6}"/>
                </a:ext>
              </a:extLst>
            </p:cNvPr>
            <p:cNvSpPr/>
            <p:nvPr/>
          </p:nvSpPr>
          <p:spPr>
            <a:xfrm>
              <a:off x="1251941" y="412378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Rectangle 8956">
              <a:extLst>
                <a:ext uri="{FF2B5EF4-FFF2-40B4-BE49-F238E27FC236}">
                  <a16:creationId xmlns:a16="http://schemas.microsoft.com/office/drawing/2014/main" id="{226EC611-9E92-389B-078A-637741B0DAC3}"/>
                </a:ext>
              </a:extLst>
            </p:cNvPr>
            <p:cNvSpPr/>
            <p:nvPr/>
          </p:nvSpPr>
          <p:spPr>
            <a:xfrm>
              <a:off x="1251941" y="416455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Rectangle 8957">
              <a:extLst>
                <a:ext uri="{FF2B5EF4-FFF2-40B4-BE49-F238E27FC236}">
                  <a16:creationId xmlns:a16="http://schemas.microsoft.com/office/drawing/2014/main" id="{96FD5100-08F7-B825-5D98-65960DCB0C7E}"/>
                </a:ext>
              </a:extLst>
            </p:cNvPr>
            <p:cNvSpPr/>
            <p:nvPr/>
          </p:nvSpPr>
          <p:spPr>
            <a:xfrm>
              <a:off x="1251941" y="4205319"/>
              <a:ext cx="118871" cy="40767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Rectangle 8958">
              <a:extLst>
                <a:ext uri="{FF2B5EF4-FFF2-40B4-BE49-F238E27FC236}">
                  <a16:creationId xmlns:a16="http://schemas.microsoft.com/office/drawing/2014/main" id="{5F2A8B2E-9B94-C464-544B-3A717B404000}"/>
                </a:ext>
              </a:extLst>
            </p:cNvPr>
            <p:cNvSpPr/>
            <p:nvPr/>
          </p:nvSpPr>
          <p:spPr>
            <a:xfrm>
              <a:off x="1251941" y="424608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Rectangle 8959">
              <a:extLst>
                <a:ext uri="{FF2B5EF4-FFF2-40B4-BE49-F238E27FC236}">
                  <a16:creationId xmlns:a16="http://schemas.microsoft.com/office/drawing/2014/main" id="{BBB11E59-DE37-8EC6-8FB7-C7F385B1070E}"/>
                </a:ext>
              </a:extLst>
            </p:cNvPr>
            <p:cNvSpPr/>
            <p:nvPr/>
          </p:nvSpPr>
          <p:spPr>
            <a:xfrm>
              <a:off x="1251941" y="428698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Rectangle 8960">
              <a:extLst>
                <a:ext uri="{FF2B5EF4-FFF2-40B4-BE49-F238E27FC236}">
                  <a16:creationId xmlns:a16="http://schemas.microsoft.com/office/drawing/2014/main" id="{74539745-DBEF-C53C-0857-5A5D880757A3}"/>
                </a:ext>
              </a:extLst>
            </p:cNvPr>
            <p:cNvSpPr/>
            <p:nvPr/>
          </p:nvSpPr>
          <p:spPr>
            <a:xfrm>
              <a:off x="1251941" y="432774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Rectangle 8961">
              <a:extLst>
                <a:ext uri="{FF2B5EF4-FFF2-40B4-BE49-F238E27FC236}">
                  <a16:creationId xmlns:a16="http://schemas.microsoft.com/office/drawing/2014/main" id="{9AE05CD6-9D15-48F2-93D5-1556A6F8B138}"/>
                </a:ext>
              </a:extLst>
            </p:cNvPr>
            <p:cNvSpPr/>
            <p:nvPr/>
          </p:nvSpPr>
          <p:spPr>
            <a:xfrm>
              <a:off x="1251941" y="436851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Rectangle 8962">
              <a:extLst>
                <a:ext uri="{FF2B5EF4-FFF2-40B4-BE49-F238E27FC236}">
                  <a16:creationId xmlns:a16="http://schemas.microsoft.com/office/drawing/2014/main" id="{B49EAB04-49D2-A1C4-2B31-2D6DCE7FCA4C}"/>
                </a:ext>
              </a:extLst>
            </p:cNvPr>
            <p:cNvSpPr/>
            <p:nvPr/>
          </p:nvSpPr>
          <p:spPr>
            <a:xfrm>
              <a:off x="1251941" y="440928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Rectangle 8963">
              <a:extLst>
                <a:ext uri="{FF2B5EF4-FFF2-40B4-BE49-F238E27FC236}">
                  <a16:creationId xmlns:a16="http://schemas.microsoft.com/office/drawing/2014/main" id="{46BC55A2-9E5D-A1D4-2FAA-F94FD9AE6E5E}"/>
                </a:ext>
              </a:extLst>
            </p:cNvPr>
            <p:cNvSpPr/>
            <p:nvPr/>
          </p:nvSpPr>
          <p:spPr>
            <a:xfrm>
              <a:off x="1251941" y="445004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Rectangle 8964">
              <a:extLst>
                <a:ext uri="{FF2B5EF4-FFF2-40B4-BE49-F238E27FC236}">
                  <a16:creationId xmlns:a16="http://schemas.microsoft.com/office/drawing/2014/main" id="{A632812E-5580-0F77-728C-CD7AA9E343DC}"/>
                </a:ext>
              </a:extLst>
            </p:cNvPr>
            <p:cNvSpPr/>
            <p:nvPr/>
          </p:nvSpPr>
          <p:spPr>
            <a:xfrm>
              <a:off x="1251941" y="449081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Rectangle 8965">
              <a:extLst>
                <a:ext uri="{FF2B5EF4-FFF2-40B4-BE49-F238E27FC236}">
                  <a16:creationId xmlns:a16="http://schemas.microsoft.com/office/drawing/2014/main" id="{BEE8399D-9052-06B4-4947-1F9F210332B4}"/>
                </a:ext>
              </a:extLst>
            </p:cNvPr>
            <p:cNvSpPr/>
            <p:nvPr/>
          </p:nvSpPr>
          <p:spPr>
            <a:xfrm>
              <a:off x="1251941" y="45315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Rectangle 8966">
              <a:extLst>
                <a:ext uri="{FF2B5EF4-FFF2-40B4-BE49-F238E27FC236}">
                  <a16:creationId xmlns:a16="http://schemas.microsoft.com/office/drawing/2014/main" id="{592B1783-0FDB-24D1-5702-3600F387CCB1}"/>
                </a:ext>
              </a:extLst>
            </p:cNvPr>
            <p:cNvSpPr/>
            <p:nvPr/>
          </p:nvSpPr>
          <p:spPr>
            <a:xfrm>
              <a:off x="1251941" y="45723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Rectangle 8967">
              <a:extLst>
                <a:ext uri="{FF2B5EF4-FFF2-40B4-BE49-F238E27FC236}">
                  <a16:creationId xmlns:a16="http://schemas.microsoft.com/office/drawing/2014/main" id="{4FB5EA70-625B-EF34-B97A-CCD92FACDE39}"/>
                </a:ext>
              </a:extLst>
            </p:cNvPr>
            <p:cNvSpPr/>
            <p:nvPr/>
          </p:nvSpPr>
          <p:spPr>
            <a:xfrm>
              <a:off x="1251941" y="46131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Rectangle 8968">
              <a:extLst>
                <a:ext uri="{FF2B5EF4-FFF2-40B4-BE49-F238E27FC236}">
                  <a16:creationId xmlns:a16="http://schemas.microsoft.com/office/drawing/2014/main" id="{37793F15-0AC9-A3ED-EC15-D7C80D87DE95}"/>
                </a:ext>
              </a:extLst>
            </p:cNvPr>
            <p:cNvSpPr/>
            <p:nvPr/>
          </p:nvSpPr>
          <p:spPr>
            <a:xfrm>
              <a:off x="1251941" y="465388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Rectangle 8969">
              <a:extLst>
                <a:ext uri="{FF2B5EF4-FFF2-40B4-BE49-F238E27FC236}">
                  <a16:creationId xmlns:a16="http://schemas.microsoft.com/office/drawing/2014/main" id="{EA74B60C-23B6-952C-15F6-F7E3DF5BEF52}"/>
                </a:ext>
              </a:extLst>
            </p:cNvPr>
            <p:cNvSpPr/>
            <p:nvPr/>
          </p:nvSpPr>
          <p:spPr>
            <a:xfrm>
              <a:off x="1251941" y="469465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Rectangle 8970">
              <a:extLst>
                <a:ext uri="{FF2B5EF4-FFF2-40B4-BE49-F238E27FC236}">
                  <a16:creationId xmlns:a16="http://schemas.microsoft.com/office/drawing/2014/main" id="{0D734C6B-04BA-ABB4-CCBB-7B64F08BAF69}"/>
                </a:ext>
              </a:extLst>
            </p:cNvPr>
            <p:cNvSpPr/>
            <p:nvPr/>
          </p:nvSpPr>
          <p:spPr>
            <a:xfrm>
              <a:off x="1251941" y="4735417"/>
              <a:ext cx="118871" cy="40767"/>
            </a:xfrm>
            <a:prstGeom prst="rect">
              <a:avLst/>
            </a:prstGeom>
            <a:solidFill>
              <a:srgbClr val="F3E6CD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Rectangle 8971">
              <a:extLst>
                <a:ext uri="{FF2B5EF4-FFF2-40B4-BE49-F238E27FC236}">
                  <a16:creationId xmlns:a16="http://schemas.microsoft.com/office/drawing/2014/main" id="{A9DAB867-91E6-7DEB-3013-6F12922D2831}"/>
                </a:ext>
              </a:extLst>
            </p:cNvPr>
            <p:cNvSpPr/>
            <p:nvPr/>
          </p:nvSpPr>
          <p:spPr>
            <a:xfrm>
              <a:off x="1251941" y="47761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Rectangle 8972">
              <a:extLst>
                <a:ext uri="{FF2B5EF4-FFF2-40B4-BE49-F238E27FC236}">
                  <a16:creationId xmlns:a16="http://schemas.microsoft.com/office/drawing/2014/main" id="{839E1058-6A83-341D-F318-D466A9569EDE}"/>
                </a:ext>
              </a:extLst>
            </p:cNvPr>
            <p:cNvSpPr/>
            <p:nvPr/>
          </p:nvSpPr>
          <p:spPr>
            <a:xfrm>
              <a:off x="1370813" y="212569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Rectangle 8973">
              <a:extLst>
                <a:ext uri="{FF2B5EF4-FFF2-40B4-BE49-F238E27FC236}">
                  <a16:creationId xmlns:a16="http://schemas.microsoft.com/office/drawing/2014/main" id="{F74FF9B6-0D4F-8FB2-3254-7E5BB9FD6E94}"/>
                </a:ext>
              </a:extLst>
            </p:cNvPr>
            <p:cNvSpPr/>
            <p:nvPr/>
          </p:nvSpPr>
          <p:spPr>
            <a:xfrm>
              <a:off x="1370813" y="216658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Rectangle 8974">
              <a:extLst>
                <a:ext uri="{FF2B5EF4-FFF2-40B4-BE49-F238E27FC236}">
                  <a16:creationId xmlns:a16="http://schemas.microsoft.com/office/drawing/2014/main" id="{391213A3-3FDD-CFE6-EA40-58FFF3D7DB63}"/>
                </a:ext>
              </a:extLst>
            </p:cNvPr>
            <p:cNvSpPr/>
            <p:nvPr/>
          </p:nvSpPr>
          <p:spPr>
            <a:xfrm>
              <a:off x="1370813" y="220735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Rectangle 8975">
              <a:extLst>
                <a:ext uri="{FF2B5EF4-FFF2-40B4-BE49-F238E27FC236}">
                  <a16:creationId xmlns:a16="http://schemas.microsoft.com/office/drawing/2014/main" id="{2A07BC03-F3E7-2ACA-3C60-37B59A50728D}"/>
                </a:ext>
              </a:extLst>
            </p:cNvPr>
            <p:cNvSpPr/>
            <p:nvPr/>
          </p:nvSpPr>
          <p:spPr>
            <a:xfrm>
              <a:off x="1370813" y="224812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Rectangle 8976">
              <a:extLst>
                <a:ext uri="{FF2B5EF4-FFF2-40B4-BE49-F238E27FC236}">
                  <a16:creationId xmlns:a16="http://schemas.microsoft.com/office/drawing/2014/main" id="{3EE05659-BEEE-73E9-867A-D45DA10C7BAD}"/>
                </a:ext>
              </a:extLst>
            </p:cNvPr>
            <p:cNvSpPr/>
            <p:nvPr/>
          </p:nvSpPr>
          <p:spPr>
            <a:xfrm>
              <a:off x="1370813" y="22888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Rectangle 8977">
              <a:extLst>
                <a:ext uri="{FF2B5EF4-FFF2-40B4-BE49-F238E27FC236}">
                  <a16:creationId xmlns:a16="http://schemas.microsoft.com/office/drawing/2014/main" id="{0D47269F-86D9-55E9-203A-B7E8D8452ED2}"/>
                </a:ext>
              </a:extLst>
            </p:cNvPr>
            <p:cNvSpPr/>
            <p:nvPr/>
          </p:nvSpPr>
          <p:spPr>
            <a:xfrm>
              <a:off x="1370813" y="232965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Rectangle 8978">
              <a:extLst>
                <a:ext uri="{FF2B5EF4-FFF2-40B4-BE49-F238E27FC236}">
                  <a16:creationId xmlns:a16="http://schemas.microsoft.com/office/drawing/2014/main" id="{80BDE9A7-4AE9-734B-6317-3F0BCD2EA71B}"/>
                </a:ext>
              </a:extLst>
            </p:cNvPr>
            <p:cNvSpPr/>
            <p:nvPr/>
          </p:nvSpPr>
          <p:spPr>
            <a:xfrm>
              <a:off x="1370813" y="237042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Rectangle 8979">
              <a:extLst>
                <a:ext uri="{FF2B5EF4-FFF2-40B4-BE49-F238E27FC236}">
                  <a16:creationId xmlns:a16="http://schemas.microsoft.com/office/drawing/2014/main" id="{C56A2CCF-EA49-62E2-1A5E-5DB951C0850F}"/>
                </a:ext>
              </a:extLst>
            </p:cNvPr>
            <p:cNvSpPr/>
            <p:nvPr/>
          </p:nvSpPr>
          <p:spPr>
            <a:xfrm>
              <a:off x="1370813" y="241119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Rectangle 8980">
              <a:extLst>
                <a:ext uri="{FF2B5EF4-FFF2-40B4-BE49-F238E27FC236}">
                  <a16:creationId xmlns:a16="http://schemas.microsoft.com/office/drawing/2014/main" id="{CD773C40-6097-7D73-014F-AE602BAD5E95}"/>
                </a:ext>
              </a:extLst>
            </p:cNvPr>
            <p:cNvSpPr/>
            <p:nvPr/>
          </p:nvSpPr>
          <p:spPr>
            <a:xfrm>
              <a:off x="1370813" y="245195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Rectangle 8981">
              <a:extLst>
                <a:ext uri="{FF2B5EF4-FFF2-40B4-BE49-F238E27FC236}">
                  <a16:creationId xmlns:a16="http://schemas.microsoft.com/office/drawing/2014/main" id="{7DD4C3F0-3423-6068-D23E-DF194E6DA970}"/>
                </a:ext>
              </a:extLst>
            </p:cNvPr>
            <p:cNvSpPr/>
            <p:nvPr/>
          </p:nvSpPr>
          <p:spPr>
            <a:xfrm>
              <a:off x="1370813" y="249272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Rectangle 8982">
              <a:extLst>
                <a:ext uri="{FF2B5EF4-FFF2-40B4-BE49-F238E27FC236}">
                  <a16:creationId xmlns:a16="http://schemas.microsoft.com/office/drawing/2014/main" id="{55886E50-E7AB-3C1B-8EA1-750922E7D9FC}"/>
                </a:ext>
              </a:extLst>
            </p:cNvPr>
            <p:cNvSpPr/>
            <p:nvPr/>
          </p:nvSpPr>
          <p:spPr>
            <a:xfrm>
              <a:off x="1370813" y="253349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Rectangle 8983">
              <a:extLst>
                <a:ext uri="{FF2B5EF4-FFF2-40B4-BE49-F238E27FC236}">
                  <a16:creationId xmlns:a16="http://schemas.microsoft.com/office/drawing/2014/main" id="{BCD29581-EA96-4A7F-D9A0-BF75080D70FD}"/>
                </a:ext>
              </a:extLst>
            </p:cNvPr>
            <p:cNvSpPr/>
            <p:nvPr/>
          </p:nvSpPr>
          <p:spPr>
            <a:xfrm>
              <a:off x="1370813" y="257425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Rectangle 8984">
              <a:extLst>
                <a:ext uri="{FF2B5EF4-FFF2-40B4-BE49-F238E27FC236}">
                  <a16:creationId xmlns:a16="http://schemas.microsoft.com/office/drawing/2014/main" id="{6D5A12D8-D5A3-CE00-DBAB-FAA273BDD2E2}"/>
                </a:ext>
              </a:extLst>
            </p:cNvPr>
            <p:cNvSpPr/>
            <p:nvPr/>
          </p:nvSpPr>
          <p:spPr>
            <a:xfrm>
              <a:off x="1370813" y="261502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Rectangle 8985">
              <a:extLst>
                <a:ext uri="{FF2B5EF4-FFF2-40B4-BE49-F238E27FC236}">
                  <a16:creationId xmlns:a16="http://schemas.microsoft.com/office/drawing/2014/main" id="{E93361E5-D154-7E16-238A-5DBB922AB568}"/>
                </a:ext>
              </a:extLst>
            </p:cNvPr>
            <p:cNvSpPr/>
            <p:nvPr/>
          </p:nvSpPr>
          <p:spPr>
            <a:xfrm>
              <a:off x="1370813" y="265579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Rectangle 8986">
              <a:extLst>
                <a:ext uri="{FF2B5EF4-FFF2-40B4-BE49-F238E27FC236}">
                  <a16:creationId xmlns:a16="http://schemas.microsoft.com/office/drawing/2014/main" id="{7DE6EE82-967A-21DB-CC9A-C347747ED40B}"/>
                </a:ext>
              </a:extLst>
            </p:cNvPr>
            <p:cNvSpPr/>
            <p:nvPr/>
          </p:nvSpPr>
          <p:spPr>
            <a:xfrm>
              <a:off x="1370813" y="26966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Rectangle 8987">
              <a:extLst>
                <a:ext uri="{FF2B5EF4-FFF2-40B4-BE49-F238E27FC236}">
                  <a16:creationId xmlns:a16="http://schemas.microsoft.com/office/drawing/2014/main" id="{56512052-4B2E-ACD8-1BA9-008AF2DCFCB4}"/>
                </a:ext>
              </a:extLst>
            </p:cNvPr>
            <p:cNvSpPr/>
            <p:nvPr/>
          </p:nvSpPr>
          <p:spPr>
            <a:xfrm>
              <a:off x="1370813" y="2737453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Rectangle 8988">
              <a:extLst>
                <a:ext uri="{FF2B5EF4-FFF2-40B4-BE49-F238E27FC236}">
                  <a16:creationId xmlns:a16="http://schemas.microsoft.com/office/drawing/2014/main" id="{8AA7BA4D-7BEC-01A8-7CCD-72D8780550F8}"/>
                </a:ext>
              </a:extLst>
            </p:cNvPr>
            <p:cNvSpPr/>
            <p:nvPr/>
          </p:nvSpPr>
          <p:spPr>
            <a:xfrm>
              <a:off x="1370813" y="277822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Rectangle 8989">
              <a:extLst>
                <a:ext uri="{FF2B5EF4-FFF2-40B4-BE49-F238E27FC236}">
                  <a16:creationId xmlns:a16="http://schemas.microsoft.com/office/drawing/2014/main" id="{04CD5DD4-ED9D-9178-EEE9-44FFC3AB1EDB}"/>
                </a:ext>
              </a:extLst>
            </p:cNvPr>
            <p:cNvSpPr/>
            <p:nvPr/>
          </p:nvSpPr>
          <p:spPr>
            <a:xfrm>
              <a:off x="1370813" y="2818987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Rectangle 8990">
              <a:extLst>
                <a:ext uri="{FF2B5EF4-FFF2-40B4-BE49-F238E27FC236}">
                  <a16:creationId xmlns:a16="http://schemas.microsoft.com/office/drawing/2014/main" id="{B3A763BE-D18F-8000-CD9D-487181CF7A5F}"/>
                </a:ext>
              </a:extLst>
            </p:cNvPr>
            <p:cNvSpPr/>
            <p:nvPr/>
          </p:nvSpPr>
          <p:spPr>
            <a:xfrm>
              <a:off x="1370813" y="285975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Rectangle 8991">
              <a:extLst>
                <a:ext uri="{FF2B5EF4-FFF2-40B4-BE49-F238E27FC236}">
                  <a16:creationId xmlns:a16="http://schemas.microsoft.com/office/drawing/2014/main" id="{7225B1CE-34EE-879B-F2B4-26549DBCEB12}"/>
                </a:ext>
              </a:extLst>
            </p:cNvPr>
            <p:cNvSpPr/>
            <p:nvPr/>
          </p:nvSpPr>
          <p:spPr>
            <a:xfrm>
              <a:off x="1370813" y="290052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Rectangle 8992">
              <a:extLst>
                <a:ext uri="{FF2B5EF4-FFF2-40B4-BE49-F238E27FC236}">
                  <a16:creationId xmlns:a16="http://schemas.microsoft.com/office/drawing/2014/main" id="{AAA1E754-56D0-7F08-B8EC-FBFEC92F0DBC}"/>
                </a:ext>
              </a:extLst>
            </p:cNvPr>
            <p:cNvSpPr/>
            <p:nvPr/>
          </p:nvSpPr>
          <p:spPr>
            <a:xfrm>
              <a:off x="1370813" y="2941288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Rectangle 8993">
              <a:extLst>
                <a:ext uri="{FF2B5EF4-FFF2-40B4-BE49-F238E27FC236}">
                  <a16:creationId xmlns:a16="http://schemas.microsoft.com/office/drawing/2014/main" id="{2EA17247-31DD-AE88-7F44-62C6DC1AB220}"/>
                </a:ext>
              </a:extLst>
            </p:cNvPr>
            <p:cNvSpPr/>
            <p:nvPr/>
          </p:nvSpPr>
          <p:spPr>
            <a:xfrm>
              <a:off x="1370813" y="2982055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Rectangle 8994">
              <a:extLst>
                <a:ext uri="{FF2B5EF4-FFF2-40B4-BE49-F238E27FC236}">
                  <a16:creationId xmlns:a16="http://schemas.microsoft.com/office/drawing/2014/main" id="{19D77336-C11D-0052-D45B-60F49714A5B2}"/>
                </a:ext>
              </a:extLst>
            </p:cNvPr>
            <p:cNvSpPr/>
            <p:nvPr/>
          </p:nvSpPr>
          <p:spPr>
            <a:xfrm>
              <a:off x="1370813" y="302282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Rectangle 8995">
              <a:extLst>
                <a:ext uri="{FF2B5EF4-FFF2-40B4-BE49-F238E27FC236}">
                  <a16:creationId xmlns:a16="http://schemas.microsoft.com/office/drawing/2014/main" id="{21E755AC-3F38-0A88-13B1-BD878280F644}"/>
                </a:ext>
              </a:extLst>
            </p:cNvPr>
            <p:cNvSpPr/>
            <p:nvPr/>
          </p:nvSpPr>
          <p:spPr>
            <a:xfrm>
              <a:off x="1370813" y="306358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Rectangle 8996">
              <a:extLst>
                <a:ext uri="{FF2B5EF4-FFF2-40B4-BE49-F238E27FC236}">
                  <a16:creationId xmlns:a16="http://schemas.microsoft.com/office/drawing/2014/main" id="{B10DE9E7-8379-8EF8-4B55-F69F3C891B7F}"/>
                </a:ext>
              </a:extLst>
            </p:cNvPr>
            <p:cNvSpPr/>
            <p:nvPr/>
          </p:nvSpPr>
          <p:spPr>
            <a:xfrm>
              <a:off x="1370813" y="310435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Rectangle 8997">
              <a:extLst>
                <a:ext uri="{FF2B5EF4-FFF2-40B4-BE49-F238E27FC236}">
                  <a16:creationId xmlns:a16="http://schemas.microsoft.com/office/drawing/2014/main" id="{C6AD90BB-B0F4-00E9-F832-C9366B292828}"/>
                </a:ext>
              </a:extLst>
            </p:cNvPr>
            <p:cNvSpPr/>
            <p:nvPr/>
          </p:nvSpPr>
          <p:spPr>
            <a:xfrm>
              <a:off x="1370813" y="3145123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Rectangle 8998">
              <a:extLst>
                <a:ext uri="{FF2B5EF4-FFF2-40B4-BE49-F238E27FC236}">
                  <a16:creationId xmlns:a16="http://schemas.microsoft.com/office/drawing/2014/main" id="{086A0514-3BEA-3E1F-5423-A594039D8FF8}"/>
                </a:ext>
              </a:extLst>
            </p:cNvPr>
            <p:cNvSpPr/>
            <p:nvPr/>
          </p:nvSpPr>
          <p:spPr>
            <a:xfrm>
              <a:off x="1370813" y="3185890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Rectangle 8999">
              <a:extLst>
                <a:ext uri="{FF2B5EF4-FFF2-40B4-BE49-F238E27FC236}">
                  <a16:creationId xmlns:a16="http://schemas.microsoft.com/office/drawing/2014/main" id="{FE1166D2-D72C-59D3-5166-3F3B1048B543}"/>
                </a:ext>
              </a:extLst>
            </p:cNvPr>
            <p:cNvSpPr/>
            <p:nvPr/>
          </p:nvSpPr>
          <p:spPr>
            <a:xfrm>
              <a:off x="1370813" y="3226784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Rectangle 9000">
              <a:extLst>
                <a:ext uri="{FF2B5EF4-FFF2-40B4-BE49-F238E27FC236}">
                  <a16:creationId xmlns:a16="http://schemas.microsoft.com/office/drawing/2014/main" id="{C47DACB3-C32E-9825-7111-9705091F1B69}"/>
                </a:ext>
              </a:extLst>
            </p:cNvPr>
            <p:cNvSpPr/>
            <p:nvPr/>
          </p:nvSpPr>
          <p:spPr>
            <a:xfrm>
              <a:off x="1370813" y="3267551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Rectangle 9001">
              <a:extLst>
                <a:ext uri="{FF2B5EF4-FFF2-40B4-BE49-F238E27FC236}">
                  <a16:creationId xmlns:a16="http://schemas.microsoft.com/office/drawing/2014/main" id="{5E8153F7-D97C-7FF1-1DE4-35D7B9F5B8CB}"/>
                </a:ext>
              </a:extLst>
            </p:cNvPr>
            <p:cNvSpPr/>
            <p:nvPr/>
          </p:nvSpPr>
          <p:spPr>
            <a:xfrm>
              <a:off x="1370813" y="3308318"/>
              <a:ext cx="118872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Rectangle 9002">
              <a:extLst>
                <a:ext uri="{FF2B5EF4-FFF2-40B4-BE49-F238E27FC236}">
                  <a16:creationId xmlns:a16="http://schemas.microsoft.com/office/drawing/2014/main" id="{B8383655-7522-F418-88EC-4F8E12BB8825}"/>
                </a:ext>
              </a:extLst>
            </p:cNvPr>
            <p:cNvSpPr/>
            <p:nvPr/>
          </p:nvSpPr>
          <p:spPr>
            <a:xfrm>
              <a:off x="1370813" y="3349085"/>
              <a:ext cx="118872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4" name="Rectangle 9003">
              <a:extLst>
                <a:ext uri="{FF2B5EF4-FFF2-40B4-BE49-F238E27FC236}">
                  <a16:creationId xmlns:a16="http://schemas.microsoft.com/office/drawing/2014/main" id="{C342E008-8BB0-CCD6-42F5-548F6A793847}"/>
                </a:ext>
              </a:extLst>
            </p:cNvPr>
            <p:cNvSpPr/>
            <p:nvPr/>
          </p:nvSpPr>
          <p:spPr>
            <a:xfrm>
              <a:off x="1370813" y="3389852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5" name="Rectangle 9004">
              <a:extLst>
                <a:ext uri="{FF2B5EF4-FFF2-40B4-BE49-F238E27FC236}">
                  <a16:creationId xmlns:a16="http://schemas.microsoft.com/office/drawing/2014/main" id="{CF9F6EAC-696C-9B7F-9F72-7C569F0D5E95}"/>
                </a:ext>
              </a:extLst>
            </p:cNvPr>
            <p:cNvSpPr/>
            <p:nvPr/>
          </p:nvSpPr>
          <p:spPr>
            <a:xfrm>
              <a:off x="1370813" y="3430619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6" name="Rectangle 9005">
              <a:extLst>
                <a:ext uri="{FF2B5EF4-FFF2-40B4-BE49-F238E27FC236}">
                  <a16:creationId xmlns:a16="http://schemas.microsoft.com/office/drawing/2014/main" id="{69939E6E-5EBD-CB76-B4CA-AF4B674B423D}"/>
                </a:ext>
              </a:extLst>
            </p:cNvPr>
            <p:cNvSpPr/>
            <p:nvPr/>
          </p:nvSpPr>
          <p:spPr>
            <a:xfrm>
              <a:off x="1370813" y="3471386"/>
              <a:ext cx="118872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7" name="Rectangle 9006">
              <a:extLst>
                <a:ext uri="{FF2B5EF4-FFF2-40B4-BE49-F238E27FC236}">
                  <a16:creationId xmlns:a16="http://schemas.microsoft.com/office/drawing/2014/main" id="{4387FE69-4943-610A-18E3-DFD55B7A2654}"/>
                </a:ext>
              </a:extLst>
            </p:cNvPr>
            <p:cNvSpPr/>
            <p:nvPr/>
          </p:nvSpPr>
          <p:spPr>
            <a:xfrm>
              <a:off x="1370813" y="3512153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8" name="Rectangle 9007">
              <a:extLst>
                <a:ext uri="{FF2B5EF4-FFF2-40B4-BE49-F238E27FC236}">
                  <a16:creationId xmlns:a16="http://schemas.microsoft.com/office/drawing/2014/main" id="{FC73487D-4571-2F35-714E-E55313415434}"/>
                </a:ext>
              </a:extLst>
            </p:cNvPr>
            <p:cNvSpPr/>
            <p:nvPr/>
          </p:nvSpPr>
          <p:spPr>
            <a:xfrm>
              <a:off x="1370813" y="355292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9" name="Rectangle 9008">
              <a:extLst>
                <a:ext uri="{FF2B5EF4-FFF2-40B4-BE49-F238E27FC236}">
                  <a16:creationId xmlns:a16="http://schemas.microsoft.com/office/drawing/2014/main" id="{6F88BDDA-CDD3-CAB0-0054-29B6D1CE048B}"/>
                </a:ext>
              </a:extLst>
            </p:cNvPr>
            <p:cNvSpPr/>
            <p:nvPr/>
          </p:nvSpPr>
          <p:spPr>
            <a:xfrm>
              <a:off x="1370813" y="3593687"/>
              <a:ext cx="118872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0" name="Rectangle 9009">
              <a:extLst>
                <a:ext uri="{FF2B5EF4-FFF2-40B4-BE49-F238E27FC236}">
                  <a16:creationId xmlns:a16="http://schemas.microsoft.com/office/drawing/2014/main" id="{A9997F07-030C-F0ED-E32F-22ACD0D36F34}"/>
                </a:ext>
              </a:extLst>
            </p:cNvPr>
            <p:cNvSpPr/>
            <p:nvPr/>
          </p:nvSpPr>
          <p:spPr>
            <a:xfrm>
              <a:off x="1370813" y="363445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1" name="Rectangle 9010">
              <a:extLst>
                <a:ext uri="{FF2B5EF4-FFF2-40B4-BE49-F238E27FC236}">
                  <a16:creationId xmlns:a16="http://schemas.microsoft.com/office/drawing/2014/main" id="{CD43F4F5-2A1B-EC93-CB98-57301C5467C1}"/>
                </a:ext>
              </a:extLst>
            </p:cNvPr>
            <p:cNvSpPr/>
            <p:nvPr/>
          </p:nvSpPr>
          <p:spPr>
            <a:xfrm>
              <a:off x="1370813" y="367522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2" name="Rectangle 9011">
              <a:extLst>
                <a:ext uri="{FF2B5EF4-FFF2-40B4-BE49-F238E27FC236}">
                  <a16:creationId xmlns:a16="http://schemas.microsoft.com/office/drawing/2014/main" id="{C4468BA5-8344-FA1F-3358-480E34BDCD0F}"/>
                </a:ext>
              </a:extLst>
            </p:cNvPr>
            <p:cNvSpPr/>
            <p:nvPr/>
          </p:nvSpPr>
          <p:spPr>
            <a:xfrm>
              <a:off x="1370813" y="3715988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3" name="Rectangle 9012">
              <a:extLst>
                <a:ext uri="{FF2B5EF4-FFF2-40B4-BE49-F238E27FC236}">
                  <a16:creationId xmlns:a16="http://schemas.microsoft.com/office/drawing/2014/main" id="{C81E9E2F-4B98-5575-0C38-D37D8C44D6DE}"/>
                </a:ext>
              </a:extLst>
            </p:cNvPr>
            <p:cNvSpPr/>
            <p:nvPr/>
          </p:nvSpPr>
          <p:spPr>
            <a:xfrm>
              <a:off x="1370813" y="375688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4" name="Rectangle 9013">
              <a:extLst>
                <a:ext uri="{FF2B5EF4-FFF2-40B4-BE49-F238E27FC236}">
                  <a16:creationId xmlns:a16="http://schemas.microsoft.com/office/drawing/2014/main" id="{C4E04008-3795-2475-1E2D-A506F613783D}"/>
                </a:ext>
              </a:extLst>
            </p:cNvPr>
            <p:cNvSpPr/>
            <p:nvPr/>
          </p:nvSpPr>
          <p:spPr>
            <a:xfrm>
              <a:off x="1370813" y="379764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5" name="Rectangle 9014">
              <a:extLst>
                <a:ext uri="{FF2B5EF4-FFF2-40B4-BE49-F238E27FC236}">
                  <a16:creationId xmlns:a16="http://schemas.microsoft.com/office/drawing/2014/main" id="{9A2ADB02-ED2D-C5CB-9758-EC4B20BBC93E}"/>
                </a:ext>
              </a:extLst>
            </p:cNvPr>
            <p:cNvSpPr/>
            <p:nvPr/>
          </p:nvSpPr>
          <p:spPr>
            <a:xfrm>
              <a:off x="1370813" y="383841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6" name="Rectangle 9015">
              <a:extLst>
                <a:ext uri="{FF2B5EF4-FFF2-40B4-BE49-F238E27FC236}">
                  <a16:creationId xmlns:a16="http://schemas.microsoft.com/office/drawing/2014/main" id="{535B02E1-1D9B-0301-E82F-9BD86E976594}"/>
                </a:ext>
              </a:extLst>
            </p:cNvPr>
            <p:cNvSpPr/>
            <p:nvPr/>
          </p:nvSpPr>
          <p:spPr>
            <a:xfrm>
              <a:off x="1370813" y="38791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7" name="Rectangle 9016">
              <a:extLst>
                <a:ext uri="{FF2B5EF4-FFF2-40B4-BE49-F238E27FC236}">
                  <a16:creationId xmlns:a16="http://schemas.microsoft.com/office/drawing/2014/main" id="{16B5E447-2E7C-2CE7-3FB9-150F578CE3A8}"/>
                </a:ext>
              </a:extLst>
            </p:cNvPr>
            <p:cNvSpPr/>
            <p:nvPr/>
          </p:nvSpPr>
          <p:spPr>
            <a:xfrm>
              <a:off x="1370813" y="391995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8" name="Rectangle 9017">
              <a:extLst>
                <a:ext uri="{FF2B5EF4-FFF2-40B4-BE49-F238E27FC236}">
                  <a16:creationId xmlns:a16="http://schemas.microsoft.com/office/drawing/2014/main" id="{B0464A4D-03A0-E841-0BD7-1091851D5191}"/>
                </a:ext>
              </a:extLst>
            </p:cNvPr>
            <p:cNvSpPr/>
            <p:nvPr/>
          </p:nvSpPr>
          <p:spPr>
            <a:xfrm>
              <a:off x="1370813" y="396071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9" name="Rectangle 9018">
              <a:extLst>
                <a:ext uri="{FF2B5EF4-FFF2-40B4-BE49-F238E27FC236}">
                  <a16:creationId xmlns:a16="http://schemas.microsoft.com/office/drawing/2014/main" id="{56D13A84-7EF0-86C4-DBC6-34D30853BAA4}"/>
                </a:ext>
              </a:extLst>
            </p:cNvPr>
            <p:cNvSpPr/>
            <p:nvPr/>
          </p:nvSpPr>
          <p:spPr>
            <a:xfrm>
              <a:off x="1370813" y="400148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0" name="Rectangle 9019">
              <a:extLst>
                <a:ext uri="{FF2B5EF4-FFF2-40B4-BE49-F238E27FC236}">
                  <a16:creationId xmlns:a16="http://schemas.microsoft.com/office/drawing/2014/main" id="{391BC29D-6A09-2CE7-E69B-DC4EEDB3066D}"/>
                </a:ext>
              </a:extLst>
            </p:cNvPr>
            <p:cNvSpPr/>
            <p:nvPr/>
          </p:nvSpPr>
          <p:spPr>
            <a:xfrm>
              <a:off x="1370813" y="4042251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1" name="Rectangle 9020">
              <a:extLst>
                <a:ext uri="{FF2B5EF4-FFF2-40B4-BE49-F238E27FC236}">
                  <a16:creationId xmlns:a16="http://schemas.microsoft.com/office/drawing/2014/main" id="{6FA62A69-F964-F49F-03A7-5F3DE56C8156}"/>
                </a:ext>
              </a:extLst>
            </p:cNvPr>
            <p:cNvSpPr/>
            <p:nvPr/>
          </p:nvSpPr>
          <p:spPr>
            <a:xfrm>
              <a:off x="1370813" y="4083018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2" name="Rectangle 9021">
              <a:extLst>
                <a:ext uri="{FF2B5EF4-FFF2-40B4-BE49-F238E27FC236}">
                  <a16:creationId xmlns:a16="http://schemas.microsoft.com/office/drawing/2014/main" id="{C1429FFC-7F31-9CDC-5D79-5EE076907C7A}"/>
                </a:ext>
              </a:extLst>
            </p:cNvPr>
            <p:cNvSpPr/>
            <p:nvPr/>
          </p:nvSpPr>
          <p:spPr>
            <a:xfrm>
              <a:off x="1370813" y="4123785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3" name="Rectangle 9022">
              <a:extLst>
                <a:ext uri="{FF2B5EF4-FFF2-40B4-BE49-F238E27FC236}">
                  <a16:creationId xmlns:a16="http://schemas.microsoft.com/office/drawing/2014/main" id="{9316CD76-135E-9E49-0956-9EA46278267E}"/>
                </a:ext>
              </a:extLst>
            </p:cNvPr>
            <p:cNvSpPr/>
            <p:nvPr/>
          </p:nvSpPr>
          <p:spPr>
            <a:xfrm>
              <a:off x="1370813" y="4164552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4" name="Rectangle 9023">
              <a:extLst>
                <a:ext uri="{FF2B5EF4-FFF2-40B4-BE49-F238E27FC236}">
                  <a16:creationId xmlns:a16="http://schemas.microsoft.com/office/drawing/2014/main" id="{C0854B43-8734-A537-A4FF-95476E319766}"/>
                </a:ext>
              </a:extLst>
            </p:cNvPr>
            <p:cNvSpPr/>
            <p:nvPr/>
          </p:nvSpPr>
          <p:spPr>
            <a:xfrm>
              <a:off x="1370813" y="4205319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5" name="Rectangle 9024">
              <a:extLst>
                <a:ext uri="{FF2B5EF4-FFF2-40B4-BE49-F238E27FC236}">
                  <a16:creationId xmlns:a16="http://schemas.microsoft.com/office/drawing/2014/main" id="{0AE423FC-C29B-C605-690E-57979DAC0C8D}"/>
                </a:ext>
              </a:extLst>
            </p:cNvPr>
            <p:cNvSpPr/>
            <p:nvPr/>
          </p:nvSpPr>
          <p:spPr>
            <a:xfrm>
              <a:off x="1370813" y="4246086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6" name="Rectangle 9025">
              <a:extLst>
                <a:ext uri="{FF2B5EF4-FFF2-40B4-BE49-F238E27FC236}">
                  <a16:creationId xmlns:a16="http://schemas.microsoft.com/office/drawing/2014/main" id="{F7D26175-3CD9-7E22-65C2-F01B8EACFCE2}"/>
                </a:ext>
              </a:extLst>
            </p:cNvPr>
            <p:cNvSpPr/>
            <p:nvPr/>
          </p:nvSpPr>
          <p:spPr>
            <a:xfrm>
              <a:off x="1370813" y="4286980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7" name="Rectangle 9026">
              <a:extLst>
                <a:ext uri="{FF2B5EF4-FFF2-40B4-BE49-F238E27FC236}">
                  <a16:creationId xmlns:a16="http://schemas.microsoft.com/office/drawing/2014/main" id="{0F439686-7FB3-CB20-65CF-5E23CFBC9174}"/>
                </a:ext>
              </a:extLst>
            </p:cNvPr>
            <p:cNvSpPr/>
            <p:nvPr/>
          </p:nvSpPr>
          <p:spPr>
            <a:xfrm>
              <a:off x="1370813" y="4327747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8" name="Rectangle 9027">
              <a:extLst>
                <a:ext uri="{FF2B5EF4-FFF2-40B4-BE49-F238E27FC236}">
                  <a16:creationId xmlns:a16="http://schemas.microsoft.com/office/drawing/2014/main" id="{63B965B5-81F1-2480-CA02-791A5DD3B9FD}"/>
                </a:ext>
              </a:extLst>
            </p:cNvPr>
            <p:cNvSpPr/>
            <p:nvPr/>
          </p:nvSpPr>
          <p:spPr>
            <a:xfrm>
              <a:off x="1370813" y="4368514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9" name="Rectangle 9028">
              <a:extLst>
                <a:ext uri="{FF2B5EF4-FFF2-40B4-BE49-F238E27FC236}">
                  <a16:creationId xmlns:a16="http://schemas.microsoft.com/office/drawing/2014/main" id="{74B0BA4D-D25F-B467-2E24-7F005DB60E18}"/>
                </a:ext>
              </a:extLst>
            </p:cNvPr>
            <p:cNvSpPr/>
            <p:nvPr/>
          </p:nvSpPr>
          <p:spPr>
            <a:xfrm>
              <a:off x="1370813" y="4409281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0" name="Rectangle 9029">
              <a:extLst>
                <a:ext uri="{FF2B5EF4-FFF2-40B4-BE49-F238E27FC236}">
                  <a16:creationId xmlns:a16="http://schemas.microsoft.com/office/drawing/2014/main" id="{9D3F37AF-FA8B-91C0-8C69-FDB21CE673E3}"/>
                </a:ext>
              </a:extLst>
            </p:cNvPr>
            <p:cNvSpPr/>
            <p:nvPr/>
          </p:nvSpPr>
          <p:spPr>
            <a:xfrm>
              <a:off x="1370813" y="4450048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1" name="Rectangle 9030">
              <a:extLst>
                <a:ext uri="{FF2B5EF4-FFF2-40B4-BE49-F238E27FC236}">
                  <a16:creationId xmlns:a16="http://schemas.microsoft.com/office/drawing/2014/main" id="{23ACCAD4-8266-7B29-9BA2-BB65A78D15FF}"/>
                </a:ext>
              </a:extLst>
            </p:cNvPr>
            <p:cNvSpPr/>
            <p:nvPr/>
          </p:nvSpPr>
          <p:spPr>
            <a:xfrm>
              <a:off x="1370813" y="4490815"/>
              <a:ext cx="118872" cy="40767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2" name="Rectangle 9031">
              <a:extLst>
                <a:ext uri="{FF2B5EF4-FFF2-40B4-BE49-F238E27FC236}">
                  <a16:creationId xmlns:a16="http://schemas.microsoft.com/office/drawing/2014/main" id="{DF632086-28C3-5B62-4A30-76E3963461B1}"/>
                </a:ext>
              </a:extLst>
            </p:cNvPr>
            <p:cNvSpPr/>
            <p:nvPr/>
          </p:nvSpPr>
          <p:spPr>
            <a:xfrm>
              <a:off x="1370813" y="4531582"/>
              <a:ext cx="118872" cy="40767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3" name="Rectangle 9032">
              <a:extLst>
                <a:ext uri="{FF2B5EF4-FFF2-40B4-BE49-F238E27FC236}">
                  <a16:creationId xmlns:a16="http://schemas.microsoft.com/office/drawing/2014/main" id="{2CD13E06-F443-E11C-7232-7E8F8050E6BB}"/>
                </a:ext>
              </a:extLst>
            </p:cNvPr>
            <p:cNvSpPr/>
            <p:nvPr/>
          </p:nvSpPr>
          <p:spPr>
            <a:xfrm>
              <a:off x="1370813" y="4572349"/>
              <a:ext cx="118872" cy="40767"/>
            </a:xfrm>
            <a:prstGeom prst="rect">
              <a:avLst/>
            </a:prstGeom>
            <a:solidFill>
              <a:srgbClr val="F4E3C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4" name="Rectangle 9033">
              <a:extLst>
                <a:ext uri="{FF2B5EF4-FFF2-40B4-BE49-F238E27FC236}">
                  <a16:creationId xmlns:a16="http://schemas.microsoft.com/office/drawing/2014/main" id="{18C4744D-1333-D0ED-9935-31605757EB21}"/>
                </a:ext>
              </a:extLst>
            </p:cNvPr>
            <p:cNvSpPr/>
            <p:nvPr/>
          </p:nvSpPr>
          <p:spPr>
            <a:xfrm>
              <a:off x="1370813" y="4613116"/>
              <a:ext cx="118872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5" name="Rectangle 9034">
              <a:extLst>
                <a:ext uri="{FF2B5EF4-FFF2-40B4-BE49-F238E27FC236}">
                  <a16:creationId xmlns:a16="http://schemas.microsoft.com/office/drawing/2014/main" id="{D9FA8B0A-B888-9277-A9C9-B9D49CF46415}"/>
                </a:ext>
              </a:extLst>
            </p:cNvPr>
            <p:cNvSpPr/>
            <p:nvPr/>
          </p:nvSpPr>
          <p:spPr>
            <a:xfrm>
              <a:off x="1370813" y="4653883"/>
              <a:ext cx="118872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6" name="Rectangle 9035">
              <a:extLst>
                <a:ext uri="{FF2B5EF4-FFF2-40B4-BE49-F238E27FC236}">
                  <a16:creationId xmlns:a16="http://schemas.microsoft.com/office/drawing/2014/main" id="{C6008F20-116F-B9CB-7F5D-8981650F4D4B}"/>
                </a:ext>
              </a:extLst>
            </p:cNvPr>
            <p:cNvSpPr/>
            <p:nvPr/>
          </p:nvSpPr>
          <p:spPr>
            <a:xfrm>
              <a:off x="1370813" y="4694650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7" name="Rectangle 9036">
              <a:extLst>
                <a:ext uri="{FF2B5EF4-FFF2-40B4-BE49-F238E27FC236}">
                  <a16:creationId xmlns:a16="http://schemas.microsoft.com/office/drawing/2014/main" id="{F4F1E89F-B5DF-B7AB-3DC6-83344FCE2816}"/>
                </a:ext>
              </a:extLst>
            </p:cNvPr>
            <p:cNvSpPr/>
            <p:nvPr/>
          </p:nvSpPr>
          <p:spPr>
            <a:xfrm>
              <a:off x="1370813" y="4735417"/>
              <a:ext cx="118872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8" name="Rectangle 9037">
              <a:extLst>
                <a:ext uri="{FF2B5EF4-FFF2-40B4-BE49-F238E27FC236}">
                  <a16:creationId xmlns:a16="http://schemas.microsoft.com/office/drawing/2014/main" id="{914DEA97-0A75-D053-9F68-5892CAD40C9E}"/>
                </a:ext>
              </a:extLst>
            </p:cNvPr>
            <p:cNvSpPr/>
            <p:nvPr/>
          </p:nvSpPr>
          <p:spPr>
            <a:xfrm>
              <a:off x="1370813" y="4776184"/>
              <a:ext cx="118872" cy="40767"/>
            </a:xfrm>
            <a:prstGeom prst="rect">
              <a:avLst/>
            </a:prstGeom>
            <a:solidFill>
              <a:srgbClr val="F3E8D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9" name="Rectangle 9038">
              <a:extLst>
                <a:ext uri="{FF2B5EF4-FFF2-40B4-BE49-F238E27FC236}">
                  <a16:creationId xmlns:a16="http://schemas.microsoft.com/office/drawing/2014/main" id="{0016C1ED-751C-E84F-AF4B-A61CF99C471C}"/>
                </a:ext>
              </a:extLst>
            </p:cNvPr>
            <p:cNvSpPr/>
            <p:nvPr/>
          </p:nvSpPr>
          <p:spPr>
            <a:xfrm>
              <a:off x="1489558" y="212569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0" name="Rectangle 9039">
              <a:extLst>
                <a:ext uri="{FF2B5EF4-FFF2-40B4-BE49-F238E27FC236}">
                  <a16:creationId xmlns:a16="http://schemas.microsoft.com/office/drawing/2014/main" id="{53E6415C-EABD-192A-D448-492F4390F58C}"/>
                </a:ext>
              </a:extLst>
            </p:cNvPr>
            <p:cNvSpPr/>
            <p:nvPr/>
          </p:nvSpPr>
          <p:spPr>
            <a:xfrm>
              <a:off x="1489558" y="21665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1" name="Rectangle 9040">
              <a:extLst>
                <a:ext uri="{FF2B5EF4-FFF2-40B4-BE49-F238E27FC236}">
                  <a16:creationId xmlns:a16="http://schemas.microsoft.com/office/drawing/2014/main" id="{07D15E12-4C4B-DEC5-B5F1-E6EB23B77ADD}"/>
                </a:ext>
              </a:extLst>
            </p:cNvPr>
            <p:cNvSpPr/>
            <p:nvPr/>
          </p:nvSpPr>
          <p:spPr>
            <a:xfrm>
              <a:off x="1489558" y="2207355"/>
              <a:ext cx="118871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2" name="Rectangle 9041">
              <a:extLst>
                <a:ext uri="{FF2B5EF4-FFF2-40B4-BE49-F238E27FC236}">
                  <a16:creationId xmlns:a16="http://schemas.microsoft.com/office/drawing/2014/main" id="{FC66110B-FF42-872D-1BFF-BEDDA8DC1296}"/>
                </a:ext>
              </a:extLst>
            </p:cNvPr>
            <p:cNvSpPr/>
            <p:nvPr/>
          </p:nvSpPr>
          <p:spPr>
            <a:xfrm>
              <a:off x="1489558" y="2248122"/>
              <a:ext cx="118871" cy="40767"/>
            </a:xfrm>
            <a:prstGeom prst="rect">
              <a:avLst/>
            </a:prstGeom>
            <a:solidFill>
              <a:srgbClr val="F4E1B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3" name="Rectangle 9042">
              <a:extLst>
                <a:ext uri="{FF2B5EF4-FFF2-40B4-BE49-F238E27FC236}">
                  <a16:creationId xmlns:a16="http://schemas.microsoft.com/office/drawing/2014/main" id="{4B2EDD7D-F486-FDAA-574E-4E40F56ACFD8}"/>
                </a:ext>
              </a:extLst>
            </p:cNvPr>
            <p:cNvSpPr/>
            <p:nvPr/>
          </p:nvSpPr>
          <p:spPr>
            <a:xfrm>
              <a:off x="1489558" y="2288889"/>
              <a:ext cx="118871" cy="4076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4" name="Rectangle 9043">
              <a:extLst>
                <a:ext uri="{FF2B5EF4-FFF2-40B4-BE49-F238E27FC236}">
                  <a16:creationId xmlns:a16="http://schemas.microsoft.com/office/drawing/2014/main" id="{EAB6C0C6-7DB5-AE68-C535-06871706028F}"/>
                </a:ext>
              </a:extLst>
            </p:cNvPr>
            <p:cNvSpPr/>
            <p:nvPr/>
          </p:nvSpPr>
          <p:spPr>
            <a:xfrm>
              <a:off x="1489558" y="2329656"/>
              <a:ext cx="118871" cy="40767"/>
            </a:xfrm>
            <a:prstGeom prst="rect">
              <a:avLst/>
            </a:prstGeom>
            <a:solidFill>
              <a:srgbClr val="E200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5" name="Rectangle 9044">
              <a:extLst>
                <a:ext uri="{FF2B5EF4-FFF2-40B4-BE49-F238E27FC236}">
                  <a16:creationId xmlns:a16="http://schemas.microsoft.com/office/drawing/2014/main" id="{C09163CC-4DAE-CA8D-27AB-586B25C0625F}"/>
                </a:ext>
              </a:extLst>
            </p:cNvPr>
            <p:cNvSpPr/>
            <p:nvPr/>
          </p:nvSpPr>
          <p:spPr>
            <a:xfrm>
              <a:off x="1489558" y="2370423"/>
              <a:ext cx="118871" cy="40767"/>
            </a:xfrm>
            <a:prstGeom prst="rect">
              <a:avLst/>
            </a:prstGeom>
            <a:solidFill>
              <a:srgbClr val="FF0E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6" name="Rectangle 9045">
              <a:extLst>
                <a:ext uri="{FF2B5EF4-FFF2-40B4-BE49-F238E27FC236}">
                  <a16:creationId xmlns:a16="http://schemas.microsoft.com/office/drawing/2014/main" id="{C9FD32BE-35DA-61F3-B373-74A6F8FBE5B5}"/>
                </a:ext>
              </a:extLst>
            </p:cNvPr>
            <p:cNvSpPr/>
            <p:nvPr/>
          </p:nvSpPr>
          <p:spPr>
            <a:xfrm>
              <a:off x="1489558" y="2411190"/>
              <a:ext cx="118871" cy="40767"/>
            </a:xfrm>
            <a:prstGeom prst="rect">
              <a:avLst/>
            </a:prstGeom>
            <a:solidFill>
              <a:srgbClr val="FF59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7" name="Rectangle 9046">
              <a:extLst>
                <a:ext uri="{FF2B5EF4-FFF2-40B4-BE49-F238E27FC236}">
                  <a16:creationId xmlns:a16="http://schemas.microsoft.com/office/drawing/2014/main" id="{3DE3C041-721C-0980-109F-4A78E8733525}"/>
                </a:ext>
              </a:extLst>
            </p:cNvPr>
            <p:cNvSpPr/>
            <p:nvPr/>
          </p:nvSpPr>
          <p:spPr>
            <a:xfrm>
              <a:off x="1489558" y="2451957"/>
              <a:ext cx="118871" cy="40767"/>
            </a:xfrm>
            <a:prstGeom prst="rect">
              <a:avLst/>
            </a:prstGeom>
            <a:solidFill>
              <a:srgbClr val="FF72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8" name="Rectangle 9047">
              <a:extLst>
                <a:ext uri="{FF2B5EF4-FFF2-40B4-BE49-F238E27FC236}">
                  <a16:creationId xmlns:a16="http://schemas.microsoft.com/office/drawing/2014/main" id="{01D68060-87D7-5EF0-A13F-9DCA712483C1}"/>
                </a:ext>
              </a:extLst>
            </p:cNvPr>
            <p:cNvSpPr/>
            <p:nvPr/>
          </p:nvSpPr>
          <p:spPr>
            <a:xfrm>
              <a:off x="1489558" y="249272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9" name="Rectangle 9048">
              <a:extLst>
                <a:ext uri="{FF2B5EF4-FFF2-40B4-BE49-F238E27FC236}">
                  <a16:creationId xmlns:a16="http://schemas.microsoft.com/office/drawing/2014/main" id="{8818EC9B-BEF0-7864-D223-1A621B905EC6}"/>
                </a:ext>
              </a:extLst>
            </p:cNvPr>
            <p:cNvSpPr/>
            <p:nvPr/>
          </p:nvSpPr>
          <p:spPr>
            <a:xfrm>
              <a:off x="1489558" y="2533491"/>
              <a:ext cx="118871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0" name="Rectangle 9049">
              <a:extLst>
                <a:ext uri="{FF2B5EF4-FFF2-40B4-BE49-F238E27FC236}">
                  <a16:creationId xmlns:a16="http://schemas.microsoft.com/office/drawing/2014/main" id="{728150B3-F656-E19F-841D-96A0EBA1021F}"/>
                </a:ext>
              </a:extLst>
            </p:cNvPr>
            <p:cNvSpPr/>
            <p:nvPr/>
          </p:nvSpPr>
          <p:spPr>
            <a:xfrm>
              <a:off x="1489558" y="2574258"/>
              <a:ext cx="118871" cy="40767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1" name="Rectangle 9050">
              <a:extLst>
                <a:ext uri="{FF2B5EF4-FFF2-40B4-BE49-F238E27FC236}">
                  <a16:creationId xmlns:a16="http://schemas.microsoft.com/office/drawing/2014/main" id="{9B4A6CE5-B1FC-3332-8BA0-D61611D99AE2}"/>
                </a:ext>
              </a:extLst>
            </p:cNvPr>
            <p:cNvSpPr/>
            <p:nvPr/>
          </p:nvSpPr>
          <p:spPr>
            <a:xfrm>
              <a:off x="1489558" y="2615025"/>
              <a:ext cx="118871" cy="40767"/>
            </a:xfrm>
            <a:prstGeom prst="rect">
              <a:avLst/>
            </a:prstGeom>
            <a:solidFill>
              <a:srgbClr val="FFA4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2" name="Rectangle 9051">
              <a:extLst>
                <a:ext uri="{FF2B5EF4-FFF2-40B4-BE49-F238E27FC236}">
                  <a16:creationId xmlns:a16="http://schemas.microsoft.com/office/drawing/2014/main" id="{CC4FAA31-FAAF-AB28-2165-0769E932DB8F}"/>
                </a:ext>
              </a:extLst>
            </p:cNvPr>
            <p:cNvSpPr/>
            <p:nvPr/>
          </p:nvSpPr>
          <p:spPr>
            <a:xfrm>
              <a:off x="1489558" y="2655792"/>
              <a:ext cx="118871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3" name="Rectangle 9052">
              <a:extLst>
                <a:ext uri="{FF2B5EF4-FFF2-40B4-BE49-F238E27FC236}">
                  <a16:creationId xmlns:a16="http://schemas.microsoft.com/office/drawing/2014/main" id="{FF129B37-A1CB-CB93-13DB-C232B5F3B5BB}"/>
                </a:ext>
              </a:extLst>
            </p:cNvPr>
            <p:cNvSpPr/>
            <p:nvPr/>
          </p:nvSpPr>
          <p:spPr>
            <a:xfrm>
              <a:off x="1489558" y="2696686"/>
              <a:ext cx="118871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4" name="Rectangle 9053">
              <a:extLst>
                <a:ext uri="{FF2B5EF4-FFF2-40B4-BE49-F238E27FC236}">
                  <a16:creationId xmlns:a16="http://schemas.microsoft.com/office/drawing/2014/main" id="{CE3CD482-1CA0-9690-DD67-1592AC1835FA}"/>
                </a:ext>
              </a:extLst>
            </p:cNvPr>
            <p:cNvSpPr/>
            <p:nvPr/>
          </p:nvSpPr>
          <p:spPr>
            <a:xfrm>
              <a:off x="1489558" y="2737453"/>
              <a:ext cx="118871" cy="40766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5" name="Rectangle 9054">
              <a:extLst>
                <a:ext uri="{FF2B5EF4-FFF2-40B4-BE49-F238E27FC236}">
                  <a16:creationId xmlns:a16="http://schemas.microsoft.com/office/drawing/2014/main" id="{2D2AA52D-A84D-72CC-2074-83E1240A9D77}"/>
                </a:ext>
              </a:extLst>
            </p:cNvPr>
            <p:cNvSpPr/>
            <p:nvPr/>
          </p:nvSpPr>
          <p:spPr>
            <a:xfrm>
              <a:off x="1489558" y="2778220"/>
              <a:ext cx="118871" cy="40766"/>
            </a:xfrm>
            <a:prstGeom prst="rect">
              <a:avLst/>
            </a:prstGeom>
            <a:solidFill>
              <a:srgbClr val="F5DFB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6" name="Rectangle 9055">
              <a:extLst>
                <a:ext uri="{FF2B5EF4-FFF2-40B4-BE49-F238E27FC236}">
                  <a16:creationId xmlns:a16="http://schemas.microsoft.com/office/drawing/2014/main" id="{6786379D-817B-63A0-3DEB-864385552161}"/>
                </a:ext>
              </a:extLst>
            </p:cNvPr>
            <p:cNvSpPr/>
            <p:nvPr/>
          </p:nvSpPr>
          <p:spPr>
            <a:xfrm>
              <a:off x="1489558" y="2818987"/>
              <a:ext cx="118871" cy="4076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7" name="Rectangle 9056">
              <a:extLst>
                <a:ext uri="{FF2B5EF4-FFF2-40B4-BE49-F238E27FC236}">
                  <a16:creationId xmlns:a16="http://schemas.microsoft.com/office/drawing/2014/main" id="{2250FB2E-2DCA-8752-DCA7-19804432443E}"/>
                </a:ext>
              </a:extLst>
            </p:cNvPr>
            <p:cNvSpPr/>
            <p:nvPr/>
          </p:nvSpPr>
          <p:spPr>
            <a:xfrm>
              <a:off x="1489558" y="285975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8" name="Rectangle 9057">
              <a:extLst>
                <a:ext uri="{FF2B5EF4-FFF2-40B4-BE49-F238E27FC236}">
                  <a16:creationId xmlns:a16="http://schemas.microsoft.com/office/drawing/2014/main" id="{02A97624-0EDA-7533-A546-515E1CC331FD}"/>
                </a:ext>
              </a:extLst>
            </p:cNvPr>
            <p:cNvSpPr/>
            <p:nvPr/>
          </p:nvSpPr>
          <p:spPr>
            <a:xfrm>
              <a:off x="1489558" y="290052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9" name="Rectangle 9058">
              <a:extLst>
                <a:ext uri="{FF2B5EF4-FFF2-40B4-BE49-F238E27FC236}">
                  <a16:creationId xmlns:a16="http://schemas.microsoft.com/office/drawing/2014/main" id="{3CD64D2C-FEB3-3E0C-D6BE-F3D291591321}"/>
                </a:ext>
              </a:extLst>
            </p:cNvPr>
            <p:cNvSpPr/>
            <p:nvPr/>
          </p:nvSpPr>
          <p:spPr>
            <a:xfrm>
              <a:off x="1489558" y="2941288"/>
              <a:ext cx="118871" cy="40766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0" name="Rectangle 9059">
              <a:extLst>
                <a:ext uri="{FF2B5EF4-FFF2-40B4-BE49-F238E27FC236}">
                  <a16:creationId xmlns:a16="http://schemas.microsoft.com/office/drawing/2014/main" id="{18B2DAD4-C478-FB02-61AD-2AFB79A19C09}"/>
                </a:ext>
              </a:extLst>
            </p:cNvPr>
            <p:cNvSpPr/>
            <p:nvPr/>
          </p:nvSpPr>
          <p:spPr>
            <a:xfrm>
              <a:off x="1489558" y="2982055"/>
              <a:ext cx="118871" cy="40766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1" name="Rectangle 9060">
              <a:extLst>
                <a:ext uri="{FF2B5EF4-FFF2-40B4-BE49-F238E27FC236}">
                  <a16:creationId xmlns:a16="http://schemas.microsoft.com/office/drawing/2014/main" id="{2957BAB7-3528-6C45-26BD-79396E47386C}"/>
                </a:ext>
              </a:extLst>
            </p:cNvPr>
            <p:cNvSpPr/>
            <p:nvPr/>
          </p:nvSpPr>
          <p:spPr>
            <a:xfrm>
              <a:off x="1489558" y="3022822"/>
              <a:ext cx="118871" cy="40766"/>
            </a:xfrm>
            <a:prstGeom prst="rect">
              <a:avLst/>
            </a:prstGeom>
            <a:solidFill>
              <a:srgbClr val="F6D8A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2" name="Rectangle 9061">
              <a:extLst>
                <a:ext uri="{FF2B5EF4-FFF2-40B4-BE49-F238E27FC236}">
                  <a16:creationId xmlns:a16="http://schemas.microsoft.com/office/drawing/2014/main" id="{D139379B-DCDD-458E-CB7C-869258A89DE6}"/>
                </a:ext>
              </a:extLst>
            </p:cNvPr>
            <p:cNvSpPr/>
            <p:nvPr/>
          </p:nvSpPr>
          <p:spPr>
            <a:xfrm>
              <a:off x="1489558" y="3063589"/>
              <a:ext cx="118871" cy="40766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3" name="Rectangle 9062">
              <a:extLst>
                <a:ext uri="{FF2B5EF4-FFF2-40B4-BE49-F238E27FC236}">
                  <a16:creationId xmlns:a16="http://schemas.microsoft.com/office/drawing/2014/main" id="{6BA7D689-9350-E8E4-685B-2407602B39B6}"/>
                </a:ext>
              </a:extLst>
            </p:cNvPr>
            <p:cNvSpPr/>
            <p:nvPr/>
          </p:nvSpPr>
          <p:spPr>
            <a:xfrm>
              <a:off x="1489558" y="3104356"/>
              <a:ext cx="118871" cy="40766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4" name="Rectangle 9063">
              <a:extLst>
                <a:ext uri="{FF2B5EF4-FFF2-40B4-BE49-F238E27FC236}">
                  <a16:creationId xmlns:a16="http://schemas.microsoft.com/office/drawing/2014/main" id="{C9087902-8309-FA24-60C9-CA7E575320A6}"/>
                </a:ext>
              </a:extLst>
            </p:cNvPr>
            <p:cNvSpPr/>
            <p:nvPr/>
          </p:nvSpPr>
          <p:spPr>
            <a:xfrm>
              <a:off x="1489558" y="3145123"/>
              <a:ext cx="118871" cy="40766"/>
            </a:xfrm>
            <a:prstGeom prst="rect">
              <a:avLst/>
            </a:prstGeom>
            <a:solidFill>
              <a:srgbClr val="F5DDB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5" name="Rectangle 9064">
              <a:extLst>
                <a:ext uri="{FF2B5EF4-FFF2-40B4-BE49-F238E27FC236}">
                  <a16:creationId xmlns:a16="http://schemas.microsoft.com/office/drawing/2014/main" id="{365F2934-62CC-0CF4-D09E-DE94A73E7142}"/>
                </a:ext>
              </a:extLst>
            </p:cNvPr>
            <p:cNvSpPr/>
            <p:nvPr/>
          </p:nvSpPr>
          <p:spPr>
            <a:xfrm>
              <a:off x="1489558" y="3185890"/>
              <a:ext cx="118871" cy="4076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6" name="Rectangle 9065">
              <a:extLst>
                <a:ext uri="{FF2B5EF4-FFF2-40B4-BE49-F238E27FC236}">
                  <a16:creationId xmlns:a16="http://schemas.microsoft.com/office/drawing/2014/main" id="{39D46DC3-9549-F464-EF08-BAFEC3C3A307}"/>
                </a:ext>
              </a:extLst>
            </p:cNvPr>
            <p:cNvSpPr/>
            <p:nvPr/>
          </p:nvSpPr>
          <p:spPr>
            <a:xfrm>
              <a:off x="1489558" y="3226784"/>
              <a:ext cx="118871" cy="40766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7" name="Rectangle 9066">
              <a:extLst>
                <a:ext uri="{FF2B5EF4-FFF2-40B4-BE49-F238E27FC236}">
                  <a16:creationId xmlns:a16="http://schemas.microsoft.com/office/drawing/2014/main" id="{4868CA20-82F1-F169-5157-6EEC9C4C0973}"/>
                </a:ext>
              </a:extLst>
            </p:cNvPr>
            <p:cNvSpPr/>
            <p:nvPr/>
          </p:nvSpPr>
          <p:spPr>
            <a:xfrm>
              <a:off x="1489558" y="3267551"/>
              <a:ext cx="118871" cy="40766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8" name="Rectangle 9067">
              <a:extLst>
                <a:ext uri="{FF2B5EF4-FFF2-40B4-BE49-F238E27FC236}">
                  <a16:creationId xmlns:a16="http://schemas.microsoft.com/office/drawing/2014/main" id="{D7C86BAC-F7F3-EF7C-C2CE-60F08E77027A}"/>
                </a:ext>
              </a:extLst>
            </p:cNvPr>
            <p:cNvSpPr/>
            <p:nvPr/>
          </p:nvSpPr>
          <p:spPr>
            <a:xfrm>
              <a:off x="1489558" y="3308318"/>
              <a:ext cx="118871" cy="40766"/>
            </a:xfrm>
            <a:prstGeom prst="rect">
              <a:avLst/>
            </a:prstGeom>
            <a:solidFill>
              <a:srgbClr val="F7D39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9" name="Rectangle 9068">
              <a:extLst>
                <a:ext uri="{FF2B5EF4-FFF2-40B4-BE49-F238E27FC236}">
                  <a16:creationId xmlns:a16="http://schemas.microsoft.com/office/drawing/2014/main" id="{51092939-8B65-CCB3-23FB-7F4997727703}"/>
                </a:ext>
              </a:extLst>
            </p:cNvPr>
            <p:cNvSpPr/>
            <p:nvPr/>
          </p:nvSpPr>
          <p:spPr>
            <a:xfrm>
              <a:off x="1489558" y="3349085"/>
              <a:ext cx="118871" cy="40766"/>
            </a:xfrm>
            <a:prstGeom prst="rect">
              <a:avLst/>
            </a:prstGeom>
            <a:solidFill>
              <a:srgbClr val="F5DAA8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0" name="Rectangle 9069">
              <a:extLst>
                <a:ext uri="{FF2B5EF4-FFF2-40B4-BE49-F238E27FC236}">
                  <a16:creationId xmlns:a16="http://schemas.microsoft.com/office/drawing/2014/main" id="{18D579DF-0643-5960-F606-B26C49662859}"/>
                </a:ext>
              </a:extLst>
            </p:cNvPr>
            <p:cNvSpPr/>
            <p:nvPr/>
          </p:nvSpPr>
          <p:spPr>
            <a:xfrm>
              <a:off x="1489558" y="3389852"/>
              <a:ext cx="118871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1" name="Rectangle 9070">
              <a:extLst>
                <a:ext uri="{FF2B5EF4-FFF2-40B4-BE49-F238E27FC236}">
                  <a16:creationId xmlns:a16="http://schemas.microsoft.com/office/drawing/2014/main" id="{CDC2FA3E-9BEC-AC3F-946B-34DAFDC7391E}"/>
                </a:ext>
              </a:extLst>
            </p:cNvPr>
            <p:cNvSpPr/>
            <p:nvPr/>
          </p:nvSpPr>
          <p:spPr>
            <a:xfrm>
              <a:off x="1489558" y="3430619"/>
              <a:ext cx="118871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2" name="Rectangle 9071">
              <a:extLst>
                <a:ext uri="{FF2B5EF4-FFF2-40B4-BE49-F238E27FC236}">
                  <a16:creationId xmlns:a16="http://schemas.microsoft.com/office/drawing/2014/main" id="{9A6041FA-DE09-20C4-08BC-CA82A1D96DE7}"/>
                </a:ext>
              </a:extLst>
            </p:cNvPr>
            <p:cNvSpPr/>
            <p:nvPr/>
          </p:nvSpPr>
          <p:spPr>
            <a:xfrm>
              <a:off x="1489558" y="3471386"/>
              <a:ext cx="118871" cy="40766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3" name="Rectangle 9072">
              <a:extLst>
                <a:ext uri="{FF2B5EF4-FFF2-40B4-BE49-F238E27FC236}">
                  <a16:creationId xmlns:a16="http://schemas.microsoft.com/office/drawing/2014/main" id="{DB7450B1-C37B-4734-86D3-24E2DB876E96}"/>
                </a:ext>
              </a:extLst>
            </p:cNvPr>
            <p:cNvSpPr/>
            <p:nvPr/>
          </p:nvSpPr>
          <p:spPr>
            <a:xfrm>
              <a:off x="1489558" y="3512153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4" name="Rectangle 9073">
              <a:extLst>
                <a:ext uri="{FF2B5EF4-FFF2-40B4-BE49-F238E27FC236}">
                  <a16:creationId xmlns:a16="http://schemas.microsoft.com/office/drawing/2014/main" id="{1AAB0DB4-9083-11B4-320F-291EC7101F08}"/>
                </a:ext>
              </a:extLst>
            </p:cNvPr>
            <p:cNvSpPr/>
            <p:nvPr/>
          </p:nvSpPr>
          <p:spPr>
            <a:xfrm>
              <a:off x="1489558" y="3552920"/>
              <a:ext cx="118871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5" name="Rectangle 9074">
              <a:extLst>
                <a:ext uri="{FF2B5EF4-FFF2-40B4-BE49-F238E27FC236}">
                  <a16:creationId xmlns:a16="http://schemas.microsoft.com/office/drawing/2014/main" id="{B5623768-E18A-4B7B-0DFF-C3FF352EBD89}"/>
                </a:ext>
              </a:extLst>
            </p:cNvPr>
            <p:cNvSpPr/>
            <p:nvPr/>
          </p:nvSpPr>
          <p:spPr>
            <a:xfrm>
              <a:off x="1489558" y="3593687"/>
              <a:ext cx="118871" cy="40767"/>
            </a:xfrm>
            <a:prstGeom prst="rect">
              <a:avLst/>
            </a:prstGeom>
            <a:solidFill>
              <a:srgbClr val="FBBA41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6" name="Rectangle 9075">
              <a:extLst>
                <a:ext uri="{FF2B5EF4-FFF2-40B4-BE49-F238E27FC236}">
                  <a16:creationId xmlns:a16="http://schemas.microsoft.com/office/drawing/2014/main" id="{82EC1289-1F6F-2133-B8AA-292E7FCC534D}"/>
                </a:ext>
              </a:extLst>
            </p:cNvPr>
            <p:cNvSpPr/>
            <p:nvPr/>
          </p:nvSpPr>
          <p:spPr>
            <a:xfrm>
              <a:off x="1489558" y="3634454"/>
              <a:ext cx="118871" cy="40767"/>
            </a:xfrm>
            <a:prstGeom prst="rect">
              <a:avLst/>
            </a:prstGeom>
            <a:solidFill>
              <a:srgbClr val="FDB024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7" name="Rectangle 9076">
              <a:extLst>
                <a:ext uri="{FF2B5EF4-FFF2-40B4-BE49-F238E27FC236}">
                  <a16:creationId xmlns:a16="http://schemas.microsoft.com/office/drawing/2014/main" id="{E51EE8B9-C0F9-A088-BF98-687C2DF43632}"/>
                </a:ext>
              </a:extLst>
            </p:cNvPr>
            <p:cNvSpPr/>
            <p:nvPr/>
          </p:nvSpPr>
          <p:spPr>
            <a:xfrm>
              <a:off x="1489558" y="3675221"/>
              <a:ext cx="118871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8" name="Rectangle 9077">
              <a:extLst>
                <a:ext uri="{FF2B5EF4-FFF2-40B4-BE49-F238E27FC236}">
                  <a16:creationId xmlns:a16="http://schemas.microsoft.com/office/drawing/2014/main" id="{836F832C-D26B-4AEE-3463-90271C1DE216}"/>
                </a:ext>
              </a:extLst>
            </p:cNvPr>
            <p:cNvSpPr/>
            <p:nvPr/>
          </p:nvSpPr>
          <p:spPr>
            <a:xfrm>
              <a:off x="1489558" y="3715988"/>
              <a:ext cx="118871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9" name="Rectangle 9078">
              <a:extLst>
                <a:ext uri="{FF2B5EF4-FFF2-40B4-BE49-F238E27FC236}">
                  <a16:creationId xmlns:a16="http://schemas.microsoft.com/office/drawing/2014/main" id="{F5A849A1-E7EE-F4A4-AD37-9908FD4FB8C4}"/>
                </a:ext>
              </a:extLst>
            </p:cNvPr>
            <p:cNvSpPr/>
            <p:nvPr/>
          </p:nvSpPr>
          <p:spPr>
            <a:xfrm>
              <a:off x="1489558" y="3756882"/>
              <a:ext cx="118871" cy="40767"/>
            </a:xfrm>
            <a:prstGeom prst="rect">
              <a:avLst/>
            </a:prstGeom>
            <a:solidFill>
              <a:srgbClr val="F9C566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0" name="Rectangle 9079">
              <a:extLst>
                <a:ext uri="{FF2B5EF4-FFF2-40B4-BE49-F238E27FC236}">
                  <a16:creationId xmlns:a16="http://schemas.microsoft.com/office/drawing/2014/main" id="{BC78CB5D-586F-02DF-74D3-7A689A0AFF38}"/>
                </a:ext>
              </a:extLst>
            </p:cNvPr>
            <p:cNvSpPr/>
            <p:nvPr/>
          </p:nvSpPr>
          <p:spPr>
            <a:xfrm>
              <a:off x="1489558" y="3797649"/>
              <a:ext cx="118871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1" name="Rectangle 9080">
              <a:extLst>
                <a:ext uri="{FF2B5EF4-FFF2-40B4-BE49-F238E27FC236}">
                  <a16:creationId xmlns:a16="http://schemas.microsoft.com/office/drawing/2014/main" id="{3ABB3879-D1D4-C9E5-33BB-45AE2A4E52F7}"/>
                </a:ext>
              </a:extLst>
            </p:cNvPr>
            <p:cNvSpPr/>
            <p:nvPr/>
          </p:nvSpPr>
          <p:spPr>
            <a:xfrm>
              <a:off x="1489558" y="3838416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2" name="Rectangle 9081">
              <a:extLst>
                <a:ext uri="{FF2B5EF4-FFF2-40B4-BE49-F238E27FC236}">
                  <a16:creationId xmlns:a16="http://schemas.microsoft.com/office/drawing/2014/main" id="{92890DBE-BBFC-309C-04DF-D7A321EA3DFE}"/>
                </a:ext>
              </a:extLst>
            </p:cNvPr>
            <p:cNvSpPr/>
            <p:nvPr/>
          </p:nvSpPr>
          <p:spPr>
            <a:xfrm>
              <a:off x="1489558" y="3879183"/>
              <a:ext cx="118871" cy="40767"/>
            </a:xfrm>
            <a:prstGeom prst="rect">
              <a:avLst/>
            </a:prstGeom>
            <a:solidFill>
              <a:srgbClr val="F7D18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3" name="Rectangle 9082">
              <a:extLst>
                <a:ext uri="{FF2B5EF4-FFF2-40B4-BE49-F238E27FC236}">
                  <a16:creationId xmlns:a16="http://schemas.microsoft.com/office/drawing/2014/main" id="{A1707A46-48F5-EB95-6174-B1AFF531A6AE}"/>
                </a:ext>
              </a:extLst>
            </p:cNvPr>
            <p:cNvSpPr/>
            <p:nvPr/>
          </p:nvSpPr>
          <p:spPr>
            <a:xfrm>
              <a:off x="1489558" y="3919950"/>
              <a:ext cx="118871" cy="40767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4" name="Rectangle 9083">
              <a:extLst>
                <a:ext uri="{FF2B5EF4-FFF2-40B4-BE49-F238E27FC236}">
                  <a16:creationId xmlns:a16="http://schemas.microsoft.com/office/drawing/2014/main" id="{6E382515-CCEA-CA7E-98C0-930CB34E1981}"/>
                </a:ext>
              </a:extLst>
            </p:cNvPr>
            <p:cNvSpPr/>
            <p:nvPr/>
          </p:nvSpPr>
          <p:spPr>
            <a:xfrm>
              <a:off x="1489558" y="3960717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5" name="Rectangle 9084">
              <a:extLst>
                <a:ext uri="{FF2B5EF4-FFF2-40B4-BE49-F238E27FC236}">
                  <a16:creationId xmlns:a16="http://schemas.microsoft.com/office/drawing/2014/main" id="{A699DEC9-583E-A3A8-1306-AEB1065B41E2}"/>
                </a:ext>
              </a:extLst>
            </p:cNvPr>
            <p:cNvSpPr/>
            <p:nvPr/>
          </p:nvSpPr>
          <p:spPr>
            <a:xfrm>
              <a:off x="1489558" y="4001484"/>
              <a:ext cx="118871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6" name="Rectangle 9085">
              <a:extLst>
                <a:ext uri="{FF2B5EF4-FFF2-40B4-BE49-F238E27FC236}">
                  <a16:creationId xmlns:a16="http://schemas.microsoft.com/office/drawing/2014/main" id="{C42C6DE4-F541-296F-4CF1-92C2065FD9A0}"/>
                </a:ext>
              </a:extLst>
            </p:cNvPr>
            <p:cNvSpPr/>
            <p:nvPr/>
          </p:nvSpPr>
          <p:spPr>
            <a:xfrm>
              <a:off x="1489558" y="4042251"/>
              <a:ext cx="118871" cy="40767"/>
            </a:xfrm>
            <a:prstGeom prst="rect">
              <a:avLst/>
            </a:prstGeom>
            <a:solidFill>
              <a:srgbClr val="FEA90E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7" name="Rectangle 9086">
              <a:extLst>
                <a:ext uri="{FF2B5EF4-FFF2-40B4-BE49-F238E27FC236}">
                  <a16:creationId xmlns:a16="http://schemas.microsoft.com/office/drawing/2014/main" id="{63390EBC-21CA-506B-3D46-8E5A8AC8E9B2}"/>
                </a:ext>
              </a:extLst>
            </p:cNvPr>
            <p:cNvSpPr/>
            <p:nvPr/>
          </p:nvSpPr>
          <p:spPr>
            <a:xfrm>
              <a:off x="1489558" y="4083018"/>
              <a:ext cx="118871" cy="40767"/>
            </a:xfrm>
            <a:prstGeom prst="rect">
              <a:avLst/>
            </a:prstGeom>
            <a:solidFill>
              <a:srgbClr val="FF9F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8" name="Rectangle 9087">
              <a:extLst>
                <a:ext uri="{FF2B5EF4-FFF2-40B4-BE49-F238E27FC236}">
                  <a16:creationId xmlns:a16="http://schemas.microsoft.com/office/drawing/2014/main" id="{E57719D2-70F0-FEB9-15D8-14C1E4AE6B26}"/>
                </a:ext>
              </a:extLst>
            </p:cNvPr>
            <p:cNvSpPr/>
            <p:nvPr/>
          </p:nvSpPr>
          <p:spPr>
            <a:xfrm>
              <a:off x="1489558" y="4123785"/>
              <a:ext cx="118871" cy="40767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9" name="Rectangle 9088">
              <a:extLst>
                <a:ext uri="{FF2B5EF4-FFF2-40B4-BE49-F238E27FC236}">
                  <a16:creationId xmlns:a16="http://schemas.microsoft.com/office/drawing/2014/main" id="{68E3957B-5B01-5D36-DEDE-E2024694E142}"/>
                </a:ext>
              </a:extLst>
            </p:cNvPr>
            <p:cNvSpPr/>
            <p:nvPr/>
          </p:nvSpPr>
          <p:spPr>
            <a:xfrm>
              <a:off x="1489558" y="4164552"/>
              <a:ext cx="118871" cy="40767"/>
            </a:xfrm>
            <a:prstGeom prst="rect">
              <a:avLst/>
            </a:prstGeom>
            <a:solidFill>
              <a:srgbClr val="F8CA75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0" name="Rectangle 9089">
              <a:extLst>
                <a:ext uri="{FF2B5EF4-FFF2-40B4-BE49-F238E27FC236}">
                  <a16:creationId xmlns:a16="http://schemas.microsoft.com/office/drawing/2014/main" id="{885074D7-3CD8-CBEF-D6F2-95A3ACA5D233}"/>
                </a:ext>
              </a:extLst>
            </p:cNvPr>
            <p:cNvSpPr/>
            <p:nvPr/>
          </p:nvSpPr>
          <p:spPr>
            <a:xfrm>
              <a:off x="1489558" y="4205319"/>
              <a:ext cx="118871" cy="40767"/>
            </a:xfrm>
            <a:prstGeom prst="rect">
              <a:avLst/>
            </a:prstGeom>
            <a:solidFill>
              <a:srgbClr val="FCB53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1" name="Rectangle 9090">
              <a:extLst>
                <a:ext uri="{FF2B5EF4-FFF2-40B4-BE49-F238E27FC236}">
                  <a16:creationId xmlns:a16="http://schemas.microsoft.com/office/drawing/2014/main" id="{8616E252-296E-7E0F-85A1-EE3B1250C09E}"/>
                </a:ext>
              </a:extLst>
            </p:cNvPr>
            <p:cNvSpPr/>
            <p:nvPr/>
          </p:nvSpPr>
          <p:spPr>
            <a:xfrm>
              <a:off x="1489558" y="4246086"/>
              <a:ext cx="118871" cy="40767"/>
            </a:xfrm>
            <a:prstGeom prst="rect">
              <a:avLst/>
            </a:prstGeom>
            <a:solidFill>
              <a:srgbClr val="FF860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2" name="Rectangle 9091">
              <a:extLst>
                <a:ext uri="{FF2B5EF4-FFF2-40B4-BE49-F238E27FC236}">
                  <a16:creationId xmlns:a16="http://schemas.microsoft.com/office/drawing/2014/main" id="{3C3A42F3-D262-ED56-09A8-7100B1A3C651}"/>
                </a:ext>
              </a:extLst>
            </p:cNvPr>
            <p:cNvSpPr/>
            <p:nvPr/>
          </p:nvSpPr>
          <p:spPr>
            <a:xfrm>
              <a:off x="1489558" y="4286980"/>
              <a:ext cx="118871" cy="40767"/>
            </a:xfrm>
            <a:prstGeom prst="rect">
              <a:avLst/>
            </a:prstGeom>
            <a:solidFill>
              <a:srgbClr val="FEA70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3" name="Rectangle 9092">
              <a:extLst>
                <a:ext uri="{FF2B5EF4-FFF2-40B4-BE49-F238E27FC236}">
                  <a16:creationId xmlns:a16="http://schemas.microsoft.com/office/drawing/2014/main" id="{95DA3358-29A9-579F-7528-D2069CB44CCE}"/>
                </a:ext>
              </a:extLst>
            </p:cNvPr>
            <p:cNvSpPr/>
            <p:nvPr/>
          </p:nvSpPr>
          <p:spPr>
            <a:xfrm>
              <a:off x="1489558" y="4327747"/>
              <a:ext cx="118871" cy="40767"/>
            </a:xfrm>
            <a:prstGeom prst="rect">
              <a:avLst/>
            </a:prstGeom>
            <a:solidFill>
              <a:srgbClr val="F6D69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4" name="Rectangle 9093">
              <a:extLst>
                <a:ext uri="{FF2B5EF4-FFF2-40B4-BE49-F238E27FC236}">
                  <a16:creationId xmlns:a16="http://schemas.microsoft.com/office/drawing/2014/main" id="{69DE8B5F-6D9A-6E20-F4B3-FAFA117D4C0F}"/>
                </a:ext>
              </a:extLst>
            </p:cNvPr>
            <p:cNvSpPr/>
            <p:nvPr/>
          </p:nvSpPr>
          <p:spPr>
            <a:xfrm>
              <a:off x="1489558" y="4368514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5" name="Rectangle 9094">
              <a:extLst>
                <a:ext uri="{FF2B5EF4-FFF2-40B4-BE49-F238E27FC236}">
                  <a16:creationId xmlns:a16="http://schemas.microsoft.com/office/drawing/2014/main" id="{2C12935F-D97B-D0EF-A4B0-6A1AB698762B}"/>
                </a:ext>
              </a:extLst>
            </p:cNvPr>
            <p:cNvSpPr/>
            <p:nvPr/>
          </p:nvSpPr>
          <p:spPr>
            <a:xfrm>
              <a:off x="1489558" y="4409281"/>
              <a:ext cx="118871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6" name="Rectangle 9095">
              <a:extLst>
                <a:ext uri="{FF2B5EF4-FFF2-40B4-BE49-F238E27FC236}">
                  <a16:creationId xmlns:a16="http://schemas.microsoft.com/office/drawing/2014/main" id="{46BA7F1B-0DA9-CBBF-6819-1D46BB265ECD}"/>
                </a:ext>
              </a:extLst>
            </p:cNvPr>
            <p:cNvSpPr/>
            <p:nvPr/>
          </p:nvSpPr>
          <p:spPr>
            <a:xfrm>
              <a:off x="1489558" y="4450048"/>
              <a:ext cx="118871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7" name="Rectangle 9096">
              <a:extLst>
                <a:ext uri="{FF2B5EF4-FFF2-40B4-BE49-F238E27FC236}">
                  <a16:creationId xmlns:a16="http://schemas.microsoft.com/office/drawing/2014/main" id="{BE2C5C76-4FAC-A841-88D5-6A221E10A0AC}"/>
                </a:ext>
              </a:extLst>
            </p:cNvPr>
            <p:cNvSpPr/>
            <p:nvPr/>
          </p:nvSpPr>
          <p:spPr>
            <a:xfrm>
              <a:off x="1489558" y="4490815"/>
              <a:ext cx="118871" cy="40767"/>
            </a:xfrm>
            <a:prstGeom prst="rect">
              <a:avLst/>
            </a:prstGeom>
            <a:solidFill>
              <a:srgbClr val="FBBC49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8" name="Rectangle 9097">
              <a:extLst>
                <a:ext uri="{FF2B5EF4-FFF2-40B4-BE49-F238E27FC236}">
                  <a16:creationId xmlns:a16="http://schemas.microsoft.com/office/drawing/2014/main" id="{8F2F431F-75C0-3511-FB4D-83D46CE6D4F7}"/>
                </a:ext>
              </a:extLst>
            </p:cNvPr>
            <p:cNvSpPr/>
            <p:nvPr/>
          </p:nvSpPr>
          <p:spPr>
            <a:xfrm>
              <a:off x="1489558" y="4531582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9" name="Rectangle 9098">
              <a:extLst>
                <a:ext uri="{FF2B5EF4-FFF2-40B4-BE49-F238E27FC236}">
                  <a16:creationId xmlns:a16="http://schemas.microsoft.com/office/drawing/2014/main" id="{7922795F-63EB-00E9-4142-F244773A8803}"/>
                </a:ext>
              </a:extLst>
            </p:cNvPr>
            <p:cNvSpPr/>
            <p:nvPr/>
          </p:nvSpPr>
          <p:spPr>
            <a:xfrm>
              <a:off x="1489558" y="4572349"/>
              <a:ext cx="118871" cy="40767"/>
            </a:xfrm>
            <a:prstGeom prst="rect">
              <a:avLst/>
            </a:prstGeom>
            <a:solidFill>
              <a:srgbClr val="F8CC7C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0" name="Rectangle 9099">
              <a:extLst>
                <a:ext uri="{FF2B5EF4-FFF2-40B4-BE49-F238E27FC236}">
                  <a16:creationId xmlns:a16="http://schemas.microsoft.com/office/drawing/2014/main" id="{D1CFC84C-8916-05B8-2AC8-32B08A0D615D}"/>
                </a:ext>
              </a:extLst>
            </p:cNvPr>
            <p:cNvSpPr/>
            <p:nvPr/>
          </p:nvSpPr>
          <p:spPr>
            <a:xfrm>
              <a:off x="1489558" y="4613116"/>
              <a:ext cx="118871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1" name="Rectangle 9100">
              <a:extLst>
                <a:ext uri="{FF2B5EF4-FFF2-40B4-BE49-F238E27FC236}">
                  <a16:creationId xmlns:a16="http://schemas.microsoft.com/office/drawing/2014/main" id="{72B0088F-40F3-E428-BA3A-05E84A567A5D}"/>
                </a:ext>
              </a:extLst>
            </p:cNvPr>
            <p:cNvSpPr/>
            <p:nvPr/>
          </p:nvSpPr>
          <p:spPr>
            <a:xfrm>
              <a:off x="1489558" y="4653883"/>
              <a:ext cx="118871" cy="40767"/>
            </a:xfrm>
            <a:prstGeom prst="rect">
              <a:avLst/>
            </a:prstGeom>
            <a:solidFill>
              <a:srgbClr val="F9C35F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2" name="Rectangle 9101">
              <a:extLst>
                <a:ext uri="{FF2B5EF4-FFF2-40B4-BE49-F238E27FC236}">
                  <a16:creationId xmlns:a16="http://schemas.microsoft.com/office/drawing/2014/main" id="{DA95741C-4B63-01FF-F087-9F0C21579B4A}"/>
                </a:ext>
              </a:extLst>
            </p:cNvPr>
            <p:cNvSpPr/>
            <p:nvPr/>
          </p:nvSpPr>
          <p:spPr>
            <a:xfrm>
              <a:off x="1489558" y="4694650"/>
              <a:ext cx="118871" cy="40767"/>
            </a:xfrm>
            <a:prstGeom prst="rect">
              <a:avLst/>
            </a:prstGeom>
            <a:solidFill>
              <a:srgbClr val="FABE50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3" name="Rectangle 9102">
              <a:extLst>
                <a:ext uri="{FF2B5EF4-FFF2-40B4-BE49-F238E27FC236}">
                  <a16:creationId xmlns:a16="http://schemas.microsoft.com/office/drawing/2014/main" id="{BD2EC20A-5416-78FF-ABC7-7932D173EC7F}"/>
                </a:ext>
              </a:extLst>
            </p:cNvPr>
            <p:cNvSpPr/>
            <p:nvPr/>
          </p:nvSpPr>
          <p:spPr>
            <a:xfrm>
              <a:off x="1489558" y="4735417"/>
              <a:ext cx="118871" cy="40767"/>
            </a:xfrm>
            <a:prstGeom prst="rect">
              <a:avLst/>
            </a:prstGeom>
            <a:solidFill>
              <a:srgbClr val="F7CF8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4" name="Rectangle 9103">
              <a:extLst>
                <a:ext uri="{FF2B5EF4-FFF2-40B4-BE49-F238E27FC236}">
                  <a16:creationId xmlns:a16="http://schemas.microsoft.com/office/drawing/2014/main" id="{65D87D18-6636-0942-2A7B-C80F456F5A3B}"/>
                </a:ext>
              </a:extLst>
            </p:cNvPr>
            <p:cNvSpPr/>
            <p:nvPr/>
          </p:nvSpPr>
          <p:spPr>
            <a:xfrm>
              <a:off x="1489558" y="4776184"/>
              <a:ext cx="118871" cy="40767"/>
            </a:xfrm>
            <a:prstGeom prst="rect">
              <a:avLst/>
            </a:prstGeom>
            <a:solidFill>
              <a:srgbClr val="FAC157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5" name="Rectangle 9104">
              <a:extLst>
                <a:ext uri="{FF2B5EF4-FFF2-40B4-BE49-F238E27FC236}">
                  <a16:creationId xmlns:a16="http://schemas.microsoft.com/office/drawing/2014/main" id="{00443E13-6EF8-9C96-5A83-707A5FCEF715}"/>
                </a:ext>
              </a:extLst>
            </p:cNvPr>
            <p:cNvSpPr/>
            <p:nvPr/>
          </p:nvSpPr>
          <p:spPr>
            <a:xfrm>
              <a:off x="1608430" y="212569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6" name="Rectangle 9105">
              <a:extLst>
                <a:ext uri="{FF2B5EF4-FFF2-40B4-BE49-F238E27FC236}">
                  <a16:creationId xmlns:a16="http://schemas.microsoft.com/office/drawing/2014/main" id="{E91309EB-6AA4-D734-CB99-85CD962BA14A}"/>
                </a:ext>
              </a:extLst>
            </p:cNvPr>
            <p:cNvSpPr/>
            <p:nvPr/>
          </p:nvSpPr>
          <p:spPr>
            <a:xfrm>
              <a:off x="1608430" y="21665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7" name="Rectangle 9106">
              <a:extLst>
                <a:ext uri="{FF2B5EF4-FFF2-40B4-BE49-F238E27FC236}">
                  <a16:creationId xmlns:a16="http://schemas.microsoft.com/office/drawing/2014/main" id="{AFF8BD52-A671-5815-EF26-DE255CA30861}"/>
                </a:ext>
              </a:extLst>
            </p:cNvPr>
            <p:cNvSpPr/>
            <p:nvPr/>
          </p:nvSpPr>
          <p:spPr>
            <a:xfrm>
              <a:off x="1608430" y="220735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8" name="Rectangle 9107">
              <a:extLst>
                <a:ext uri="{FF2B5EF4-FFF2-40B4-BE49-F238E27FC236}">
                  <a16:creationId xmlns:a16="http://schemas.microsoft.com/office/drawing/2014/main" id="{3CCEA2FF-3805-A248-820A-3D9C1DAC4ECB}"/>
                </a:ext>
              </a:extLst>
            </p:cNvPr>
            <p:cNvSpPr/>
            <p:nvPr/>
          </p:nvSpPr>
          <p:spPr>
            <a:xfrm>
              <a:off x="1608430" y="224812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9" name="Rectangle 9108">
              <a:extLst>
                <a:ext uri="{FF2B5EF4-FFF2-40B4-BE49-F238E27FC236}">
                  <a16:creationId xmlns:a16="http://schemas.microsoft.com/office/drawing/2014/main" id="{B5833FFC-6E47-B9BF-F377-52C0B26A13BC}"/>
                </a:ext>
              </a:extLst>
            </p:cNvPr>
            <p:cNvSpPr/>
            <p:nvPr/>
          </p:nvSpPr>
          <p:spPr>
            <a:xfrm>
              <a:off x="1608430" y="228888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0" name="Rectangle 9109">
              <a:extLst>
                <a:ext uri="{FF2B5EF4-FFF2-40B4-BE49-F238E27FC236}">
                  <a16:creationId xmlns:a16="http://schemas.microsoft.com/office/drawing/2014/main" id="{A7B4C94F-4D9F-C04F-F609-BA51A7D8960E}"/>
                </a:ext>
              </a:extLst>
            </p:cNvPr>
            <p:cNvSpPr/>
            <p:nvPr/>
          </p:nvSpPr>
          <p:spPr>
            <a:xfrm>
              <a:off x="1608430" y="232965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1" name="Rectangle 9110">
              <a:extLst>
                <a:ext uri="{FF2B5EF4-FFF2-40B4-BE49-F238E27FC236}">
                  <a16:creationId xmlns:a16="http://schemas.microsoft.com/office/drawing/2014/main" id="{DA1ACE14-E6E7-641E-B42A-02EF5E740C86}"/>
                </a:ext>
              </a:extLst>
            </p:cNvPr>
            <p:cNvSpPr/>
            <p:nvPr/>
          </p:nvSpPr>
          <p:spPr>
            <a:xfrm>
              <a:off x="1608430" y="237042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2" name="Rectangle 9111">
              <a:extLst>
                <a:ext uri="{FF2B5EF4-FFF2-40B4-BE49-F238E27FC236}">
                  <a16:creationId xmlns:a16="http://schemas.microsoft.com/office/drawing/2014/main" id="{A83629BE-A5B1-8556-2F99-70628713FC03}"/>
                </a:ext>
              </a:extLst>
            </p:cNvPr>
            <p:cNvSpPr/>
            <p:nvPr/>
          </p:nvSpPr>
          <p:spPr>
            <a:xfrm>
              <a:off x="1608430" y="241119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3" name="Rectangle 9112">
              <a:extLst>
                <a:ext uri="{FF2B5EF4-FFF2-40B4-BE49-F238E27FC236}">
                  <a16:creationId xmlns:a16="http://schemas.microsoft.com/office/drawing/2014/main" id="{4E5CCC45-BCDF-D579-390E-DF9E892E1BCE}"/>
                </a:ext>
              </a:extLst>
            </p:cNvPr>
            <p:cNvSpPr/>
            <p:nvPr/>
          </p:nvSpPr>
          <p:spPr>
            <a:xfrm>
              <a:off x="1608430" y="245195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4" name="Rectangle 9113">
              <a:extLst>
                <a:ext uri="{FF2B5EF4-FFF2-40B4-BE49-F238E27FC236}">
                  <a16:creationId xmlns:a16="http://schemas.microsoft.com/office/drawing/2014/main" id="{D35FA0E6-AEFC-4885-5FEA-93256AC9A174}"/>
                </a:ext>
              </a:extLst>
            </p:cNvPr>
            <p:cNvSpPr/>
            <p:nvPr/>
          </p:nvSpPr>
          <p:spPr>
            <a:xfrm>
              <a:off x="1608430" y="249272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5" name="Rectangle 9114">
              <a:extLst>
                <a:ext uri="{FF2B5EF4-FFF2-40B4-BE49-F238E27FC236}">
                  <a16:creationId xmlns:a16="http://schemas.microsoft.com/office/drawing/2014/main" id="{C657EB0F-9FEF-9F5F-69E0-1A66170680E9}"/>
                </a:ext>
              </a:extLst>
            </p:cNvPr>
            <p:cNvSpPr/>
            <p:nvPr/>
          </p:nvSpPr>
          <p:spPr>
            <a:xfrm>
              <a:off x="1608430" y="253349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6" name="Rectangle 9115">
              <a:extLst>
                <a:ext uri="{FF2B5EF4-FFF2-40B4-BE49-F238E27FC236}">
                  <a16:creationId xmlns:a16="http://schemas.microsoft.com/office/drawing/2014/main" id="{EF3260E5-EE9C-E3C4-5BD8-6A522403F2DD}"/>
                </a:ext>
              </a:extLst>
            </p:cNvPr>
            <p:cNvSpPr/>
            <p:nvPr/>
          </p:nvSpPr>
          <p:spPr>
            <a:xfrm>
              <a:off x="1608430" y="257425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7" name="Rectangle 9116">
              <a:extLst>
                <a:ext uri="{FF2B5EF4-FFF2-40B4-BE49-F238E27FC236}">
                  <a16:creationId xmlns:a16="http://schemas.microsoft.com/office/drawing/2014/main" id="{427AA3B5-A2B0-F971-4FA7-F3C84354D751}"/>
                </a:ext>
              </a:extLst>
            </p:cNvPr>
            <p:cNvSpPr/>
            <p:nvPr/>
          </p:nvSpPr>
          <p:spPr>
            <a:xfrm>
              <a:off x="1608430" y="261502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8" name="Rectangle 9117">
              <a:extLst>
                <a:ext uri="{FF2B5EF4-FFF2-40B4-BE49-F238E27FC236}">
                  <a16:creationId xmlns:a16="http://schemas.microsoft.com/office/drawing/2014/main" id="{1F9622CB-AEB0-7858-BEC4-3E76B3DF39E0}"/>
                </a:ext>
              </a:extLst>
            </p:cNvPr>
            <p:cNvSpPr/>
            <p:nvPr/>
          </p:nvSpPr>
          <p:spPr>
            <a:xfrm>
              <a:off x="1608430" y="265579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9" name="Rectangle 9118">
              <a:extLst>
                <a:ext uri="{FF2B5EF4-FFF2-40B4-BE49-F238E27FC236}">
                  <a16:creationId xmlns:a16="http://schemas.microsoft.com/office/drawing/2014/main" id="{CC0B4812-8676-F80A-A122-F6689A4A05DA}"/>
                </a:ext>
              </a:extLst>
            </p:cNvPr>
            <p:cNvSpPr/>
            <p:nvPr/>
          </p:nvSpPr>
          <p:spPr>
            <a:xfrm>
              <a:off x="1608430" y="26966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0" name="Rectangle 9119">
              <a:extLst>
                <a:ext uri="{FF2B5EF4-FFF2-40B4-BE49-F238E27FC236}">
                  <a16:creationId xmlns:a16="http://schemas.microsoft.com/office/drawing/2014/main" id="{A1428DCB-B579-AEF6-EE7B-29B5AB2D77DF}"/>
                </a:ext>
              </a:extLst>
            </p:cNvPr>
            <p:cNvSpPr/>
            <p:nvPr/>
          </p:nvSpPr>
          <p:spPr>
            <a:xfrm>
              <a:off x="1608430" y="273745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1" name="Rectangle 9120">
              <a:extLst>
                <a:ext uri="{FF2B5EF4-FFF2-40B4-BE49-F238E27FC236}">
                  <a16:creationId xmlns:a16="http://schemas.microsoft.com/office/drawing/2014/main" id="{412EE666-31D4-607A-9AAA-3D7B61C145D2}"/>
                </a:ext>
              </a:extLst>
            </p:cNvPr>
            <p:cNvSpPr/>
            <p:nvPr/>
          </p:nvSpPr>
          <p:spPr>
            <a:xfrm>
              <a:off x="1608430" y="2778220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2" name="Rectangle 9121">
              <a:extLst>
                <a:ext uri="{FF2B5EF4-FFF2-40B4-BE49-F238E27FC236}">
                  <a16:creationId xmlns:a16="http://schemas.microsoft.com/office/drawing/2014/main" id="{8D9E3BB4-93ED-17CD-FBAA-E7EE0A96764E}"/>
                </a:ext>
              </a:extLst>
            </p:cNvPr>
            <p:cNvSpPr/>
            <p:nvPr/>
          </p:nvSpPr>
          <p:spPr>
            <a:xfrm>
              <a:off x="1608430" y="2818987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3" name="Rectangle 9122">
              <a:extLst>
                <a:ext uri="{FF2B5EF4-FFF2-40B4-BE49-F238E27FC236}">
                  <a16:creationId xmlns:a16="http://schemas.microsoft.com/office/drawing/2014/main" id="{5AE80203-EB0B-A8B0-0B02-B1911EE2DA24}"/>
                </a:ext>
              </a:extLst>
            </p:cNvPr>
            <p:cNvSpPr/>
            <p:nvPr/>
          </p:nvSpPr>
          <p:spPr>
            <a:xfrm>
              <a:off x="1608430" y="285975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4" name="Rectangle 9123">
              <a:extLst>
                <a:ext uri="{FF2B5EF4-FFF2-40B4-BE49-F238E27FC236}">
                  <a16:creationId xmlns:a16="http://schemas.microsoft.com/office/drawing/2014/main" id="{ABA1CAE5-8677-166A-D3E8-88A72D4723A0}"/>
                </a:ext>
              </a:extLst>
            </p:cNvPr>
            <p:cNvSpPr/>
            <p:nvPr/>
          </p:nvSpPr>
          <p:spPr>
            <a:xfrm>
              <a:off x="1608430" y="290052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5" name="Rectangle 9124">
              <a:extLst>
                <a:ext uri="{FF2B5EF4-FFF2-40B4-BE49-F238E27FC236}">
                  <a16:creationId xmlns:a16="http://schemas.microsoft.com/office/drawing/2014/main" id="{E9B6C61C-3E5F-1DEE-A80C-D1C7974B1449}"/>
                </a:ext>
              </a:extLst>
            </p:cNvPr>
            <p:cNvSpPr/>
            <p:nvPr/>
          </p:nvSpPr>
          <p:spPr>
            <a:xfrm>
              <a:off x="1608430" y="294128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6" name="Rectangle 9125">
              <a:extLst>
                <a:ext uri="{FF2B5EF4-FFF2-40B4-BE49-F238E27FC236}">
                  <a16:creationId xmlns:a16="http://schemas.microsoft.com/office/drawing/2014/main" id="{A9A52B15-F43C-1FCB-2B8F-021F98578930}"/>
                </a:ext>
              </a:extLst>
            </p:cNvPr>
            <p:cNvSpPr/>
            <p:nvPr/>
          </p:nvSpPr>
          <p:spPr>
            <a:xfrm>
              <a:off x="1608430" y="298205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7" name="Rectangle 9126">
              <a:extLst>
                <a:ext uri="{FF2B5EF4-FFF2-40B4-BE49-F238E27FC236}">
                  <a16:creationId xmlns:a16="http://schemas.microsoft.com/office/drawing/2014/main" id="{FF3AD42F-E3B5-DCD5-A5BE-23EA5BA4C01A}"/>
                </a:ext>
              </a:extLst>
            </p:cNvPr>
            <p:cNvSpPr/>
            <p:nvPr/>
          </p:nvSpPr>
          <p:spPr>
            <a:xfrm>
              <a:off x="1608430" y="302282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8" name="Rectangle 9127">
              <a:extLst>
                <a:ext uri="{FF2B5EF4-FFF2-40B4-BE49-F238E27FC236}">
                  <a16:creationId xmlns:a16="http://schemas.microsoft.com/office/drawing/2014/main" id="{3DB18665-E1A8-AC63-AD49-C37FA56103BB}"/>
                </a:ext>
              </a:extLst>
            </p:cNvPr>
            <p:cNvSpPr/>
            <p:nvPr/>
          </p:nvSpPr>
          <p:spPr>
            <a:xfrm>
              <a:off x="1608430" y="3063589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9" name="Rectangle 9128">
              <a:extLst>
                <a:ext uri="{FF2B5EF4-FFF2-40B4-BE49-F238E27FC236}">
                  <a16:creationId xmlns:a16="http://schemas.microsoft.com/office/drawing/2014/main" id="{8392F2F8-DE96-610C-9DD4-23C81316A161}"/>
                </a:ext>
              </a:extLst>
            </p:cNvPr>
            <p:cNvSpPr/>
            <p:nvPr/>
          </p:nvSpPr>
          <p:spPr>
            <a:xfrm>
              <a:off x="1608430" y="310435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0" name="Rectangle 9129">
              <a:extLst>
                <a:ext uri="{FF2B5EF4-FFF2-40B4-BE49-F238E27FC236}">
                  <a16:creationId xmlns:a16="http://schemas.microsoft.com/office/drawing/2014/main" id="{C488C696-48CE-1BAB-75F3-AC67519D2D2D}"/>
                </a:ext>
              </a:extLst>
            </p:cNvPr>
            <p:cNvSpPr/>
            <p:nvPr/>
          </p:nvSpPr>
          <p:spPr>
            <a:xfrm>
              <a:off x="1608430" y="3145123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1" name="Rectangle 9130">
              <a:extLst>
                <a:ext uri="{FF2B5EF4-FFF2-40B4-BE49-F238E27FC236}">
                  <a16:creationId xmlns:a16="http://schemas.microsoft.com/office/drawing/2014/main" id="{2438C610-430F-28A4-0572-945B9F7B7D0F}"/>
                </a:ext>
              </a:extLst>
            </p:cNvPr>
            <p:cNvSpPr/>
            <p:nvPr/>
          </p:nvSpPr>
          <p:spPr>
            <a:xfrm>
              <a:off x="1608430" y="3185890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2" name="Rectangle 9131">
              <a:extLst>
                <a:ext uri="{FF2B5EF4-FFF2-40B4-BE49-F238E27FC236}">
                  <a16:creationId xmlns:a16="http://schemas.microsoft.com/office/drawing/2014/main" id="{79E8946C-EABC-E932-09CB-06E8E41BFE2E}"/>
                </a:ext>
              </a:extLst>
            </p:cNvPr>
            <p:cNvSpPr/>
            <p:nvPr/>
          </p:nvSpPr>
          <p:spPr>
            <a:xfrm>
              <a:off x="1608430" y="3226784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3" name="Rectangle 9132">
              <a:extLst>
                <a:ext uri="{FF2B5EF4-FFF2-40B4-BE49-F238E27FC236}">
                  <a16:creationId xmlns:a16="http://schemas.microsoft.com/office/drawing/2014/main" id="{DF3AA6C7-E9CC-81CD-DEBB-40DF69B4732C}"/>
                </a:ext>
              </a:extLst>
            </p:cNvPr>
            <p:cNvSpPr/>
            <p:nvPr/>
          </p:nvSpPr>
          <p:spPr>
            <a:xfrm>
              <a:off x="1608430" y="3267551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4" name="Rectangle 9133">
              <a:extLst>
                <a:ext uri="{FF2B5EF4-FFF2-40B4-BE49-F238E27FC236}">
                  <a16:creationId xmlns:a16="http://schemas.microsoft.com/office/drawing/2014/main" id="{E02C8064-795A-735C-0CE0-B2A429199E82}"/>
                </a:ext>
              </a:extLst>
            </p:cNvPr>
            <p:cNvSpPr/>
            <p:nvPr/>
          </p:nvSpPr>
          <p:spPr>
            <a:xfrm>
              <a:off x="1608430" y="3308318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5" name="Rectangle 9134">
              <a:extLst>
                <a:ext uri="{FF2B5EF4-FFF2-40B4-BE49-F238E27FC236}">
                  <a16:creationId xmlns:a16="http://schemas.microsoft.com/office/drawing/2014/main" id="{3F992657-CA24-F750-1BEC-0B586C3E3C80}"/>
                </a:ext>
              </a:extLst>
            </p:cNvPr>
            <p:cNvSpPr/>
            <p:nvPr/>
          </p:nvSpPr>
          <p:spPr>
            <a:xfrm>
              <a:off x="1608430" y="3349085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6" name="Rectangle 9135">
              <a:extLst>
                <a:ext uri="{FF2B5EF4-FFF2-40B4-BE49-F238E27FC236}">
                  <a16:creationId xmlns:a16="http://schemas.microsoft.com/office/drawing/2014/main" id="{237ECCEF-EB2B-2542-AB8E-2E21C5F9FB37}"/>
                </a:ext>
              </a:extLst>
            </p:cNvPr>
            <p:cNvSpPr/>
            <p:nvPr/>
          </p:nvSpPr>
          <p:spPr>
            <a:xfrm>
              <a:off x="1608430" y="3389852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7" name="Rectangle 9136">
              <a:extLst>
                <a:ext uri="{FF2B5EF4-FFF2-40B4-BE49-F238E27FC236}">
                  <a16:creationId xmlns:a16="http://schemas.microsoft.com/office/drawing/2014/main" id="{F6C6CD4D-BD01-A701-677D-4AE643066417}"/>
                </a:ext>
              </a:extLst>
            </p:cNvPr>
            <p:cNvSpPr/>
            <p:nvPr/>
          </p:nvSpPr>
          <p:spPr>
            <a:xfrm>
              <a:off x="1608430" y="3430619"/>
              <a:ext cx="118871" cy="40766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8" name="Rectangle 9137">
              <a:extLst>
                <a:ext uri="{FF2B5EF4-FFF2-40B4-BE49-F238E27FC236}">
                  <a16:creationId xmlns:a16="http://schemas.microsoft.com/office/drawing/2014/main" id="{75E919FF-95DC-9028-08B2-0604F4146B17}"/>
                </a:ext>
              </a:extLst>
            </p:cNvPr>
            <p:cNvSpPr/>
            <p:nvPr/>
          </p:nvSpPr>
          <p:spPr>
            <a:xfrm>
              <a:off x="1608430" y="3471386"/>
              <a:ext cx="118871" cy="40766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9" name="Rectangle 9138">
              <a:extLst>
                <a:ext uri="{FF2B5EF4-FFF2-40B4-BE49-F238E27FC236}">
                  <a16:creationId xmlns:a16="http://schemas.microsoft.com/office/drawing/2014/main" id="{D4283202-3B77-9CF3-1788-B2C3C29FF3C7}"/>
                </a:ext>
              </a:extLst>
            </p:cNvPr>
            <p:cNvSpPr/>
            <p:nvPr/>
          </p:nvSpPr>
          <p:spPr>
            <a:xfrm>
              <a:off x="1608430" y="351215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0" name="Rectangle 9139">
              <a:extLst>
                <a:ext uri="{FF2B5EF4-FFF2-40B4-BE49-F238E27FC236}">
                  <a16:creationId xmlns:a16="http://schemas.microsoft.com/office/drawing/2014/main" id="{2669C82F-0A8F-2A81-B020-2BF0228F2D30}"/>
                </a:ext>
              </a:extLst>
            </p:cNvPr>
            <p:cNvSpPr/>
            <p:nvPr/>
          </p:nvSpPr>
          <p:spPr>
            <a:xfrm>
              <a:off x="1608430" y="355292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1" name="Rectangle 9140">
              <a:extLst>
                <a:ext uri="{FF2B5EF4-FFF2-40B4-BE49-F238E27FC236}">
                  <a16:creationId xmlns:a16="http://schemas.microsoft.com/office/drawing/2014/main" id="{AEE21FB3-C279-B093-B57A-164402B08FCB}"/>
                </a:ext>
              </a:extLst>
            </p:cNvPr>
            <p:cNvSpPr/>
            <p:nvPr/>
          </p:nvSpPr>
          <p:spPr>
            <a:xfrm>
              <a:off x="1608430" y="359368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2" name="Rectangle 9141">
              <a:extLst>
                <a:ext uri="{FF2B5EF4-FFF2-40B4-BE49-F238E27FC236}">
                  <a16:creationId xmlns:a16="http://schemas.microsoft.com/office/drawing/2014/main" id="{4226D3D2-D3B0-459C-6F3E-55222D3E0195}"/>
                </a:ext>
              </a:extLst>
            </p:cNvPr>
            <p:cNvSpPr/>
            <p:nvPr/>
          </p:nvSpPr>
          <p:spPr>
            <a:xfrm>
              <a:off x="1608430" y="3634454"/>
              <a:ext cx="118871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3" name="Rectangle 9142">
              <a:extLst>
                <a:ext uri="{FF2B5EF4-FFF2-40B4-BE49-F238E27FC236}">
                  <a16:creationId xmlns:a16="http://schemas.microsoft.com/office/drawing/2014/main" id="{772FFF1C-F933-9177-F38A-48DBF1629D75}"/>
                </a:ext>
              </a:extLst>
            </p:cNvPr>
            <p:cNvSpPr/>
            <p:nvPr/>
          </p:nvSpPr>
          <p:spPr>
            <a:xfrm>
              <a:off x="1608430" y="367522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4" name="Rectangle 9143">
              <a:extLst>
                <a:ext uri="{FF2B5EF4-FFF2-40B4-BE49-F238E27FC236}">
                  <a16:creationId xmlns:a16="http://schemas.microsoft.com/office/drawing/2014/main" id="{D5724856-DF9D-D15D-4BE0-DBFFF231BDBA}"/>
                </a:ext>
              </a:extLst>
            </p:cNvPr>
            <p:cNvSpPr/>
            <p:nvPr/>
          </p:nvSpPr>
          <p:spPr>
            <a:xfrm>
              <a:off x="1608430" y="371598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5" name="Rectangle 9144">
              <a:extLst>
                <a:ext uri="{FF2B5EF4-FFF2-40B4-BE49-F238E27FC236}">
                  <a16:creationId xmlns:a16="http://schemas.microsoft.com/office/drawing/2014/main" id="{59820898-EB2E-E2E9-0408-157CE678AEB2}"/>
                </a:ext>
              </a:extLst>
            </p:cNvPr>
            <p:cNvSpPr/>
            <p:nvPr/>
          </p:nvSpPr>
          <p:spPr>
            <a:xfrm>
              <a:off x="1608430" y="37568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6" name="Rectangle 9145">
              <a:extLst>
                <a:ext uri="{FF2B5EF4-FFF2-40B4-BE49-F238E27FC236}">
                  <a16:creationId xmlns:a16="http://schemas.microsoft.com/office/drawing/2014/main" id="{F81C9B59-FA60-4DA1-828D-B9806B0DF836}"/>
                </a:ext>
              </a:extLst>
            </p:cNvPr>
            <p:cNvSpPr/>
            <p:nvPr/>
          </p:nvSpPr>
          <p:spPr>
            <a:xfrm>
              <a:off x="1608430" y="37976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7" name="Rectangle 9146">
              <a:extLst>
                <a:ext uri="{FF2B5EF4-FFF2-40B4-BE49-F238E27FC236}">
                  <a16:creationId xmlns:a16="http://schemas.microsoft.com/office/drawing/2014/main" id="{0066EE5E-624A-10EA-4DCC-6E9286850F6F}"/>
                </a:ext>
              </a:extLst>
            </p:cNvPr>
            <p:cNvSpPr/>
            <p:nvPr/>
          </p:nvSpPr>
          <p:spPr>
            <a:xfrm>
              <a:off x="1608430" y="38384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8" name="Rectangle 9147">
              <a:extLst>
                <a:ext uri="{FF2B5EF4-FFF2-40B4-BE49-F238E27FC236}">
                  <a16:creationId xmlns:a16="http://schemas.microsoft.com/office/drawing/2014/main" id="{754145DF-E9E5-B463-BB2D-DB27F1DC0866}"/>
                </a:ext>
              </a:extLst>
            </p:cNvPr>
            <p:cNvSpPr/>
            <p:nvPr/>
          </p:nvSpPr>
          <p:spPr>
            <a:xfrm>
              <a:off x="1608430" y="387918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9" name="Rectangle 9148">
              <a:extLst>
                <a:ext uri="{FF2B5EF4-FFF2-40B4-BE49-F238E27FC236}">
                  <a16:creationId xmlns:a16="http://schemas.microsoft.com/office/drawing/2014/main" id="{D66A435F-0E18-D1FD-1F0A-A9F833B5B39F}"/>
                </a:ext>
              </a:extLst>
            </p:cNvPr>
            <p:cNvSpPr/>
            <p:nvPr/>
          </p:nvSpPr>
          <p:spPr>
            <a:xfrm>
              <a:off x="1608430" y="391995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0" name="Rectangle 9149">
              <a:extLst>
                <a:ext uri="{FF2B5EF4-FFF2-40B4-BE49-F238E27FC236}">
                  <a16:creationId xmlns:a16="http://schemas.microsoft.com/office/drawing/2014/main" id="{1182703C-1F31-5800-F8C6-7D93F008F62A}"/>
                </a:ext>
              </a:extLst>
            </p:cNvPr>
            <p:cNvSpPr/>
            <p:nvPr/>
          </p:nvSpPr>
          <p:spPr>
            <a:xfrm>
              <a:off x="1608430" y="396071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1" name="Rectangle 9150">
              <a:extLst>
                <a:ext uri="{FF2B5EF4-FFF2-40B4-BE49-F238E27FC236}">
                  <a16:creationId xmlns:a16="http://schemas.microsoft.com/office/drawing/2014/main" id="{2AE58C1F-70C0-5570-6BBC-D8AD24EA8478}"/>
                </a:ext>
              </a:extLst>
            </p:cNvPr>
            <p:cNvSpPr/>
            <p:nvPr/>
          </p:nvSpPr>
          <p:spPr>
            <a:xfrm>
              <a:off x="1608430" y="40014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2" name="Rectangle 9151">
              <a:extLst>
                <a:ext uri="{FF2B5EF4-FFF2-40B4-BE49-F238E27FC236}">
                  <a16:creationId xmlns:a16="http://schemas.microsoft.com/office/drawing/2014/main" id="{83631032-B984-DB5E-1385-3597181E6F62}"/>
                </a:ext>
              </a:extLst>
            </p:cNvPr>
            <p:cNvSpPr/>
            <p:nvPr/>
          </p:nvSpPr>
          <p:spPr>
            <a:xfrm>
              <a:off x="1608430" y="4042251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3" name="Rectangle 9152">
              <a:extLst>
                <a:ext uri="{FF2B5EF4-FFF2-40B4-BE49-F238E27FC236}">
                  <a16:creationId xmlns:a16="http://schemas.microsoft.com/office/drawing/2014/main" id="{A6696468-7F11-48A4-AD07-AA65097C620A}"/>
                </a:ext>
              </a:extLst>
            </p:cNvPr>
            <p:cNvSpPr/>
            <p:nvPr/>
          </p:nvSpPr>
          <p:spPr>
            <a:xfrm>
              <a:off x="1608430" y="4083018"/>
              <a:ext cx="118871" cy="40767"/>
            </a:xfrm>
            <a:prstGeom prst="rect">
              <a:avLst/>
            </a:prstGeom>
            <a:solidFill>
              <a:srgbClr val="F2EDE3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4" name="Rectangle 9153">
              <a:extLst>
                <a:ext uri="{FF2B5EF4-FFF2-40B4-BE49-F238E27FC236}">
                  <a16:creationId xmlns:a16="http://schemas.microsoft.com/office/drawing/2014/main" id="{87DA54E1-05F6-DF44-5011-09D6365D3808}"/>
                </a:ext>
              </a:extLst>
            </p:cNvPr>
            <p:cNvSpPr/>
            <p:nvPr/>
          </p:nvSpPr>
          <p:spPr>
            <a:xfrm>
              <a:off x="1608430" y="412378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5" name="Rectangle 9154">
              <a:extLst>
                <a:ext uri="{FF2B5EF4-FFF2-40B4-BE49-F238E27FC236}">
                  <a16:creationId xmlns:a16="http://schemas.microsoft.com/office/drawing/2014/main" id="{ACBC57D9-1E67-5833-9517-065BD08233D0}"/>
                </a:ext>
              </a:extLst>
            </p:cNvPr>
            <p:cNvSpPr/>
            <p:nvPr/>
          </p:nvSpPr>
          <p:spPr>
            <a:xfrm>
              <a:off x="1608430" y="416455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6" name="Rectangle 9155">
              <a:extLst>
                <a:ext uri="{FF2B5EF4-FFF2-40B4-BE49-F238E27FC236}">
                  <a16:creationId xmlns:a16="http://schemas.microsoft.com/office/drawing/2014/main" id="{25B5BF5C-8178-F7D6-DEC4-0334049FBB19}"/>
                </a:ext>
              </a:extLst>
            </p:cNvPr>
            <p:cNvSpPr/>
            <p:nvPr/>
          </p:nvSpPr>
          <p:spPr>
            <a:xfrm>
              <a:off x="1608430" y="4205319"/>
              <a:ext cx="118871" cy="40767"/>
            </a:xfrm>
            <a:prstGeom prst="rect">
              <a:avLst/>
            </a:prstGeom>
            <a:solidFill>
              <a:srgbClr val="F3EBDB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7" name="Rectangle 9156">
              <a:extLst>
                <a:ext uri="{FF2B5EF4-FFF2-40B4-BE49-F238E27FC236}">
                  <a16:creationId xmlns:a16="http://schemas.microsoft.com/office/drawing/2014/main" id="{CDFFCB22-DE79-0A39-CD5B-C84BBC1EB014}"/>
                </a:ext>
              </a:extLst>
            </p:cNvPr>
            <p:cNvSpPr/>
            <p:nvPr/>
          </p:nvSpPr>
          <p:spPr>
            <a:xfrm>
              <a:off x="1608430" y="424608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8" name="Rectangle 9157">
              <a:extLst>
                <a:ext uri="{FF2B5EF4-FFF2-40B4-BE49-F238E27FC236}">
                  <a16:creationId xmlns:a16="http://schemas.microsoft.com/office/drawing/2014/main" id="{B096F02A-756C-14F9-93C7-A729D07D56C3}"/>
                </a:ext>
              </a:extLst>
            </p:cNvPr>
            <p:cNvSpPr/>
            <p:nvPr/>
          </p:nvSpPr>
          <p:spPr>
            <a:xfrm>
              <a:off x="1608430" y="4286980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9" name="Rectangle 9158">
              <a:extLst>
                <a:ext uri="{FF2B5EF4-FFF2-40B4-BE49-F238E27FC236}">
                  <a16:creationId xmlns:a16="http://schemas.microsoft.com/office/drawing/2014/main" id="{2FE6CB75-F5FC-C375-E0E0-70F9FF77E91C}"/>
                </a:ext>
              </a:extLst>
            </p:cNvPr>
            <p:cNvSpPr/>
            <p:nvPr/>
          </p:nvSpPr>
          <p:spPr>
            <a:xfrm>
              <a:off x="1608430" y="432774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0" name="Rectangle 9159">
              <a:extLst>
                <a:ext uri="{FF2B5EF4-FFF2-40B4-BE49-F238E27FC236}">
                  <a16:creationId xmlns:a16="http://schemas.microsoft.com/office/drawing/2014/main" id="{7A7E9F83-B2E4-B523-EDAC-BABFDEA1353F}"/>
                </a:ext>
              </a:extLst>
            </p:cNvPr>
            <p:cNvSpPr/>
            <p:nvPr/>
          </p:nvSpPr>
          <p:spPr>
            <a:xfrm>
              <a:off x="1608430" y="436851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1" name="Rectangle 9160">
              <a:extLst>
                <a:ext uri="{FF2B5EF4-FFF2-40B4-BE49-F238E27FC236}">
                  <a16:creationId xmlns:a16="http://schemas.microsoft.com/office/drawing/2014/main" id="{FCC08451-F4D1-B483-79DA-25FFCB35A138}"/>
                </a:ext>
              </a:extLst>
            </p:cNvPr>
            <p:cNvSpPr/>
            <p:nvPr/>
          </p:nvSpPr>
          <p:spPr>
            <a:xfrm>
              <a:off x="1608430" y="4409281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2" name="Rectangle 9161">
              <a:extLst>
                <a:ext uri="{FF2B5EF4-FFF2-40B4-BE49-F238E27FC236}">
                  <a16:creationId xmlns:a16="http://schemas.microsoft.com/office/drawing/2014/main" id="{BB420526-7A71-0646-46C1-A4A8323C1DDF}"/>
                </a:ext>
              </a:extLst>
            </p:cNvPr>
            <p:cNvSpPr/>
            <p:nvPr/>
          </p:nvSpPr>
          <p:spPr>
            <a:xfrm>
              <a:off x="1608430" y="4450048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3" name="Rectangle 9162">
              <a:extLst>
                <a:ext uri="{FF2B5EF4-FFF2-40B4-BE49-F238E27FC236}">
                  <a16:creationId xmlns:a16="http://schemas.microsoft.com/office/drawing/2014/main" id="{8B9291A6-7DB2-C502-8930-552F06C0A3B3}"/>
                </a:ext>
              </a:extLst>
            </p:cNvPr>
            <p:cNvSpPr/>
            <p:nvPr/>
          </p:nvSpPr>
          <p:spPr>
            <a:xfrm>
              <a:off x="1608430" y="4490815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4" name="Rectangle 9163">
              <a:extLst>
                <a:ext uri="{FF2B5EF4-FFF2-40B4-BE49-F238E27FC236}">
                  <a16:creationId xmlns:a16="http://schemas.microsoft.com/office/drawing/2014/main" id="{5C22D033-0104-1AEF-8295-A5CB01F7FF51}"/>
                </a:ext>
              </a:extLst>
            </p:cNvPr>
            <p:cNvSpPr/>
            <p:nvPr/>
          </p:nvSpPr>
          <p:spPr>
            <a:xfrm>
              <a:off x="1608430" y="4531582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5" name="Rectangle 9164">
              <a:extLst>
                <a:ext uri="{FF2B5EF4-FFF2-40B4-BE49-F238E27FC236}">
                  <a16:creationId xmlns:a16="http://schemas.microsoft.com/office/drawing/2014/main" id="{3E701480-7C1B-DF12-E13D-F8147EA8B2F1}"/>
                </a:ext>
              </a:extLst>
            </p:cNvPr>
            <p:cNvSpPr/>
            <p:nvPr/>
          </p:nvSpPr>
          <p:spPr>
            <a:xfrm>
              <a:off x="1608430" y="4572349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6" name="Rectangle 9165">
              <a:extLst>
                <a:ext uri="{FF2B5EF4-FFF2-40B4-BE49-F238E27FC236}">
                  <a16:creationId xmlns:a16="http://schemas.microsoft.com/office/drawing/2014/main" id="{43C0A3A6-E659-DB07-4A08-D3ED649D2A32}"/>
                </a:ext>
              </a:extLst>
            </p:cNvPr>
            <p:cNvSpPr/>
            <p:nvPr/>
          </p:nvSpPr>
          <p:spPr>
            <a:xfrm>
              <a:off x="1608430" y="4613116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7" name="Rectangle 9166">
              <a:extLst>
                <a:ext uri="{FF2B5EF4-FFF2-40B4-BE49-F238E27FC236}">
                  <a16:creationId xmlns:a16="http://schemas.microsoft.com/office/drawing/2014/main" id="{C17A17D8-F08A-3A40-A43A-BE1A036F0C10}"/>
                </a:ext>
              </a:extLst>
            </p:cNvPr>
            <p:cNvSpPr/>
            <p:nvPr/>
          </p:nvSpPr>
          <p:spPr>
            <a:xfrm>
              <a:off x="1608430" y="4653883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8" name="Rectangle 9167">
              <a:extLst>
                <a:ext uri="{FF2B5EF4-FFF2-40B4-BE49-F238E27FC236}">
                  <a16:creationId xmlns:a16="http://schemas.microsoft.com/office/drawing/2014/main" id="{781C2B53-D7A1-83DE-4A64-98E3264DF444}"/>
                </a:ext>
              </a:extLst>
            </p:cNvPr>
            <p:cNvSpPr/>
            <p:nvPr/>
          </p:nvSpPr>
          <p:spPr>
            <a:xfrm>
              <a:off x="1608430" y="4694650"/>
              <a:ext cx="118871" cy="40767"/>
            </a:xfrm>
            <a:prstGeom prst="rect">
              <a:avLst/>
            </a:prstGeom>
            <a:solidFill>
              <a:srgbClr val="F2EFEA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9" name="Rectangle 9168">
              <a:extLst>
                <a:ext uri="{FF2B5EF4-FFF2-40B4-BE49-F238E27FC236}">
                  <a16:creationId xmlns:a16="http://schemas.microsoft.com/office/drawing/2014/main" id="{5346DEB0-FD19-C383-4122-B245423C773C}"/>
                </a:ext>
              </a:extLst>
            </p:cNvPr>
            <p:cNvSpPr/>
            <p:nvPr/>
          </p:nvSpPr>
          <p:spPr>
            <a:xfrm>
              <a:off x="1608430" y="4735417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70" name="Rectangle 9169">
              <a:extLst>
                <a:ext uri="{FF2B5EF4-FFF2-40B4-BE49-F238E27FC236}">
                  <a16:creationId xmlns:a16="http://schemas.microsoft.com/office/drawing/2014/main" id="{1F656921-B565-FDB8-30D7-99EFE851D4AB}"/>
                </a:ext>
              </a:extLst>
            </p:cNvPr>
            <p:cNvSpPr/>
            <p:nvPr/>
          </p:nvSpPr>
          <p:spPr>
            <a:xfrm>
              <a:off x="1608430" y="4776184"/>
              <a:ext cx="118871" cy="40767"/>
            </a:xfrm>
            <a:prstGeom prst="rect">
              <a:avLst/>
            </a:prstGeom>
            <a:solidFill>
              <a:srgbClr val="F2F2F2"/>
            </a:solidFill>
            <a:ln w="9525" cap="rnd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71" name="TextBox 9170">
              <a:extLst>
                <a:ext uri="{FF2B5EF4-FFF2-40B4-BE49-F238E27FC236}">
                  <a16:creationId xmlns:a16="http://schemas.microsoft.com/office/drawing/2014/main" id="{BF99EBD1-D650-86B1-A402-69D68153AC0B}"/>
                </a:ext>
              </a:extLst>
            </p:cNvPr>
            <p:cNvSpPr txBox="1"/>
            <p:nvPr/>
          </p:nvSpPr>
          <p:spPr>
            <a:xfrm rot="5400000">
              <a:off x="-599008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9172" name="TextBox 9171">
              <a:extLst>
                <a:ext uri="{FF2B5EF4-FFF2-40B4-BE49-F238E27FC236}">
                  <a16:creationId xmlns:a16="http://schemas.microsoft.com/office/drawing/2014/main" id="{D2F6109D-7FD1-2A7B-74B3-7ACEE93C6528}"/>
                </a:ext>
              </a:extLst>
            </p:cNvPr>
            <p:cNvSpPr txBox="1"/>
            <p:nvPr/>
          </p:nvSpPr>
          <p:spPr>
            <a:xfrm rot="5400000">
              <a:off x="-480263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9173" name="TextBox 9172">
              <a:extLst>
                <a:ext uri="{FF2B5EF4-FFF2-40B4-BE49-F238E27FC236}">
                  <a16:creationId xmlns:a16="http://schemas.microsoft.com/office/drawing/2014/main" id="{D1722CC3-93DE-08E7-19D2-0CF9271D3524}"/>
                </a:ext>
              </a:extLst>
            </p:cNvPr>
            <p:cNvSpPr txBox="1"/>
            <p:nvPr/>
          </p:nvSpPr>
          <p:spPr>
            <a:xfrm rot="5400000">
              <a:off x="-361391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9174" name="TextBox 9173">
              <a:extLst>
                <a:ext uri="{FF2B5EF4-FFF2-40B4-BE49-F238E27FC236}">
                  <a16:creationId xmlns:a16="http://schemas.microsoft.com/office/drawing/2014/main" id="{5AEAC57D-C51D-E442-6F7C-F27A97DCE16F}"/>
                </a:ext>
              </a:extLst>
            </p:cNvPr>
            <p:cNvSpPr txBox="1"/>
            <p:nvPr/>
          </p:nvSpPr>
          <p:spPr>
            <a:xfrm rot="5400000">
              <a:off x="-242646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9175" name="TextBox 9174">
              <a:extLst>
                <a:ext uri="{FF2B5EF4-FFF2-40B4-BE49-F238E27FC236}">
                  <a16:creationId xmlns:a16="http://schemas.microsoft.com/office/drawing/2014/main" id="{C936EC82-37FA-8825-EB31-B890B4B826EC}"/>
                </a:ext>
              </a:extLst>
            </p:cNvPr>
            <p:cNvSpPr txBox="1"/>
            <p:nvPr/>
          </p:nvSpPr>
          <p:spPr>
            <a:xfrm rot="5400000">
              <a:off x="-123774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9176" name="TextBox 9175">
              <a:extLst>
                <a:ext uri="{FF2B5EF4-FFF2-40B4-BE49-F238E27FC236}">
                  <a16:creationId xmlns:a16="http://schemas.microsoft.com/office/drawing/2014/main" id="{5E824E08-61F8-D8F6-2698-843F3261D15A}"/>
                </a:ext>
              </a:extLst>
            </p:cNvPr>
            <p:cNvSpPr txBox="1"/>
            <p:nvPr/>
          </p:nvSpPr>
          <p:spPr>
            <a:xfrm rot="5400000">
              <a:off x="-5029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9177" name="TextBox 9176">
              <a:extLst>
                <a:ext uri="{FF2B5EF4-FFF2-40B4-BE49-F238E27FC236}">
                  <a16:creationId xmlns:a16="http://schemas.microsoft.com/office/drawing/2014/main" id="{28AA76FB-430F-181A-E911-06F6D6BC555D}"/>
                </a:ext>
              </a:extLst>
            </p:cNvPr>
            <p:cNvSpPr txBox="1"/>
            <p:nvPr/>
          </p:nvSpPr>
          <p:spPr>
            <a:xfrm rot="5400000">
              <a:off x="113843" y="4773705"/>
              <a:ext cx="253511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9178" name="TextBox 9177">
              <a:extLst>
                <a:ext uri="{FF2B5EF4-FFF2-40B4-BE49-F238E27FC236}">
                  <a16:creationId xmlns:a16="http://schemas.microsoft.com/office/drawing/2014/main" id="{E9887748-80AF-AE8F-F53C-1C4EFAEA4D06}"/>
                </a:ext>
              </a:extLst>
            </p:cNvPr>
            <p:cNvSpPr txBox="1"/>
            <p:nvPr/>
          </p:nvSpPr>
          <p:spPr>
            <a:xfrm rot="5400000">
              <a:off x="197272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9179" name="TextBox 9178">
              <a:extLst>
                <a:ext uri="{FF2B5EF4-FFF2-40B4-BE49-F238E27FC236}">
                  <a16:creationId xmlns:a16="http://schemas.microsoft.com/office/drawing/2014/main" id="{870277F7-CDE5-C560-617E-9E4FC10F67CE}"/>
                </a:ext>
              </a:extLst>
            </p:cNvPr>
            <p:cNvSpPr txBox="1"/>
            <p:nvPr/>
          </p:nvSpPr>
          <p:spPr>
            <a:xfrm rot="5400000">
              <a:off x="316144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9180" name="TextBox 9179">
              <a:extLst>
                <a:ext uri="{FF2B5EF4-FFF2-40B4-BE49-F238E27FC236}">
                  <a16:creationId xmlns:a16="http://schemas.microsoft.com/office/drawing/2014/main" id="{272A8FE2-C348-AD09-B4D7-BBB7BE0B1206}"/>
                </a:ext>
              </a:extLst>
            </p:cNvPr>
            <p:cNvSpPr txBox="1"/>
            <p:nvPr/>
          </p:nvSpPr>
          <p:spPr>
            <a:xfrm rot="5400000">
              <a:off x="434889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14</a:t>
              </a:r>
            </a:p>
          </p:txBody>
        </p:sp>
        <p:sp>
          <p:nvSpPr>
            <p:cNvPr id="9181" name="TextBox 9180">
              <a:extLst>
                <a:ext uri="{FF2B5EF4-FFF2-40B4-BE49-F238E27FC236}">
                  <a16:creationId xmlns:a16="http://schemas.microsoft.com/office/drawing/2014/main" id="{C4D0E3B8-D206-817D-ABF9-5E02A594F5A9}"/>
                </a:ext>
              </a:extLst>
            </p:cNvPr>
            <p:cNvSpPr txBox="1"/>
            <p:nvPr/>
          </p:nvSpPr>
          <p:spPr>
            <a:xfrm rot="5400000">
              <a:off x="553761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16</a:t>
              </a:r>
            </a:p>
          </p:txBody>
        </p:sp>
        <p:sp>
          <p:nvSpPr>
            <p:cNvPr id="9182" name="TextBox 9181">
              <a:extLst>
                <a:ext uri="{FF2B5EF4-FFF2-40B4-BE49-F238E27FC236}">
                  <a16:creationId xmlns:a16="http://schemas.microsoft.com/office/drawing/2014/main" id="{F943948B-79AC-4353-0DBC-30F3A11F8E52}"/>
                </a:ext>
              </a:extLst>
            </p:cNvPr>
            <p:cNvSpPr txBox="1"/>
            <p:nvPr/>
          </p:nvSpPr>
          <p:spPr>
            <a:xfrm rot="5400000">
              <a:off x="672633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17</a:t>
              </a:r>
            </a:p>
          </p:txBody>
        </p:sp>
        <p:sp>
          <p:nvSpPr>
            <p:cNvPr id="9183" name="TextBox 9182">
              <a:extLst>
                <a:ext uri="{FF2B5EF4-FFF2-40B4-BE49-F238E27FC236}">
                  <a16:creationId xmlns:a16="http://schemas.microsoft.com/office/drawing/2014/main" id="{EBD7EC41-AF34-FB02-EEDF-0505421A117F}"/>
                </a:ext>
              </a:extLst>
            </p:cNvPr>
            <p:cNvSpPr txBox="1"/>
            <p:nvPr/>
          </p:nvSpPr>
          <p:spPr>
            <a:xfrm rot="5400000">
              <a:off x="791378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18</a:t>
              </a:r>
            </a:p>
          </p:txBody>
        </p:sp>
        <p:sp>
          <p:nvSpPr>
            <p:cNvPr id="9184" name="TextBox 9183">
              <a:extLst>
                <a:ext uri="{FF2B5EF4-FFF2-40B4-BE49-F238E27FC236}">
                  <a16:creationId xmlns:a16="http://schemas.microsoft.com/office/drawing/2014/main" id="{66EF8328-1973-9E81-F564-35A19EE534AB}"/>
                </a:ext>
              </a:extLst>
            </p:cNvPr>
            <p:cNvSpPr txBox="1"/>
            <p:nvPr/>
          </p:nvSpPr>
          <p:spPr>
            <a:xfrm rot="5400000">
              <a:off x="910250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19</a:t>
              </a:r>
            </a:p>
          </p:txBody>
        </p:sp>
        <p:sp>
          <p:nvSpPr>
            <p:cNvPr id="9185" name="TextBox 9184">
              <a:extLst>
                <a:ext uri="{FF2B5EF4-FFF2-40B4-BE49-F238E27FC236}">
                  <a16:creationId xmlns:a16="http://schemas.microsoft.com/office/drawing/2014/main" id="{E33989A8-923F-3802-3C37-821C7C4735E5}"/>
                </a:ext>
              </a:extLst>
            </p:cNvPr>
            <p:cNvSpPr txBox="1"/>
            <p:nvPr/>
          </p:nvSpPr>
          <p:spPr>
            <a:xfrm rot="5400000">
              <a:off x="1028995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21</a:t>
              </a:r>
            </a:p>
          </p:txBody>
        </p:sp>
        <p:sp>
          <p:nvSpPr>
            <p:cNvPr id="9186" name="TextBox 9185">
              <a:extLst>
                <a:ext uri="{FF2B5EF4-FFF2-40B4-BE49-F238E27FC236}">
                  <a16:creationId xmlns:a16="http://schemas.microsoft.com/office/drawing/2014/main" id="{248754B6-7D99-91BD-EFDC-85B41A439CD9}"/>
                </a:ext>
              </a:extLst>
            </p:cNvPr>
            <p:cNvSpPr txBox="1"/>
            <p:nvPr/>
          </p:nvSpPr>
          <p:spPr>
            <a:xfrm rot="5400000">
              <a:off x="1147867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22</a:t>
              </a:r>
            </a:p>
          </p:txBody>
        </p:sp>
        <p:sp>
          <p:nvSpPr>
            <p:cNvPr id="9187" name="TextBox 9186">
              <a:extLst>
                <a:ext uri="{FF2B5EF4-FFF2-40B4-BE49-F238E27FC236}">
                  <a16:creationId xmlns:a16="http://schemas.microsoft.com/office/drawing/2014/main" id="{D5B629F1-6C0D-6A37-C8FB-2E7A79FF6F41}"/>
                </a:ext>
              </a:extLst>
            </p:cNvPr>
            <p:cNvSpPr txBox="1"/>
            <p:nvPr/>
          </p:nvSpPr>
          <p:spPr>
            <a:xfrm rot="5400000">
              <a:off x="1266612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23</a:t>
              </a:r>
            </a:p>
          </p:txBody>
        </p:sp>
        <p:sp>
          <p:nvSpPr>
            <p:cNvPr id="9188" name="TextBox 9187">
              <a:extLst>
                <a:ext uri="{FF2B5EF4-FFF2-40B4-BE49-F238E27FC236}">
                  <a16:creationId xmlns:a16="http://schemas.microsoft.com/office/drawing/2014/main" id="{8B73672D-40B2-111D-14C1-CA19A803C21E}"/>
                </a:ext>
              </a:extLst>
            </p:cNvPr>
            <p:cNvSpPr txBox="1"/>
            <p:nvPr/>
          </p:nvSpPr>
          <p:spPr>
            <a:xfrm rot="5400000">
              <a:off x="1385484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24</a:t>
              </a:r>
            </a:p>
          </p:txBody>
        </p:sp>
        <p:sp>
          <p:nvSpPr>
            <p:cNvPr id="9189" name="TextBox 9188">
              <a:extLst>
                <a:ext uri="{FF2B5EF4-FFF2-40B4-BE49-F238E27FC236}">
                  <a16:creationId xmlns:a16="http://schemas.microsoft.com/office/drawing/2014/main" id="{2F230E98-7533-7048-0940-45B99625EE5A}"/>
                </a:ext>
              </a:extLst>
            </p:cNvPr>
            <p:cNvSpPr txBox="1"/>
            <p:nvPr/>
          </p:nvSpPr>
          <p:spPr>
            <a:xfrm rot="5400000">
              <a:off x="1504229" y="4809020"/>
              <a:ext cx="324142" cy="2333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7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25</a:t>
              </a:r>
            </a:p>
          </p:txBody>
        </p:sp>
      </p:grpSp>
      <p:sp>
        <p:nvSpPr>
          <p:cNvPr id="9364" name="TextBox 9363">
            <a:extLst>
              <a:ext uri="{FF2B5EF4-FFF2-40B4-BE49-F238E27FC236}">
                <a16:creationId xmlns:a16="http://schemas.microsoft.com/office/drawing/2014/main" id="{77985303-7EF5-F446-DEAC-4B5AD0E78133}"/>
              </a:ext>
            </a:extLst>
          </p:cNvPr>
          <p:cNvSpPr txBox="1"/>
          <p:nvPr/>
        </p:nvSpPr>
        <p:spPr>
          <a:xfrm>
            <a:off x="3547418" y="359921"/>
            <a:ext cx="261161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" b="1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Proportion of Each Region Child </a:t>
            </a:r>
          </a:p>
          <a:p>
            <a:pPr algn="ctr"/>
            <a:r>
              <a:rPr lang="en-US" sz="1200" b="1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Cluster</a:t>
            </a:r>
          </a:p>
        </p:txBody>
      </p:sp>
      <p:sp>
        <p:nvSpPr>
          <p:cNvPr id="9365" name="TextBox 9364">
            <a:extLst>
              <a:ext uri="{FF2B5EF4-FFF2-40B4-BE49-F238E27FC236}">
                <a16:creationId xmlns:a16="http://schemas.microsoft.com/office/drawing/2014/main" id="{4B6E517F-BC09-19CC-916F-73DA379EF47D}"/>
              </a:ext>
            </a:extLst>
          </p:cNvPr>
          <p:cNvSpPr txBox="1"/>
          <p:nvPr/>
        </p:nvSpPr>
        <p:spPr>
          <a:xfrm>
            <a:off x="11775" y="-9411"/>
            <a:ext cx="19603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/>
              <a:t>Parker et al., 2024</a:t>
            </a:r>
          </a:p>
        </p:txBody>
      </p:sp>
    </p:spTree>
    <p:extLst>
      <p:ext uri="{BB962C8B-B14F-4D97-AF65-F5344CB8AC3E}">
        <p14:creationId xmlns:p14="http://schemas.microsoft.com/office/powerpoint/2010/main" val="331139649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6500FCEC-7FDF-D2F8-97E8-7FA1C683C390}"/>
              </a:ext>
            </a:extLst>
          </p:cNvPr>
          <p:cNvGrpSpPr/>
          <p:nvPr/>
        </p:nvGrpSpPr>
        <p:grpSpPr>
          <a:xfrm>
            <a:off x="147484" y="147800"/>
            <a:ext cx="3698064" cy="3593502"/>
            <a:chOff x="147484" y="147800"/>
            <a:chExt cx="3698064" cy="3593502"/>
          </a:xfrm>
        </p:grpSpPr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4061604C-36C5-40E0-CF02-34CFEF1F5EDF}"/>
                </a:ext>
              </a:extLst>
            </p:cNvPr>
            <p:cNvSpPr txBox="1"/>
            <p:nvPr/>
          </p:nvSpPr>
          <p:spPr>
            <a:xfrm>
              <a:off x="725425" y="147800"/>
              <a:ext cx="12426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1_RGCs DEGs</a:t>
              </a:r>
            </a:p>
          </p:txBody>
        </p:sp>
        <p:grpSp>
          <p:nvGrpSpPr>
            <p:cNvPr id="1103" name="Group 1102">
              <a:extLst>
                <a:ext uri="{FF2B5EF4-FFF2-40B4-BE49-F238E27FC236}">
                  <a16:creationId xmlns:a16="http://schemas.microsoft.com/office/drawing/2014/main" id="{2CFE0F2A-0BDA-1C3C-F270-3FD66D4DB280}"/>
                </a:ext>
              </a:extLst>
            </p:cNvPr>
            <p:cNvGrpSpPr/>
            <p:nvPr/>
          </p:nvGrpSpPr>
          <p:grpSpPr>
            <a:xfrm>
              <a:off x="809066" y="477440"/>
              <a:ext cx="1004793" cy="3056162"/>
              <a:chOff x="247427" y="2346525"/>
              <a:chExt cx="1004793" cy="3056162"/>
            </a:xfrm>
          </p:grpSpPr>
          <p:grpSp>
            <p:nvGrpSpPr>
              <p:cNvPr id="1102" name="Group 1101">
                <a:extLst>
                  <a:ext uri="{FF2B5EF4-FFF2-40B4-BE49-F238E27FC236}">
                    <a16:creationId xmlns:a16="http://schemas.microsoft.com/office/drawing/2014/main" id="{0B39B59C-0CFB-98A0-B568-83BDEF26B56F}"/>
                  </a:ext>
                </a:extLst>
              </p:cNvPr>
              <p:cNvGrpSpPr/>
              <p:nvPr/>
            </p:nvGrpSpPr>
            <p:grpSpPr>
              <a:xfrm>
                <a:off x="247427" y="2346525"/>
                <a:ext cx="1004793" cy="2785953"/>
                <a:chOff x="241300" y="2346525"/>
                <a:chExt cx="3272154" cy="2785953"/>
              </a:xfrm>
            </p:grpSpPr>
            <p:sp>
              <p:nvSpPr>
                <p:cNvPr id="707" name="Freeform 706">
                  <a:extLst>
                    <a:ext uri="{FF2B5EF4-FFF2-40B4-BE49-F238E27FC236}">
                      <a16:creationId xmlns:a16="http://schemas.microsoft.com/office/drawing/2014/main" id="{FD3691F3-32FF-3A00-AFD3-BFE2A96376F2}"/>
                    </a:ext>
                  </a:extLst>
                </p:cNvPr>
                <p:cNvSpPr/>
                <p:nvPr/>
              </p:nvSpPr>
              <p:spPr>
                <a:xfrm>
                  <a:off x="241300" y="234652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CFD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9AC2B82B-665F-195F-1619-177871A9C59B}"/>
                    </a:ext>
                  </a:extLst>
                </p:cNvPr>
                <p:cNvSpPr/>
                <p:nvPr/>
              </p:nvSpPr>
              <p:spPr>
                <a:xfrm>
                  <a:off x="241300" y="240991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F1F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6DC142F5-6107-1727-696B-48E250C38132}"/>
                    </a:ext>
                  </a:extLst>
                </p:cNvPr>
                <p:cNvSpPr/>
                <p:nvPr/>
              </p:nvSpPr>
              <p:spPr>
                <a:xfrm>
                  <a:off x="241300" y="247318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EF4F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398D28AD-18FF-BD60-C0EE-4B81C684133C}"/>
                    </a:ext>
                  </a:extLst>
                </p:cNvPr>
                <p:cNvSpPr/>
                <p:nvPr/>
              </p:nvSpPr>
              <p:spPr>
                <a:xfrm>
                  <a:off x="241300" y="253658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7E4F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9E7C9D64-4D3F-4DEE-A8C3-4946B8765F68}"/>
                    </a:ext>
                  </a:extLst>
                </p:cNvPr>
                <p:cNvSpPr/>
                <p:nvPr/>
              </p:nvSpPr>
              <p:spPr>
                <a:xfrm>
                  <a:off x="241300" y="259985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2E1E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3321F84C-73C3-05C2-AFC5-F772FD862772}"/>
                    </a:ext>
                  </a:extLst>
                </p:cNvPr>
                <p:cNvSpPr/>
                <p:nvPr/>
              </p:nvSpPr>
              <p:spPr>
                <a:xfrm>
                  <a:off x="241300" y="266311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0D5E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3" name="Freeform 712">
                  <a:extLst>
                    <a:ext uri="{FF2B5EF4-FFF2-40B4-BE49-F238E27FC236}">
                      <a16:creationId xmlns:a16="http://schemas.microsoft.com/office/drawing/2014/main" id="{C2C90907-D401-A93E-339F-2DB21875836C}"/>
                    </a:ext>
                  </a:extLst>
                </p:cNvPr>
                <p:cNvSpPr/>
                <p:nvPr/>
              </p:nvSpPr>
              <p:spPr>
                <a:xfrm>
                  <a:off x="241300" y="272651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0D5E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4" name="Freeform 713">
                  <a:extLst>
                    <a:ext uri="{FF2B5EF4-FFF2-40B4-BE49-F238E27FC236}">
                      <a16:creationId xmlns:a16="http://schemas.microsoft.com/office/drawing/2014/main" id="{43623B40-793E-DBED-45EE-1B8C3BB24CAB}"/>
                    </a:ext>
                  </a:extLst>
                </p:cNvPr>
                <p:cNvSpPr/>
                <p:nvPr/>
              </p:nvSpPr>
              <p:spPr>
                <a:xfrm>
                  <a:off x="241300" y="278978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4D8E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5" name="Freeform 714">
                  <a:extLst>
                    <a:ext uri="{FF2B5EF4-FFF2-40B4-BE49-F238E27FC236}">
                      <a16:creationId xmlns:a16="http://schemas.microsoft.com/office/drawing/2014/main" id="{860A518A-51E1-F9F3-6796-17D12B232C14}"/>
                    </a:ext>
                  </a:extLst>
                </p:cNvPr>
                <p:cNvSpPr/>
                <p:nvPr/>
              </p:nvSpPr>
              <p:spPr>
                <a:xfrm>
                  <a:off x="241300" y="285305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9DBE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6" name="Freeform 715">
                  <a:extLst>
                    <a:ext uri="{FF2B5EF4-FFF2-40B4-BE49-F238E27FC236}">
                      <a16:creationId xmlns:a16="http://schemas.microsoft.com/office/drawing/2014/main" id="{79DFA83D-1066-A91B-636C-90A866BC1ED3}"/>
                    </a:ext>
                  </a:extLst>
                </p:cNvPr>
                <p:cNvSpPr/>
                <p:nvPr/>
              </p:nvSpPr>
              <p:spPr>
                <a:xfrm>
                  <a:off x="241300" y="291644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EDEE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7" name="Freeform 716">
                  <a:extLst>
                    <a:ext uri="{FF2B5EF4-FFF2-40B4-BE49-F238E27FC236}">
                      <a16:creationId xmlns:a16="http://schemas.microsoft.com/office/drawing/2014/main" id="{382D4F7D-81A3-93AD-63FA-479A6EEE49B1}"/>
                    </a:ext>
                  </a:extLst>
                </p:cNvPr>
                <p:cNvSpPr/>
                <p:nvPr/>
              </p:nvSpPr>
              <p:spPr>
                <a:xfrm>
                  <a:off x="241300" y="297971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6B9D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8" name="Freeform 717">
                  <a:extLst>
                    <a:ext uri="{FF2B5EF4-FFF2-40B4-BE49-F238E27FC236}">
                      <a16:creationId xmlns:a16="http://schemas.microsoft.com/office/drawing/2014/main" id="{DBDE066E-FB74-A592-1EDF-D9856786DE18}"/>
                    </a:ext>
                  </a:extLst>
                </p:cNvPr>
                <p:cNvSpPr/>
                <p:nvPr/>
              </p:nvSpPr>
              <p:spPr>
                <a:xfrm>
                  <a:off x="241300" y="304310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1B5D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9" name="Freeform 718">
                  <a:extLst>
                    <a:ext uri="{FF2B5EF4-FFF2-40B4-BE49-F238E27FC236}">
                      <a16:creationId xmlns:a16="http://schemas.microsoft.com/office/drawing/2014/main" id="{70BB5661-3461-2C5D-2BD6-49D3C07DCF37}"/>
                    </a:ext>
                  </a:extLst>
                </p:cNvPr>
                <p:cNvSpPr/>
                <p:nvPr/>
              </p:nvSpPr>
              <p:spPr>
                <a:xfrm>
                  <a:off x="241300" y="310637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DC8E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0" name="Freeform 719">
                  <a:extLst>
                    <a:ext uri="{FF2B5EF4-FFF2-40B4-BE49-F238E27FC236}">
                      <a16:creationId xmlns:a16="http://schemas.microsoft.com/office/drawing/2014/main" id="{E3E25768-0057-DB57-FC77-61EC1D3B6C7C}"/>
                    </a:ext>
                  </a:extLst>
                </p:cNvPr>
                <p:cNvSpPr/>
                <p:nvPr/>
              </p:nvSpPr>
              <p:spPr>
                <a:xfrm>
                  <a:off x="241300" y="316964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FB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1" name="Freeform 720">
                  <a:extLst>
                    <a:ext uri="{FF2B5EF4-FFF2-40B4-BE49-F238E27FC236}">
                      <a16:creationId xmlns:a16="http://schemas.microsoft.com/office/drawing/2014/main" id="{8EED31D7-218B-2A85-BCD1-D2AD9FDD4D0F}"/>
                    </a:ext>
                  </a:extLst>
                </p:cNvPr>
                <p:cNvSpPr/>
                <p:nvPr/>
              </p:nvSpPr>
              <p:spPr>
                <a:xfrm>
                  <a:off x="241300" y="323303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4C2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2" name="Freeform 721">
                  <a:extLst>
                    <a:ext uri="{FF2B5EF4-FFF2-40B4-BE49-F238E27FC236}">
                      <a16:creationId xmlns:a16="http://schemas.microsoft.com/office/drawing/2014/main" id="{EF8F89E7-14EB-EC26-AB54-194DAF930594}"/>
                    </a:ext>
                  </a:extLst>
                </p:cNvPr>
                <p:cNvSpPr/>
                <p:nvPr/>
              </p:nvSpPr>
              <p:spPr>
                <a:xfrm>
                  <a:off x="241300" y="329630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4C2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Freeform 722">
                  <a:extLst>
                    <a:ext uri="{FF2B5EF4-FFF2-40B4-BE49-F238E27FC236}">
                      <a16:creationId xmlns:a16="http://schemas.microsoft.com/office/drawing/2014/main" id="{9F96842B-DFEB-DCC3-DC1D-973C9447E576}"/>
                    </a:ext>
                  </a:extLst>
                </p:cNvPr>
                <p:cNvSpPr/>
                <p:nvPr/>
              </p:nvSpPr>
              <p:spPr>
                <a:xfrm>
                  <a:off x="241300" y="335970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4" name="Freeform 723">
                  <a:extLst>
                    <a:ext uri="{FF2B5EF4-FFF2-40B4-BE49-F238E27FC236}">
                      <a16:creationId xmlns:a16="http://schemas.microsoft.com/office/drawing/2014/main" id="{072287D0-717B-00F3-DCFD-B02D80F90679}"/>
                    </a:ext>
                  </a:extLst>
                </p:cNvPr>
                <p:cNvSpPr/>
                <p:nvPr/>
              </p:nvSpPr>
              <p:spPr>
                <a:xfrm>
                  <a:off x="241300" y="342297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Freeform 724">
                  <a:extLst>
                    <a:ext uri="{FF2B5EF4-FFF2-40B4-BE49-F238E27FC236}">
                      <a16:creationId xmlns:a16="http://schemas.microsoft.com/office/drawing/2014/main" id="{21BAB9D1-2D39-C748-D954-225AEE5E205C}"/>
                    </a:ext>
                  </a:extLst>
                </p:cNvPr>
                <p:cNvSpPr/>
                <p:nvPr/>
              </p:nvSpPr>
              <p:spPr>
                <a:xfrm>
                  <a:off x="241300" y="348623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6" name="Freeform 725">
                  <a:extLst>
                    <a:ext uri="{FF2B5EF4-FFF2-40B4-BE49-F238E27FC236}">
                      <a16:creationId xmlns:a16="http://schemas.microsoft.com/office/drawing/2014/main" id="{ACF05948-D1B8-A651-728E-5E4A08A4896F}"/>
                    </a:ext>
                  </a:extLst>
                </p:cNvPr>
                <p:cNvSpPr/>
                <p:nvPr/>
              </p:nvSpPr>
              <p:spPr>
                <a:xfrm>
                  <a:off x="241300" y="354963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7" name="Freeform 726">
                  <a:extLst>
                    <a:ext uri="{FF2B5EF4-FFF2-40B4-BE49-F238E27FC236}">
                      <a16:creationId xmlns:a16="http://schemas.microsoft.com/office/drawing/2014/main" id="{46B7DC8C-437C-8CA7-EFCB-9ADAAD8C8974}"/>
                    </a:ext>
                  </a:extLst>
                </p:cNvPr>
                <p:cNvSpPr/>
                <p:nvPr/>
              </p:nvSpPr>
              <p:spPr>
                <a:xfrm>
                  <a:off x="241300" y="361290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A1A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8" name="Freeform 727">
                  <a:extLst>
                    <a:ext uri="{FF2B5EF4-FFF2-40B4-BE49-F238E27FC236}">
                      <a16:creationId xmlns:a16="http://schemas.microsoft.com/office/drawing/2014/main" id="{6105AB6D-CB13-9EF0-9C27-78185D2DB860}"/>
                    </a:ext>
                  </a:extLst>
                </p:cNvPr>
                <p:cNvSpPr/>
                <p:nvPr/>
              </p:nvSpPr>
              <p:spPr>
                <a:xfrm>
                  <a:off x="241300" y="367617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9C9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9" name="Freeform 728">
                  <a:extLst>
                    <a:ext uri="{FF2B5EF4-FFF2-40B4-BE49-F238E27FC236}">
                      <a16:creationId xmlns:a16="http://schemas.microsoft.com/office/drawing/2014/main" id="{BAA243F5-59E0-6C4F-9498-28802250E2EF}"/>
                    </a:ext>
                  </a:extLst>
                </p:cNvPr>
                <p:cNvSpPr/>
                <p:nvPr/>
              </p:nvSpPr>
              <p:spPr>
                <a:xfrm>
                  <a:off x="241300" y="373956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0979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0" name="Freeform 729">
                  <a:extLst>
                    <a:ext uri="{FF2B5EF4-FFF2-40B4-BE49-F238E27FC236}">
                      <a16:creationId xmlns:a16="http://schemas.microsoft.com/office/drawing/2014/main" id="{225916C0-FB2F-E902-1D07-A122492DDCCE}"/>
                    </a:ext>
                  </a:extLst>
                </p:cNvPr>
                <p:cNvSpPr/>
                <p:nvPr/>
              </p:nvSpPr>
              <p:spPr>
                <a:xfrm>
                  <a:off x="241300" y="380283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F929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1" name="Freeform 730">
                  <a:extLst>
                    <a:ext uri="{FF2B5EF4-FFF2-40B4-BE49-F238E27FC236}">
                      <a16:creationId xmlns:a16="http://schemas.microsoft.com/office/drawing/2014/main" id="{E6DBCA8F-53A0-435A-3EEB-C7F10E750298}"/>
                    </a:ext>
                  </a:extLst>
                </p:cNvPr>
                <p:cNvSpPr/>
                <p:nvPr/>
              </p:nvSpPr>
              <p:spPr>
                <a:xfrm>
                  <a:off x="241300" y="386622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F929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2" name="Freeform 731">
                  <a:extLst>
                    <a:ext uri="{FF2B5EF4-FFF2-40B4-BE49-F238E27FC236}">
                      <a16:creationId xmlns:a16="http://schemas.microsoft.com/office/drawing/2014/main" id="{41D0060B-2AC7-5B1A-D17F-6469523D8A70}"/>
                    </a:ext>
                  </a:extLst>
                </p:cNvPr>
                <p:cNvSpPr/>
                <p:nvPr/>
              </p:nvSpPr>
              <p:spPr>
                <a:xfrm>
                  <a:off x="241300" y="392949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3" name="Freeform 732">
                  <a:extLst>
                    <a:ext uri="{FF2B5EF4-FFF2-40B4-BE49-F238E27FC236}">
                      <a16:creationId xmlns:a16="http://schemas.microsoft.com/office/drawing/2014/main" id="{63B9F1B2-4679-FAB1-721D-A545871B9B9C}"/>
                    </a:ext>
                  </a:extLst>
                </p:cNvPr>
                <p:cNvSpPr/>
                <p:nvPr/>
              </p:nvSpPr>
              <p:spPr>
                <a:xfrm>
                  <a:off x="241300" y="399276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C7E8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F0ACF7A9-9067-1234-A243-C2B793DEC383}"/>
                    </a:ext>
                  </a:extLst>
                </p:cNvPr>
                <p:cNvSpPr/>
                <p:nvPr/>
              </p:nvSpPr>
              <p:spPr>
                <a:xfrm>
                  <a:off x="241300" y="405615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EFCF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5" name="Freeform 734">
                  <a:extLst>
                    <a:ext uri="{FF2B5EF4-FFF2-40B4-BE49-F238E27FC236}">
                      <a16:creationId xmlns:a16="http://schemas.microsoft.com/office/drawing/2014/main" id="{347B28C4-BEAD-1B9F-5077-12998E009395}"/>
                    </a:ext>
                  </a:extLst>
                </p:cNvPr>
                <p:cNvSpPr/>
                <p:nvPr/>
              </p:nvSpPr>
              <p:spPr>
                <a:xfrm>
                  <a:off x="241300" y="411942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CEDED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6" name="Freeform 735">
                  <a:extLst>
                    <a:ext uri="{FF2B5EF4-FFF2-40B4-BE49-F238E27FC236}">
                      <a16:creationId xmlns:a16="http://schemas.microsoft.com/office/drawing/2014/main" id="{E8A29812-AB16-07C9-5F58-482E40E9218D}"/>
                    </a:ext>
                  </a:extLst>
                </p:cNvPr>
                <p:cNvSpPr/>
                <p:nvPr/>
              </p:nvSpPr>
              <p:spPr>
                <a:xfrm>
                  <a:off x="241300" y="418269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4B5B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7" name="Freeform 736">
                  <a:extLst>
                    <a:ext uri="{FF2B5EF4-FFF2-40B4-BE49-F238E27FC236}">
                      <a16:creationId xmlns:a16="http://schemas.microsoft.com/office/drawing/2014/main" id="{1DEE5ADC-9128-2B3A-5F2D-3C92568E921A}"/>
                    </a:ext>
                  </a:extLst>
                </p:cNvPr>
                <p:cNvSpPr/>
                <p:nvPr/>
              </p:nvSpPr>
              <p:spPr>
                <a:xfrm>
                  <a:off x="241300" y="424609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5BAB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8" name="Freeform 737">
                  <a:extLst>
                    <a:ext uri="{FF2B5EF4-FFF2-40B4-BE49-F238E27FC236}">
                      <a16:creationId xmlns:a16="http://schemas.microsoft.com/office/drawing/2014/main" id="{E5416EAA-E68A-51A8-B023-1D78B44DBDAE}"/>
                    </a:ext>
                  </a:extLst>
                </p:cNvPr>
                <p:cNvSpPr/>
                <p:nvPr/>
              </p:nvSpPr>
              <p:spPr>
                <a:xfrm>
                  <a:off x="241300" y="430935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5BAB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9" name="Freeform 738">
                  <a:extLst>
                    <a:ext uri="{FF2B5EF4-FFF2-40B4-BE49-F238E27FC236}">
                      <a16:creationId xmlns:a16="http://schemas.microsoft.com/office/drawing/2014/main" id="{8E0E9F41-4574-1A14-13DA-D58F3A6EDD51}"/>
                    </a:ext>
                  </a:extLst>
                </p:cNvPr>
                <p:cNvSpPr/>
                <p:nvPr/>
              </p:nvSpPr>
              <p:spPr>
                <a:xfrm>
                  <a:off x="241300" y="437275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5BAB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0" name="Freeform 739">
                  <a:extLst>
                    <a:ext uri="{FF2B5EF4-FFF2-40B4-BE49-F238E27FC236}">
                      <a16:creationId xmlns:a16="http://schemas.microsoft.com/office/drawing/2014/main" id="{36C05D89-9797-6A94-A6B7-C0370441F8FD}"/>
                    </a:ext>
                  </a:extLst>
                </p:cNvPr>
                <p:cNvSpPr/>
                <p:nvPr/>
              </p:nvSpPr>
              <p:spPr>
                <a:xfrm>
                  <a:off x="241300" y="443602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9D9D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1" name="Freeform 740">
                  <a:extLst>
                    <a:ext uri="{FF2B5EF4-FFF2-40B4-BE49-F238E27FC236}">
                      <a16:creationId xmlns:a16="http://schemas.microsoft.com/office/drawing/2014/main" id="{5504ED24-4B33-4058-1264-3E8B9C37658E}"/>
                    </a:ext>
                  </a:extLst>
                </p:cNvPr>
                <p:cNvSpPr/>
                <p:nvPr/>
              </p:nvSpPr>
              <p:spPr>
                <a:xfrm>
                  <a:off x="241300" y="449929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D4D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AB2ED34C-400C-54FD-FC71-321CB8AA5AAF}"/>
                    </a:ext>
                  </a:extLst>
                </p:cNvPr>
                <p:cNvSpPr/>
                <p:nvPr/>
              </p:nvSpPr>
              <p:spPr>
                <a:xfrm>
                  <a:off x="241300" y="456268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7C9C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3" name="Freeform 742">
                  <a:extLst>
                    <a:ext uri="{FF2B5EF4-FFF2-40B4-BE49-F238E27FC236}">
                      <a16:creationId xmlns:a16="http://schemas.microsoft.com/office/drawing/2014/main" id="{A4FCC73A-CC45-6E06-73FC-EA7D0268F191}"/>
                    </a:ext>
                  </a:extLst>
                </p:cNvPr>
                <p:cNvSpPr/>
                <p:nvPr/>
              </p:nvSpPr>
              <p:spPr>
                <a:xfrm>
                  <a:off x="241300" y="462595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6C4C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4" name="Freeform 743">
                  <a:extLst>
                    <a:ext uri="{FF2B5EF4-FFF2-40B4-BE49-F238E27FC236}">
                      <a16:creationId xmlns:a16="http://schemas.microsoft.com/office/drawing/2014/main" id="{9D197418-30FB-15AA-DA59-FBB89AE663A5}"/>
                    </a:ext>
                  </a:extLst>
                </p:cNvPr>
                <p:cNvSpPr/>
                <p:nvPr/>
              </p:nvSpPr>
              <p:spPr>
                <a:xfrm>
                  <a:off x="241300" y="468922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7C9C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5" name="Freeform 744">
                  <a:extLst>
                    <a:ext uri="{FF2B5EF4-FFF2-40B4-BE49-F238E27FC236}">
                      <a16:creationId xmlns:a16="http://schemas.microsoft.com/office/drawing/2014/main" id="{FC5F7043-7450-DE4D-5314-59AB10797180}"/>
                    </a:ext>
                  </a:extLst>
                </p:cNvPr>
                <p:cNvSpPr/>
                <p:nvPr/>
              </p:nvSpPr>
              <p:spPr>
                <a:xfrm>
                  <a:off x="241300" y="475261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CFD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9C331D-3FB7-0FF9-D7B4-3CA6C16AEB69}"/>
                    </a:ext>
                  </a:extLst>
                </p:cNvPr>
                <p:cNvSpPr/>
                <p:nvPr/>
              </p:nvSpPr>
              <p:spPr>
                <a:xfrm>
                  <a:off x="241300" y="481588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FB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7" name="Freeform 746">
                  <a:extLst>
                    <a:ext uri="{FF2B5EF4-FFF2-40B4-BE49-F238E27FC236}">
                      <a16:creationId xmlns:a16="http://schemas.microsoft.com/office/drawing/2014/main" id="{F60287DE-E82A-DF86-ADD9-9C673BCCC504}"/>
                    </a:ext>
                  </a:extLst>
                </p:cNvPr>
                <p:cNvSpPr/>
                <p:nvPr/>
              </p:nvSpPr>
              <p:spPr>
                <a:xfrm>
                  <a:off x="241300" y="487927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4D8E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ACB3206A-10AB-8D5D-A2EF-E7067A2EC31B}"/>
                    </a:ext>
                  </a:extLst>
                </p:cNvPr>
                <p:cNvSpPr/>
                <p:nvPr/>
              </p:nvSpPr>
              <p:spPr>
                <a:xfrm>
                  <a:off x="241300" y="4942547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EF4F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9" name="Freeform 748">
                  <a:extLst>
                    <a:ext uri="{FF2B5EF4-FFF2-40B4-BE49-F238E27FC236}">
                      <a16:creationId xmlns:a16="http://schemas.microsoft.com/office/drawing/2014/main" id="{2145678B-1A77-5707-0AE0-E10D901E9544}"/>
                    </a:ext>
                  </a:extLst>
                </p:cNvPr>
                <p:cNvSpPr/>
                <p:nvPr/>
              </p:nvSpPr>
              <p:spPr>
                <a:xfrm>
                  <a:off x="241300" y="500581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CE7F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0" name="Freeform 749">
                  <a:extLst>
                    <a:ext uri="{FF2B5EF4-FFF2-40B4-BE49-F238E27FC236}">
                      <a16:creationId xmlns:a16="http://schemas.microsoft.com/office/drawing/2014/main" id="{A16F2818-42A5-237E-A658-9D91FD7D801D}"/>
                    </a:ext>
                  </a:extLst>
                </p:cNvPr>
                <p:cNvSpPr/>
                <p:nvPr/>
              </p:nvSpPr>
              <p:spPr>
                <a:xfrm>
                  <a:off x="241300" y="506921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5EDF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1" name="Freeform 750">
                  <a:extLst>
                    <a:ext uri="{FF2B5EF4-FFF2-40B4-BE49-F238E27FC236}">
                      <a16:creationId xmlns:a16="http://schemas.microsoft.com/office/drawing/2014/main" id="{DE8EEE47-72FA-EF16-E743-3D212B04F7A0}"/>
                    </a:ext>
                  </a:extLst>
                </p:cNvPr>
                <p:cNvSpPr/>
                <p:nvPr/>
              </p:nvSpPr>
              <p:spPr>
                <a:xfrm>
                  <a:off x="1331976" y="234652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2" name="Freeform 751">
                  <a:extLst>
                    <a:ext uri="{FF2B5EF4-FFF2-40B4-BE49-F238E27FC236}">
                      <a16:creationId xmlns:a16="http://schemas.microsoft.com/office/drawing/2014/main" id="{688ED32A-42DC-1C6D-80F5-0DC77AE36D5C}"/>
                    </a:ext>
                  </a:extLst>
                </p:cNvPr>
                <p:cNvSpPr/>
                <p:nvPr/>
              </p:nvSpPr>
              <p:spPr>
                <a:xfrm>
                  <a:off x="1331976" y="240991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6B9D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3" name="Freeform 752">
                  <a:extLst>
                    <a:ext uri="{FF2B5EF4-FFF2-40B4-BE49-F238E27FC236}">
                      <a16:creationId xmlns:a16="http://schemas.microsoft.com/office/drawing/2014/main" id="{D2D48A8C-EC2C-10C3-6025-1FBC4D67DA2E}"/>
                    </a:ext>
                  </a:extLst>
                </p:cNvPr>
                <p:cNvSpPr/>
                <p:nvPr/>
              </p:nvSpPr>
              <p:spPr>
                <a:xfrm>
                  <a:off x="1331976" y="247318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1B5D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4" name="Freeform 753">
                  <a:extLst>
                    <a:ext uri="{FF2B5EF4-FFF2-40B4-BE49-F238E27FC236}">
                      <a16:creationId xmlns:a16="http://schemas.microsoft.com/office/drawing/2014/main" id="{A552BAEF-561F-DEE1-5532-9B61C73E04C1}"/>
                    </a:ext>
                  </a:extLst>
                </p:cNvPr>
                <p:cNvSpPr/>
                <p:nvPr/>
              </p:nvSpPr>
              <p:spPr>
                <a:xfrm>
                  <a:off x="1331976" y="253658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4C2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03932049-F5B3-9722-42E3-D84B297C5DAC}"/>
                    </a:ext>
                  </a:extLst>
                </p:cNvPr>
                <p:cNvSpPr/>
                <p:nvPr/>
              </p:nvSpPr>
              <p:spPr>
                <a:xfrm>
                  <a:off x="1331976" y="259985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9C5E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A67C6041-DB3E-B975-5336-B1DAC83F72D8}"/>
                    </a:ext>
                  </a:extLst>
                </p:cNvPr>
                <p:cNvSpPr/>
                <p:nvPr/>
              </p:nvSpPr>
              <p:spPr>
                <a:xfrm>
                  <a:off x="1331976" y="266311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B6CEE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A82AE2D6-E04F-41E3-F0D3-74BDD0596A57}"/>
                    </a:ext>
                  </a:extLst>
                </p:cNvPr>
                <p:cNvSpPr/>
                <p:nvPr/>
              </p:nvSpPr>
              <p:spPr>
                <a:xfrm>
                  <a:off x="1331976" y="272651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B6CEE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8" name="Freeform 757">
                  <a:extLst>
                    <a:ext uri="{FF2B5EF4-FFF2-40B4-BE49-F238E27FC236}">
                      <a16:creationId xmlns:a16="http://schemas.microsoft.com/office/drawing/2014/main" id="{D7F54FA7-F35C-F546-157D-E30D99238AE8}"/>
                    </a:ext>
                  </a:extLst>
                </p:cNvPr>
                <p:cNvSpPr/>
                <p:nvPr/>
              </p:nvSpPr>
              <p:spPr>
                <a:xfrm>
                  <a:off x="1331976" y="278978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B2CBE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9" name="Freeform 758">
                  <a:extLst>
                    <a:ext uri="{FF2B5EF4-FFF2-40B4-BE49-F238E27FC236}">
                      <a16:creationId xmlns:a16="http://schemas.microsoft.com/office/drawing/2014/main" id="{D0CC23F7-EB4E-37B5-BA2F-A17545974248}"/>
                    </a:ext>
                  </a:extLst>
                </p:cNvPr>
                <p:cNvSpPr/>
                <p:nvPr/>
              </p:nvSpPr>
              <p:spPr>
                <a:xfrm>
                  <a:off x="1331976" y="285305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DC8E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0" name="Freeform 759">
                  <a:extLst>
                    <a:ext uri="{FF2B5EF4-FFF2-40B4-BE49-F238E27FC236}">
                      <a16:creationId xmlns:a16="http://schemas.microsoft.com/office/drawing/2014/main" id="{79B5DAF1-BAA9-C886-ADFC-78AE0184F0C7}"/>
                    </a:ext>
                  </a:extLst>
                </p:cNvPr>
                <p:cNvSpPr/>
                <p:nvPr/>
              </p:nvSpPr>
              <p:spPr>
                <a:xfrm>
                  <a:off x="1331976" y="291644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ADC8E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1" name="Freeform 760">
                  <a:extLst>
                    <a:ext uri="{FF2B5EF4-FFF2-40B4-BE49-F238E27FC236}">
                      <a16:creationId xmlns:a16="http://schemas.microsoft.com/office/drawing/2014/main" id="{0FEE964E-404A-316C-1EB6-B856BF6A402E}"/>
                    </a:ext>
                  </a:extLst>
                </p:cNvPr>
                <p:cNvSpPr/>
                <p:nvPr/>
              </p:nvSpPr>
              <p:spPr>
                <a:xfrm>
                  <a:off x="1331976" y="297971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EF4F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17CDB165-F9CA-6387-CD0E-E2EBCB05567C}"/>
                    </a:ext>
                  </a:extLst>
                </p:cNvPr>
                <p:cNvSpPr/>
                <p:nvPr/>
              </p:nvSpPr>
              <p:spPr>
                <a:xfrm>
                  <a:off x="1331976" y="304310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3F7F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3" name="Freeform 762">
                  <a:extLst>
                    <a:ext uri="{FF2B5EF4-FFF2-40B4-BE49-F238E27FC236}">
                      <a16:creationId xmlns:a16="http://schemas.microsoft.com/office/drawing/2014/main" id="{77248A4D-02B9-BFE1-E366-5E58041119D7}"/>
                    </a:ext>
                  </a:extLst>
                </p:cNvPr>
                <p:cNvSpPr/>
                <p:nvPr/>
              </p:nvSpPr>
              <p:spPr>
                <a:xfrm>
                  <a:off x="1331976" y="310637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EDEE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4" name="Freeform 763">
                  <a:extLst>
                    <a:ext uri="{FF2B5EF4-FFF2-40B4-BE49-F238E27FC236}">
                      <a16:creationId xmlns:a16="http://schemas.microsoft.com/office/drawing/2014/main" id="{258D7387-4A69-C6D2-C0E3-DE68032B0A3B}"/>
                    </a:ext>
                  </a:extLst>
                </p:cNvPr>
                <p:cNvSpPr/>
                <p:nvPr/>
              </p:nvSpPr>
              <p:spPr>
                <a:xfrm>
                  <a:off x="1331976" y="316964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CE7F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5" name="Freeform 764">
                  <a:extLst>
                    <a:ext uri="{FF2B5EF4-FFF2-40B4-BE49-F238E27FC236}">
                      <a16:creationId xmlns:a16="http://schemas.microsoft.com/office/drawing/2014/main" id="{39377C6D-62C3-0875-B32D-883BEE1F636B}"/>
                    </a:ext>
                  </a:extLst>
                </p:cNvPr>
                <p:cNvSpPr/>
                <p:nvPr/>
              </p:nvSpPr>
              <p:spPr>
                <a:xfrm>
                  <a:off x="1331976" y="323303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2E1E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6" name="Freeform 765">
                  <a:extLst>
                    <a:ext uri="{FF2B5EF4-FFF2-40B4-BE49-F238E27FC236}">
                      <a16:creationId xmlns:a16="http://schemas.microsoft.com/office/drawing/2014/main" id="{E7FA6052-EBCE-BB5B-CDB1-2C5E4D07CA9C}"/>
                    </a:ext>
                  </a:extLst>
                </p:cNvPr>
                <p:cNvSpPr/>
                <p:nvPr/>
              </p:nvSpPr>
              <p:spPr>
                <a:xfrm>
                  <a:off x="1331976" y="329630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7E4F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7" name="Freeform 766">
                  <a:extLst>
                    <a:ext uri="{FF2B5EF4-FFF2-40B4-BE49-F238E27FC236}">
                      <a16:creationId xmlns:a16="http://schemas.microsoft.com/office/drawing/2014/main" id="{B53092E1-E839-BA48-C6FF-C31C80766199}"/>
                    </a:ext>
                  </a:extLst>
                </p:cNvPr>
                <p:cNvSpPr/>
                <p:nvPr/>
              </p:nvSpPr>
              <p:spPr>
                <a:xfrm>
                  <a:off x="1331976" y="335970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2A6A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8" name="Freeform 767">
                  <a:extLst>
                    <a:ext uri="{FF2B5EF4-FFF2-40B4-BE49-F238E27FC236}">
                      <a16:creationId xmlns:a16="http://schemas.microsoft.com/office/drawing/2014/main" id="{2FC63539-68FD-A548-536D-8512B15B8E7C}"/>
                    </a:ext>
                  </a:extLst>
                </p:cNvPr>
                <p:cNvSpPr/>
                <p:nvPr/>
              </p:nvSpPr>
              <p:spPr>
                <a:xfrm>
                  <a:off x="1331976" y="342297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CFD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9" name="Freeform 768">
                  <a:extLst>
                    <a:ext uri="{FF2B5EF4-FFF2-40B4-BE49-F238E27FC236}">
                      <a16:creationId xmlns:a16="http://schemas.microsoft.com/office/drawing/2014/main" id="{9EF23818-85F9-D41C-506A-9BB5C7E055E0}"/>
                    </a:ext>
                  </a:extLst>
                </p:cNvPr>
                <p:cNvSpPr/>
                <p:nvPr/>
              </p:nvSpPr>
              <p:spPr>
                <a:xfrm>
                  <a:off x="1331976" y="348623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BBD1E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0" name="Freeform 769">
                  <a:extLst>
                    <a:ext uri="{FF2B5EF4-FFF2-40B4-BE49-F238E27FC236}">
                      <a16:creationId xmlns:a16="http://schemas.microsoft.com/office/drawing/2014/main" id="{410254E7-3B85-3273-53B9-2BC548FC1EA7}"/>
                    </a:ext>
                  </a:extLst>
                </p:cNvPr>
                <p:cNvSpPr/>
                <p:nvPr/>
              </p:nvSpPr>
              <p:spPr>
                <a:xfrm>
                  <a:off x="1331976" y="354963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BBCD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1" name="Freeform 770">
                  <a:extLst>
                    <a:ext uri="{FF2B5EF4-FFF2-40B4-BE49-F238E27FC236}">
                      <a16:creationId xmlns:a16="http://schemas.microsoft.com/office/drawing/2014/main" id="{774023E6-F495-63E9-B90B-DDAF1132D3E1}"/>
                    </a:ext>
                  </a:extLst>
                </p:cNvPr>
                <p:cNvSpPr/>
                <p:nvPr/>
              </p:nvSpPr>
              <p:spPr>
                <a:xfrm>
                  <a:off x="1331976" y="361290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CFD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2" name="Freeform 771">
                  <a:extLst>
                    <a:ext uri="{FF2B5EF4-FFF2-40B4-BE49-F238E27FC236}">
                      <a16:creationId xmlns:a16="http://schemas.microsoft.com/office/drawing/2014/main" id="{335D0A22-25E0-F6CB-DC80-B39382A92D9B}"/>
                    </a:ext>
                  </a:extLst>
                </p:cNvPr>
                <p:cNvSpPr/>
                <p:nvPr/>
              </p:nvSpPr>
              <p:spPr>
                <a:xfrm>
                  <a:off x="1331976" y="367617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D4D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3" name="Freeform 772">
                  <a:extLst>
                    <a:ext uri="{FF2B5EF4-FFF2-40B4-BE49-F238E27FC236}">
                      <a16:creationId xmlns:a16="http://schemas.microsoft.com/office/drawing/2014/main" id="{36CD32B9-8590-2832-5B7B-489CAA16820E}"/>
                    </a:ext>
                  </a:extLst>
                </p:cNvPr>
                <p:cNvSpPr/>
                <p:nvPr/>
              </p:nvSpPr>
              <p:spPr>
                <a:xfrm>
                  <a:off x="1331976" y="373956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9D9D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4" name="Freeform 773">
                  <a:extLst>
                    <a:ext uri="{FF2B5EF4-FFF2-40B4-BE49-F238E27FC236}">
                      <a16:creationId xmlns:a16="http://schemas.microsoft.com/office/drawing/2014/main" id="{2E810EA1-FC87-7D65-A7FE-63D1BF44E29E}"/>
                    </a:ext>
                  </a:extLst>
                </p:cNvPr>
                <p:cNvSpPr/>
                <p:nvPr/>
              </p:nvSpPr>
              <p:spPr>
                <a:xfrm>
                  <a:off x="1331976" y="380283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ADE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5" name="Freeform 774">
                  <a:extLst>
                    <a:ext uri="{FF2B5EF4-FFF2-40B4-BE49-F238E27FC236}">
                      <a16:creationId xmlns:a16="http://schemas.microsoft.com/office/drawing/2014/main" id="{F9300914-28B8-9948-0062-407E9797A4E0}"/>
                    </a:ext>
                  </a:extLst>
                </p:cNvPr>
                <p:cNvSpPr/>
                <p:nvPr/>
              </p:nvSpPr>
              <p:spPr>
                <a:xfrm>
                  <a:off x="1331976" y="386622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ADE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6" name="Freeform 775">
                  <a:extLst>
                    <a:ext uri="{FF2B5EF4-FFF2-40B4-BE49-F238E27FC236}">
                      <a16:creationId xmlns:a16="http://schemas.microsoft.com/office/drawing/2014/main" id="{B888014E-1744-F1FC-9B9E-C879DC3CACE8}"/>
                    </a:ext>
                  </a:extLst>
                </p:cNvPr>
                <p:cNvSpPr/>
                <p:nvPr/>
              </p:nvSpPr>
              <p:spPr>
                <a:xfrm>
                  <a:off x="1331976" y="392949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0EAF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7" name="Freeform 776">
                  <a:extLst>
                    <a:ext uri="{FF2B5EF4-FFF2-40B4-BE49-F238E27FC236}">
                      <a16:creationId xmlns:a16="http://schemas.microsoft.com/office/drawing/2014/main" id="{A5FC322E-C029-46C5-CFCB-F704128F1C5B}"/>
                    </a:ext>
                  </a:extLst>
                </p:cNvPr>
                <p:cNvSpPr/>
                <p:nvPr/>
              </p:nvSpPr>
              <p:spPr>
                <a:xfrm>
                  <a:off x="1331976" y="399276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8FAF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8" name="Freeform 777">
                  <a:extLst>
                    <a:ext uri="{FF2B5EF4-FFF2-40B4-BE49-F238E27FC236}">
                      <a16:creationId xmlns:a16="http://schemas.microsoft.com/office/drawing/2014/main" id="{B5EB3AB8-9BC8-790D-4501-BED3061AF4A4}"/>
                    </a:ext>
                  </a:extLst>
                </p:cNvPr>
                <p:cNvSpPr/>
                <p:nvPr/>
              </p:nvSpPr>
              <p:spPr>
                <a:xfrm>
                  <a:off x="1331976" y="405615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D838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4D38B9F9-BC69-4F43-2011-42C9F4BF43D2}"/>
                    </a:ext>
                  </a:extLst>
                </p:cNvPr>
                <p:cNvSpPr/>
                <p:nvPr/>
              </p:nvSpPr>
              <p:spPr>
                <a:xfrm>
                  <a:off x="1331976" y="4119428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E888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F692D518-C1EE-738B-199B-E80ED00736B5}"/>
                    </a:ext>
                  </a:extLst>
                </p:cNvPr>
                <p:cNvSpPr/>
                <p:nvPr/>
              </p:nvSpPr>
              <p:spPr>
                <a:xfrm>
                  <a:off x="1331976" y="418269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4B5B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D044D3EB-8656-4EB4-45AD-ABB68BAFF7D9}"/>
                    </a:ext>
                  </a:extLst>
                </p:cNvPr>
                <p:cNvSpPr/>
                <p:nvPr/>
              </p:nvSpPr>
              <p:spPr>
                <a:xfrm>
                  <a:off x="1331976" y="424609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4B0B2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1A9E110C-7275-2257-B423-82DED2BB023F}"/>
                    </a:ext>
                  </a:extLst>
                </p:cNvPr>
                <p:cNvSpPr/>
                <p:nvPr/>
              </p:nvSpPr>
              <p:spPr>
                <a:xfrm>
                  <a:off x="1331976" y="430935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4B0B2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3" name="Freeform 782">
                  <a:extLst>
                    <a:ext uri="{FF2B5EF4-FFF2-40B4-BE49-F238E27FC236}">
                      <a16:creationId xmlns:a16="http://schemas.microsoft.com/office/drawing/2014/main" id="{7B18D024-AB03-CAB4-5A0F-E7C14EAC83F9}"/>
                    </a:ext>
                  </a:extLst>
                </p:cNvPr>
                <p:cNvSpPr/>
                <p:nvPr/>
              </p:nvSpPr>
              <p:spPr>
                <a:xfrm>
                  <a:off x="1331976" y="437275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4B5B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4" name="Freeform 783">
                  <a:extLst>
                    <a:ext uri="{FF2B5EF4-FFF2-40B4-BE49-F238E27FC236}">
                      <a16:creationId xmlns:a16="http://schemas.microsoft.com/office/drawing/2014/main" id="{FF27B9D2-50FF-E30D-E8C9-742D8BF9DB5A}"/>
                    </a:ext>
                  </a:extLst>
                </p:cNvPr>
                <p:cNvSpPr/>
                <p:nvPr/>
              </p:nvSpPr>
              <p:spPr>
                <a:xfrm>
                  <a:off x="1331976" y="4436022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0979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5" name="Freeform 784">
                  <a:extLst>
                    <a:ext uri="{FF2B5EF4-FFF2-40B4-BE49-F238E27FC236}">
                      <a16:creationId xmlns:a16="http://schemas.microsoft.com/office/drawing/2014/main" id="{A5FFA07C-4557-A3F4-7D9A-59E98E54749D}"/>
                    </a:ext>
                  </a:extLst>
                </p:cNvPr>
                <p:cNvSpPr/>
                <p:nvPr/>
              </p:nvSpPr>
              <p:spPr>
                <a:xfrm>
                  <a:off x="1331976" y="449929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9C9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6" name="Freeform 785">
                  <a:extLst>
                    <a:ext uri="{FF2B5EF4-FFF2-40B4-BE49-F238E27FC236}">
                      <a16:creationId xmlns:a16="http://schemas.microsoft.com/office/drawing/2014/main" id="{FD6B0D97-8413-5017-0F68-FF60EC5058E3}"/>
                    </a:ext>
                  </a:extLst>
                </p:cNvPr>
                <p:cNvSpPr/>
                <p:nvPr/>
              </p:nvSpPr>
              <p:spPr>
                <a:xfrm>
                  <a:off x="1331976" y="4562685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2A6A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7" name="Freeform 786">
                  <a:extLst>
                    <a:ext uri="{FF2B5EF4-FFF2-40B4-BE49-F238E27FC236}">
                      <a16:creationId xmlns:a16="http://schemas.microsoft.com/office/drawing/2014/main" id="{16594FCC-20C9-4899-6ABA-01197C7DA37F}"/>
                    </a:ext>
                  </a:extLst>
                </p:cNvPr>
                <p:cNvSpPr/>
                <p:nvPr/>
              </p:nvSpPr>
              <p:spPr>
                <a:xfrm>
                  <a:off x="1331976" y="4625953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2A6A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8" name="Freeform 787">
                  <a:extLst>
                    <a:ext uri="{FF2B5EF4-FFF2-40B4-BE49-F238E27FC236}">
                      <a16:creationId xmlns:a16="http://schemas.microsoft.com/office/drawing/2014/main" id="{2EEA7CED-8AD3-F8D3-21BF-019733BD007E}"/>
                    </a:ext>
                  </a:extLst>
                </p:cNvPr>
                <p:cNvSpPr/>
                <p:nvPr/>
              </p:nvSpPr>
              <p:spPr>
                <a:xfrm>
                  <a:off x="1331976" y="4689221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A1A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9" name="Freeform 788">
                  <a:extLst>
                    <a:ext uri="{FF2B5EF4-FFF2-40B4-BE49-F238E27FC236}">
                      <a16:creationId xmlns:a16="http://schemas.microsoft.com/office/drawing/2014/main" id="{EF6D5402-2A83-1447-68FD-1E4E08C49008}"/>
                    </a:ext>
                  </a:extLst>
                </p:cNvPr>
                <p:cNvSpPr/>
                <p:nvPr/>
              </p:nvSpPr>
              <p:spPr>
                <a:xfrm>
                  <a:off x="1331976" y="475261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A1A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0" name="Freeform 789">
                  <a:extLst>
                    <a:ext uri="{FF2B5EF4-FFF2-40B4-BE49-F238E27FC236}">
                      <a16:creationId xmlns:a16="http://schemas.microsoft.com/office/drawing/2014/main" id="{FBCC7D07-33AC-1E9A-B605-0B42F57D5A57}"/>
                    </a:ext>
                  </a:extLst>
                </p:cNvPr>
                <p:cNvSpPr/>
                <p:nvPr/>
              </p:nvSpPr>
              <p:spPr>
                <a:xfrm>
                  <a:off x="1331976" y="4815884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B58A079A-6CC3-A66C-9B43-0ADD4E47314D}"/>
                    </a:ext>
                  </a:extLst>
                </p:cNvPr>
                <p:cNvSpPr/>
                <p:nvPr/>
              </p:nvSpPr>
              <p:spPr>
                <a:xfrm>
                  <a:off x="1331976" y="4879279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2" name="Freeform 791">
                  <a:extLst>
                    <a:ext uri="{FF2B5EF4-FFF2-40B4-BE49-F238E27FC236}">
                      <a16:creationId xmlns:a16="http://schemas.microsoft.com/office/drawing/2014/main" id="{613555AB-BDD0-251A-F8B3-436547B6A936}"/>
                    </a:ext>
                  </a:extLst>
                </p:cNvPr>
                <p:cNvSpPr/>
                <p:nvPr/>
              </p:nvSpPr>
              <p:spPr>
                <a:xfrm>
                  <a:off x="1331976" y="4942547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C797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3" name="Freeform 792">
                  <a:extLst>
                    <a:ext uri="{FF2B5EF4-FFF2-40B4-BE49-F238E27FC236}">
                      <a16:creationId xmlns:a16="http://schemas.microsoft.com/office/drawing/2014/main" id="{811D52F3-D6C2-1A22-1BB8-56A6204094F3}"/>
                    </a:ext>
                  </a:extLst>
                </p:cNvPr>
                <p:cNvSpPr/>
                <p:nvPr/>
              </p:nvSpPr>
              <p:spPr>
                <a:xfrm>
                  <a:off x="1331976" y="5005816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4" name="Freeform 793">
                  <a:extLst>
                    <a:ext uri="{FF2B5EF4-FFF2-40B4-BE49-F238E27FC236}">
                      <a16:creationId xmlns:a16="http://schemas.microsoft.com/office/drawing/2014/main" id="{55D551A7-6AFC-29C3-0EC0-D164ACBC543B}"/>
                    </a:ext>
                  </a:extLst>
                </p:cNvPr>
                <p:cNvSpPr/>
                <p:nvPr/>
              </p:nvSpPr>
              <p:spPr>
                <a:xfrm>
                  <a:off x="1331976" y="5069210"/>
                  <a:ext cx="1090676" cy="63268"/>
                </a:xfrm>
                <a:custGeom>
                  <a:avLst/>
                  <a:gdLst>
                    <a:gd name="csX0" fmla="*/ 0 w 1090676"/>
                    <a:gd name="csY0" fmla="*/ 0 h 63268"/>
                    <a:gd name="csX1" fmla="*/ 1090676 w 1090676"/>
                    <a:gd name="csY1" fmla="*/ 0 h 63268"/>
                    <a:gd name="csX2" fmla="*/ 1090676 w 1090676"/>
                    <a:gd name="csY2" fmla="*/ 63268 h 63268"/>
                    <a:gd name="csX3" fmla="*/ 0 w 1090676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6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Freeform 794">
                  <a:extLst>
                    <a:ext uri="{FF2B5EF4-FFF2-40B4-BE49-F238E27FC236}">
                      <a16:creationId xmlns:a16="http://schemas.microsoft.com/office/drawing/2014/main" id="{763537E0-D096-4F25-1C57-F7320CD03E55}"/>
                    </a:ext>
                  </a:extLst>
                </p:cNvPr>
                <p:cNvSpPr/>
                <p:nvPr/>
              </p:nvSpPr>
              <p:spPr>
                <a:xfrm>
                  <a:off x="2422779" y="234652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9C9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6" name="Freeform 795">
                  <a:extLst>
                    <a:ext uri="{FF2B5EF4-FFF2-40B4-BE49-F238E27FC236}">
                      <a16:creationId xmlns:a16="http://schemas.microsoft.com/office/drawing/2014/main" id="{65CA6C4D-2499-BF80-5FC3-F09BF16DE242}"/>
                    </a:ext>
                  </a:extLst>
                </p:cNvPr>
                <p:cNvSpPr/>
                <p:nvPr/>
              </p:nvSpPr>
              <p:spPr>
                <a:xfrm>
                  <a:off x="2422779" y="240991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Freeform 796">
                  <a:extLst>
                    <a:ext uri="{FF2B5EF4-FFF2-40B4-BE49-F238E27FC236}">
                      <a16:creationId xmlns:a16="http://schemas.microsoft.com/office/drawing/2014/main" id="{B1CD44F0-4EE0-18E1-93AC-B41B1609DCE3}"/>
                    </a:ext>
                  </a:extLst>
                </p:cNvPr>
                <p:cNvSpPr/>
                <p:nvPr/>
              </p:nvSpPr>
              <p:spPr>
                <a:xfrm>
                  <a:off x="2422779" y="2473188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C797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8" name="Freeform 797">
                  <a:extLst>
                    <a:ext uri="{FF2B5EF4-FFF2-40B4-BE49-F238E27FC236}">
                      <a16:creationId xmlns:a16="http://schemas.microsoft.com/office/drawing/2014/main" id="{8BECA48D-3EF1-31B7-2B76-0472C382167C}"/>
                    </a:ext>
                  </a:extLst>
                </p:cNvPr>
                <p:cNvSpPr/>
                <p:nvPr/>
              </p:nvSpPr>
              <p:spPr>
                <a:xfrm>
                  <a:off x="2422779" y="2536583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Freeform 798">
                  <a:extLst>
                    <a:ext uri="{FF2B5EF4-FFF2-40B4-BE49-F238E27FC236}">
                      <a16:creationId xmlns:a16="http://schemas.microsoft.com/office/drawing/2014/main" id="{027B6E84-653F-9018-6333-937A59A888A2}"/>
                    </a:ext>
                  </a:extLst>
                </p:cNvPr>
                <p:cNvSpPr/>
                <p:nvPr/>
              </p:nvSpPr>
              <p:spPr>
                <a:xfrm>
                  <a:off x="2422779" y="2599851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0" name="Freeform 799">
                  <a:extLst>
                    <a:ext uri="{FF2B5EF4-FFF2-40B4-BE49-F238E27FC236}">
                      <a16:creationId xmlns:a16="http://schemas.microsoft.com/office/drawing/2014/main" id="{4CF9705A-7F86-57BF-31C6-4BD7D40E3F72}"/>
                    </a:ext>
                  </a:extLst>
                </p:cNvPr>
                <p:cNvSpPr/>
                <p:nvPr/>
              </p:nvSpPr>
              <p:spPr>
                <a:xfrm>
                  <a:off x="2422779" y="266311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Freeform 800">
                  <a:extLst>
                    <a:ext uri="{FF2B5EF4-FFF2-40B4-BE49-F238E27FC236}">
                      <a16:creationId xmlns:a16="http://schemas.microsoft.com/office/drawing/2014/main" id="{F1542A2F-1F36-8B1B-C3CE-2EECD7918FC8}"/>
                    </a:ext>
                  </a:extLst>
                </p:cNvPr>
                <p:cNvSpPr/>
                <p:nvPr/>
              </p:nvSpPr>
              <p:spPr>
                <a:xfrm>
                  <a:off x="2422779" y="2726514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2" name="Freeform 801">
                  <a:extLst>
                    <a:ext uri="{FF2B5EF4-FFF2-40B4-BE49-F238E27FC236}">
                      <a16:creationId xmlns:a16="http://schemas.microsoft.com/office/drawing/2014/main" id="{C2694DB6-65B6-9BE6-566B-5956EB4E188A}"/>
                    </a:ext>
                  </a:extLst>
                </p:cNvPr>
                <p:cNvSpPr/>
                <p:nvPr/>
              </p:nvSpPr>
              <p:spPr>
                <a:xfrm>
                  <a:off x="2422779" y="2789782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Freeform 802">
                  <a:extLst>
                    <a:ext uri="{FF2B5EF4-FFF2-40B4-BE49-F238E27FC236}">
                      <a16:creationId xmlns:a16="http://schemas.microsoft.com/office/drawing/2014/main" id="{5C4C8CC3-B531-25E6-4AA9-DA363642E12A}"/>
                    </a:ext>
                  </a:extLst>
                </p:cNvPr>
                <p:cNvSpPr/>
                <p:nvPr/>
              </p:nvSpPr>
              <p:spPr>
                <a:xfrm>
                  <a:off x="2422779" y="2853050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4" name="Freeform 803">
                  <a:extLst>
                    <a:ext uri="{FF2B5EF4-FFF2-40B4-BE49-F238E27FC236}">
                      <a16:creationId xmlns:a16="http://schemas.microsoft.com/office/drawing/2014/main" id="{849C260D-BEDE-2D92-99A8-CD32C3AE129A}"/>
                    </a:ext>
                  </a:extLst>
                </p:cNvPr>
                <p:cNvSpPr/>
                <p:nvPr/>
              </p:nvSpPr>
              <p:spPr>
                <a:xfrm>
                  <a:off x="2422779" y="291644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Freeform 804">
                  <a:extLst>
                    <a:ext uri="{FF2B5EF4-FFF2-40B4-BE49-F238E27FC236}">
                      <a16:creationId xmlns:a16="http://schemas.microsoft.com/office/drawing/2014/main" id="{2E62D9C2-E647-A17A-F5EC-520B89B29CFB}"/>
                    </a:ext>
                  </a:extLst>
                </p:cNvPr>
                <p:cNvSpPr/>
                <p:nvPr/>
              </p:nvSpPr>
              <p:spPr>
                <a:xfrm>
                  <a:off x="2422779" y="2979713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C797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7FB6D5C3-51DE-5356-54B9-D1BCAA6D5800}"/>
                    </a:ext>
                  </a:extLst>
                </p:cNvPr>
                <p:cNvSpPr/>
                <p:nvPr/>
              </p:nvSpPr>
              <p:spPr>
                <a:xfrm>
                  <a:off x="2422779" y="3043108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C7E8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7" name="Freeform 806">
                  <a:extLst>
                    <a:ext uri="{FF2B5EF4-FFF2-40B4-BE49-F238E27FC236}">
                      <a16:creationId xmlns:a16="http://schemas.microsoft.com/office/drawing/2014/main" id="{C2AC8E1A-3F8D-6EA7-5BBF-6C9655C4C841}"/>
                    </a:ext>
                  </a:extLst>
                </p:cNvPr>
                <p:cNvSpPr/>
                <p:nvPr/>
              </p:nvSpPr>
              <p:spPr>
                <a:xfrm>
                  <a:off x="2422779" y="3106376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8" name="Freeform 807">
                  <a:extLst>
                    <a:ext uri="{FF2B5EF4-FFF2-40B4-BE49-F238E27FC236}">
                      <a16:creationId xmlns:a16="http://schemas.microsoft.com/office/drawing/2014/main" id="{DA4A3FA0-10A2-39A6-F21F-EEF567F490E3}"/>
                    </a:ext>
                  </a:extLst>
                </p:cNvPr>
                <p:cNvSpPr/>
                <p:nvPr/>
              </p:nvSpPr>
              <p:spPr>
                <a:xfrm>
                  <a:off x="2422779" y="316964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208558E8-217C-41FD-5C80-616DE3DE45BD}"/>
                    </a:ext>
                  </a:extLst>
                </p:cNvPr>
                <p:cNvSpPr/>
                <p:nvPr/>
              </p:nvSpPr>
              <p:spPr>
                <a:xfrm>
                  <a:off x="2422779" y="323303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8ED0FE15-0B8C-6AB2-2AC6-B1C5FAD6BDFA}"/>
                    </a:ext>
                  </a:extLst>
                </p:cNvPr>
                <p:cNvSpPr/>
                <p:nvPr/>
              </p:nvSpPr>
              <p:spPr>
                <a:xfrm>
                  <a:off x="2422779" y="3296308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62ABF3-5945-7871-D3B8-0FA824C12C2B}"/>
                    </a:ext>
                  </a:extLst>
                </p:cNvPr>
                <p:cNvSpPr/>
                <p:nvPr/>
              </p:nvSpPr>
              <p:spPr>
                <a:xfrm>
                  <a:off x="2422779" y="3359702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7C9C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320FD972-4A13-C171-32EB-D20513D2A6C8}"/>
                    </a:ext>
                  </a:extLst>
                </p:cNvPr>
                <p:cNvSpPr/>
                <p:nvPr/>
              </p:nvSpPr>
              <p:spPr>
                <a:xfrm>
                  <a:off x="2422779" y="3422971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F1A1A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Freeform 812">
                  <a:extLst>
                    <a:ext uri="{FF2B5EF4-FFF2-40B4-BE49-F238E27FC236}">
                      <a16:creationId xmlns:a16="http://schemas.microsoft.com/office/drawing/2014/main" id="{CE1B12B6-FB74-45D2-9C4F-97AE160FD2AE}"/>
                    </a:ext>
                  </a:extLst>
                </p:cNvPr>
                <p:cNvSpPr/>
                <p:nvPr/>
              </p:nvSpPr>
              <p:spPr>
                <a:xfrm>
                  <a:off x="2422779" y="348623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C0D5E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4" name="Freeform 813">
                  <a:extLst>
                    <a:ext uri="{FF2B5EF4-FFF2-40B4-BE49-F238E27FC236}">
                      <a16:creationId xmlns:a16="http://schemas.microsoft.com/office/drawing/2014/main" id="{D0F27FF4-3B8A-3D96-3EB9-2FC4FC0494F4}"/>
                    </a:ext>
                  </a:extLst>
                </p:cNvPr>
                <p:cNvSpPr/>
                <p:nvPr/>
              </p:nvSpPr>
              <p:spPr>
                <a:xfrm>
                  <a:off x="2422779" y="3549634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E0EAF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Freeform 814">
                  <a:extLst>
                    <a:ext uri="{FF2B5EF4-FFF2-40B4-BE49-F238E27FC236}">
                      <a16:creationId xmlns:a16="http://schemas.microsoft.com/office/drawing/2014/main" id="{AA5C00C5-F17F-37C9-772C-5F5105521AD4}"/>
                    </a:ext>
                  </a:extLst>
                </p:cNvPr>
                <p:cNvSpPr/>
                <p:nvPr/>
              </p:nvSpPr>
              <p:spPr>
                <a:xfrm>
                  <a:off x="2422779" y="3612902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6" name="Freeform 815">
                  <a:extLst>
                    <a:ext uri="{FF2B5EF4-FFF2-40B4-BE49-F238E27FC236}">
                      <a16:creationId xmlns:a16="http://schemas.microsoft.com/office/drawing/2014/main" id="{C1F34D87-D2D0-4561-D123-DA76B689E994}"/>
                    </a:ext>
                  </a:extLst>
                </p:cNvPr>
                <p:cNvSpPr/>
                <p:nvPr/>
              </p:nvSpPr>
              <p:spPr>
                <a:xfrm>
                  <a:off x="2422779" y="3676170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Freeform 816">
                  <a:extLst>
                    <a:ext uri="{FF2B5EF4-FFF2-40B4-BE49-F238E27FC236}">
                      <a16:creationId xmlns:a16="http://schemas.microsoft.com/office/drawing/2014/main" id="{FF8001B6-F4D4-72E5-34B0-02046DF9F8E6}"/>
                    </a:ext>
                  </a:extLst>
                </p:cNvPr>
                <p:cNvSpPr/>
                <p:nvPr/>
              </p:nvSpPr>
              <p:spPr>
                <a:xfrm>
                  <a:off x="2422779" y="373956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FA9D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8" name="Freeform 817">
                  <a:extLst>
                    <a:ext uri="{FF2B5EF4-FFF2-40B4-BE49-F238E27FC236}">
                      <a16:creationId xmlns:a16="http://schemas.microsoft.com/office/drawing/2014/main" id="{AAD66AD9-31F8-AB1B-F754-E2156E6CDAFE}"/>
                    </a:ext>
                  </a:extLst>
                </p:cNvPr>
                <p:cNvSpPr/>
                <p:nvPr/>
              </p:nvSpPr>
              <p:spPr>
                <a:xfrm>
                  <a:off x="2422779" y="3802833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FA9D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9" name="Freeform 818">
                  <a:extLst>
                    <a:ext uri="{FF2B5EF4-FFF2-40B4-BE49-F238E27FC236}">
                      <a16:creationId xmlns:a16="http://schemas.microsoft.com/office/drawing/2014/main" id="{7817BA16-AC40-1140-A9CB-57AFD935C533}"/>
                    </a:ext>
                  </a:extLst>
                </p:cNvPr>
                <p:cNvSpPr/>
                <p:nvPr/>
              </p:nvSpPr>
              <p:spPr>
                <a:xfrm>
                  <a:off x="2422779" y="3866228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FA9D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0" name="Freeform 819">
                  <a:extLst>
                    <a:ext uri="{FF2B5EF4-FFF2-40B4-BE49-F238E27FC236}">
                      <a16:creationId xmlns:a16="http://schemas.microsoft.com/office/drawing/2014/main" id="{1018DFDB-560A-B379-9D20-5C9CDB6315A5}"/>
                    </a:ext>
                  </a:extLst>
                </p:cNvPr>
                <p:cNvSpPr/>
                <p:nvPr/>
              </p:nvSpPr>
              <p:spPr>
                <a:xfrm>
                  <a:off x="2422779" y="3929496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FB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1" name="Freeform 820">
                  <a:extLst>
                    <a:ext uri="{FF2B5EF4-FFF2-40B4-BE49-F238E27FC236}">
                      <a16:creationId xmlns:a16="http://schemas.microsoft.com/office/drawing/2014/main" id="{707C1B3A-9B56-6253-8D01-0ADA26B1EBEE}"/>
                    </a:ext>
                  </a:extLst>
                </p:cNvPr>
                <p:cNvSpPr/>
                <p:nvPr/>
              </p:nvSpPr>
              <p:spPr>
                <a:xfrm>
                  <a:off x="2422779" y="399276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8DB2D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2" name="Freeform 821">
                  <a:extLst>
                    <a:ext uri="{FF2B5EF4-FFF2-40B4-BE49-F238E27FC236}">
                      <a16:creationId xmlns:a16="http://schemas.microsoft.com/office/drawing/2014/main" id="{8C5DB37D-8996-00B8-3154-B8BC37477E61}"/>
                    </a:ext>
                  </a:extLst>
                </p:cNvPr>
                <p:cNvSpPr/>
                <p:nvPr/>
              </p:nvSpPr>
              <p:spPr>
                <a:xfrm>
                  <a:off x="2422779" y="405615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88AFD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3" name="Freeform 822">
                  <a:extLst>
                    <a:ext uri="{FF2B5EF4-FFF2-40B4-BE49-F238E27FC236}">
                      <a16:creationId xmlns:a16="http://schemas.microsoft.com/office/drawing/2014/main" id="{065EC75F-ABB3-8656-5FDB-7D683A2A21E0}"/>
                    </a:ext>
                  </a:extLst>
                </p:cNvPr>
                <p:cNvSpPr/>
                <p:nvPr/>
              </p:nvSpPr>
              <p:spPr>
                <a:xfrm>
                  <a:off x="2422779" y="4119428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83ACD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4" name="Freeform 823">
                  <a:extLst>
                    <a:ext uri="{FF2B5EF4-FFF2-40B4-BE49-F238E27FC236}">
                      <a16:creationId xmlns:a16="http://schemas.microsoft.com/office/drawing/2014/main" id="{47C902BA-D4C1-B987-0CB3-20E333DA4936}"/>
                    </a:ext>
                  </a:extLst>
                </p:cNvPr>
                <p:cNvSpPr/>
                <p:nvPr/>
              </p:nvSpPr>
              <p:spPr>
                <a:xfrm>
                  <a:off x="2422779" y="4182696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5" name="Freeform 824">
                  <a:extLst>
                    <a:ext uri="{FF2B5EF4-FFF2-40B4-BE49-F238E27FC236}">
                      <a16:creationId xmlns:a16="http://schemas.microsoft.com/office/drawing/2014/main" id="{5D260881-16A8-CAA6-7DF9-CEE92A0CC64C}"/>
                    </a:ext>
                  </a:extLst>
                </p:cNvPr>
                <p:cNvSpPr/>
                <p:nvPr/>
              </p:nvSpPr>
              <p:spPr>
                <a:xfrm>
                  <a:off x="2422779" y="4246091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6" name="Freeform 825">
                  <a:extLst>
                    <a:ext uri="{FF2B5EF4-FFF2-40B4-BE49-F238E27FC236}">
                      <a16:creationId xmlns:a16="http://schemas.microsoft.com/office/drawing/2014/main" id="{4DE14449-DCD9-630B-FBF0-C67B6E069778}"/>
                    </a:ext>
                  </a:extLst>
                </p:cNvPr>
                <p:cNvSpPr/>
                <p:nvPr/>
              </p:nvSpPr>
              <p:spPr>
                <a:xfrm>
                  <a:off x="2422779" y="430935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7" name="Freeform 826">
                  <a:extLst>
                    <a:ext uri="{FF2B5EF4-FFF2-40B4-BE49-F238E27FC236}">
                      <a16:creationId xmlns:a16="http://schemas.microsoft.com/office/drawing/2014/main" id="{531ECECD-299D-4B17-F676-23FB5ABAA516}"/>
                    </a:ext>
                  </a:extLst>
                </p:cNvPr>
                <p:cNvSpPr/>
                <p:nvPr/>
              </p:nvSpPr>
              <p:spPr>
                <a:xfrm>
                  <a:off x="2422779" y="4372754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8" name="Freeform 827">
                  <a:extLst>
                    <a:ext uri="{FF2B5EF4-FFF2-40B4-BE49-F238E27FC236}">
                      <a16:creationId xmlns:a16="http://schemas.microsoft.com/office/drawing/2014/main" id="{65F2A671-3F43-7538-1295-0D9EC2D66C44}"/>
                    </a:ext>
                  </a:extLst>
                </p:cNvPr>
                <p:cNvSpPr/>
                <p:nvPr/>
              </p:nvSpPr>
              <p:spPr>
                <a:xfrm>
                  <a:off x="2422779" y="4436022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FA9D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9" name="Freeform 828">
                  <a:extLst>
                    <a:ext uri="{FF2B5EF4-FFF2-40B4-BE49-F238E27FC236}">
                      <a16:creationId xmlns:a16="http://schemas.microsoft.com/office/drawing/2014/main" id="{0BAC589B-1E44-A327-CF7C-0053712A0EF9}"/>
                    </a:ext>
                  </a:extLst>
                </p:cNvPr>
                <p:cNvSpPr/>
                <p:nvPr/>
              </p:nvSpPr>
              <p:spPr>
                <a:xfrm>
                  <a:off x="2422779" y="4499290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0" name="Freeform 829">
                  <a:extLst>
                    <a:ext uri="{FF2B5EF4-FFF2-40B4-BE49-F238E27FC236}">
                      <a16:creationId xmlns:a16="http://schemas.microsoft.com/office/drawing/2014/main" id="{A9BB7702-8DA5-901B-88AF-9F5D0DB48E54}"/>
                    </a:ext>
                  </a:extLst>
                </p:cNvPr>
                <p:cNvSpPr/>
                <p:nvPr/>
              </p:nvSpPr>
              <p:spPr>
                <a:xfrm>
                  <a:off x="2422779" y="4562685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1" name="Freeform 830">
                  <a:extLst>
                    <a:ext uri="{FF2B5EF4-FFF2-40B4-BE49-F238E27FC236}">
                      <a16:creationId xmlns:a16="http://schemas.microsoft.com/office/drawing/2014/main" id="{551478AB-1FD4-F4C5-2924-C23582574D12}"/>
                    </a:ext>
                  </a:extLst>
                </p:cNvPr>
                <p:cNvSpPr/>
                <p:nvPr/>
              </p:nvSpPr>
              <p:spPr>
                <a:xfrm>
                  <a:off x="2422779" y="4625953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2" name="Freeform 831">
                  <a:extLst>
                    <a:ext uri="{FF2B5EF4-FFF2-40B4-BE49-F238E27FC236}">
                      <a16:creationId xmlns:a16="http://schemas.microsoft.com/office/drawing/2014/main" id="{25C502BE-4388-02D3-0DA8-264EAD51AF29}"/>
                    </a:ext>
                  </a:extLst>
                </p:cNvPr>
                <p:cNvSpPr/>
                <p:nvPr/>
              </p:nvSpPr>
              <p:spPr>
                <a:xfrm>
                  <a:off x="2422779" y="4689221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3" name="Freeform 832">
                  <a:extLst>
                    <a:ext uri="{FF2B5EF4-FFF2-40B4-BE49-F238E27FC236}">
                      <a16:creationId xmlns:a16="http://schemas.microsoft.com/office/drawing/2014/main" id="{0398352F-569D-38F3-853B-CC8413672CDB}"/>
                    </a:ext>
                  </a:extLst>
                </p:cNvPr>
                <p:cNvSpPr/>
                <p:nvPr/>
              </p:nvSpPr>
              <p:spPr>
                <a:xfrm>
                  <a:off x="2422779" y="4752616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4" name="Freeform 833">
                  <a:extLst>
                    <a:ext uri="{FF2B5EF4-FFF2-40B4-BE49-F238E27FC236}">
                      <a16:creationId xmlns:a16="http://schemas.microsoft.com/office/drawing/2014/main" id="{CB729400-672A-DD61-DB1E-4E022E65038F}"/>
                    </a:ext>
                  </a:extLst>
                </p:cNvPr>
                <p:cNvSpPr/>
                <p:nvPr/>
              </p:nvSpPr>
              <p:spPr>
                <a:xfrm>
                  <a:off x="2422779" y="4815884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DCE7F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5" name="Freeform 834">
                  <a:extLst>
                    <a:ext uri="{FF2B5EF4-FFF2-40B4-BE49-F238E27FC236}">
                      <a16:creationId xmlns:a16="http://schemas.microsoft.com/office/drawing/2014/main" id="{7EBDEF11-42FD-382A-9ACD-5D5577B0FF14}"/>
                    </a:ext>
                  </a:extLst>
                </p:cNvPr>
                <p:cNvSpPr/>
                <p:nvPr/>
              </p:nvSpPr>
              <p:spPr>
                <a:xfrm>
                  <a:off x="2422779" y="4879279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B2CBE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6" name="Freeform 835">
                  <a:extLst>
                    <a:ext uri="{FF2B5EF4-FFF2-40B4-BE49-F238E27FC236}">
                      <a16:creationId xmlns:a16="http://schemas.microsoft.com/office/drawing/2014/main" id="{45B7689D-C56E-CEFC-293C-AF9B17154BD0}"/>
                    </a:ext>
                  </a:extLst>
                </p:cNvPr>
                <p:cNvSpPr/>
                <p:nvPr/>
              </p:nvSpPr>
              <p:spPr>
                <a:xfrm>
                  <a:off x="2422779" y="4942547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6B9D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7" name="Freeform 836">
                  <a:extLst>
                    <a:ext uri="{FF2B5EF4-FFF2-40B4-BE49-F238E27FC236}">
                      <a16:creationId xmlns:a16="http://schemas.microsoft.com/office/drawing/2014/main" id="{6494F43B-86F7-68AF-832D-60B0D825C85D}"/>
                    </a:ext>
                  </a:extLst>
                </p:cNvPr>
                <p:cNvSpPr/>
                <p:nvPr/>
              </p:nvSpPr>
              <p:spPr>
                <a:xfrm>
                  <a:off x="2422779" y="5005816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FB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8" name="Freeform 837">
                  <a:extLst>
                    <a:ext uri="{FF2B5EF4-FFF2-40B4-BE49-F238E27FC236}">
                      <a16:creationId xmlns:a16="http://schemas.microsoft.com/office/drawing/2014/main" id="{3FB54F81-7410-48A5-9451-6268F4706C26}"/>
                    </a:ext>
                  </a:extLst>
                </p:cNvPr>
                <p:cNvSpPr/>
                <p:nvPr/>
              </p:nvSpPr>
              <p:spPr>
                <a:xfrm>
                  <a:off x="2422779" y="5069210"/>
                  <a:ext cx="1090675" cy="63268"/>
                </a:xfrm>
                <a:custGeom>
                  <a:avLst/>
                  <a:gdLst>
                    <a:gd name="csX0" fmla="*/ 0 w 1090675"/>
                    <a:gd name="csY0" fmla="*/ 0 h 63268"/>
                    <a:gd name="csX1" fmla="*/ 1090676 w 1090675"/>
                    <a:gd name="csY1" fmla="*/ 0 h 63268"/>
                    <a:gd name="csX2" fmla="*/ 1090676 w 1090675"/>
                    <a:gd name="csY2" fmla="*/ 63268 h 63268"/>
                    <a:gd name="csX3" fmla="*/ 0 w 1090675"/>
                    <a:gd name="csY3" fmla="*/ 63268 h 632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090675" h="63268">
                      <a:moveTo>
                        <a:pt x="0" y="0"/>
                      </a:moveTo>
                      <a:lnTo>
                        <a:pt x="1090676" y="0"/>
                      </a:lnTo>
                      <a:lnTo>
                        <a:pt x="1090676" y="63268"/>
                      </a:lnTo>
                      <a:lnTo>
                        <a:pt x="0" y="63268"/>
                      </a:lnTo>
                      <a:close/>
                    </a:path>
                  </a:pathLst>
                </a:custGeom>
                <a:solidFill>
                  <a:srgbClr val="9BBCD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E461B4CB-2CF5-80F2-96F6-5C8A72D16F8D}"/>
                  </a:ext>
                </a:extLst>
              </p:cNvPr>
              <p:cNvGrpSpPr/>
              <p:nvPr/>
            </p:nvGrpSpPr>
            <p:grpSpPr>
              <a:xfrm>
                <a:off x="266234" y="5125688"/>
                <a:ext cx="954752" cy="276999"/>
                <a:chOff x="636394" y="5032958"/>
                <a:chExt cx="2435816" cy="276999"/>
              </a:xfrm>
            </p:grpSpPr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196C23DD-BC82-256F-8995-FBA1158B395E}"/>
                    </a:ext>
                  </a:extLst>
                </p:cNvPr>
                <p:cNvSpPr txBox="1"/>
                <p:nvPr/>
              </p:nvSpPr>
              <p:spPr>
                <a:xfrm>
                  <a:off x="636394" y="5032958"/>
                  <a:ext cx="798306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C01944AB-A96C-07B7-7C31-93A5E5B7573D}"/>
                    </a:ext>
                  </a:extLst>
                </p:cNvPr>
                <p:cNvSpPr txBox="1"/>
                <p:nvPr/>
              </p:nvSpPr>
              <p:spPr>
                <a:xfrm>
                  <a:off x="1585055" y="5032958"/>
                  <a:ext cx="581554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D007551A-8C22-7B7F-F283-CCBFFAE7C815}"/>
                    </a:ext>
                  </a:extLst>
                </p:cNvPr>
                <p:cNvSpPr txBox="1"/>
                <p:nvPr/>
              </p:nvSpPr>
              <p:spPr>
                <a:xfrm>
                  <a:off x="2359787" y="5032958"/>
                  <a:ext cx="712423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</p:grpSp>
        </p:grpSp>
        <p:grpSp>
          <p:nvGrpSpPr>
            <p:cNvPr id="1100" name="Group 1099">
              <a:extLst>
                <a:ext uri="{FF2B5EF4-FFF2-40B4-BE49-F238E27FC236}">
                  <a16:creationId xmlns:a16="http://schemas.microsoft.com/office/drawing/2014/main" id="{AA972DE5-DFF6-1F31-5F62-015E5756F8D4}"/>
                </a:ext>
              </a:extLst>
            </p:cNvPr>
            <p:cNvGrpSpPr/>
            <p:nvPr/>
          </p:nvGrpSpPr>
          <p:grpSpPr>
            <a:xfrm>
              <a:off x="1879064" y="480004"/>
              <a:ext cx="127000" cy="2785953"/>
              <a:chOff x="76200" y="2346525"/>
              <a:chExt cx="127000" cy="2785953"/>
            </a:xfrm>
          </p:grpSpPr>
          <p:sp>
            <p:nvSpPr>
              <p:cNvPr id="886" name="Freeform 885">
                <a:extLst>
                  <a:ext uri="{FF2B5EF4-FFF2-40B4-BE49-F238E27FC236}">
                    <a16:creationId xmlns:a16="http://schemas.microsoft.com/office/drawing/2014/main" id="{CDEF133C-806A-DF98-C278-C2B8397A49BD}"/>
                  </a:ext>
                </a:extLst>
              </p:cNvPr>
              <p:cNvSpPr/>
              <p:nvPr/>
            </p:nvSpPr>
            <p:spPr>
              <a:xfrm>
                <a:off x="76200" y="2346525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CAE0AB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8AB0F68-D7A6-27B6-4F6A-956E5E06FA73}"/>
                  </a:ext>
                </a:extLst>
              </p:cNvPr>
              <p:cNvSpPr/>
              <p:nvPr/>
            </p:nvSpPr>
            <p:spPr>
              <a:xfrm>
                <a:off x="76200" y="240991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5B908025-858F-7E49-3B80-DFB2ECC3D5EB}"/>
                  </a:ext>
                </a:extLst>
              </p:cNvPr>
              <p:cNvSpPr/>
              <p:nvPr/>
            </p:nvSpPr>
            <p:spPr>
              <a:xfrm>
                <a:off x="76200" y="2473188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8C021B17-7D9A-781B-56ED-00911233AC7C}"/>
                  </a:ext>
                </a:extLst>
              </p:cNvPr>
              <p:cNvSpPr/>
              <p:nvPr/>
            </p:nvSpPr>
            <p:spPr>
              <a:xfrm>
                <a:off x="76200" y="2536583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58A5E843-7221-3838-DC63-76451059F94E}"/>
                  </a:ext>
                </a:extLst>
              </p:cNvPr>
              <p:cNvSpPr/>
              <p:nvPr/>
            </p:nvSpPr>
            <p:spPr>
              <a:xfrm>
                <a:off x="76200" y="2599851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1" name="Freeform 890">
                <a:extLst>
                  <a:ext uri="{FF2B5EF4-FFF2-40B4-BE49-F238E27FC236}">
                    <a16:creationId xmlns:a16="http://schemas.microsoft.com/office/drawing/2014/main" id="{7A5EFDA6-8F9F-788B-54CF-564D48F60A39}"/>
                  </a:ext>
                </a:extLst>
              </p:cNvPr>
              <p:cNvSpPr/>
              <p:nvPr/>
            </p:nvSpPr>
            <p:spPr>
              <a:xfrm>
                <a:off x="76200" y="266311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2" name="Freeform 891">
                <a:extLst>
                  <a:ext uri="{FF2B5EF4-FFF2-40B4-BE49-F238E27FC236}">
                    <a16:creationId xmlns:a16="http://schemas.microsoft.com/office/drawing/2014/main" id="{EE83632A-2754-A7AE-CCEF-7549C1F1AC0A}"/>
                  </a:ext>
                </a:extLst>
              </p:cNvPr>
              <p:cNvSpPr/>
              <p:nvPr/>
            </p:nvSpPr>
            <p:spPr>
              <a:xfrm>
                <a:off x="76200" y="2726514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3" name="Freeform 892">
                <a:extLst>
                  <a:ext uri="{FF2B5EF4-FFF2-40B4-BE49-F238E27FC236}">
                    <a16:creationId xmlns:a16="http://schemas.microsoft.com/office/drawing/2014/main" id="{DE2B3F3F-6740-A349-AB4E-79A8DFE7CA61}"/>
                  </a:ext>
                </a:extLst>
              </p:cNvPr>
              <p:cNvSpPr/>
              <p:nvPr/>
            </p:nvSpPr>
            <p:spPr>
              <a:xfrm>
                <a:off x="76200" y="2789782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231B57CA-CF81-1CD2-34F2-4F0ACD3E8B52}"/>
                  </a:ext>
                </a:extLst>
              </p:cNvPr>
              <p:cNvSpPr/>
              <p:nvPr/>
            </p:nvSpPr>
            <p:spPr>
              <a:xfrm>
                <a:off x="76200" y="2853050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BC415957-A487-7CA2-9048-54E2CD3B7D1C}"/>
                  </a:ext>
                </a:extLst>
              </p:cNvPr>
              <p:cNvSpPr/>
              <p:nvPr/>
            </p:nvSpPr>
            <p:spPr>
              <a:xfrm>
                <a:off x="76200" y="2916445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2A1421CB-59A0-5E7F-EB4B-938934D37DE1}"/>
                  </a:ext>
                </a:extLst>
              </p:cNvPr>
              <p:cNvSpPr/>
              <p:nvPr/>
            </p:nvSpPr>
            <p:spPr>
              <a:xfrm>
                <a:off x="76200" y="2979713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BD9D3C2A-EAF4-4835-C481-DB3F8FE46BF2}"/>
                  </a:ext>
                </a:extLst>
              </p:cNvPr>
              <p:cNvSpPr/>
              <p:nvPr/>
            </p:nvSpPr>
            <p:spPr>
              <a:xfrm>
                <a:off x="76200" y="3043108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F7F056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8" name="Freeform 897">
                <a:extLst>
                  <a:ext uri="{FF2B5EF4-FFF2-40B4-BE49-F238E27FC236}">
                    <a16:creationId xmlns:a16="http://schemas.microsoft.com/office/drawing/2014/main" id="{651A7627-00B2-9BE5-3A72-51C302D6EFD5}"/>
                  </a:ext>
                </a:extLst>
              </p:cNvPr>
              <p:cNvSpPr/>
              <p:nvPr/>
            </p:nvSpPr>
            <p:spPr>
              <a:xfrm>
                <a:off x="76200" y="3106376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899" name="Freeform 898">
                <a:extLst>
                  <a:ext uri="{FF2B5EF4-FFF2-40B4-BE49-F238E27FC236}">
                    <a16:creationId xmlns:a16="http://schemas.microsoft.com/office/drawing/2014/main" id="{FD248858-2DB5-FF84-29ED-18DCA9111B68}"/>
                  </a:ext>
                </a:extLst>
              </p:cNvPr>
              <p:cNvSpPr/>
              <p:nvPr/>
            </p:nvSpPr>
            <p:spPr>
              <a:xfrm>
                <a:off x="76200" y="3169645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0" name="Freeform 899">
                <a:extLst>
                  <a:ext uri="{FF2B5EF4-FFF2-40B4-BE49-F238E27FC236}">
                    <a16:creationId xmlns:a16="http://schemas.microsoft.com/office/drawing/2014/main" id="{C102038D-C9AA-EF5A-E433-ED558D771AD0}"/>
                  </a:ext>
                </a:extLst>
              </p:cNvPr>
              <p:cNvSpPr/>
              <p:nvPr/>
            </p:nvSpPr>
            <p:spPr>
              <a:xfrm>
                <a:off x="76200" y="323303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7F12131C-FF97-52C9-81EA-E028F700F367}"/>
                  </a:ext>
                </a:extLst>
              </p:cNvPr>
              <p:cNvSpPr/>
              <p:nvPr/>
            </p:nvSpPr>
            <p:spPr>
              <a:xfrm>
                <a:off x="76200" y="3296308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D7E3C094-3727-1B0C-2C0D-DAEA478FE553}"/>
                  </a:ext>
                </a:extLst>
              </p:cNvPr>
              <p:cNvSpPr/>
              <p:nvPr/>
            </p:nvSpPr>
            <p:spPr>
              <a:xfrm>
                <a:off x="76200" y="3359702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F7F056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0131D869-48B6-DF1B-167C-58A23278B89E}"/>
                  </a:ext>
                </a:extLst>
              </p:cNvPr>
              <p:cNvSpPr/>
              <p:nvPr/>
            </p:nvSpPr>
            <p:spPr>
              <a:xfrm>
                <a:off x="76200" y="3422971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F7F056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D34233FC-CB2C-004B-D304-7B91877B7D0E}"/>
                  </a:ext>
                </a:extLst>
              </p:cNvPr>
              <p:cNvSpPr/>
              <p:nvPr/>
            </p:nvSpPr>
            <p:spPr>
              <a:xfrm>
                <a:off x="76200" y="348623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DC050C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5" name="Freeform 904">
                <a:extLst>
                  <a:ext uri="{FF2B5EF4-FFF2-40B4-BE49-F238E27FC236}">
                    <a16:creationId xmlns:a16="http://schemas.microsoft.com/office/drawing/2014/main" id="{0FB0DDF7-A6DE-11D5-9A5E-7B136E9E1C08}"/>
                  </a:ext>
                </a:extLst>
              </p:cNvPr>
              <p:cNvSpPr/>
              <p:nvPr/>
            </p:nvSpPr>
            <p:spPr>
              <a:xfrm>
                <a:off x="76200" y="3549634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CAE0AB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6" name="Freeform 905">
                <a:extLst>
                  <a:ext uri="{FF2B5EF4-FFF2-40B4-BE49-F238E27FC236}">
                    <a16:creationId xmlns:a16="http://schemas.microsoft.com/office/drawing/2014/main" id="{A7970AE0-9F11-4382-9254-659049254D88}"/>
                  </a:ext>
                </a:extLst>
              </p:cNvPr>
              <p:cNvSpPr/>
              <p:nvPr/>
            </p:nvSpPr>
            <p:spPr>
              <a:xfrm>
                <a:off x="76200" y="3612902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7" name="Freeform 906">
                <a:extLst>
                  <a:ext uri="{FF2B5EF4-FFF2-40B4-BE49-F238E27FC236}">
                    <a16:creationId xmlns:a16="http://schemas.microsoft.com/office/drawing/2014/main" id="{B826582A-7A50-88A0-58A9-1599BFB86814}"/>
                  </a:ext>
                </a:extLst>
              </p:cNvPr>
              <p:cNvSpPr/>
              <p:nvPr/>
            </p:nvSpPr>
            <p:spPr>
              <a:xfrm>
                <a:off x="76200" y="3676170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2825243B-24D1-2439-BE19-91E4DA46C139}"/>
                  </a:ext>
                </a:extLst>
              </p:cNvPr>
              <p:cNvSpPr/>
              <p:nvPr/>
            </p:nvSpPr>
            <p:spPr>
              <a:xfrm>
                <a:off x="76200" y="3739565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DC050C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4E39AB04-AE89-43CA-C306-5A757F5264B6}"/>
                  </a:ext>
                </a:extLst>
              </p:cNvPr>
              <p:cNvSpPr/>
              <p:nvPr/>
            </p:nvSpPr>
            <p:spPr>
              <a:xfrm>
                <a:off x="76200" y="3809795"/>
                <a:ext cx="127000" cy="117647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E0613079-2593-7E8B-6888-0B5E304CB6BD}"/>
                  </a:ext>
                </a:extLst>
              </p:cNvPr>
              <p:cNvSpPr/>
              <p:nvPr/>
            </p:nvSpPr>
            <p:spPr>
              <a:xfrm>
                <a:off x="76200" y="3929496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DC050C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3" name="Freeform 912">
                <a:extLst>
                  <a:ext uri="{FF2B5EF4-FFF2-40B4-BE49-F238E27FC236}">
                    <a16:creationId xmlns:a16="http://schemas.microsoft.com/office/drawing/2014/main" id="{26001CC4-678D-2341-56DF-C64457CD58B0}"/>
                  </a:ext>
                </a:extLst>
              </p:cNvPr>
              <p:cNvSpPr/>
              <p:nvPr/>
            </p:nvSpPr>
            <p:spPr>
              <a:xfrm>
                <a:off x="76200" y="405615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4" name="Freeform 913">
                <a:extLst>
                  <a:ext uri="{FF2B5EF4-FFF2-40B4-BE49-F238E27FC236}">
                    <a16:creationId xmlns:a16="http://schemas.microsoft.com/office/drawing/2014/main" id="{AAFAC482-6DA2-6900-C2C6-6DEF063C7FF4}"/>
                  </a:ext>
                </a:extLst>
              </p:cNvPr>
              <p:cNvSpPr/>
              <p:nvPr/>
            </p:nvSpPr>
            <p:spPr>
              <a:xfrm>
                <a:off x="76200" y="4119428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52973015-7042-E87D-AA8F-FE3A888E4288}"/>
                  </a:ext>
                </a:extLst>
              </p:cNvPr>
              <p:cNvSpPr/>
              <p:nvPr/>
            </p:nvSpPr>
            <p:spPr>
              <a:xfrm>
                <a:off x="76200" y="4182696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BE179C6B-45A4-E3D5-D562-EBE083764B17}"/>
                  </a:ext>
                </a:extLst>
              </p:cNvPr>
              <p:cNvSpPr/>
              <p:nvPr/>
            </p:nvSpPr>
            <p:spPr>
              <a:xfrm>
                <a:off x="76200" y="4246091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84334823-F636-46D7-8159-44A710C0C87A}"/>
                  </a:ext>
                </a:extLst>
              </p:cNvPr>
              <p:cNvSpPr/>
              <p:nvPr/>
            </p:nvSpPr>
            <p:spPr>
              <a:xfrm>
                <a:off x="76200" y="430935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68C05DE0-97FB-3A2C-804C-AE88E9FBC5B1}"/>
                  </a:ext>
                </a:extLst>
              </p:cNvPr>
              <p:cNvSpPr/>
              <p:nvPr/>
            </p:nvSpPr>
            <p:spPr>
              <a:xfrm>
                <a:off x="76200" y="4372754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559A8CEC-192F-3EF9-A18B-D6DBC4596713}"/>
                  </a:ext>
                </a:extLst>
              </p:cNvPr>
              <p:cNvSpPr/>
              <p:nvPr/>
            </p:nvSpPr>
            <p:spPr>
              <a:xfrm>
                <a:off x="76200" y="4436022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0" name="Freeform 919">
                <a:extLst>
                  <a:ext uri="{FF2B5EF4-FFF2-40B4-BE49-F238E27FC236}">
                    <a16:creationId xmlns:a16="http://schemas.microsoft.com/office/drawing/2014/main" id="{97B9F014-585E-8E48-C31B-A2E09637FBA0}"/>
                  </a:ext>
                </a:extLst>
              </p:cNvPr>
              <p:cNvSpPr/>
              <p:nvPr/>
            </p:nvSpPr>
            <p:spPr>
              <a:xfrm>
                <a:off x="76200" y="4499290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1" name="Freeform 920">
                <a:extLst>
                  <a:ext uri="{FF2B5EF4-FFF2-40B4-BE49-F238E27FC236}">
                    <a16:creationId xmlns:a16="http://schemas.microsoft.com/office/drawing/2014/main" id="{F868D20F-19A1-346F-8EAE-DF594E5E250D}"/>
                  </a:ext>
                </a:extLst>
              </p:cNvPr>
              <p:cNvSpPr/>
              <p:nvPr/>
            </p:nvSpPr>
            <p:spPr>
              <a:xfrm>
                <a:off x="76200" y="4562685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8AE6742-1C84-C9C2-DF6D-D2499EFCB320}"/>
                  </a:ext>
                </a:extLst>
              </p:cNvPr>
              <p:cNvSpPr/>
              <p:nvPr/>
            </p:nvSpPr>
            <p:spPr>
              <a:xfrm>
                <a:off x="76200" y="4625953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74B88A7-BAF6-A7BE-8242-1EA2963B161D}"/>
                  </a:ext>
                </a:extLst>
              </p:cNvPr>
              <p:cNvSpPr/>
              <p:nvPr/>
            </p:nvSpPr>
            <p:spPr>
              <a:xfrm>
                <a:off x="76200" y="4689221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ADD36D60-5DB5-A668-B4C6-E599609E7C11}"/>
                  </a:ext>
                </a:extLst>
              </p:cNvPr>
              <p:cNvSpPr/>
              <p:nvPr/>
            </p:nvSpPr>
            <p:spPr>
              <a:xfrm>
                <a:off x="76200" y="4752616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AEB2CA15-1516-E544-EE70-5C620C2856E7}"/>
                  </a:ext>
                </a:extLst>
              </p:cNvPr>
              <p:cNvSpPr/>
              <p:nvPr/>
            </p:nvSpPr>
            <p:spPr>
              <a:xfrm>
                <a:off x="76200" y="4815884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6" name="Freeform 925">
                <a:extLst>
                  <a:ext uri="{FF2B5EF4-FFF2-40B4-BE49-F238E27FC236}">
                    <a16:creationId xmlns:a16="http://schemas.microsoft.com/office/drawing/2014/main" id="{731F42BC-89BD-328A-B88D-0AB3BD61D3BF}"/>
                  </a:ext>
                </a:extLst>
              </p:cNvPr>
              <p:cNvSpPr/>
              <p:nvPr/>
            </p:nvSpPr>
            <p:spPr>
              <a:xfrm>
                <a:off x="76200" y="4879279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5CFE7DC8-3F00-81CE-5D1D-19A5A25AA2A7}"/>
                  </a:ext>
                </a:extLst>
              </p:cNvPr>
              <p:cNvSpPr/>
              <p:nvPr/>
            </p:nvSpPr>
            <p:spPr>
              <a:xfrm>
                <a:off x="76200" y="4942547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0457C528-4EDD-90C7-32FC-B1DAC427B3E3}"/>
                  </a:ext>
                </a:extLst>
              </p:cNvPr>
              <p:cNvSpPr/>
              <p:nvPr/>
            </p:nvSpPr>
            <p:spPr>
              <a:xfrm>
                <a:off x="76200" y="5005816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88DD8D03-CEFD-A564-6B8B-94F867B4C36B}"/>
                  </a:ext>
                </a:extLst>
              </p:cNvPr>
              <p:cNvSpPr/>
              <p:nvPr/>
            </p:nvSpPr>
            <p:spPr>
              <a:xfrm>
                <a:off x="76200" y="5069210"/>
                <a:ext cx="127000" cy="63268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12" name="Freeform 911">
                <a:extLst>
                  <a:ext uri="{FF2B5EF4-FFF2-40B4-BE49-F238E27FC236}">
                    <a16:creationId xmlns:a16="http://schemas.microsoft.com/office/drawing/2014/main" id="{AF600A44-6DCB-5795-937E-BF70F3FE45F2}"/>
                  </a:ext>
                </a:extLst>
              </p:cNvPr>
              <p:cNvSpPr/>
              <p:nvPr/>
            </p:nvSpPr>
            <p:spPr>
              <a:xfrm>
                <a:off x="76200" y="3995940"/>
                <a:ext cx="127000" cy="54864"/>
              </a:xfrm>
              <a:custGeom>
                <a:avLst/>
                <a:gdLst>
                  <a:gd name="csX0" fmla="*/ 0 w 127000"/>
                  <a:gd name="csY0" fmla="*/ 0 h 63268"/>
                  <a:gd name="csX1" fmla="*/ 127000 w 127000"/>
                  <a:gd name="csY1" fmla="*/ 0 h 63268"/>
                  <a:gd name="csX2" fmla="*/ 127000 w 127000"/>
                  <a:gd name="csY2" fmla="*/ 63268 h 63268"/>
                  <a:gd name="csX3" fmla="*/ 0 w 127000"/>
                  <a:gd name="csY3" fmla="*/ 63268 h 632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27000" h="63268">
                    <a:moveTo>
                      <a:pt x="0" y="0"/>
                    </a:moveTo>
                    <a:lnTo>
                      <a:pt x="127000" y="0"/>
                    </a:lnTo>
                    <a:lnTo>
                      <a:pt x="127000" y="63268"/>
                    </a:lnTo>
                    <a:lnTo>
                      <a:pt x="0" y="6326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04" name="Group 1103">
              <a:extLst>
                <a:ext uri="{FF2B5EF4-FFF2-40B4-BE49-F238E27FC236}">
                  <a16:creationId xmlns:a16="http://schemas.microsoft.com/office/drawing/2014/main" id="{E2608031-D24D-2EE9-9801-FC12C8EF117D}"/>
                </a:ext>
              </a:extLst>
            </p:cNvPr>
            <p:cNvGrpSpPr/>
            <p:nvPr/>
          </p:nvGrpSpPr>
          <p:grpSpPr>
            <a:xfrm>
              <a:off x="2053017" y="225223"/>
              <a:ext cx="1792531" cy="1552074"/>
              <a:chOff x="4204813" y="4260192"/>
              <a:chExt cx="1792531" cy="1552074"/>
            </a:xfrm>
          </p:grpSpPr>
          <p:sp>
            <p:nvSpPr>
              <p:cNvPr id="931" name="TextBox 930">
                <a:extLst>
                  <a:ext uri="{FF2B5EF4-FFF2-40B4-BE49-F238E27FC236}">
                    <a16:creationId xmlns:a16="http://schemas.microsoft.com/office/drawing/2014/main" id="{059E83D6-2D7F-B58F-3F8F-C009753638F9}"/>
                  </a:ext>
                </a:extLst>
              </p:cNvPr>
              <p:cNvSpPr txBox="1"/>
              <p:nvPr/>
            </p:nvSpPr>
            <p:spPr>
              <a:xfrm>
                <a:off x="4221003" y="4260192"/>
                <a:ext cx="938077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Classification</a:t>
                </a: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15061A7F-D896-E62A-3738-3DEE518B8CBB}"/>
                  </a:ext>
                </a:extLst>
              </p:cNvPr>
              <p:cNvSpPr/>
              <p:nvPr/>
            </p:nvSpPr>
            <p:spPr>
              <a:xfrm>
                <a:off x="4204813" y="4517969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1965B0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3" name="Freeform 932">
                <a:extLst>
                  <a:ext uri="{FF2B5EF4-FFF2-40B4-BE49-F238E27FC236}">
                    <a16:creationId xmlns:a16="http://schemas.microsoft.com/office/drawing/2014/main" id="{F8E25FFF-0347-85DD-4576-C8B29903FE10}"/>
                  </a:ext>
                </a:extLst>
              </p:cNvPr>
              <p:cNvSpPr/>
              <p:nvPr/>
            </p:nvSpPr>
            <p:spPr>
              <a:xfrm>
                <a:off x="4204813" y="4699296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7BAFDE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4" name="Freeform 933">
                <a:extLst>
                  <a:ext uri="{FF2B5EF4-FFF2-40B4-BE49-F238E27FC236}">
                    <a16:creationId xmlns:a16="http://schemas.microsoft.com/office/drawing/2014/main" id="{99488B9F-A434-1FED-02BD-6B2ECD6C3E0A}"/>
                  </a:ext>
                </a:extLst>
              </p:cNvPr>
              <p:cNvSpPr/>
              <p:nvPr/>
            </p:nvSpPr>
            <p:spPr>
              <a:xfrm>
                <a:off x="4204813" y="4880623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4EB265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5" name="Freeform 934">
                <a:extLst>
                  <a:ext uri="{FF2B5EF4-FFF2-40B4-BE49-F238E27FC236}">
                    <a16:creationId xmlns:a16="http://schemas.microsoft.com/office/drawing/2014/main" id="{E719EDF0-E484-A8A2-4B44-FA43193E0C42}"/>
                  </a:ext>
                </a:extLst>
              </p:cNvPr>
              <p:cNvSpPr/>
              <p:nvPr/>
            </p:nvSpPr>
            <p:spPr>
              <a:xfrm>
                <a:off x="4204813" y="5061823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CAE0AB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BCA81482-98B1-D75B-E2E8-6E3626EBEDAB}"/>
                  </a:ext>
                </a:extLst>
              </p:cNvPr>
              <p:cNvSpPr/>
              <p:nvPr/>
            </p:nvSpPr>
            <p:spPr>
              <a:xfrm>
                <a:off x="4204813" y="5243150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F7F056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E567BCA8-7E30-303D-4B48-0C32C355E3E0}"/>
                  </a:ext>
                </a:extLst>
              </p:cNvPr>
              <p:cNvSpPr/>
              <p:nvPr/>
            </p:nvSpPr>
            <p:spPr>
              <a:xfrm>
                <a:off x="4204813" y="5424477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solidFill>
                <a:srgbClr val="DC050C"/>
              </a:solidFill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307AB82B-F70E-BD40-321D-70099B324597}"/>
                  </a:ext>
                </a:extLst>
              </p:cNvPr>
              <p:cNvSpPr/>
              <p:nvPr/>
            </p:nvSpPr>
            <p:spPr>
              <a:xfrm>
                <a:off x="4204813" y="5605804"/>
                <a:ext cx="181990" cy="181326"/>
              </a:xfrm>
              <a:custGeom>
                <a:avLst/>
                <a:gdLst>
                  <a:gd name="csX0" fmla="*/ 0 w 181990"/>
                  <a:gd name="csY0" fmla="*/ 0 h 181326"/>
                  <a:gd name="csX1" fmla="*/ 181991 w 181990"/>
                  <a:gd name="csY1" fmla="*/ 0 h 181326"/>
                  <a:gd name="csX2" fmla="*/ 181991 w 181990"/>
                  <a:gd name="csY2" fmla="*/ 181327 h 181326"/>
                  <a:gd name="csX3" fmla="*/ 0 w 181990"/>
                  <a:gd name="csY3" fmla="*/ 181327 h 1813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81990" h="181326">
                    <a:moveTo>
                      <a:pt x="0" y="0"/>
                    </a:moveTo>
                    <a:lnTo>
                      <a:pt x="181991" y="0"/>
                    </a:lnTo>
                    <a:lnTo>
                      <a:pt x="181991" y="181327"/>
                    </a:lnTo>
                    <a:lnTo>
                      <a:pt x="0" y="181327"/>
                    </a:lnTo>
                    <a:close/>
                  </a:path>
                </a:pathLst>
              </a:custGeom>
              <a:noFill/>
              <a:ln w="9525" cap="rnd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39" name="TextBox 938">
                <a:extLst>
                  <a:ext uri="{FF2B5EF4-FFF2-40B4-BE49-F238E27FC236}">
                    <a16:creationId xmlns:a16="http://schemas.microsoft.com/office/drawing/2014/main" id="{C9094CF7-A45D-5027-363D-47550038A757}"/>
                  </a:ext>
                </a:extLst>
              </p:cNvPr>
              <p:cNvSpPr txBox="1"/>
              <p:nvPr/>
            </p:nvSpPr>
            <p:spPr>
              <a:xfrm>
                <a:off x="4312266" y="4493726"/>
                <a:ext cx="1069524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Late Upregulated</a:t>
                </a:r>
              </a:p>
            </p:txBody>
          </p:sp>
          <p:sp>
            <p:nvSpPr>
              <p:cNvPr id="940" name="TextBox 939">
                <a:extLst>
                  <a:ext uri="{FF2B5EF4-FFF2-40B4-BE49-F238E27FC236}">
                    <a16:creationId xmlns:a16="http://schemas.microsoft.com/office/drawing/2014/main" id="{DBF58E27-C045-1326-B300-C2868A8A119E}"/>
                  </a:ext>
                </a:extLst>
              </p:cNvPr>
              <p:cNvSpPr txBox="1"/>
              <p:nvPr/>
            </p:nvSpPr>
            <p:spPr>
              <a:xfrm>
                <a:off x="4312266" y="4674926"/>
                <a:ext cx="121700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Late Downregulated</a:t>
                </a:r>
              </a:p>
            </p:txBody>
          </p:sp>
          <p:sp>
            <p:nvSpPr>
              <p:cNvPr id="941" name="TextBox 940">
                <a:extLst>
                  <a:ext uri="{FF2B5EF4-FFF2-40B4-BE49-F238E27FC236}">
                    <a16:creationId xmlns:a16="http://schemas.microsoft.com/office/drawing/2014/main" id="{B4C5AF08-AA2D-DE33-18CE-A1B29173DEA7}"/>
                  </a:ext>
                </a:extLst>
              </p:cNvPr>
              <p:cNvSpPr txBox="1"/>
              <p:nvPr/>
            </p:nvSpPr>
            <p:spPr>
              <a:xfrm>
                <a:off x="4312266" y="4856253"/>
                <a:ext cx="1409361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Transiently Upregulated</a:t>
                </a:r>
              </a:p>
            </p:txBody>
          </p:sp>
          <p:sp>
            <p:nvSpPr>
              <p:cNvPr id="942" name="TextBox 941">
                <a:extLst>
                  <a:ext uri="{FF2B5EF4-FFF2-40B4-BE49-F238E27FC236}">
                    <a16:creationId xmlns:a16="http://schemas.microsoft.com/office/drawing/2014/main" id="{07D5A44E-5AA4-3C92-F4B5-3753C1970418}"/>
                  </a:ext>
                </a:extLst>
              </p:cNvPr>
              <p:cNvSpPr txBox="1"/>
              <p:nvPr/>
            </p:nvSpPr>
            <p:spPr>
              <a:xfrm>
                <a:off x="4312266" y="5037580"/>
                <a:ext cx="155683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Transiently Downregulated</a:t>
                </a:r>
              </a:p>
            </p:txBody>
          </p:sp>
          <p:sp>
            <p:nvSpPr>
              <p:cNvPr id="943" name="TextBox 942">
                <a:extLst>
                  <a:ext uri="{FF2B5EF4-FFF2-40B4-BE49-F238E27FC236}">
                    <a16:creationId xmlns:a16="http://schemas.microsoft.com/office/drawing/2014/main" id="{BD9DA15E-B216-59E4-27C1-9C56BC70D5CE}"/>
                  </a:ext>
                </a:extLst>
              </p:cNvPr>
              <p:cNvSpPr txBox="1"/>
              <p:nvPr/>
            </p:nvSpPr>
            <p:spPr>
              <a:xfrm>
                <a:off x="4312266" y="5218907"/>
                <a:ext cx="1107997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Early Upregulated</a:t>
                </a:r>
              </a:p>
            </p:txBody>
          </p:sp>
          <p:sp>
            <p:nvSpPr>
              <p:cNvPr id="944" name="TextBox 943">
                <a:extLst>
                  <a:ext uri="{FF2B5EF4-FFF2-40B4-BE49-F238E27FC236}">
                    <a16:creationId xmlns:a16="http://schemas.microsoft.com/office/drawing/2014/main" id="{F9B30AA6-4189-C92C-6B33-95F719128B9A}"/>
                  </a:ext>
                </a:extLst>
              </p:cNvPr>
              <p:cNvSpPr txBox="1"/>
              <p:nvPr/>
            </p:nvSpPr>
            <p:spPr>
              <a:xfrm>
                <a:off x="4312266" y="5400233"/>
                <a:ext cx="1255472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Early Downregulated</a:t>
                </a:r>
              </a:p>
            </p:txBody>
          </p:sp>
          <p:sp>
            <p:nvSpPr>
              <p:cNvPr id="945" name="TextBox 944">
                <a:extLst>
                  <a:ext uri="{FF2B5EF4-FFF2-40B4-BE49-F238E27FC236}">
                    <a16:creationId xmlns:a16="http://schemas.microsoft.com/office/drawing/2014/main" id="{58211BD9-D4C3-E8E0-1977-A311122F32E2}"/>
                  </a:ext>
                </a:extLst>
              </p:cNvPr>
              <p:cNvSpPr txBox="1"/>
              <p:nvPr/>
            </p:nvSpPr>
            <p:spPr>
              <a:xfrm>
                <a:off x="4312266" y="5581434"/>
                <a:ext cx="168507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Progressively Downregulated</a:t>
                </a:r>
              </a:p>
            </p:txBody>
          </p:sp>
        </p:grpSp>
        <p:grpSp>
          <p:nvGrpSpPr>
            <p:cNvPr id="1106" name="Group 1105">
              <a:extLst>
                <a:ext uri="{FF2B5EF4-FFF2-40B4-BE49-F238E27FC236}">
                  <a16:creationId xmlns:a16="http://schemas.microsoft.com/office/drawing/2014/main" id="{22ABA621-A4BD-5822-8044-1FA85A80E3AB}"/>
                </a:ext>
              </a:extLst>
            </p:cNvPr>
            <p:cNvGrpSpPr/>
            <p:nvPr/>
          </p:nvGrpSpPr>
          <p:grpSpPr>
            <a:xfrm>
              <a:off x="1998734" y="1998681"/>
              <a:ext cx="595035" cy="1240156"/>
              <a:chOff x="2449645" y="4192444"/>
              <a:chExt cx="595035" cy="1240156"/>
            </a:xfrm>
          </p:grpSpPr>
          <p:grpSp>
            <p:nvGrpSpPr>
              <p:cNvPr id="1053" name="Group 1052">
                <a:extLst>
                  <a:ext uri="{FF2B5EF4-FFF2-40B4-BE49-F238E27FC236}">
                    <a16:creationId xmlns:a16="http://schemas.microsoft.com/office/drawing/2014/main" id="{72E10959-FB57-F9DE-3692-9A501414BCB3}"/>
                  </a:ext>
                </a:extLst>
              </p:cNvPr>
              <p:cNvGrpSpPr/>
              <p:nvPr/>
            </p:nvGrpSpPr>
            <p:grpSpPr>
              <a:xfrm>
                <a:off x="2561036" y="4374680"/>
                <a:ext cx="336937" cy="1057920"/>
                <a:chOff x="4358259" y="2231681"/>
                <a:chExt cx="336937" cy="2098103"/>
              </a:xfrm>
            </p:grpSpPr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E8B682F7-4790-7957-66C1-3F8E760EA56C}"/>
                    </a:ext>
                  </a:extLst>
                </p:cNvPr>
                <p:cNvSpPr/>
                <p:nvPr/>
              </p:nvSpPr>
              <p:spPr>
                <a:xfrm>
                  <a:off x="4358259" y="422559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C7610802-175E-7295-CCD4-C3374705D6D7}"/>
                    </a:ext>
                  </a:extLst>
                </p:cNvPr>
                <p:cNvSpPr/>
                <p:nvPr/>
              </p:nvSpPr>
              <p:spPr>
                <a:xfrm>
                  <a:off x="4358259" y="420661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1D68B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443FED9A-6CF7-1A94-F194-75D948295FDD}"/>
                    </a:ext>
                  </a:extLst>
                </p:cNvPr>
                <p:cNvSpPr/>
                <p:nvPr/>
              </p:nvSpPr>
              <p:spPr>
                <a:xfrm>
                  <a:off x="4358259" y="418763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226BB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1EE19146-7E71-B4BD-858D-066F25CB365B}"/>
                    </a:ext>
                  </a:extLst>
                </p:cNvPr>
                <p:cNvSpPr/>
                <p:nvPr/>
              </p:nvSpPr>
              <p:spPr>
                <a:xfrm>
                  <a:off x="4358259" y="416865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266EB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01304FDB-65D9-621A-CC7A-827AECB7A341}"/>
                    </a:ext>
                  </a:extLst>
                </p:cNvPr>
                <p:cNvSpPr/>
                <p:nvPr/>
              </p:nvSpPr>
              <p:spPr>
                <a:xfrm>
                  <a:off x="4358259" y="414967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2B71B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1" name="Freeform 950">
                  <a:extLst>
                    <a:ext uri="{FF2B5EF4-FFF2-40B4-BE49-F238E27FC236}">
                      <a16:creationId xmlns:a16="http://schemas.microsoft.com/office/drawing/2014/main" id="{40297E34-1932-2AA2-0F1A-C626D35E27E2}"/>
                    </a:ext>
                  </a:extLst>
                </p:cNvPr>
                <p:cNvSpPr/>
                <p:nvPr/>
              </p:nvSpPr>
              <p:spPr>
                <a:xfrm>
                  <a:off x="4358259" y="413068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3074B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2" name="Freeform 951">
                  <a:extLst>
                    <a:ext uri="{FF2B5EF4-FFF2-40B4-BE49-F238E27FC236}">
                      <a16:creationId xmlns:a16="http://schemas.microsoft.com/office/drawing/2014/main" id="{FFFBA0C9-1554-980D-3AD3-F4DC31667D0D}"/>
                    </a:ext>
                  </a:extLst>
                </p:cNvPr>
                <p:cNvSpPr/>
                <p:nvPr/>
              </p:nvSpPr>
              <p:spPr>
                <a:xfrm>
                  <a:off x="4358259" y="411170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3477B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3" name="Freeform 952">
                  <a:extLst>
                    <a:ext uri="{FF2B5EF4-FFF2-40B4-BE49-F238E27FC236}">
                      <a16:creationId xmlns:a16="http://schemas.microsoft.com/office/drawing/2014/main" id="{B0869A0F-C19E-251D-B794-EDCAB07036F1}"/>
                    </a:ext>
                  </a:extLst>
                </p:cNvPr>
                <p:cNvSpPr/>
                <p:nvPr/>
              </p:nvSpPr>
              <p:spPr>
                <a:xfrm>
                  <a:off x="4358259" y="409272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397AB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4" name="Freeform 953">
                  <a:extLst>
                    <a:ext uri="{FF2B5EF4-FFF2-40B4-BE49-F238E27FC236}">
                      <a16:creationId xmlns:a16="http://schemas.microsoft.com/office/drawing/2014/main" id="{B9706EA5-0D71-A46D-6471-F8244B16A56D}"/>
                    </a:ext>
                  </a:extLst>
                </p:cNvPr>
                <p:cNvSpPr/>
                <p:nvPr/>
              </p:nvSpPr>
              <p:spPr>
                <a:xfrm>
                  <a:off x="4358259" y="407374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3E7DB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5" name="Freeform 954">
                  <a:extLst>
                    <a:ext uri="{FF2B5EF4-FFF2-40B4-BE49-F238E27FC236}">
                      <a16:creationId xmlns:a16="http://schemas.microsoft.com/office/drawing/2014/main" id="{E882F2BB-7D89-9E8B-C85C-6841591BCF3E}"/>
                    </a:ext>
                  </a:extLst>
                </p:cNvPr>
                <p:cNvSpPr/>
                <p:nvPr/>
              </p:nvSpPr>
              <p:spPr>
                <a:xfrm>
                  <a:off x="4358259" y="405476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4281B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949B7E55-1B29-08D1-F7B5-DFEC802648B5}"/>
                    </a:ext>
                  </a:extLst>
                </p:cNvPr>
                <p:cNvSpPr/>
                <p:nvPr/>
              </p:nvSpPr>
              <p:spPr>
                <a:xfrm>
                  <a:off x="4358259" y="403578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4784B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EC9FC545-D4D9-8305-F1D0-413CBE129EF4}"/>
                    </a:ext>
                  </a:extLst>
                </p:cNvPr>
                <p:cNvSpPr/>
                <p:nvPr/>
              </p:nvSpPr>
              <p:spPr>
                <a:xfrm>
                  <a:off x="4358259" y="401680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4C87C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BBCA53CC-4812-2D7E-1BD1-B4B2AE836FC2}"/>
                    </a:ext>
                  </a:extLst>
                </p:cNvPr>
                <p:cNvSpPr/>
                <p:nvPr/>
              </p:nvSpPr>
              <p:spPr>
                <a:xfrm>
                  <a:off x="4358259" y="399782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508AC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67AD66B7-FD5F-0DCD-2C6B-B9E30C4D86F9}"/>
                    </a:ext>
                  </a:extLst>
                </p:cNvPr>
                <p:cNvSpPr/>
                <p:nvPr/>
              </p:nvSpPr>
              <p:spPr>
                <a:xfrm>
                  <a:off x="4358259" y="397884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558DC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0" name="Freeform 959">
                  <a:extLst>
                    <a:ext uri="{FF2B5EF4-FFF2-40B4-BE49-F238E27FC236}">
                      <a16:creationId xmlns:a16="http://schemas.microsoft.com/office/drawing/2014/main" id="{9310DB11-A5F4-7C5B-36BA-80D32A7739EA}"/>
                    </a:ext>
                  </a:extLst>
                </p:cNvPr>
                <p:cNvSpPr/>
                <p:nvPr/>
              </p:nvSpPr>
              <p:spPr>
                <a:xfrm>
                  <a:off x="4358259" y="395986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5A90C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1" name="Freeform 960">
                  <a:extLst>
                    <a:ext uri="{FF2B5EF4-FFF2-40B4-BE49-F238E27FC236}">
                      <a16:creationId xmlns:a16="http://schemas.microsoft.com/office/drawing/2014/main" id="{9BF987E2-E280-80E9-20C9-B2736E1B8274}"/>
                    </a:ext>
                  </a:extLst>
                </p:cNvPr>
                <p:cNvSpPr/>
                <p:nvPr/>
              </p:nvSpPr>
              <p:spPr>
                <a:xfrm>
                  <a:off x="4358259" y="394088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5E93C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2" name="Freeform 961">
                  <a:extLst>
                    <a:ext uri="{FF2B5EF4-FFF2-40B4-BE49-F238E27FC236}">
                      <a16:creationId xmlns:a16="http://schemas.microsoft.com/office/drawing/2014/main" id="{13D30E4A-6963-C2C6-64FE-D8A648ED2C02}"/>
                    </a:ext>
                  </a:extLst>
                </p:cNvPr>
                <p:cNvSpPr/>
                <p:nvPr/>
              </p:nvSpPr>
              <p:spPr>
                <a:xfrm>
                  <a:off x="4358259" y="392190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6396C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3" name="Freeform 962">
                  <a:extLst>
                    <a:ext uri="{FF2B5EF4-FFF2-40B4-BE49-F238E27FC236}">
                      <a16:creationId xmlns:a16="http://schemas.microsoft.com/office/drawing/2014/main" id="{49568004-E095-8703-06D5-3A888788BFCF}"/>
                    </a:ext>
                  </a:extLst>
                </p:cNvPr>
                <p:cNvSpPr/>
                <p:nvPr/>
              </p:nvSpPr>
              <p:spPr>
                <a:xfrm>
                  <a:off x="4358259" y="390292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6799C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4" name="Freeform 963">
                  <a:extLst>
                    <a:ext uri="{FF2B5EF4-FFF2-40B4-BE49-F238E27FC236}">
                      <a16:creationId xmlns:a16="http://schemas.microsoft.com/office/drawing/2014/main" id="{7F87940A-4F55-FE6E-C149-0583FB192941}"/>
                    </a:ext>
                  </a:extLst>
                </p:cNvPr>
                <p:cNvSpPr/>
                <p:nvPr/>
              </p:nvSpPr>
              <p:spPr>
                <a:xfrm>
                  <a:off x="4358259" y="388394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6C9DC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FF2E7129-0BB4-463C-1BBC-E99532CF6B50}"/>
                    </a:ext>
                  </a:extLst>
                </p:cNvPr>
                <p:cNvSpPr/>
                <p:nvPr/>
              </p:nvSpPr>
              <p:spPr>
                <a:xfrm>
                  <a:off x="4358259" y="386496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71A0C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F86EAE6A-1E57-5DA5-8DAD-663C7A7E4F6C}"/>
                    </a:ext>
                  </a:extLst>
                </p:cNvPr>
                <p:cNvSpPr/>
                <p:nvPr/>
              </p:nvSpPr>
              <p:spPr>
                <a:xfrm>
                  <a:off x="4358259" y="384598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75A3C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0ACCE89-8428-266A-32D5-3E121FB3AC4C}"/>
                    </a:ext>
                  </a:extLst>
                </p:cNvPr>
                <p:cNvSpPr/>
                <p:nvPr/>
              </p:nvSpPr>
              <p:spPr>
                <a:xfrm>
                  <a:off x="4358259" y="382700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7AA6D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A7DEB7C7-BAB3-C029-5BE3-790615047583}"/>
                    </a:ext>
                  </a:extLst>
                </p:cNvPr>
                <p:cNvSpPr/>
                <p:nvPr/>
              </p:nvSpPr>
              <p:spPr>
                <a:xfrm>
                  <a:off x="4358259" y="380802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7FA9D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9D2995EB-9A0C-4124-E4E3-654E5F337A09}"/>
                    </a:ext>
                  </a:extLst>
                </p:cNvPr>
                <p:cNvSpPr/>
                <p:nvPr/>
              </p:nvSpPr>
              <p:spPr>
                <a:xfrm>
                  <a:off x="4358259" y="378904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83ACD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0" name="Freeform 969">
                  <a:extLst>
                    <a:ext uri="{FF2B5EF4-FFF2-40B4-BE49-F238E27FC236}">
                      <a16:creationId xmlns:a16="http://schemas.microsoft.com/office/drawing/2014/main" id="{0D754BDE-B301-57F1-7CDD-2612B926DFE7}"/>
                    </a:ext>
                  </a:extLst>
                </p:cNvPr>
                <p:cNvSpPr/>
                <p:nvPr/>
              </p:nvSpPr>
              <p:spPr>
                <a:xfrm>
                  <a:off x="4358259" y="377006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88AFD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1" name="Freeform 970">
                  <a:extLst>
                    <a:ext uri="{FF2B5EF4-FFF2-40B4-BE49-F238E27FC236}">
                      <a16:creationId xmlns:a16="http://schemas.microsoft.com/office/drawing/2014/main" id="{4391FEEC-A5A0-57C8-96F5-159B34B655C7}"/>
                    </a:ext>
                  </a:extLst>
                </p:cNvPr>
                <p:cNvSpPr/>
                <p:nvPr/>
              </p:nvSpPr>
              <p:spPr>
                <a:xfrm>
                  <a:off x="4358259" y="375108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8DB2D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2" name="Freeform 971">
                  <a:extLst>
                    <a:ext uri="{FF2B5EF4-FFF2-40B4-BE49-F238E27FC236}">
                      <a16:creationId xmlns:a16="http://schemas.microsoft.com/office/drawing/2014/main" id="{B43088D0-868B-33AD-DBD7-724A6D2F95D4}"/>
                    </a:ext>
                  </a:extLst>
                </p:cNvPr>
                <p:cNvSpPr/>
                <p:nvPr/>
              </p:nvSpPr>
              <p:spPr>
                <a:xfrm>
                  <a:off x="4358259" y="373209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1 h 18980"/>
                    <a:gd name="csX3" fmla="*/ 0 w 127000"/>
                    <a:gd name="csY3" fmla="*/ 18981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1"/>
                      </a:lnTo>
                      <a:lnTo>
                        <a:pt x="0" y="18981"/>
                      </a:lnTo>
                      <a:close/>
                    </a:path>
                  </a:pathLst>
                </a:custGeom>
                <a:solidFill>
                  <a:srgbClr val="91B5D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3" name="Freeform 972">
                  <a:extLst>
                    <a:ext uri="{FF2B5EF4-FFF2-40B4-BE49-F238E27FC236}">
                      <a16:creationId xmlns:a16="http://schemas.microsoft.com/office/drawing/2014/main" id="{50032129-0FCC-E3F7-C573-FF7EBF874B79}"/>
                    </a:ext>
                  </a:extLst>
                </p:cNvPr>
                <p:cNvSpPr/>
                <p:nvPr/>
              </p:nvSpPr>
              <p:spPr>
                <a:xfrm>
                  <a:off x="4358259" y="371311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96B9D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4" name="Freeform 973">
                  <a:extLst>
                    <a:ext uri="{FF2B5EF4-FFF2-40B4-BE49-F238E27FC236}">
                      <a16:creationId xmlns:a16="http://schemas.microsoft.com/office/drawing/2014/main" id="{0EEC43CA-6052-70A8-DA1B-BA169F2AB637}"/>
                    </a:ext>
                  </a:extLst>
                </p:cNvPr>
                <p:cNvSpPr/>
                <p:nvPr/>
              </p:nvSpPr>
              <p:spPr>
                <a:xfrm>
                  <a:off x="4358259" y="369413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9BBCD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5" name="Freeform 974">
                  <a:extLst>
                    <a:ext uri="{FF2B5EF4-FFF2-40B4-BE49-F238E27FC236}">
                      <a16:creationId xmlns:a16="http://schemas.microsoft.com/office/drawing/2014/main" id="{AE6402B0-F97B-E7A3-E52F-91CB106D824B}"/>
                    </a:ext>
                  </a:extLst>
                </p:cNvPr>
                <p:cNvSpPr/>
                <p:nvPr/>
              </p:nvSpPr>
              <p:spPr>
                <a:xfrm>
                  <a:off x="4358259" y="367515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9FBFD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6" name="Freeform 975">
                  <a:extLst>
                    <a:ext uri="{FF2B5EF4-FFF2-40B4-BE49-F238E27FC236}">
                      <a16:creationId xmlns:a16="http://schemas.microsoft.com/office/drawing/2014/main" id="{757EB2BC-2819-5649-8563-30EB99C76C06}"/>
                    </a:ext>
                  </a:extLst>
                </p:cNvPr>
                <p:cNvSpPr/>
                <p:nvPr/>
              </p:nvSpPr>
              <p:spPr>
                <a:xfrm>
                  <a:off x="4358259" y="365617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A4C2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7" name="Freeform 976">
                  <a:extLst>
                    <a:ext uri="{FF2B5EF4-FFF2-40B4-BE49-F238E27FC236}">
                      <a16:creationId xmlns:a16="http://schemas.microsoft.com/office/drawing/2014/main" id="{85ACA5D6-CBF6-2786-23C2-0F112F8D9B64}"/>
                    </a:ext>
                  </a:extLst>
                </p:cNvPr>
                <p:cNvSpPr/>
                <p:nvPr/>
              </p:nvSpPr>
              <p:spPr>
                <a:xfrm>
                  <a:off x="4358259" y="363719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A9C5E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8" name="Freeform 977">
                  <a:extLst>
                    <a:ext uri="{FF2B5EF4-FFF2-40B4-BE49-F238E27FC236}">
                      <a16:creationId xmlns:a16="http://schemas.microsoft.com/office/drawing/2014/main" id="{9D2B5EE2-1D52-9F01-A9DE-44B91007E880}"/>
                    </a:ext>
                  </a:extLst>
                </p:cNvPr>
                <p:cNvSpPr/>
                <p:nvPr/>
              </p:nvSpPr>
              <p:spPr>
                <a:xfrm>
                  <a:off x="4358259" y="361821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ADC8E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9" name="Freeform 978">
                  <a:extLst>
                    <a:ext uri="{FF2B5EF4-FFF2-40B4-BE49-F238E27FC236}">
                      <a16:creationId xmlns:a16="http://schemas.microsoft.com/office/drawing/2014/main" id="{DA082AEB-3944-25FA-D79F-2EEDD68DA2F9}"/>
                    </a:ext>
                  </a:extLst>
                </p:cNvPr>
                <p:cNvSpPr/>
                <p:nvPr/>
              </p:nvSpPr>
              <p:spPr>
                <a:xfrm>
                  <a:off x="4358259" y="359923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B2CBE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0" name="Freeform 979">
                  <a:extLst>
                    <a:ext uri="{FF2B5EF4-FFF2-40B4-BE49-F238E27FC236}">
                      <a16:creationId xmlns:a16="http://schemas.microsoft.com/office/drawing/2014/main" id="{24D4DDA9-C687-1E59-3F4E-2EE1168CFE77}"/>
                    </a:ext>
                  </a:extLst>
                </p:cNvPr>
                <p:cNvSpPr/>
                <p:nvPr/>
              </p:nvSpPr>
              <p:spPr>
                <a:xfrm>
                  <a:off x="4358259" y="358025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B6CEE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1" name="Freeform 980">
                  <a:extLst>
                    <a:ext uri="{FF2B5EF4-FFF2-40B4-BE49-F238E27FC236}">
                      <a16:creationId xmlns:a16="http://schemas.microsoft.com/office/drawing/2014/main" id="{D4D9E28C-6DAE-A369-F025-C149E552BE97}"/>
                    </a:ext>
                  </a:extLst>
                </p:cNvPr>
                <p:cNvSpPr/>
                <p:nvPr/>
              </p:nvSpPr>
              <p:spPr>
                <a:xfrm>
                  <a:off x="4358259" y="356127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BBD1E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2" name="Freeform 981">
                  <a:extLst>
                    <a:ext uri="{FF2B5EF4-FFF2-40B4-BE49-F238E27FC236}">
                      <a16:creationId xmlns:a16="http://schemas.microsoft.com/office/drawing/2014/main" id="{0F3DAF2D-07C8-C249-68B8-4107C574B8BF}"/>
                    </a:ext>
                  </a:extLst>
                </p:cNvPr>
                <p:cNvSpPr/>
                <p:nvPr/>
              </p:nvSpPr>
              <p:spPr>
                <a:xfrm>
                  <a:off x="4358259" y="354229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C0D5E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3" name="Freeform 982">
                  <a:extLst>
                    <a:ext uri="{FF2B5EF4-FFF2-40B4-BE49-F238E27FC236}">
                      <a16:creationId xmlns:a16="http://schemas.microsoft.com/office/drawing/2014/main" id="{F367CB57-6ABF-71FD-0410-FC1A67F24518}"/>
                    </a:ext>
                  </a:extLst>
                </p:cNvPr>
                <p:cNvSpPr/>
                <p:nvPr/>
              </p:nvSpPr>
              <p:spPr>
                <a:xfrm>
                  <a:off x="4358259" y="352331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C4D8E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4" name="Freeform 983">
                  <a:extLst>
                    <a:ext uri="{FF2B5EF4-FFF2-40B4-BE49-F238E27FC236}">
                      <a16:creationId xmlns:a16="http://schemas.microsoft.com/office/drawing/2014/main" id="{5AB424DC-E92C-1B36-02E3-C598299CED4A}"/>
                    </a:ext>
                  </a:extLst>
                </p:cNvPr>
                <p:cNvSpPr/>
                <p:nvPr/>
              </p:nvSpPr>
              <p:spPr>
                <a:xfrm>
                  <a:off x="4358259" y="350433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C9DBE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5" name="Freeform 984">
                  <a:extLst>
                    <a:ext uri="{FF2B5EF4-FFF2-40B4-BE49-F238E27FC236}">
                      <a16:creationId xmlns:a16="http://schemas.microsoft.com/office/drawing/2014/main" id="{2EB8115D-72E8-7587-67B5-95A74C43F737}"/>
                    </a:ext>
                  </a:extLst>
                </p:cNvPr>
                <p:cNvSpPr/>
                <p:nvPr/>
              </p:nvSpPr>
              <p:spPr>
                <a:xfrm>
                  <a:off x="4358259" y="348535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CEDEE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4F7C0008-1C8B-8CAA-AC54-AF1833B89C26}"/>
                    </a:ext>
                  </a:extLst>
                </p:cNvPr>
                <p:cNvSpPr/>
                <p:nvPr/>
              </p:nvSpPr>
              <p:spPr>
                <a:xfrm>
                  <a:off x="4358259" y="346637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2E1E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7BC863F8-C8E8-8872-B79D-85328C82CEDA}"/>
                    </a:ext>
                  </a:extLst>
                </p:cNvPr>
                <p:cNvSpPr/>
                <p:nvPr/>
              </p:nvSpPr>
              <p:spPr>
                <a:xfrm>
                  <a:off x="4358259" y="344739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7E4F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64D45C3D-FD50-C56E-85D6-24914A200CE7}"/>
                    </a:ext>
                  </a:extLst>
                </p:cNvPr>
                <p:cNvSpPr/>
                <p:nvPr/>
              </p:nvSpPr>
              <p:spPr>
                <a:xfrm>
                  <a:off x="4358259" y="342841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CE7F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7A4B674B-563F-A4FC-5460-6254BEC892EF}"/>
                    </a:ext>
                  </a:extLst>
                </p:cNvPr>
                <p:cNvSpPr/>
                <p:nvPr/>
              </p:nvSpPr>
              <p:spPr>
                <a:xfrm>
                  <a:off x="4358259" y="340943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0EAF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0" name="Freeform 989">
                  <a:extLst>
                    <a:ext uri="{FF2B5EF4-FFF2-40B4-BE49-F238E27FC236}">
                      <a16:creationId xmlns:a16="http://schemas.microsoft.com/office/drawing/2014/main" id="{319A4E56-1C94-AAD6-7834-2696ADA0F895}"/>
                    </a:ext>
                  </a:extLst>
                </p:cNvPr>
                <p:cNvSpPr/>
                <p:nvPr/>
              </p:nvSpPr>
              <p:spPr>
                <a:xfrm>
                  <a:off x="4358259" y="339045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5EDF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1" name="Freeform 990">
                  <a:extLst>
                    <a:ext uri="{FF2B5EF4-FFF2-40B4-BE49-F238E27FC236}">
                      <a16:creationId xmlns:a16="http://schemas.microsoft.com/office/drawing/2014/main" id="{2FE8144F-AC91-AAAB-17A7-46C950390B3E}"/>
                    </a:ext>
                  </a:extLst>
                </p:cNvPr>
                <p:cNvSpPr/>
                <p:nvPr/>
              </p:nvSpPr>
              <p:spPr>
                <a:xfrm>
                  <a:off x="4358259" y="337147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AF1F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2" name="Freeform 991">
                  <a:extLst>
                    <a:ext uri="{FF2B5EF4-FFF2-40B4-BE49-F238E27FC236}">
                      <a16:creationId xmlns:a16="http://schemas.microsoft.com/office/drawing/2014/main" id="{816F9BAA-078F-AF47-59DA-6599AB016F51}"/>
                    </a:ext>
                  </a:extLst>
                </p:cNvPr>
                <p:cNvSpPr/>
                <p:nvPr/>
              </p:nvSpPr>
              <p:spPr>
                <a:xfrm>
                  <a:off x="4358259" y="335249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EF4F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3" name="Freeform 992">
                  <a:extLst>
                    <a:ext uri="{FF2B5EF4-FFF2-40B4-BE49-F238E27FC236}">
                      <a16:creationId xmlns:a16="http://schemas.microsoft.com/office/drawing/2014/main" id="{8C6D7714-FE84-2E43-887A-A861E6B816CA}"/>
                    </a:ext>
                  </a:extLst>
                </p:cNvPr>
                <p:cNvSpPr/>
                <p:nvPr/>
              </p:nvSpPr>
              <p:spPr>
                <a:xfrm>
                  <a:off x="4358259" y="333350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3F7F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4" name="Freeform 993">
                  <a:extLst>
                    <a:ext uri="{FF2B5EF4-FFF2-40B4-BE49-F238E27FC236}">
                      <a16:creationId xmlns:a16="http://schemas.microsoft.com/office/drawing/2014/main" id="{6D8AD7B6-8877-4AD9-14DC-7ABFC7D30CA1}"/>
                    </a:ext>
                  </a:extLst>
                </p:cNvPr>
                <p:cNvSpPr/>
                <p:nvPr/>
              </p:nvSpPr>
              <p:spPr>
                <a:xfrm>
                  <a:off x="4358259" y="331452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8FAF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5" name="Freeform 994">
                  <a:extLst>
                    <a:ext uri="{FF2B5EF4-FFF2-40B4-BE49-F238E27FC236}">
                      <a16:creationId xmlns:a16="http://schemas.microsoft.com/office/drawing/2014/main" id="{D77403FA-4955-B446-BAB0-C4C0958D4941}"/>
                    </a:ext>
                  </a:extLst>
                </p:cNvPr>
                <p:cNvSpPr/>
                <p:nvPr/>
              </p:nvSpPr>
              <p:spPr>
                <a:xfrm>
                  <a:off x="4358259" y="329554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CFDF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6" name="Freeform 995">
                  <a:extLst>
                    <a:ext uri="{FF2B5EF4-FFF2-40B4-BE49-F238E27FC236}">
                      <a16:creationId xmlns:a16="http://schemas.microsoft.com/office/drawing/2014/main" id="{C1996323-DF25-C7A4-6FDB-4200B2ACAC88}"/>
                    </a:ext>
                  </a:extLst>
                </p:cNvPr>
                <p:cNvSpPr/>
                <p:nvPr/>
              </p:nvSpPr>
              <p:spPr>
                <a:xfrm>
                  <a:off x="4358259" y="327656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EFCF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7" name="Freeform 996">
                  <a:extLst>
                    <a:ext uri="{FF2B5EF4-FFF2-40B4-BE49-F238E27FC236}">
                      <a16:creationId xmlns:a16="http://schemas.microsoft.com/office/drawing/2014/main" id="{6432FA89-D48C-352F-BD91-2A1DBEDAC046}"/>
                    </a:ext>
                  </a:extLst>
                </p:cNvPr>
                <p:cNvSpPr/>
                <p:nvPr/>
              </p:nvSpPr>
              <p:spPr>
                <a:xfrm>
                  <a:off x="4358259" y="325758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DF7F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8" name="Freeform 997">
                  <a:extLst>
                    <a:ext uri="{FF2B5EF4-FFF2-40B4-BE49-F238E27FC236}">
                      <a16:creationId xmlns:a16="http://schemas.microsoft.com/office/drawing/2014/main" id="{12CBA0FD-06B2-A146-6774-33C379444B9B}"/>
                    </a:ext>
                  </a:extLst>
                </p:cNvPr>
                <p:cNvSpPr/>
                <p:nvPr/>
              </p:nvSpPr>
              <p:spPr>
                <a:xfrm>
                  <a:off x="4358259" y="323860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DF2F2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9" name="Freeform 998">
                  <a:extLst>
                    <a:ext uri="{FF2B5EF4-FFF2-40B4-BE49-F238E27FC236}">
                      <a16:creationId xmlns:a16="http://schemas.microsoft.com/office/drawing/2014/main" id="{60B1EA24-8818-182A-7F87-AA3C5D568F45}"/>
                    </a:ext>
                  </a:extLst>
                </p:cNvPr>
                <p:cNvSpPr/>
                <p:nvPr/>
              </p:nvSpPr>
              <p:spPr>
                <a:xfrm>
                  <a:off x="4358259" y="321962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CEDED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0" name="Freeform 999">
                  <a:extLst>
                    <a:ext uri="{FF2B5EF4-FFF2-40B4-BE49-F238E27FC236}">
                      <a16:creationId xmlns:a16="http://schemas.microsoft.com/office/drawing/2014/main" id="{2993072B-23C8-E64C-C688-C73A6062114C}"/>
                    </a:ext>
                  </a:extLst>
                </p:cNvPr>
                <p:cNvSpPr/>
                <p:nvPr/>
              </p:nvSpPr>
              <p:spPr>
                <a:xfrm>
                  <a:off x="4358259" y="320064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BE8E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1" name="Freeform 1000">
                  <a:extLst>
                    <a:ext uri="{FF2B5EF4-FFF2-40B4-BE49-F238E27FC236}">
                      <a16:creationId xmlns:a16="http://schemas.microsoft.com/office/drawing/2014/main" id="{3E703318-0AE5-077C-0E62-C548E73123CE}"/>
                    </a:ext>
                  </a:extLst>
                </p:cNvPr>
                <p:cNvSpPr/>
                <p:nvPr/>
              </p:nvSpPr>
              <p:spPr>
                <a:xfrm>
                  <a:off x="4358259" y="318166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BE3E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2" name="Freeform 1001">
                  <a:extLst>
                    <a:ext uri="{FF2B5EF4-FFF2-40B4-BE49-F238E27FC236}">
                      <a16:creationId xmlns:a16="http://schemas.microsoft.com/office/drawing/2014/main" id="{A55EC4A4-11E5-19D0-A97B-FD0C1AF0AEF9}"/>
                    </a:ext>
                  </a:extLst>
                </p:cNvPr>
                <p:cNvSpPr/>
                <p:nvPr/>
              </p:nvSpPr>
              <p:spPr>
                <a:xfrm>
                  <a:off x="4358259" y="316268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ADED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3" name="Freeform 1002">
                  <a:extLst>
                    <a:ext uri="{FF2B5EF4-FFF2-40B4-BE49-F238E27FC236}">
                      <a16:creationId xmlns:a16="http://schemas.microsoft.com/office/drawing/2014/main" id="{3CE7C73A-DD95-CEE3-0F79-64AB0614C515}"/>
                    </a:ext>
                  </a:extLst>
                </p:cNvPr>
                <p:cNvSpPr/>
                <p:nvPr/>
              </p:nvSpPr>
              <p:spPr>
                <a:xfrm>
                  <a:off x="4358259" y="314370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9D9D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4" name="Freeform 1003">
                  <a:extLst>
                    <a:ext uri="{FF2B5EF4-FFF2-40B4-BE49-F238E27FC236}">
                      <a16:creationId xmlns:a16="http://schemas.microsoft.com/office/drawing/2014/main" id="{A62ECD70-2BAB-1D55-4356-0402CD423239}"/>
                    </a:ext>
                  </a:extLst>
                </p:cNvPr>
                <p:cNvSpPr/>
                <p:nvPr/>
              </p:nvSpPr>
              <p:spPr>
                <a:xfrm>
                  <a:off x="4358259" y="312472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8D4D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5" name="Freeform 1004">
                  <a:extLst>
                    <a:ext uri="{FF2B5EF4-FFF2-40B4-BE49-F238E27FC236}">
                      <a16:creationId xmlns:a16="http://schemas.microsoft.com/office/drawing/2014/main" id="{024CFF04-A1E8-B1CF-1714-EC61A3480F9A}"/>
                    </a:ext>
                  </a:extLst>
                </p:cNvPr>
                <p:cNvSpPr/>
                <p:nvPr/>
              </p:nvSpPr>
              <p:spPr>
                <a:xfrm>
                  <a:off x="4358259" y="310574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8CFD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BB1141E3-A6B8-AFE0-56F0-C9C26754B253}"/>
                    </a:ext>
                  </a:extLst>
                </p:cNvPr>
                <p:cNvSpPr/>
                <p:nvPr/>
              </p:nvSpPr>
              <p:spPr>
                <a:xfrm>
                  <a:off x="4358259" y="308676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7C9C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EBD3C266-6675-3AB4-7B00-7520AB36904D}"/>
                    </a:ext>
                  </a:extLst>
                </p:cNvPr>
                <p:cNvSpPr/>
                <p:nvPr/>
              </p:nvSpPr>
              <p:spPr>
                <a:xfrm>
                  <a:off x="4358259" y="306778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6C4C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096544D5-9D16-7E36-84E6-981EC792659A}"/>
                    </a:ext>
                  </a:extLst>
                </p:cNvPr>
                <p:cNvSpPr/>
                <p:nvPr/>
              </p:nvSpPr>
              <p:spPr>
                <a:xfrm>
                  <a:off x="4358259" y="304880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6BFC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04C54363-5641-DAC9-CC21-C203ACDD43D0}"/>
                    </a:ext>
                  </a:extLst>
                </p:cNvPr>
                <p:cNvSpPr/>
                <p:nvPr/>
              </p:nvSpPr>
              <p:spPr>
                <a:xfrm>
                  <a:off x="4358259" y="302982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5BAB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0" name="Freeform 1009">
                  <a:extLst>
                    <a:ext uri="{FF2B5EF4-FFF2-40B4-BE49-F238E27FC236}">
                      <a16:creationId xmlns:a16="http://schemas.microsoft.com/office/drawing/2014/main" id="{9B8C045B-4EE7-7956-4C38-FBD9128528FB}"/>
                    </a:ext>
                  </a:extLst>
                </p:cNvPr>
                <p:cNvSpPr/>
                <p:nvPr/>
              </p:nvSpPr>
              <p:spPr>
                <a:xfrm>
                  <a:off x="4358259" y="301084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4B5B7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1" name="Freeform 1010">
                  <a:extLst>
                    <a:ext uri="{FF2B5EF4-FFF2-40B4-BE49-F238E27FC236}">
                      <a16:creationId xmlns:a16="http://schemas.microsoft.com/office/drawing/2014/main" id="{2A4B808C-8A86-5AA4-038B-C0B18A496EF4}"/>
                    </a:ext>
                  </a:extLst>
                </p:cNvPr>
                <p:cNvSpPr/>
                <p:nvPr/>
              </p:nvSpPr>
              <p:spPr>
                <a:xfrm>
                  <a:off x="4358259" y="299186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4B0B2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2" name="Freeform 1011">
                  <a:extLst>
                    <a:ext uri="{FF2B5EF4-FFF2-40B4-BE49-F238E27FC236}">
                      <a16:creationId xmlns:a16="http://schemas.microsoft.com/office/drawing/2014/main" id="{447684D8-9F00-5079-58E3-33B5A01D34CC}"/>
                    </a:ext>
                  </a:extLst>
                </p:cNvPr>
                <p:cNvSpPr/>
                <p:nvPr/>
              </p:nvSpPr>
              <p:spPr>
                <a:xfrm>
                  <a:off x="4358259" y="297288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3ABAD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3" name="Freeform 1012">
                  <a:extLst>
                    <a:ext uri="{FF2B5EF4-FFF2-40B4-BE49-F238E27FC236}">
                      <a16:creationId xmlns:a16="http://schemas.microsoft.com/office/drawing/2014/main" id="{09FAE011-654C-D5AF-0252-034A498C8484}"/>
                    </a:ext>
                  </a:extLst>
                </p:cNvPr>
                <p:cNvSpPr/>
                <p:nvPr/>
              </p:nvSpPr>
              <p:spPr>
                <a:xfrm>
                  <a:off x="4358259" y="295390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2A6A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4" name="Freeform 1013">
                  <a:extLst>
                    <a:ext uri="{FF2B5EF4-FFF2-40B4-BE49-F238E27FC236}">
                      <a16:creationId xmlns:a16="http://schemas.microsoft.com/office/drawing/2014/main" id="{8DC4C074-CD95-791E-DC84-45FC962ED4A0}"/>
                    </a:ext>
                  </a:extLst>
                </p:cNvPr>
                <p:cNvSpPr/>
                <p:nvPr/>
              </p:nvSpPr>
              <p:spPr>
                <a:xfrm>
                  <a:off x="4358259" y="293491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1A1A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5" name="Freeform 1014">
                  <a:extLst>
                    <a:ext uri="{FF2B5EF4-FFF2-40B4-BE49-F238E27FC236}">
                      <a16:creationId xmlns:a16="http://schemas.microsoft.com/office/drawing/2014/main" id="{5C8D40C1-FB7C-E17B-1824-BC413A045F03}"/>
                    </a:ext>
                  </a:extLst>
                </p:cNvPr>
                <p:cNvSpPr/>
                <p:nvPr/>
              </p:nvSpPr>
              <p:spPr>
                <a:xfrm>
                  <a:off x="4358259" y="291593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19C9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6" name="Freeform 1015">
                  <a:extLst>
                    <a:ext uri="{FF2B5EF4-FFF2-40B4-BE49-F238E27FC236}">
                      <a16:creationId xmlns:a16="http://schemas.microsoft.com/office/drawing/2014/main" id="{5508CDE1-21B9-A37B-170B-172D2079EA2A}"/>
                    </a:ext>
                  </a:extLst>
                </p:cNvPr>
                <p:cNvSpPr/>
                <p:nvPr/>
              </p:nvSpPr>
              <p:spPr>
                <a:xfrm>
                  <a:off x="4358259" y="289695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F0979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7" name="Freeform 1016">
                  <a:extLst>
                    <a:ext uri="{FF2B5EF4-FFF2-40B4-BE49-F238E27FC236}">
                      <a16:creationId xmlns:a16="http://schemas.microsoft.com/office/drawing/2014/main" id="{DDB6EF81-F815-A581-0630-495985A62ED8}"/>
                    </a:ext>
                  </a:extLst>
                </p:cNvPr>
                <p:cNvSpPr/>
                <p:nvPr/>
              </p:nvSpPr>
              <p:spPr>
                <a:xfrm>
                  <a:off x="4358259" y="287797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F929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8" name="Freeform 1017">
                  <a:extLst>
                    <a:ext uri="{FF2B5EF4-FFF2-40B4-BE49-F238E27FC236}">
                      <a16:creationId xmlns:a16="http://schemas.microsoft.com/office/drawing/2014/main" id="{083F943B-CB98-7024-9A74-182C223841D2}"/>
                    </a:ext>
                  </a:extLst>
                </p:cNvPr>
                <p:cNvSpPr/>
                <p:nvPr/>
              </p:nvSpPr>
              <p:spPr>
                <a:xfrm>
                  <a:off x="4358259" y="285899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F8D9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9" name="Freeform 1018">
                  <a:extLst>
                    <a:ext uri="{FF2B5EF4-FFF2-40B4-BE49-F238E27FC236}">
                      <a16:creationId xmlns:a16="http://schemas.microsoft.com/office/drawing/2014/main" id="{311EF0F0-09F9-1188-23F5-DF2103B66D80}"/>
                    </a:ext>
                  </a:extLst>
                </p:cNvPr>
                <p:cNvSpPr/>
                <p:nvPr/>
              </p:nvSpPr>
              <p:spPr>
                <a:xfrm>
                  <a:off x="4358259" y="284001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E888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0" name="Freeform 1019">
                  <a:extLst>
                    <a:ext uri="{FF2B5EF4-FFF2-40B4-BE49-F238E27FC236}">
                      <a16:creationId xmlns:a16="http://schemas.microsoft.com/office/drawing/2014/main" id="{50FDA741-5888-08C6-5A7E-A6D2443F1A05}"/>
                    </a:ext>
                  </a:extLst>
                </p:cNvPr>
                <p:cNvSpPr/>
                <p:nvPr/>
              </p:nvSpPr>
              <p:spPr>
                <a:xfrm>
                  <a:off x="4358259" y="282103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D838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1" name="Freeform 1020">
                  <a:extLst>
                    <a:ext uri="{FF2B5EF4-FFF2-40B4-BE49-F238E27FC236}">
                      <a16:creationId xmlns:a16="http://schemas.microsoft.com/office/drawing/2014/main" id="{D7656BFE-CA76-4ED7-5BCA-C8800BAEF2D1}"/>
                    </a:ext>
                  </a:extLst>
                </p:cNvPr>
                <p:cNvSpPr/>
                <p:nvPr/>
              </p:nvSpPr>
              <p:spPr>
                <a:xfrm>
                  <a:off x="4358259" y="280205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C7E8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2" name="Freeform 1021">
                  <a:extLst>
                    <a:ext uri="{FF2B5EF4-FFF2-40B4-BE49-F238E27FC236}">
                      <a16:creationId xmlns:a16="http://schemas.microsoft.com/office/drawing/2014/main" id="{06FA434E-C41E-F1BB-8D64-49E77342445E}"/>
                    </a:ext>
                  </a:extLst>
                </p:cNvPr>
                <p:cNvSpPr/>
                <p:nvPr/>
              </p:nvSpPr>
              <p:spPr>
                <a:xfrm>
                  <a:off x="4358259" y="278307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C797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3" name="Freeform 1022">
                  <a:extLst>
                    <a:ext uri="{FF2B5EF4-FFF2-40B4-BE49-F238E27FC236}">
                      <a16:creationId xmlns:a16="http://schemas.microsoft.com/office/drawing/2014/main" id="{90140773-5D08-42F9-9F02-94A61E6EA9B4}"/>
                    </a:ext>
                  </a:extLst>
                </p:cNvPr>
                <p:cNvSpPr/>
                <p:nvPr/>
              </p:nvSpPr>
              <p:spPr>
                <a:xfrm>
                  <a:off x="4358259" y="276409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B747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4" name="Freeform 1023">
                  <a:extLst>
                    <a:ext uri="{FF2B5EF4-FFF2-40B4-BE49-F238E27FC236}">
                      <a16:creationId xmlns:a16="http://schemas.microsoft.com/office/drawing/2014/main" id="{BEB85F4A-EED4-478A-9727-710E31B7AA67}"/>
                    </a:ext>
                  </a:extLst>
                </p:cNvPr>
                <p:cNvSpPr/>
                <p:nvPr/>
              </p:nvSpPr>
              <p:spPr>
                <a:xfrm>
                  <a:off x="4358259" y="274511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A6F7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5" name="Freeform 1024">
                  <a:extLst>
                    <a:ext uri="{FF2B5EF4-FFF2-40B4-BE49-F238E27FC236}">
                      <a16:creationId xmlns:a16="http://schemas.microsoft.com/office/drawing/2014/main" id="{F3E29240-E003-300B-6D95-FD762878E21E}"/>
                    </a:ext>
                  </a:extLst>
                </p:cNvPr>
                <p:cNvSpPr/>
                <p:nvPr/>
              </p:nvSpPr>
              <p:spPr>
                <a:xfrm>
                  <a:off x="4358259" y="272613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A6A6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695BD005-A016-87C4-5A68-9F2866F566F2}"/>
                    </a:ext>
                  </a:extLst>
                </p:cNvPr>
                <p:cNvSpPr/>
                <p:nvPr/>
              </p:nvSpPr>
              <p:spPr>
                <a:xfrm>
                  <a:off x="4358259" y="2707154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9646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9CF6B7C9-76D6-0D9D-AE03-3A4B2DD3AF83}"/>
                    </a:ext>
                  </a:extLst>
                </p:cNvPr>
                <p:cNvSpPr/>
                <p:nvPr/>
              </p:nvSpPr>
              <p:spPr>
                <a:xfrm>
                  <a:off x="4358259" y="268817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85F6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D4C30DD5-4B27-4BD9-7FC5-AA3EFF994679}"/>
                    </a:ext>
                  </a:extLst>
                </p:cNvPr>
                <p:cNvSpPr/>
                <p:nvPr/>
              </p:nvSpPr>
              <p:spPr>
                <a:xfrm>
                  <a:off x="4358259" y="2669193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85A5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6C22D583-1045-0597-7ADC-5F5F1A3D8D2A}"/>
                    </a:ext>
                  </a:extLst>
                </p:cNvPr>
                <p:cNvSpPr/>
                <p:nvPr/>
              </p:nvSpPr>
              <p:spPr>
                <a:xfrm>
                  <a:off x="4358259" y="265021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7555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0" name="Freeform 1029">
                  <a:extLst>
                    <a:ext uri="{FF2B5EF4-FFF2-40B4-BE49-F238E27FC236}">
                      <a16:creationId xmlns:a16="http://schemas.microsoft.com/office/drawing/2014/main" id="{CECF4181-A099-483D-FC01-1DD0718E3E75}"/>
                    </a:ext>
                  </a:extLst>
                </p:cNvPr>
                <p:cNvSpPr/>
                <p:nvPr/>
              </p:nvSpPr>
              <p:spPr>
                <a:xfrm>
                  <a:off x="4358259" y="2631232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6505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1" name="Freeform 1030">
                  <a:extLst>
                    <a:ext uri="{FF2B5EF4-FFF2-40B4-BE49-F238E27FC236}">
                      <a16:creationId xmlns:a16="http://schemas.microsoft.com/office/drawing/2014/main" id="{61CA0A8F-2956-0B3F-8196-EC1F7A78F247}"/>
                    </a:ext>
                  </a:extLst>
                </p:cNvPr>
                <p:cNvSpPr/>
                <p:nvPr/>
              </p:nvSpPr>
              <p:spPr>
                <a:xfrm>
                  <a:off x="4358259" y="261225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54B5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2" name="Freeform 1031">
                  <a:extLst>
                    <a:ext uri="{FF2B5EF4-FFF2-40B4-BE49-F238E27FC236}">
                      <a16:creationId xmlns:a16="http://schemas.microsoft.com/office/drawing/2014/main" id="{4366DAC8-756D-11FD-41F4-969CCE45CD73}"/>
                    </a:ext>
                  </a:extLst>
                </p:cNvPr>
                <p:cNvSpPr/>
                <p:nvPr/>
              </p:nvSpPr>
              <p:spPr>
                <a:xfrm>
                  <a:off x="4358259" y="2593271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5464B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3" name="Freeform 1032">
                  <a:extLst>
                    <a:ext uri="{FF2B5EF4-FFF2-40B4-BE49-F238E27FC236}">
                      <a16:creationId xmlns:a16="http://schemas.microsoft.com/office/drawing/2014/main" id="{08D1BCCB-B374-89A2-DF5E-9ED59A868C8E}"/>
                    </a:ext>
                  </a:extLst>
                </p:cNvPr>
                <p:cNvSpPr/>
                <p:nvPr/>
              </p:nvSpPr>
              <p:spPr>
                <a:xfrm>
                  <a:off x="4358259" y="257429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44146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4" name="Freeform 1033">
                  <a:extLst>
                    <a:ext uri="{FF2B5EF4-FFF2-40B4-BE49-F238E27FC236}">
                      <a16:creationId xmlns:a16="http://schemas.microsoft.com/office/drawing/2014/main" id="{9EC5D064-3350-03DF-5E00-05B18028EA0F}"/>
                    </a:ext>
                  </a:extLst>
                </p:cNvPr>
                <p:cNvSpPr/>
                <p:nvPr/>
              </p:nvSpPr>
              <p:spPr>
                <a:xfrm>
                  <a:off x="4358259" y="2555310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33C41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5" name="Freeform 1034">
                  <a:extLst>
                    <a:ext uri="{FF2B5EF4-FFF2-40B4-BE49-F238E27FC236}">
                      <a16:creationId xmlns:a16="http://schemas.microsoft.com/office/drawing/2014/main" id="{06F389C8-7CDF-3A48-AB8D-4FC04AF71F74}"/>
                    </a:ext>
                  </a:extLst>
                </p:cNvPr>
                <p:cNvSpPr/>
                <p:nvPr/>
              </p:nvSpPr>
              <p:spPr>
                <a:xfrm>
                  <a:off x="4358259" y="253632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3373D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6" name="Freeform 1035">
                  <a:extLst>
                    <a:ext uri="{FF2B5EF4-FFF2-40B4-BE49-F238E27FC236}">
                      <a16:creationId xmlns:a16="http://schemas.microsoft.com/office/drawing/2014/main" id="{022BCE00-DA94-44F2-21E9-EBD831767A13}"/>
                    </a:ext>
                  </a:extLst>
                </p:cNvPr>
                <p:cNvSpPr/>
                <p:nvPr/>
              </p:nvSpPr>
              <p:spPr>
                <a:xfrm>
                  <a:off x="4358259" y="2517349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23238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7" name="Freeform 1036">
                  <a:extLst>
                    <a:ext uri="{FF2B5EF4-FFF2-40B4-BE49-F238E27FC236}">
                      <a16:creationId xmlns:a16="http://schemas.microsoft.com/office/drawing/2014/main" id="{E9130E29-8743-A6BA-3F9A-1CD81042249A}"/>
                    </a:ext>
                  </a:extLst>
                </p:cNvPr>
                <p:cNvSpPr/>
                <p:nvPr/>
              </p:nvSpPr>
              <p:spPr>
                <a:xfrm>
                  <a:off x="4358259" y="249836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12D33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8" name="Freeform 1037">
                  <a:extLst>
                    <a:ext uri="{FF2B5EF4-FFF2-40B4-BE49-F238E27FC236}">
                      <a16:creationId xmlns:a16="http://schemas.microsoft.com/office/drawing/2014/main" id="{DE2F5C80-E789-83C2-AEF6-716DCA4F66E8}"/>
                    </a:ext>
                  </a:extLst>
                </p:cNvPr>
                <p:cNvSpPr/>
                <p:nvPr/>
              </p:nvSpPr>
              <p:spPr>
                <a:xfrm>
                  <a:off x="4358259" y="247938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0282E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9" name="Freeform 1038">
                  <a:extLst>
                    <a:ext uri="{FF2B5EF4-FFF2-40B4-BE49-F238E27FC236}">
                      <a16:creationId xmlns:a16="http://schemas.microsoft.com/office/drawing/2014/main" id="{10CCC6CB-03B7-D40A-85DE-A0B3B7290A17}"/>
                    </a:ext>
                  </a:extLst>
                </p:cNvPr>
                <p:cNvSpPr/>
                <p:nvPr/>
              </p:nvSpPr>
              <p:spPr>
                <a:xfrm>
                  <a:off x="4358259" y="2460408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E02329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0" name="Freeform 1039">
                  <a:extLst>
                    <a:ext uri="{FF2B5EF4-FFF2-40B4-BE49-F238E27FC236}">
                      <a16:creationId xmlns:a16="http://schemas.microsoft.com/office/drawing/2014/main" id="{DD65A0E2-5DDD-ADFF-129D-8A3707F5CD83}"/>
                    </a:ext>
                  </a:extLst>
                </p:cNvPr>
                <p:cNvSpPr/>
                <p:nvPr/>
              </p:nvSpPr>
              <p:spPr>
                <a:xfrm>
                  <a:off x="4358259" y="244142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F1E24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1" name="Freeform 1040">
                  <a:extLst>
                    <a:ext uri="{FF2B5EF4-FFF2-40B4-BE49-F238E27FC236}">
                      <a16:creationId xmlns:a16="http://schemas.microsoft.com/office/drawing/2014/main" id="{D138D874-2EED-2DDA-055A-0201C477AE95}"/>
                    </a:ext>
                  </a:extLst>
                </p:cNvPr>
                <p:cNvSpPr/>
                <p:nvPr/>
              </p:nvSpPr>
              <p:spPr>
                <a:xfrm>
                  <a:off x="4358259" y="2422447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E191F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2" name="Freeform 1041">
                  <a:extLst>
                    <a:ext uri="{FF2B5EF4-FFF2-40B4-BE49-F238E27FC236}">
                      <a16:creationId xmlns:a16="http://schemas.microsoft.com/office/drawing/2014/main" id="{A5D2B092-DFBF-DEE2-889B-6F895513994C}"/>
                    </a:ext>
                  </a:extLst>
                </p:cNvPr>
                <p:cNvSpPr/>
                <p:nvPr/>
              </p:nvSpPr>
              <p:spPr>
                <a:xfrm>
                  <a:off x="4358259" y="240346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E141A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3" name="Freeform 1042">
                  <a:extLst>
                    <a:ext uri="{FF2B5EF4-FFF2-40B4-BE49-F238E27FC236}">
                      <a16:creationId xmlns:a16="http://schemas.microsoft.com/office/drawing/2014/main" id="{691C51AF-7560-8B45-88AE-6E300DDE7737}"/>
                    </a:ext>
                  </a:extLst>
                </p:cNvPr>
                <p:cNvSpPr/>
                <p:nvPr/>
              </p:nvSpPr>
              <p:spPr>
                <a:xfrm>
                  <a:off x="4358259" y="2384486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D0F15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4" name="Freeform 1043">
                  <a:extLst>
                    <a:ext uri="{FF2B5EF4-FFF2-40B4-BE49-F238E27FC236}">
                      <a16:creationId xmlns:a16="http://schemas.microsoft.com/office/drawing/2014/main" id="{DCC0AD8D-3FA7-0646-8137-38141FE37482}"/>
                    </a:ext>
                  </a:extLst>
                </p:cNvPr>
                <p:cNvSpPr/>
                <p:nvPr/>
              </p:nvSpPr>
              <p:spPr>
                <a:xfrm>
                  <a:off x="4358259" y="236550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C0A10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5" name="Freeform 1044">
                  <a:extLst>
                    <a:ext uri="{FF2B5EF4-FFF2-40B4-BE49-F238E27FC236}">
                      <a16:creationId xmlns:a16="http://schemas.microsoft.com/office/drawing/2014/main" id="{D2685F14-B09F-627C-472C-67F9E4905B72}"/>
                    </a:ext>
                  </a:extLst>
                </p:cNvPr>
                <p:cNvSpPr/>
                <p:nvPr/>
              </p:nvSpPr>
              <p:spPr>
                <a:xfrm>
                  <a:off x="4358259" y="2346525"/>
                  <a:ext cx="127000" cy="18980"/>
                </a:xfrm>
                <a:custGeom>
                  <a:avLst/>
                  <a:gdLst>
                    <a:gd name="csX0" fmla="*/ 0 w 127000"/>
                    <a:gd name="csY0" fmla="*/ 0 h 18980"/>
                    <a:gd name="csX1" fmla="*/ 127000 w 127000"/>
                    <a:gd name="csY1" fmla="*/ 0 h 18980"/>
                    <a:gd name="csX2" fmla="*/ 127000 w 127000"/>
                    <a:gd name="csY2" fmla="*/ 18980 h 18980"/>
                    <a:gd name="csX3" fmla="*/ 0 w 127000"/>
                    <a:gd name="csY3" fmla="*/ 18980 h 18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7000" h="18980">
                      <a:moveTo>
                        <a:pt x="0" y="0"/>
                      </a:moveTo>
                      <a:lnTo>
                        <a:pt x="127000" y="0"/>
                      </a:lnTo>
                      <a:lnTo>
                        <a:pt x="127000" y="18980"/>
                      </a:lnTo>
                      <a:lnTo>
                        <a:pt x="0" y="18980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9525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6" name="TextBox 1045">
                  <a:extLst>
                    <a:ext uri="{FF2B5EF4-FFF2-40B4-BE49-F238E27FC236}">
                      <a16:creationId xmlns:a16="http://schemas.microsoft.com/office/drawing/2014/main" id="{73F1BC8B-787D-D2C4-1019-3B20CC2EABEB}"/>
                    </a:ext>
                  </a:extLst>
                </p:cNvPr>
                <p:cNvSpPr txBox="1"/>
                <p:nvPr/>
              </p:nvSpPr>
              <p:spPr>
                <a:xfrm>
                  <a:off x="4430380" y="4129730"/>
                  <a:ext cx="264816" cy="2000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-2</a:t>
                  </a:r>
                </a:p>
              </p:txBody>
            </p:sp>
            <p:sp>
              <p:nvSpPr>
                <p:cNvPr id="1047" name="TextBox 1046">
                  <a:extLst>
                    <a:ext uri="{FF2B5EF4-FFF2-40B4-BE49-F238E27FC236}">
                      <a16:creationId xmlns:a16="http://schemas.microsoft.com/office/drawing/2014/main" id="{9EFC6AB8-FC86-DE63-F576-5F7443827ECE}"/>
                    </a:ext>
                  </a:extLst>
                </p:cNvPr>
                <p:cNvSpPr txBox="1"/>
                <p:nvPr/>
              </p:nvSpPr>
              <p:spPr>
                <a:xfrm>
                  <a:off x="4430380" y="3655217"/>
                  <a:ext cx="264816" cy="2000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-1</a:t>
                  </a:r>
                </a:p>
              </p:txBody>
            </p:sp>
            <p:sp>
              <p:nvSpPr>
                <p:cNvPr id="1048" name="TextBox 1047">
                  <a:extLst>
                    <a:ext uri="{FF2B5EF4-FFF2-40B4-BE49-F238E27FC236}">
                      <a16:creationId xmlns:a16="http://schemas.microsoft.com/office/drawing/2014/main" id="{FFE5BDC0-288C-C687-790E-9242E56A6D37}"/>
                    </a:ext>
                  </a:extLst>
                </p:cNvPr>
                <p:cNvSpPr txBox="1"/>
                <p:nvPr/>
              </p:nvSpPr>
              <p:spPr>
                <a:xfrm>
                  <a:off x="4430380" y="3180704"/>
                  <a:ext cx="234359" cy="2000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</a:t>
                  </a:r>
                </a:p>
              </p:txBody>
            </p:sp>
            <p:sp>
              <p:nvSpPr>
                <p:cNvPr id="1049" name="TextBox 1048">
                  <a:extLst>
                    <a:ext uri="{FF2B5EF4-FFF2-40B4-BE49-F238E27FC236}">
                      <a16:creationId xmlns:a16="http://schemas.microsoft.com/office/drawing/2014/main" id="{D1A98044-E667-8FAD-EA48-81787CFF432B}"/>
                    </a:ext>
                  </a:extLst>
                </p:cNvPr>
                <p:cNvSpPr txBox="1"/>
                <p:nvPr/>
              </p:nvSpPr>
              <p:spPr>
                <a:xfrm>
                  <a:off x="4430380" y="2706194"/>
                  <a:ext cx="234359" cy="2000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</a:t>
                  </a:r>
                </a:p>
              </p:txBody>
            </p:sp>
            <p:sp>
              <p:nvSpPr>
                <p:cNvPr id="1050" name="TextBox 1049">
                  <a:extLst>
                    <a:ext uri="{FF2B5EF4-FFF2-40B4-BE49-F238E27FC236}">
                      <a16:creationId xmlns:a16="http://schemas.microsoft.com/office/drawing/2014/main" id="{DFFA1283-0EA2-6386-22C4-5C5C8E0F6EDC}"/>
                    </a:ext>
                  </a:extLst>
                </p:cNvPr>
                <p:cNvSpPr txBox="1"/>
                <p:nvPr/>
              </p:nvSpPr>
              <p:spPr>
                <a:xfrm>
                  <a:off x="4430380" y="2231681"/>
                  <a:ext cx="234359" cy="2000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</a:t>
                  </a:r>
                </a:p>
              </p:txBody>
            </p:sp>
          </p:grpSp>
          <p:sp>
            <p:nvSpPr>
              <p:cNvPr id="1105" name="TextBox 1104">
                <a:extLst>
                  <a:ext uri="{FF2B5EF4-FFF2-40B4-BE49-F238E27FC236}">
                    <a16:creationId xmlns:a16="http://schemas.microsoft.com/office/drawing/2014/main" id="{08B56721-F06E-A561-B08B-A5391323DFD1}"/>
                  </a:ext>
                </a:extLst>
              </p:cNvPr>
              <p:cNvSpPr txBox="1"/>
              <p:nvPr/>
            </p:nvSpPr>
            <p:spPr>
              <a:xfrm>
                <a:off x="2449645" y="4192444"/>
                <a:ext cx="595035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Z-Score</a:t>
                </a:r>
                <a:endParaRPr lang="en-US" sz="7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1276" name="Group 1275">
              <a:extLst>
                <a:ext uri="{FF2B5EF4-FFF2-40B4-BE49-F238E27FC236}">
                  <a16:creationId xmlns:a16="http://schemas.microsoft.com/office/drawing/2014/main" id="{1617A225-E3C7-1E31-B85A-3D82E7E31FF3}"/>
                </a:ext>
              </a:extLst>
            </p:cNvPr>
            <p:cNvGrpSpPr/>
            <p:nvPr/>
          </p:nvGrpSpPr>
          <p:grpSpPr>
            <a:xfrm>
              <a:off x="2396888" y="1995988"/>
              <a:ext cx="1336806" cy="623829"/>
              <a:chOff x="3104699" y="4443932"/>
              <a:chExt cx="1336806" cy="623829"/>
            </a:xfrm>
          </p:grpSpPr>
          <p:sp>
            <p:nvSpPr>
              <p:cNvPr id="1201" name="TextBox 1200">
                <a:extLst>
                  <a:ext uri="{FF2B5EF4-FFF2-40B4-BE49-F238E27FC236}">
                    <a16:creationId xmlns:a16="http://schemas.microsoft.com/office/drawing/2014/main" id="{B49B99E6-BED8-D496-9DFB-42DEB77121AB}"/>
                  </a:ext>
                </a:extLst>
              </p:cNvPr>
              <p:cNvSpPr txBox="1"/>
              <p:nvPr/>
            </p:nvSpPr>
            <p:spPr>
              <a:xfrm>
                <a:off x="3194249" y="4443932"/>
                <a:ext cx="114173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000"/>
                  <a:t>Type</a:t>
                </a:r>
                <a:endParaRPr lang="en-US" sz="1050"/>
              </a:p>
            </p:txBody>
          </p:sp>
          <p:grpSp>
            <p:nvGrpSpPr>
              <p:cNvPr id="1275" name="Group 1274">
                <a:extLst>
                  <a:ext uri="{FF2B5EF4-FFF2-40B4-BE49-F238E27FC236}">
                    <a16:creationId xmlns:a16="http://schemas.microsoft.com/office/drawing/2014/main" id="{F4474AD9-BB87-9AFD-6C92-D18B068B7A6D}"/>
                  </a:ext>
                </a:extLst>
              </p:cNvPr>
              <p:cNvGrpSpPr/>
              <p:nvPr/>
            </p:nvGrpSpPr>
            <p:grpSpPr>
              <a:xfrm>
                <a:off x="3104699" y="4671893"/>
                <a:ext cx="1336806" cy="395868"/>
                <a:chOff x="3104699" y="4671893"/>
                <a:chExt cx="1336806" cy="395868"/>
              </a:xfrm>
            </p:grpSpPr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EC89DD51-3929-7A0F-E31F-C8B1CC61B05C}"/>
                    </a:ext>
                  </a:extLst>
                </p:cNvPr>
                <p:cNvSpPr txBox="1"/>
                <p:nvPr/>
              </p:nvSpPr>
              <p:spPr>
                <a:xfrm>
                  <a:off x="3104699" y="4671893"/>
                  <a:ext cx="252437" cy="246221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r>
                    <a:rPr lang="en-US" sz="1000" b="0" i="0">
                      <a:solidFill>
                        <a:srgbClr val="202122"/>
                      </a:solidFill>
                      <a:effectLst/>
                      <a:latin typeface="Arial" panose="020B0604020202020204" pitchFamily="34" charset="0"/>
                    </a:rPr>
                    <a:t>†</a:t>
                  </a:r>
                  <a:endParaRPr lang="en-US" sz="1000"/>
                </a:p>
              </p:txBody>
            </p:sp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FC260D34-D52F-1374-0D03-DDCD22362A68}"/>
                    </a:ext>
                  </a:extLst>
                </p:cNvPr>
                <p:cNvSpPr txBox="1"/>
                <p:nvPr/>
              </p:nvSpPr>
              <p:spPr>
                <a:xfrm>
                  <a:off x="3230917" y="4676412"/>
                  <a:ext cx="1210588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Transcription Factor</a:t>
                  </a:r>
                </a:p>
              </p:txBody>
            </p:sp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D7B446B4-9107-7DB4-03C8-F03BD3AB01CB}"/>
                    </a:ext>
                  </a:extLst>
                </p:cNvPr>
                <p:cNvSpPr txBox="1"/>
                <p:nvPr/>
              </p:nvSpPr>
              <p:spPr>
                <a:xfrm>
                  <a:off x="3230917" y="4836929"/>
                  <a:ext cx="1159292" cy="230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9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Chromatin Modifier</a:t>
                  </a:r>
                </a:p>
              </p:txBody>
            </p:sp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EC3BFB0F-0830-9C87-EADB-03336BFC1F31}"/>
                    </a:ext>
                  </a:extLst>
                </p:cNvPr>
                <p:cNvSpPr txBox="1"/>
                <p:nvPr/>
              </p:nvSpPr>
              <p:spPr>
                <a:xfrm>
                  <a:off x="3104699" y="4819258"/>
                  <a:ext cx="313329" cy="246221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r>
                    <a:rPr lang="en-US" sz="1000" b="0" i="0">
                      <a:solidFill>
                        <a:srgbClr val="202122"/>
                      </a:solidFill>
                      <a:effectLst/>
                      <a:latin typeface="Arial" panose="020B0604020202020204" pitchFamily="34" charset="0"/>
                    </a:rPr>
                    <a:t>§</a:t>
                  </a:r>
                  <a:endParaRPr lang="en-US" sz="1000"/>
                </a:p>
              </p:txBody>
            </p:sp>
          </p:grpSp>
        </p:grpSp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B20E2254-6B32-BC55-7380-A80FD58297D4}"/>
                </a:ext>
              </a:extLst>
            </p:cNvPr>
            <p:cNvGrpSpPr/>
            <p:nvPr/>
          </p:nvGrpSpPr>
          <p:grpSpPr>
            <a:xfrm>
              <a:off x="147484" y="420925"/>
              <a:ext cx="675185" cy="2899531"/>
              <a:chOff x="464681" y="2614688"/>
              <a:chExt cx="675185" cy="2899531"/>
            </a:xfrm>
          </p:grpSpPr>
          <p:sp>
            <p:nvSpPr>
              <p:cNvPr id="1219" name="TextBox 1218">
                <a:extLst>
                  <a:ext uri="{FF2B5EF4-FFF2-40B4-BE49-F238E27FC236}">
                    <a16:creationId xmlns:a16="http://schemas.microsoft.com/office/drawing/2014/main" id="{2EEC737E-BA40-8503-4E1B-BBFB2343C298}"/>
                  </a:ext>
                </a:extLst>
              </p:cNvPr>
              <p:cNvSpPr txBox="1"/>
              <p:nvPr/>
            </p:nvSpPr>
            <p:spPr>
              <a:xfrm>
                <a:off x="653836" y="2614688"/>
                <a:ext cx="48603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cyp19a1b</a:t>
                </a:r>
              </a:p>
            </p:txBody>
          </p:sp>
          <p:sp>
            <p:nvSpPr>
              <p:cNvPr id="1220" name="TextBox 1219">
                <a:extLst>
                  <a:ext uri="{FF2B5EF4-FFF2-40B4-BE49-F238E27FC236}">
                    <a16:creationId xmlns:a16="http://schemas.microsoft.com/office/drawing/2014/main" id="{3BCD17D4-E6B3-FCFC-57D2-54D54AF4D691}"/>
                  </a:ext>
                </a:extLst>
              </p:cNvPr>
              <p:cNvSpPr txBox="1"/>
              <p:nvPr/>
            </p:nvSpPr>
            <p:spPr>
              <a:xfrm>
                <a:off x="673072" y="2678082"/>
                <a:ext cx="46679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nlrc3-like</a:t>
                </a:r>
              </a:p>
            </p:txBody>
          </p:sp>
          <p:sp>
            <p:nvSpPr>
              <p:cNvPr id="1221" name="TextBox 1220">
                <a:extLst>
                  <a:ext uri="{FF2B5EF4-FFF2-40B4-BE49-F238E27FC236}">
                    <a16:creationId xmlns:a16="http://schemas.microsoft.com/office/drawing/2014/main" id="{FDB7ED91-5246-7B5D-57B6-1CE0A96C6F4A}"/>
                  </a:ext>
                </a:extLst>
              </p:cNvPr>
              <p:cNvSpPr txBox="1"/>
              <p:nvPr/>
            </p:nvSpPr>
            <p:spPr>
              <a:xfrm>
                <a:off x="713146" y="2741351"/>
                <a:ext cx="42672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mical2b</a:t>
                </a:r>
              </a:p>
            </p:txBody>
          </p:sp>
          <p:sp>
            <p:nvSpPr>
              <p:cNvPr id="1222" name="TextBox 1221">
                <a:extLst>
                  <a:ext uri="{FF2B5EF4-FFF2-40B4-BE49-F238E27FC236}">
                    <a16:creationId xmlns:a16="http://schemas.microsoft.com/office/drawing/2014/main" id="{7FF940A1-5CBB-09C2-054C-35B00DF7D4D4}"/>
                  </a:ext>
                </a:extLst>
              </p:cNvPr>
              <p:cNvSpPr txBox="1"/>
              <p:nvPr/>
            </p:nvSpPr>
            <p:spPr>
              <a:xfrm>
                <a:off x="649026" y="2804619"/>
                <a:ext cx="49084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lrrc49-like</a:t>
                </a:r>
              </a:p>
            </p:txBody>
          </p:sp>
          <p:sp>
            <p:nvSpPr>
              <p:cNvPr id="1223" name="TextBox 1222">
                <a:extLst>
                  <a:ext uri="{FF2B5EF4-FFF2-40B4-BE49-F238E27FC236}">
                    <a16:creationId xmlns:a16="http://schemas.microsoft.com/office/drawing/2014/main" id="{DCEAEB33-166E-5D0F-0E72-86EE190897E6}"/>
                  </a:ext>
                </a:extLst>
              </p:cNvPr>
              <p:cNvSpPr txBox="1"/>
              <p:nvPr/>
            </p:nvSpPr>
            <p:spPr>
              <a:xfrm>
                <a:off x="788488" y="2868014"/>
                <a:ext cx="35137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lhfpl3</a:t>
                </a:r>
              </a:p>
            </p:txBody>
          </p:sp>
          <p:sp>
            <p:nvSpPr>
              <p:cNvPr id="1224" name="TextBox 1223">
                <a:extLst>
                  <a:ext uri="{FF2B5EF4-FFF2-40B4-BE49-F238E27FC236}">
                    <a16:creationId xmlns:a16="http://schemas.microsoft.com/office/drawing/2014/main" id="{8759DB5C-42BC-96CE-CDD6-9EF3D0122963}"/>
                  </a:ext>
                </a:extLst>
              </p:cNvPr>
              <p:cNvSpPr txBox="1"/>
              <p:nvPr/>
            </p:nvSpPr>
            <p:spPr>
              <a:xfrm>
                <a:off x="711544" y="2937432"/>
                <a:ext cx="42832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nkx2.2a</a:t>
                </a:r>
              </a:p>
            </p:txBody>
          </p:sp>
          <p:sp>
            <p:nvSpPr>
              <p:cNvPr id="1225" name="TextBox 1224">
                <a:extLst>
                  <a:ext uri="{FF2B5EF4-FFF2-40B4-BE49-F238E27FC236}">
                    <a16:creationId xmlns:a16="http://schemas.microsoft.com/office/drawing/2014/main" id="{083E5951-DA3F-3EB7-434B-98B0A59AD8D1}"/>
                  </a:ext>
                </a:extLst>
              </p:cNvPr>
              <p:cNvSpPr txBox="1"/>
              <p:nvPr/>
            </p:nvSpPr>
            <p:spPr>
              <a:xfrm>
                <a:off x="697116" y="2994550"/>
                <a:ext cx="44275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jc1-like</a:t>
                </a:r>
              </a:p>
            </p:txBody>
          </p:sp>
          <p:sp>
            <p:nvSpPr>
              <p:cNvPr id="1226" name="TextBox 1225">
                <a:extLst>
                  <a:ext uri="{FF2B5EF4-FFF2-40B4-BE49-F238E27FC236}">
                    <a16:creationId xmlns:a16="http://schemas.microsoft.com/office/drawing/2014/main" id="{16C179A2-8CD4-1864-602B-9446575BAF50}"/>
                  </a:ext>
                </a:extLst>
              </p:cNvPr>
              <p:cNvSpPr txBox="1"/>
              <p:nvPr/>
            </p:nvSpPr>
            <p:spPr>
              <a:xfrm>
                <a:off x="464681" y="3057945"/>
                <a:ext cx="67518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LOC129348729</a:t>
                </a:r>
              </a:p>
            </p:txBody>
          </p:sp>
          <p:sp>
            <p:nvSpPr>
              <p:cNvPr id="1227" name="TextBox 1226">
                <a:extLst>
                  <a:ext uri="{FF2B5EF4-FFF2-40B4-BE49-F238E27FC236}">
                    <a16:creationId xmlns:a16="http://schemas.microsoft.com/office/drawing/2014/main" id="{7ACE1598-841B-10C7-B61B-88604A9B1A9A}"/>
                  </a:ext>
                </a:extLst>
              </p:cNvPr>
              <p:cNvSpPr txBox="1"/>
              <p:nvPr/>
            </p:nvSpPr>
            <p:spPr>
              <a:xfrm>
                <a:off x="464681" y="3121213"/>
                <a:ext cx="67518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LOC129348282</a:t>
                </a:r>
              </a:p>
            </p:txBody>
          </p:sp>
          <p:sp>
            <p:nvSpPr>
              <p:cNvPr id="1228" name="TextBox 1227">
                <a:extLst>
                  <a:ext uri="{FF2B5EF4-FFF2-40B4-BE49-F238E27FC236}">
                    <a16:creationId xmlns:a16="http://schemas.microsoft.com/office/drawing/2014/main" id="{063557E5-E6EB-E944-93D6-BABE958B3D09}"/>
                  </a:ext>
                </a:extLst>
              </p:cNvPr>
              <p:cNvSpPr txBox="1"/>
              <p:nvPr/>
            </p:nvSpPr>
            <p:spPr>
              <a:xfrm>
                <a:off x="769252" y="3184608"/>
                <a:ext cx="37061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pcnx4</a:t>
                </a:r>
              </a:p>
            </p:txBody>
          </p:sp>
          <p:sp>
            <p:nvSpPr>
              <p:cNvPr id="1229" name="TextBox 1228">
                <a:extLst>
                  <a:ext uri="{FF2B5EF4-FFF2-40B4-BE49-F238E27FC236}">
                    <a16:creationId xmlns:a16="http://schemas.microsoft.com/office/drawing/2014/main" id="{F3EB44BB-30D6-18B6-E761-30C47B9300B8}"/>
                  </a:ext>
                </a:extLst>
              </p:cNvPr>
              <p:cNvSpPr txBox="1"/>
              <p:nvPr/>
            </p:nvSpPr>
            <p:spPr>
              <a:xfrm>
                <a:off x="807724" y="3253172"/>
                <a:ext cx="33214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sox6</a:t>
                </a:r>
              </a:p>
            </p:txBody>
          </p:sp>
          <p:sp>
            <p:nvSpPr>
              <p:cNvPr id="1230" name="TextBox 1229">
                <a:extLst>
                  <a:ext uri="{FF2B5EF4-FFF2-40B4-BE49-F238E27FC236}">
                    <a16:creationId xmlns:a16="http://schemas.microsoft.com/office/drawing/2014/main" id="{9B9DB4F8-5530-6895-77F7-ED05F24BE102}"/>
                  </a:ext>
                </a:extLst>
              </p:cNvPr>
              <p:cNvSpPr txBox="1"/>
              <p:nvPr/>
            </p:nvSpPr>
            <p:spPr>
              <a:xfrm>
                <a:off x="799708" y="3311145"/>
                <a:ext cx="34015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rpl24</a:t>
                </a:r>
              </a:p>
            </p:txBody>
          </p:sp>
          <p:sp>
            <p:nvSpPr>
              <p:cNvPr id="1231" name="TextBox 1230">
                <a:extLst>
                  <a:ext uri="{FF2B5EF4-FFF2-40B4-BE49-F238E27FC236}">
                    <a16:creationId xmlns:a16="http://schemas.microsoft.com/office/drawing/2014/main" id="{D46D8D92-6D55-AA93-CAF6-28A09E082404}"/>
                  </a:ext>
                </a:extLst>
              </p:cNvPr>
              <p:cNvSpPr txBox="1"/>
              <p:nvPr/>
            </p:nvSpPr>
            <p:spPr>
              <a:xfrm>
                <a:off x="730780" y="3374539"/>
                <a:ext cx="409086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kcnh6a</a:t>
                </a:r>
              </a:p>
            </p:txBody>
          </p:sp>
          <p:sp>
            <p:nvSpPr>
              <p:cNvPr id="1232" name="TextBox 1231">
                <a:extLst>
                  <a:ext uri="{FF2B5EF4-FFF2-40B4-BE49-F238E27FC236}">
                    <a16:creationId xmlns:a16="http://schemas.microsoft.com/office/drawing/2014/main" id="{CE62595C-8D20-8694-D461-1DC17BF6CDC7}"/>
                  </a:ext>
                </a:extLst>
              </p:cNvPr>
              <p:cNvSpPr txBox="1"/>
              <p:nvPr/>
            </p:nvSpPr>
            <p:spPr>
              <a:xfrm>
                <a:off x="801312" y="3437808"/>
                <a:ext cx="33855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tap2t</a:t>
                </a:r>
              </a:p>
            </p:txBody>
          </p:sp>
          <p:sp>
            <p:nvSpPr>
              <p:cNvPr id="1233" name="TextBox 1232">
                <a:extLst>
                  <a:ext uri="{FF2B5EF4-FFF2-40B4-BE49-F238E27FC236}">
                    <a16:creationId xmlns:a16="http://schemas.microsoft.com/office/drawing/2014/main" id="{E2F2EEAF-1F58-AAA2-0A9C-58898B7022E2}"/>
                  </a:ext>
                </a:extLst>
              </p:cNvPr>
              <p:cNvSpPr txBox="1"/>
              <p:nvPr/>
            </p:nvSpPr>
            <p:spPr>
              <a:xfrm>
                <a:off x="608951" y="3501076"/>
                <a:ext cx="53091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p1r37-like</a:t>
                </a:r>
              </a:p>
            </p:txBody>
          </p:sp>
          <p:sp>
            <p:nvSpPr>
              <p:cNvPr id="1234" name="TextBox 1233">
                <a:extLst>
                  <a:ext uri="{FF2B5EF4-FFF2-40B4-BE49-F238E27FC236}">
                    <a16:creationId xmlns:a16="http://schemas.microsoft.com/office/drawing/2014/main" id="{B026753F-9099-A2E6-635A-934F0E81E621}"/>
                  </a:ext>
                </a:extLst>
              </p:cNvPr>
              <p:cNvSpPr txBox="1"/>
              <p:nvPr/>
            </p:nvSpPr>
            <p:spPr>
              <a:xfrm>
                <a:off x="785282" y="3568913"/>
                <a:ext cx="35458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foxp2</a:t>
                </a:r>
              </a:p>
            </p:txBody>
          </p:sp>
          <p:sp>
            <p:nvSpPr>
              <p:cNvPr id="1235" name="TextBox 1234">
                <a:extLst>
                  <a:ext uri="{FF2B5EF4-FFF2-40B4-BE49-F238E27FC236}">
                    <a16:creationId xmlns:a16="http://schemas.microsoft.com/office/drawing/2014/main" id="{4B0176DC-026F-AD4A-C762-07787FAD1CB2}"/>
                  </a:ext>
                </a:extLst>
              </p:cNvPr>
              <p:cNvSpPr txBox="1"/>
              <p:nvPr/>
            </p:nvSpPr>
            <p:spPr>
              <a:xfrm>
                <a:off x="727574" y="3627739"/>
                <a:ext cx="41229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immp2l</a:t>
                </a:r>
              </a:p>
            </p:txBody>
          </p:sp>
          <p:sp>
            <p:nvSpPr>
              <p:cNvPr id="1236" name="TextBox 1235">
                <a:extLst>
                  <a:ext uri="{FF2B5EF4-FFF2-40B4-BE49-F238E27FC236}">
                    <a16:creationId xmlns:a16="http://schemas.microsoft.com/office/drawing/2014/main" id="{74552855-A333-0F6E-A4FF-ACE929178C9E}"/>
                  </a:ext>
                </a:extLst>
              </p:cNvPr>
              <p:cNvSpPr txBox="1"/>
              <p:nvPr/>
            </p:nvSpPr>
            <p:spPr>
              <a:xfrm>
                <a:off x="551243" y="3691134"/>
                <a:ext cx="588623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rhgef</a:t>
                </a:r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28-like</a:t>
                </a:r>
                <a:endParaRPr lang="en-US" sz="5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237" name="TextBox 1236">
                <a:extLst>
                  <a:ext uri="{FF2B5EF4-FFF2-40B4-BE49-F238E27FC236}">
                    <a16:creationId xmlns:a16="http://schemas.microsoft.com/office/drawing/2014/main" id="{3FC02806-92FF-5F34-05EE-A9A3EA18C4BB}"/>
                  </a:ext>
                </a:extLst>
              </p:cNvPr>
              <p:cNvSpPr txBox="1"/>
              <p:nvPr/>
            </p:nvSpPr>
            <p:spPr>
              <a:xfrm>
                <a:off x="653836" y="3754402"/>
                <a:ext cx="48603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mnl1-like</a:t>
                </a:r>
              </a:p>
            </p:txBody>
          </p:sp>
          <p:sp>
            <p:nvSpPr>
              <p:cNvPr id="1238" name="TextBox 1237">
                <a:extLst>
                  <a:ext uri="{FF2B5EF4-FFF2-40B4-BE49-F238E27FC236}">
                    <a16:creationId xmlns:a16="http://schemas.microsoft.com/office/drawing/2014/main" id="{A9EDAFE0-F5D5-127D-A7DC-2EE7FD785019}"/>
                  </a:ext>
                </a:extLst>
              </p:cNvPr>
              <p:cNvSpPr txBox="1"/>
              <p:nvPr/>
            </p:nvSpPr>
            <p:spPr>
              <a:xfrm>
                <a:off x="596127" y="3817670"/>
                <a:ext cx="543739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zgc:113263</a:t>
                </a:r>
              </a:p>
            </p:txBody>
          </p:sp>
          <p:sp>
            <p:nvSpPr>
              <p:cNvPr id="1239" name="TextBox 1238">
                <a:extLst>
                  <a:ext uri="{FF2B5EF4-FFF2-40B4-BE49-F238E27FC236}">
                    <a16:creationId xmlns:a16="http://schemas.microsoft.com/office/drawing/2014/main" id="{33F80C13-2625-A98A-7E6F-5963CD835DB6}"/>
                  </a:ext>
                </a:extLst>
              </p:cNvPr>
              <p:cNvSpPr txBox="1"/>
              <p:nvPr/>
            </p:nvSpPr>
            <p:spPr>
              <a:xfrm>
                <a:off x="668262" y="3881065"/>
                <a:ext cx="47160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sema3ab</a:t>
                </a:r>
              </a:p>
            </p:txBody>
          </p:sp>
          <p:sp>
            <p:nvSpPr>
              <p:cNvPr id="1240" name="TextBox 1239">
                <a:extLst>
                  <a:ext uri="{FF2B5EF4-FFF2-40B4-BE49-F238E27FC236}">
                    <a16:creationId xmlns:a16="http://schemas.microsoft.com/office/drawing/2014/main" id="{78B93A69-E4E4-84D2-1B88-D1C6F623DC52}"/>
                  </a:ext>
                </a:extLst>
              </p:cNvPr>
              <p:cNvSpPr txBox="1"/>
              <p:nvPr/>
            </p:nvSpPr>
            <p:spPr>
              <a:xfrm>
                <a:off x="464681" y="3944333"/>
                <a:ext cx="67518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LOC111583974</a:t>
                </a:r>
              </a:p>
            </p:txBody>
          </p:sp>
          <p:sp>
            <p:nvSpPr>
              <p:cNvPr id="1241" name="TextBox 1240">
                <a:extLst>
                  <a:ext uri="{FF2B5EF4-FFF2-40B4-BE49-F238E27FC236}">
                    <a16:creationId xmlns:a16="http://schemas.microsoft.com/office/drawing/2014/main" id="{A58028CD-09AB-DC3D-68F9-53370325E6FF}"/>
                  </a:ext>
                </a:extLst>
              </p:cNvPr>
              <p:cNvSpPr txBox="1"/>
              <p:nvPr/>
            </p:nvSpPr>
            <p:spPr>
              <a:xfrm>
                <a:off x="690704" y="4007728"/>
                <a:ext cx="44916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il1rapl1a</a:t>
                </a:r>
              </a:p>
            </p:txBody>
          </p:sp>
          <p:sp>
            <p:nvSpPr>
              <p:cNvPr id="1242" name="TextBox 1241">
                <a:extLst>
                  <a:ext uri="{FF2B5EF4-FFF2-40B4-BE49-F238E27FC236}">
                    <a16:creationId xmlns:a16="http://schemas.microsoft.com/office/drawing/2014/main" id="{7125CF7A-50DC-7CA3-D33D-AE04A95B5532}"/>
                  </a:ext>
                </a:extLst>
              </p:cNvPr>
              <p:cNvSpPr txBox="1"/>
              <p:nvPr/>
            </p:nvSpPr>
            <p:spPr>
              <a:xfrm>
                <a:off x="762840" y="4070996"/>
                <a:ext cx="377026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fgfbp3</a:t>
                </a:r>
              </a:p>
            </p:txBody>
          </p:sp>
          <p:sp>
            <p:nvSpPr>
              <p:cNvPr id="1243" name="TextBox 1242">
                <a:extLst>
                  <a:ext uri="{FF2B5EF4-FFF2-40B4-BE49-F238E27FC236}">
                    <a16:creationId xmlns:a16="http://schemas.microsoft.com/office/drawing/2014/main" id="{F69D7195-91D4-EFE4-4A67-A0463A48F8FC}"/>
                  </a:ext>
                </a:extLst>
              </p:cNvPr>
              <p:cNvSpPr txBox="1"/>
              <p:nvPr/>
            </p:nvSpPr>
            <p:spPr>
              <a:xfrm>
                <a:off x="788488" y="4134264"/>
                <a:ext cx="35137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plce1</a:t>
                </a:r>
              </a:p>
            </p:txBody>
          </p:sp>
          <p:sp>
            <p:nvSpPr>
              <p:cNvPr id="1244" name="TextBox 1243">
                <a:extLst>
                  <a:ext uri="{FF2B5EF4-FFF2-40B4-BE49-F238E27FC236}">
                    <a16:creationId xmlns:a16="http://schemas.microsoft.com/office/drawing/2014/main" id="{5354CF00-2D92-CDCC-29AB-8D099F67D790}"/>
                  </a:ext>
                </a:extLst>
              </p:cNvPr>
              <p:cNvSpPr txBox="1"/>
              <p:nvPr/>
            </p:nvSpPr>
            <p:spPr>
              <a:xfrm>
                <a:off x="714750" y="4197659"/>
                <a:ext cx="425116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slc44a2</a:t>
                </a:r>
              </a:p>
            </p:txBody>
          </p:sp>
          <p:sp>
            <p:nvSpPr>
              <p:cNvPr id="1245" name="TextBox 1244">
                <a:extLst>
                  <a:ext uri="{FF2B5EF4-FFF2-40B4-BE49-F238E27FC236}">
                    <a16:creationId xmlns:a16="http://schemas.microsoft.com/office/drawing/2014/main" id="{3A0EEA3D-3A46-1869-59FB-681E5413682A}"/>
                  </a:ext>
                </a:extLst>
              </p:cNvPr>
              <p:cNvSpPr txBox="1"/>
              <p:nvPr/>
            </p:nvSpPr>
            <p:spPr>
              <a:xfrm>
                <a:off x="753222" y="4260927"/>
                <a:ext cx="38664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skida1</a:t>
                </a:r>
              </a:p>
            </p:txBody>
          </p:sp>
          <p:sp>
            <p:nvSpPr>
              <p:cNvPr id="1246" name="TextBox 1245">
                <a:extLst>
                  <a:ext uri="{FF2B5EF4-FFF2-40B4-BE49-F238E27FC236}">
                    <a16:creationId xmlns:a16="http://schemas.microsoft.com/office/drawing/2014/main" id="{EEBB77DA-445D-1FBB-673C-E3F55F9CDCB7}"/>
                  </a:ext>
                </a:extLst>
              </p:cNvPr>
              <p:cNvSpPr txBox="1"/>
              <p:nvPr/>
            </p:nvSpPr>
            <p:spPr>
              <a:xfrm>
                <a:off x="762840" y="4324196"/>
                <a:ext cx="377026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dab1a</a:t>
                </a:r>
              </a:p>
            </p:txBody>
          </p:sp>
          <p:sp>
            <p:nvSpPr>
              <p:cNvPr id="1247" name="TextBox 1246">
                <a:extLst>
                  <a:ext uri="{FF2B5EF4-FFF2-40B4-BE49-F238E27FC236}">
                    <a16:creationId xmlns:a16="http://schemas.microsoft.com/office/drawing/2014/main" id="{4401A0B6-FFC6-4D72-0F0F-561F8C4C2D9C}"/>
                  </a:ext>
                </a:extLst>
              </p:cNvPr>
              <p:cNvSpPr txBox="1"/>
              <p:nvPr/>
            </p:nvSpPr>
            <p:spPr>
              <a:xfrm>
                <a:off x="660248" y="4387591"/>
                <a:ext cx="47961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ccdc85cb</a:t>
                </a:r>
              </a:p>
            </p:txBody>
          </p:sp>
          <p:sp>
            <p:nvSpPr>
              <p:cNvPr id="1248" name="TextBox 1247">
                <a:extLst>
                  <a:ext uri="{FF2B5EF4-FFF2-40B4-BE49-F238E27FC236}">
                    <a16:creationId xmlns:a16="http://schemas.microsoft.com/office/drawing/2014/main" id="{FD6E9461-7931-21F8-AF71-187165709DFB}"/>
                  </a:ext>
                </a:extLst>
              </p:cNvPr>
              <p:cNvSpPr txBox="1"/>
              <p:nvPr/>
            </p:nvSpPr>
            <p:spPr>
              <a:xfrm>
                <a:off x="761236" y="4450859"/>
                <a:ext cx="37863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tmed4</a:t>
                </a:r>
              </a:p>
            </p:txBody>
          </p:sp>
          <p:sp>
            <p:nvSpPr>
              <p:cNvPr id="1249" name="TextBox 1248">
                <a:extLst>
                  <a:ext uri="{FF2B5EF4-FFF2-40B4-BE49-F238E27FC236}">
                    <a16:creationId xmlns:a16="http://schemas.microsoft.com/office/drawing/2014/main" id="{693A352E-6B0F-F543-8EA7-0FFCC221635C}"/>
                  </a:ext>
                </a:extLst>
              </p:cNvPr>
              <p:cNvSpPr txBox="1"/>
              <p:nvPr/>
            </p:nvSpPr>
            <p:spPr>
              <a:xfrm>
                <a:off x="600936" y="4507844"/>
                <a:ext cx="53893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knox2-like</a:t>
                </a:r>
              </a:p>
            </p:txBody>
          </p:sp>
          <p:sp>
            <p:nvSpPr>
              <p:cNvPr id="1250" name="TextBox 1249">
                <a:extLst>
                  <a:ext uri="{FF2B5EF4-FFF2-40B4-BE49-F238E27FC236}">
                    <a16:creationId xmlns:a16="http://schemas.microsoft.com/office/drawing/2014/main" id="{912AD265-458F-13E3-866C-2EAA127534CD}"/>
                  </a:ext>
                </a:extLst>
              </p:cNvPr>
              <p:cNvSpPr txBox="1"/>
              <p:nvPr/>
            </p:nvSpPr>
            <p:spPr>
              <a:xfrm>
                <a:off x="496741" y="4582388"/>
                <a:ext cx="64312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COUPTFII-like</a:t>
                </a:r>
              </a:p>
            </p:txBody>
          </p:sp>
          <p:sp>
            <p:nvSpPr>
              <p:cNvPr id="1251" name="TextBox 1250">
                <a:extLst>
                  <a:ext uri="{FF2B5EF4-FFF2-40B4-BE49-F238E27FC236}">
                    <a16:creationId xmlns:a16="http://schemas.microsoft.com/office/drawing/2014/main" id="{F4211E33-0383-1EF1-A3A1-2CCB4C2BCF26}"/>
                  </a:ext>
                </a:extLst>
              </p:cNvPr>
              <p:cNvSpPr txBox="1"/>
              <p:nvPr/>
            </p:nvSpPr>
            <p:spPr>
              <a:xfrm>
                <a:off x="788488" y="4640790"/>
                <a:ext cx="35137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glceb</a:t>
                </a:r>
              </a:p>
            </p:txBody>
          </p:sp>
          <p:sp>
            <p:nvSpPr>
              <p:cNvPr id="1252" name="TextBox 1251">
                <a:extLst>
                  <a:ext uri="{FF2B5EF4-FFF2-40B4-BE49-F238E27FC236}">
                    <a16:creationId xmlns:a16="http://schemas.microsoft.com/office/drawing/2014/main" id="{B7AABE74-F4E5-ECF8-7F9D-76A01FD9F364}"/>
                  </a:ext>
                </a:extLst>
              </p:cNvPr>
              <p:cNvSpPr txBox="1"/>
              <p:nvPr/>
            </p:nvSpPr>
            <p:spPr>
              <a:xfrm>
                <a:off x="464681" y="4704185"/>
                <a:ext cx="675185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LOC111564869</a:t>
                </a:r>
              </a:p>
            </p:txBody>
          </p:sp>
          <p:sp>
            <p:nvSpPr>
              <p:cNvPr id="1253" name="TextBox 1252">
                <a:extLst>
                  <a:ext uri="{FF2B5EF4-FFF2-40B4-BE49-F238E27FC236}">
                    <a16:creationId xmlns:a16="http://schemas.microsoft.com/office/drawing/2014/main" id="{E6E7E1F2-B617-B304-2B66-EDCC8584B30C}"/>
                  </a:ext>
                </a:extLst>
              </p:cNvPr>
              <p:cNvSpPr txBox="1"/>
              <p:nvPr/>
            </p:nvSpPr>
            <p:spPr>
              <a:xfrm>
                <a:off x="634599" y="4767453"/>
                <a:ext cx="505267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jam3b-like</a:t>
                </a:r>
              </a:p>
            </p:txBody>
          </p:sp>
          <p:sp>
            <p:nvSpPr>
              <p:cNvPr id="1254" name="TextBox 1253">
                <a:extLst>
                  <a:ext uri="{FF2B5EF4-FFF2-40B4-BE49-F238E27FC236}">
                    <a16:creationId xmlns:a16="http://schemas.microsoft.com/office/drawing/2014/main" id="{B9CA8AFB-B5D1-1A52-B9E8-9F2FE73AD957}"/>
                  </a:ext>
                </a:extLst>
              </p:cNvPr>
              <p:cNvSpPr txBox="1"/>
              <p:nvPr/>
            </p:nvSpPr>
            <p:spPr>
              <a:xfrm>
                <a:off x="745206" y="4830721"/>
                <a:ext cx="39466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tmtc2b</a:t>
                </a:r>
              </a:p>
            </p:txBody>
          </p:sp>
          <p:sp>
            <p:nvSpPr>
              <p:cNvPr id="1255" name="TextBox 1254">
                <a:extLst>
                  <a:ext uri="{FF2B5EF4-FFF2-40B4-BE49-F238E27FC236}">
                    <a16:creationId xmlns:a16="http://schemas.microsoft.com/office/drawing/2014/main" id="{1F8851B7-57B3-0CB0-3ADD-047FB0BC1F77}"/>
                  </a:ext>
                </a:extLst>
              </p:cNvPr>
              <p:cNvSpPr txBox="1"/>
              <p:nvPr/>
            </p:nvSpPr>
            <p:spPr>
              <a:xfrm>
                <a:off x="846196" y="4902286"/>
                <a:ext cx="29367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gli1</a:t>
                </a:r>
              </a:p>
            </p:txBody>
          </p:sp>
          <p:sp>
            <p:nvSpPr>
              <p:cNvPr id="1256" name="TextBox 1255">
                <a:extLst>
                  <a:ext uri="{FF2B5EF4-FFF2-40B4-BE49-F238E27FC236}">
                    <a16:creationId xmlns:a16="http://schemas.microsoft.com/office/drawing/2014/main" id="{07D288D3-A656-A80A-9655-4316608F08E5}"/>
                  </a:ext>
                </a:extLst>
              </p:cNvPr>
              <p:cNvSpPr txBox="1"/>
              <p:nvPr/>
            </p:nvSpPr>
            <p:spPr>
              <a:xfrm>
                <a:off x="626584" y="4962762"/>
                <a:ext cx="51328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dnmt3bb.1</a:t>
                </a:r>
              </a:p>
            </p:txBody>
          </p:sp>
          <p:sp>
            <p:nvSpPr>
              <p:cNvPr id="1257" name="TextBox 1256">
                <a:extLst>
                  <a:ext uri="{FF2B5EF4-FFF2-40B4-BE49-F238E27FC236}">
                    <a16:creationId xmlns:a16="http://schemas.microsoft.com/office/drawing/2014/main" id="{5A664E8F-12B9-1907-427A-5E5511065658}"/>
                  </a:ext>
                </a:extLst>
              </p:cNvPr>
              <p:cNvSpPr txBox="1"/>
              <p:nvPr/>
            </p:nvSpPr>
            <p:spPr>
              <a:xfrm>
                <a:off x="804518" y="5020779"/>
                <a:ext cx="33534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cog5</a:t>
                </a:r>
              </a:p>
            </p:txBody>
          </p:sp>
          <p:sp>
            <p:nvSpPr>
              <p:cNvPr id="1258" name="TextBox 1257">
                <a:extLst>
                  <a:ext uri="{FF2B5EF4-FFF2-40B4-BE49-F238E27FC236}">
                    <a16:creationId xmlns:a16="http://schemas.microsoft.com/office/drawing/2014/main" id="{F2FCC539-F9D8-013F-0209-ECEFEFFE17AC}"/>
                  </a:ext>
                </a:extLst>
              </p:cNvPr>
              <p:cNvSpPr txBox="1"/>
              <p:nvPr/>
            </p:nvSpPr>
            <p:spPr>
              <a:xfrm>
                <a:off x="685896" y="5078088"/>
                <a:ext cx="453970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b</a:t>
                </a:r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rd3-like</a:t>
                </a:r>
              </a:p>
            </p:txBody>
          </p:sp>
          <p:sp>
            <p:nvSpPr>
              <p:cNvPr id="1259" name="TextBox 1258">
                <a:extLst>
                  <a:ext uri="{FF2B5EF4-FFF2-40B4-BE49-F238E27FC236}">
                    <a16:creationId xmlns:a16="http://schemas.microsoft.com/office/drawing/2014/main" id="{DF616CB7-A3DE-09AA-C3FC-ACD88AA21C49}"/>
                  </a:ext>
                </a:extLst>
              </p:cNvPr>
              <p:cNvSpPr txBox="1"/>
              <p:nvPr/>
            </p:nvSpPr>
            <p:spPr>
              <a:xfrm>
                <a:off x="708338" y="5147899"/>
                <a:ext cx="431528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znf710b</a:t>
                </a:r>
              </a:p>
            </p:txBody>
          </p:sp>
          <p:sp>
            <p:nvSpPr>
              <p:cNvPr id="1260" name="TextBox 1259">
                <a:extLst>
                  <a:ext uri="{FF2B5EF4-FFF2-40B4-BE49-F238E27FC236}">
                    <a16:creationId xmlns:a16="http://schemas.microsoft.com/office/drawing/2014/main" id="{2A6E4E15-FDFE-4490-BDFA-83BB759DD9D7}"/>
                  </a:ext>
                </a:extLst>
              </p:cNvPr>
              <p:cNvSpPr txBox="1"/>
              <p:nvPr/>
            </p:nvSpPr>
            <p:spPr>
              <a:xfrm>
                <a:off x="802914" y="5210711"/>
                <a:ext cx="336952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lrch4</a:t>
                </a:r>
              </a:p>
            </p:txBody>
          </p:sp>
          <p:sp>
            <p:nvSpPr>
              <p:cNvPr id="1261" name="TextBox 1260">
                <a:extLst>
                  <a:ext uri="{FF2B5EF4-FFF2-40B4-BE49-F238E27FC236}">
                    <a16:creationId xmlns:a16="http://schemas.microsoft.com/office/drawing/2014/main" id="{A38A509A-EBAB-717E-8AAC-3756D74F4282}"/>
                  </a:ext>
                </a:extLst>
              </p:cNvPr>
              <p:cNvSpPr txBox="1"/>
              <p:nvPr/>
            </p:nvSpPr>
            <p:spPr>
              <a:xfrm>
                <a:off x="636202" y="5263261"/>
                <a:ext cx="50366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dbx1b-like</a:t>
                </a:r>
                <a:endParaRPr lang="en-US" sz="5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262" name="TextBox 1261">
                <a:extLst>
                  <a:ext uri="{FF2B5EF4-FFF2-40B4-BE49-F238E27FC236}">
                    <a16:creationId xmlns:a16="http://schemas.microsoft.com/office/drawing/2014/main" id="{73E07F66-596B-02E5-0BFF-DE291122C819}"/>
                  </a:ext>
                </a:extLst>
              </p:cNvPr>
              <p:cNvSpPr txBox="1"/>
              <p:nvPr/>
            </p:nvSpPr>
            <p:spPr>
              <a:xfrm>
                <a:off x="769252" y="5337247"/>
                <a:ext cx="370614" cy="1769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5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ssbp4</a:t>
                </a:r>
              </a:p>
            </p:txBody>
          </p:sp>
        </p:grpSp>
        <p:grpSp>
          <p:nvGrpSpPr>
            <p:cNvPr id="1263" name="Group 1262">
              <a:extLst>
                <a:ext uri="{FF2B5EF4-FFF2-40B4-BE49-F238E27FC236}">
                  <a16:creationId xmlns:a16="http://schemas.microsoft.com/office/drawing/2014/main" id="{DBBD91B4-27E5-404C-33C6-7A41731A9CE9}"/>
                </a:ext>
              </a:extLst>
            </p:cNvPr>
            <p:cNvGrpSpPr/>
            <p:nvPr/>
          </p:nvGrpSpPr>
          <p:grpSpPr>
            <a:xfrm>
              <a:off x="655337" y="743408"/>
              <a:ext cx="209007" cy="2495106"/>
              <a:chOff x="1101630" y="2933585"/>
              <a:chExt cx="209007" cy="2495106"/>
            </a:xfrm>
          </p:grpSpPr>
          <p:sp>
            <p:nvSpPr>
              <p:cNvPr id="1264" name="TextBox 1263">
                <a:extLst>
                  <a:ext uri="{FF2B5EF4-FFF2-40B4-BE49-F238E27FC236}">
                    <a16:creationId xmlns:a16="http://schemas.microsoft.com/office/drawing/2014/main" id="{23F82076-E98B-75F7-C4E3-3F2761F5FC63}"/>
                  </a:ext>
                </a:extLst>
              </p:cNvPr>
              <p:cNvSpPr txBox="1"/>
              <p:nvPr/>
            </p:nvSpPr>
            <p:spPr>
              <a:xfrm>
                <a:off x="1101630" y="3249325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65" name="TextBox 1264">
                <a:extLst>
                  <a:ext uri="{FF2B5EF4-FFF2-40B4-BE49-F238E27FC236}">
                    <a16:creationId xmlns:a16="http://schemas.microsoft.com/office/drawing/2014/main" id="{71D639AE-B57D-3C45-0A83-FAFA7DA9E6A6}"/>
                  </a:ext>
                </a:extLst>
              </p:cNvPr>
              <p:cNvSpPr txBox="1"/>
              <p:nvPr/>
            </p:nvSpPr>
            <p:spPr>
              <a:xfrm>
                <a:off x="1101630" y="2933585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66" name="TextBox 1265">
                <a:extLst>
                  <a:ext uri="{FF2B5EF4-FFF2-40B4-BE49-F238E27FC236}">
                    <a16:creationId xmlns:a16="http://schemas.microsoft.com/office/drawing/2014/main" id="{0943A291-C92B-1C45-D440-377328A80752}"/>
                  </a:ext>
                </a:extLst>
              </p:cNvPr>
              <p:cNvSpPr txBox="1"/>
              <p:nvPr/>
            </p:nvSpPr>
            <p:spPr>
              <a:xfrm>
                <a:off x="1101630" y="3565066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67" name="TextBox 1266">
                <a:extLst>
                  <a:ext uri="{FF2B5EF4-FFF2-40B4-BE49-F238E27FC236}">
                    <a16:creationId xmlns:a16="http://schemas.microsoft.com/office/drawing/2014/main" id="{6F5335C3-F4EF-D98E-58AC-FA3ACEBD7097}"/>
                  </a:ext>
                </a:extLst>
              </p:cNvPr>
              <p:cNvSpPr txBox="1"/>
              <p:nvPr/>
            </p:nvSpPr>
            <p:spPr>
              <a:xfrm>
                <a:off x="1101630" y="4503997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68" name="TextBox 1267">
                <a:extLst>
                  <a:ext uri="{FF2B5EF4-FFF2-40B4-BE49-F238E27FC236}">
                    <a16:creationId xmlns:a16="http://schemas.microsoft.com/office/drawing/2014/main" id="{A4E7B821-B456-92BE-95DD-1CAD7389B7D9}"/>
                  </a:ext>
                </a:extLst>
              </p:cNvPr>
              <p:cNvSpPr txBox="1"/>
              <p:nvPr/>
            </p:nvSpPr>
            <p:spPr>
              <a:xfrm>
                <a:off x="1101630" y="4578541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69" name="TextBox 1268">
                <a:extLst>
                  <a:ext uri="{FF2B5EF4-FFF2-40B4-BE49-F238E27FC236}">
                    <a16:creationId xmlns:a16="http://schemas.microsoft.com/office/drawing/2014/main" id="{76DC6D71-1888-AB47-59B9-017249C63E30}"/>
                  </a:ext>
                </a:extLst>
              </p:cNvPr>
              <p:cNvSpPr txBox="1"/>
              <p:nvPr/>
            </p:nvSpPr>
            <p:spPr>
              <a:xfrm>
                <a:off x="1101630" y="4898439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70" name="TextBox 1269">
                <a:extLst>
                  <a:ext uri="{FF2B5EF4-FFF2-40B4-BE49-F238E27FC236}">
                    <a16:creationId xmlns:a16="http://schemas.microsoft.com/office/drawing/2014/main" id="{80479715-7032-956A-33C1-4232E4AACD77}"/>
                  </a:ext>
                </a:extLst>
              </p:cNvPr>
              <p:cNvSpPr txBox="1"/>
              <p:nvPr/>
            </p:nvSpPr>
            <p:spPr>
              <a:xfrm>
                <a:off x="1101630" y="5259414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71" name="TextBox 1270">
                <a:extLst>
                  <a:ext uri="{FF2B5EF4-FFF2-40B4-BE49-F238E27FC236}">
                    <a16:creationId xmlns:a16="http://schemas.microsoft.com/office/drawing/2014/main" id="{1E6D54EE-B5B3-786C-289A-C275D657DCFF}"/>
                  </a:ext>
                </a:extLst>
              </p:cNvPr>
              <p:cNvSpPr txBox="1"/>
              <p:nvPr/>
            </p:nvSpPr>
            <p:spPr>
              <a:xfrm>
                <a:off x="1101630" y="5144052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72" name="TextBox 1271">
                <a:extLst>
                  <a:ext uri="{FF2B5EF4-FFF2-40B4-BE49-F238E27FC236}">
                    <a16:creationId xmlns:a16="http://schemas.microsoft.com/office/drawing/2014/main" id="{C0D0D7EC-D6D3-7C40-F36E-0C5BB5F8BAD9}"/>
                  </a:ext>
                </a:extLst>
              </p:cNvPr>
              <p:cNvSpPr txBox="1"/>
              <p:nvPr/>
            </p:nvSpPr>
            <p:spPr>
              <a:xfrm>
                <a:off x="1101630" y="5074241"/>
                <a:ext cx="209007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§</a:t>
                </a:r>
                <a:endParaRPr lang="en-US" sz="500"/>
              </a:p>
            </p:txBody>
          </p:sp>
          <p:sp>
            <p:nvSpPr>
              <p:cNvPr id="1273" name="TextBox 1272">
                <a:extLst>
                  <a:ext uri="{FF2B5EF4-FFF2-40B4-BE49-F238E27FC236}">
                    <a16:creationId xmlns:a16="http://schemas.microsoft.com/office/drawing/2014/main" id="{6CF0BDD1-D546-6D89-483D-1DDE5AF00A1E}"/>
                  </a:ext>
                </a:extLst>
              </p:cNvPr>
              <p:cNvSpPr txBox="1"/>
              <p:nvPr/>
            </p:nvSpPr>
            <p:spPr>
              <a:xfrm>
                <a:off x="1101630" y="4253785"/>
                <a:ext cx="209006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†</a:t>
                </a:r>
                <a:endParaRPr lang="en-US" sz="500"/>
              </a:p>
            </p:txBody>
          </p:sp>
          <p:sp>
            <p:nvSpPr>
              <p:cNvPr id="1274" name="TextBox 1273">
                <a:extLst>
                  <a:ext uri="{FF2B5EF4-FFF2-40B4-BE49-F238E27FC236}">
                    <a16:creationId xmlns:a16="http://schemas.microsoft.com/office/drawing/2014/main" id="{392BB4B1-73A9-ED51-4E88-B46541F54FFC}"/>
                  </a:ext>
                </a:extLst>
              </p:cNvPr>
              <p:cNvSpPr txBox="1"/>
              <p:nvPr/>
            </p:nvSpPr>
            <p:spPr>
              <a:xfrm>
                <a:off x="1101630" y="4958915"/>
                <a:ext cx="209007" cy="1692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500" b="0" i="0">
                    <a:solidFill>
                      <a:srgbClr val="202122"/>
                    </a:solidFill>
                    <a:effectLst/>
                    <a:latin typeface="Arial" panose="020B0604020202020204" pitchFamily="34" charset="0"/>
                  </a:rPr>
                  <a:t>§</a:t>
                </a:r>
                <a:endParaRPr lang="en-US" sz="500"/>
              </a:p>
            </p:txBody>
          </p:sp>
        </p:grp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E416A45F-356D-ED9A-D9D2-941F6D241A74}"/>
                </a:ext>
              </a:extLst>
            </p:cNvPr>
            <p:cNvSpPr txBox="1"/>
            <p:nvPr/>
          </p:nvSpPr>
          <p:spPr>
            <a:xfrm>
              <a:off x="1023617" y="3431371"/>
              <a:ext cx="567782" cy="309931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91439" tIns="45719" rIns="91439" bIns="45719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sz="1049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Phase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877719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" name="Group 649">
            <a:extLst>
              <a:ext uri="{FF2B5EF4-FFF2-40B4-BE49-F238E27FC236}">
                <a16:creationId xmlns:a16="http://schemas.microsoft.com/office/drawing/2014/main" id="{B2E090F9-C81F-287D-EAB9-24BC8C8066E0}"/>
              </a:ext>
            </a:extLst>
          </p:cNvPr>
          <p:cNvGrpSpPr/>
          <p:nvPr/>
        </p:nvGrpSpPr>
        <p:grpSpPr>
          <a:xfrm>
            <a:off x="299446" y="5865467"/>
            <a:ext cx="4202957" cy="1653862"/>
            <a:chOff x="142021" y="5682401"/>
            <a:chExt cx="4202957" cy="1653862"/>
          </a:xfrm>
        </p:grpSpPr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F08E3268-494E-B14F-5810-E93935E37105}"/>
                </a:ext>
              </a:extLst>
            </p:cNvPr>
            <p:cNvSpPr/>
            <p:nvPr/>
          </p:nvSpPr>
          <p:spPr>
            <a:xfrm>
              <a:off x="1413057" y="5870278"/>
              <a:ext cx="2125853" cy="1120456"/>
            </a:xfrm>
            <a:custGeom>
              <a:avLst/>
              <a:gdLst>
                <a:gd name="csX0" fmla="*/ 0 w 2125853"/>
                <a:gd name="csY0" fmla="*/ 0 h 1999488"/>
                <a:gd name="csX1" fmla="*/ 2125853 w 2125853"/>
                <a:gd name="csY1" fmla="*/ 0 h 1999488"/>
                <a:gd name="csX2" fmla="*/ 2125853 w 2125853"/>
                <a:gd name="csY2" fmla="*/ 1999488 h 1999488"/>
                <a:gd name="csX3" fmla="*/ 0 w 2125853"/>
                <a:gd name="csY3" fmla="*/ 1999488 h 1999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25853" h="1999488">
                  <a:moveTo>
                    <a:pt x="0" y="0"/>
                  </a:moveTo>
                  <a:lnTo>
                    <a:pt x="2125853" y="0"/>
                  </a:lnTo>
                  <a:lnTo>
                    <a:pt x="2125853" y="1999488"/>
                  </a:lnTo>
                  <a:lnTo>
                    <a:pt x="0" y="1999488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5A815B8F-414A-AD77-EC05-0DCD5FDAB652}"/>
                </a:ext>
              </a:extLst>
            </p:cNvPr>
            <p:cNvSpPr/>
            <p:nvPr/>
          </p:nvSpPr>
          <p:spPr>
            <a:xfrm>
              <a:off x="1648514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622574A2-9D0C-585A-60DD-17FAD86FF073}"/>
                </a:ext>
              </a:extLst>
            </p:cNvPr>
            <p:cNvSpPr/>
            <p:nvPr/>
          </p:nvSpPr>
          <p:spPr>
            <a:xfrm>
              <a:off x="2051485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2B9FD1BB-43E4-731C-CC50-2C378D0913ED}"/>
                </a:ext>
              </a:extLst>
            </p:cNvPr>
            <p:cNvSpPr/>
            <p:nvPr/>
          </p:nvSpPr>
          <p:spPr>
            <a:xfrm>
              <a:off x="2454583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DA078212-D2BB-6436-6908-F4DC07D7725B}"/>
                </a:ext>
              </a:extLst>
            </p:cNvPr>
            <p:cNvSpPr/>
            <p:nvPr/>
          </p:nvSpPr>
          <p:spPr>
            <a:xfrm>
              <a:off x="2857682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82AD37EE-EE51-26BE-C72F-86054E72D511}"/>
                </a:ext>
              </a:extLst>
            </p:cNvPr>
            <p:cNvSpPr/>
            <p:nvPr/>
          </p:nvSpPr>
          <p:spPr>
            <a:xfrm>
              <a:off x="3260779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3EB68376-89EF-DA77-D258-DBB5D36F431C}"/>
                </a:ext>
              </a:extLst>
            </p:cNvPr>
            <p:cNvSpPr/>
            <p:nvPr/>
          </p:nvSpPr>
          <p:spPr>
            <a:xfrm>
              <a:off x="1372416" y="6803422"/>
              <a:ext cx="2125725" cy="7117"/>
            </a:xfrm>
            <a:custGeom>
              <a:avLst/>
              <a:gdLst>
                <a:gd name="csX0" fmla="*/ 0 w 2125725"/>
                <a:gd name="csY0" fmla="*/ 0 h 12700"/>
                <a:gd name="csX1" fmla="*/ 2125726 w 212572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25725" h="12700">
                  <a:moveTo>
                    <a:pt x="0" y="0"/>
                  </a:moveTo>
                  <a:lnTo>
                    <a:pt x="212572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7FEF6FDB-ACD6-E2B9-5A7C-E56163BEE2F3}"/>
                </a:ext>
              </a:extLst>
            </p:cNvPr>
            <p:cNvSpPr/>
            <p:nvPr/>
          </p:nvSpPr>
          <p:spPr>
            <a:xfrm>
              <a:off x="1372416" y="6453279"/>
              <a:ext cx="2125725" cy="7117"/>
            </a:xfrm>
            <a:custGeom>
              <a:avLst/>
              <a:gdLst>
                <a:gd name="csX0" fmla="*/ 0 w 2125725"/>
                <a:gd name="csY0" fmla="*/ 0 h 12700"/>
                <a:gd name="csX1" fmla="*/ 2125726 w 212572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25725" h="12700">
                  <a:moveTo>
                    <a:pt x="0" y="0"/>
                  </a:moveTo>
                  <a:lnTo>
                    <a:pt x="212572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CB5AF914-B89A-6D47-C49A-AA21BF48F960}"/>
                </a:ext>
              </a:extLst>
            </p:cNvPr>
            <p:cNvSpPr/>
            <p:nvPr/>
          </p:nvSpPr>
          <p:spPr>
            <a:xfrm>
              <a:off x="1372416" y="6103137"/>
              <a:ext cx="2125725" cy="7117"/>
            </a:xfrm>
            <a:custGeom>
              <a:avLst/>
              <a:gdLst>
                <a:gd name="csX0" fmla="*/ 0 w 2125725"/>
                <a:gd name="csY0" fmla="*/ 0 h 12700"/>
                <a:gd name="csX1" fmla="*/ 2125726 w 212572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25725" h="12700">
                  <a:moveTo>
                    <a:pt x="0" y="0"/>
                  </a:moveTo>
                  <a:lnTo>
                    <a:pt x="212572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18F2C012-6BFB-D147-D335-5C1B3A121A82}"/>
                </a:ext>
              </a:extLst>
            </p:cNvPr>
            <p:cNvSpPr/>
            <p:nvPr/>
          </p:nvSpPr>
          <p:spPr>
            <a:xfrm>
              <a:off x="1446966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FF880CA9-0745-3B1E-B933-39E1AEC4C997}"/>
                </a:ext>
              </a:extLst>
            </p:cNvPr>
            <p:cNvSpPr/>
            <p:nvPr/>
          </p:nvSpPr>
          <p:spPr>
            <a:xfrm>
              <a:off x="1850064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D41D1952-2DDA-B6FF-53E4-A58194E9AA9D}"/>
                </a:ext>
              </a:extLst>
            </p:cNvPr>
            <p:cNvSpPr/>
            <p:nvPr/>
          </p:nvSpPr>
          <p:spPr>
            <a:xfrm>
              <a:off x="2253035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6F86E60B-8DEF-1426-B1ED-5356B379F47B}"/>
                </a:ext>
              </a:extLst>
            </p:cNvPr>
            <p:cNvSpPr/>
            <p:nvPr/>
          </p:nvSpPr>
          <p:spPr>
            <a:xfrm>
              <a:off x="2656132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AE41030E-77B4-460B-D3E1-6CDB64AB8802}"/>
                </a:ext>
              </a:extLst>
            </p:cNvPr>
            <p:cNvSpPr/>
            <p:nvPr/>
          </p:nvSpPr>
          <p:spPr>
            <a:xfrm>
              <a:off x="3059230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50A3A1AE-BDA7-D504-AA54-8752DE1EADF4}"/>
                </a:ext>
              </a:extLst>
            </p:cNvPr>
            <p:cNvSpPr/>
            <p:nvPr/>
          </p:nvSpPr>
          <p:spPr>
            <a:xfrm>
              <a:off x="3462328" y="5893051"/>
              <a:ext cx="12700" cy="1120455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7F68F0F-C14A-41AA-2814-072CD5C5DF57}"/>
                </a:ext>
              </a:extLst>
            </p:cNvPr>
            <p:cNvSpPr/>
            <p:nvPr/>
          </p:nvSpPr>
          <p:spPr>
            <a:xfrm>
              <a:off x="3288593" y="6039869"/>
              <a:ext cx="128016" cy="126535"/>
            </a:xfrm>
            <a:custGeom>
              <a:avLst/>
              <a:gdLst>
                <a:gd name="csX0" fmla="*/ 225806 w 225805"/>
                <a:gd name="csY0" fmla="*/ 112903 h 225806"/>
                <a:gd name="csX1" fmla="*/ 112903 w 225805"/>
                <a:gd name="csY1" fmla="*/ 225806 h 225806"/>
                <a:gd name="csX2" fmla="*/ 0 w 225805"/>
                <a:gd name="csY2" fmla="*/ 112903 h 225806"/>
                <a:gd name="csX3" fmla="*/ 112903 w 225805"/>
                <a:gd name="csY3" fmla="*/ 0 h 225806"/>
                <a:gd name="csX4" fmla="*/ 225806 w 225805"/>
                <a:gd name="csY4" fmla="*/ 112903 h 22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5805" h="225806">
                  <a:moveTo>
                    <a:pt x="225806" y="112903"/>
                  </a:moveTo>
                  <a:cubicBezTo>
                    <a:pt x="225806" y="175258"/>
                    <a:pt x="175257" y="225806"/>
                    <a:pt x="112903" y="225806"/>
                  </a:cubicBezTo>
                  <a:cubicBezTo>
                    <a:pt x="50548" y="225806"/>
                    <a:pt x="0" y="175258"/>
                    <a:pt x="0" y="112903"/>
                  </a:cubicBezTo>
                  <a:cubicBezTo>
                    <a:pt x="0" y="50548"/>
                    <a:pt x="50548" y="0"/>
                    <a:pt x="112903" y="0"/>
                  </a:cubicBezTo>
                  <a:cubicBezTo>
                    <a:pt x="175257" y="0"/>
                    <a:pt x="225806" y="50548"/>
                    <a:pt x="225806" y="112903"/>
                  </a:cubicBezTo>
                  <a:close/>
                </a:path>
              </a:pathLst>
            </a:custGeom>
            <a:solidFill>
              <a:srgbClr val="E06663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C8F0E387-28F2-6B77-4747-8222CF37B29D}"/>
                </a:ext>
              </a:extLst>
            </p:cNvPr>
            <p:cNvSpPr/>
            <p:nvPr/>
          </p:nvSpPr>
          <p:spPr>
            <a:xfrm>
              <a:off x="1939726" y="6407661"/>
              <a:ext cx="91440" cy="91236"/>
            </a:xfrm>
            <a:custGeom>
              <a:avLst/>
              <a:gdLst>
                <a:gd name="csX0" fmla="*/ 162814 w 162813"/>
                <a:gd name="csY0" fmla="*/ 81407 h 162813"/>
                <a:gd name="csX1" fmla="*/ 81407 w 162813"/>
                <a:gd name="csY1" fmla="*/ 162814 h 162813"/>
                <a:gd name="csX2" fmla="*/ 0 w 162813"/>
                <a:gd name="csY2" fmla="*/ 81407 h 162813"/>
                <a:gd name="csX3" fmla="*/ 81407 w 162813"/>
                <a:gd name="csY3" fmla="*/ 0 h 162813"/>
                <a:gd name="csX4" fmla="*/ 162814 w 162813"/>
                <a:gd name="csY4" fmla="*/ 81407 h 162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813" h="162813">
                  <a:moveTo>
                    <a:pt x="162814" y="81407"/>
                  </a:moveTo>
                  <a:cubicBezTo>
                    <a:pt x="162814" y="126367"/>
                    <a:pt x="126367" y="162814"/>
                    <a:pt x="81407" y="162814"/>
                  </a:cubicBezTo>
                  <a:cubicBezTo>
                    <a:pt x="36447" y="162814"/>
                    <a:pt x="0" y="126367"/>
                    <a:pt x="0" y="81407"/>
                  </a:cubicBezTo>
                  <a:cubicBezTo>
                    <a:pt x="0" y="36447"/>
                    <a:pt x="36447" y="0"/>
                    <a:pt x="81407" y="0"/>
                  </a:cubicBezTo>
                  <a:cubicBezTo>
                    <a:pt x="126367" y="0"/>
                    <a:pt x="162814" y="36447"/>
                    <a:pt x="162814" y="81407"/>
                  </a:cubicBezTo>
                  <a:close/>
                </a:path>
              </a:pathLst>
            </a:custGeom>
            <a:solidFill>
              <a:srgbClr val="D7696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724387A-9FB0-CBF3-A770-CA32D5E727F5}"/>
                </a:ext>
              </a:extLst>
            </p:cNvPr>
            <p:cNvSpPr/>
            <p:nvPr/>
          </p:nvSpPr>
          <p:spPr>
            <a:xfrm>
              <a:off x="1423852" y="6778086"/>
              <a:ext cx="54864" cy="50671"/>
            </a:xfrm>
            <a:custGeom>
              <a:avLst/>
              <a:gdLst>
                <a:gd name="csX0" fmla="*/ 90424 w 90424"/>
                <a:gd name="csY0" fmla="*/ 45212 h 90424"/>
                <a:gd name="csX1" fmla="*/ 45212 w 90424"/>
                <a:gd name="csY1" fmla="*/ 90424 h 90424"/>
                <a:gd name="csX2" fmla="*/ 0 w 90424"/>
                <a:gd name="csY2" fmla="*/ 45212 h 90424"/>
                <a:gd name="csX3" fmla="*/ 45212 w 90424"/>
                <a:gd name="csY3" fmla="*/ 0 h 90424"/>
                <a:gd name="csX4" fmla="*/ 90424 w 90424"/>
                <a:gd name="csY4" fmla="*/ 45212 h 90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24" h="90424">
                  <a:moveTo>
                    <a:pt x="90424" y="45212"/>
                  </a:moveTo>
                  <a:cubicBezTo>
                    <a:pt x="90424" y="70182"/>
                    <a:pt x="70182" y="90424"/>
                    <a:pt x="45212" y="90424"/>
                  </a:cubicBezTo>
                  <a:cubicBezTo>
                    <a:pt x="20242" y="90424"/>
                    <a:pt x="0" y="70182"/>
                    <a:pt x="0" y="45212"/>
                  </a:cubicBezTo>
                  <a:cubicBezTo>
                    <a:pt x="0" y="20242"/>
                    <a:pt x="20242" y="0"/>
                    <a:pt x="45212" y="0"/>
                  </a:cubicBezTo>
                  <a:cubicBezTo>
                    <a:pt x="70182" y="0"/>
                    <a:pt x="90424" y="20242"/>
                    <a:pt x="90424" y="45212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17E7040-4D6C-45BF-DAA8-27786D8F5B74}"/>
                </a:ext>
              </a:extLst>
            </p:cNvPr>
            <p:cNvSpPr/>
            <p:nvPr/>
          </p:nvSpPr>
          <p:spPr>
            <a:xfrm>
              <a:off x="1372417" y="5893051"/>
              <a:ext cx="2168398" cy="1120456"/>
            </a:xfrm>
            <a:custGeom>
              <a:avLst/>
              <a:gdLst>
                <a:gd name="csX0" fmla="*/ 0 w 2125853"/>
                <a:gd name="csY0" fmla="*/ 0 h 1999488"/>
                <a:gd name="csX1" fmla="*/ 2125853 w 2125853"/>
                <a:gd name="csY1" fmla="*/ 0 h 1999488"/>
                <a:gd name="csX2" fmla="*/ 2125853 w 2125853"/>
                <a:gd name="csY2" fmla="*/ 1999488 h 1999488"/>
                <a:gd name="csX3" fmla="*/ 0 w 2125853"/>
                <a:gd name="csY3" fmla="*/ 1999488 h 1999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25853" h="1999488">
                  <a:moveTo>
                    <a:pt x="0" y="0"/>
                  </a:moveTo>
                  <a:lnTo>
                    <a:pt x="2125853" y="0"/>
                  </a:lnTo>
                  <a:lnTo>
                    <a:pt x="2125853" y="1999488"/>
                  </a:lnTo>
                  <a:lnTo>
                    <a:pt x="0" y="1999488"/>
                  </a:lnTo>
                  <a:close/>
                </a:path>
              </a:pathLst>
            </a:custGeom>
            <a:noFill/>
            <a:ln w="13589" cap="rnd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1D213F59-3994-AFD7-FD68-BB552B436595}"/>
                </a:ext>
              </a:extLst>
            </p:cNvPr>
            <p:cNvSpPr txBox="1"/>
            <p:nvPr/>
          </p:nvSpPr>
          <p:spPr>
            <a:xfrm>
              <a:off x="194881" y="6638789"/>
              <a:ext cx="1223412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anatomical structure</a:t>
              </a:r>
            </a:p>
          </p:txBody>
        </p: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3B443482-5BB9-65F6-A00E-C64DABE608E6}"/>
                </a:ext>
              </a:extLst>
            </p:cNvPr>
            <p:cNvSpPr txBox="1"/>
            <p:nvPr/>
          </p:nvSpPr>
          <p:spPr>
            <a:xfrm>
              <a:off x="142021" y="6731021"/>
              <a:ext cx="1242648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formation involved in</a:t>
              </a:r>
            </a:p>
          </p:txBody>
        </p:sp>
        <p:sp>
          <p:nvSpPr>
            <p:cNvPr id="601" name="TextBox 600">
              <a:extLst>
                <a:ext uri="{FF2B5EF4-FFF2-40B4-BE49-F238E27FC236}">
                  <a16:creationId xmlns:a16="http://schemas.microsoft.com/office/drawing/2014/main" id="{628A45D7-046B-2F06-EBAF-48F13C58B340}"/>
                </a:ext>
              </a:extLst>
            </p:cNvPr>
            <p:cNvSpPr txBox="1"/>
            <p:nvPr/>
          </p:nvSpPr>
          <p:spPr>
            <a:xfrm>
              <a:off x="403723" y="6823254"/>
              <a:ext cx="973343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morphogenesis</a:t>
              </a:r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F586DF22-B5F8-8678-D77D-E6F293769DB5}"/>
                </a:ext>
              </a:extLst>
            </p:cNvPr>
            <p:cNvSpPr txBox="1"/>
            <p:nvPr/>
          </p:nvSpPr>
          <p:spPr>
            <a:xfrm>
              <a:off x="179912" y="6380879"/>
              <a:ext cx="123623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negative chemotaxis</a:t>
              </a:r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D268634B-1CC6-DB03-DDD4-EA6B09D502E9}"/>
                </a:ext>
              </a:extLst>
            </p:cNvPr>
            <p:cNvSpPr txBox="1"/>
            <p:nvPr/>
          </p:nvSpPr>
          <p:spPr>
            <a:xfrm>
              <a:off x="499060" y="6030808"/>
              <a:ext cx="934871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axon guidance</a:t>
              </a:r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D44A040D-74E1-7A56-7904-1B8630814E2A}"/>
                </a:ext>
              </a:extLst>
            </p:cNvPr>
            <p:cNvSpPr/>
            <p:nvPr/>
          </p:nvSpPr>
          <p:spPr>
            <a:xfrm>
              <a:off x="1337619" y="6803422"/>
              <a:ext cx="34797" cy="7117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5707B855-D792-9981-EB3C-8DE886EE5847}"/>
                </a:ext>
              </a:extLst>
            </p:cNvPr>
            <p:cNvSpPr/>
            <p:nvPr/>
          </p:nvSpPr>
          <p:spPr>
            <a:xfrm>
              <a:off x="1337619" y="6453279"/>
              <a:ext cx="34797" cy="7117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B1553034-6EF8-E32C-7D53-975FFE057ABC}"/>
                </a:ext>
              </a:extLst>
            </p:cNvPr>
            <p:cNvSpPr/>
            <p:nvPr/>
          </p:nvSpPr>
          <p:spPr>
            <a:xfrm>
              <a:off x="1337619" y="6103137"/>
              <a:ext cx="34797" cy="7117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7B29DD24-7D13-3379-5F94-D12EAE6B474F}"/>
                </a:ext>
              </a:extLst>
            </p:cNvPr>
            <p:cNvSpPr/>
            <p:nvPr/>
          </p:nvSpPr>
          <p:spPr>
            <a:xfrm>
              <a:off x="1446966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08" name="Freeform 607">
              <a:extLst>
                <a:ext uri="{FF2B5EF4-FFF2-40B4-BE49-F238E27FC236}">
                  <a16:creationId xmlns:a16="http://schemas.microsoft.com/office/drawing/2014/main" id="{4D46135C-F32E-9E90-6573-B46162D756EC}"/>
                </a:ext>
              </a:extLst>
            </p:cNvPr>
            <p:cNvSpPr/>
            <p:nvPr/>
          </p:nvSpPr>
          <p:spPr>
            <a:xfrm>
              <a:off x="1850064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9E87F465-5C20-CCA9-5F10-8022ABC26126}"/>
                </a:ext>
              </a:extLst>
            </p:cNvPr>
            <p:cNvSpPr/>
            <p:nvPr/>
          </p:nvSpPr>
          <p:spPr>
            <a:xfrm>
              <a:off x="2253035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E9FD0B84-4ADF-E301-3973-92097D75CF20}"/>
                </a:ext>
              </a:extLst>
            </p:cNvPr>
            <p:cNvSpPr/>
            <p:nvPr/>
          </p:nvSpPr>
          <p:spPr>
            <a:xfrm>
              <a:off x="2656132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B5299A6B-D70B-AF6C-864F-9B8E37670688}"/>
                </a:ext>
              </a:extLst>
            </p:cNvPr>
            <p:cNvSpPr/>
            <p:nvPr/>
          </p:nvSpPr>
          <p:spPr>
            <a:xfrm>
              <a:off x="3059230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B2E5F372-3D4C-3F85-3AB1-73E726E5EE85}"/>
                </a:ext>
              </a:extLst>
            </p:cNvPr>
            <p:cNvSpPr/>
            <p:nvPr/>
          </p:nvSpPr>
          <p:spPr>
            <a:xfrm>
              <a:off x="3462328" y="7013506"/>
              <a:ext cx="12700" cy="19500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F025EC24-8D00-EA12-28A8-14E88ED5F05A}"/>
                </a:ext>
              </a:extLst>
            </p:cNvPr>
            <p:cNvSpPr txBox="1"/>
            <p:nvPr/>
          </p:nvSpPr>
          <p:spPr>
            <a:xfrm>
              <a:off x="1242422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0.04</a:t>
              </a:r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B23E0FB3-2645-29E3-58BF-F4BACC3F786D}"/>
                </a:ext>
              </a:extLst>
            </p:cNvPr>
            <p:cNvSpPr txBox="1"/>
            <p:nvPr/>
          </p:nvSpPr>
          <p:spPr>
            <a:xfrm>
              <a:off x="1645520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0.06</a:t>
              </a:r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95669870-1B83-6B28-92A3-49566219A791}"/>
                </a:ext>
              </a:extLst>
            </p:cNvPr>
            <p:cNvSpPr txBox="1"/>
            <p:nvPr/>
          </p:nvSpPr>
          <p:spPr>
            <a:xfrm>
              <a:off x="2048491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0.08</a:t>
              </a: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5F5C9DD0-6132-8DCC-F39E-08D69C6CAF8F}"/>
                </a:ext>
              </a:extLst>
            </p:cNvPr>
            <p:cNvSpPr txBox="1"/>
            <p:nvPr/>
          </p:nvSpPr>
          <p:spPr>
            <a:xfrm>
              <a:off x="2451589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0.10</a:t>
              </a:r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1663B711-1C88-F75A-4E7A-BCF806CE4F55}"/>
                </a:ext>
              </a:extLst>
            </p:cNvPr>
            <p:cNvSpPr txBox="1"/>
            <p:nvPr/>
          </p:nvSpPr>
          <p:spPr>
            <a:xfrm>
              <a:off x="2854687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0.12</a:t>
              </a:r>
            </a:p>
          </p:txBody>
        </p:sp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65D19F2F-6E79-F112-D1B9-358822774064}"/>
                </a:ext>
              </a:extLst>
            </p:cNvPr>
            <p:cNvSpPr txBox="1"/>
            <p:nvPr/>
          </p:nvSpPr>
          <p:spPr>
            <a:xfrm>
              <a:off x="3257785" y="7006794"/>
              <a:ext cx="409086" cy="1293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0.14</a:t>
              </a:r>
            </a:p>
          </p:txBody>
        </p:sp>
        <p:sp>
          <p:nvSpPr>
            <p:cNvPr id="619" name="TextBox 618">
              <a:extLst>
                <a:ext uri="{FF2B5EF4-FFF2-40B4-BE49-F238E27FC236}">
                  <a16:creationId xmlns:a16="http://schemas.microsoft.com/office/drawing/2014/main" id="{DA16E595-AB9D-6F13-E44C-C3AA4E5CF5CE}"/>
                </a:ext>
              </a:extLst>
            </p:cNvPr>
            <p:cNvSpPr txBox="1"/>
            <p:nvPr/>
          </p:nvSpPr>
          <p:spPr>
            <a:xfrm>
              <a:off x="2067229" y="7105431"/>
              <a:ext cx="73609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GeneRatio</a:t>
              </a:r>
              <a:endParaRPr lang="en-US" sz="9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F6E7FB2C-A7EB-6447-EF63-C7AFD743C49D}"/>
                </a:ext>
              </a:extLst>
            </p:cNvPr>
            <p:cNvSpPr/>
            <p:nvPr/>
          </p:nvSpPr>
          <p:spPr>
            <a:xfrm>
              <a:off x="3637335" y="5785004"/>
              <a:ext cx="707643" cy="804402"/>
            </a:xfrm>
            <a:custGeom>
              <a:avLst/>
              <a:gdLst>
                <a:gd name="csX0" fmla="*/ 0 w 707643"/>
                <a:gd name="csY0" fmla="*/ 0 h 1435481"/>
                <a:gd name="csX1" fmla="*/ 707644 w 707643"/>
                <a:gd name="csY1" fmla="*/ 0 h 1435481"/>
                <a:gd name="csX2" fmla="*/ 707644 w 707643"/>
                <a:gd name="csY2" fmla="*/ 1435481 h 1435481"/>
                <a:gd name="csX3" fmla="*/ 0 w 707643"/>
                <a:gd name="csY3" fmla="*/ 1435481 h 1435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7643" h="1435481">
                  <a:moveTo>
                    <a:pt x="0" y="0"/>
                  </a:moveTo>
                  <a:lnTo>
                    <a:pt x="707644" y="0"/>
                  </a:lnTo>
                  <a:lnTo>
                    <a:pt x="707644" y="1435481"/>
                  </a:lnTo>
                  <a:lnTo>
                    <a:pt x="0" y="1435481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A1B8E0EF-CFA1-7EF6-99F7-6F6D261C7359}"/>
                </a:ext>
              </a:extLst>
            </p:cNvPr>
            <p:cNvSpPr txBox="1"/>
            <p:nvPr/>
          </p:nvSpPr>
          <p:spPr>
            <a:xfrm>
              <a:off x="3673294" y="5734700"/>
              <a:ext cx="556563" cy="1228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p.adjust</a:t>
              </a:r>
              <a:endParaRPr lang="en-US" sz="825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pic>
          <p:nvPicPr>
            <p:cNvPr id="622" name="Picture 621">
              <a:extLst>
                <a:ext uri="{FF2B5EF4-FFF2-40B4-BE49-F238E27FC236}">
                  <a16:creationId xmlns:a16="http://schemas.microsoft.com/office/drawing/2014/main" id="{71295162-2428-451B-E92B-AD440151C04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06931" y="5935594"/>
              <a:ext cx="219455" cy="614884"/>
            </a:xfrm>
            <a:custGeom>
              <a:avLst/>
              <a:gdLst>
                <a:gd name="csX0" fmla="*/ 0 w 219455"/>
                <a:gd name="csY0" fmla="*/ 0 h 1097280"/>
                <a:gd name="csX1" fmla="*/ 219456 w 219455"/>
                <a:gd name="csY1" fmla="*/ 0 h 1097280"/>
                <a:gd name="csX2" fmla="*/ 219456 w 219455"/>
                <a:gd name="csY2" fmla="*/ 1097280 h 1097280"/>
                <a:gd name="csX3" fmla="*/ 0 w 219455"/>
                <a:gd name="csY3" fmla="*/ 1097280 h 10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9455" h="1097280">
                  <a:moveTo>
                    <a:pt x="0" y="0"/>
                  </a:moveTo>
                  <a:lnTo>
                    <a:pt x="219456" y="0"/>
                  </a:lnTo>
                  <a:lnTo>
                    <a:pt x="219456" y="1097280"/>
                  </a:lnTo>
                  <a:lnTo>
                    <a:pt x="0" y="1097280"/>
                  </a:lnTo>
                  <a:close/>
                </a:path>
              </a:pathLst>
            </a:custGeom>
          </p:spPr>
        </p:pic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E413C801-3312-D7D1-4E33-F036608BD41E}"/>
                </a:ext>
              </a:extLst>
            </p:cNvPr>
            <p:cNvSpPr/>
            <p:nvPr/>
          </p:nvSpPr>
          <p:spPr>
            <a:xfrm>
              <a:off x="3882571" y="6072306"/>
              <a:ext cx="43815" cy="7117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68EDAC5C-490F-A3B0-86F3-7CF6084E8DFA}"/>
                </a:ext>
              </a:extLst>
            </p:cNvPr>
            <p:cNvSpPr/>
            <p:nvPr/>
          </p:nvSpPr>
          <p:spPr>
            <a:xfrm>
              <a:off x="3882571" y="6210014"/>
              <a:ext cx="43815" cy="7117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589BD39F-419B-F690-2E66-F3284BB41933}"/>
                </a:ext>
              </a:extLst>
            </p:cNvPr>
            <p:cNvSpPr/>
            <p:nvPr/>
          </p:nvSpPr>
          <p:spPr>
            <a:xfrm>
              <a:off x="3882571" y="6347794"/>
              <a:ext cx="43815" cy="7117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A30525DF-6C5B-C1D4-16BF-523E6A5A355B}"/>
                </a:ext>
              </a:extLst>
            </p:cNvPr>
            <p:cNvSpPr/>
            <p:nvPr/>
          </p:nvSpPr>
          <p:spPr>
            <a:xfrm>
              <a:off x="3882571" y="6485573"/>
              <a:ext cx="43815" cy="7117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58544D55-011B-9523-626B-0C8631645506}"/>
                </a:ext>
              </a:extLst>
            </p:cNvPr>
            <p:cNvSpPr/>
            <p:nvPr/>
          </p:nvSpPr>
          <p:spPr>
            <a:xfrm>
              <a:off x="3706930" y="6072306"/>
              <a:ext cx="43941" cy="7117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182B49AC-D89F-7F7C-D169-66B97FF5DB8E}"/>
                </a:ext>
              </a:extLst>
            </p:cNvPr>
            <p:cNvSpPr/>
            <p:nvPr/>
          </p:nvSpPr>
          <p:spPr>
            <a:xfrm>
              <a:off x="3706930" y="6210014"/>
              <a:ext cx="43941" cy="7117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ED64E32F-C37F-92E2-6F4F-8C681A3F143A}"/>
                </a:ext>
              </a:extLst>
            </p:cNvPr>
            <p:cNvSpPr/>
            <p:nvPr/>
          </p:nvSpPr>
          <p:spPr>
            <a:xfrm>
              <a:off x="3706930" y="6347794"/>
              <a:ext cx="43941" cy="7117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FD0FBB5B-AB02-186B-435B-2435F898E711}"/>
                </a:ext>
              </a:extLst>
            </p:cNvPr>
            <p:cNvSpPr/>
            <p:nvPr/>
          </p:nvSpPr>
          <p:spPr>
            <a:xfrm>
              <a:off x="3706930" y="6485573"/>
              <a:ext cx="43941" cy="7117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5236A5B0-19AA-61A4-A36B-EB3229DEC773}"/>
                </a:ext>
              </a:extLst>
            </p:cNvPr>
            <p:cNvSpPr txBox="1"/>
            <p:nvPr/>
          </p:nvSpPr>
          <p:spPr>
            <a:xfrm>
              <a:off x="3938489" y="6012408"/>
              <a:ext cx="394660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0.005</a:t>
              </a:r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CC25A6A6-D0AA-EBF8-DC61-A0261786DD92}"/>
                </a:ext>
              </a:extLst>
            </p:cNvPr>
            <p:cNvSpPr txBox="1"/>
            <p:nvPr/>
          </p:nvSpPr>
          <p:spPr>
            <a:xfrm>
              <a:off x="3938489" y="6150117"/>
              <a:ext cx="394660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0.010</a:t>
              </a:r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91952AD7-8F2C-3311-73A0-C71937BFC625}"/>
                </a:ext>
              </a:extLst>
            </p:cNvPr>
            <p:cNvSpPr txBox="1"/>
            <p:nvPr/>
          </p:nvSpPr>
          <p:spPr>
            <a:xfrm>
              <a:off x="3938489" y="6287896"/>
              <a:ext cx="394660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0.015</a:t>
              </a:r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E7FEE09C-016A-C7A0-D4C1-C1C7D691A5CE}"/>
                </a:ext>
              </a:extLst>
            </p:cNvPr>
            <p:cNvSpPr txBox="1"/>
            <p:nvPr/>
          </p:nvSpPr>
          <p:spPr>
            <a:xfrm>
              <a:off x="3938489" y="6425676"/>
              <a:ext cx="394660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0.020</a:t>
              </a:r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83B0F7D5-9E78-C274-254F-681A7970C0B6}"/>
                </a:ext>
              </a:extLst>
            </p:cNvPr>
            <p:cNvSpPr txBox="1"/>
            <p:nvPr/>
          </p:nvSpPr>
          <p:spPr>
            <a:xfrm>
              <a:off x="3659122" y="6528161"/>
              <a:ext cx="468398" cy="1228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Count</a:t>
              </a:r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05C8E509-0B65-57D0-1A95-0B65260CA770}"/>
                </a:ext>
              </a:extLst>
            </p:cNvPr>
            <p:cNvSpPr/>
            <p:nvPr/>
          </p:nvSpPr>
          <p:spPr>
            <a:xfrm>
              <a:off x="3750746" y="6693753"/>
              <a:ext cx="82296" cy="79280"/>
            </a:xfrm>
            <a:custGeom>
              <a:avLst/>
              <a:gdLst>
                <a:gd name="csX0" fmla="*/ 141478 w 141477"/>
                <a:gd name="csY0" fmla="*/ 70739 h 141477"/>
                <a:gd name="csX1" fmla="*/ 70739 w 141477"/>
                <a:gd name="csY1" fmla="*/ 141478 h 141477"/>
                <a:gd name="csX2" fmla="*/ 0 w 141477"/>
                <a:gd name="csY2" fmla="*/ 70739 h 141477"/>
                <a:gd name="csX3" fmla="*/ 70739 w 141477"/>
                <a:gd name="csY3" fmla="*/ 0 h 141477"/>
                <a:gd name="csX4" fmla="*/ 141478 w 141477"/>
                <a:gd name="csY4" fmla="*/ 70739 h 141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1477" h="141477">
                  <a:moveTo>
                    <a:pt x="141478" y="70739"/>
                  </a:moveTo>
                  <a:cubicBezTo>
                    <a:pt x="141478" y="109807"/>
                    <a:pt x="109807" y="141478"/>
                    <a:pt x="70739" y="141478"/>
                  </a:cubicBezTo>
                  <a:cubicBezTo>
                    <a:pt x="31671" y="141478"/>
                    <a:pt x="0" y="109807"/>
                    <a:pt x="0" y="70739"/>
                  </a:cubicBezTo>
                  <a:cubicBezTo>
                    <a:pt x="0" y="31671"/>
                    <a:pt x="31671" y="0"/>
                    <a:pt x="70739" y="0"/>
                  </a:cubicBezTo>
                  <a:cubicBezTo>
                    <a:pt x="109807" y="0"/>
                    <a:pt x="141478" y="31671"/>
                    <a:pt x="141478" y="70739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AB6328BC-59D0-0B0D-023B-1B88B26B8A4A}"/>
                </a:ext>
              </a:extLst>
            </p:cNvPr>
            <p:cNvSpPr/>
            <p:nvPr/>
          </p:nvSpPr>
          <p:spPr>
            <a:xfrm>
              <a:off x="3750746" y="6807976"/>
              <a:ext cx="100584" cy="100346"/>
            </a:xfrm>
            <a:custGeom>
              <a:avLst/>
              <a:gdLst>
                <a:gd name="csX0" fmla="*/ 179070 w 179070"/>
                <a:gd name="csY0" fmla="*/ 89535 h 179070"/>
                <a:gd name="csX1" fmla="*/ 89535 w 179070"/>
                <a:gd name="csY1" fmla="*/ 179070 h 179070"/>
                <a:gd name="csX2" fmla="*/ 0 w 179070"/>
                <a:gd name="csY2" fmla="*/ 89535 h 179070"/>
                <a:gd name="csX3" fmla="*/ 89535 w 179070"/>
                <a:gd name="csY3" fmla="*/ 0 h 179070"/>
                <a:gd name="csX4" fmla="*/ 179070 w 179070"/>
                <a:gd name="csY4" fmla="*/ 89535 h 17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070" h="179070">
                  <a:moveTo>
                    <a:pt x="179070" y="89535"/>
                  </a:moveTo>
                  <a:cubicBezTo>
                    <a:pt x="179070" y="138984"/>
                    <a:pt x="138984" y="179070"/>
                    <a:pt x="89535" y="179070"/>
                  </a:cubicBezTo>
                  <a:cubicBezTo>
                    <a:pt x="40086" y="179070"/>
                    <a:pt x="0" y="138984"/>
                    <a:pt x="0" y="89535"/>
                  </a:cubicBezTo>
                  <a:cubicBezTo>
                    <a:pt x="0" y="40086"/>
                    <a:pt x="40087" y="0"/>
                    <a:pt x="89535" y="0"/>
                  </a:cubicBezTo>
                  <a:cubicBezTo>
                    <a:pt x="138984" y="0"/>
                    <a:pt x="179070" y="40086"/>
                    <a:pt x="179070" y="89535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25AB8337-63E0-2B66-F97B-6836DDB98B48}"/>
                </a:ext>
              </a:extLst>
            </p:cNvPr>
            <p:cNvSpPr/>
            <p:nvPr/>
          </p:nvSpPr>
          <p:spPr>
            <a:xfrm>
              <a:off x="3750746" y="6936931"/>
              <a:ext cx="118872" cy="114721"/>
            </a:xfrm>
            <a:custGeom>
              <a:avLst/>
              <a:gdLst>
                <a:gd name="csX0" fmla="*/ 204724 w 204724"/>
                <a:gd name="csY0" fmla="*/ 102362 h 204724"/>
                <a:gd name="csX1" fmla="*/ 102362 w 204724"/>
                <a:gd name="csY1" fmla="*/ 204724 h 204724"/>
                <a:gd name="csX2" fmla="*/ 0 w 204724"/>
                <a:gd name="csY2" fmla="*/ 102362 h 204724"/>
                <a:gd name="csX3" fmla="*/ 102362 w 204724"/>
                <a:gd name="csY3" fmla="*/ 0 h 204724"/>
                <a:gd name="csX4" fmla="*/ 204724 w 204724"/>
                <a:gd name="csY4" fmla="*/ 102362 h 204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4724" h="204724">
                  <a:moveTo>
                    <a:pt x="204724" y="102362"/>
                  </a:moveTo>
                  <a:cubicBezTo>
                    <a:pt x="204724" y="158895"/>
                    <a:pt x="158895" y="204724"/>
                    <a:pt x="102362" y="204724"/>
                  </a:cubicBezTo>
                  <a:cubicBezTo>
                    <a:pt x="45829" y="204724"/>
                    <a:pt x="0" y="158895"/>
                    <a:pt x="0" y="102362"/>
                  </a:cubicBezTo>
                  <a:cubicBezTo>
                    <a:pt x="0" y="45829"/>
                    <a:pt x="45829" y="0"/>
                    <a:pt x="102362" y="0"/>
                  </a:cubicBezTo>
                  <a:cubicBezTo>
                    <a:pt x="158895" y="0"/>
                    <a:pt x="204724" y="45829"/>
                    <a:pt x="204724" y="102362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6B3CA093-AD79-B4FF-7448-C678DA4E0896}"/>
                </a:ext>
              </a:extLst>
            </p:cNvPr>
            <p:cNvSpPr/>
            <p:nvPr/>
          </p:nvSpPr>
          <p:spPr>
            <a:xfrm>
              <a:off x="3750746" y="7084603"/>
              <a:ext cx="128016" cy="126535"/>
            </a:xfrm>
            <a:custGeom>
              <a:avLst/>
              <a:gdLst>
                <a:gd name="csX0" fmla="*/ 225806 w 225805"/>
                <a:gd name="csY0" fmla="*/ 112903 h 225805"/>
                <a:gd name="csX1" fmla="*/ 112903 w 225805"/>
                <a:gd name="csY1" fmla="*/ 225806 h 225805"/>
                <a:gd name="csX2" fmla="*/ 0 w 225805"/>
                <a:gd name="csY2" fmla="*/ 112903 h 225805"/>
                <a:gd name="csX3" fmla="*/ 112903 w 225805"/>
                <a:gd name="csY3" fmla="*/ 0 h 225805"/>
                <a:gd name="csX4" fmla="*/ 225806 w 225805"/>
                <a:gd name="csY4" fmla="*/ 112903 h 225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5805" h="225805">
                  <a:moveTo>
                    <a:pt x="225806" y="112903"/>
                  </a:moveTo>
                  <a:cubicBezTo>
                    <a:pt x="225806" y="175258"/>
                    <a:pt x="175258" y="225806"/>
                    <a:pt x="112903" y="225806"/>
                  </a:cubicBezTo>
                  <a:cubicBezTo>
                    <a:pt x="50548" y="225806"/>
                    <a:pt x="0" y="175258"/>
                    <a:pt x="0" y="112903"/>
                  </a:cubicBezTo>
                  <a:cubicBezTo>
                    <a:pt x="0" y="50548"/>
                    <a:pt x="50548" y="0"/>
                    <a:pt x="112903" y="0"/>
                  </a:cubicBezTo>
                  <a:cubicBezTo>
                    <a:pt x="175258" y="0"/>
                    <a:pt x="225806" y="50548"/>
                    <a:pt x="225806" y="112903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3579E7F3-7C56-ECD9-EFE3-B30B168C9CBE}"/>
                </a:ext>
              </a:extLst>
            </p:cNvPr>
            <p:cNvSpPr txBox="1"/>
            <p:nvPr/>
          </p:nvSpPr>
          <p:spPr>
            <a:xfrm>
              <a:off x="3811789" y="6673496"/>
              <a:ext cx="231153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688DE110-0851-7FF0-3834-4225D43B22BD}"/>
                </a:ext>
              </a:extLst>
            </p:cNvPr>
            <p:cNvSpPr txBox="1"/>
            <p:nvPr/>
          </p:nvSpPr>
          <p:spPr>
            <a:xfrm>
              <a:off x="3811789" y="6798252"/>
              <a:ext cx="231153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3611C4A0-23E9-8D5D-98F5-9913BAB47D55}"/>
                </a:ext>
              </a:extLst>
            </p:cNvPr>
            <p:cNvSpPr txBox="1"/>
            <p:nvPr/>
          </p:nvSpPr>
          <p:spPr>
            <a:xfrm>
              <a:off x="3811789" y="6934394"/>
              <a:ext cx="231153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D5A0D16-D8C8-9DC2-CD37-B2FF17081608}"/>
                </a:ext>
              </a:extLst>
            </p:cNvPr>
            <p:cNvSpPr txBox="1"/>
            <p:nvPr/>
          </p:nvSpPr>
          <p:spPr>
            <a:xfrm>
              <a:off x="3819623" y="7087973"/>
              <a:ext cx="277640" cy="10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02BFFCE7-8E75-F0BD-0D20-D4BD344D72B6}"/>
                </a:ext>
              </a:extLst>
            </p:cNvPr>
            <p:cNvSpPr txBox="1"/>
            <p:nvPr/>
          </p:nvSpPr>
          <p:spPr>
            <a:xfrm>
              <a:off x="1356415" y="5682401"/>
              <a:ext cx="2123440" cy="1371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99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1_shh</a:t>
              </a:r>
            </a:p>
          </p:txBody>
        </p:sp>
      </p:grpSp>
      <p:sp>
        <p:nvSpPr>
          <p:cNvPr id="652" name="Freeform 651">
            <a:extLst>
              <a:ext uri="{FF2B5EF4-FFF2-40B4-BE49-F238E27FC236}">
                <a16:creationId xmlns:a16="http://schemas.microsoft.com/office/drawing/2014/main" id="{F5647F71-CAA6-A5E1-418C-4A198A20DC81}"/>
              </a:ext>
            </a:extLst>
          </p:cNvPr>
          <p:cNvSpPr/>
          <p:nvPr/>
        </p:nvSpPr>
        <p:spPr>
          <a:xfrm>
            <a:off x="0" y="2877994"/>
            <a:ext cx="4572000" cy="2743200"/>
          </a:xfrm>
          <a:custGeom>
            <a:avLst/>
            <a:gdLst>
              <a:gd name="csX0" fmla="*/ 0 w 4572000"/>
              <a:gd name="csY0" fmla="*/ 0 h 2743200"/>
              <a:gd name="csX1" fmla="*/ 4572000 w 4572000"/>
              <a:gd name="csY1" fmla="*/ 0 h 2743200"/>
              <a:gd name="csX2" fmla="*/ 4572000 w 4572000"/>
              <a:gd name="csY2" fmla="*/ 2743200 h 2743200"/>
              <a:gd name="csX3" fmla="*/ 0 w 4572000"/>
              <a:gd name="csY3" fmla="*/ 2743200 h 2743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4572000" h="2743200">
                <a:moveTo>
                  <a:pt x="0" y="0"/>
                </a:moveTo>
                <a:lnTo>
                  <a:pt x="4572000" y="0"/>
                </a:lnTo>
                <a:lnTo>
                  <a:pt x="4572000" y="2743200"/>
                </a:lnTo>
                <a:lnTo>
                  <a:pt x="0" y="2743200"/>
                </a:lnTo>
                <a:close/>
              </a:path>
            </a:pathLst>
          </a:custGeom>
          <a:solidFill>
            <a:srgbClr val="FFFFFF"/>
          </a:solidFill>
          <a:ln w="12700" cap="rnd">
            <a:noFill/>
            <a:prstDash val="solid"/>
            <a:round/>
          </a:ln>
        </p:spPr>
        <p:txBody>
          <a:bodyPr/>
          <a:lstStyle/>
          <a:p>
            <a:pPr algn="ctr"/>
            <a:endParaRPr lang="en-US"/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AAFF4746-B62A-1F8B-387E-534DF5F14085}"/>
              </a:ext>
            </a:extLst>
          </p:cNvPr>
          <p:cNvSpPr/>
          <p:nvPr/>
        </p:nvSpPr>
        <p:spPr>
          <a:xfrm>
            <a:off x="0" y="2877993"/>
            <a:ext cx="4572000" cy="2743200"/>
          </a:xfrm>
          <a:custGeom>
            <a:avLst/>
            <a:gdLst>
              <a:gd name="csX0" fmla="*/ 0 w 4572000"/>
              <a:gd name="csY0" fmla="*/ 0 h 2743200"/>
              <a:gd name="csX1" fmla="*/ 4572000 w 4572000"/>
              <a:gd name="csY1" fmla="*/ 0 h 2743200"/>
              <a:gd name="csX2" fmla="*/ 4572000 w 4572000"/>
              <a:gd name="csY2" fmla="*/ 2743200 h 2743200"/>
              <a:gd name="csX3" fmla="*/ 0 w 4572000"/>
              <a:gd name="csY3" fmla="*/ 2743200 h 2743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4572000" h="2743200">
                <a:moveTo>
                  <a:pt x="0" y="0"/>
                </a:moveTo>
                <a:lnTo>
                  <a:pt x="4572000" y="0"/>
                </a:lnTo>
                <a:lnTo>
                  <a:pt x="4572000" y="2743200"/>
                </a:lnTo>
                <a:lnTo>
                  <a:pt x="0" y="2743200"/>
                </a:lnTo>
                <a:close/>
              </a:path>
            </a:pathLst>
          </a:custGeom>
          <a:solidFill>
            <a:srgbClr val="FFFFFF"/>
          </a:solidFill>
          <a:ln w="13589" cap="rnd">
            <a:solidFill>
              <a:srgbClr val="FFFFFF"/>
            </a:solidFill>
            <a:prstDash val="solid"/>
            <a:round/>
          </a:ln>
        </p:spPr>
        <p:txBody>
          <a:bodyPr/>
          <a:lstStyle/>
          <a:p>
            <a:pPr algn="ctr"/>
            <a:endParaRPr lang="en-US"/>
          </a:p>
        </p:txBody>
      </p:sp>
      <p:grpSp>
        <p:nvGrpSpPr>
          <p:cNvPr id="720" name="Group 719">
            <a:extLst>
              <a:ext uri="{FF2B5EF4-FFF2-40B4-BE49-F238E27FC236}">
                <a16:creationId xmlns:a16="http://schemas.microsoft.com/office/drawing/2014/main" id="{80A80814-27FF-1FB7-F623-BA6A55E6FE3A}"/>
              </a:ext>
            </a:extLst>
          </p:cNvPr>
          <p:cNvGrpSpPr/>
          <p:nvPr/>
        </p:nvGrpSpPr>
        <p:grpSpPr>
          <a:xfrm>
            <a:off x="365013" y="2541555"/>
            <a:ext cx="4137390" cy="2956947"/>
            <a:chOff x="360964" y="2609795"/>
            <a:chExt cx="4137390" cy="2956947"/>
          </a:xfrm>
        </p:grpSpPr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9CFBAB4A-3474-E817-61C1-69B87FA8BC64}"/>
                </a:ext>
              </a:extLst>
            </p:cNvPr>
            <p:cNvSpPr/>
            <p:nvPr/>
          </p:nvSpPr>
          <p:spPr>
            <a:xfrm>
              <a:off x="1865757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4C9B77DA-082E-D41A-D855-436A486245F9}"/>
                </a:ext>
              </a:extLst>
            </p:cNvPr>
            <p:cNvSpPr/>
            <p:nvPr/>
          </p:nvSpPr>
          <p:spPr>
            <a:xfrm>
              <a:off x="2436876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49325124-B75A-C9F7-F608-BFAA5563EA3B}"/>
                </a:ext>
              </a:extLst>
            </p:cNvPr>
            <p:cNvSpPr/>
            <p:nvPr/>
          </p:nvSpPr>
          <p:spPr>
            <a:xfrm>
              <a:off x="3007995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C756A0F6-88AD-A8DF-7C0E-83F8E9C66524}"/>
                </a:ext>
              </a:extLst>
            </p:cNvPr>
            <p:cNvSpPr/>
            <p:nvPr/>
          </p:nvSpPr>
          <p:spPr>
            <a:xfrm>
              <a:off x="3578986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6731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1D12F7FE-014B-5408-DA72-518DDC6ED81A}"/>
                </a:ext>
              </a:extLst>
            </p:cNvPr>
            <p:cNvSpPr/>
            <p:nvPr/>
          </p:nvSpPr>
          <p:spPr>
            <a:xfrm>
              <a:off x="1564005" y="4886117"/>
              <a:ext cx="2153666" cy="12700"/>
            </a:xfrm>
            <a:custGeom>
              <a:avLst/>
              <a:gdLst>
                <a:gd name="csX0" fmla="*/ 0 w 2153666"/>
                <a:gd name="csY0" fmla="*/ 0 h 12700"/>
                <a:gd name="csX1" fmla="*/ 2153666 w 2153666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3666" h="12700">
                  <a:moveTo>
                    <a:pt x="0" y="0"/>
                  </a:moveTo>
                  <a:lnTo>
                    <a:pt x="215366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4BF6249D-B669-E390-B38C-35088EAD8C40}"/>
                </a:ext>
              </a:extLst>
            </p:cNvPr>
            <p:cNvSpPr/>
            <p:nvPr/>
          </p:nvSpPr>
          <p:spPr>
            <a:xfrm>
              <a:off x="1564005" y="4410121"/>
              <a:ext cx="2153666" cy="12700"/>
            </a:xfrm>
            <a:custGeom>
              <a:avLst/>
              <a:gdLst>
                <a:gd name="csX0" fmla="*/ 0 w 2153666"/>
                <a:gd name="csY0" fmla="*/ 0 h 12700"/>
                <a:gd name="csX1" fmla="*/ 2153666 w 2153666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3666" h="12700">
                  <a:moveTo>
                    <a:pt x="0" y="0"/>
                  </a:moveTo>
                  <a:lnTo>
                    <a:pt x="215366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D96353DB-4367-D45F-9B4B-3D1624322841}"/>
                </a:ext>
              </a:extLst>
            </p:cNvPr>
            <p:cNvSpPr/>
            <p:nvPr/>
          </p:nvSpPr>
          <p:spPr>
            <a:xfrm>
              <a:off x="1564005" y="3933999"/>
              <a:ext cx="2153666" cy="12700"/>
            </a:xfrm>
            <a:custGeom>
              <a:avLst/>
              <a:gdLst>
                <a:gd name="csX0" fmla="*/ 0 w 2153666"/>
                <a:gd name="csY0" fmla="*/ 0 h 12700"/>
                <a:gd name="csX1" fmla="*/ 2153666 w 2153666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3666" h="12700">
                  <a:moveTo>
                    <a:pt x="0" y="0"/>
                  </a:moveTo>
                  <a:lnTo>
                    <a:pt x="215366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D6F7237B-1555-2965-AB60-A2577EA9CE12}"/>
                </a:ext>
              </a:extLst>
            </p:cNvPr>
            <p:cNvSpPr/>
            <p:nvPr/>
          </p:nvSpPr>
          <p:spPr>
            <a:xfrm>
              <a:off x="1564005" y="3458002"/>
              <a:ext cx="2153666" cy="12700"/>
            </a:xfrm>
            <a:custGeom>
              <a:avLst/>
              <a:gdLst>
                <a:gd name="csX0" fmla="*/ 0 w 2153666"/>
                <a:gd name="csY0" fmla="*/ 0 h 12700"/>
                <a:gd name="csX1" fmla="*/ 2153666 w 2153666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3666" h="12700">
                  <a:moveTo>
                    <a:pt x="0" y="0"/>
                  </a:moveTo>
                  <a:lnTo>
                    <a:pt x="2153666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B9AFC6FF-C861-D659-A98A-3F895D8F3994}"/>
                </a:ext>
              </a:extLst>
            </p:cNvPr>
            <p:cNvSpPr/>
            <p:nvPr/>
          </p:nvSpPr>
          <p:spPr>
            <a:xfrm>
              <a:off x="1580261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C2AE4F1E-168C-3F33-3DF1-D8E1E7CCC901}"/>
                </a:ext>
              </a:extLst>
            </p:cNvPr>
            <p:cNvSpPr/>
            <p:nvPr/>
          </p:nvSpPr>
          <p:spPr>
            <a:xfrm>
              <a:off x="2151379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D1071B34-6098-9B85-3AA8-89B269F9EC40}"/>
                </a:ext>
              </a:extLst>
            </p:cNvPr>
            <p:cNvSpPr/>
            <p:nvPr/>
          </p:nvSpPr>
          <p:spPr>
            <a:xfrm>
              <a:off x="2722372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DBFCCD45-F420-56B8-D89B-44674951F425}"/>
                </a:ext>
              </a:extLst>
            </p:cNvPr>
            <p:cNvSpPr/>
            <p:nvPr/>
          </p:nvSpPr>
          <p:spPr>
            <a:xfrm>
              <a:off x="3293490" y="3172380"/>
              <a:ext cx="12700" cy="1999487"/>
            </a:xfrm>
            <a:custGeom>
              <a:avLst/>
              <a:gdLst>
                <a:gd name="csX0" fmla="*/ 0 w 12700"/>
                <a:gd name="csY0" fmla="*/ 1999488 h 1999487"/>
                <a:gd name="csX1" fmla="*/ 0 w 12700"/>
                <a:gd name="csY1" fmla="*/ 0 h 199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1999487">
                  <a:moveTo>
                    <a:pt x="0" y="199948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EBE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170D7DD6-ED04-02B6-82A9-29256B4FBD6C}"/>
                </a:ext>
              </a:extLst>
            </p:cNvPr>
            <p:cNvSpPr/>
            <p:nvPr/>
          </p:nvSpPr>
          <p:spPr>
            <a:xfrm>
              <a:off x="3506978" y="3345100"/>
              <a:ext cx="225805" cy="225806"/>
            </a:xfrm>
            <a:custGeom>
              <a:avLst/>
              <a:gdLst>
                <a:gd name="csX0" fmla="*/ 225806 w 225805"/>
                <a:gd name="csY0" fmla="*/ 112903 h 225806"/>
                <a:gd name="csX1" fmla="*/ 112903 w 225805"/>
                <a:gd name="csY1" fmla="*/ 225806 h 225806"/>
                <a:gd name="csX2" fmla="*/ 0 w 225805"/>
                <a:gd name="csY2" fmla="*/ 112903 h 225806"/>
                <a:gd name="csX3" fmla="*/ 112903 w 225805"/>
                <a:gd name="csY3" fmla="*/ 0 h 225806"/>
                <a:gd name="csX4" fmla="*/ 225806 w 225805"/>
                <a:gd name="csY4" fmla="*/ 112903 h 22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5805" h="225806">
                  <a:moveTo>
                    <a:pt x="225806" y="112903"/>
                  </a:moveTo>
                  <a:cubicBezTo>
                    <a:pt x="225806" y="175258"/>
                    <a:pt x="175258" y="225806"/>
                    <a:pt x="112903" y="225806"/>
                  </a:cubicBezTo>
                  <a:cubicBezTo>
                    <a:pt x="50548" y="225806"/>
                    <a:pt x="0" y="175258"/>
                    <a:pt x="0" y="112903"/>
                  </a:cubicBezTo>
                  <a:cubicBezTo>
                    <a:pt x="0" y="50548"/>
                    <a:pt x="50548" y="0"/>
                    <a:pt x="112903" y="0"/>
                  </a:cubicBezTo>
                  <a:cubicBezTo>
                    <a:pt x="175258" y="0"/>
                    <a:pt x="225806" y="50548"/>
                    <a:pt x="225806" y="112903"/>
                  </a:cubicBezTo>
                  <a:close/>
                </a:path>
              </a:pathLst>
            </a:custGeom>
            <a:solidFill>
              <a:srgbClr val="E06663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CD837CD1-7A6F-A4E0-3E04-DC50AE9588EC}"/>
                </a:ext>
              </a:extLst>
            </p:cNvPr>
            <p:cNvSpPr/>
            <p:nvPr/>
          </p:nvSpPr>
          <p:spPr>
            <a:xfrm>
              <a:off x="2866644" y="3833542"/>
              <a:ext cx="200913" cy="200913"/>
            </a:xfrm>
            <a:custGeom>
              <a:avLst/>
              <a:gdLst>
                <a:gd name="csX0" fmla="*/ 200914 w 200913"/>
                <a:gd name="csY0" fmla="*/ 100457 h 200913"/>
                <a:gd name="csX1" fmla="*/ 100457 w 200913"/>
                <a:gd name="csY1" fmla="*/ 200914 h 200913"/>
                <a:gd name="csX2" fmla="*/ 0 w 200913"/>
                <a:gd name="csY2" fmla="*/ 100457 h 200913"/>
                <a:gd name="csX3" fmla="*/ 100457 w 200913"/>
                <a:gd name="csY3" fmla="*/ 0 h 200913"/>
                <a:gd name="csX4" fmla="*/ 200914 w 200913"/>
                <a:gd name="csY4" fmla="*/ 100457 h 2009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913" h="200913">
                  <a:moveTo>
                    <a:pt x="200914" y="100457"/>
                  </a:moveTo>
                  <a:cubicBezTo>
                    <a:pt x="200914" y="155938"/>
                    <a:pt x="155938" y="200914"/>
                    <a:pt x="100457" y="200914"/>
                  </a:cubicBezTo>
                  <a:cubicBezTo>
                    <a:pt x="44976" y="200914"/>
                    <a:pt x="0" y="155938"/>
                    <a:pt x="0" y="100457"/>
                  </a:cubicBezTo>
                  <a:cubicBezTo>
                    <a:pt x="0" y="44976"/>
                    <a:pt x="44976" y="0"/>
                    <a:pt x="100457" y="0"/>
                  </a:cubicBezTo>
                  <a:cubicBezTo>
                    <a:pt x="155938" y="0"/>
                    <a:pt x="200914" y="44976"/>
                    <a:pt x="200914" y="100457"/>
                  </a:cubicBezTo>
                  <a:close/>
                </a:path>
              </a:pathLst>
            </a:custGeom>
            <a:solidFill>
              <a:srgbClr val="E06663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EF34850B-8A26-DD27-5744-3218E089C15F}"/>
                </a:ext>
              </a:extLst>
            </p:cNvPr>
            <p:cNvSpPr/>
            <p:nvPr/>
          </p:nvSpPr>
          <p:spPr>
            <a:xfrm>
              <a:off x="1811655" y="4342431"/>
              <a:ext cx="135382" cy="135381"/>
            </a:xfrm>
            <a:custGeom>
              <a:avLst/>
              <a:gdLst>
                <a:gd name="csX0" fmla="*/ 135382 w 135382"/>
                <a:gd name="csY0" fmla="*/ 67691 h 135381"/>
                <a:gd name="csX1" fmla="*/ 67691 w 135382"/>
                <a:gd name="csY1" fmla="*/ 135382 h 135381"/>
                <a:gd name="csX2" fmla="*/ 0 w 135382"/>
                <a:gd name="csY2" fmla="*/ 67691 h 135381"/>
                <a:gd name="csX3" fmla="*/ 67691 w 135382"/>
                <a:gd name="csY3" fmla="*/ 0 h 135381"/>
                <a:gd name="csX4" fmla="*/ 135382 w 135382"/>
                <a:gd name="csY4" fmla="*/ 67691 h 135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382" h="135381">
                  <a:moveTo>
                    <a:pt x="135382" y="67691"/>
                  </a:moveTo>
                  <a:cubicBezTo>
                    <a:pt x="135382" y="105076"/>
                    <a:pt x="105076" y="135382"/>
                    <a:pt x="67691" y="135382"/>
                  </a:cubicBezTo>
                  <a:cubicBezTo>
                    <a:pt x="30306" y="135382"/>
                    <a:pt x="0" y="105076"/>
                    <a:pt x="0" y="67691"/>
                  </a:cubicBezTo>
                  <a:cubicBezTo>
                    <a:pt x="0" y="30306"/>
                    <a:pt x="30306" y="0"/>
                    <a:pt x="67691" y="0"/>
                  </a:cubicBezTo>
                  <a:cubicBezTo>
                    <a:pt x="105076" y="0"/>
                    <a:pt x="135382" y="30306"/>
                    <a:pt x="135382" y="67691"/>
                  </a:cubicBezTo>
                  <a:close/>
                </a:path>
              </a:pathLst>
            </a:custGeom>
            <a:solidFill>
              <a:srgbClr val="C56E78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8D211B94-316C-6818-29B1-56A5D3A9F4B5}"/>
                </a:ext>
              </a:extLst>
            </p:cNvPr>
            <p:cNvSpPr/>
            <p:nvPr/>
          </p:nvSpPr>
          <p:spPr>
            <a:xfrm>
              <a:off x="1616583" y="4840906"/>
              <a:ext cx="90424" cy="90424"/>
            </a:xfrm>
            <a:custGeom>
              <a:avLst/>
              <a:gdLst>
                <a:gd name="csX0" fmla="*/ 90424 w 90424"/>
                <a:gd name="csY0" fmla="*/ 45212 h 90424"/>
                <a:gd name="csX1" fmla="*/ 45212 w 90424"/>
                <a:gd name="csY1" fmla="*/ 90424 h 90424"/>
                <a:gd name="csX2" fmla="*/ 0 w 90424"/>
                <a:gd name="csY2" fmla="*/ 45212 h 90424"/>
                <a:gd name="csX3" fmla="*/ 45212 w 90424"/>
                <a:gd name="csY3" fmla="*/ 0 h 90424"/>
                <a:gd name="csX4" fmla="*/ 90424 w 90424"/>
                <a:gd name="csY4" fmla="*/ 45212 h 90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24" h="90424">
                  <a:moveTo>
                    <a:pt x="90424" y="45212"/>
                  </a:moveTo>
                  <a:cubicBezTo>
                    <a:pt x="90424" y="70182"/>
                    <a:pt x="70182" y="90424"/>
                    <a:pt x="45212" y="90424"/>
                  </a:cubicBezTo>
                  <a:cubicBezTo>
                    <a:pt x="20242" y="90424"/>
                    <a:pt x="0" y="70182"/>
                    <a:pt x="0" y="45212"/>
                  </a:cubicBezTo>
                  <a:cubicBezTo>
                    <a:pt x="0" y="20242"/>
                    <a:pt x="20242" y="0"/>
                    <a:pt x="45212" y="0"/>
                  </a:cubicBezTo>
                  <a:cubicBezTo>
                    <a:pt x="70182" y="0"/>
                    <a:pt x="90424" y="20242"/>
                    <a:pt x="90424" y="45212"/>
                  </a:cubicBezTo>
                  <a:close/>
                </a:path>
              </a:pathLst>
            </a:custGeom>
            <a:solidFill>
              <a:srgbClr val="327EBA"/>
            </a:solidFill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9F32C3B2-3CD3-9269-F801-5564E3F9F86A}"/>
                </a:ext>
              </a:extLst>
            </p:cNvPr>
            <p:cNvSpPr/>
            <p:nvPr/>
          </p:nvSpPr>
          <p:spPr>
            <a:xfrm>
              <a:off x="1564005" y="3172380"/>
              <a:ext cx="2240740" cy="1999488"/>
            </a:xfrm>
            <a:custGeom>
              <a:avLst/>
              <a:gdLst>
                <a:gd name="csX0" fmla="*/ 0 w 2153793"/>
                <a:gd name="csY0" fmla="*/ 0 h 1999488"/>
                <a:gd name="csX1" fmla="*/ 2153793 w 2153793"/>
                <a:gd name="csY1" fmla="*/ 0 h 1999488"/>
                <a:gd name="csX2" fmla="*/ 2153793 w 2153793"/>
                <a:gd name="csY2" fmla="*/ 1999488 h 1999488"/>
                <a:gd name="csX3" fmla="*/ 0 w 2153793"/>
                <a:gd name="csY3" fmla="*/ 1999488 h 1999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53793" h="1999488">
                  <a:moveTo>
                    <a:pt x="0" y="0"/>
                  </a:moveTo>
                  <a:lnTo>
                    <a:pt x="2153793" y="0"/>
                  </a:lnTo>
                  <a:lnTo>
                    <a:pt x="2153793" y="1999488"/>
                  </a:lnTo>
                  <a:lnTo>
                    <a:pt x="0" y="1999488"/>
                  </a:lnTo>
                  <a:close/>
                </a:path>
              </a:pathLst>
            </a:custGeom>
            <a:noFill/>
            <a:ln w="13589" cap="rnd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64ADDA7C-DD38-B3D2-C872-52819B52AD28}"/>
                </a:ext>
              </a:extLst>
            </p:cNvPr>
            <p:cNvSpPr txBox="1"/>
            <p:nvPr/>
          </p:nvSpPr>
          <p:spPr>
            <a:xfrm>
              <a:off x="360964" y="4770692"/>
              <a:ext cx="1217000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somite development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94763334-1868-9975-AD6C-C4D7657B5ACF}"/>
                </a:ext>
              </a:extLst>
            </p:cNvPr>
            <p:cNvSpPr txBox="1"/>
            <p:nvPr/>
          </p:nvSpPr>
          <p:spPr>
            <a:xfrm>
              <a:off x="365558" y="4198752"/>
              <a:ext cx="126829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dopaminergic neuron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D5A8D64E-D795-58CC-43D3-75939A028405}"/>
                </a:ext>
              </a:extLst>
            </p:cNvPr>
            <p:cNvSpPr txBox="1"/>
            <p:nvPr/>
          </p:nvSpPr>
          <p:spPr>
            <a:xfrm>
              <a:off x="756691" y="4363344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differentiation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77E893B-22AC-AA9A-979A-AC9514023F11}"/>
                </a:ext>
              </a:extLst>
            </p:cNvPr>
            <p:cNvSpPr txBox="1"/>
            <p:nvPr/>
          </p:nvSpPr>
          <p:spPr>
            <a:xfrm>
              <a:off x="674600" y="3804925"/>
              <a:ext cx="93487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axon guidance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0C473258-4E63-4BEF-768D-1EB0599C0770}"/>
                </a:ext>
              </a:extLst>
            </p:cNvPr>
            <p:cNvSpPr txBox="1"/>
            <p:nvPr/>
          </p:nvSpPr>
          <p:spPr>
            <a:xfrm>
              <a:off x="460091" y="3246633"/>
              <a:ext cx="117852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collagen-containing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6709DD50-0E80-3F16-3E19-336F8111102A}"/>
                </a:ext>
              </a:extLst>
            </p:cNvPr>
            <p:cNvSpPr txBox="1"/>
            <p:nvPr/>
          </p:nvSpPr>
          <p:spPr>
            <a:xfrm>
              <a:off x="490142" y="3411225"/>
              <a:ext cx="1152880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extracellular matrix</a:t>
              </a:r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3011F024-C1BF-296B-C526-55AEE3F76CD9}"/>
                </a:ext>
              </a:extLst>
            </p:cNvPr>
            <p:cNvSpPr/>
            <p:nvPr/>
          </p:nvSpPr>
          <p:spPr>
            <a:xfrm>
              <a:off x="1529207" y="4886117"/>
              <a:ext cx="34797" cy="12700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833681DF-E21D-F952-4A1A-FF072D5E353A}"/>
                </a:ext>
              </a:extLst>
            </p:cNvPr>
            <p:cNvSpPr/>
            <p:nvPr/>
          </p:nvSpPr>
          <p:spPr>
            <a:xfrm>
              <a:off x="1529207" y="4410121"/>
              <a:ext cx="34797" cy="12700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3DE44B96-DB10-7FB1-AD5E-6BE4F819AC29}"/>
                </a:ext>
              </a:extLst>
            </p:cNvPr>
            <p:cNvSpPr/>
            <p:nvPr/>
          </p:nvSpPr>
          <p:spPr>
            <a:xfrm>
              <a:off x="1529207" y="3933999"/>
              <a:ext cx="34797" cy="12700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2DE3A405-E503-FDE5-5CDF-9A7E569EF790}"/>
                </a:ext>
              </a:extLst>
            </p:cNvPr>
            <p:cNvSpPr/>
            <p:nvPr/>
          </p:nvSpPr>
          <p:spPr>
            <a:xfrm>
              <a:off x="1529207" y="3458002"/>
              <a:ext cx="34797" cy="12700"/>
            </a:xfrm>
            <a:custGeom>
              <a:avLst/>
              <a:gdLst>
                <a:gd name="csX0" fmla="*/ 0 w 34797"/>
                <a:gd name="csY0" fmla="*/ 0 h 12700"/>
                <a:gd name="csX1" fmla="*/ 34798 w 34797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7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9D918821-0B65-9966-F3FD-DB8754D56380}"/>
                </a:ext>
              </a:extLst>
            </p:cNvPr>
            <p:cNvSpPr/>
            <p:nvPr/>
          </p:nvSpPr>
          <p:spPr>
            <a:xfrm>
              <a:off x="1580261" y="5171867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2C76BA60-8095-3E1C-A896-F7476B579C70}"/>
                </a:ext>
              </a:extLst>
            </p:cNvPr>
            <p:cNvSpPr/>
            <p:nvPr/>
          </p:nvSpPr>
          <p:spPr>
            <a:xfrm>
              <a:off x="2151379" y="5171867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CD31DF84-7560-2B12-0757-F4F4122C65C6}"/>
                </a:ext>
              </a:extLst>
            </p:cNvPr>
            <p:cNvSpPr/>
            <p:nvPr/>
          </p:nvSpPr>
          <p:spPr>
            <a:xfrm>
              <a:off x="2722372" y="5171867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9E662A7D-CEFC-90AC-A414-B56B8B3EB669}"/>
                </a:ext>
              </a:extLst>
            </p:cNvPr>
            <p:cNvSpPr/>
            <p:nvPr/>
          </p:nvSpPr>
          <p:spPr>
            <a:xfrm>
              <a:off x="3293490" y="5171867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4667B844-3A4C-3EF0-6071-FCB3ADE5B0AF}"/>
                </a:ext>
              </a:extLst>
            </p:cNvPr>
            <p:cNvSpPr txBox="1"/>
            <p:nvPr/>
          </p:nvSpPr>
          <p:spPr>
            <a:xfrm>
              <a:off x="1343656" y="5159888"/>
              <a:ext cx="4732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0.025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F9475B9-16F9-93D1-5D94-F4184737489E}"/>
                </a:ext>
              </a:extLst>
            </p:cNvPr>
            <p:cNvSpPr txBox="1"/>
            <p:nvPr/>
          </p:nvSpPr>
          <p:spPr>
            <a:xfrm>
              <a:off x="1914776" y="5159888"/>
              <a:ext cx="4732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0.050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09AFE5D-D303-05C2-DE62-93BA3CC52B91}"/>
                </a:ext>
              </a:extLst>
            </p:cNvPr>
            <p:cNvSpPr txBox="1"/>
            <p:nvPr/>
          </p:nvSpPr>
          <p:spPr>
            <a:xfrm>
              <a:off x="2485768" y="5159888"/>
              <a:ext cx="4732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0.075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15F876EE-38E3-46B4-2E50-4DDAB2B8CAE0}"/>
                </a:ext>
              </a:extLst>
            </p:cNvPr>
            <p:cNvSpPr txBox="1"/>
            <p:nvPr/>
          </p:nvSpPr>
          <p:spPr>
            <a:xfrm>
              <a:off x="3056886" y="5159888"/>
              <a:ext cx="4732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0.100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0184D49C-8C68-84D6-3B57-53AE3D0BFD62}"/>
                </a:ext>
              </a:extLst>
            </p:cNvPr>
            <p:cNvSpPr txBox="1"/>
            <p:nvPr/>
          </p:nvSpPr>
          <p:spPr>
            <a:xfrm>
              <a:off x="2272787" y="5335910"/>
              <a:ext cx="73609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GeneRatio</a:t>
              </a:r>
              <a:endParaRPr lang="en-US" sz="9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C1486CF0-9590-94C8-1281-66FC16AFDF04}"/>
                </a:ext>
              </a:extLst>
            </p:cNvPr>
            <p:cNvSpPr txBox="1"/>
            <p:nvPr/>
          </p:nvSpPr>
          <p:spPr>
            <a:xfrm>
              <a:off x="3892823" y="2609795"/>
              <a:ext cx="556563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p.adjust</a:t>
              </a:r>
            </a:p>
          </p:txBody>
        </p:sp>
        <p:pic>
          <p:nvPicPr>
            <p:cNvPr id="695" name="Picture 694">
              <a:extLst>
                <a:ext uri="{FF2B5EF4-FFF2-40B4-BE49-F238E27FC236}">
                  <a16:creationId xmlns:a16="http://schemas.microsoft.com/office/drawing/2014/main" id="{3FB205B4-72C0-82D7-D558-E70E07A91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926459" y="2866310"/>
              <a:ext cx="219456" cy="1097280"/>
            </a:xfrm>
            <a:custGeom>
              <a:avLst/>
              <a:gdLst>
                <a:gd name="csX0" fmla="*/ 0 w 219456"/>
                <a:gd name="csY0" fmla="*/ 0 h 1097280"/>
                <a:gd name="csX1" fmla="*/ 219456 w 219456"/>
                <a:gd name="csY1" fmla="*/ 0 h 1097280"/>
                <a:gd name="csX2" fmla="*/ 219456 w 219456"/>
                <a:gd name="csY2" fmla="*/ 1097280 h 1097280"/>
                <a:gd name="csX3" fmla="*/ 0 w 219456"/>
                <a:gd name="csY3" fmla="*/ 1097280 h 10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9456" h="1097280">
                  <a:moveTo>
                    <a:pt x="0" y="0"/>
                  </a:moveTo>
                  <a:lnTo>
                    <a:pt x="219456" y="0"/>
                  </a:lnTo>
                  <a:lnTo>
                    <a:pt x="219456" y="1097280"/>
                  </a:lnTo>
                  <a:lnTo>
                    <a:pt x="0" y="1097280"/>
                  </a:lnTo>
                  <a:close/>
                </a:path>
              </a:pathLst>
            </a:custGeom>
          </p:spPr>
        </p:pic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14B69460-F490-474D-6458-059DE393628B}"/>
                </a:ext>
              </a:extLst>
            </p:cNvPr>
            <p:cNvSpPr/>
            <p:nvPr/>
          </p:nvSpPr>
          <p:spPr>
            <a:xfrm>
              <a:off x="4102100" y="3223941"/>
              <a:ext cx="43815" cy="12700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B86CB55F-D12D-2365-3B87-C62FE5A21399}"/>
                </a:ext>
              </a:extLst>
            </p:cNvPr>
            <p:cNvSpPr/>
            <p:nvPr/>
          </p:nvSpPr>
          <p:spPr>
            <a:xfrm>
              <a:off x="4102100" y="3602782"/>
              <a:ext cx="43815" cy="12700"/>
            </a:xfrm>
            <a:custGeom>
              <a:avLst/>
              <a:gdLst>
                <a:gd name="csX0" fmla="*/ 0 w 43815"/>
                <a:gd name="csY0" fmla="*/ 0 h 12700"/>
                <a:gd name="csX1" fmla="*/ 43815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73661B6E-9B8C-1C72-5772-2D89A131BCE1}"/>
                </a:ext>
              </a:extLst>
            </p:cNvPr>
            <p:cNvSpPr/>
            <p:nvPr/>
          </p:nvSpPr>
          <p:spPr>
            <a:xfrm>
              <a:off x="3926459" y="3223941"/>
              <a:ext cx="43941" cy="12700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C7F4A06F-7673-3D0A-9655-6E00F878E06D}"/>
                </a:ext>
              </a:extLst>
            </p:cNvPr>
            <p:cNvSpPr/>
            <p:nvPr/>
          </p:nvSpPr>
          <p:spPr>
            <a:xfrm>
              <a:off x="3926459" y="3602782"/>
              <a:ext cx="43941" cy="12700"/>
            </a:xfrm>
            <a:custGeom>
              <a:avLst/>
              <a:gdLst>
                <a:gd name="csX0" fmla="*/ 43942 w 43941"/>
                <a:gd name="csY0" fmla="*/ 0 h 12700"/>
                <a:gd name="csX1" fmla="*/ 0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43942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7AA98F45-6DE0-F602-AA67-D439BC798B02}"/>
                </a:ext>
              </a:extLst>
            </p:cNvPr>
            <p:cNvSpPr txBox="1"/>
            <p:nvPr/>
          </p:nvSpPr>
          <p:spPr>
            <a:xfrm>
              <a:off x="4150182" y="3117053"/>
              <a:ext cx="348172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0.02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C8A96DC5-5C5C-79C0-F09D-55F6F5098436}"/>
                </a:ext>
              </a:extLst>
            </p:cNvPr>
            <p:cNvSpPr txBox="1"/>
            <p:nvPr/>
          </p:nvSpPr>
          <p:spPr>
            <a:xfrm>
              <a:off x="4150182" y="3495894"/>
              <a:ext cx="348172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0.03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0A9180BB-DADA-CC9E-FA4B-71C1ED61DD8A}"/>
                </a:ext>
              </a:extLst>
            </p:cNvPr>
            <p:cNvSpPr txBox="1"/>
            <p:nvPr/>
          </p:nvSpPr>
          <p:spPr>
            <a:xfrm>
              <a:off x="3796763" y="4007171"/>
              <a:ext cx="468398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Count</a:t>
              </a:r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89837D84-46CA-68FA-F50D-266999A09166}"/>
                </a:ext>
              </a:extLst>
            </p:cNvPr>
            <p:cNvSpPr/>
            <p:nvPr/>
          </p:nvSpPr>
          <p:spPr>
            <a:xfrm>
              <a:off x="3844571" y="4263686"/>
              <a:ext cx="288036" cy="219456"/>
            </a:xfrm>
            <a:custGeom>
              <a:avLst/>
              <a:gdLst>
                <a:gd name="csX0" fmla="*/ 0 w 288036"/>
                <a:gd name="csY0" fmla="*/ 0 h 219456"/>
                <a:gd name="csX1" fmla="*/ 288036 w 288036"/>
                <a:gd name="csY1" fmla="*/ 0 h 219456"/>
                <a:gd name="csX2" fmla="*/ 288036 w 288036"/>
                <a:gd name="csY2" fmla="*/ 219456 h 219456"/>
                <a:gd name="csX3" fmla="*/ 0 w 288036"/>
                <a:gd name="csY3" fmla="*/ 219456 h 219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036" h="219456">
                  <a:moveTo>
                    <a:pt x="0" y="0"/>
                  </a:moveTo>
                  <a:lnTo>
                    <a:pt x="288036" y="0"/>
                  </a:lnTo>
                  <a:lnTo>
                    <a:pt x="288036" y="219456"/>
                  </a:lnTo>
                  <a:lnTo>
                    <a:pt x="0" y="21945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2CE650C9-BB3A-81DC-ACAB-618ECBEF9AC6}"/>
                </a:ext>
              </a:extLst>
            </p:cNvPr>
            <p:cNvSpPr/>
            <p:nvPr/>
          </p:nvSpPr>
          <p:spPr>
            <a:xfrm>
              <a:off x="3920898" y="4305723"/>
              <a:ext cx="135381" cy="135382"/>
            </a:xfrm>
            <a:custGeom>
              <a:avLst/>
              <a:gdLst>
                <a:gd name="csX0" fmla="*/ 135382 w 135381"/>
                <a:gd name="csY0" fmla="*/ 67691 h 135382"/>
                <a:gd name="csX1" fmla="*/ 67691 w 135381"/>
                <a:gd name="csY1" fmla="*/ 135382 h 135382"/>
                <a:gd name="csX2" fmla="*/ 0 w 135381"/>
                <a:gd name="csY2" fmla="*/ 67691 h 135382"/>
                <a:gd name="csX3" fmla="*/ 67691 w 135381"/>
                <a:gd name="csY3" fmla="*/ 0 h 135382"/>
                <a:gd name="csX4" fmla="*/ 135382 w 135381"/>
                <a:gd name="csY4" fmla="*/ 67691 h 135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381" h="135382">
                  <a:moveTo>
                    <a:pt x="135382" y="67691"/>
                  </a:moveTo>
                  <a:cubicBezTo>
                    <a:pt x="135382" y="105076"/>
                    <a:pt x="105076" y="135382"/>
                    <a:pt x="67691" y="135382"/>
                  </a:cubicBezTo>
                  <a:cubicBezTo>
                    <a:pt x="30307" y="135382"/>
                    <a:pt x="0" y="105076"/>
                    <a:pt x="0" y="67691"/>
                  </a:cubicBezTo>
                  <a:cubicBezTo>
                    <a:pt x="0" y="30306"/>
                    <a:pt x="30307" y="0"/>
                    <a:pt x="67691" y="0"/>
                  </a:cubicBezTo>
                  <a:cubicBezTo>
                    <a:pt x="105076" y="0"/>
                    <a:pt x="135382" y="30306"/>
                    <a:pt x="135382" y="67691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C8AEA6BC-CEDC-6805-9378-344388D99C73}"/>
                </a:ext>
              </a:extLst>
            </p:cNvPr>
            <p:cNvSpPr/>
            <p:nvPr/>
          </p:nvSpPr>
          <p:spPr>
            <a:xfrm>
              <a:off x="3844571" y="4483142"/>
              <a:ext cx="288036" cy="219456"/>
            </a:xfrm>
            <a:custGeom>
              <a:avLst/>
              <a:gdLst>
                <a:gd name="csX0" fmla="*/ 0 w 288036"/>
                <a:gd name="csY0" fmla="*/ 0 h 219456"/>
                <a:gd name="csX1" fmla="*/ 288036 w 288036"/>
                <a:gd name="csY1" fmla="*/ 0 h 219456"/>
                <a:gd name="csX2" fmla="*/ 288036 w 288036"/>
                <a:gd name="csY2" fmla="*/ 219456 h 219456"/>
                <a:gd name="csX3" fmla="*/ 0 w 288036"/>
                <a:gd name="csY3" fmla="*/ 219456 h 219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036" h="219456">
                  <a:moveTo>
                    <a:pt x="0" y="0"/>
                  </a:moveTo>
                  <a:lnTo>
                    <a:pt x="288036" y="0"/>
                  </a:lnTo>
                  <a:lnTo>
                    <a:pt x="288036" y="219456"/>
                  </a:lnTo>
                  <a:lnTo>
                    <a:pt x="0" y="21945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DC1F82C3-2FBD-0CE8-123A-9C9D61EC0D3D}"/>
                </a:ext>
              </a:extLst>
            </p:cNvPr>
            <p:cNvSpPr/>
            <p:nvPr/>
          </p:nvSpPr>
          <p:spPr>
            <a:xfrm>
              <a:off x="3904261" y="4508542"/>
              <a:ext cx="168655" cy="168655"/>
            </a:xfrm>
            <a:custGeom>
              <a:avLst/>
              <a:gdLst>
                <a:gd name="csX0" fmla="*/ 168656 w 168655"/>
                <a:gd name="csY0" fmla="*/ 84328 h 168655"/>
                <a:gd name="csX1" fmla="*/ 84328 w 168655"/>
                <a:gd name="csY1" fmla="*/ 168656 h 168655"/>
                <a:gd name="csX2" fmla="*/ 0 w 168655"/>
                <a:gd name="csY2" fmla="*/ 84328 h 168655"/>
                <a:gd name="csX3" fmla="*/ 84328 w 168655"/>
                <a:gd name="csY3" fmla="*/ 0 h 168655"/>
                <a:gd name="csX4" fmla="*/ 168656 w 168655"/>
                <a:gd name="csY4" fmla="*/ 84328 h 168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8655" h="168655">
                  <a:moveTo>
                    <a:pt x="168656" y="84328"/>
                  </a:moveTo>
                  <a:cubicBezTo>
                    <a:pt x="168656" y="130901"/>
                    <a:pt x="130901" y="168656"/>
                    <a:pt x="84328" y="168656"/>
                  </a:cubicBezTo>
                  <a:cubicBezTo>
                    <a:pt x="37755" y="168656"/>
                    <a:pt x="0" y="130901"/>
                    <a:pt x="0" y="84328"/>
                  </a:cubicBezTo>
                  <a:cubicBezTo>
                    <a:pt x="0" y="37755"/>
                    <a:pt x="37755" y="0"/>
                    <a:pt x="84328" y="0"/>
                  </a:cubicBezTo>
                  <a:cubicBezTo>
                    <a:pt x="130901" y="0"/>
                    <a:pt x="168656" y="37755"/>
                    <a:pt x="168656" y="84328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7AA97D4B-0063-F0E4-4732-FE0B1B54270C}"/>
                </a:ext>
              </a:extLst>
            </p:cNvPr>
            <p:cNvSpPr/>
            <p:nvPr/>
          </p:nvSpPr>
          <p:spPr>
            <a:xfrm>
              <a:off x="3844571" y="4702598"/>
              <a:ext cx="288036" cy="242188"/>
            </a:xfrm>
            <a:custGeom>
              <a:avLst/>
              <a:gdLst>
                <a:gd name="csX0" fmla="*/ 0 w 288036"/>
                <a:gd name="csY0" fmla="*/ 0 h 242188"/>
                <a:gd name="csX1" fmla="*/ 288036 w 288036"/>
                <a:gd name="csY1" fmla="*/ 0 h 242188"/>
                <a:gd name="csX2" fmla="*/ 288036 w 288036"/>
                <a:gd name="csY2" fmla="*/ 242189 h 242188"/>
                <a:gd name="csX3" fmla="*/ 0 w 288036"/>
                <a:gd name="csY3" fmla="*/ 242189 h 242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036" h="242188">
                  <a:moveTo>
                    <a:pt x="0" y="0"/>
                  </a:moveTo>
                  <a:lnTo>
                    <a:pt x="288036" y="0"/>
                  </a:lnTo>
                  <a:lnTo>
                    <a:pt x="288036" y="242189"/>
                  </a:lnTo>
                  <a:lnTo>
                    <a:pt x="0" y="242189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605B14C6-EB93-26CA-C1D2-8C3F10B67C41}"/>
                </a:ext>
              </a:extLst>
            </p:cNvPr>
            <p:cNvSpPr/>
            <p:nvPr/>
          </p:nvSpPr>
          <p:spPr>
            <a:xfrm>
              <a:off x="3892958" y="4727998"/>
              <a:ext cx="191261" cy="191262"/>
            </a:xfrm>
            <a:custGeom>
              <a:avLst/>
              <a:gdLst>
                <a:gd name="csX0" fmla="*/ 191262 w 191261"/>
                <a:gd name="csY0" fmla="*/ 95631 h 191262"/>
                <a:gd name="csX1" fmla="*/ 95631 w 191261"/>
                <a:gd name="csY1" fmla="*/ 191262 h 191262"/>
                <a:gd name="csX2" fmla="*/ 0 w 191261"/>
                <a:gd name="csY2" fmla="*/ 95631 h 191262"/>
                <a:gd name="csX3" fmla="*/ 95631 w 191261"/>
                <a:gd name="csY3" fmla="*/ 0 h 191262"/>
                <a:gd name="csX4" fmla="*/ 191262 w 191261"/>
                <a:gd name="csY4" fmla="*/ 95631 h 19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261" h="191262">
                  <a:moveTo>
                    <a:pt x="191262" y="95631"/>
                  </a:moveTo>
                  <a:cubicBezTo>
                    <a:pt x="191262" y="148447"/>
                    <a:pt x="148447" y="191262"/>
                    <a:pt x="95631" y="191262"/>
                  </a:cubicBezTo>
                  <a:cubicBezTo>
                    <a:pt x="42816" y="191262"/>
                    <a:pt x="0" y="148447"/>
                    <a:pt x="0" y="95631"/>
                  </a:cubicBezTo>
                  <a:cubicBezTo>
                    <a:pt x="0" y="42815"/>
                    <a:pt x="42816" y="0"/>
                    <a:pt x="95631" y="0"/>
                  </a:cubicBezTo>
                  <a:cubicBezTo>
                    <a:pt x="148447" y="0"/>
                    <a:pt x="191262" y="42815"/>
                    <a:pt x="191262" y="95631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E9F7AB3A-0ED7-40EB-6B7B-856C7182A232}"/>
                </a:ext>
              </a:extLst>
            </p:cNvPr>
            <p:cNvSpPr/>
            <p:nvPr/>
          </p:nvSpPr>
          <p:spPr>
            <a:xfrm>
              <a:off x="3844571" y="4944660"/>
              <a:ext cx="288036" cy="266700"/>
            </a:xfrm>
            <a:custGeom>
              <a:avLst/>
              <a:gdLst>
                <a:gd name="csX0" fmla="*/ 0 w 288036"/>
                <a:gd name="csY0" fmla="*/ 0 h 266700"/>
                <a:gd name="csX1" fmla="*/ 288036 w 288036"/>
                <a:gd name="csY1" fmla="*/ 0 h 266700"/>
                <a:gd name="csX2" fmla="*/ 288036 w 288036"/>
                <a:gd name="csY2" fmla="*/ 266700 h 266700"/>
                <a:gd name="csX3" fmla="*/ 0 w 288036"/>
                <a:gd name="csY3" fmla="*/ 266700 h 266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036" h="266700">
                  <a:moveTo>
                    <a:pt x="0" y="0"/>
                  </a:moveTo>
                  <a:lnTo>
                    <a:pt x="288036" y="0"/>
                  </a:lnTo>
                  <a:lnTo>
                    <a:pt x="288036" y="266700"/>
                  </a:lnTo>
                  <a:lnTo>
                    <a:pt x="0" y="266700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4FBA6EB4-E57D-CBA7-B0CC-0744F6FE10A5}"/>
                </a:ext>
              </a:extLst>
            </p:cNvPr>
            <p:cNvSpPr/>
            <p:nvPr/>
          </p:nvSpPr>
          <p:spPr>
            <a:xfrm>
              <a:off x="3883687" y="4973235"/>
              <a:ext cx="209803" cy="209803"/>
            </a:xfrm>
            <a:custGeom>
              <a:avLst/>
              <a:gdLst>
                <a:gd name="csX0" fmla="*/ 209804 w 209803"/>
                <a:gd name="csY0" fmla="*/ 104902 h 209803"/>
                <a:gd name="csX1" fmla="*/ 104902 w 209803"/>
                <a:gd name="csY1" fmla="*/ 209804 h 209803"/>
                <a:gd name="csX2" fmla="*/ 0 w 209803"/>
                <a:gd name="csY2" fmla="*/ 104902 h 209803"/>
                <a:gd name="csX3" fmla="*/ 104902 w 209803"/>
                <a:gd name="csY3" fmla="*/ 0 h 209803"/>
                <a:gd name="csX4" fmla="*/ 209804 w 209803"/>
                <a:gd name="csY4" fmla="*/ 104902 h 20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9803" h="209803">
                  <a:moveTo>
                    <a:pt x="209804" y="104902"/>
                  </a:moveTo>
                  <a:cubicBezTo>
                    <a:pt x="209804" y="162838"/>
                    <a:pt x="162838" y="209804"/>
                    <a:pt x="104902" y="209804"/>
                  </a:cubicBezTo>
                  <a:cubicBezTo>
                    <a:pt x="46966" y="209804"/>
                    <a:pt x="0" y="162838"/>
                    <a:pt x="0" y="104902"/>
                  </a:cubicBezTo>
                  <a:cubicBezTo>
                    <a:pt x="0" y="46966"/>
                    <a:pt x="46966" y="0"/>
                    <a:pt x="104902" y="0"/>
                  </a:cubicBezTo>
                  <a:cubicBezTo>
                    <a:pt x="162837" y="0"/>
                    <a:pt x="209804" y="46966"/>
                    <a:pt x="209804" y="104902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6DAC370B-BAF1-C8AD-A1F4-5029A456ABDE}"/>
                </a:ext>
              </a:extLst>
            </p:cNvPr>
            <p:cNvSpPr/>
            <p:nvPr/>
          </p:nvSpPr>
          <p:spPr>
            <a:xfrm>
              <a:off x="3844571" y="5211487"/>
              <a:ext cx="288036" cy="288036"/>
            </a:xfrm>
            <a:custGeom>
              <a:avLst/>
              <a:gdLst>
                <a:gd name="csX0" fmla="*/ 0 w 288036"/>
                <a:gd name="csY0" fmla="*/ 0 h 288036"/>
                <a:gd name="csX1" fmla="*/ 288036 w 288036"/>
                <a:gd name="csY1" fmla="*/ 0 h 288036"/>
                <a:gd name="csX2" fmla="*/ 288036 w 288036"/>
                <a:gd name="csY2" fmla="*/ 288036 h 288036"/>
                <a:gd name="csX3" fmla="*/ 0 w 288036"/>
                <a:gd name="csY3" fmla="*/ 288036 h 288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036" h="288036">
                  <a:moveTo>
                    <a:pt x="0" y="0"/>
                  </a:moveTo>
                  <a:lnTo>
                    <a:pt x="288036" y="0"/>
                  </a:lnTo>
                  <a:lnTo>
                    <a:pt x="288036" y="288036"/>
                  </a:lnTo>
                  <a:lnTo>
                    <a:pt x="0" y="28803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DA218737-F4FF-3524-4B8B-85E310B084D4}"/>
                </a:ext>
              </a:extLst>
            </p:cNvPr>
            <p:cNvSpPr/>
            <p:nvPr/>
          </p:nvSpPr>
          <p:spPr>
            <a:xfrm>
              <a:off x="3875686" y="5242602"/>
              <a:ext cx="225805" cy="225805"/>
            </a:xfrm>
            <a:custGeom>
              <a:avLst/>
              <a:gdLst>
                <a:gd name="csX0" fmla="*/ 225806 w 225805"/>
                <a:gd name="csY0" fmla="*/ 112903 h 225805"/>
                <a:gd name="csX1" fmla="*/ 112903 w 225805"/>
                <a:gd name="csY1" fmla="*/ 225806 h 225805"/>
                <a:gd name="csX2" fmla="*/ 0 w 225805"/>
                <a:gd name="csY2" fmla="*/ 112903 h 225805"/>
                <a:gd name="csX3" fmla="*/ 112903 w 225805"/>
                <a:gd name="csY3" fmla="*/ 0 h 225805"/>
                <a:gd name="csX4" fmla="*/ 225806 w 225805"/>
                <a:gd name="csY4" fmla="*/ 112903 h 225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5805" h="225805">
                  <a:moveTo>
                    <a:pt x="225806" y="112903"/>
                  </a:moveTo>
                  <a:cubicBezTo>
                    <a:pt x="225806" y="175258"/>
                    <a:pt x="175257" y="225806"/>
                    <a:pt x="112903" y="225806"/>
                  </a:cubicBezTo>
                  <a:cubicBezTo>
                    <a:pt x="50548" y="225806"/>
                    <a:pt x="0" y="175258"/>
                    <a:pt x="0" y="112903"/>
                  </a:cubicBezTo>
                  <a:cubicBezTo>
                    <a:pt x="0" y="50549"/>
                    <a:pt x="50548" y="0"/>
                    <a:pt x="112903" y="0"/>
                  </a:cubicBezTo>
                  <a:cubicBezTo>
                    <a:pt x="175257" y="0"/>
                    <a:pt x="225806" y="50549"/>
                    <a:pt x="225806" y="112903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1D6F08D9-59B1-190A-011F-9E82DDBD9E65}"/>
                </a:ext>
              </a:extLst>
            </p:cNvPr>
            <p:cNvSpPr txBox="1"/>
            <p:nvPr/>
          </p:nvSpPr>
          <p:spPr>
            <a:xfrm>
              <a:off x="4117703" y="4266525"/>
              <a:ext cx="231153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F5266177-01D1-687C-AAE0-79CCDB8618F5}"/>
                </a:ext>
              </a:extLst>
            </p:cNvPr>
            <p:cNvSpPr txBox="1"/>
            <p:nvPr/>
          </p:nvSpPr>
          <p:spPr>
            <a:xfrm>
              <a:off x="4117703" y="4485981"/>
              <a:ext cx="231153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ABDADB48-ED9B-B0CA-C921-0AEC36AC5E89}"/>
                </a:ext>
              </a:extLst>
            </p:cNvPr>
            <p:cNvSpPr txBox="1"/>
            <p:nvPr/>
          </p:nvSpPr>
          <p:spPr>
            <a:xfrm>
              <a:off x="4117703" y="4716740"/>
              <a:ext cx="231153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717" name="TextBox 716">
              <a:extLst>
                <a:ext uri="{FF2B5EF4-FFF2-40B4-BE49-F238E27FC236}">
                  <a16:creationId xmlns:a16="http://schemas.microsoft.com/office/drawing/2014/main" id="{59E9EAD1-323F-4060-C388-AF6E7A3442E1}"/>
                </a:ext>
              </a:extLst>
            </p:cNvPr>
            <p:cNvSpPr txBox="1"/>
            <p:nvPr/>
          </p:nvSpPr>
          <p:spPr>
            <a:xfrm>
              <a:off x="4125537" y="4971248"/>
              <a:ext cx="277640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718" name="TextBox 717">
              <a:extLst>
                <a:ext uri="{FF2B5EF4-FFF2-40B4-BE49-F238E27FC236}">
                  <a16:creationId xmlns:a16="http://schemas.microsoft.com/office/drawing/2014/main" id="{FBE1AAA7-CC21-12F2-FBAD-E856466C5F9D}"/>
                </a:ext>
              </a:extLst>
            </p:cNvPr>
            <p:cNvSpPr txBox="1"/>
            <p:nvPr/>
          </p:nvSpPr>
          <p:spPr>
            <a:xfrm>
              <a:off x="4125537" y="5248616"/>
              <a:ext cx="277640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E482E78C-C65C-F175-B7B9-EB3C4C9DD75B}"/>
                </a:ext>
              </a:extLst>
            </p:cNvPr>
            <p:cNvSpPr txBox="1"/>
            <p:nvPr/>
          </p:nvSpPr>
          <p:spPr>
            <a:xfrm>
              <a:off x="1407942" y="2870124"/>
              <a:ext cx="2323781" cy="2446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99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1_gfap</a:t>
              </a:r>
            </a:p>
          </p:txBody>
        </p: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2199B4D6-3997-C2CE-0909-D5D19A0C628D}"/>
              </a:ext>
            </a:extLst>
          </p:cNvPr>
          <p:cNvGrpSpPr/>
          <p:nvPr/>
        </p:nvGrpSpPr>
        <p:grpSpPr>
          <a:xfrm>
            <a:off x="-256615" y="-56959"/>
            <a:ext cx="4759018" cy="2715139"/>
            <a:chOff x="1346911" y="299165"/>
            <a:chExt cx="4759018" cy="2715139"/>
          </a:xfrm>
        </p:grpSpPr>
        <p:grpSp>
          <p:nvGrpSpPr>
            <p:cNvPr id="406" name="Graphic 211">
              <a:extLst>
                <a:ext uri="{FF2B5EF4-FFF2-40B4-BE49-F238E27FC236}">
                  <a16:creationId xmlns:a16="http://schemas.microsoft.com/office/drawing/2014/main" id="{0173E4C0-B1BF-FFCC-C8D2-16429469E2BF}"/>
                </a:ext>
              </a:extLst>
            </p:cNvPr>
            <p:cNvGrpSpPr/>
            <p:nvPr/>
          </p:nvGrpSpPr>
          <p:grpSpPr>
            <a:xfrm>
              <a:off x="3933206" y="557842"/>
              <a:ext cx="1443925" cy="2061588"/>
              <a:chOff x="3933206" y="557842"/>
              <a:chExt cx="1443925" cy="2061588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07C12900-60A2-AAF4-23B2-23971F875241}"/>
                  </a:ext>
                </a:extLst>
              </p:cNvPr>
              <p:cNvSpPr/>
              <p:nvPr/>
            </p:nvSpPr>
            <p:spPr>
              <a:xfrm>
                <a:off x="3933207" y="619942"/>
                <a:ext cx="1332230" cy="1999488"/>
              </a:xfrm>
              <a:custGeom>
                <a:avLst/>
                <a:gdLst>
                  <a:gd name="csX0" fmla="*/ 0 w 1332230"/>
                  <a:gd name="csY0" fmla="*/ 0 h 1999488"/>
                  <a:gd name="csX1" fmla="*/ 1332230 w 1332230"/>
                  <a:gd name="csY1" fmla="*/ 0 h 1999488"/>
                  <a:gd name="csX2" fmla="*/ 1332230 w 1332230"/>
                  <a:gd name="csY2" fmla="*/ 1999488 h 1999488"/>
                  <a:gd name="csX3" fmla="*/ 0 w 1332230"/>
                  <a:gd name="csY3" fmla="*/ 1999488 h 19994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332230" h="1999488">
                    <a:moveTo>
                      <a:pt x="0" y="0"/>
                    </a:moveTo>
                    <a:lnTo>
                      <a:pt x="1332230" y="0"/>
                    </a:lnTo>
                    <a:lnTo>
                      <a:pt x="1332230" y="1999488"/>
                    </a:lnTo>
                    <a:lnTo>
                      <a:pt x="0" y="1999488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61E7B0D-2934-6B33-6B33-7B68B1AFC82E}"/>
                  </a:ext>
                </a:extLst>
              </p:cNvPr>
              <p:cNvSpPr/>
              <p:nvPr/>
            </p:nvSpPr>
            <p:spPr>
              <a:xfrm>
                <a:off x="3990738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83604E25-6FE6-591C-7776-46317756F7E3}"/>
                  </a:ext>
                </a:extLst>
              </p:cNvPr>
              <p:cNvSpPr/>
              <p:nvPr/>
            </p:nvSpPr>
            <p:spPr>
              <a:xfrm>
                <a:off x="4391676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27004DE-BC89-852A-CD08-4F61310CE308}"/>
                  </a:ext>
                </a:extLst>
              </p:cNvPr>
              <p:cNvSpPr/>
              <p:nvPr/>
            </p:nvSpPr>
            <p:spPr>
              <a:xfrm>
                <a:off x="4792488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3ADEF0DF-EEE8-45AE-F1B1-0AE5B9A15790}"/>
                  </a:ext>
                </a:extLst>
              </p:cNvPr>
              <p:cNvSpPr/>
              <p:nvPr/>
            </p:nvSpPr>
            <p:spPr>
              <a:xfrm>
                <a:off x="5193428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6731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88548F4B-7240-528D-9E3B-73D06735A7DE}"/>
                  </a:ext>
                </a:extLst>
              </p:cNvPr>
              <p:cNvSpPr/>
              <p:nvPr/>
            </p:nvSpPr>
            <p:spPr>
              <a:xfrm>
                <a:off x="3933207" y="2501701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9E18AE5-0344-956D-ED38-FAEB1312BBDC}"/>
                  </a:ext>
                </a:extLst>
              </p:cNvPr>
              <p:cNvSpPr/>
              <p:nvPr/>
            </p:nvSpPr>
            <p:spPr>
              <a:xfrm>
                <a:off x="3933207" y="2305739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D807BC16-05BB-D72D-B1BF-805EFC4D4916}"/>
                  </a:ext>
                </a:extLst>
              </p:cNvPr>
              <p:cNvSpPr/>
              <p:nvPr/>
            </p:nvSpPr>
            <p:spPr>
              <a:xfrm>
                <a:off x="3933207" y="2109651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B01D8B-6CE7-2D2E-8CF5-8EB8702ABFCF}"/>
                  </a:ext>
                </a:extLst>
              </p:cNvPr>
              <p:cNvSpPr/>
              <p:nvPr/>
            </p:nvSpPr>
            <p:spPr>
              <a:xfrm>
                <a:off x="3933207" y="1913691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CE03D1DD-0FCD-6B77-16E9-13622EF00E72}"/>
                  </a:ext>
                </a:extLst>
              </p:cNvPr>
              <p:cNvSpPr/>
              <p:nvPr/>
            </p:nvSpPr>
            <p:spPr>
              <a:xfrm>
                <a:off x="3933207" y="1717603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DD01BFF5-07C9-4003-1176-BFF97072F1DE}"/>
                  </a:ext>
                </a:extLst>
              </p:cNvPr>
              <p:cNvSpPr/>
              <p:nvPr/>
            </p:nvSpPr>
            <p:spPr>
              <a:xfrm>
                <a:off x="3933207" y="1521642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5606CD5-2189-EB95-F478-841166EAFC3E}"/>
                  </a:ext>
                </a:extLst>
              </p:cNvPr>
              <p:cNvSpPr/>
              <p:nvPr/>
            </p:nvSpPr>
            <p:spPr>
              <a:xfrm>
                <a:off x="3933207" y="1325553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B70C6511-68E9-17C2-ED46-DBEF6EC7119B}"/>
                  </a:ext>
                </a:extLst>
              </p:cNvPr>
              <p:cNvSpPr/>
              <p:nvPr/>
            </p:nvSpPr>
            <p:spPr>
              <a:xfrm>
                <a:off x="3933207" y="1129593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0FB1AAAA-AEE5-5320-7ED3-8A5DC68147B6}"/>
                  </a:ext>
                </a:extLst>
              </p:cNvPr>
              <p:cNvSpPr/>
              <p:nvPr/>
            </p:nvSpPr>
            <p:spPr>
              <a:xfrm>
                <a:off x="3933207" y="933504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424AB870-090F-42DE-5116-222A765F18CA}"/>
                  </a:ext>
                </a:extLst>
              </p:cNvPr>
              <p:cNvSpPr/>
              <p:nvPr/>
            </p:nvSpPr>
            <p:spPr>
              <a:xfrm>
                <a:off x="3933207" y="737543"/>
                <a:ext cx="1332229" cy="12700"/>
              </a:xfrm>
              <a:custGeom>
                <a:avLst/>
                <a:gdLst>
                  <a:gd name="csX0" fmla="*/ 0 w 1332229"/>
                  <a:gd name="csY0" fmla="*/ 0 h 12700"/>
                  <a:gd name="csX1" fmla="*/ 1332230 w 133222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332229" h="12700">
                    <a:moveTo>
                      <a:pt x="0" y="0"/>
                    </a:moveTo>
                    <a:lnTo>
                      <a:pt x="133223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CF9C8FFB-AF54-2D17-D44A-76320B51B0C5}"/>
                  </a:ext>
                </a:extLst>
              </p:cNvPr>
              <p:cNvSpPr/>
              <p:nvPr/>
            </p:nvSpPr>
            <p:spPr>
              <a:xfrm>
                <a:off x="4191270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0FFF29E1-D89F-6DF4-0B1D-A835A5183803}"/>
                  </a:ext>
                </a:extLst>
              </p:cNvPr>
              <p:cNvSpPr/>
              <p:nvPr/>
            </p:nvSpPr>
            <p:spPr>
              <a:xfrm>
                <a:off x="4592082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AE3DC624-5ED0-40FC-7CEF-E09DB45AC7E2}"/>
                  </a:ext>
                </a:extLst>
              </p:cNvPr>
              <p:cNvSpPr/>
              <p:nvPr/>
            </p:nvSpPr>
            <p:spPr>
              <a:xfrm>
                <a:off x="4993022" y="619942"/>
                <a:ext cx="12700" cy="1999487"/>
              </a:xfrm>
              <a:custGeom>
                <a:avLst/>
                <a:gdLst>
                  <a:gd name="csX0" fmla="*/ 0 w 12700"/>
                  <a:gd name="csY0" fmla="*/ 1999488 h 1999487"/>
                  <a:gd name="csX1" fmla="*/ 0 w 12700"/>
                  <a:gd name="csY1" fmla="*/ 0 h 19994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99487">
                    <a:moveTo>
                      <a:pt x="0" y="199948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EBEBEB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465F17F7-EC70-CBFD-BBF2-A89AA5696B77}"/>
                  </a:ext>
                </a:extLst>
              </p:cNvPr>
              <p:cNvSpPr/>
              <p:nvPr/>
            </p:nvSpPr>
            <p:spPr>
              <a:xfrm>
                <a:off x="4360181" y="1435028"/>
                <a:ext cx="173227" cy="173227"/>
              </a:xfrm>
              <a:custGeom>
                <a:avLst/>
                <a:gdLst>
                  <a:gd name="csX0" fmla="*/ 173228 w 173227"/>
                  <a:gd name="csY0" fmla="*/ 86614 h 173227"/>
                  <a:gd name="csX1" fmla="*/ 86614 w 173227"/>
                  <a:gd name="csY1" fmla="*/ 173228 h 173227"/>
                  <a:gd name="csX2" fmla="*/ 0 w 173227"/>
                  <a:gd name="csY2" fmla="*/ 86614 h 173227"/>
                  <a:gd name="csX3" fmla="*/ 86614 w 173227"/>
                  <a:gd name="csY3" fmla="*/ 0 h 173227"/>
                  <a:gd name="csX4" fmla="*/ 173228 w 173227"/>
                  <a:gd name="csY4" fmla="*/ 86614 h 1732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3227" h="173227">
                    <a:moveTo>
                      <a:pt x="173228" y="86614"/>
                    </a:moveTo>
                    <a:cubicBezTo>
                      <a:pt x="173228" y="134450"/>
                      <a:pt x="134450" y="173228"/>
                      <a:pt x="86614" y="173228"/>
                    </a:cubicBezTo>
                    <a:cubicBezTo>
                      <a:pt x="38778" y="173228"/>
                      <a:pt x="0" y="134450"/>
                      <a:pt x="0" y="86614"/>
                    </a:cubicBezTo>
                    <a:cubicBezTo>
                      <a:pt x="0" y="38778"/>
                      <a:pt x="38778" y="0"/>
                      <a:pt x="86614" y="0"/>
                    </a:cubicBezTo>
                    <a:cubicBezTo>
                      <a:pt x="134450" y="0"/>
                      <a:pt x="173228" y="38778"/>
                      <a:pt x="173228" y="86614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8BAD665C-067D-DD19-619C-66FB8D1978CD}"/>
                  </a:ext>
                </a:extLst>
              </p:cNvPr>
              <p:cNvSpPr/>
              <p:nvPr/>
            </p:nvSpPr>
            <p:spPr>
              <a:xfrm>
                <a:off x="4653043" y="1030787"/>
                <a:ext cx="197612" cy="197612"/>
              </a:xfrm>
              <a:custGeom>
                <a:avLst/>
                <a:gdLst>
                  <a:gd name="csX0" fmla="*/ 197612 w 197612"/>
                  <a:gd name="csY0" fmla="*/ 98806 h 197612"/>
                  <a:gd name="csX1" fmla="*/ 98806 w 197612"/>
                  <a:gd name="csY1" fmla="*/ 197612 h 197612"/>
                  <a:gd name="csX2" fmla="*/ 0 w 197612"/>
                  <a:gd name="csY2" fmla="*/ 98806 h 197612"/>
                  <a:gd name="csX3" fmla="*/ 98806 w 197612"/>
                  <a:gd name="csY3" fmla="*/ 0 h 197612"/>
                  <a:gd name="csX4" fmla="*/ 197612 w 197612"/>
                  <a:gd name="csY4" fmla="*/ 98806 h 1976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7612" h="197612">
                    <a:moveTo>
                      <a:pt x="197612" y="98806"/>
                    </a:moveTo>
                    <a:cubicBezTo>
                      <a:pt x="197612" y="153375"/>
                      <a:pt x="153375" y="197612"/>
                      <a:pt x="98806" y="197612"/>
                    </a:cubicBezTo>
                    <a:cubicBezTo>
                      <a:pt x="44237" y="197612"/>
                      <a:pt x="0" y="153375"/>
                      <a:pt x="0" y="98806"/>
                    </a:cubicBezTo>
                    <a:cubicBezTo>
                      <a:pt x="0" y="44237"/>
                      <a:pt x="44237" y="0"/>
                      <a:pt x="98806" y="0"/>
                    </a:cubicBezTo>
                    <a:cubicBezTo>
                      <a:pt x="153375" y="0"/>
                      <a:pt x="197612" y="44237"/>
                      <a:pt x="197612" y="98806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1CF95279-3BC5-2AAD-E26E-D643399DE472}"/>
                  </a:ext>
                </a:extLst>
              </p:cNvPr>
              <p:cNvSpPr/>
              <p:nvPr/>
            </p:nvSpPr>
            <p:spPr>
              <a:xfrm>
                <a:off x="5091955" y="624641"/>
                <a:ext cx="225805" cy="225806"/>
              </a:xfrm>
              <a:custGeom>
                <a:avLst/>
                <a:gdLst>
                  <a:gd name="csX0" fmla="*/ 225806 w 225805"/>
                  <a:gd name="csY0" fmla="*/ 112903 h 225806"/>
                  <a:gd name="csX1" fmla="*/ 112903 w 225805"/>
                  <a:gd name="csY1" fmla="*/ 225806 h 225806"/>
                  <a:gd name="csX2" fmla="*/ 0 w 225805"/>
                  <a:gd name="csY2" fmla="*/ 112903 h 225806"/>
                  <a:gd name="csX3" fmla="*/ 112903 w 225805"/>
                  <a:gd name="csY3" fmla="*/ 0 h 225806"/>
                  <a:gd name="csX4" fmla="*/ 225806 w 225805"/>
                  <a:gd name="csY4" fmla="*/ 112903 h 2258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25805" h="225806">
                    <a:moveTo>
                      <a:pt x="225806" y="112903"/>
                    </a:moveTo>
                    <a:cubicBezTo>
                      <a:pt x="225806" y="175258"/>
                      <a:pt x="175258" y="225806"/>
                      <a:pt x="112903" y="225806"/>
                    </a:cubicBezTo>
                    <a:cubicBezTo>
                      <a:pt x="50548" y="225806"/>
                      <a:pt x="0" y="175258"/>
                      <a:pt x="0" y="112903"/>
                    </a:cubicBezTo>
                    <a:cubicBezTo>
                      <a:pt x="0" y="50548"/>
                      <a:pt x="50548" y="0"/>
                      <a:pt x="112903" y="0"/>
                    </a:cubicBezTo>
                    <a:cubicBezTo>
                      <a:pt x="175258" y="0"/>
                      <a:pt x="225806" y="50548"/>
                      <a:pt x="225806" y="112903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B4C68554-80AB-C01E-3CF5-80C0AA5B88B4}"/>
                  </a:ext>
                </a:extLst>
              </p:cNvPr>
              <p:cNvSpPr/>
              <p:nvPr/>
            </p:nvSpPr>
            <p:spPr>
              <a:xfrm>
                <a:off x="4263407" y="1832030"/>
                <a:ext cx="163322" cy="163321"/>
              </a:xfrm>
              <a:custGeom>
                <a:avLst/>
                <a:gdLst>
                  <a:gd name="csX0" fmla="*/ 163322 w 163322"/>
                  <a:gd name="csY0" fmla="*/ 81661 h 163321"/>
                  <a:gd name="csX1" fmla="*/ 81661 w 163322"/>
                  <a:gd name="csY1" fmla="*/ 163322 h 163321"/>
                  <a:gd name="csX2" fmla="*/ 0 w 163322"/>
                  <a:gd name="csY2" fmla="*/ 81661 h 163321"/>
                  <a:gd name="csX3" fmla="*/ 81661 w 163322"/>
                  <a:gd name="csY3" fmla="*/ 0 h 163321"/>
                  <a:gd name="csX4" fmla="*/ 163322 w 163322"/>
                  <a:gd name="csY4" fmla="*/ 81661 h 1633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3322" h="163321">
                    <a:moveTo>
                      <a:pt x="163322" y="81661"/>
                    </a:moveTo>
                    <a:cubicBezTo>
                      <a:pt x="163322" y="126761"/>
                      <a:pt x="126761" y="163322"/>
                      <a:pt x="81661" y="163322"/>
                    </a:cubicBezTo>
                    <a:cubicBezTo>
                      <a:pt x="36561" y="163322"/>
                      <a:pt x="0" y="126761"/>
                      <a:pt x="0" y="81661"/>
                    </a:cubicBezTo>
                    <a:cubicBezTo>
                      <a:pt x="0" y="36561"/>
                      <a:pt x="36561" y="0"/>
                      <a:pt x="81661" y="0"/>
                    </a:cubicBezTo>
                    <a:cubicBezTo>
                      <a:pt x="126761" y="0"/>
                      <a:pt x="163322" y="36561"/>
                      <a:pt x="163322" y="81661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E1B89CD7-8B7D-B022-B4C4-23327F0F318C}"/>
                  </a:ext>
                </a:extLst>
              </p:cNvPr>
              <p:cNvSpPr/>
              <p:nvPr/>
            </p:nvSpPr>
            <p:spPr>
              <a:xfrm>
                <a:off x="4289696" y="1634545"/>
                <a:ext cx="166115" cy="166116"/>
              </a:xfrm>
              <a:custGeom>
                <a:avLst/>
                <a:gdLst>
                  <a:gd name="csX0" fmla="*/ 166116 w 166115"/>
                  <a:gd name="csY0" fmla="*/ 83058 h 166116"/>
                  <a:gd name="csX1" fmla="*/ 83058 w 166115"/>
                  <a:gd name="csY1" fmla="*/ 166116 h 166116"/>
                  <a:gd name="csX2" fmla="*/ 0 w 166115"/>
                  <a:gd name="csY2" fmla="*/ 83058 h 166116"/>
                  <a:gd name="csX3" fmla="*/ 83058 w 166115"/>
                  <a:gd name="csY3" fmla="*/ 0 h 166116"/>
                  <a:gd name="csX4" fmla="*/ 166116 w 166115"/>
                  <a:gd name="csY4" fmla="*/ 83058 h 16611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66115" h="166116">
                    <a:moveTo>
                      <a:pt x="166116" y="83058"/>
                    </a:moveTo>
                    <a:cubicBezTo>
                      <a:pt x="166116" y="128930"/>
                      <a:pt x="128930" y="166116"/>
                      <a:pt x="83058" y="166116"/>
                    </a:cubicBezTo>
                    <a:cubicBezTo>
                      <a:pt x="37186" y="166116"/>
                      <a:pt x="0" y="128930"/>
                      <a:pt x="0" y="83058"/>
                    </a:cubicBezTo>
                    <a:cubicBezTo>
                      <a:pt x="0" y="37186"/>
                      <a:pt x="37186" y="0"/>
                      <a:pt x="83058" y="0"/>
                    </a:cubicBezTo>
                    <a:cubicBezTo>
                      <a:pt x="128930" y="0"/>
                      <a:pt x="166116" y="37186"/>
                      <a:pt x="166116" y="83058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1" name="Freeform 480">
                <a:extLst>
                  <a:ext uri="{FF2B5EF4-FFF2-40B4-BE49-F238E27FC236}">
                    <a16:creationId xmlns:a16="http://schemas.microsoft.com/office/drawing/2014/main" id="{ADE244C5-1F9C-AE65-845C-02FF0573E84B}"/>
                  </a:ext>
                </a:extLst>
              </p:cNvPr>
              <p:cNvSpPr/>
              <p:nvPr/>
            </p:nvSpPr>
            <p:spPr>
              <a:xfrm>
                <a:off x="4813825" y="829111"/>
                <a:ext cx="208788" cy="208787"/>
              </a:xfrm>
              <a:custGeom>
                <a:avLst/>
                <a:gdLst>
                  <a:gd name="csX0" fmla="*/ 208788 w 208788"/>
                  <a:gd name="csY0" fmla="*/ 104394 h 208787"/>
                  <a:gd name="csX1" fmla="*/ 104394 w 208788"/>
                  <a:gd name="csY1" fmla="*/ 208788 h 208787"/>
                  <a:gd name="csX2" fmla="*/ 0 w 208788"/>
                  <a:gd name="csY2" fmla="*/ 104394 h 208787"/>
                  <a:gd name="csX3" fmla="*/ 104394 w 208788"/>
                  <a:gd name="csY3" fmla="*/ 0 h 208787"/>
                  <a:gd name="csX4" fmla="*/ 208788 w 208788"/>
                  <a:gd name="csY4" fmla="*/ 104394 h 2087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08788" h="208787">
                    <a:moveTo>
                      <a:pt x="208788" y="104394"/>
                    </a:moveTo>
                    <a:cubicBezTo>
                      <a:pt x="208788" y="162049"/>
                      <a:pt x="162049" y="208788"/>
                      <a:pt x="104394" y="208788"/>
                    </a:cubicBezTo>
                    <a:cubicBezTo>
                      <a:pt x="46739" y="208788"/>
                      <a:pt x="0" y="162049"/>
                      <a:pt x="0" y="104394"/>
                    </a:cubicBezTo>
                    <a:cubicBezTo>
                      <a:pt x="0" y="46739"/>
                      <a:pt x="46739" y="0"/>
                      <a:pt x="104394" y="0"/>
                    </a:cubicBezTo>
                    <a:cubicBezTo>
                      <a:pt x="162049" y="0"/>
                      <a:pt x="208788" y="46739"/>
                      <a:pt x="208788" y="104394"/>
                    </a:cubicBezTo>
                    <a:close/>
                  </a:path>
                </a:pathLst>
              </a:custGeom>
              <a:solidFill>
                <a:srgbClr val="E0666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988A193E-649E-68EF-9639-72A97EC96711}"/>
                  </a:ext>
                </a:extLst>
              </p:cNvPr>
              <p:cNvSpPr/>
              <p:nvPr/>
            </p:nvSpPr>
            <p:spPr>
              <a:xfrm>
                <a:off x="4219719" y="2030531"/>
                <a:ext cx="158241" cy="158241"/>
              </a:xfrm>
              <a:custGeom>
                <a:avLst/>
                <a:gdLst>
                  <a:gd name="csX0" fmla="*/ 158242 w 158241"/>
                  <a:gd name="csY0" fmla="*/ 79121 h 158241"/>
                  <a:gd name="csX1" fmla="*/ 79121 w 158241"/>
                  <a:gd name="csY1" fmla="*/ 158242 h 158241"/>
                  <a:gd name="csX2" fmla="*/ 0 w 158241"/>
                  <a:gd name="csY2" fmla="*/ 79121 h 158241"/>
                  <a:gd name="csX3" fmla="*/ 79121 w 158241"/>
                  <a:gd name="csY3" fmla="*/ 0 h 158241"/>
                  <a:gd name="csX4" fmla="*/ 158242 w 158241"/>
                  <a:gd name="csY4" fmla="*/ 79121 h 1582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8241" h="158241">
                    <a:moveTo>
                      <a:pt x="158242" y="79121"/>
                    </a:moveTo>
                    <a:cubicBezTo>
                      <a:pt x="158242" y="122818"/>
                      <a:pt x="122818" y="158242"/>
                      <a:pt x="79121" y="158242"/>
                    </a:cubicBezTo>
                    <a:cubicBezTo>
                      <a:pt x="35424" y="158242"/>
                      <a:pt x="0" y="122818"/>
                      <a:pt x="0" y="79121"/>
                    </a:cubicBezTo>
                    <a:cubicBezTo>
                      <a:pt x="0" y="35424"/>
                      <a:pt x="35424" y="0"/>
                      <a:pt x="79121" y="0"/>
                    </a:cubicBezTo>
                    <a:cubicBezTo>
                      <a:pt x="122818" y="0"/>
                      <a:pt x="158242" y="35424"/>
                      <a:pt x="158242" y="79121"/>
                    </a:cubicBezTo>
                    <a:close/>
                  </a:path>
                </a:pathLst>
              </a:custGeom>
              <a:solidFill>
                <a:srgbClr val="507DB3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2F48077-5DC7-5C7E-BD51-D495FCBF6527}"/>
                  </a:ext>
                </a:extLst>
              </p:cNvPr>
              <p:cNvSpPr/>
              <p:nvPr/>
            </p:nvSpPr>
            <p:spPr>
              <a:xfrm>
                <a:off x="3948574" y="2456489"/>
                <a:ext cx="90424" cy="90424"/>
              </a:xfrm>
              <a:custGeom>
                <a:avLst/>
                <a:gdLst>
                  <a:gd name="csX0" fmla="*/ 90424 w 90424"/>
                  <a:gd name="csY0" fmla="*/ 45212 h 90424"/>
                  <a:gd name="csX1" fmla="*/ 45212 w 90424"/>
                  <a:gd name="csY1" fmla="*/ 90424 h 90424"/>
                  <a:gd name="csX2" fmla="*/ 0 w 90424"/>
                  <a:gd name="csY2" fmla="*/ 45212 h 90424"/>
                  <a:gd name="csX3" fmla="*/ 45212 w 90424"/>
                  <a:gd name="csY3" fmla="*/ 0 h 90424"/>
                  <a:gd name="csX4" fmla="*/ 90424 w 90424"/>
                  <a:gd name="csY4" fmla="*/ 45212 h 904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424" h="90424">
                    <a:moveTo>
                      <a:pt x="90424" y="45212"/>
                    </a:moveTo>
                    <a:cubicBezTo>
                      <a:pt x="90424" y="70182"/>
                      <a:pt x="70182" y="90424"/>
                      <a:pt x="45212" y="90424"/>
                    </a:cubicBezTo>
                    <a:cubicBezTo>
                      <a:pt x="20242" y="90424"/>
                      <a:pt x="0" y="70182"/>
                      <a:pt x="0" y="45212"/>
                    </a:cubicBezTo>
                    <a:cubicBezTo>
                      <a:pt x="0" y="20242"/>
                      <a:pt x="20242" y="0"/>
                      <a:pt x="45212" y="0"/>
                    </a:cubicBezTo>
                    <a:cubicBezTo>
                      <a:pt x="70182" y="0"/>
                      <a:pt x="90424" y="20242"/>
                      <a:pt x="90424" y="45212"/>
                    </a:cubicBezTo>
                    <a:close/>
                  </a:path>
                </a:pathLst>
              </a:custGeom>
              <a:solidFill>
                <a:srgbClr val="327EB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3FA58C67-AF49-94A0-827B-AA0361D9A5E9}"/>
                  </a:ext>
                </a:extLst>
              </p:cNvPr>
              <p:cNvSpPr/>
              <p:nvPr/>
            </p:nvSpPr>
            <p:spPr>
              <a:xfrm>
                <a:off x="4457336" y="1234495"/>
                <a:ext cx="182117" cy="182118"/>
              </a:xfrm>
              <a:custGeom>
                <a:avLst/>
                <a:gdLst>
                  <a:gd name="csX0" fmla="*/ 182118 w 182117"/>
                  <a:gd name="csY0" fmla="*/ 91059 h 182118"/>
                  <a:gd name="csX1" fmla="*/ 91059 w 182117"/>
                  <a:gd name="csY1" fmla="*/ 182118 h 182118"/>
                  <a:gd name="csX2" fmla="*/ 0 w 182117"/>
                  <a:gd name="csY2" fmla="*/ 91059 h 182118"/>
                  <a:gd name="csX3" fmla="*/ 91059 w 182117"/>
                  <a:gd name="csY3" fmla="*/ 0 h 182118"/>
                  <a:gd name="csX4" fmla="*/ 182118 w 182117"/>
                  <a:gd name="csY4" fmla="*/ 91059 h 18211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2117" h="182118">
                    <a:moveTo>
                      <a:pt x="182118" y="91059"/>
                    </a:moveTo>
                    <a:cubicBezTo>
                      <a:pt x="182118" y="141350"/>
                      <a:pt x="141350" y="182118"/>
                      <a:pt x="91059" y="182118"/>
                    </a:cubicBezTo>
                    <a:cubicBezTo>
                      <a:pt x="40769" y="182118"/>
                      <a:pt x="0" y="141349"/>
                      <a:pt x="0" y="91059"/>
                    </a:cubicBezTo>
                    <a:cubicBezTo>
                      <a:pt x="0" y="40768"/>
                      <a:pt x="40769" y="0"/>
                      <a:pt x="91059" y="0"/>
                    </a:cubicBezTo>
                    <a:cubicBezTo>
                      <a:pt x="141350" y="0"/>
                      <a:pt x="182118" y="40769"/>
                      <a:pt x="182118" y="91059"/>
                    </a:cubicBezTo>
                    <a:close/>
                  </a:path>
                </a:pathLst>
              </a:custGeom>
              <a:solidFill>
                <a:srgbClr val="327EB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8A7B0527-DD05-CE00-C826-CFA4DA87D467}"/>
                  </a:ext>
                </a:extLst>
              </p:cNvPr>
              <p:cNvSpPr/>
              <p:nvPr/>
            </p:nvSpPr>
            <p:spPr>
              <a:xfrm>
                <a:off x="3951875" y="2254686"/>
                <a:ext cx="102108" cy="102108"/>
              </a:xfrm>
              <a:custGeom>
                <a:avLst/>
                <a:gdLst>
                  <a:gd name="csX0" fmla="*/ 102108 w 102108"/>
                  <a:gd name="csY0" fmla="*/ 51054 h 102108"/>
                  <a:gd name="csX1" fmla="*/ 51054 w 102108"/>
                  <a:gd name="csY1" fmla="*/ 102108 h 102108"/>
                  <a:gd name="csX2" fmla="*/ 0 w 102108"/>
                  <a:gd name="csY2" fmla="*/ 51054 h 102108"/>
                  <a:gd name="csX3" fmla="*/ 51054 w 102108"/>
                  <a:gd name="csY3" fmla="*/ 0 h 102108"/>
                  <a:gd name="csX4" fmla="*/ 102108 w 102108"/>
                  <a:gd name="csY4" fmla="*/ 51054 h 10210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2108" h="102108">
                    <a:moveTo>
                      <a:pt x="102108" y="51054"/>
                    </a:moveTo>
                    <a:cubicBezTo>
                      <a:pt x="102108" y="79250"/>
                      <a:pt x="79250" y="102108"/>
                      <a:pt x="51054" y="102108"/>
                    </a:cubicBezTo>
                    <a:cubicBezTo>
                      <a:pt x="22858" y="102108"/>
                      <a:pt x="0" y="79250"/>
                      <a:pt x="0" y="51054"/>
                    </a:cubicBezTo>
                    <a:cubicBezTo>
                      <a:pt x="0" y="22858"/>
                      <a:pt x="22858" y="0"/>
                      <a:pt x="51054" y="0"/>
                    </a:cubicBezTo>
                    <a:cubicBezTo>
                      <a:pt x="79250" y="0"/>
                      <a:pt x="102108" y="22858"/>
                      <a:pt x="102108" y="51054"/>
                    </a:cubicBezTo>
                    <a:close/>
                  </a:path>
                </a:pathLst>
              </a:custGeom>
              <a:solidFill>
                <a:srgbClr val="327EBA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98AAB5E0-6397-CD36-D50C-8B10A2E40DA3}"/>
                  </a:ext>
                </a:extLst>
              </p:cNvPr>
              <p:cNvSpPr/>
              <p:nvPr/>
            </p:nvSpPr>
            <p:spPr>
              <a:xfrm>
                <a:off x="3933206" y="557842"/>
                <a:ext cx="1443925" cy="2061588"/>
              </a:xfrm>
              <a:custGeom>
                <a:avLst/>
                <a:gdLst>
                  <a:gd name="csX0" fmla="*/ 0 w 1332230"/>
                  <a:gd name="csY0" fmla="*/ 0 h 1999488"/>
                  <a:gd name="csX1" fmla="*/ 1332230 w 1332230"/>
                  <a:gd name="csY1" fmla="*/ 0 h 1999488"/>
                  <a:gd name="csX2" fmla="*/ 1332230 w 1332230"/>
                  <a:gd name="csY2" fmla="*/ 1999488 h 1999488"/>
                  <a:gd name="csX3" fmla="*/ 0 w 1332230"/>
                  <a:gd name="csY3" fmla="*/ 1999488 h 19994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1332230" h="1999488">
                    <a:moveTo>
                      <a:pt x="0" y="0"/>
                    </a:moveTo>
                    <a:lnTo>
                      <a:pt x="1332230" y="0"/>
                    </a:lnTo>
                    <a:lnTo>
                      <a:pt x="1332230" y="1999488"/>
                    </a:lnTo>
                    <a:lnTo>
                      <a:pt x="0" y="1999488"/>
                    </a:lnTo>
                    <a:close/>
                  </a:path>
                </a:pathLst>
              </a:custGeom>
              <a:noFill/>
              <a:ln w="13589" cap="rnd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D1863CD-3532-03CD-68E3-7839BDCEAAF0}"/>
                </a:ext>
              </a:extLst>
            </p:cNvPr>
            <p:cNvSpPr txBox="1"/>
            <p:nvPr/>
          </p:nvSpPr>
          <p:spPr>
            <a:xfrm>
              <a:off x="1603392" y="2390859"/>
              <a:ext cx="23775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Ionotropic glutamate receptor signaling pathway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F7BE2147-AFC1-5F9B-AC9E-A09B6F8AF196}"/>
                </a:ext>
              </a:extLst>
            </p:cNvPr>
            <p:cNvSpPr txBox="1"/>
            <p:nvPr/>
          </p:nvSpPr>
          <p:spPr>
            <a:xfrm>
              <a:off x="1424473" y="2196008"/>
              <a:ext cx="255649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synaptic membrane adhesion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999FEC4D-84D1-266D-4699-F91B06F5AE6F}"/>
                </a:ext>
              </a:extLst>
            </p:cNvPr>
            <p:cNvSpPr txBox="1"/>
            <p:nvPr/>
          </p:nvSpPr>
          <p:spPr>
            <a:xfrm>
              <a:off x="2316728" y="2001161"/>
              <a:ext cx="166423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proton transmembrane transport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B857437D-187D-3645-1157-C6A52C2F7E50}"/>
                </a:ext>
              </a:extLst>
            </p:cNvPr>
            <p:cNvSpPr txBox="1"/>
            <p:nvPr/>
          </p:nvSpPr>
          <p:spPr>
            <a:xfrm>
              <a:off x="1346911" y="1809752"/>
              <a:ext cx="26340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  <a:r>
                <a:rPr lang="en-US" sz="8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modulation of chemical </a:t>
              </a:r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synaptic transmission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5192D0D-9A98-30FA-025F-DF2D294FC7EF}"/>
                </a:ext>
              </a:extLst>
            </p:cNvPr>
            <p:cNvSpPr txBox="1"/>
            <p:nvPr/>
          </p:nvSpPr>
          <p:spPr>
            <a:xfrm>
              <a:off x="3131053" y="1608029"/>
              <a:ext cx="84991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dendritic spine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FD56019E-4EF5-CA35-1E19-670AD244F1E8}"/>
                </a:ext>
              </a:extLst>
            </p:cNvPr>
            <p:cNvSpPr txBox="1"/>
            <p:nvPr/>
          </p:nvSpPr>
          <p:spPr>
            <a:xfrm>
              <a:off x="2345582" y="1409744"/>
              <a:ext cx="163538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postsynaptic density membrane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62DCD014-553F-22A2-EE44-F02B2D9729F4}"/>
                </a:ext>
              </a:extLst>
            </p:cNvPr>
            <p:cNvSpPr txBox="1"/>
            <p:nvPr/>
          </p:nvSpPr>
          <p:spPr>
            <a:xfrm>
              <a:off x="2866558" y="1214897"/>
              <a:ext cx="111440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postsynaptic density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D5EB907E-87D5-C705-9298-ED921D5B9757}"/>
                </a:ext>
              </a:extLst>
            </p:cNvPr>
            <p:cNvSpPr txBox="1"/>
            <p:nvPr/>
          </p:nvSpPr>
          <p:spPr>
            <a:xfrm>
              <a:off x="2701450" y="1020050"/>
              <a:ext cx="127951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postsynaptic membrane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73EB76C8-C100-98FA-B6E2-BE772C78ADFF}"/>
                </a:ext>
              </a:extLst>
            </p:cNvPr>
            <p:cNvSpPr txBox="1"/>
            <p:nvPr/>
          </p:nvSpPr>
          <p:spPr>
            <a:xfrm>
              <a:off x="3571880" y="821760"/>
              <a:ext cx="40908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axon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AE6F4D1E-19CB-1C8C-6428-DA618E69BC61}"/>
                </a:ext>
              </a:extLst>
            </p:cNvPr>
            <p:cNvSpPr txBox="1"/>
            <p:nvPr/>
          </p:nvSpPr>
          <p:spPr>
            <a:xfrm>
              <a:off x="3422800" y="630352"/>
              <a:ext cx="55816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dendrite</a:t>
              </a:r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2BFB29BE-2379-3337-C5BF-9E7373AEEAC5}"/>
                </a:ext>
              </a:extLst>
            </p:cNvPr>
            <p:cNvSpPr/>
            <p:nvPr/>
          </p:nvSpPr>
          <p:spPr>
            <a:xfrm>
              <a:off x="3898409" y="2501701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00517795-98CF-FFE9-A3F4-220DD81AA089}"/>
                </a:ext>
              </a:extLst>
            </p:cNvPr>
            <p:cNvSpPr/>
            <p:nvPr/>
          </p:nvSpPr>
          <p:spPr>
            <a:xfrm>
              <a:off x="3898409" y="2305739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81AE94D9-9704-1AE6-7A15-A12ED970C35C}"/>
                </a:ext>
              </a:extLst>
            </p:cNvPr>
            <p:cNvSpPr/>
            <p:nvPr/>
          </p:nvSpPr>
          <p:spPr>
            <a:xfrm>
              <a:off x="3898409" y="2109651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04E79984-B115-5B12-1D0C-5B8A04D87DC7}"/>
                </a:ext>
              </a:extLst>
            </p:cNvPr>
            <p:cNvSpPr/>
            <p:nvPr/>
          </p:nvSpPr>
          <p:spPr>
            <a:xfrm>
              <a:off x="3898409" y="1913691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8682EFB8-97E2-0CC6-11CB-DC591EDDF6B1}"/>
                </a:ext>
              </a:extLst>
            </p:cNvPr>
            <p:cNvSpPr/>
            <p:nvPr/>
          </p:nvSpPr>
          <p:spPr>
            <a:xfrm>
              <a:off x="3898409" y="1717603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6F34543F-9EFE-394D-C3B9-6836EFF99C33}"/>
                </a:ext>
              </a:extLst>
            </p:cNvPr>
            <p:cNvSpPr/>
            <p:nvPr/>
          </p:nvSpPr>
          <p:spPr>
            <a:xfrm>
              <a:off x="3898409" y="1521642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4AE83E18-434E-B341-2557-BD19A475A9D2}"/>
                </a:ext>
              </a:extLst>
            </p:cNvPr>
            <p:cNvSpPr/>
            <p:nvPr/>
          </p:nvSpPr>
          <p:spPr>
            <a:xfrm>
              <a:off x="3898409" y="1325553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5B009ED7-507D-EE92-D8FF-075EAFFE8C02}"/>
                </a:ext>
              </a:extLst>
            </p:cNvPr>
            <p:cNvSpPr/>
            <p:nvPr/>
          </p:nvSpPr>
          <p:spPr>
            <a:xfrm>
              <a:off x="3898409" y="1129593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80EA3547-138F-FBE7-5EE1-4B538FEB8468}"/>
                </a:ext>
              </a:extLst>
            </p:cNvPr>
            <p:cNvSpPr/>
            <p:nvPr/>
          </p:nvSpPr>
          <p:spPr>
            <a:xfrm>
              <a:off x="3898409" y="933504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FCC832B2-A777-FCBE-65D2-F58F0DDCF92E}"/>
                </a:ext>
              </a:extLst>
            </p:cNvPr>
            <p:cNvSpPr/>
            <p:nvPr/>
          </p:nvSpPr>
          <p:spPr>
            <a:xfrm>
              <a:off x="3898409" y="737543"/>
              <a:ext cx="34798" cy="12700"/>
            </a:xfrm>
            <a:custGeom>
              <a:avLst/>
              <a:gdLst>
                <a:gd name="csX0" fmla="*/ 0 w 34798"/>
                <a:gd name="csY0" fmla="*/ 0 h 12700"/>
                <a:gd name="csX1" fmla="*/ 34798 w 3479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798" h="12700">
                  <a:moveTo>
                    <a:pt x="0" y="0"/>
                  </a:moveTo>
                  <a:lnTo>
                    <a:pt x="34798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63B932E6-D817-78BD-9082-53AB0EB6016F}"/>
                </a:ext>
              </a:extLst>
            </p:cNvPr>
            <p:cNvSpPr/>
            <p:nvPr/>
          </p:nvSpPr>
          <p:spPr>
            <a:xfrm>
              <a:off x="4191270" y="2619429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94ECA15E-20AA-972A-1D33-32C294C199C9}"/>
                </a:ext>
              </a:extLst>
            </p:cNvPr>
            <p:cNvSpPr/>
            <p:nvPr/>
          </p:nvSpPr>
          <p:spPr>
            <a:xfrm>
              <a:off x="4592082" y="2619429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538CE7BF-6564-AE56-8C47-771245A60AF3}"/>
                </a:ext>
              </a:extLst>
            </p:cNvPr>
            <p:cNvSpPr/>
            <p:nvPr/>
          </p:nvSpPr>
          <p:spPr>
            <a:xfrm>
              <a:off x="4993022" y="2619429"/>
              <a:ext cx="12700" cy="34798"/>
            </a:xfrm>
            <a:custGeom>
              <a:avLst/>
              <a:gdLst>
                <a:gd name="csX0" fmla="*/ 0 w 12700"/>
                <a:gd name="csY0" fmla="*/ 34798 h 34798"/>
                <a:gd name="csX1" fmla="*/ 0 w 12700"/>
                <a:gd name="csY1" fmla="*/ 0 h 34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4798">
                  <a:moveTo>
                    <a:pt x="0" y="34798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33333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A6B92B6-986B-7F1C-B81A-8B614CC7CDF9}"/>
                </a:ext>
              </a:extLst>
            </p:cNvPr>
            <p:cNvSpPr txBox="1"/>
            <p:nvPr/>
          </p:nvSpPr>
          <p:spPr>
            <a:xfrm>
              <a:off x="3986727" y="260745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9FC9BE83-18E7-CE08-C026-C9818B5BA7C2}"/>
                </a:ext>
              </a:extLst>
            </p:cNvPr>
            <p:cNvSpPr txBox="1"/>
            <p:nvPr/>
          </p:nvSpPr>
          <p:spPr>
            <a:xfrm>
              <a:off x="4387539" y="260745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0.04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AE2B4B8A-76EF-188D-A056-0CBED5FDEB30}"/>
                </a:ext>
              </a:extLst>
            </p:cNvPr>
            <p:cNvSpPr txBox="1"/>
            <p:nvPr/>
          </p:nvSpPr>
          <p:spPr>
            <a:xfrm>
              <a:off x="4788478" y="2607450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0.06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EA01988A-CDD2-140A-268A-DF29F9957CBE}"/>
                </a:ext>
              </a:extLst>
            </p:cNvPr>
            <p:cNvSpPr txBox="1"/>
            <p:nvPr/>
          </p:nvSpPr>
          <p:spPr>
            <a:xfrm>
              <a:off x="4231272" y="2783472"/>
              <a:ext cx="73609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 err="1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GeneRatio</a:t>
              </a:r>
              <a:endParaRPr lang="en-US" sz="90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0B610D9D-966C-DE27-5C58-1E4BDB469021}"/>
                </a:ext>
              </a:extLst>
            </p:cNvPr>
            <p:cNvSpPr txBox="1"/>
            <p:nvPr/>
          </p:nvSpPr>
          <p:spPr>
            <a:xfrm>
              <a:off x="5440588" y="299165"/>
              <a:ext cx="556563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p.adjust</a:t>
              </a:r>
            </a:p>
          </p:txBody>
        </p:sp>
        <p:pic>
          <p:nvPicPr>
            <p:cNvPr id="436" name="Picture 435">
              <a:extLst>
                <a:ext uri="{FF2B5EF4-FFF2-40B4-BE49-F238E27FC236}">
                  <a16:creationId xmlns:a16="http://schemas.microsoft.com/office/drawing/2014/main" id="{6CE0BAD1-B77E-038D-DD64-7E0E6220FD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474225" y="555680"/>
              <a:ext cx="219456" cy="1097280"/>
            </a:xfrm>
            <a:custGeom>
              <a:avLst/>
              <a:gdLst>
                <a:gd name="csX0" fmla="*/ 0 w 219456"/>
                <a:gd name="csY0" fmla="*/ 0 h 1097280"/>
                <a:gd name="csX1" fmla="*/ 219456 w 219456"/>
                <a:gd name="csY1" fmla="*/ 0 h 1097280"/>
                <a:gd name="csX2" fmla="*/ 219456 w 219456"/>
                <a:gd name="csY2" fmla="*/ 1097280 h 1097280"/>
                <a:gd name="csX3" fmla="*/ 0 w 219456"/>
                <a:gd name="csY3" fmla="*/ 1097280 h 10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9456" h="1097280">
                  <a:moveTo>
                    <a:pt x="0" y="0"/>
                  </a:moveTo>
                  <a:lnTo>
                    <a:pt x="219456" y="0"/>
                  </a:lnTo>
                  <a:lnTo>
                    <a:pt x="219456" y="1097280"/>
                  </a:lnTo>
                  <a:lnTo>
                    <a:pt x="0" y="1097280"/>
                  </a:lnTo>
                  <a:close/>
                </a:path>
              </a:pathLst>
            </a:custGeom>
          </p:spPr>
        </p:pic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6B70246E-114B-8EEA-856C-DC60DD9D8B6E}"/>
                </a:ext>
              </a:extLst>
            </p:cNvPr>
            <p:cNvSpPr/>
            <p:nvPr/>
          </p:nvSpPr>
          <p:spPr>
            <a:xfrm>
              <a:off x="5649738" y="841937"/>
              <a:ext cx="43941" cy="12700"/>
            </a:xfrm>
            <a:custGeom>
              <a:avLst/>
              <a:gdLst>
                <a:gd name="csX0" fmla="*/ 0 w 43941"/>
                <a:gd name="csY0" fmla="*/ 0 h 12700"/>
                <a:gd name="csX1" fmla="*/ 43942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0" y="0"/>
                  </a:moveTo>
                  <a:lnTo>
                    <a:pt x="43942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8113616E-C645-0AB0-45A9-68ABBA7F2B03}"/>
                </a:ext>
              </a:extLst>
            </p:cNvPr>
            <p:cNvSpPr/>
            <p:nvPr/>
          </p:nvSpPr>
          <p:spPr>
            <a:xfrm>
              <a:off x="5649738" y="1126418"/>
              <a:ext cx="43941" cy="12700"/>
            </a:xfrm>
            <a:custGeom>
              <a:avLst/>
              <a:gdLst>
                <a:gd name="csX0" fmla="*/ 0 w 43941"/>
                <a:gd name="csY0" fmla="*/ 0 h 12700"/>
                <a:gd name="csX1" fmla="*/ 43942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0" y="0"/>
                  </a:moveTo>
                  <a:lnTo>
                    <a:pt x="43942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28A4240E-9D8A-18D0-C14F-EED04342C664}"/>
                </a:ext>
              </a:extLst>
            </p:cNvPr>
            <p:cNvSpPr/>
            <p:nvPr/>
          </p:nvSpPr>
          <p:spPr>
            <a:xfrm>
              <a:off x="5649738" y="1410897"/>
              <a:ext cx="43941" cy="12700"/>
            </a:xfrm>
            <a:custGeom>
              <a:avLst/>
              <a:gdLst>
                <a:gd name="csX0" fmla="*/ 0 w 43941"/>
                <a:gd name="csY0" fmla="*/ 0 h 12700"/>
                <a:gd name="csX1" fmla="*/ 43942 w 43941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941" h="12700">
                  <a:moveTo>
                    <a:pt x="0" y="0"/>
                  </a:moveTo>
                  <a:lnTo>
                    <a:pt x="43942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F49136D3-4C5F-CB0B-7267-6B9AB9189623}"/>
                </a:ext>
              </a:extLst>
            </p:cNvPr>
            <p:cNvSpPr/>
            <p:nvPr/>
          </p:nvSpPr>
          <p:spPr>
            <a:xfrm>
              <a:off x="5474224" y="841937"/>
              <a:ext cx="43815" cy="12700"/>
            </a:xfrm>
            <a:custGeom>
              <a:avLst/>
              <a:gdLst>
                <a:gd name="csX0" fmla="*/ 43815 w 43815"/>
                <a:gd name="csY0" fmla="*/ 0 h 12700"/>
                <a:gd name="csX1" fmla="*/ 0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43815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7330B07E-F827-F2E3-9FA1-B2642F90BC34}"/>
                </a:ext>
              </a:extLst>
            </p:cNvPr>
            <p:cNvSpPr/>
            <p:nvPr/>
          </p:nvSpPr>
          <p:spPr>
            <a:xfrm>
              <a:off x="5474224" y="1126418"/>
              <a:ext cx="43815" cy="12700"/>
            </a:xfrm>
            <a:custGeom>
              <a:avLst/>
              <a:gdLst>
                <a:gd name="csX0" fmla="*/ 43815 w 43815"/>
                <a:gd name="csY0" fmla="*/ 0 h 12700"/>
                <a:gd name="csX1" fmla="*/ 0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43815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B0A27005-D03E-3532-3D59-862BD3953C05}"/>
                </a:ext>
              </a:extLst>
            </p:cNvPr>
            <p:cNvSpPr/>
            <p:nvPr/>
          </p:nvSpPr>
          <p:spPr>
            <a:xfrm>
              <a:off x="5474224" y="1410897"/>
              <a:ext cx="43815" cy="12700"/>
            </a:xfrm>
            <a:custGeom>
              <a:avLst/>
              <a:gdLst>
                <a:gd name="csX0" fmla="*/ 43815 w 43815"/>
                <a:gd name="csY0" fmla="*/ 0 h 12700"/>
                <a:gd name="csX1" fmla="*/ 0 w 43815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3815" h="12700">
                  <a:moveTo>
                    <a:pt x="43815" y="0"/>
                  </a:moveTo>
                  <a:lnTo>
                    <a:pt x="0" y="0"/>
                  </a:lnTo>
                </a:path>
              </a:pathLst>
            </a:custGeom>
            <a:noFill/>
            <a:ln w="4826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53471FD-C930-DFD0-C767-54AB359014CA}"/>
                </a:ext>
              </a:extLst>
            </p:cNvPr>
            <p:cNvSpPr txBox="1"/>
            <p:nvPr/>
          </p:nvSpPr>
          <p:spPr>
            <a:xfrm>
              <a:off x="5706461" y="735049"/>
              <a:ext cx="399468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1e-07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855C0E7-BF77-4744-B40B-50CB4D495D4A}"/>
                </a:ext>
              </a:extLst>
            </p:cNvPr>
            <p:cNvSpPr txBox="1"/>
            <p:nvPr/>
          </p:nvSpPr>
          <p:spPr>
            <a:xfrm>
              <a:off x="5706461" y="1019529"/>
              <a:ext cx="399468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2e-07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6DCD246-1065-2AED-343C-AA822EB06BD8}"/>
                </a:ext>
              </a:extLst>
            </p:cNvPr>
            <p:cNvSpPr txBox="1"/>
            <p:nvPr/>
          </p:nvSpPr>
          <p:spPr>
            <a:xfrm>
              <a:off x="5706461" y="1304009"/>
              <a:ext cx="399468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3e-07</a:t>
              </a: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ED1305F6-5FF0-5927-10B4-C7329C056916}"/>
                </a:ext>
              </a:extLst>
            </p:cNvPr>
            <p:cNvSpPr/>
            <p:nvPr/>
          </p:nvSpPr>
          <p:spPr>
            <a:xfrm>
              <a:off x="5404629" y="1861748"/>
              <a:ext cx="680974" cy="1090548"/>
            </a:xfrm>
            <a:custGeom>
              <a:avLst/>
              <a:gdLst>
                <a:gd name="csX0" fmla="*/ 0 w 680974"/>
                <a:gd name="csY0" fmla="*/ 0 h 1090548"/>
                <a:gd name="csX1" fmla="*/ 680974 w 680974"/>
                <a:gd name="csY1" fmla="*/ 0 h 1090548"/>
                <a:gd name="csX2" fmla="*/ 680974 w 680974"/>
                <a:gd name="csY2" fmla="*/ 1090549 h 1090548"/>
                <a:gd name="csX3" fmla="*/ 0 w 680974"/>
                <a:gd name="csY3" fmla="*/ 1090549 h 1090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0974" h="1090548">
                  <a:moveTo>
                    <a:pt x="0" y="0"/>
                  </a:moveTo>
                  <a:lnTo>
                    <a:pt x="680974" y="0"/>
                  </a:lnTo>
                  <a:lnTo>
                    <a:pt x="680974" y="1090549"/>
                  </a:lnTo>
                  <a:lnTo>
                    <a:pt x="0" y="1090549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399AA61E-89DC-4527-C7AF-C524C0134E9C}"/>
                </a:ext>
              </a:extLst>
            </p:cNvPr>
            <p:cNvSpPr txBox="1"/>
            <p:nvPr/>
          </p:nvSpPr>
          <p:spPr>
            <a:xfrm>
              <a:off x="5426416" y="1669557"/>
              <a:ext cx="468398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825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Count</a:t>
              </a:r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74A7D244-79F4-E3BB-1693-AF3704884C2B}"/>
                </a:ext>
              </a:extLst>
            </p:cNvPr>
            <p:cNvSpPr/>
            <p:nvPr/>
          </p:nvSpPr>
          <p:spPr>
            <a:xfrm>
              <a:off x="5474225" y="1926072"/>
              <a:ext cx="285876" cy="219456"/>
            </a:xfrm>
            <a:custGeom>
              <a:avLst/>
              <a:gdLst>
                <a:gd name="csX0" fmla="*/ 0 w 285876"/>
                <a:gd name="csY0" fmla="*/ 0 h 219456"/>
                <a:gd name="csX1" fmla="*/ 285877 w 285876"/>
                <a:gd name="csY1" fmla="*/ 0 h 219456"/>
                <a:gd name="csX2" fmla="*/ 285877 w 285876"/>
                <a:gd name="csY2" fmla="*/ 219456 h 219456"/>
                <a:gd name="csX3" fmla="*/ 0 w 285876"/>
                <a:gd name="csY3" fmla="*/ 219456 h 219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5876" h="219456">
                  <a:moveTo>
                    <a:pt x="0" y="0"/>
                  </a:moveTo>
                  <a:lnTo>
                    <a:pt x="285877" y="0"/>
                  </a:lnTo>
                  <a:lnTo>
                    <a:pt x="285877" y="219456"/>
                  </a:lnTo>
                  <a:lnTo>
                    <a:pt x="0" y="219456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0B682671-7FF7-253E-49A1-A083D6395AA8}"/>
                </a:ext>
              </a:extLst>
            </p:cNvPr>
            <p:cNvSpPr/>
            <p:nvPr/>
          </p:nvSpPr>
          <p:spPr>
            <a:xfrm>
              <a:off x="5540646" y="1959346"/>
              <a:ext cx="152907" cy="152908"/>
            </a:xfrm>
            <a:custGeom>
              <a:avLst/>
              <a:gdLst>
                <a:gd name="csX0" fmla="*/ 152908 w 152907"/>
                <a:gd name="csY0" fmla="*/ 76454 h 152908"/>
                <a:gd name="csX1" fmla="*/ 76454 w 152907"/>
                <a:gd name="csY1" fmla="*/ 152908 h 152908"/>
                <a:gd name="csX2" fmla="*/ 0 w 152907"/>
                <a:gd name="csY2" fmla="*/ 76454 h 152908"/>
                <a:gd name="csX3" fmla="*/ 76454 w 152907"/>
                <a:gd name="csY3" fmla="*/ 0 h 152908"/>
                <a:gd name="csX4" fmla="*/ 152908 w 152907"/>
                <a:gd name="csY4" fmla="*/ 76454 h 15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2907" h="152908">
                  <a:moveTo>
                    <a:pt x="152908" y="76454"/>
                  </a:moveTo>
                  <a:cubicBezTo>
                    <a:pt x="152908" y="118678"/>
                    <a:pt x="118678" y="152908"/>
                    <a:pt x="76454" y="152908"/>
                  </a:cubicBezTo>
                  <a:cubicBezTo>
                    <a:pt x="34230" y="152908"/>
                    <a:pt x="0" y="118678"/>
                    <a:pt x="0" y="76454"/>
                  </a:cubicBezTo>
                  <a:cubicBezTo>
                    <a:pt x="0" y="34230"/>
                    <a:pt x="34230" y="0"/>
                    <a:pt x="76454" y="0"/>
                  </a:cubicBezTo>
                  <a:cubicBezTo>
                    <a:pt x="118679" y="0"/>
                    <a:pt x="152908" y="34230"/>
                    <a:pt x="152908" y="76454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E4ED15CB-BAA9-E9C5-E4A8-119D0B3DB18B}"/>
                </a:ext>
              </a:extLst>
            </p:cNvPr>
            <p:cNvSpPr/>
            <p:nvPr/>
          </p:nvSpPr>
          <p:spPr>
            <a:xfrm>
              <a:off x="5474225" y="2145528"/>
              <a:ext cx="285876" cy="246887"/>
            </a:xfrm>
            <a:custGeom>
              <a:avLst/>
              <a:gdLst>
                <a:gd name="csX0" fmla="*/ 0 w 285876"/>
                <a:gd name="csY0" fmla="*/ 0 h 246887"/>
                <a:gd name="csX1" fmla="*/ 285877 w 285876"/>
                <a:gd name="csY1" fmla="*/ 0 h 246887"/>
                <a:gd name="csX2" fmla="*/ 285877 w 285876"/>
                <a:gd name="csY2" fmla="*/ 246888 h 246887"/>
                <a:gd name="csX3" fmla="*/ 0 w 285876"/>
                <a:gd name="csY3" fmla="*/ 246888 h 246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5876" h="246887">
                  <a:moveTo>
                    <a:pt x="0" y="0"/>
                  </a:moveTo>
                  <a:lnTo>
                    <a:pt x="285877" y="0"/>
                  </a:lnTo>
                  <a:lnTo>
                    <a:pt x="285877" y="246888"/>
                  </a:lnTo>
                  <a:lnTo>
                    <a:pt x="0" y="246888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1A42F137-3BAC-3BEA-2A77-F6580131472C}"/>
                </a:ext>
              </a:extLst>
            </p:cNvPr>
            <p:cNvSpPr/>
            <p:nvPr/>
          </p:nvSpPr>
          <p:spPr>
            <a:xfrm>
              <a:off x="5519691" y="2171563"/>
              <a:ext cx="194818" cy="194817"/>
            </a:xfrm>
            <a:custGeom>
              <a:avLst/>
              <a:gdLst>
                <a:gd name="csX0" fmla="*/ 194818 w 194818"/>
                <a:gd name="csY0" fmla="*/ 97409 h 194817"/>
                <a:gd name="csX1" fmla="*/ 97409 w 194818"/>
                <a:gd name="csY1" fmla="*/ 194818 h 194817"/>
                <a:gd name="csX2" fmla="*/ 0 w 194818"/>
                <a:gd name="csY2" fmla="*/ 97409 h 194817"/>
                <a:gd name="csX3" fmla="*/ 97409 w 194818"/>
                <a:gd name="csY3" fmla="*/ 0 h 194817"/>
                <a:gd name="csX4" fmla="*/ 194818 w 194818"/>
                <a:gd name="csY4" fmla="*/ 97409 h 194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4818" h="194817">
                  <a:moveTo>
                    <a:pt x="194818" y="97409"/>
                  </a:moveTo>
                  <a:cubicBezTo>
                    <a:pt x="194818" y="151207"/>
                    <a:pt x="151206" y="194818"/>
                    <a:pt x="97409" y="194818"/>
                  </a:cubicBezTo>
                  <a:cubicBezTo>
                    <a:pt x="43611" y="194818"/>
                    <a:pt x="0" y="151207"/>
                    <a:pt x="0" y="97409"/>
                  </a:cubicBezTo>
                  <a:cubicBezTo>
                    <a:pt x="0" y="43612"/>
                    <a:pt x="43611" y="0"/>
                    <a:pt x="97409" y="0"/>
                  </a:cubicBezTo>
                  <a:cubicBezTo>
                    <a:pt x="151206" y="0"/>
                    <a:pt x="194818" y="43612"/>
                    <a:pt x="194818" y="97409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0FCCF7A1-1AAA-1DAF-157C-90DBFE956679}"/>
                </a:ext>
              </a:extLst>
            </p:cNvPr>
            <p:cNvSpPr/>
            <p:nvPr/>
          </p:nvSpPr>
          <p:spPr>
            <a:xfrm>
              <a:off x="5474225" y="2392416"/>
              <a:ext cx="285876" cy="285876"/>
            </a:xfrm>
            <a:custGeom>
              <a:avLst/>
              <a:gdLst>
                <a:gd name="csX0" fmla="*/ 0 w 285876"/>
                <a:gd name="csY0" fmla="*/ 0 h 285876"/>
                <a:gd name="csX1" fmla="*/ 285877 w 285876"/>
                <a:gd name="csY1" fmla="*/ 0 h 285876"/>
                <a:gd name="csX2" fmla="*/ 285877 w 285876"/>
                <a:gd name="csY2" fmla="*/ 285877 h 285876"/>
                <a:gd name="csX3" fmla="*/ 0 w 285876"/>
                <a:gd name="csY3" fmla="*/ 285877 h 285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5876" h="285876">
                  <a:moveTo>
                    <a:pt x="0" y="0"/>
                  </a:moveTo>
                  <a:lnTo>
                    <a:pt x="285877" y="0"/>
                  </a:lnTo>
                  <a:lnTo>
                    <a:pt x="285877" y="285877"/>
                  </a:lnTo>
                  <a:lnTo>
                    <a:pt x="0" y="285877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noFill/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8D336F86-4853-3C90-889A-9D0120C7AF70}"/>
                </a:ext>
              </a:extLst>
            </p:cNvPr>
            <p:cNvSpPr/>
            <p:nvPr/>
          </p:nvSpPr>
          <p:spPr>
            <a:xfrm>
              <a:off x="5504959" y="2423277"/>
              <a:ext cx="224281" cy="224282"/>
            </a:xfrm>
            <a:custGeom>
              <a:avLst/>
              <a:gdLst>
                <a:gd name="csX0" fmla="*/ 224282 w 224281"/>
                <a:gd name="csY0" fmla="*/ 112141 h 224282"/>
                <a:gd name="csX1" fmla="*/ 112141 w 224281"/>
                <a:gd name="csY1" fmla="*/ 224282 h 224282"/>
                <a:gd name="csX2" fmla="*/ 0 w 224281"/>
                <a:gd name="csY2" fmla="*/ 112141 h 224282"/>
                <a:gd name="csX3" fmla="*/ 112141 w 224281"/>
                <a:gd name="csY3" fmla="*/ 0 h 224282"/>
                <a:gd name="csX4" fmla="*/ 224282 w 224281"/>
                <a:gd name="csY4" fmla="*/ 112141 h 224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4281" h="224282">
                  <a:moveTo>
                    <a:pt x="224282" y="112141"/>
                  </a:moveTo>
                  <a:cubicBezTo>
                    <a:pt x="224282" y="174075"/>
                    <a:pt x="174075" y="224282"/>
                    <a:pt x="112141" y="224282"/>
                  </a:cubicBezTo>
                  <a:cubicBezTo>
                    <a:pt x="50207" y="224282"/>
                    <a:pt x="0" y="174075"/>
                    <a:pt x="0" y="112141"/>
                  </a:cubicBezTo>
                  <a:cubicBezTo>
                    <a:pt x="0" y="50207"/>
                    <a:pt x="50208" y="0"/>
                    <a:pt x="112141" y="0"/>
                  </a:cubicBezTo>
                  <a:cubicBezTo>
                    <a:pt x="174075" y="0"/>
                    <a:pt x="224282" y="50207"/>
                    <a:pt x="224282" y="112141"/>
                  </a:cubicBezTo>
                  <a:close/>
                </a:path>
              </a:pathLst>
            </a:custGeom>
            <a:noFill/>
            <a:ln w="90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DDBC1C04-5679-3BF8-5C25-6941CE56B7AD}"/>
                </a:ext>
              </a:extLst>
            </p:cNvPr>
            <p:cNvSpPr txBox="1"/>
            <p:nvPr/>
          </p:nvSpPr>
          <p:spPr>
            <a:xfrm>
              <a:off x="5753033" y="1928911"/>
              <a:ext cx="277640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1467E481-DB5F-007F-3F0C-64C6E116C164}"/>
                </a:ext>
              </a:extLst>
            </p:cNvPr>
            <p:cNvSpPr txBox="1"/>
            <p:nvPr/>
          </p:nvSpPr>
          <p:spPr>
            <a:xfrm>
              <a:off x="5760867" y="2162083"/>
              <a:ext cx="324127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27605C76-E6BA-2D99-810B-1276E7BBE1B8}"/>
                </a:ext>
              </a:extLst>
            </p:cNvPr>
            <p:cNvSpPr txBox="1"/>
            <p:nvPr/>
          </p:nvSpPr>
          <p:spPr>
            <a:xfrm>
              <a:off x="5760867" y="2428529"/>
              <a:ext cx="324127" cy="1938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66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D3A9EB1B-8B5E-3DFD-8F31-5458FC0DBC78}"/>
                </a:ext>
              </a:extLst>
            </p:cNvPr>
            <p:cNvSpPr txBox="1"/>
            <p:nvPr/>
          </p:nvSpPr>
          <p:spPr>
            <a:xfrm>
              <a:off x="3922725" y="317686"/>
              <a:ext cx="1434325" cy="2446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990" b="1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1_NSC</a:t>
              </a:r>
            </a:p>
          </p:txBody>
        </p:sp>
      </p:grpSp>
      <p:grpSp>
        <p:nvGrpSpPr>
          <p:cNvPr id="1010" name="Group 1009">
            <a:extLst>
              <a:ext uri="{FF2B5EF4-FFF2-40B4-BE49-F238E27FC236}">
                <a16:creationId xmlns:a16="http://schemas.microsoft.com/office/drawing/2014/main" id="{9CE077DD-67D8-458B-96FD-25ED0590B54C}"/>
              </a:ext>
            </a:extLst>
          </p:cNvPr>
          <p:cNvGrpSpPr/>
          <p:nvPr/>
        </p:nvGrpSpPr>
        <p:grpSpPr>
          <a:xfrm>
            <a:off x="4856427" y="185559"/>
            <a:ext cx="1851059" cy="4992408"/>
            <a:chOff x="4929997" y="185559"/>
            <a:chExt cx="1851059" cy="4992408"/>
          </a:xfrm>
        </p:grpSpPr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20E365CC-8B1B-ABDE-D9B4-6D42CA8A3E52}"/>
                </a:ext>
              </a:extLst>
            </p:cNvPr>
            <p:cNvSpPr/>
            <p:nvPr/>
          </p:nvSpPr>
          <p:spPr>
            <a:xfrm>
              <a:off x="5782080" y="3982225"/>
              <a:ext cx="38100" cy="38100"/>
            </a:xfrm>
            <a:custGeom>
              <a:avLst/>
              <a:gdLst>
                <a:gd name="csX0" fmla="*/ 38100 w 38100"/>
                <a:gd name="csY0" fmla="*/ 19050 h 38100"/>
                <a:gd name="csX1" fmla="*/ 19050 w 38100"/>
                <a:gd name="csY1" fmla="*/ 38100 h 38100"/>
                <a:gd name="csX2" fmla="*/ 0 w 38100"/>
                <a:gd name="csY2" fmla="*/ 19050 h 38100"/>
                <a:gd name="csX3" fmla="*/ 19050 w 38100"/>
                <a:gd name="csY3" fmla="*/ 0 h 38100"/>
                <a:gd name="csX4" fmla="*/ 38100 w 38100"/>
                <a:gd name="csY4" fmla="*/ 19050 h 38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100" h="38100">
                  <a:moveTo>
                    <a:pt x="38100" y="19050"/>
                  </a:moveTo>
                  <a:cubicBezTo>
                    <a:pt x="38100" y="29571"/>
                    <a:pt x="29571" y="38100"/>
                    <a:pt x="19050" y="38100"/>
                  </a:cubicBezTo>
                  <a:cubicBezTo>
                    <a:pt x="8529" y="38100"/>
                    <a:pt x="0" y="29571"/>
                    <a:pt x="0" y="19050"/>
                  </a:cubicBezTo>
                  <a:cubicBezTo>
                    <a:pt x="0" y="8529"/>
                    <a:pt x="8529" y="0"/>
                    <a:pt x="19050" y="0"/>
                  </a:cubicBezTo>
                  <a:cubicBezTo>
                    <a:pt x="29571" y="0"/>
                    <a:pt x="38100" y="8529"/>
                    <a:pt x="38100" y="19050"/>
                  </a:cubicBezTo>
                  <a:close/>
                </a:path>
              </a:pathLst>
            </a:custGeom>
            <a:solidFill>
              <a:srgbClr val="BFACDE"/>
            </a:solidFill>
            <a:ln w="11430" cap="rnd">
              <a:solidFill>
                <a:srgbClr val="BFACDE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CFAB0FC0-24CB-545E-D3D7-257AD6348E44}"/>
                </a:ext>
              </a:extLst>
            </p:cNvPr>
            <p:cNvSpPr/>
            <p:nvPr/>
          </p:nvSpPr>
          <p:spPr>
            <a:xfrm>
              <a:off x="5724676" y="3680219"/>
              <a:ext cx="152907" cy="152907"/>
            </a:xfrm>
            <a:custGeom>
              <a:avLst/>
              <a:gdLst>
                <a:gd name="csX0" fmla="*/ 152908 w 152907"/>
                <a:gd name="csY0" fmla="*/ 76454 h 152907"/>
                <a:gd name="csX1" fmla="*/ 76454 w 152907"/>
                <a:gd name="csY1" fmla="*/ 152908 h 152907"/>
                <a:gd name="csX2" fmla="*/ 0 w 152907"/>
                <a:gd name="csY2" fmla="*/ 76454 h 152907"/>
                <a:gd name="csX3" fmla="*/ 76454 w 152907"/>
                <a:gd name="csY3" fmla="*/ 0 h 152907"/>
                <a:gd name="csX4" fmla="*/ 152908 w 152907"/>
                <a:gd name="csY4" fmla="*/ 76454 h 152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2907" h="152907">
                  <a:moveTo>
                    <a:pt x="152908" y="76454"/>
                  </a:moveTo>
                  <a:cubicBezTo>
                    <a:pt x="152908" y="118679"/>
                    <a:pt x="118678" y="152908"/>
                    <a:pt x="76454" y="152908"/>
                  </a:cubicBezTo>
                  <a:cubicBezTo>
                    <a:pt x="34230" y="152908"/>
                    <a:pt x="0" y="118678"/>
                    <a:pt x="0" y="76454"/>
                  </a:cubicBezTo>
                  <a:cubicBezTo>
                    <a:pt x="0" y="34229"/>
                    <a:pt x="34230" y="0"/>
                    <a:pt x="76454" y="0"/>
                  </a:cubicBezTo>
                  <a:cubicBezTo>
                    <a:pt x="118679" y="0"/>
                    <a:pt x="152908" y="34230"/>
                    <a:pt x="152908" y="76454"/>
                  </a:cubicBezTo>
                  <a:close/>
                </a:path>
              </a:pathLst>
            </a:custGeom>
            <a:solidFill>
              <a:srgbClr val="1807FF"/>
            </a:solidFill>
            <a:ln w="11430" cap="rnd">
              <a:solidFill>
                <a:srgbClr val="1807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4A3AD09B-88DF-BF45-4795-58451B13890C}"/>
                </a:ext>
              </a:extLst>
            </p:cNvPr>
            <p:cNvSpPr/>
            <p:nvPr/>
          </p:nvSpPr>
          <p:spPr>
            <a:xfrm>
              <a:off x="5760617" y="3471557"/>
              <a:ext cx="81025" cy="81025"/>
            </a:xfrm>
            <a:custGeom>
              <a:avLst/>
              <a:gdLst>
                <a:gd name="csX0" fmla="*/ 81026 w 81025"/>
                <a:gd name="csY0" fmla="*/ 40513 h 81025"/>
                <a:gd name="csX1" fmla="*/ 40513 w 81025"/>
                <a:gd name="csY1" fmla="*/ 81026 h 81025"/>
                <a:gd name="csX2" fmla="*/ 0 w 81025"/>
                <a:gd name="csY2" fmla="*/ 40513 h 81025"/>
                <a:gd name="csX3" fmla="*/ 40513 w 81025"/>
                <a:gd name="csY3" fmla="*/ 0 h 81025"/>
                <a:gd name="csX4" fmla="*/ 81026 w 81025"/>
                <a:gd name="csY4" fmla="*/ 40513 h 81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025" h="81025">
                  <a:moveTo>
                    <a:pt x="81026" y="40513"/>
                  </a:moveTo>
                  <a:cubicBezTo>
                    <a:pt x="81026" y="62888"/>
                    <a:pt x="62888" y="81026"/>
                    <a:pt x="40513" y="81026"/>
                  </a:cubicBezTo>
                  <a:cubicBezTo>
                    <a:pt x="18138" y="81026"/>
                    <a:pt x="0" y="62888"/>
                    <a:pt x="0" y="40513"/>
                  </a:cubicBezTo>
                  <a:cubicBezTo>
                    <a:pt x="0" y="18138"/>
                    <a:pt x="18138" y="0"/>
                    <a:pt x="40513" y="0"/>
                  </a:cubicBezTo>
                  <a:cubicBezTo>
                    <a:pt x="62888" y="0"/>
                    <a:pt x="81026" y="18138"/>
                    <a:pt x="81026" y="40513"/>
                  </a:cubicBezTo>
                  <a:close/>
                </a:path>
              </a:pathLst>
            </a:custGeom>
            <a:solidFill>
              <a:srgbClr val="A07BEB"/>
            </a:solidFill>
            <a:ln w="11430" cap="rnd">
              <a:solidFill>
                <a:srgbClr val="A07B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75F45D18-0BAF-C7F7-081C-BD9E001D92B6}"/>
                </a:ext>
              </a:extLst>
            </p:cNvPr>
            <p:cNvSpPr/>
            <p:nvPr/>
          </p:nvSpPr>
          <p:spPr>
            <a:xfrm>
              <a:off x="5774079" y="3240418"/>
              <a:ext cx="54101" cy="54101"/>
            </a:xfrm>
            <a:custGeom>
              <a:avLst/>
              <a:gdLst>
                <a:gd name="csX0" fmla="*/ 54102 w 54101"/>
                <a:gd name="csY0" fmla="*/ 27051 h 54101"/>
                <a:gd name="csX1" fmla="*/ 27051 w 54101"/>
                <a:gd name="csY1" fmla="*/ 54102 h 54101"/>
                <a:gd name="csX2" fmla="*/ 0 w 54101"/>
                <a:gd name="csY2" fmla="*/ 27051 h 54101"/>
                <a:gd name="csX3" fmla="*/ 27051 w 54101"/>
                <a:gd name="csY3" fmla="*/ 0 h 54101"/>
                <a:gd name="csX4" fmla="*/ 54102 w 54101"/>
                <a:gd name="csY4" fmla="*/ 27051 h 54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101" h="54101">
                  <a:moveTo>
                    <a:pt x="54102" y="27051"/>
                  </a:moveTo>
                  <a:cubicBezTo>
                    <a:pt x="54102" y="41991"/>
                    <a:pt x="41991" y="54102"/>
                    <a:pt x="27051" y="54102"/>
                  </a:cubicBezTo>
                  <a:cubicBezTo>
                    <a:pt x="12111" y="54102"/>
                    <a:pt x="0" y="41991"/>
                    <a:pt x="0" y="27051"/>
                  </a:cubicBezTo>
                  <a:cubicBezTo>
                    <a:pt x="0" y="12111"/>
                    <a:pt x="12111" y="0"/>
                    <a:pt x="27051" y="0"/>
                  </a:cubicBezTo>
                  <a:cubicBezTo>
                    <a:pt x="41991" y="0"/>
                    <a:pt x="54102" y="12111"/>
                    <a:pt x="54102" y="27051"/>
                  </a:cubicBezTo>
                  <a:close/>
                </a:path>
              </a:pathLst>
            </a:custGeom>
            <a:solidFill>
              <a:srgbClr val="A481E9"/>
            </a:solidFill>
            <a:ln w="11430" cap="rnd">
              <a:solidFill>
                <a:srgbClr val="A481E9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210AF4FE-3FC2-FF1B-175C-258C668115E6}"/>
                </a:ext>
              </a:extLst>
            </p:cNvPr>
            <p:cNvSpPr/>
            <p:nvPr/>
          </p:nvSpPr>
          <p:spPr>
            <a:xfrm>
              <a:off x="5714135" y="2935999"/>
              <a:ext cx="173990" cy="173989"/>
            </a:xfrm>
            <a:custGeom>
              <a:avLst/>
              <a:gdLst>
                <a:gd name="csX0" fmla="*/ 173990 w 173990"/>
                <a:gd name="csY0" fmla="*/ 86995 h 173989"/>
                <a:gd name="csX1" fmla="*/ 86995 w 173990"/>
                <a:gd name="csY1" fmla="*/ 173990 h 173989"/>
                <a:gd name="csX2" fmla="*/ 0 w 173990"/>
                <a:gd name="csY2" fmla="*/ 86995 h 173989"/>
                <a:gd name="csX3" fmla="*/ 86995 w 173990"/>
                <a:gd name="csY3" fmla="*/ 0 h 173989"/>
                <a:gd name="csX4" fmla="*/ 173990 w 173990"/>
                <a:gd name="csY4" fmla="*/ 86995 h 173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3990" h="173989">
                  <a:moveTo>
                    <a:pt x="173990" y="86995"/>
                  </a:moveTo>
                  <a:cubicBezTo>
                    <a:pt x="173990" y="135041"/>
                    <a:pt x="135041" y="173990"/>
                    <a:pt x="86995" y="173990"/>
                  </a:cubicBezTo>
                  <a:cubicBezTo>
                    <a:pt x="38949" y="173990"/>
                    <a:pt x="0" y="135041"/>
                    <a:pt x="0" y="86995"/>
                  </a:cubicBezTo>
                  <a:cubicBezTo>
                    <a:pt x="0" y="38949"/>
                    <a:pt x="38949" y="0"/>
                    <a:pt x="86995" y="0"/>
                  </a:cubicBezTo>
                  <a:cubicBezTo>
                    <a:pt x="135041" y="0"/>
                    <a:pt x="173990" y="38949"/>
                    <a:pt x="173990" y="86995"/>
                  </a:cubicBezTo>
                  <a:close/>
                </a:path>
              </a:pathLst>
            </a:custGeom>
            <a:solidFill>
              <a:srgbClr val="4222FC"/>
            </a:solidFill>
            <a:ln w="11430" cap="rnd">
              <a:solidFill>
                <a:srgbClr val="4222FC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8A24D6C6-CF49-A04B-5513-9B1A8F63FFF3}"/>
                </a:ext>
              </a:extLst>
            </p:cNvPr>
            <p:cNvSpPr/>
            <p:nvPr/>
          </p:nvSpPr>
          <p:spPr>
            <a:xfrm>
              <a:off x="5737757" y="2715019"/>
              <a:ext cx="126745" cy="126746"/>
            </a:xfrm>
            <a:custGeom>
              <a:avLst/>
              <a:gdLst>
                <a:gd name="csX0" fmla="*/ 126746 w 126745"/>
                <a:gd name="csY0" fmla="*/ 63373 h 126746"/>
                <a:gd name="csX1" fmla="*/ 63373 w 126745"/>
                <a:gd name="csY1" fmla="*/ 126746 h 126746"/>
                <a:gd name="csX2" fmla="*/ 0 w 126745"/>
                <a:gd name="csY2" fmla="*/ 63373 h 126746"/>
                <a:gd name="csX3" fmla="*/ 63373 w 126745"/>
                <a:gd name="csY3" fmla="*/ 0 h 126746"/>
                <a:gd name="csX4" fmla="*/ 126746 w 126745"/>
                <a:gd name="csY4" fmla="*/ 63373 h 126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745" h="126746">
                  <a:moveTo>
                    <a:pt x="126746" y="63373"/>
                  </a:moveTo>
                  <a:cubicBezTo>
                    <a:pt x="126746" y="98373"/>
                    <a:pt x="98373" y="126746"/>
                    <a:pt x="63373" y="126746"/>
                  </a:cubicBezTo>
                  <a:cubicBezTo>
                    <a:pt x="28373" y="126746"/>
                    <a:pt x="0" y="98373"/>
                    <a:pt x="0" y="63373"/>
                  </a:cubicBezTo>
                  <a:cubicBezTo>
                    <a:pt x="0" y="28373"/>
                    <a:pt x="28373" y="0"/>
                    <a:pt x="63373" y="0"/>
                  </a:cubicBezTo>
                  <a:cubicBezTo>
                    <a:pt x="98373" y="0"/>
                    <a:pt x="126746" y="28373"/>
                    <a:pt x="126746" y="63373"/>
                  </a:cubicBezTo>
                  <a:close/>
                </a:path>
              </a:pathLst>
            </a:custGeom>
            <a:solidFill>
              <a:srgbClr val="1807FF"/>
            </a:solidFill>
            <a:ln w="11430" cap="rnd">
              <a:solidFill>
                <a:srgbClr val="1807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C43CE8E9-F30F-54D3-1D42-6271FDAC957B}"/>
                </a:ext>
              </a:extLst>
            </p:cNvPr>
            <p:cNvSpPr/>
            <p:nvPr/>
          </p:nvSpPr>
          <p:spPr>
            <a:xfrm>
              <a:off x="5719596" y="2452256"/>
              <a:ext cx="163068" cy="163067"/>
            </a:xfrm>
            <a:custGeom>
              <a:avLst/>
              <a:gdLst>
                <a:gd name="csX0" fmla="*/ 163068 w 163068"/>
                <a:gd name="csY0" fmla="*/ 81534 h 163067"/>
                <a:gd name="csX1" fmla="*/ 81534 w 163068"/>
                <a:gd name="csY1" fmla="*/ 163068 h 163067"/>
                <a:gd name="csX2" fmla="*/ 0 w 163068"/>
                <a:gd name="csY2" fmla="*/ 81534 h 163067"/>
                <a:gd name="csX3" fmla="*/ 81534 w 163068"/>
                <a:gd name="csY3" fmla="*/ 0 h 163067"/>
                <a:gd name="csX4" fmla="*/ 163068 w 163068"/>
                <a:gd name="csY4" fmla="*/ 81534 h 16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3068" h="163067">
                  <a:moveTo>
                    <a:pt x="163068" y="81534"/>
                  </a:moveTo>
                  <a:cubicBezTo>
                    <a:pt x="163068" y="126564"/>
                    <a:pt x="126564" y="163068"/>
                    <a:pt x="81534" y="163068"/>
                  </a:cubicBezTo>
                  <a:cubicBezTo>
                    <a:pt x="36504" y="163068"/>
                    <a:pt x="0" y="126564"/>
                    <a:pt x="0" y="81534"/>
                  </a:cubicBezTo>
                  <a:cubicBezTo>
                    <a:pt x="0" y="36504"/>
                    <a:pt x="36504" y="0"/>
                    <a:pt x="81534" y="0"/>
                  </a:cubicBezTo>
                  <a:cubicBezTo>
                    <a:pt x="126564" y="0"/>
                    <a:pt x="163068" y="36504"/>
                    <a:pt x="163068" y="81534"/>
                  </a:cubicBezTo>
                  <a:close/>
                </a:path>
              </a:pathLst>
            </a:custGeom>
            <a:solidFill>
              <a:srgbClr val="0C03FF"/>
            </a:solidFill>
            <a:ln w="11430" cap="rnd">
              <a:solidFill>
                <a:srgbClr val="0C03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3AEE728C-BD3B-673E-0351-9DF8F5F830C5}"/>
                </a:ext>
              </a:extLst>
            </p:cNvPr>
            <p:cNvSpPr/>
            <p:nvPr/>
          </p:nvSpPr>
          <p:spPr>
            <a:xfrm>
              <a:off x="5760490" y="2248548"/>
              <a:ext cx="81280" cy="81279"/>
            </a:xfrm>
            <a:custGeom>
              <a:avLst/>
              <a:gdLst>
                <a:gd name="csX0" fmla="*/ 81280 w 81280"/>
                <a:gd name="csY0" fmla="*/ 40640 h 81279"/>
                <a:gd name="csX1" fmla="*/ 40640 w 81280"/>
                <a:gd name="csY1" fmla="*/ 81280 h 81279"/>
                <a:gd name="csX2" fmla="*/ 0 w 81280"/>
                <a:gd name="csY2" fmla="*/ 40640 h 81279"/>
                <a:gd name="csX3" fmla="*/ 40640 w 81280"/>
                <a:gd name="csY3" fmla="*/ 0 h 81279"/>
                <a:gd name="csX4" fmla="*/ 81280 w 81280"/>
                <a:gd name="csY4" fmla="*/ 40640 h 81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80" h="81279">
                  <a:moveTo>
                    <a:pt x="81280" y="40640"/>
                  </a:moveTo>
                  <a:cubicBezTo>
                    <a:pt x="81280" y="63085"/>
                    <a:pt x="63085" y="81280"/>
                    <a:pt x="40640" y="81280"/>
                  </a:cubicBezTo>
                  <a:cubicBezTo>
                    <a:pt x="18195" y="81280"/>
                    <a:pt x="0" y="63085"/>
                    <a:pt x="0" y="40640"/>
                  </a:cubicBezTo>
                  <a:cubicBezTo>
                    <a:pt x="0" y="18195"/>
                    <a:pt x="18195" y="0"/>
                    <a:pt x="40640" y="0"/>
                  </a:cubicBezTo>
                  <a:cubicBezTo>
                    <a:pt x="63085" y="0"/>
                    <a:pt x="81280" y="18195"/>
                    <a:pt x="81280" y="40640"/>
                  </a:cubicBezTo>
                  <a:close/>
                </a:path>
              </a:pathLst>
            </a:custGeom>
            <a:solidFill>
              <a:srgbClr val="4725FC"/>
            </a:solidFill>
            <a:ln w="11430" cap="rnd">
              <a:solidFill>
                <a:srgbClr val="4725FC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DED11F28-408C-24A5-8731-5554512147E1}"/>
                </a:ext>
              </a:extLst>
            </p:cNvPr>
            <p:cNvSpPr/>
            <p:nvPr/>
          </p:nvSpPr>
          <p:spPr>
            <a:xfrm>
              <a:off x="5782334" y="2025790"/>
              <a:ext cx="37592" cy="37591"/>
            </a:xfrm>
            <a:custGeom>
              <a:avLst/>
              <a:gdLst>
                <a:gd name="csX0" fmla="*/ 37592 w 37592"/>
                <a:gd name="csY0" fmla="*/ 18796 h 37591"/>
                <a:gd name="csX1" fmla="*/ 18796 w 37592"/>
                <a:gd name="csY1" fmla="*/ 37592 h 37591"/>
                <a:gd name="csX2" fmla="*/ 0 w 37592"/>
                <a:gd name="csY2" fmla="*/ 18796 h 37591"/>
                <a:gd name="csX3" fmla="*/ 18796 w 37592"/>
                <a:gd name="csY3" fmla="*/ 0 h 37591"/>
                <a:gd name="csX4" fmla="*/ 37592 w 37592"/>
                <a:gd name="csY4" fmla="*/ 18796 h 3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592" h="37591">
                  <a:moveTo>
                    <a:pt x="37592" y="18796"/>
                  </a:moveTo>
                  <a:cubicBezTo>
                    <a:pt x="37592" y="29177"/>
                    <a:pt x="29177" y="37592"/>
                    <a:pt x="18796" y="37592"/>
                  </a:cubicBezTo>
                  <a:cubicBezTo>
                    <a:pt x="8415" y="37592"/>
                    <a:pt x="0" y="29177"/>
                    <a:pt x="0" y="18796"/>
                  </a:cubicBezTo>
                  <a:cubicBezTo>
                    <a:pt x="0" y="8415"/>
                    <a:pt x="8415" y="0"/>
                    <a:pt x="18796" y="0"/>
                  </a:cubicBezTo>
                  <a:cubicBezTo>
                    <a:pt x="29177" y="0"/>
                    <a:pt x="37592" y="8415"/>
                    <a:pt x="37592" y="18796"/>
                  </a:cubicBezTo>
                  <a:close/>
                </a:path>
              </a:pathLst>
            </a:custGeom>
            <a:solidFill>
              <a:srgbClr val="946BEE"/>
            </a:solidFill>
            <a:ln w="11430" cap="rnd">
              <a:solidFill>
                <a:srgbClr val="946BEE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886FB8D5-BF39-0CD9-9218-F8CEBF2D512C}"/>
                </a:ext>
              </a:extLst>
            </p:cNvPr>
            <p:cNvSpPr/>
            <p:nvPr/>
          </p:nvSpPr>
          <p:spPr>
            <a:xfrm>
              <a:off x="5775476" y="1774330"/>
              <a:ext cx="51307" cy="51308"/>
            </a:xfrm>
            <a:custGeom>
              <a:avLst/>
              <a:gdLst>
                <a:gd name="csX0" fmla="*/ 51308 w 51307"/>
                <a:gd name="csY0" fmla="*/ 25654 h 51308"/>
                <a:gd name="csX1" fmla="*/ 25654 w 51307"/>
                <a:gd name="csY1" fmla="*/ 51308 h 51308"/>
                <a:gd name="csX2" fmla="*/ 0 w 51307"/>
                <a:gd name="csY2" fmla="*/ 25654 h 51308"/>
                <a:gd name="csX3" fmla="*/ 25654 w 51307"/>
                <a:gd name="csY3" fmla="*/ 0 h 51308"/>
                <a:gd name="csX4" fmla="*/ 51308 w 51307"/>
                <a:gd name="csY4" fmla="*/ 25654 h 5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307" h="51308">
                  <a:moveTo>
                    <a:pt x="51308" y="25654"/>
                  </a:moveTo>
                  <a:cubicBezTo>
                    <a:pt x="51308" y="39822"/>
                    <a:pt x="39822" y="51308"/>
                    <a:pt x="25654" y="51308"/>
                  </a:cubicBezTo>
                  <a:cubicBezTo>
                    <a:pt x="11486" y="51308"/>
                    <a:pt x="0" y="39822"/>
                    <a:pt x="0" y="25654"/>
                  </a:cubicBezTo>
                  <a:cubicBezTo>
                    <a:pt x="0" y="11486"/>
                    <a:pt x="11486" y="0"/>
                    <a:pt x="25654" y="0"/>
                  </a:cubicBezTo>
                  <a:cubicBezTo>
                    <a:pt x="39822" y="0"/>
                    <a:pt x="51308" y="11486"/>
                    <a:pt x="51308" y="25654"/>
                  </a:cubicBezTo>
                  <a:close/>
                </a:path>
              </a:pathLst>
            </a:custGeom>
            <a:solidFill>
              <a:srgbClr val="D3D3D3"/>
            </a:solidFill>
            <a:ln w="11430" cap="rnd">
              <a:solidFill>
                <a:srgbClr val="D3D3D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ECC612FD-B239-31EB-A9BD-2DAD8189BAFF}"/>
                </a:ext>
              </a:extLst>
            </p:cNvPr>
            <p:cNvSpPr/>
            <p:nvPr/>
          </p:nvSpPr>
          <p:spPr>
            <a:xfrm>
              <a:off x="5791605" y="1545857"/>
              <a:ext cx="19050" cy="19050"/>
            </a:xfrm>
            <a:custGeom>
              <a:avLst/>
              <a:gdLst>
                <a:gd name="csX0" fmla="*/ 19050 w 19050"/>
                <a:gd name="csY0" fmla="*/ 9525 h 19050"/>
                <a:gd name="csX1" fmla="*/ 9525 w 19050"/>
                <a:gd name="csY1" fmla="*/ 19050 h 19050"/>
                <a:gd name="csX2" fmla="*/ 0 w 19050"/>
                <a:gd name="csY2" fmla="*/ 9525 h 19050"/>
                <a:gd name="csX3" fmla="*/ 9525 w 19050"/>
                <a:gd name="csY3" fmla="*/ 0 h 19050"/>
                <a:gd name="csX4" fmla="*/ 19050 w 19050"/>
                <a:gd name="csY4" fmla="*/ 9525 h 1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050" h="19050">
                  <a:moveTo>
                    <a:pt x="19050" y="9525"/>
                  </a:moveTo>
                  <a:cubicBezTo>
                    <a:pt x="19050" y="14786"/>
                    <a:pt x="14786" y="19050"/>
                    <a:pt x="9525" y="19050"/>
                  </a:cubicBezTo>
                  <a:cubicBezTo>
                    <a:pt x="4265" y="19050"/>
                    <a:pt x="0" y="14786"/>
                    <a:pt x="0" y="9525"/>
                  </a:cubicBezTo>
                  <a:cubicBezTo>
                    <a:pt x="0" y="4264"/>
                    <a:pt x="4265" y="0"/>
                    <a:pt x="9525" y="0"/>
                  </a:cubicBezTo>
                  <a:cubicBezTo>
                    <a:pt x="14786" y="0"/>
                    <a:pt x="19050" y="4264"/>
                    <a:pt x="19050" y="9525"/>
                  </a:cubicBezTo>
                  <a:close/>
                </a:path>
              </a:pathLst>
            </a:custGeom>
            <a:solidFill>
              <a:srgbClr val="B498E4"/>
            </a:solidFill>
            <a:ln w="11430" cap="rnd">
              <a:solidFill>
                <a:srgbClr val="B498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50636E12-3024-F5BA-00E2-B1889F95AD49}"/>
                </a:ext>
              </a:extLst>
            </p:cNvPr>
            <p:cNvSpPr/>
            <p:nvPr/>
          </p:nvSpPr>
          <p:spPr>
            <a:xfrm>
              <a:off x="5792875" y="1302524"/>
              <a:ext cx="16510" cy="16510"/>
            </a:xfrm>
            <a:custGeom>
              <a:avLst/>
              <a:gdLst>
                <a:gd name="csX0" fmla="*/ 16510 w 16510"/>
                <a:gd name="csY0" fmla="*/ 8255 h 16510"/>
                <a:gd name="csX1" fmla="*/ 8255 w 16510"/>
                <a:gd name="csY1" fmla="*/ 16510 h 16510"/>
                <a:gd name="csX2" fmla="*/ 0 w 16510"/>
                <a:gd name="csY2" fmla="*/ 8255 h 16510"/>
                <a:gd name="csX3" fmla="*/ 8255 w 16510"/>
                <a:gd name="csY3" fmla="*/ 0 h 16510"/>
                <a:gd name="csX4" fmla="*/ 16510 w 16510"/>
                <a:gd name="csY4" fmla="*/ 8255 h 16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10" h="16510">
                  <a:moveTo>
                    <a:pt x="16510" y="8255"/>
                  </a:moveTo>
                  <a:cubicBezTo>
                    <a:pt x="16510" y="12814"/>
                    <a:pt x="12814" y="16510"/>
                    <a:pt x="8255" y="16510"/>
                  </a:cubicBezTo>
                  <a:cubicBezTo>
                    <a:pt x="3696" y="16510"/>
                    <a:pt x="0" y="12814"/>
                    <a:pt x="0" y="8255"/>
                  </a:cubicBezTo>
                  <a:cubicBezTo>
                    <a:pt x="0" y="3696"/>
                    <a:pt x="3696" y="0"/>
                    <a:pt x="8255" y="0"/>
                  </a:cubicBezTo>
                  <a:cubicBezTo>
                    <a:pt x="12814" y="0"/>
                    <a:pt x="16510" y="3696"/>
                    <a:pt x="16510" y="8255"/>
                  </a:cubicBezTo>
                  <a:close/>
                </a:path>
              </a:pathLst>
            </a:custGeom>
            <a:solidFill>
              <a:srgbClr val="B296E4"/>
            </a:solidFill>
            <a:ln w="11430" cap="rnd">
              <a:solidFill>
                <a:srgbClr val="B296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7E29A88-9854-950B-1A67-F64EFEB9D751}"/>
                </a:ext>
              </a:extLst>
            </p:cNvPr>
            <p:cNvSpPr/>
            <p:nvPr/>
          </p:nvSpPr>
          <p:spPr>
            <a:xfrm>
              <a:off x="5788303" y="1053351"/>
              <a:ext cx="25654" cy="25654"/>
            </a:xfrm>
            <a:custGeom>
              <a:avLst/>
              <a:gdLst>
                <a:gd name="csX0" fmla="*/ 25654 w 25654"/>
                <a:gd name="csY0" fmla="*/ 12827 h 25654"/>
                <a:gd name="csX1" fmla="*/ 12827 w 25654"/>
                <a:gd name="csY1" fmla="*/ 25654 h 25654"/>
                <a:gd name="csX2" fmla="*/ 0 w 25654"/>
                <a:gd name="csY2" fmla="*/ 12827 h 25654"/>
                <a:gd name="csX3" fmla="*/ 12827 w 25654"/>
                <a:gd name="csY3" fmla="*/ 0 h 25654"/>
                <a:gd name="csX4" fmla="*/ 25654 w 25654"/>
                <a:gd name="csY4" fmla="*/ 12827 h 25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654" h="25654">
                  <a:moveTo>
                    <a:pt x="25654" y="12827"/>
                  </a:moveTo>
                  <a:cubicBezTo>
                    <a:pt x="25654" y="19911"/>
                    <a:pt x="19911" y="25654"/>
                    <a:pt x="12827" y="25654"/>
                  </a:cubicBezTo>
                  <a:cubicBezTo>
                    <a:pt x="5743" y="25654"/>
                    <a:pt x="0" y="19911"/>
                    <a:pt x="0" y="12827"/>
                  </a:cubicBezTo>
                  <a:cubicBezTo>
                    <a:pt x="0" y="5743"/>
                    <a:pt x="5743" y="0"/>
                    <a:pt x="12827" y="0"/>
                  </a:cubicBezTo>
                  <a:cubicBezTo>
                    <a:pt x="19911" y="0"/>
                    <a:pt x="25654" y="5743"/>
                    <a:pt x="25654" y="12827"/>
                  </a:cubicBezTo>
                  <a:close/>
                </a:path>
              </a:pathLst>
            </a:custGeom>
            <a:solidFill>
              <a:srgbClr val="BCA7E0"/>
            </a:solidFill>
            <a:ln w="11430" cap="rnd">
              <a:solidFill>
                <a:srgbClr val="BCA7E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3BA07AC5-1FB0-4107-19C4-3C2C83505449}"/>
                </a:ext>
              </a:extLst>
            </p:cNvPr>
            <p:cNvSpPr/>
            <p:nvPr/>
          </p:nvSpPr>
          <p:spPr>
            <a:xfrm>
              <a:off x="5730772" y="751218"/>
              <a:ext cx="140716" cy="140715"/>
            </a:xfrm>
            <a:custGeom>
              <a:avLst/>
              <a:gdLst>
                <a:gd name="csX0" fmla="*/ 140716 w 140716"/>
                <a:gd name="csY0" fmla="*/ 70358 h 140715"/>
                <a:gd name="csX1" fmla="*/ 70358 w 140716"/>
                <a:gd name="csY1" fmla="*/ 140716 h 140715"/>
                <a:gd name="csX2" fmla="*/ 0 w 140716"/>
                <a:gd name="csY2" fmla="*/ 70358 h 140715"/>
                <a:gd name="csX3" fmla="*/ 70358 w 140716"/>
                <a:gd name="csY3" fmla="*/ 0 h 140715"/>
                <a:gd name="csX4" fmla="*/ 140716 w 140716"/>
                <a:gd name="csY4" fmla="*/ 70358 h 140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716" h="140715">
                  <a:moveTo>
                    <a:pt x="140716" y="70358"/>
                  </a:moveTo>
                  <a:cubicBezTo>
                    <a:pt x="140716" y="109216"/>
                    <a:pt x="109216" y="140716"/>
                    <a:pt x="70358" y="140716"/>
                  </a:cubicBezTo>
                  <a:cubicBezTo>
                    <a:pt x="31500" y="140716"/>
                    <a:pt x="0" y="109216"/>
                    <a:pt x="0" y="70358"/>
                  </a:cubicBezTo>
                  <a:cubicBezTo>
                    <a:pt x="0" y="31500"/>
                    <a:pt x="31500" y="0"/>
                    <a:pt x="70358" y="0"/>
                  </a:cubicBezTo>
                  <a:cubicBezTo>
                    <a:pt x="109216" y="0"/>
                    <a:pt x="140716" y="31500"/>
                    <a:pt x="140716" y="70358"/>
                  </a:cubicBezTo>
                  <a:close/>
                </a:path>
              </a:pathLst>
            </a:custGeom>
            <a:solidFill>
              <a:srgbClr val="5E37F9"/>
            </a:solidFill>
            <a:ln w="11430" cap="rnd">
              <a:solidFill>
                <a:srgbClr val="5E37F9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7E9EECE2-454D-1DFB-37C1-54CC39F3EAFE}"/>
                </a:ext>
              </a:extLst>
            </p:cNvPr>
            <p:cNvSpPr/>
            <p:nvPr/>
          </p:nvSpPr>
          <p:spPr>
            <a:xfrm>
              <a:off x="5747028" y="522872"/>
              <a:ext cx="108204" cy="108203"/>
            </a:xfrm>
            <a:custGeom>
              <a:avLst/>
              <a:gdLst>
                <a:gd name="csX0" fmla="*/ 108204 w 108204"/>
                <a:gd name="csY0" fmla="*/ 54102 h 108203"/>
                <a:gd name="csX1" fmla="*/ 54102 w 108204"/>
                <a:gd name="csY1" fmla="*/ 108204 h 108203"/>
                <a:gd name="csX2" fmla="*/ 0 w 108204"/>
                <a:gd name="csY2" fmla="*/ 54102 h 108203"/>
                <a:gd name="csX3" fmla="*/ 54102 w 108204"/>
                <a:gd name="csY3" fmla="*/ 0 h 108203"/>
                <a:gd name="csX4" fmla="*/ 108204 w 108204"/>
                <a:gd name="csY4" fmla="*/ 54102 h 108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204" h="108203">
                  <a:moveTo>
                    <a:pt x="108204" y="54102"/>
                  </a:moveTo>
                  <a:cubicBezTo>
                    <a:pt x="108204" y="83982"/>
                    <a:pt x="83982" y="108204"/>
                    <a:pt x="54102" y="108204"/>
                  </a:cubicBezTo>
                  <a:cubicBezTo>
                    <a:pt x="24222" y="108204"/>
                    <a:pt x="0" y="83982"/>
                    <a:pt x="0" y="54102"/>
                  </a:cubicBezTo>
                  <a:cubicBezTo>
                    <a:pt x="0" y="24222"/>
                    <a:pt x="24222" y="0"/>
                    <a:pt x="54102" y="0"/>
                  </a:cubicBezTo>
                  <a:cubicBezTo>
                    <a:pt x="83982" y="0"/>
                    <a:pt x="108204" y="24222"/>
                    <a:pt x="108204" y="54102"/>
                  </a:cubicBezTo>
                  <a:close/>
                </a:path>
              </a:pathLst>
            </a:custGeom>
            <a:solidFill>
              <a:srgbClr val="B499E4"/>
            </a:solidFill>
            <a:ln w="11430" cap="rnd">
              <a:solidFill>
                <a:srgbClr val="B499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56E64CB0-376C-36FC-744D-73A87950A998}"/>
                </a:ext>
              </a:extLst>
            </p:cNvPr>
            <p:cNvSpPr/>
            <p:nvPr/>
          </p:nvSpPr>
          <p:spPr>
            <a:xfrm>
              <a:off x="5773317" y="304559"/>
              <a:ext cx="55625" cy="55626"/>
            </a:xfrm>
            <a:custGeom>
              <a:avLst/>
              <a:gdLst>
                <a:gd name="csX0" fmla="*/ 55626 w 55625"/>
                <a:gd name="csY0" fmla="*/ 27813 h 55626"/>
                <a:gd name="csX1" fmla="*/ 27813 w 55625"/>
                <a:gd name="csY1" fmla="*/ 55626 h 55626"/>
                <a:gd name="csX2" fmla="*/ 0 w 55625"/>
                <a:gd name="csY2" fmla="*/ 27813 h 55626"/>
                <a:gd name="csX3" fmla="*/ 27813 w 55625"/>
                <a:gd name="csY3" fmla="*/ 0 h 55626"/>
                <a:gd name="csX4" fmla="*/ 55626 w 55625"/>
                <a:gd name="csY4" fmla="*/ 27813 h 5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625" h="55626">
                  <a:moveTo>
                    <a:pt x="55626" y="27813"/>
                  </a:moveTo>
                  <a:cubicBezTo>
                    <a:pt x="55626" y="43174"/>
                    <a:pt x="43174" y="55626"/>
                    <a:pt x="27813" y="55626"/>
                  </a:cubicBezTo>
                  <a:cubicBezTo>
                    <a:pt x="12452" y="55626"/>
                    <a:pt x="0" y="43174"/>
                    <a:pt x="0" y="27813"/>
                  </a:cubicBezTo>
                  <a:cubicBezTo>
                    <a:pt x="0" y="12452"/>
                    <a:pt x="12452" y="0"/>
                    <a:pt x="27813" y="0"/>
                  </a:cubicBezTo>
                  <a:cubicBezTo>
                    <a:pt x="43174" y="0"/>
                    <a:pt x="55626" y="12452"/>
                    <a:pt x="55626" y="27813"/>
                  </a:cubicBezTo>
                  <a:close/>
                </a:path>
              </a:pathLst>
            </a:custGeom>
            <a:solidFill>
              <a:srgbClr val="8E65F0"/>
            </a:solidFill>
            <a:ln w="11430" cap="rnd">
              <a:solidFill>
                <a:srgbClr val="8E65F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A49F2303-4C23-7FDE-8FE9-856DAAD67309}"/>
                </a:ext>
              </a:extLst>
            </p:cNvPr>
            <p:cNvSpPr/>
            <p:nvPr/>
          </p:nvSpPr>
          <p:spPr>
            <a:xfrm>
              <a:off x="6036461" y="3984892"/>
              <a:ext cx="32765" cy="32766"/>
            </a:xfrm>
            <a:custGeom>
              <a:avLst/>
              <a:gdLst>
                <a:gd name="csX0" fmla="*/ 32766 w 32765"/>
                <a:gd name="csY0" fmla="*/ 16383 h 32766"/>
                <a:gd name="csX1" fmla="*/ 16383 w 32765"/>
                <a:gd name="csY1" fmla="*/ 32766 h 32766"/>
                <a:gd name="csX2" fmla="*/ 0 w 32765"/>
                <a:gd name="csY2" fmla="*/ 16383 h 32766"/>
                <a:gd name="csX3" fmla="*/ 16383 w 32765"/>
                <a:gd name="csY3" fmla="*/ 0 h 32766"/>
                <a:gd name="csX4" fmla="*/ 32766 w 32765"/>
                <a:gd name="csY4" fmla="*/ 16383 h 32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765" h="32766">
                  <a:moveTo>
                    <a:pt x="32766" y="16383"/>
                  </a:moveTo>
                  <a:cubicBezTo>
                    <a:pt x="32766" y="25431"/>
                    <a:pt x="25431" y="32766"/>
                    <a:pt x="16383" y="32766"/>
                  </a:cubicBezTo>
                  <a:cubicBezTo>
                    <a:pt x="7335" y="32766"/>
                    <a:pt x="0" y="25431"/>
                    <a:pt x="0" y="16383"/>
                  </a:cubicBezTo>
                  <a:cubicBezTo>
                    <a:pt x="0" y="7335"/>
                    <a:pt x="7335" y="0"/>
                    <a:pt x="16383" y="0"/>
                  </a:cubicBezTo>
                  <a:cubicBezTo>
                    <a:pt x="25431" y="0"/>
                    <a:pt x="32766" y="7335"/>
                    <a:pt x="32766" y="16383"/>
                  </a:cubicBezTo>
                  <a:close/>
                </a:path>
              </a:pathLst>
            </a:custGeom>
            <a:solidFill>
              <a:srgbClr val="A17DEA"/>
            </a:solidFill>
            <a:ln w="11430" cap="rnd">
              <a:solidFill>
                <a:srgbClr val="A17DEA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32B8167A-508F-BF38-FE0B-09DE0209ADDE}"/>
                </a:ext>
              </a:extLst>
            </p:cNvPr>
            <p:cNvSpPr/>
            <p:nvPr/>
          </p:nvSpPr>
          <p:spPr>
            <a:xfrm>
              <a:off x="6018681" y="3722510"/>
              <a:ext cx="68325" cy="68325"/>
            </a:xfrm>
            <a:custGeom>
              <a:avLst/>
              <a:gdLst>
                <a:gd name="csX0" fmla="*/ 68326 w 68325"/>
                <a:gd name="csY0" fmla="*/ 34163 h 68325"/>
                <a:gd name="csX1" fmla="*/ 34163 w 68325"/>
                <a:gd name="csY1" fmla="*/ 68326 h 68325"/>
                <a:gd name="csX2" fmla="*/ 0 w 68325"/>
                <a:gd name="csY2" fmla="*/ 34163 h 68325"/>
                <a:gd name="csX3" fmla="*/ 34163 w 68325"/>
                <a:gd name="csY3" fmla="*/ 0 h 68325"/>
                <a:gd name="csX4" fmla="*/ 68326 w 68325"/>
                <a:gd name="csY4" fmla="*/ 34163 h 68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325" h="68325">
                  <a:moveTo>
                    <a:pt x="68326" y="34163"/>
                  </a:moveTo>
                  <a:cubicBezTo>
                    <a:pt x="68326" y="53031"/>
                    <a:pt x="53031" y="68326"/>
                    <a:pt x="34163" y="68326"/>
                  </a:cubicBezTo>
                  <a:cubicBezTo>
                    <a:pt x="15295" y="68326"/>
                    <a:pt x="0" y="53031"/>
                    <a:pt x="0" y="34163"/>
                  </a:cubicBezTo>
                  <a:cubicBezTo>
                    <a:pt x="0" y="15295"/>
                    <a:pt x="15295" y="0"/>
                    <a:pt x="34163" y="0"/>
                  </a:cubicBezTo>
                  <a:cubicBezTo>
                    <a:pt x="53031" y="0"/>
                    <a:pt x="68326" y="15295"/>
                    <a:pt x="68326" y="34163"/>
                  </a:cubicBezTo>
                  <a:close/>
                </a:path>
              </a:pathLst>
            </a:custGeom>
            <a:solidFill>
              <a:srgbClr val="BEAADF"/>
            </a:solidFill>
            <a:ln w="11430" cap="rnd">
              <a:solidFill>
                <a:srgbClr val="BEAAD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3A4B8539-F913-462E-4188-8E04899D95AB}"/>
                </a:ext>
              </a:extLst>
            </p:cNvPr>
            <p:cNvSpPr/>
            <p:nvPr/>
          </p:nvSpPr>
          <p:spPr>
            <a:xfrm>
              <a:off x="6016776" y="3476003"/>
              <a:ext cx="72136" cy="72135"/>
            </a:xfrm>
            <a:custGeom>
              <a:avLst/>
              <a:gdLst>
                <a:gd name="csX0" fmla="*/ 72136 w 72136"/>
                <a:gd name="csY0" fmla="*/ 36068 h 72135"/>
                <a:gd name="csX1" fmla="*/ 36068 w 72136"/>
                <a:gd name="csY1" fmla="*/ 72136 h 72135"/>
                <a:gd name="csX2" fmla="*/ 0 w 72136"/>
                <a:gd name="csY2" fmla="*/ 36068 h 72135"/>
                <a:gd name="csX3" fmla="*/ 36068 w 72136"/>
                <a:gd name="csY3" fmla="*/ 0 h 72135"/>
                <a:gd name="csX4" fmla="*/ 72136 w 72136"/>
                <a:gd name="csY4" fmla="*/ 36068 h 721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136" h="72135">
                  <a:moveTo>
                    <a:pt x="72136" y="36068"/>
                  </a:moveTo>
                  <a:cubicBezTo>
                    <a:pt x="72136" y="55988"/>
                    <a:pt x="55988" y="72136"/>
                    <a:pt x="36068" y="72136"/>
                  </a:cubicBezTo>
                  <a:cubicBezTo>
                    <a:pt x="16148" y="72136"/>
                    <a:pt x="0" y="55988"/>
                    <a:pt x="0" y="36068"/>
                  </a:cubicBezTo>
                  <a:cubicBezTo>
                    <a:pt x="0" y="16148"/>
                    <a:pt x="16148" y="0"/>
                    <a:pt x="36068" y="0"/>
                  </a:cubicBezTo>
                  <a:cubicBezTo>
                    <a:pt x="55988" y="0"/>
                    <a:pt x="72136" y="16148"/>
                    <a:pt x="72136" y="36068"/>
                  </a:cubicBezTo>
                  <a:close/>
                </a:path>
              </a:pathLst>
            </a:custGeom>
            <a:solidFill>
              <a:srgbClr val="9067EF"/>
            </a:solidFill>
            <a:ln w="11430" cap="rnd">
              <a:solidFill>
                <a:srgbClr val="9067E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49024CC-85D6-574C-9BFC-8CAC7F9190BF}"/>
                </a:ext>
              </a:extLst>
            </p:cNvPr>
            <p:cNvSpPr/>
            <p:nvPr/>
          </p:nvSpPr>
          <p:spPr>
            <a:xfrm>
              <a:off x="6037731" y="3252356"/>
              <a:ext cx="30225" cy="30225"/>
            </a:xfrm>
            <a:custGeom>
              <a:avLst/>
              <a:gdLst>
                <a:gd name="csX0" fmla="*/ 30226 w 30225"/>
                <a:gd name="csY0" fmla="*/ 15113 h 30225"/>
                <a:gd name="csX1" fmla="*/ 15113 w 30225"/>
                <a:gd name="csY1" fmla="*/ 30226 h 30225"/>
                <a:gd name="csX2" fmla="*/ 0 w 30225"/>
                <a:gd name="csY2" fmla="*/ 15113 h 30225"/>
                <a:gd name="csX3" fmla="*/ 15113 w 30225"/>
                <a:gd name="csY3" fmla="*/ 0 h 30225"/>
                <a:gd name="csX4" fmla="*/ 30226 w 30225"/>
                <a:gd name="csY4" fmla="*/ 15113 h 3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225" h="30225">
                  <a:moveTo>
                    <a:pt x="30226" y="15113"/>
                  </a:moveTo>
                  <a:cubicBezTo>
                    <a:pt x="30226" y="23460"/>
                    <a:pt x="23460" y="30226"/>
                    <a:pt x="15113" y="30226"/>
                  </a:cubicBezTo>
                  <a:cubicBezTo>
                    <a:pt x="6766" y="30226"/>
                    <a:pt x="0" y="23460"/>
                    <a:pt x="0" y="15113"/>
                  </a:cubicBezTo>
                  <a:cubicBezTo>
                    <a:pt x="0" y="6766"/>
                    <a:pt x="6766" y="0"/>
                    <a:pt x="15113" y="0"/>
                  </a:cubicBezTo>
                  <a:cubicBezTo>
                    <a:pt x="23460" y="0"/>
                    <a:pt x="30226" y="6766"/>
                    <a:pt x="30226" y="15113"/>
                  </a:cubicBezTo>
                  <a:close/>
                </a:path>
              </a:pathLst>
            </a:custGeom>
            <a:solidFill>
              <a:srgbClr val="AA89E7"/>
            </a:solidFill>
            <a:ln w="11430" cap="rnd">
              <a:solidFill>
                <a:srgbClr val="AA89E7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AABB1080-073B-2339-C966-F5078B703073}"/>
                </a:ext>
              </a:extLst>
            </p:cNvPr>
            <p:cNvSpPr/>
            <p:nvPr/>
          </p:nvSpPr>
          <p:spPr>
            <a:xfrm>
              <a:off x="6009410" y="2979560"/>
              <a:ext cx="86867" cy="86867"/>
            </a:xfrm>
            <a:custGeom>
              <a:avLst/>
              <a:gdLst>
                <a:gd name="csX0" fmla="*/ 86868 w 86867"/>
                <a:gd name="csY0" fmla="*/ 43434 h 86867"/>
                <a:gd name="csX1" fmla="*/ 43434 w 86867"/>
                <a:gd name="csY1" fmla="*/ 86868 h 86867"/>
                <a:gd name="csX2" fmla="*/ 0 w 86867"/>
                <a:gd name="csY2" fmla="*/ 43434 h 86867"/>
                <a:gd name="csX3" fmla="*/ 43434 w 86867"/>
                <a:gd name="csY3" fmla="*/ 0 h 86867"/>
                <a:gd name="csX4" fmla="*/ 86868 w 86867"/>
                <a:gd name="csY4" fmla="*/ 43434 h 86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867" h="86867">
                  <a:moveTo>
                    <a:pt x="86868" y="43434"/>
                  </a:moveTo>
                  <a:cubicBezTo>
                    <a:pt x="86868" y="67422"/>
                    <a:pt x="67422" y="86868"/>
                    <a:pt x="43434" y="86868"/>
                  </a:cubicBezTo>
                  <a:cubicBezTo>
                    <a:pt x="19446" y="86868"/>
                    <a:pt x="0" y="67422"/>
                    <a:pt x="0" y="43434"/>
                  </a:cubicBezTo>
                  <a:cubicBezTo>
                    <a:pt x="0" y="19446"/>
                    <a:pt x="19446" y="0"/>
                    <a:pt x="43434" y="0"/>
                  </a:cubicBezTo>
                  <a:cubicBezTo>
                    <a:pt x="67422" y="0"/>
                    <a:pt x="86868" y="19446"/>
                    <a:pt x="86868" y="43434"/>
                  </a:cubicBezTo>
                  <a:close/>
                </a:path>
              </a:pathLst>
            </a:custGeom>
            <a:solidFill>
              <a:srgbClr val="C8BCDA"/>
            </a:solidFill>
            <a:ln w="11430" cap="rnd">
              <a:solidFill>
                <a:srgbClr val="C8BCDA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A017DC69-5ED8-2B83-AB72-68FE02F7417A}"/>
                </a:ext>
              </a:extLst>
            </p:cNvPr>
            <p:cNvSpPr/>
            <p:nvPr/>
          </p:nvSpPr>
          <p:spPr>
            <a:xfrm>
              <a:off x="6035191" y="2760739"/>
              <a:ext cx="35305" cy="35305"/>
            </a:xfrm>
            <a:custGeom>
              <a:avLst/>
              <a:gdLst>
                <a:gd name="csX0" fmla="*/ 35306 w 35305"/>
                <a:gd name="csY0" fmla="*/ 17653 h 35305"/>
                <a:gd name="csX1" fmla="*/ 17653 w 35305"/>
                <a:gd name="csY1" fmla="*/ 35306 h 35305"/>
                <a:gd name="csX2" fmla="*/ 0 w 35305"/>
                <a:gd name="csY2" fmla="*/ 17653 h 35305"/>
                <a:gd name="csX3" fmla="*/ 17653 w 35305"/>
                <a:gd name="csY3" fmla="*/ 0 h 35305"/>
                <a:gd name="csX4" fmla="*/ 35306 w 35305"/>
                <a:gd name="csY4" fmla="*/ 17653 h 35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305" h="35305">
                  <a:moveTo>
                    <a:pt x="35306" y="17653"/>
                  </a:moveTo>
                  <a:cubicBezTo>
                    <a:pt x="35306" y="27402"/>
                    <a:pt x="27402" y="35306"/>
                    <a:pt x="17653" y="35306"/>
                  </a:cubicBezTo>
                  <a:cubicBezTo>
                    <a:pt x="7904" y="35306"/>
                    <a:pt x="0" y="27402"/>
                    <a:pt x="0" y="17653"/>
                  </a:cubicBezTo>
                  <a:cubicBezTo>
                    <a:pt x="0" y="7904"/>
                    <a:pt x="7904" y="0"/>
                    <a:pt x="17653" y="0"/>
                  </a:cubicBezTo>
                  <a:cubicBezTo>
                    <a:pt x="27402" y="0"/>
                    <a:pt x="35306" y="7904"/>
                    <a:pt x="35306" y="17653"/>
                  </a:cubicBezTo>
                  <a:close/>
                </a:path>
              </a:pathLst>
            </a:custGeom>
            <a:solidFill>
              <a:srgbClr val="A784E9"/>
            </a:solidFill>
            <a:ln w="11430" cap="rnd">
              <a:solidFill>
                <a:srgbClr val="A784E9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E9FB68C6-641B-CE08-1E58-61527F23F0C7}"/>
                </a:ext>
              </a:extLst>
            </p:cNvPr>
            <p:cNvSpPr/>
            <p:nvPr/>
          </p:nvSpPr>
          <p:spPr>
            <a:xfrm>
              <a:off x="6015633" y="2496579"/>
              <a:ext cx="74422" cy="74422"/>
            </a:xfrm>
            <a:custGeom>
              <a:avLst/>
              <a:gdLst>
                <a:gd name="csX0" fmla="*/ 74422 w 74422"/>
                <a:gd name="csY0" fmla="*/ 37211 h 74422"/>
                <a:gd name="csX1" fmla="*/ 37211 w 74422"/>
                <a:gd name="csY1" fmla="*/ 74422 h 74422"/>
                <a:gd name="csX2" fmla="*/ 0 w 74422"/>
                <a:gd name="csY2" fmla="*/ 37211 h 74422"/>
                <a:gd name="csX3" fmla="*/ 37211 w 74422"/>
                <a:gd name="csY3" fmla="*/ 0 h 74422"/>
                <a:gd name="csX4" fmla="*/ 74422 w 74422"/>
                <a:gd name="csY4" fmla="*/ 37211 h 74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422" h="74422">
                  <a:moveTo>
                    <a:pt x="74422" y="37211"/>
                  </a:moveTo>
                  <a:cubicBezTo>
                    <a:pt x="74422" y="57762"/>
                    <a:pt x="57762" y="74422"/>
                    <a:pt x="37211" y="74422"/>
                  </a:cubicBezTo>
                  <a:cubicBezTo>
                    <a:pt x="16660" y="74422"/>
                    <a:pt x="0" y="57762"/>
                    <a:pt x="0" y="37211"/>
                  </a:cubicBezTo>
                  <a:cubicBezTo>
                    <a:pt x="0" y="16660"/>
                    <a:pt x="16660" y="0"/>
                    <a:pt x="37211" y="0"/>
                  </a:cubicBezTo>
                  <a:cubicBezTo>
                    <a:pt x="57762" y="0"/>
                    <a:pt x="74422" y="16660"/>
                    <a:pt x="74422" y="37211"/>
                  </a:cubicBezTo>
                  <a:close/>
                </a:path>
              </a:pathLst>
            </a:custGeom>
            <a:solidFill>
              <a:srgbClr val="B59AE3"/>
            </a:solidFill>
            <a:ln w="11430" cap="rnd">
              <a:solidFill>
                <a:srgbClr val="B59AE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DBA26BD3-2701-687F-B8E9-BCD68A66218B}"/>
                </a:ext>
              </a:extLst>
            </p:cNvPr>
            <p:cNvSpPr/>
            <p:nvPr/>
          </p:nvSpPr>
          <p:spPr>
            <a:xfrm>
              <a:off x="6037985" y="2274329"/>
              <a:ext cx="29717" cy="29717"/>
            </a:xfrm>
            <a:custGeom>
              <a:avLst/>
              <a:gdLst>
                <a:gd name="csX0" fmla="*/ 29718 w 29717"/>
                <a:gd name="csY0" fmla="*/ 14859 h 29717"/>
                <a:gd name="csX1" fmla="*/ 14859 w 29717"/>
                <a:gd name="csY1" fmla="*/ 29718 h 29717"/>
                <a:gd name="csX2" fmla="*/ 0 w 29717"/>
                <a:gd name="csY2" fmla="*/ 14859 h 29717"/>
                <a:gd name="csX3" fmla="*/ 14859 w 29717"/>
                <a:gd name="csY3" fmla="*/ 0 h 29717"/>
                <a:gd name="csX4" fmla="*/ 29718 w 29717"/>
                <a:gd name="csY4" fmla="*/ 14859 h 29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717" h="29717">
                  <a:moveTo>
                    <a:pt x="29718" y="14859"/>
                  </a:moveTo>
                  <a:cubicBezTo>
                    <a:pt x="29718" y="23065"/>
                    <a:pt x="23065" y="29718"/>
                    <a:pt x="14859" y="29718"/>
                  </a:cubicBezTo>
                  <a:cubicBezTo>
                    <a:pt x="6653" y="29718"/>
                    <a:pt x="0" y="23065"/>
                    <a:pt x="0" y="14859"/>
                  </a:cubicBezTo>
                  <a:cubicBezTo>
                    <a:pt x="0" y="6653"/>
                    <a:pt x="6653" y="0"/>
                    <a:pt x="14859" y="0"/>
                  </a:cubicBezTo>
                  <a:cubicBezTo>
                    <a:pt x="23066" y="0"/>
                    <a:pt x="29718" y="6653"/>
                    <a:pt x="29718" y="14859"/>
                  </a:cubicBezTo>
                  <a:close/>
                </a:path>
              </a:pathLst>
            </a:custGeom>
            <a:solidFill>
              <a:srgbClr val="9972ED"/>
            </a:solidFill>
            <a:ln w="11430" cap="rnd">
              <a:solidFill>
                <a:srgbClr val="9972ED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8C732E40-AF4D-47BE-FF5D-097F4C8949A6}"/>
                </a:ext>
              </a:extLst>
            </p:cNvPr>
            <p:cNvSpPr/>
            <p:nvPr/>
          </p:nvSpPr>
          <p:spPr>
            <a:xfrm>
              <a:off x="6031508" y="2023249"/>
              <a:ext cx="42672" cy="42672"/>
            </a:xfrm>
            <a:custGeom>
              <a:avLst/>
              <a:gdLst>
                <a:gd name="csX0" fmla="*/ 42672 w 42672"/>
                <a:gd name="csY0" fmla="*/ 21336 h 42672"/>
                <a:gd name="csX1" fmla="*/ 21336 w 42672"/>
                <a:gd name="csY1" fmla="*/ 42672 h 42672"/>
                <a:gd name="csX2" fmla="*/ 0 w 42672"/>
                <a:gd name="csY2" fmla="*/ 21336 h 42672"/>
                <a:gd name="csX3" fmla="*/ 21336 w 42672"/>
                <a:gd name="csY3" fmla="*/ 0 h 42672"/>
                <a:gd name="csX4" fmla="*/ 42672 w 42672"/>
                <a:gd name="csY4" fmla="*/ 21336 h 42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672" h="42672">
                  <a:moveTo>
                    <a:pt x="42672" y="21336"/>
                  </a:moveTo>
                  <a:cubicBezTo>
                    <a:pt x="42672" y="33120"/>
                    <a:pt x="33119" y="42672"/>
                    <a:pt x="21336" y="42672"/>
                  </a:cubicBezTo>
                  <a:cubicBezTo>
                    <a:pt x="9552" y="42672"/>
                    <a:pt x="0" y="33119"/>
                    <a:pt x="0" y="21336"/>
                  </a:cubicBezTo>
                  <a:cubicBezTo>
                    <a:pt x="0" y="9552"/>
                    <a:pt x="9553" y="0"/>
                    <a:pt x="21336" y="0"/>
                  </a:cubicBezTo>
                  <a:cubicBezTo>
                    <a:pt x="33120" y="0"/>
                    <a:pt x="42672" y="9553"/>
                    <a:pt x="42672" y="21336"/>
                  </a:cubicBezTo>
                  <a:close/>
                </a:path>
              </a:pathLst>
            </a:custGeom>
            <a:solidFill>
              <a:srgbClr val="3519FD"/>
            </a:solidFill>
            <a:ln w="11430" cap="rnd">
              <a:solidFill>
                <a:srgbClr val="3519FD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F950FBD3-D9C2-EFEF-A89E-E4E42EDADD01}"/>
                </a:ext>
              </a:extLst>
            </p:cNvPr>
            <p:cNvSpPr/>
            <p:nvPr/>
          </p:nvSpPr>
          <p:spPr>
            <a:xfrm>
              <a:off x="6036334" y="1783474"/>
              <a:ext cx="33020" cy="33020"/>
            </a:xfrm>
            <a:custGeom>
              <a:avLst/>
              <a:gdLst>
                <a:gd name="csX0" fmla="*/ 33020 w 33020"/>
                <a:gd name="csY0" fmla="*/ 16510 h 33020"/>
                <a:gd name="csX1" fmla="*/ 16510 w 33020"/>
                <a:gd name="csY1" fmla="*/ 33020 h 33020"/>
                <a:gd name="csX2" fmla="*/ 0 w 33020"/>
                <a:gd name="csY2" fmla="*/ 16510 h 33020"/>
                <a:gd name="csX3" fmla="*/ 16510 w 33020"/>
                <a:gd name="csY3" fmla="*/ 0 h 33020"/>
                <a:gd name="csX4" fmla="*/ 33020 w 33020"/>
                <a:gd name="csY4" fmla="*/ 16510 h 3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020" h="33020">
                  <a:moveTo>
                    <a:pt x="33020" y="16510"/>
                  </a:moveTo>
                  <a:cubicBezTo>
                    <a:pt x="33020" y="25628"/>
                    <a:pt x="25628" y="33020"/>
                    <a:pt x="16510" y="33020"/>
                  </a:cubicBezTo>
                  <a:cubicBezTo>
                    <a:pt x="7392" y="33020"/>
                    <a:pt x="0" y="25628"/>
                    <a:pt x="0" y="16510"/>
                  </a:cubicBezTo>
                  <a:cubicBezTo>
                    <a:pt x="0" y="7392"/>
                    <a:pt x="7392" y="0"/>
                    <a:pt x="16510" y="0"/>
                  </a:cubicBezTo>
                  <a:cubicBezTo>
                    <a:pt x="25628" y="0"/>
                    <a:pt x="33020" y="7392"/>
                    <a:pt x="33020" y="16510"/>
                  </a:cubicBezTo>
                  <a:close/>
                </a:path>
              </a:pathLst>
            </a:custGeom>
            <a:solidFill>
              <a:srgbClr val="8157F3"/>
            </a:solidFill>
            <a:ln w="11430" cap="rnd">
              <a:solidFill>
                <a:srgbClr val="8157F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A708B297-B758-E6E8-EC1A-024DD8CF6389}"/>
                </a:ext>
              </a:extLst>
            </p:cNvPr>
            <p:cNvSpPr/>
            <p:nvPr/>
          </p:nvSpPr>
          <p:spPr>
            <a:xfrm>
              <a:off x="6038493" y="1541031"/>
              <a:ext cx="28701" cy="28701"/>
            </a:xfrm>
            <a:custGeom>
              <a:avLst/>
              <a:gdLst>
                <a:gd name="csX0" fmla="*/ 28702 w 28701"/>
                <a:gd name="csY0" fmla="*/ 14351 h 28701"/>
                <a:gd name="csX1" fmla="*/ 14351 w 28701"/>
                <a:gd name="csY1" fmla="*/ 28702 h 28701"/>
                <a:gd name="csX2" fmla="*/ 0 w 28701"/>
                <a:gd name="csY2" fmla="*/ 14351 h 28701"/>
                <a:gd name="csX3" fmla="*/ 14351 w 28701"/>
                <a:gd name="csY3" fmla="*/ 0 h 28701"/>
                <a:gd name="csX4" fmla="*/ 28702 w 28701"/>
                <a:gd name="csY4" fmla="*/ 14351 h 28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701" h="28701">
                  <a:moveTo>
                    <a:pt x="28702" y="14351"/>
                  </a:moveTo>
                  <a:cubicBezTo>
                    <a:pt x="28702" y="22277"/>
                    <a:pt x="22277" y="28702"/>
                    <a:pt x="14351" y="28702"/>
                  </a:cubicBezTo>
                  <a:cubicBezTo>
                    <a:pt x="6425" y="28702"/>
                    <a:pt x="0" y="22277"/>
                    <a:pt x="0" y="14351"/>
                  </a:cubicBezTo>
                  <a:cubicBezTo>
                    <a:pt x="0" y="6425"/>
                    <a:pt x="6425" y="0"/>
                    <a:pt x="14351" y="0"/>
                  </a:cubicBezTo>
                  <a:cubicBezTo>
                    <a:pt x="22277" y="0"/>
                    <a:pt x="28702" y="6425"/>
                    <a:pt x="28702" y="14351"/>
                  </a:cubicBezTo>
                  <a:close/>
                </a:path>
              </a:pathLst>
            </a:custGeom>
            <a:solidFill>
              <a:srgbClr val="6037F9"/>
            </a:solidFill>
            <a:ln w="11430" cap="rnd">
              <a:solidFill>
                <a:srgbClr val="6037F9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E60B313F-D472-0144-A0B0-3CBA729803E0}"/>
                </a:ext>
              </a:extLst>
            </p:cNvPr>
            <p:cNvSpPr/>
            <p:nvPr/>
          </p:nvSpPr>
          <p:spPr>
            <a:xfrm>
              <a:off x="6046748" y="1304683"/>
              <a:ext cx="12191" cy="12192"/>
            </a:xfrm>
            <a:custGeom>
              <a:avLst/>
              <a:gdLst>
                <a:gd name="csX0" fmla="*/ 12192 w 12191"/>
                <a:gd name="csY0" fmla="*/ 6096 h 12192"/>
                <a:gd name="csX1" fmla="*/ 6096 w 12191"/>
                <a:gd name="csY1" fmla="*/ 12192 h 12192"/>
                <a:gd name="csX2" fmla="*/ 0 w 12191"/>
                <a:gd name="csY2" fmla="*/ 6096 h 12192"/>
                <a:gd name="csX3" fmla="*/ 6096 w 12191"/>
                <a:gd name="csY3" fmla="*/ 0 h 12192"/>
                <a:gd name="csX4" fmla="*/ 12192 w 12191"/>
                <a:gd name="csY4" fmla="*/ 6096 h 12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91" h="12192">
                  <a:moveTo>
                    <a:pt x="12192" y="6096"/>
                  </a:moveTo>
                  <a:cubicBezTo>
                    <a:pt x="12192" y="9463"/>
                    <a:pt x="9463" y="12192"/>
                    <a:pt x="6096" y="12192"/>
                  </a:cubicBezTo>
                  <a:cubicBezTo>
                    <a:pt x="2729" y="12192"/>
                    <a:pt x="0" y="9463"/>
                    <a:pt x="0" y="6096"/>
                  </a:cubicBezTo>
                  <a:cubicBezTo>
                    <a:pt x="0" y="2729"/>
                    <a:pt x="2729" y="0"/>
                    <a:pt x="6096" y="0"/>
                  </a:cubicBezTo>
                  <a:cubicBezTo>
                    <a:pt x="9463" y="0"/>
                    <a:pt x="12192" y="2729"/>
                    <a:pt x="12192" y="6096"/>
                  </a:cubicBezTo>
                  <a:close/>
                </a:path>
              </a:pathLst>
            </a:custGeom>
            <a:solidFill>
              <a:srgbClr val="B79DE2"/>
            </a:solidFill>
            <a:ln w="11430" cap="rnd">
              <a:solidFill>
                <a:srgbClr val="B79DE2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9E13A430-1A12-AFE0-791C-DC32321A5657}"/>
                </a:ext>
              </a:extLst>
            </p:cNvPr>
            <p:cNvSpPr/>
            <p:nvPr/>
          </p:nvSpPr>
          <p:spPr>
            <a:xfrm>
              <a:off x="6045605" y="1058939"/>
              <a:ext cx="14477" cy="14477"/>
            </a:xfrm>
            <a:custGeom>
              <a:avLst/>
              <a:gdLst>
                <a:gd name="csX0" fmla="*/ 14478 w 14477"/>
                <a:gd name="csY0" fmla="*/ 7239 h 14477"/>
                <a:gd name="csX1" fmla="*/ 7239 w 14477"/>
                <a:gd name="csY1" fmla="*/ 14478 h 14477"/>
                <a:gd name="csX2" fmla="*/ 0 w 14477"/>
                <a:gd name="csY2" fmla="*/ 7239 h 14477"/>
                <a:gd name="csX3" fmla="*/ 7239 w 14477"/>
                <a:gd name="csY3" fmla="*/ 0 h 14477"/>
                <a:gd name="csX4" fmla="*/ 14478 w 14477"/>
                <a:gd name="csY4" fmla="*/ 7239 h 14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7" h="14477">
                  <a:moveTo>
                    <a:pt x="14478" y="7239"/>
                  </a:moveTo>
                  <a:cubicBezTo>
                    <a:pt x="14478" y="11237"/>
                    <a:pt x="11237" y="14478"/>
                    <a:pt x="7239" y="14478"/>
                  </a:cubicBezTo>
                  <a:cubicBezTo>
                    <a:pt x="3241" y="14478"/>
                    <a:pt x="0" y="11237"/>
                    <a:pt x="0" y="7239"/>
                  </a:cubicBezTo>
                  <a:cubicBezTo>
                    <a:pt x="0" y="3241"/>
                    <a:pt x="3241" y="0"/>
                    <a:pt x="7239" y="0"/>
                  </a:cubicBezTo>
                  <a:cubicBezTo>
                    <a:pt x="11237" y="0"/>
                    <a:pt x="14478" y="3241"/>
                    <a:pt x="14478" y="7239"/>
                  </a:cubicBezTo>
                  <a:close/>
                </a:path>
              </a:pathLst>
            </a:custGeom>
            <a:solidFill>
              <a:srgbClr val="C2B1DD"/>
            </a:solidFill>
            <a:ln w="11430" cap="rnd">
              <a:solidFill>
                <a:srgbClr val="C2B1DD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B1D5C4B4-E75C-73D4-0993-3BC8468001D9}"/>
                </a:ext>
              </a:extLst>
            </p:cNvPr>
            <p:cNvSpPr/>
            <p:nvPr/>
          </p:nvSpPr>
          <p:spPr>
            <a:xfrm>
              <a:off x="6009918" y="778649"/>
              <a:ext cx="85851" cy="85852"/>
            </a:xfrm>
            <a:custGeom>
              <a:avLst/>
              <a:gdLst>
                <a:gd name="csX0" fmla="*/ 85852 w 85851"/>
                <a:gd name="csY0" fmla="*/ 42926 h 85852"/>
                <a:gd name="csX1" fmla="*/ 42926 w 85851"/>
                <a:gd name="csY1" fmla="*/ 85852 h 85852"/>
                <a:gd name="csX2" fmla="*/ 0 w 85851"/>
                <a:gd name="csY2" fmla="*/ 42926 h 85852"/>
                <a:gd name="csX3" fmla="*/ 42926 w 85851"/>
                <a:gd name="csY3" fmla="*/ 0 h 85852"/>
                <a:gd name="csX4" fmla="*/ 85852 w 85851"/>
                <a:gd name="csY4" fmla="*/ 42926 h 85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851" h="85852">
                  <a:moveTo>
                    <a:pt x="85852" y="42926"/>
                  </a:moveTo>
                  <a:cubicBezTo>
                    <a:pt x="85852" y="66633"/>
                    <a:pt x="66633" y="85852"/>
                    <a:pt x="42926" y="85852"/>
                  </a:cubicBezTo>
                  <a:cubicBezTo>
                    <a:pt x="19218" y="85852"/>
                    <a:pt x="0" y="66633"/>
                    <a:pt x="0" y="42926"/>
                  </a:cubicBezTo>
                  <a:cubicBezTo>
                    <a:pt x="0" y="19219"/>
                    <a:pt x="19218" y="0"/>
                    <a:pt x="42926" y="0"/>
                  </a:cubicBezTo>
                  <a:cubicBezTo>
                    <a:pt x="66633" y="0"/>
                    <a:pt x="85852" y="19219"/>
                    <a:pt x="85852" y="42926"/>
                  </a:cubicBezTo>
                  <a:close/>
                </a:path>
              </a:pathLst>
            </a:custGeom>
            <a:solidFill>
              <a:srgbClr val="794EF5"/>
            </a:solidFill>
            <a:ln w="11430" cap="rnd">
              <a:solidFill>
                <a:srgbClr val="794EF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E31271EC-31C1-4328-1FC4-BE636FB09862}"/>
                </a:ext>
              </a:extLst>
            </p:cNvPr>
            <p:cNvSpPr/>
            <p:nvPr/>
          </p:nvSpPr>
          <p:spPr>
            <a:xfrm>
              <a:off x="6002679" y="526809"/>
              <a:ext cx="100329" cy="100330"/>
            </a:xfrm>
            <a:custGeom>
              <a:avLst/>
              <a:gdLst>
                <a:gd name="csX0" fmla="*/ 100330 w 100329"/>
                <a:gd name="csY0" fmla="*/ 50165 h 100330"/>
                <a:gd name="csX1" fmla="*/ 50165 w 100329"/>
                <a:gd name="csY1" fmla="*/ 100330 h 100330"/>
                <a:gd name="csX2" fmla="*/ 0 w 100329"/>
                <a:gd name="csY2" fmla="*/ 50165 h 100330"/>
                <a:gd name="csX3" fmla="*/ 50165 w 100329"/>
                <a:gd name="csY3" fmla="*/ 0 h 100330"/>
                <a:gd name="csX4" fmla="*/ 100330 w 100329"/>
                <a:gd name="csY4" fmla="*/ 50165 h 100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329" h="100330">
                  <a:moveTo>
                    <a:pt x="100330" y="50165"/>
                  </a:moveTo>
                  <a:cubicBezTo>
                    <a:pt x="100330" y="77870"/>
                    <a:pt x="77870" y="100330"/>
                    <a:pt x="50165" y="100330"/>
                  </a:cubicBezTo>
                  <a:cubicBezTo>
                    <a:pt x="22460" y="100330"/>
                    <a:pt x="0" y="77870"/>
                    <a:pt x="0" y="50165"/>
                  </a:cubicBezTo>
                  <a:cubicBezTo>
                    <a:pt x="0" y="22460"/>
                    <a:pt x="22460" y="0"/>
                    <a:pt x="50165" y="0"/>
                  </a:cubicBezTo>
                  <a:cubicBezTo>
                    <a:pt x="77870" y="0"/>
                    <a:pt x="100330" y="22460"/>
                    <a:pt x="100330" y="50165"/>
                  </a:cubicBezTo>
                  <a:close/>
                </a:path>
              </a:pathLst>
            </a:custGeom>
            <a:solidFill>
              <a:srgbClr val="0000FF"/>
            </a:solidFill>
            <a:ln w="11430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66C3A520-EFF9-936E-E3C3-807D0987B7B6}"/>
                </a:ext>
              </a:extLst>
            </p:cNvPr>
            <p:cNvSpPr/>
            <p:nvPr/>
          </p:nvSpPr>
          <p:spPr>
            <a:xfrm>
              <a:off x="6041160" y="320688"/>
              <a:ext cx="23367" cy="23368"/>
            </a:xfrm>
            <a:custGeom>
              <a:avLst/>
              <a:gdLst>
                <a:gd name="csX0" fmla="*/ 23368 w 23367"/>
                <a:gd name="csY0" fmla="*/ 11684 h 23368"/>
                <a:gd name="csX1" fmla="*/ 11684 w 23367"/>
                <a:gd name="csY1" fmla="*/ 23368 h 23368"/>
                <a:gd name="csX2" fmla="*/ 0 w 23367"/>
                <a:gd name="csY2" fmla="*/ 11684 h 23368"/>
                <a:gd name="csX3" fmla="*/ 11684 w 23367"/>
                <a:gd name="csY3" fmla="*/ 0 h 23368"/>
                <a:gd name="csX4" fmla="*/ 23368 w 23367"/>
                <a:gd name="csY4" fmla="*/ 11684 h 233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367" h="23368">
                  <a:moveTo>
                    <a:pt x="23368" y="11684"/>
                  </a:moveTo>
                  <a:cubicBezTo>
                    <a:pt x="23368" y="18137"/>
                    <a:pt x="18137" y="23368"/>
                    <a:pt x="11684" y="23368"/>
                  </a:cubicBezTo>
                  <a:cubicBezTo>
                    <a:pt x="5231" y="23368"/>
                    <a:pt x="0" y="18137"/>
                    <a:pt x="0" y="11684"/>
                  </a:cubicBezTo>
                  <a:cubicBezTo>
                    <a:pt x="0" y="5231"/>
                    <a:pt x="5231" y="0"/>
                    <a:pt x="11684" y="0"/>
                  </a:cubicBezTo>
                  <a:cubicBezTo>
                    <a:pt x="18137" y="0"/>
                    <a:pt x="23368" y="5231"/>
                    <a:pt x="23368" y="11684"/>
                  </a:cubicBezTo>
                  <a:close/>
                </a:path>
              </a:pathLst>
            </a:custGeom>
            <a:solidFill>
              <a:srgbClr val="D3D3D3"/>
            </a:solidFill>
            <a:ln w="11430" cap="rnd">
              <a:solidFill>
                <a:srgbClr val="D3D3D3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A89E50DD-23CC-E7E8-C791-A746F77B7595}"/>
                </a:ext>
              </a:extLst>
            </p:cNvPr>
            <p:cNvSpPr/>
            <p:nvPr/>
          </p:nvSpPr>
          <p:spPr>
            <a:xfrm>
              <a:off x="6290334" y="3987051"/>
              <a:ext cx="28448" cy="28448"/>
            </a:xfrm>
            <a:custGeom>
              <a:avLst/>
              <a:gdLst>
                <a:gd name="csX0" fmla="*/ 28448 w 28448"/>
                <a:gd name="csY0" fmla="*/ 14224 h 28448"/>
                <a:gd name="csX1" fmla="*/ 14224 w 28448"/>
                <a:gd name="csY1" fmla="*/ 28448 h 28448"/>
                <a:gd name="csX2" fmla="*/ 0 w 28448"/>
                <a:gd name="csY2" fmla="*/ 14224 h 28448"/>
                <a:gd name="csX3" fmla="*/ 14224 w 28448"/>
                <a:gd name="csY3" fmla="*/ 0 h 28448"/>
                <a:gd name="csX4" fmla="*/ 28448 w 28448"/>
                <a:gd name="csY4" fmla="*/ 14224 h 28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448" h="28448">
                  <a:moveTo>
                    <a:pt x="28448" y="14224"/>
                  </a:moveTo>
                  <a:cubicBezTo>
                    <a:pt x="28448" y="22080"/>
                    <a:pt x="22080" y="28448"/>
                    <a:pt x="14224" y="28448"/>
                  </a:cubicBezTo>
                  <a:cubicBezTo>
                    <a:pt x="6368" y="28448"/>
                    <a:pt x="0" y="22080"/>
                    <a:pt x="0" y="14224"/>
                  </a:cubicBezTo>
                  <a:cubicBezTo>
                    <a:pt x="0" y="6368"/>
                    <a:pt x="6368" y="0"/>
                    <a:pt x="14224" y="0"/>
                  </a:cubicBezTo>
                  <a:cubicBezTo>
                    <a:pt x="22080" y="0"/>
                    <a:pt x="28448" y="6368"/>
                    <a:pt x="28448" y="14224"/>
                  </a:cubicBezTo>
                  <a:close/>
                </a:path>
              </a:pathLst>
            </a:custGeom>
            <a:solidFill>
              <a:srgbClr val="B296E4"/>
            </a:solidFill>
            <a:ln w="11430" cap="rnd">
              <a:solidFill>
                <a:srgbClr val="B296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F9C209C9-FAA0-B72F-D056-18C5230FC7ED}"/>
                </a:ext>
              </a:extLst>
            </p:cNvPr>
            <p:cNvSpPr/>
            <p:nvPr/>
          </p:nvSpPr>
          <p:spPr>
            <a:xfrm>
              <a:off x="6261378" y="3713493"/>
              <a:ext cx="86360" cy="86359"/>
            </a:xfrm>
            <a:custGeom>
              <a:avLst/>
              <a:gdLst>
                <a:gd name="csX0" fmla="*/ 86360 w 86360"/>
                <a:gd name="csY0" fmla="*/ 43180 h 86359"/>
                <a:gd name="csX1" fmla="*/ 43180 w 86360"/>
                <a:gd name="csY1" fmla="*/ 86360 h 86359"/>
                <a:gd name="csX2" fmla="*/ 0 w 86360"/>
                <a:gd name="csY2" fmla="*/ 43180 h 86359"/>
                <a:gd name="csX3" fmla="*/ 43180 w 86360"/>
                <a:gd name="csY3" fmla="*/ 0 h 86359"/>
                <a:gd name="csX4" fmla="*/ 86360 w 86360"/>
                <a:gd name="csY4" fmla="*/ 43180 h 86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360" h="86359">
                  <a:moveTo>
                    <a:pt x="86360" y="43180"/>
                  </a:moveTo>
                  <a:cubicBezTo>
                    <a:pt x="86360" y="67028"/>
                    <a:pt x="67028" y="86360"/>
                    <a:pt x="43180" y="86360"/>
                  </a:cubicBezTo>
                  <a:cubicBezTo>
                    <a:pt x="19333" y="86360"/>
                    <a:pt x="0" y="67028"/>
                    <a:pt x="0" y="43180"/>
                  </a:cubicBezTo>
                  <a:cubicBezTo>
                    <a:pt x="0" y="19332"/>
                    <a:pt x="19333" y="0"/>
                    <a:pt x="43180" y="0"/>
                  </a:cubicBezTo>
                  <a:cubicBezTo>
                    <a:pt x="67028" y="0"/>
                    <a:pt x="86360" y="19332"/>
                    <a:pt x="86360" y="43180"/>
                  </a:cubicBezTo>
                  <a:close/>
                </a:path>
              </a:pathLst>
            </a:custGeom>
            <a:solidFill>
              <a:srgbClr val="AA89E8"/>
            </a:solidFill>
            <a:ln w="11430" cap="rnd">
              <a:solidFill>
                <a:srgbClr val="AA89E8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2384FBEF-857D-5B69-7FCD-DC5A12F9DC25}"/>
                </a:ext>
              </a:extLst>
            </p:cNvPr>
            <p:cNvSpPr/>
            <p:nvPr/>
          </p:nvSpPr>
          <p:spPr>
            <a:xfrm>
              <a:off x="6243852" y="3451365"/>
              <a:ext cx="121412" cy="121411"/>
            </a:xfrm>
            <a:custGeom>
              <a:avLst/>
              <a:gdLst>
                <a:gd name="csX0" fmla="*/ 121412 w 121412"/>
                <a:gd name="csY0" fmla="*/ 60706 h 121411"/>
                <a:gd name="csX1" fmla="*/ 60706 w 121412"/>
                <a:gd name="csY1" fmla="*/ 121412 h 121411"/>
                <a:gd name="csX2" fmla="*/ 0 w 121412"/>
                <a:gd name="csY2" fmla="*/ 60706 h 121411"/>
                <a:gd name="csX3" fmla="*/ 60706 w 121412"/>
                <a:gd name="csY3" fmla="*/ 0 h 121411"/>
                <a:gd name="csX4" fmla="*/ 121412 w 121412"/>
                <a:gd name="csY4" fmla="*/ 60706 h 121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412" h="121411">
                  <a:moveTo>
                    <a:pt x="121412" y="60706"/>
                  </a:moveTo>
                  <a:cubicBezTo>
                    <a:pt x="121412" y="94233"/>
                    <a:pt x="94233" y="121412"/>
                    <a:pt x="60706" y="121412"/>
                  </a:cubicBezTo>
                  <a:cubicBezTo>
                    <a:pt x="27179" y="121412"/>
                    <a:pt x="0" y="94233"/>
                    <a:pt x="0" y="60706"/>
                  </a:cubicBezTo>
                  <a:cubicBezTo>
                    <a:pt x="0" y="27179"/>
                    <a:pt x="27179" y="0"/>
                    <a:pt x="60706" y="0"/>
                  </a:cubicBezTo>
                  <a:cubicBezTo>
                    <a:pt x="94233" y="0"/>
                    <a:pt x="121412" y="27179"/>
                    <a:pt x="121412" y="60706"/>
                  </a:cubicBezTo>
                  <a:close/>
                </a:path>
              </a:pathLst>
            </a:custGeom>
            <a:solidFill>
              <a:srgbClr val="542EFA"/>
            </a:solidFill>
            <a:ln w="11430" cap="rnd">
              <a:solidFill>
                <a:srgbClr val="542EFA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A9E22841-9353-73A0-9395-98F8A9A1FF4E}"/>
                </a:ext>
              </a:extLst>
            </p:cNvPr>
            <p:cNvSpPr/>
            <p:nvPr/>
          </p:nvSpPr>
          <p:spPr>
            <a:xfrm>
              <a:off x="6295668" y="3258579"/>
              <a:ext cx="17779" cy="17779"/>
            </a:xfrm>
            <a:custGeom>
              <a:avLst/>
              <a:gdLst>
                <a:gd name="csX0" fmla="*/ 17780 w 17779"/>
                <a:gd name="csY0" fmla="*/ 8890 h 17779"/>
                <a:gd name="csX1" fmla="*/ 8890 w 17779"/>
                <a:gd name="csY1" fmla="*/ 17780 h 17779"/>
                <a:gd name="csX2" fmla="*/ 0 w 17779"/>
                <a:gd name="csY2" fmla="*/ 8890 h 17779"/>
                <a:gd name="csX3" fmla="*/ 8890 w 17779"/>
                <a:gd name="csY3" fmla="*/ 0 h 17779"/>
                <a:gd name="csX4" fmla="*/ 17780 w 17779"/>
                <a:gd name="csY4" fmla="*/ 8890 h 17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779" h="17779">
                  <a:moveTo>
                    <a:pt x="17780" y="8890"/>
                  </a:moveTo>
                  <a:cubicBezTo>
                    <a:pt x="17780" y="13800"/>
                    <a:pt x="13800" y="17780"/>
                    <a:pt x="8890" y="17780"/>
                  </a:cubicBezTo>
                  <a:cubicBezTo>
                    <a:pt x="3980" y="17780"/>
                    <a:pt x="0" y="13800"/>
                    <a:pt x="0" y="8890"/>
                  </a:cubicBezTo>
                  <a:cubicBezTo>
                    <a:pt x="0" y="3980"/>
                    <a:pt x="3980" y="0"/>
                    <a:pt x="8890" y="0"/>
                  </a:cubicBezTo>
                  <a:cubicBezTo>
                    <a:pt x="13800" y="0"/>
                    <a:pt x="17780" y="3980"/>
                    <a:pt x="17780" y="8890"/>
                  </a:cubicBezTo>
                  <a:close/>
                </a:path>
              </a:pathLst>
            </a:custGeom>
            <a:solidFill>
              <a:srgbClr val="C3B3DD"/>
            </a:solidFill>
            <a:ln w="11430" cap="rnd">
              <a:solidFill>
                <a:srgbClr val="C3B3DD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7DA5A641-7C95-A97C-CA40-40BAEDB02E89}"/>
                </a:ext>
              </a:extLst>
            </p:cNvPr>
            <p:cNvSpPr/>
            <p:nvPr/>
          </p:nvSpPr>
          <p:spPr>
            <a:xfrm>
              <a:off x="6236740" y="2955176"/>
              <a:ext cx="135636" cy="135636"/>
            </a:xfrm>
            <a:custGeom>
              <a:avLst/>
              <a:gdLst>
                <a:gd name="csX0" fmla="*/ 135636 w 135636"/>
                <a:gd name="csY0" fmla="*/ 67818 h 135636"/>
                <a:gd name="csX1" fmla="*/ 67818 w 135636"/>
                <a:gd name="csY1" fmla="*/ 135636 h 135636"/>
                <a:gd name="csX2" fmla="*/ 0 w 135636"/>
                <a:gd name="csY2" fmla="*/ 67818 h 135636"/>
                <a:gd name="csX3" fmla="*/ 67818 w 135636"/>
                <a:gd name="csY3" fmla="*/ 0 h 135636"/>
                <a:gd name="csX4" fmla="*/ 135636 w 135636"/>
                <a:gd name="csY4" fmla="*/ 67818 h 13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636" h="135636">
                  <a:moveTo>
                    <a:pt x="135636" y="67818"/>
                  </a:moveTo>
                  <a:cubicBezTo>
                    <a:pt x="135636" y="105273"/>
                    <a:pt x="105273" y="135636"/>
                    <a:pt x="67818" y="135636"/>
                  </a:cubicBezTo>
                  <a:cubicBezTo>
                    <a:pt x="30363" y="135636"/>
                    <a:pt x="0" y="105273"/>
                    <a:pt x="0" y="67818"/>
                  </a:cubicBezTo>
                  <a:cubicBezTo>
                    <a:pt x="0" y="30363"/>
                    <a:pt x="30363" y="0"/>
                    <a:pt x="67818" y="0"/>
                  </a:cubicBezTo>
                  <a:cubicBezTo>
                    <a:pt x="105273" y="0"/>
                    <a:pt x="135636" y="30363"/>
                    <a:pt x="135636" y="67818"/>
                  </a:cubicBezTo>
                  <a:close/>
                </a:path>
              </a:pathLst>
            </a:custGeom>
            <a:solidFill>
              <a:srgbClr val="AE90E6"/>
            </a:solidFill>
            <a:ln w="11430" cap="rnd">
              <a:solidFill>
                <a:srgbClr val="AE90E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7CA90652-CD31-1D90-DA80-C5A23B041E33}"/>
                </a:ext>
              </a:extLst>
            </p:cNvPr>
            <p:cNvSpPr/>
            <p:nvPr/>
          </p:nvSpPr>
          <p:spPr>
            <a:xfrm>
              <a:off x="6288556" y="2762390"/>
              <a:ext cx="32003" cy="32003"/>
            </a:xfrm>
            <a:custGeom>
              <a:avLst/>
              <a:gdLst>
                <a:gd name="csX0" fmla="*/ 32004 w 32003"/>
                <a:gd name="csY0" fmla="*/ 16002 h 32003"/>
                <a:gd name="csX1" fmla="*/ 16002 w 32003"/>
                <a:gd name="csY1" fmla="*/ 32004 h 32003"/>
                <a:gd name="csX2" fmla="*/ 0 w 32003"/>
                <a:gd name="csY2" fmla="*/ 16002 h 32003"/>
                <a:gd name="csX3" fmla="*/ 16002 w 32003"/>
                <a:gd name="csY3" fmla="*/ 0 h 32003"/>
                <a:gd name="csX4" fmla="*/ 32004 w 32003"/>
                <a:gd name="csY4" fmla="*/ 16002 h 32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003" h="32003">
                  <a:moveTo>
                    <a:pt x="32004" y="16002"/>
                  </a:moveTo>
                  <a:cubicBezTo>
                    <a:pt x="32004" y="24840"/>
                    <a:pt x="24840" y="32004"/>
                    <a:pt x="16002" y="32004"/>
                  </a:cubicBezTo>
                  <a:cubicBezTo>
                    <a:pt x="7164" y="32004"/>
                    <a:pt x="0" y="24840"/>
                    <a:pt x="0" y="16002"/>
                  </a:cubicBezTo>
                  <a:cubicBezTo>
                    <a:pt x="0" y="7164"/>
                    <a:pt x="7164" y="0"/>
                    <a:pt x="16002" y="0"/>
                  </a:cubicBezTo>
                  <a:cubicBezTo>
                    <a:pt x="24840" y="0"/>
                    <a:pt x="32004" y="7164"/>
                    <a:pt x="32004" y="16002"/>
                  </a:cubicBezTo>
                  <a:close/>
                </a:path>
              </a:pathLst>
            </a:custGeom>
            <a:solidFill>
              <a:srgbClr val="B194E5"/>
            </a:solidFill>
            <a:ln w="11430" cap="rnd">
              <a:solidFill>
                <a:srgbClr val="B194E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11F5F643-DB74-05C9-1925-14AE1E717814}"/>
                </a:ext>
              </a:extLst>
            </p:cNvPr>
            <p:cNvSpPr/>
            <p:nvPr/>
          </p:nvSpPr>
          <p:spPr>
            <a:xfrm>
              <a:off x="6263410" y="2492642"/>
              <a:ext cx="82296" cy="82296"/>
            </a:xfrm>
            <a:custGeom>
              <a:avLst/>
              <a:gdLst>
                <a:gd name="csX0" fmla="*/ 82296 w 82296"/>
                <a:gd name="csY0" fmla="*/ 41148 h 82296"/>
                <a:gd name="csX1" fmla="*/ 41148 w 82296"/>
                <a:gd name="csY1" fmla="*/ 82296 h 82296"/>
                <a:gd name="csX2" fmla="*/ 0 w 82296"/>
                <a:gd name="csY2" fmla="*/ 41148 h 82296"/>
                <a:gd name="csX3" fmla="*/ 41148 w 82296"/>
                <a:gd name="csY3" fmla="*/ 0 h 82296"/>
                <a:gd name="csX4" fmla="*/ 82296 w 82296"/>
                <a:gd name="csY4" fmla="*/ 41148 h 82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296" h="82296">
                  <a:moveTo>
                    <a:pt x="82296" y="41148"/>
                  </a:moveTo>
                  <a:cubicBezTo>
                    <a:pt x="82296" y="63873"/>
                    <a:pt x="63873" y="82296"/>
                    <a:pt x="41148" y="82296"/>
                  </a:cubicBezTo>
                  <a:cubicBezTo>
                    <a:pt x="18423" y="82296"/>
                    <a:pt x="0" y="63873"/>
                    <a:pt x="0" y="41148"/>
                  </a:cubicBezTo>
                  <a:cubicBezTo>
                    <a:pt x="0" y="18423"/>
                    <a:pt x="18422" y="0"/>
                    <a:pt x="41148" y="0"/>
                  </a:cubicBezTo>
                  <a:cubicBezTo>
                    <a:pt x="63873" y="0"/>
                    <a:pt x="82296" y="18422"/>
                    <a:pt x="82296" y="41148"/>
                  </a:cubicBezTo>
                  <a:close/>
                </a:path>
              </a:pathLst>
            </a:custGeom>
            <a:solidFill>
              <a:srgbClr val="B89FE2"/>
            </a:solidFill>
            <a:ln w="11430" cap="rnd">
              <a:solidFill>
                <a:srgbClr val="B89FE2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AA1E10D8-1CFF-70B3-1AA1-C3B462CB27D1}"/>
                </a:ext>
              </a:extLst>
            </p:cNvPr>
            <p:cNvSpPr/>
            <p:nvPr/>
          </p:nvSpPr>
          <p:spPr>
            <a:xfrm>
              <a:off x="6296176" y="2280806"/>
              <a:ext cx="16763" cy="16763"/>
            </a:xfrm>
            <a:custGeom>
              <a:avLst/>
              <a:gdLst>
                <a:gd name="csX0" fmla="*/ 16764 w 16763"/>
                <a:gd name="csY0" fmla="*/ 8382 h 16763"/>
                <a:gd name="csX1" fmla="*/ 8382 w 16763"/>
                <a:gd name="csY1" fmla="*/ 16764 h 16763"/>
                <a:gd name="csX2" fmla="*/ 0 w 16763"/>
                <a:gd name="csY2" fmla="*/ 8382 h 16763"/>
                <a:gd name="csX3" fmla="*/ 8382 w 16763"/>
                <a:gd name="csY3" fmla="*/ 0 h 16763"/>
                <a:gd name="csX4" fmla="*/ 16764 w 16763"/>
                <a:gd name="csY4" fmla="*/ 8382 h 16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63" h="16763">
                  <a:moveTo>
                    <a:pt x="16764" y="8382"/>
                  </a:moveTo>
                  <a:cubicBezTo>
                    <a:pt x="16764" y="13011"/>
                    <a:pt x="13011" y="16764"/>
                    <a:pt x="8382" y="16764"/>
                  </a:cubicBezTo>
                  <a:cubicBezTo>
                    <a:pt x="3753" y="16764"/>
                    <a:pt x="0" y="13011"/>
                    <a:pt x="0" y="8382"/>
                  </a:cubicBezTo>
                  <a:cubicBezTo>
                    <a:pt x="0" y="3753"/>
                    <a:pt x="3753" y="0"/>
                    <a:pt x="8382" y="0"/>
                  </a:cubicBezTo>
                  <a:cubicBezTo>
                    <a:pt x="13011" y="0"/>
                    <a:pt x="16764" y="3753"/>
                    <a:pt x="16764" y="8382"/>
                  </a:cubicBezTo>
                  <a:close/>
                </a:path>
              </a:pathLst>
            </a:custGeom>
            <a:solidFill>
              <a:srgbClr val="CCC3D8"/>
            </a:solidFill>
            <a:ln w="11430" cap="rnd">
              <a:solidFill>
                <a:srgbClr val="CCC3D8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4EC1090C-397C-01A7-4E5A-5FA27F1BDB72}"/>
                </a:ext>
              </a:extLst>
            </p:cNvPr>
            <p:cNvSpPr/>
            <p:nvPr/>
          </p:nvSpPr>
          <p:spPr>
            <a:xfrm>
              <a:off x="6298589" y="2038617"/>
              <a:ext cx="11937" cy="11937"/>
            </a:xfrm>
            <a:custGeom>
              <a:avLst/>
              <a:gdLst>
                <a:gd name="csX0" fmla="*/ 11938 w 11937"/>
                <a:gd name="csY0" fmla="*/ 5969 h 11937"/>
                <a:gd name="csX1" fmla="*/ 5969 w 11937"/>
                <a:gd name="csY1" fmla="*/ 11938 h 11937"/>
                <a:gd name="csX2" fmla="*/ 0 w 11937"/>
                <a:gd name="csY2" fmla="*/ 5969 h 11937"/>
                <a:gd name="csX3" fmla="*/ 5969 w 11937"/>
                <a:gd name="csY3" fmla="*/ 0 h 11937"/>
                <a:gd name="csX4" fmla="*/ 11938 w 11937"/>
                <a:gd name="csY4" fmla="*/ 5969 h 11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37" h="11937">
                  <a:moveTo>
                    <a:pt x="11938" y="5969"/>
                  </a:moveTo>
                  <a:cubicBezTo>
                    <a:pt x="11938" y="9266"/>
                    <a:pt x="9266" y="11938"/>
                    <a:pt x="5969" y="11938"/>
                  </a:cubicBezTo>
                  <a:cubicBezTo>
                    <a:pt x="2672" y="11938"/>
                    <a:pt x="0" y="9266"/>
                    <a:pt x="0" y="5969"/>
                  </a:cubicBezTo>
                  <a:cubicBezTo>
                    <a:pt x="0" y="2673"/>
                    <a:pt x="2672" y="0"/>
                    <a:pt x="5969" y="0"/>
                  </a:cubicBezTo>
                  <a:cubicBezTo>
                    <a:pt x="9265" y="0"/>
                    <a:pt x="11938" y="2672"/>
                    <a:pt x="11938" y="5969"/>
                  </a:cubicBezTo>
                  <a:close/>
                </a:path>
              </a:pathLst>
            </a:custGeom>
            <a:solidFill>
              <a:srgbClr val="BEAADF"/>
            </a:solidFill>
            <a:ln w="11430" cap="rnd">
              <a:solidFill>
                <a:srgbClr val="BEAAD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2A5B5D06-48C5-A770-4C41-E938BB82A6C0}"/>
                </a:ext>
              </a:extLst>
            </p:cNvPr>
            <p:cNvSpPr/>
            <p:nvPr/>
          </p:nvSpPr>
          <p:spPr>
            <a:xfrm>
              <a:off x="6287286" y="1782711"/>
              <a:ext cx="34544" cy="34544"/>
            </a:xfrm>
            <a:custGeom>
              <a:avLst/>
              <a:gdLst>
                <a:gd name="csX0" fmla="*/ 34544 w 34544"/>
                <a:gd name="csY0" fmla="*/ 17272 h 34544"/>
                <a:gd name="csX1" fmla="*/ 17272 w 34544"/>
                <a:gd name="csY1" fmla="*/ 34544 h 34544"/>
                <a:gd name="csX2" fmla="*/ 0 w 34544"/>
                <a:gd name="csY2" fmla="*/ 17272 h 34544"/>
                <a:gd name="csX3" fmla="*/ 17272 w 34544"/>
                <a:gd name="csY3" fmla="*/ 0 h 34544"/>
                <a:gd name="csX4" fmla="*/ 34544 w 34544"/>
                <a:gd name="csY4" fmla="*/ 17272 h 34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4544" h="34544">
                  <a:moveTo>
                    <a:pt x="34544" y="17272"/>
                  </a:moveTo>
                  <a:cubicBezTo>
                    <a:pt x="34544" y="26811"/>
                    <a:pt x="26811" y="34544"/>
                    <a:pt x="17272" y="34544"/>
                  </a:cubicBezTo>
                  <a:cubicBezTo>
                    <a:pt x="7733" y="34544"/>
                    <a:pt x="0" y="26811"/>
                    <a:pt x="0" y="17272"/>
                  </a:cubicBezTo>
                  <a:cubicBezTo>
                    <a:pt x="0" y="7733"/>
                    <a:pt x="7733" y="0"/>
                    <a:pt x="17272" y="0"/>
                  </a:cubicBezTo>
                  <a:cubicBezTo>
                    <a:pt x="26811" y="0"/>
                    <a:pt x="34544" y="7733"/>
                    <a:pt x="34544" y="17272"/>
                  </a:cubicBezTo>
                  <a:close/>
                </a:path>
              </a:pathLst>
            </a:custGeom>
            <a:solidFill>
              <a:srgbClr val="8F66F0"/>
            </a:solidFill>
            <a:ln w="11430" cap="rnd">
              <a:solidFill>
                <a:srgbClr val="8F66F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3E2FC2F4-5377-37BC-21DC-625A89CBAC0F}"/>
                </a:ext>
              </a:extLst>
            </p:cNvPr>
            <p:cNvSpPr/>
            <p:nvPr/>
          </p:nvSpPr>
          <p:spPr>
            <a:xfrm>
              <a:off x="6293001" y="1543825"/>
              <a:ext cx="23113" cy="23113"/>
            </a:xfrm>
            <a:custGeom>
              <a:avLst/>
              <a:gdLst>
                <a:gd name="csX0" fmla="*/ 23114 w 23113"/>
                <a:gd name="csY0" fmla="*/ 11557 h 23113"/>
                <a:gd name="csX1" fmla="*/ 11557 w 23113"/>
                <a:gd name="csY1" fmla="*/ 23114 h 23113"/>
                <a:gd name="csX2" fmla="*/ 0 w 23113"/>
                <a:gd name="csY2" fmla="*/ 11557 h 23113"/>
                <a:gd name="csX3" fmla="*/ 11557 w 23113"/>
                <a:gd name="csY3" fmla="*/ 0 h 23113"/>
                <a:gd name="csX4" fmla="*/ 23114 w 23113"/>
                <a:gd name="csY4" fmla="*/ 11557 h 23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113" h="23113">
                  <a:moveTo>
                    <a:pt x="23114" y="11557"/>
                  </a:moveTo>
                  <a:cubicBezTo>
                    <a:pt x="23114" y="17940"/>
                    <a:pt x="17940" y="23114"/>
                    <a:pt x="11557" y="23114"/>
                  </a:cubicBezTo>
                  <a:cubicBezTo>
                    <a:pt x="5174" y="23114"/>
                    <a:pt x="0" y="17940"/>
                    <a:pt x="0" y="11557"/>
                  </a:cubicBezTo>
                  <a:cubicBezTo>
                    <a:pt x="0" y="5174"/>
                    <a:pt x="5174" y="0"/>
                    <a:pt x="11557" y="0"/>
                  </a:cubicBezTo>
                  <a:cubicBezTo>
                    <a:pt x="17940" y="0"/>
                    <a:pt x="23114" y="5174"/>
                    <a:pt x="23114" y="11557"/>
                  </a:cubicBezTo>
                  <a:close/>
                </a:path>
              </a:pathLst>
            </a:custGeom>
            <a:solidFill>
              <a:srgbClr val="774CF5"/>
            </a:solidFill>
            <a:ln w="11430" cap="rnd">
              <a:solidFill>
                <a:srgbClr val="774CF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EB6632BC-F255-AEF2-DCE4-FBA9D4AD1186}"/>
                </a:ext>
              </a:extLst>
            </p:cNvPr>
            <p:cNvSpPr/>
            <p:nvPr/>
          </p:nvSpPr>
          <p:spPr>
            <a:xfrm>
              <a:off x="6296176" y="1302398"/>
              <a:ext cx="16763" cy="16763"/>
            </a:xfrm>
            <a:custGeom>
              <a:avLst/>
              <a:gdLst>
                <a:gd name="csX0" fmla="*/ 16764 w 16763"/>
                <a:gd name="csY0" fmla="*/ 8382 h 16763"/>
                <a:gd name="csX1" fmla="*/ 8382 w 16763"/>
                <a:gd name="csY1" fmla="*/ 16764 h 16763"/>
                <a:gd name="csX2" fmla="*/ 0 w 16763"/>
                <a:gd name="csY2" fmla="*/ 8382 h 16763"/>
                <a:gd name="csX3" fmla="*/ 8382 w 16763"/>
                <a:gd name="csY3" fmla="*/ 0 h 16763"/>
                <a:gd name="csX4" fmla="*/ 16764 w 16763"/>
                <a:gd name="csY4" fmla="*/ 8382 h 16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63" h="16763">
                  <a:moveTo>
                    <a:pt x="16764" y="8382"/>
                  </a:moveTo>
                  <a:cubicBezTo>
                    <a:pt x="16764" y="13011"/>
                    <a:pt x="13011" y="16764"/>
                    <a:pt x="8382" y="16764"/>
                  </a:cubicBezTo>
                  <a:cubicBezTo>
                    <a:pt x="3753" y="16764"/>
                    <a:pt x="0" y="13011"/>
                    <a:pt x="0" y="8382"/>
                  </a:cubicBezTo>
                  <a:cubicBezTo>
                    <a:pt x="0" y="3753"/>
                    <a:pt x="3753" y="0"/>
                    <a:pt x="8382" y="0"/>
                  </a:cubicBezTo>
                  <a:cubicBezTo>
                    <a:pt x="13011" y="0"/>
                    <a:pt x="16764" y="3753"/>
                    <a:pt x="16764" y="8382"/>
                  </a:cubicBezTo>
                  <a:close/>
                </a:path>
              </a:pathLst>
            </a:custGeom>
            <a:solidFill>
              <a:srgbClr val="AE90E6"/>
            </a:solidFill>
            <a:ln w="11430" cap="rnd">
              <a:solidFill>
                <a:srgbClr val="AE90E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04B10FDA-9D2D-8D34-9DF2-0346B8C2B14D}"/>
                </a:ext>
              </a:extLst>
            </p:cNvPr>
            <p:cNvSpPr/>
            <p:nvPr/>
          </p:nvSpPr>
          <p:spPr>
            <a:xfrm>
              <a:off x="6276872" y="1038492"/>
              <a:ext cx="55372" cy="55372"/>
            </a:xfrm>
            <a:custGeom>
              <a:avLst/>
              <a:gdLst>
                <a:gd name="csX0" fmla="*/ 55372 w 55372"/>
                <a:gd name="csY0" fmla="*/ 27686 h 55372"/>
                <a:gd name="csX1" fmla="*/ 27686 w 55372"/>
                <a:gd name="csY1" fmla="*/ 55372 h 55372"/>
                <a:gd name="csX2" fmla="*/ 0 w 55372"/>
                <a:gd name="csY2" fmla="*/ 27686 h 55372"/>
                <a:gd name="csX3" fmla="*/ 27686 w 55372"/>
                <a:gd name="csY3" fmla="*/ 0 h 55372"/>
                <a:gd name="csX4" fmla="*/ 55372 w 55372"/>
                <a:gd name="csY4" fmla="*/ 27686 h 55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372" h="55372">
                  <a:moveTo>
                    <a:pt x="55372" y="27686"/>
                  </a:moveTo>
                  <a:cubicBezTo>
                    <a:pt x="55372" y="42977"/>
                    <a:pt x="42977" y="55372"/>
                    <a:pt x="27686" y="55372"/>
                  </a:cubicBezTo>
                  <a:cubicBezTo>
                    <a:pt x="12396" y="55372"/>
                    <a:pt x="0" y="42977"/>
                    <a:pt x="0" y="27686"/>
                  </a:cubicBezTo>
                  <a:cubicBezTo>
                    <a:pt x="0" y="12395"/>
                    <a:pt x="12396" y="0"/>
                    <a:pt x="27686" y="0"/>
                  </a:cubicBezTo>
                  <a:cubicBezTo>
                    <a:pt x="42977" y="0"/>
                    <a:pt x="55372" y="12395"/>
                    <a:pt x="55372" y="27686"/>
                  </a:cubicBezTo>
                  <a:close/>
                </a:path>
              </a:pathLst>
            </a:custGeom>
            <a:solidFill>
              <a:srgbClr val="5832FA"/>
            </a:solidFill>
            <a:ln w="11430" cap="rnd">
              <a:solidFill>
                <a:srgbClr val="5832FA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D5846CB1-3E3D-49AE-B815-509677DF91D7}"/>
                </a:ext>
              </a:extLst>
            </p:cNvPr>
            <p:cNvSpPr/>
            <p:nvPr/>
          </p:nvSpPr>
          <p:spPr>
            <a:xfrm>
              <a:off x="6268617" y="785635"/>
              <a:ext cx="71882" cy="71881"/>
            </a:xfrm>
            <a:custGeom>
              <a:avLst/>
              <a:gdLst>
                <a:gd name="csX0" fmla="*/ 71882 w 71882"/>
                <a:gd name="csY0" fmla="*/ 35941 h 71881"/>
                <a:gd name="csX1" fmla="*/ 35941 w 71882"/>
                <a:gd name="csY1" fmla="*/ 71882 h 71881"/>
                <a:gd name="csX2" fmla="*/ 0 w 71882"/>
                <a:gd name="csY2" fmla="*/ 35941 h 71881"/>
                <a:gd name="csX3" fmla="*/ 35941 w 71882"/>
                <a:gd name="csY3" fmla="*/ 0 h 71881"/>
                <a:gd name="csX4" fmla="*/ 71882 w 71882"/>
                <a:gd name="csY4" fmla="*/ 35941 h 71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882" h="71881">
                  <a:moveTo>
                    <a:pt x="71882" y="35941"/>
                  </a:moveTo>
                  <a:cubicBezTo>
                    <a:pt x="71882" y="55791"/>
                    <a:pt x="55791" y="71882"/>
                    <a:pt x="35941" y="71882"/>
                  </a:cubicBezTo>
                  <a:cubicBezTo>
                    <a:pt x="16091" y="71882"/>
                    <a:pt x="0" y="55791"/>
                    <a:pt x="0" y="35941"/>
                  </a:cubicBezTo>
                  <a:cubicBezTo>
                    <a:pt x="0" y="16091"/>
                    <a:pt x="16091" y="0"/>
                    <a:pt x="35941" y="0"/>
                  </a:cubicBezTo>
                  <a:cubicBezTo>
                    <a:pt x="55791" y="0"/>
                    <a:pt x="71882" y="16091"/>
                    <a:pt x="71882" y="35941"/>
                  </a:cubicBezTo>
                  <a:close/>
                </a:path>
              </a:pathLst>
            </a:custGeom>
            <a:solidFill>
              <a:srgbClr val="B396E4"/>
            </a:solidFill>
            <a:ln w="11430" cap="rnd">
              <a:solidFill>
                <a:srgbClr val="B396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94F2017A-A116-A8C6-BF78-493A94916133}"/>
                </a:ext>
              </a:extLst>
            </p:cNvPr>
            <p:cNvSpPr/>
            <p:nvPr/>
          </p:nvSpPr>
          <p:spPr>
            <a:xfrm>
              <a:off x="6270903" y="543319"/>
              <a:ext cx="67310" cy="67309"/>
            </a:xfrm>
            <a:custGeom>
              <a:avLst/>
              <a:gdLst>
                <a:gd name="csX0" fmla="*/ 67310 w 67310"/>
                <a:gd name="csY0" fmla="*/ 33655 h 67309"/>
                <a:gd name="csX1" fmla="*/ 33655 w 67310"/>
                <a:gd name="csY1" fmla="*/ 67310 h 67309"/>
                <a:gd name="csX2" fmla="*/ 0 w 67310"/>
                <a:gd name="csY2" fmla="*/ 33655 h 67309"/>
                <a:gd name="csX3" fmla="*/ 33655 w 67310"/>
                <a:gd name="csY3" fmla="*/ 0 h 67309"/>
                <a:gd name="csX4" fmla="*/ 67310 w 67310"/>
                <a:gd name="csY4" fmla="*/ 33655 h 67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310" h="67309">
                  <a:moveTo>
                    <a:pt x="67310" y="33655"/>
                  </a:moveTo>
                  <a:cubicBezTo>
                    <a:pt x="67310" y="52242"/>
                    <a:pt x="52242" y="67310"/>
                    <a:pt x="33655" y="67310"/>
                  </a:cubicBezTo>
                  <a:cubicBezTo>
                    <a:pt x="15068" y="67310"/>
                    <a:pt x="0" y="52242"/>
                    <a:pt x="0" y="33655"/>
                  </a:cubicBezTo>
                  <a:cubicBezTo>
                    <a:pt x="0" y="15068"/>
                    <a:pt x="15068" y="0"/>
                    <a:pt x="33655" y="0"/>
                  </a:cubicBezTo>
                  <a:cubicBezTo>
                    <a:pt x="52242" y="0"/>
                    <a:pt x="67310" y="15068"/>
                    <a:pt x="67310" y="33655"/>
                  </a:cubicBezTo>
                  <a:close/>
                </a:path>
              </a:pathLst>
            </a:custGeom>
            <a:solidFill>
              <a:srgbClr val="AF91E5"/>
            </a:solidFill>
            <a:ln w="11430" cap="rnd">
              <a:solidFill>
                <a:srgbClr val="AF91E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A8F7A154-772F-2529-5F2F-AD581CADF49B}"/>
                </a:ext>
              </a:extLst>
            </p:cNvPr>
            <p:cNvSpPr/>
            <p:nvPr/>
          </p:nvSpPr>
          <p:spPr>
            <a:xfrm>
              <a:off x="6288556" y="316370"/>
              <a:ext cx="32003" cy="32004"/>
            </a:xfrm>
            <a:custGeom>
              <a:avLst/>
              <a:gdLst>
                <a:gd name="csX0" fmla="*/ 32004 w 32003"/>
                <a:gd name="csY0" fmla="*/ 16002 h 32004"/>
                <a:gd name="csX1" fmla="*/ 16002 w 32003"/>
                <a:gd name="csY1" fmla="*/ 32004 h 32004"/>
                <a:gd name="csX2" fmla="*/ 0 w 32003"/>
                <a:gd name="csY2" fmla="*/ 16002 h 32004"/>
                <a:gd name="csX3" fmla="*/ 16002 w 32003"/>
                <a:gd name="csY3" fmla="*/ 0 h 32004"/>
                <a:gd name="csX4" fmla="*/ 32004 w 32003"/>
                <a:gd name="csY4" fmla="*/ 16002 h 32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003" h="32004">
                  <a:moveTo>
                    <a:pt x="32004" y="16002"/>
                  </a:moveTo>
                  <a:cubicBezTo>
                    <a:pt x="32004" y="24840"/>
                    <a:pt x="24840" y="32004"/>
                    <a:pt x="16002" y="32004"/>
                  </a:cubicBezTo>
                  <a:cubicBezTo>
                    <a:pt x="7164" y="32004"/>
                    <a:pt x="0" y="24840"/>
                    <a:pt x="0" y="16002"/>
                  </a:cubicBezTo>
                  <a:cubicBezTo>
                    <a:pt x="0" y="7164"/>
                    <a:pt x="7164" y="0"/>
                    <a:pt x="16002" y="0"/>
                  </a:cubicBezTo>
                  <a:cubicBezTo>
                    <a:pt x="24840" y="0"/>
                    <a:pt x="32004" y="7164"/>
                    <a:pt x="32004" y="16002"/>
                  </a:cubicBezTo>
                  <a:close/>
                </a:path>
              </a:pathLst>
            </a:custGeom>
            <a:solidFill>
              <a:srgbClr val="855AF2"/>
            </a:solidFill>
            <a:ln w="11430" cap="rnd">
              <a:solidFill>
                <a:srgbClr val="855AF2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D79C4301-CA36-8CD7-0D5A-B53FF449134A}"/>
                </a:ext>
              </a:extLst>
            </p:cNvPr>
            <p:cNvSpPr/>
            <p:nvPr/>
          </p:nvSpPr>
          <p:spPr>
            <a:xfrm>
              <a:off x="6525665" y="3970668"/>
              <a:ext cx="61213" cy="61214"/>
            </a:xfrm>
            <a:custGeom>
              <a:avLst/>
              <a:gdLst>
                <a:gd name="csX0" fmla="*/ 61214 w 61213"/>
                <a:gd name="csY0" fmla="*/ 30607 h 61214"/>
                <a:gd name="csX1" fmla="*/ 30607 w 61213"/>
                <a:gd name="csY1" fmla="*/ 61214 h 61214"/>
                <a:gd name="csX2" fmla="*/ 0 w 61213"/>
                <a:gd name="csY2" fmla="*/ 30607 h 61214"/>
                <a:gd name="csX3" fmla="*/ 30607 w 61213"/>
                <a:gd name="csY3" fmla="*/ 0 h 61214"/>
                <a:gd name="csX4" fmla="*/ 61214 w 61213"/>
                <a:gd name="csY4" fmla="*/ 30607 h 61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213" h="61214">
                  <a:moveTo>
                    <a:pt x="61214" y="30607"/>
                  </a:moveTo>
                  <a:cubicBezTo>
                    <a:pt x="61214" y="47511"/>
                    <a:pt x="47511" y="61214"/>
                    <a:pt x="30607" y="61214"/>
                  </a:cubicBezTo>
                  <a:cubicBezTo>
                    <a:pt x="13703" y="61214"/>
                    <a:pt x="0" y="47511"/>
                    <a:pt x="0" y="30607"/>
                  </a:cubicBezTo>
                  <a:cubicBezTo>
                    <a:pt x="0" y="13704"/>
                    <a:pt x="13703" y="0"/>
                    <a:pt x="30607" y="0"/>
                  </a:cubicBezTo>
                  <a:cubicBezTo>
                    <a:pt x="47511" y="0"/>
                    <a:pt x="61214" y="13703"/>
                    <a:pt x="61214" y="30607"/>
                  </a:cubicBezTo>
                  <a:close/>
                </a:path>
              </a:pathLst>
            </a:custGeom>
            <a:solidFill>
              <a:srgbClr val="220DFE"/>
            </a:solidFill>
            <a:ln w="11430" cap="rnd">
              <a:solidFill>
                <a:srgbClr val="220DFE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EEF45583-B9B2-BE55-890D-B8E7945FA975}"/>
                </a:ext>
              </a:extLst>
            </p:cNvPr>
            <p:cNvSpPr/>
            <p:nvPr/>
          </p:nvSpPr>
          <p:spPr>
            <a:xfrm>
              <a:off x="6514108" y="3714509"/>
              <a:ext cx="84327" cy="84327"/>
            </a:xfrm>
            <a:custGeom>
              <a:avLst/>
              <a:gdLst>
                <a:gd name="csX0" fmla="*/ 84328 w 84327"/>
                <a:gd name="csY0" fmla="*/ 42164 h 84327"/>
                <a:gd name="csX1" fmla="*/ 42164 w 84327"/>
                <a:gd name="csY1" fmla="*/ 84328 h 84327"/>
                <a:gd name="csX2" fmla="*/ 0 w 84327"/>
                <a:gd name="csY2" fmla="*/ 42164 h 84327"/>
                <a:gd name="csX3" fmla="*/ 42164 w 84327"/>
                <a:gd name="csY3" fmla="*/ 0 h 84327"/>
                <a:gd name="csX4" fmla="*/ 84328 w 84327"/>
                <a:gd name="csY4" fmla="*/ 42164 h 84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327" h="84327">
                  <a:moveTo>
                    <a:pt x="84328" y="42164"/>
                  </a:moveTo>
                  <a:cubicBezTo>
                    <a:pt x="84328" y="65451"/>
                    <a:pt x="65450" y="84328"/>
                    <a:pt x="42164" y="84328"/>
                  </a:cubicBezTo>
                  <a:cubicBezTo>
                    <a:pt x="18877" y="84328"/>
                    <a:pt x="0" y="65451"/>
                    <a:pt x="0" y="42164"/>
                  </a:cubicBezTo>
                  <a:cubicBezTo>
                    <a:pt x="0" y="18877"/>
                    <a:pt x="18877" y="0"/>
                    <a:pt x="42164" y="0"/>
                  </a:cubicBezTo>
                  <a:cubicBezTo>
                    <a:pt x="65450" y="0"/>
                    <a:pt x="84328" y="18877"/>
                    <a:pt x="84328" y="42164"/>
                  </a:cubicBezTo>
                  <a:close/>
                </a:path>
              </a:pathLst>
            </a:custGeom>
            <a:solidFill>
              <a:srgbClr val="AD8EE6"/>
            </a:solidFill>
            <a:ln w="11430" cap="rnd">
              <a:solidFill>
                <a:srgbClr val="AD8EE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0983FC96-1B8D-A3AF-777F-976965770E25}"/>
                </a:ext>
              </a:extLst>
            </p:cNvPr>
            <p:cNvSpPr/>
            <p:nvPr/>
          </p:nvSpPr>
          <p:spPr>
            <a:xfrm>
              <a:off x="6540778" y="3496576"/>
              <a:ext cx="30987" cy="30988"/>
            </a:xfrm>
            <a:custGeom>
              <a:avLst/>
              <a:gdLst>
                <a:gd name="csX0" fmla="*/ 30988 w 30987"/>
                <a:gd name="csY0" fmla="*/ 15494 h 30988"/>
                <a:gd name="csX1" fmla="*/ 15494 w 30987"/>
                <a:gd name="csY1" fmla="*/ 30988 h 30988"/>
                <a:gd name="csX2" fmla="*/ 0 w 30987"/>
                <a:gd name="csY2" fmla="*/ 15494 h 30988"/>
                <a:gd name="csX3" fmla="*/ 15494 w 30987"/>
                <a:gd name="csY3" fmla="*/ 0 h 30988"/>
                <a:gd name="csX4" fmla="*/ 30988 w 30987"/>
                <a:gd name="csY4" fmla="*/ 15494 h 30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987" h="30988">
                  <a:moveTo>
                    <a:pt x="30988" y="15494"/>
                  </a:moveTo>
                  <a:cubicBezTo>
                    <a:pt x="30988" y="24051"/>
                    <a:pt x="24051" y="30988"/>
                    <a:pt x="15494" y="30988"/>
                  </a:cubicBezTo>
                  <a:cubicBezTo>
                    <a:pt x="6937" y="30988"/>
                    <a:pt x="0" y="24051"/>
                    <a:pt x="0" y="15494"/>
                  </a:cubicBezTo>
                  <a:cubicBezTo>
                    <a:pt x="0" y="6937"/>
                    <a:pt x="6937" y="0"/>
                    <a:pt x="15494" y="0"/>
                  </a:cubicBezTo>
                  <a:cubicBezTo>
                    <a:pt x="24051" y="0"/>
                    <a:pt x="30988" y="6937"/>
                    <a:pt x="30988" y="15494"/>
                  </a:cubicBezTo>
                  <a:close/>
                </a:path>
              </a:pathLst>
            </a:custGeom>
            <a:solidFill>
              <a:srgbClr val="CEC8D6"/>
            </a:solidFill>
            <a:ln w="11430" cap="rnd">
              <a:solidFill>
                <a:srgbClr val="CEC8D6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CAD49037-4F1A-8212-F502-841AFC6727F9}"/>
                </a:ext>
              </a:extLst>
            </p:cNvPr>
            <p:cNvSpPr/>
            <p:nvPr/>
          </p:nvSpPr>
          <p:spPr>
            <a:xfrm>
              <a:off x="6490359" y="3201556"/>
              <a:ext cx="131825" cy="131825"/>
            </a:xfrm>
            <a:custGeom>
              <a:avLst/>
              <a:gdLst>
                <a:gd name="csX0" fmla="*/ 131826 w 131825"/>
                <a:gd name="csY0" fmla="*/ 65913 h 131825"/>
                <a:gd name="csX1" fmla="*/ 65913 w 131825"/>
                <a:gd name="csY1" fmla="*/ 131826 h 131825"/>
                <a:gd name="csX2" fmla="*/ 0 w 131825"/>
                <a:gd name="csY2" fmla="*/ 65913 h 131825"/>
                <a:gd name="csX3" fmla="*/ 65913 w 131825"/>
                <a:gd name="csY3" fmla="*/ 0 h 131825"/>
                <a:gd name="csX4" fmla="*/ 131826 w 131825"/>
                <a:gd name="csY4" fmla="*/ 65913 h 131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1825" h="131825">
                  <a:moveTo>
                    <a:pt x="131826" y="65913"/>
                  </a:moveTo>
                  <a:cubicBezTo>
                    <a:pt x="131826" y="102316"/>
                    <a:pt x="102316" y="131826"/>
                    <a:pt x="65913" y="131826"/>
                  </a:cubicBezTo>
                  <a:cubicBezTo>
                    <a:pt x="29510" y="131826"/>
                    <a:pt x="0" y="102316"/>
                    <a:pt x="0" y="65913"/>
                  </a:cubicBezTo>
                  <a:cubicBezTo>
                    <a:pt x="0" y="29510"/>
                    <a:pt x="29510" y="0"/>
                    <a:pt x="65913" y="0"/>
                  </a:cubicBezTo>
                  <a:cubicBezTo>
                    <a:pt x="102316" y="0"/>
                    <a:pt x="131826" y="29510"/>
                    <a:pt x="131826" y="65913"/>
                  </a:cubicBezTo>
                  <a:close/>
                </a:path>
              </a:pathLst>
            </a:custGeom>
            <a:solidFill>
              <a:srgbClr val="2811FE"/>
            </a:solidFill>
            <a:ln w="11430" cap="rnd">
              <a:solidFill>
                <a:srgbClr val="2811FE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33B41306-9051-1A87-5C6A-BFA000B9771A}"/>
                </a:ext>
              </a:extLst>
            </p:cNvPr>
            <p:cNvSpPr/>
            <p:nvPr/>
          </p:nvSpPr>
          <p:spPr>
            <a:xfrm>
              <a:off x="6485406" y="2952127"/>
              <a:ext cx="141732" cy="141732"/>
            </a:xfrm>
            <a:custGeom>
              <a:avLst/>
              <a:gdLst>
                <a:gd name="csX0" fmla="*/ 141732 w 141732"/>
                <a:gd name="csY0" fmla="*/ 70866 h 141732"/>
                <a:gd name="csX1" fmla="*/ 70866 w 141732"/>
                <a:gd name="csY1" fmla="*/ 141732 h 141732"/>
                <a:gd name="csX2" fmla="*/ 0 w 141732"/>
                <a:gd name="csY2" fmla="*/ 70866 h 141732"/>
                <a:gd name="csX3" fmla="*/ 70866 w 141732"/>
                <a:gd name="csY3" fmla="*/ 0 h 141732"/>
                <a:gd name="csX4" fmla="*/ 141732 w 141732"/>
                <a:gd name="csY4" fmla="*/ 70866 h 141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1732" h="141732">
                  <a:moveTo>
                    <a:pt x="141732" y="70866"/>
                  </a:moveTo>
                  <a:cubicBezTo>
                    <a:pt x="141732" y="110004"/>
                    <a:pt x="110004" y="141732"/>
                    <a:pt x="70866" y="141732"/>
                  </a:cubicBezTo>
                  <a:cubicBezTo>
                    <a:pt x="31728" y="141732"/>
                    <a:pt x="0" y="110004"/>
                    <a:pt x="0" y="70866"/>
                  </a:cubicBezTo>
                  <a:cubicBezTo>
                    <a:pt x="0" y="31728"/>
                    <a:pt x="31728" y="0"/>
                    <a:pt x="70866" y="0"/>
                  </a:cubicBezTo>
                  <a:cubicBezTo>
                    <a:pt x="110004" y="0"/>
                    <a:pt x="141732" y="31728"/>
                    <a:pt x="141732" y="70866"/>
                  </a:cubicBezTo>
                  <a:close/>
                </a:path>
              </a:pathLst>
            </a:custGeom>
            <a:solidFill>
              <a:srgbClr val="9168EF"/>
            </a:solidFill>
            <a:ln w="11430" cap="rnd">
              <a:solidFill>
                <a:srgbClr val="9168E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D19826BC-FD65-39FC-A144-5ADFB26A8AE9}"/>
                </a:ext>
              </a:extLst>
            </p:cNvPr>
            <p:cNvSpPr/>
            <p:nvPr/>
          </p:nvSpPr>
          <p:spPr>
            <a:xfrm>
              <a:off x="6541159" y="2763279"/>
              <a:ext cx="30225" cy="30225"/>
            </a:xfrm>
            <a:custGeom>
              <a:avLst/>
              <a:gdLst>
                <a:gd name="csX0" fmla="*/ 30226 w 30225"/>
                <a:gd name="csY0" fmla="*/ 15113 h 30225"/>
                <a:gd name="csX1" fmla="*/ 15113 w 30225"/>
                <a:gd name="csY1" fmla="*/ 30226 h 30225"/>
                <a:gd name="csX2" fmla="*/ 0 w 30225"/>
                <a:gd name="csY2" fmla="*/ 15113 h 30225"/>
                <a:gd name="csX3" fmla="*/ 15113 w 30225"/>
                <a:gd name="csY3" fmla="*/ 0 h 30225"/>
                <a:gd name="csX4" fmla="*/ 30226 w 30225"/>
                <a:gd name="csY4" fmla="*/ 15113 h 3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225" h="30225">
                  <a:moveTo>
                    <a:pt x="30226" y="15113"/>
                  </a:moveTo>
                  <a:cubicBezTo>
                    <a:pt x="30226" y="23460"/>
                    <a:pt x="23460" y="30226"/>
                    <a:pt x="15113" y="30226"/>
                  </a:cubicBezTo>
                  <a:cubicBezTo>
                    <a:pt x="6766" y="30226"/>
                    <a:pt x="0" y="23460"/>
                    <a:pt x="0" y="15113"/>
                  </a:cubicBezTo>
                  <a:cubicBezTo>
                    <a:pt x="0" y="6766"/>
                    <a:pt x="6766" y="0"/>
                    <a:pt x="15113" y="0"/>
                  </a:cubicBezTo>
                  <a:cubicBezTo>
                    <a:pt x="23460" y="0"/>
                    <a:pt x="30226" y="6766"/>
                    <a:pt x="30226" y="15113"/>
                  </a:cubicBezTo>
                  <a:close/>
                </a:path>
              </a:pathLst>
            </a:custGeom>
            <a:solidFill>
              <a:srgbClr val="BDA8DF"/>
            </a:solidFill>
            <a:ln w="11430" cap="rnd">
              <a:solidFill>
                <a:srgbClr val="BDA8D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33226878-B0B9-4BC7-082B-0747C7EA72AA}"/>
                </a:ext>
              </a:extLst>
            </p:cNvPr>
            <p:cNvSpPr/>
            <p:nvPr/>
          </p:nvSpPr>
          <p:spPr>
            <a:xfrm>
              <a:off x="6519442" y="2496960"/>
              <a:ext cx="73660" cy="73660"/>
            </a:xfrm>
            <a:custGeom>
              <a:avLst/>
              <a:gdLst>
                <a:gd name="csX0" fmla="*/ 73660 w 73660"/>
                <a:gd name="csY0" fmla="*/ 36830 h 73660"/>
                <a:gd name="csX1" fmla="*/ 36830 w 73660"/>
                <a:gd name="csY1" fmla="*/ 73660 h 73660"/>
                <a:gd name="csX2" fmla="*/ 0 w 73660"/>
                <a:gd name="csY2" fmla="*/ 36830 h 73660"/>
                <a:gd name="csX3" fmla="*/ 36830 w 73660"/>
                <a:gd name="csY3" fmla="*/ 0 h 73660"/>
                <a:gd name="csX4" fmla="*/ 73660 w 73660"/>
                <a:gd name="csY4" fmla="*/ 36830 h 73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660" h="73660">
                  <a:moveTo>
                    <a:pt x="73660" y="36830"/>
                  </a:moveTo>
                  <a:cubicBezTo>
                    <a:pt x="73660" y="57171"/>
                    <a:pt x="57171" y="73660"/>
                    <a:pt x="36830" y="73660"/>
                  </a:cubicBezTo>
                  <a:cubicBezTo>
                    <a:pt x="16489" y="73660"/>
                    <a:pt x="0" y="57171"/>
                    <a:pt x="0" y="36830"/>
                  </a:cubicBezTo>
                  <a:cubicBezTo>
                    <a:pt x="0" y="16489"/>
                    <a:pt x="16489" y="0"/>
                    <a:pt x="36830" y="0"/>
                  </a:cubicBezTo>
                  <a:cubicBezTo>
                    <a:pt x="57171" y="0"/>
                    <a:pt x="73660" y="16489"/>
                    <a:pt x="73660" y="36830"/>
                  </a:cubicBezTo>
                  <a:close/>
                </a:path>
              </a:pathLst>
            </a:custGeom>
            <a:solidFill>
              <a:srgbClr val="AA89E8"/>
            </a:solidFill>
            <a:ln w="11430" cap="rnd">
              <a:solidFill>
                <a:srgbClr val="AA89E8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F52B18C6-4431-D3B2-98EF-4FC26038738F}"/>
                </a:ext>
              </a:extLst>
            </p:cNvPr>
            <p:cNvSpPr/>
            <p:nvPr/>
          </p:nvSpPr>
          <p:spPr>
            <a:xfrm>
              <a:off x="6540397" y="2273313"/>
              <a:ext cx="31750" cy="31750"/>
            </a:xfrm>
            <a:custGeom>
              <a:avLst/>
              <a:gdLst>
                <a:gd name="csX0" fmla="*/ 31750 w 31750"/>
                <a:gd name="csY0" fmla="*/ 15875 h 31750"/>
                <a:gd name="csX1" fmla="*/ 15875 w 31750"/>
                <a:gd name="csY1" fmla="*/ 31750 h 31750"/>
                <a:gd name="csX2" fmla="*/ 0 w 31750"/>
                <a:gd name="csY2" fmla="*/ 15875 h 31750"/>
                <a:gd name="csX3" fmla="*/ 15875 w 31750"/>
                <a:gd name="csY3" fmla="*/ 0 h 31750"/>
                <a:gd name="csX4" fmla="*/ 31750 w 31750"/>
                <a:gd name="csY4" fmla="*/ 15875 h 31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1750" h="31750">
                  <a:moveTo>
                    <a:pt x="31750" y="15875"/>
                  </a:moveTo>
                  <a:cubicBezTo>
                    <a:pt x="31750" y="24642"/>
                    <a:pt x="24643" y="31750"/>
                    <a:pt x="15875" y="31750"/>
                  </a:cubicBezTo>
                  <a:cubicBezTo>
                    <a:pt x="7108" y="31750"/>
                    <a:pt x="0" y="24642"/>
                    <a:pt x="0" y="15875"/>
                  </a:cubicBezTo>
                  <a:cubicBezTo>
                    <a:pt x="0" y="7108"/>
                    <a:pt x="7108" y="0"/>
                    <a:pt x="15875" y="0"/>
                  </a:cubicBezTo>
                  <a:cubicBezTo>
                    <a:pt x="24643" y="0"/>
                    <a:pt x="31750" y="7108"/>
                    <a:pt x="31750" y="15875"/>
                  </a:cubicBezTo>
                  <a:close/>
                </a:path>
              </a:pathLst>
            </a:custGeom>
            <a:solidFill>
              <a:srgbClr val="A17CEB"/>
            </a:solidFill>
            <a:ln w="11430" cap="rnd">
              <a:solidFill>
                <a:srgbClr val="A17CEB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4679D070-2EDA-2454-E06F-AE14301EC99B}"/>
                </a:ext>
              </a:extLst>
            </p:cNvPr>
            <p:cNvSpPr/>
            <p:nvPr/>
          </p:nvSpPr>
          <p:spPr>
            <a:xfrm>
              <a:off x="6549160" y="2037474"/>
              <a:ext cx="14224" cy="14224"/>
            </a:xfrm>
            <a:custGeom>
              <a:avLst/>
              <a:gdLst>
                <a:gd name="csX0" fmla="*/ 14224 w 14224"/>
                <a:gd name="csY0" fmla="*/ 7112 h 14224"/>
                <a:gd name="csX1" fmla="*/ 7112 w 14224"/>
                <a:gd name="csY1" fmla="*/ 14224 h 14224"/>
                <a:gd name="csX2" fmla="*/ 0 w 14224"/>
                <a:gd name="csY2" fmla="*/ 7112 h 14224"/>
                <a:gd name="csX3" fmla="*/ 7112 w 14224"/>
                <a:gd name="csY3" fmla="*/ 0 h 14224"/>
                <a:gd name="csX4" fmla="*/ 14224 w 14224"/>
                <a:gd name="csY4" fmla="*/ 7112 h 14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24" h="14224">
                  <a:moveTo>
                    <a:pt x="14224" y="7112"/>
                  </a:moveTo>
                  <a:cubicBezTo>
                    <a:pt x="14224" y="11040"/>
                    <a:pt x="11040" y="14224"/>
                    <a:pt x="7112" y="14224"/>
                  </a:cubicBezTo>
                  <a:cubicBezTo>
                    <a:pt x="3184" y="14224"/>
                    <a:pt x="0" y="11040"/>
                    <a:pt x="0" y="7112"/>
                  </a:cubicBezTo>
                  <a:cubicBezTo>
                    <a:pt x="0" y="3184"/>
                    <a:pt x="3184" y="0"/>
                    <a:pt x="7112" y="0"/>
                  </a:cubicBezTo>
                  <a:cubicBezTo>
                    <a:pt x="11040" y="0"/>
                    <a:pt x="14224" y="3184"/>
                    <a:pt x="14224" y="7112"/>
                  </a:cubicBezTo>
                  <a:close/>
                </a:path>
              </a:pathLst>
            </a:custGeom>
            <a:solidFill>
              <a:srgbClr val="BBA3E1"/>
            </a:solidFill>
            <a:ln w="11430" cap="rnd">
              <a:solidFill>
                <a:srgbClr val="BBA3E1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A1D5237D-27C9-F23C-FE99-9227ED4CDE12}"/>
                </a:ext>
              </a:extLst>
            </p:cNvPr>
            <p:cNvSpPr/>
            <p:nvPr/>
          </p:nvSpPr>
          <p:spPr>
            <a:xfrm>
              <a:off x="6537984" y="1781696"/>
              <a:ext cx="36575" cy="36575"/>
            </a:xfrm>
            <a:custGeom>
              <a:avLst/>
              <a:gdLst>
                <a:gd name="csX0" fmla="*/ 36576 w 36575"/>
                <a:gd name="csY0" fmla="*/ 18288 h 36575"/>
                <a:gd name="csX1" fmla="*/ 18288 w 36575"/>
                <a:gd name="csY1" fmla="*/ 36576 h 36575"/>
                <a:gd name="csX2" fmla="*/ 0 w 36575"/>
                <a:gd name="csY2" fmla="*/ 18288 h 36575"/>
                <a:gd name="csX3" fmla="*/ 18288 w 36575"/>
                <a:gd name="csY3" fmla="*/ 0 h 36575"/>
                <a:gd name="csX4" fmla="*/ 36576 w 36575"/>
                <a:gd name="csY4" fmla="*/ 18288 h 3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575" h="36575">
                  <a:moveTo>
                    <a:pt x="36576" y="18288"/>
                  </a:moveTo>
                  <a:cubicBezTo>
                    <a:pt x="36576" y="28388"/>
                    <a:pt x="28388" y="36576"/>
                    <a:pt x="18288" y="36576"/>
                  </a:cubicBezTo>
                  <a:cubicBezTo>
                    <a:pt x="8188" y="36576"/>
                    <a:pt x="0" y="28388"/>
                    <a:pt x="0" y="18288"/>
                  </a:cubicBezTo>
                  <a:cubicBezTo>
                    <a:pt x="0" y="8188"/>
                    <a:pt x="8188" y="0"/>
                    <a:pt x="18288" y="0"/>
                  </a:cubicBezTo>
                  <a:cubicBezTo>
                    <a:pt x="28388" y="0"/>
                    <a:pt x="36576" y="8188"/>
                    <a:pt x="36576" y="18288"/>
                  </a:cubicBezTo>
                  <a:close/>
                </a:path>
              </a:pathLst>
            </a:custGeom>
            <a:solidFill>
              <a:srgbClr val="774DF5"/>
            </a:solidFill>
            <a:ln w="11430" cap="rnd">
              <a:solidFill>
                <a:srgbClr val="774DF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8EC0CA24-D103-9450-6D3F-3E58F2360BC7}"/>
                </a:ext>
              </a:extLst>
            </p:cNvPr>
            <p:cNvSpPr/>
            <p:nvPr/>
          </p:nvSpPr>
          <p:spPr>
            <a:xfrm>
              <a:off x="6550557" y="1549667"/>
              <a:ext cx="11429" cy="11430"/>
            </a:xfrm>
            <a:custGeom>
              <a:avLst/>
              <a:gdLst>
                <a:gd name="csX0" fmla="*/ 11430 w 11429"/>
                <a:gd name="csY0" fmla="*/ 5715 h 11430"/>
                <a:gd name="csX1" fmla="*/ 5715 w 11429"/>
                <a:gd name="csY1" fmla="*/ 11430 h 11430"/>
                <a:gd name="csX2" fmla="*/ 0 w 11429"/>
                <a:gd name="csY2" fmla="*/ 5715 h 11430"/>
                <a:gd name="csX3" fmla="*/ 5715 w 11429"/>
                <a:gd name="csY3" fmla="*/ 0 h 11430"/>
                <a:gd name="csX4" fmla="*/ 11430 w 11429"/>
                <a:gd name="csY4" fmla="*/ 5715 h 11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29" h="11430">
                  <a:moveTo>
                    <a:pt x="11430" y="5715"/>
                  </a:moveTo>
                  <a:cubicBezTo>
                    <a:pt x="11430" y="8871"/>
                    <a:pt x="8871" y="11430"/>
                    <a:pt x="5715" y="11430"/>
                  </a:cubicBezTo>
                  <a:cubicBezTo>
                    <a:pt x="2559" y="11430"/>
                    <a:pt x="0" y="8871"/>
                    <a:pt x="0" y="5715"/>
                  </a:cubicBezTo>
                  <a:cubicBezTo>
                    <a:pt x="0" y="2559"/>
                    <a:pt x="2559" y="0"/>
                    <a:pt x="5715" y="0"/>
                  </a:cubicBezTo>
                  <a:cubicBezTo>
                    <a:pt x="8871" y="0"/>
                    <a:pt x="11430" y="2559"/>
                    <a:pt x="11430" y="5715"/>
                  </a:cubicBezTo>
                  <a:close/>
                </a:path>
              </a:pathLst>
            </a:custGeom>
            <a:solidFill>
              <a:srgbClr val="C9BDDA"/>
            </a:solidFill>
            <a:ln w="11430" cap="rnd">
              <a:solidFill>
                <a:srgbClr val="C9BDDA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E6E7E1B6-6C25-1667-5917-80A16B7726A3}"/>
                </a:ext>
              </a:extLst>
            </p:cNvPr>
            <p:cNvSpPr/>
            <p:nvPr/>
          </p:nvSpPr>
          <p:spPr>
            <a:xfrm>
              <a:off x="6498741" y="1253249"/>
              <a:ext cx="115062" cy="115062"/>
            </a:xfrm>
            <a:custGeom>
              <a:avLst/>
              <a:gdLst>
                <a:gd name="csX0" fmla="*/ 115062 w 115062"/>
                <a:gd name="csY0" fmla="*/ 57531 h 115062"/>
                <a:gd name="csX1" fmla="*/ 57531 w 115062"/>
                <a:gd name="csY1" fmla="*/ 115062 h 115062"/>
                <a:gd name="csX2" fmla="*/ 0 w 115062"/>
                <a:gd name="csY2" fmla="*/ 57531 h 115062"/>
                <a:gd name="csX3" fmla="*/ 57531 w 115062"/>
                <a:gd name="csY3" fmla="*/ 0 h 115062"/>
                <a:gd name="csX4" fmla="*/ 115062 w 115062"/>
                <a:gd name="csY4" fmla="*/ 57531 h 115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062" h="115062">
                  <a:moveTo>
                    <a:pt x="115062" y="57531"/>
                  </a:moveTo>
                  <a:cubicBezTo>
                    <a:pt x="115062" y="89304"/>
                    <a:pt x="89304" y="115062"/>
                    <a:pt x="57531" y="115062"/>
                  </a:cubicBezTo>
                  <a:cubicBezTo>
                    <a:pt x="25758" y="115062"/>
                    <a:pt x="0" y="89304"/>
                    <a:pt x="0" y="57531"/>
                  </a:cubicBezTo>
                  <a:cubicBezTo>
                    <a:pt x="0" y="25758"/>
                    <a:pt x="25758" y="0"/>
                    <a:pt x="57531" y="0"/>
                  </a:cubicBezTo>
                  <a:cubicBezTo>
                    <a:pt x="89304" y="0"/>
                    <a:pt x="115062" y="25758"/>
                    <a:pt x="115062" y="57531"/>
                  </a:cubicBezTo>
                  <a:close/>
                </a:path>
              </a:pathLst>
            </a:custGeom>
            <a:solidFill>
              <a:srgbClr val="0301FF"/>
            </a:solidFill>
            <a:ln w="11430" cap="rnd">
              <a:solidFill>
                <a:srgbClr val="0301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5B79E848-AC05-6112-C682-EA425D4CA04A}"/>
                </a:ext>
              </a:extLst>
            </p:cNvPr>
            <p:cNvSpPr/>
            <p:nvPr/>
          </p:nvSpPr>
          <p:spPr>
            <a:xfrm>
              <a:off x="6533412" y="1043318"/>
              <a:ext cx="45720" cy="45719"/>
            </a:xfrm>
            <a:custGeom>
              <a:avLst/>
              <a:gdLst>
                <a:gd name="csX0" fmla="*/ 45720 w 45720"/>
                <a:gd name="csY0" fmla="*/ 22860 h 45719"/>
                <a:gd name="csX1" fmla="*/ 22860 w 45720"/>
                <a:gd name="csY1" fmla="*/ 45720 h 45719"/>
                <a:gd name="csX2" fmla="*/ 0 w 45720"/>
                <a:gd name="csY2" fmla="*/ 22860 h 45719"/>
                <a:gd name="csX3" fmla="*/ 22860 w 45720"/>
                <a:gd name="csY3" fmla="*/ 0 h 45719"/>
                <a:gd name="csX4" fmla="*/ 45720 w 45720"/>
                <a:gd name="csY4" fmla="*/ 22860 h 45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720" h="45719">
                  <a:moveTo>
                    <a:pt x="45720" y="22860"/>
                  </a:moveTo>
                  <a:cubicBezTo>
                    <a:pt x="45720" y="35485"/>
                    <a:pt x="35485" y="45720"/>
                    <a:pt x="22860" y="45720"/>
                  </a:cubicBezTo>
                  <a:cubicBezTo>
                    <a:pt x="10235" y="45720"/>
                    <a:pt x="0" y="35485"/>
                    <a:pt x="0" y="22860"/>
                  </a:cubicBezTo>
                  <a:cubicBezTo>
                    <a:pt x="0" y="10235"/>
                    <a:pt x="10235" y="0"/>
                    <a:pt x="22860" y="0"/>
                  </a:cubicBezTo>
                  <a:cubicBezTo>
                    <a:pt x="35485" y="0"/>
                    <a:pt x="45720" y="10235"/>
                    <a:pt x="45720" y="22860"/>
                  </a:cubicBezTo>
                  <a:close/>
                </a:path>
              </a:pathLst>
            </a:custGeom>
            <a:solidFill>
              <a:srgbClr val="7A4FF4"/>
            </a:solidFill>
            <a:ln w="11430" cap="rnd">
              <a:solidFill>
                <a:srgbClr val="7A4FF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9A38E1A4-2501-E4D0-051F-EAE58E2D9CFB}"/>
                </a:ext>
              </a:extLst>
            </p:cNvPr>
            <p:cNvSpPr/>
            <p:nvPr/>
          </p:nvSpPr>
          <p:spPr>
            <a:xfrm>
              <a:off x="6520077" y="785381"/>
              <a:ext cx="72389" cy="72390"/>
            </a:xfrm>
            <a:custGeom>
              <a:avLst/>
              <a:gdLst>
                <a:gd name="csX0" fmla="*/ 72390 w 72389"/>
                <a:gd name="csY0" fmla="*/ 36195 h 72390"/>
                <a:gd name="csX1" fmla="*/ 36195 w 72389"/>
                <a:gd name="csY1" fmla="*/ 72390 h 72390"/>
                <a:gd name="csX2" fmla="*/ 0 w 72389"/>
                <a:gd name="csY2" fmla="*/ 36195 h 72390"/>
                <a:gd name="csX3" fmla="*/ 36195 w 72389"/>
                <a:gd name="csY3" fmla="*/ 0 h 72390"/>
                <a:gd name="csX4" fmla="*/ 72390 w 72389"/>
                <a:gd name="csY4" fmla="*/ 36195 h 723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389" h="72390">
                  <a:moveTo>
                    <a:pt x="72390" y="36195"/>
                  </a:moveTo>
                  <a:cubicBezTo>
                    <a:pt x="72390" y="56185"/>
                    <a:pt x="56185" y="72390"/>
                    <a:pt x="36195" y="72390"/>
                  </a:cubicBezTo>
                  <a:cubicBezTo>
                    <a:pt x="16205" y="72390"/>
                    <a:pt x="0" y="56185"/>
                    <a:pt x="0" y="36195"/>
                  </a:cubicBezTo>
                  <a:cubicBezTo>
                    <a:pt x="0" y="16205"/>
                    <a:pt x="16205" y="0"/>
                    <a:pt x="36195" y="0"/>
                  </a:cubicBezTo>
                  <a:cubicBezTo>
                    <a:pt x="56185" y="0"/>
                    <a:pt x="72390" y="16205"/>
                    <a:pt x="72390" y="36195"/>
                  </a:cubicBezTo>
                  <a:close/>
                </a:path>
              </a:pathLst>
            </a:custGeom>
            <a:solidFill>
              <a:srgbClr val="C9BFD9"/>
            </a:solidFill>
            <a:ln w="11430" cap="rnd">
              <a:solidFill>
                <a:srgbClr val="C9BFD9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1E18CAB9-BBB5-4D68-75D4-AEC11CBC73F1}"/>
                </a:ext>
              </a:extLst>
            </p:cNvPr>
            <p:cNvSpPr/>
            <p:nvPr/>
          </p:nvSpPr>
          <p:spPr>
            <a:xfrm>
              <a:off x="6525030" y="545732"/>
              <a:ext cx="62484" cy="62484"/>
            </a:xfrm>
            <a:custGeom>
              <a:avLst/>
              <a:gdLst>
                <a:gd name="csX0" fmla="*/ 62484 w 62484"/>
                <a:gd name="csY0" fmla="*/ 31242 h 62484"/>
                <a:gd name="csX1" fmla="*/ 31242 w 62484"/>
                <a:gd name="csY1" fmla="*/ 62484 h 62484"/>
                <a:gd name="csX2" fmla="*/ 0 w 62484"/>
                <a:gd name="csY2" fmla="*/ 31242 h 62484"/>
                <a:gd name="csX3" fmla="*/ 31242 w 62484"/>
                <a:gd name="csY3" fmla="*/ 0 h 62484"/>
                <a:gd name="csX4" fmla="*/ 62484 w 62484"/>
                <a:gd name="csY4" fmla="*/ 31242 h 62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84" h="62484">
                  <a:moveTo>
                    <a:pt x="62484" y="31242"/>
                  </a:moveTo>
                  <a:cubicBezTo>
                    <a:pt x="62484" y="48496"/>
                    <a:pt x="48496" y="62484"/>
                    <a:pt x="31242" y="62484"/>
                  </a:cubicBezTo>
                  <a:cubicBezTo>
                    <a:pt x="13987" y="62484"/>
                    <a:pt x="0" y="48496"/>
                    <a:pt x="0" y="31242"/>
                  </a:cubicBezTo>
                  <a:cubicBezTo>
                    <a:pt x="0" y="13988"/>
                    <a:pt x="13987" y="0"/>
                    <a:pt x="31242" y="0"/>
                  </a:cubicBezTo>
                  <a:cubicBezTo>
                    <a:pt x="48496" y="0"/>
                    <a:pt x="62484" y="13988"/>
                    <a:pt x="62484" y="31242"/>
                  </a:cubicBezTo>
                  <a:close/>
                </a:path>
              </a:pathLst>
            </a:custGeom>
            <a:solidFill>
              <a:srgbClr val="B499E4"/>
            </a:solidFill>
            <a:ln w="11430" cap="rnd">
              <a:solidFill>
                <a:srgbClr val="B499E4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931738E4-FA73-DA73-A924-322584D344D9}"/>
                </a:ext>
              </a:extLst>
            </p:cNvPr>
            <p:cNvSpPr/>
            <p:nvPr/>
          </p:nvSpPr>
          <p:spPr>
            <a:xfrm>
              <a:off x="6536841" y="312941"/>
              <a:ext cx="38862" cy="38862"/>
            </a:xfrm>
            <a:custGeom>
              <a:avLst/>
              <a:gdLst>
                <a:gd name="csX0" fmla="*/ 38862 w 38862"/>
                <a:gd name="csY0" fmla="*/ 19431 h 38862"/>
                <a:gd name="csX1" fmla="*/ 19431 w 38862"/>
                <a:gd name="csY1" fmla="*/ 38862 h 38862"/>
                <a:gd name="csX2" fmla="*/ 0 w 38862"/>
                <a:gd name="csY2" fmla="*/ 19431 h 38862"/>
                <a:gd name="csX3" fmla="*/ 19431 w 38862"/>
                <a:gd name="csY3" fmla="*/ 0 h 38862"/>
                <a:gd name="csX4" fmla="*/ 38862 w 38862"/>
                <a:gd name="csY4" fmla="*/ 19431 h 38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862" h="38862">
                  <a:moveTo>
                    <a:pt x="38862" y="19431"/>
                  </a:moveTo>
                  <a:cubicBezTo>
                    <a:pt x="38862" y="30162"/>
                    <a:pt x="30163" y="38862"/>
                    <a:pt x="19431" y="38862"/>
                  </a:cubicBezTo>
                  <a:cubicBezTo>
                    <a:pt x="8700" y="38862"/>
                    <a:pt x="0" y="30162"/>
                    <a:pt x="0" y="19431"/>
                  </a:cubicBezTo>
                  <a:cubicBezTo>
                    <a:pt x="0" y="8700"/>
                    <a:pt x="8700" y="0"/>
                    <a:pt x="19431" y="0"/>
                  </a:cubicBezTo>
                  <a:cubicBezTo>
                    <a:pt x="30163" y="0"/>
                    <a:pt x="38862" y="8700"/>
                    <a:pt x="38862" y="19431"/>
                  </a:cubicBezTo>
                  <a:close/>
                </a:path>
              </a:pathLst>
            </a:custGeom>
            <a:solidFill>
              <a:srgbClr val="754AF5"/>
            </a:solidFill>
            <a:ln w="11430" cap="rnd">
              <a:solidFill>
                <a:srgbClr val="754AF5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967FE1E4-8188-6297-3407-344F51A0A92A}"/>
                </a:ext>
              </a:extLst>
            </p:cNvPr>
            <p:cNvSpPr/>
            <p:nvPr/>
          </p:nvSpPr>
          <p:spPr>
            <a:xfrm>
              <a:off x="5650126" y="185559"/>
              <a:ext cx="12700" cy="3962527"/>
            </a:xfrm>
            <a:custGeom>
              <a:avLst/>
              <a:gdLst>
                <a:gd name="csX0" fmla="*/ 0 w 12700"/>
                <a:gd name="csY0" fmla="*/ 3962527 h 3962527"/>
                <a:gd name="csX1" fmla="*/ 0 w 12700"/>
                <a:gd name="csY1" fmla="*/ 0 h 3962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3962527">
                  <a:moveTo>
                    <a:pt x="0" y="3962527"/>
                  </a:moveTo>
                  <a:lnTo>
                    <a:pt x="0" y="0"/>
                  </a:lnTo>
                </a:path>
              </a:pathLst>
            </a:custGeom>
            <a:noFill/>
            <a:ln w="13589" cap="sq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3423B529-B587-8295-AC93-F5B502885738}"/>
                </a:ext>
              </a:extLst>
            </p:cNvPr>
            <p:cNvSpPr txBox="1"/>
            <p:nvPr/>
          </p:nvSpPr>
          <p:spPr>
            <a:xfrm>
              <a:off x="5215107" y="3872201"/>
              <a:ext cx="40908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gfap</a:t>
              </a:r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B6EB6A97-7EA8-4441-404D-260170057EEB}"/>
                </a:ext>
              </a:extLst>
            </p:cNvPr>
            <p:cNvSpPr txBox="1"/>
            <p:nvPr/>
          </p:nvSpPr>
          <p:spPr>
            <a:xfrm>
              <a:off x="5199302" y="3627599"/>
              <a:ext cx="46679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gja1b</a:t>
              </a:r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03A507BD-0045-32BA-87B4-120877FF4F94}"/>
                </a:ext>
              </a:extLst>
            </p:cNvPr>
            <p:cNvSpPr txBox="1"/>
            <p:nvPr/>
          </p:nvSpPr>
          <p:spPr>
            <a:xfrm>
              <a:off x="4981293" y="3382997"/>
              <a:ext cx="68480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cyp19a1b</a:t>
              </a:r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0A436860-A4DF-7ADD-8181-52AB62D692B0}"/>
                </a:ext>
              </a:extLst>
            </p:cNvPr>
            <p:cNvSpPr txBox="1"/>
            <p:nvPr/>
          </p:nvSpPr>
          <p:spPr>
            <a:xfrm>
              <a:off x="5128769" y="3138395"/>
              <a:ext cx="537327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angpt1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994D0C9E-FC8B-27F7-8858-80E9F9F3A241}"/>
                </a:ext>
              </a:extLst>
            </p:cNvPr>
            <p:cNvSpPr txBox="1"/>
            <p:nvPr/>
          </p:nvSpPr>
          <p:spPr>
            <a:xfrm>
              <a:off x="5019765" y="2893793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slc6a11b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353BF555-07AD-C08E-F5CD-60794B6065AF}"/>
                </a:ext>
              </a:extLst>
            </p:cNvPr>
            <p:cNvSpPr txBox="1"/>
            <p:nvPr/>
          </p:nvSpPr>
          <p:spPr>
            <a:xfrm>
              <a:off x="5083885" y="2649191"/>
              <a:ext cx="58221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slc6a1b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243E9A98-6A45-657A-4E09-B2A2C4E80E94}"/>
                </a:ext>
              </a:extLst>
            </p:cNvPr>
            <p:cNvSpPr txBox="1"/>
            <p:nvPr/>
          </p:nvSpPr>
          <p:spPr>
            <a:xfrm>
              <a:off x="5083885" y="2404589"/>
              <a:ext cx="58221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slc4a4a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5672E7D1-459D-26E2-886D-E8A3A8ABEE57}"/>
                </a:ext>
              </a:extLst>
            </p:cNvPr>
            <p:cNvSpPr txBox="1"/>
            <p:nvPr/>
          </p:nvSpPr>
          <p:spPr>
            <a:xfrm>
              <a:off x="5006941" y="2159987"/>
              <a:ext cx="6591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sema4gb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910C7486-A980-31A0-9BAD-75FC46FFE536}"/>
                </a:ext>
              </a:extLst>
            </p:cNvPr>
            <p:cNvSpPr txBox="1"/>
            <p:nvPr/>
          </p:nvSpPr>
          <p:spPr>
            <a:xfrm>
              <a:off x="5167241" y="1915512"/>
              <a:ext cx="4988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pax6b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426822F5-424D-8BEF-B976-02D0599C10BA}"/>
                </a:ext>
              </a:extLst>
            </p:cNvPr>
            <p:cNvSpPr txBox="1"/>
            <p:nvPr/>
          </p:nvSpPr>
          <p:spPr>
            <a:xfrm>
              <a:off x="5237774" y="1670910"/>
              <a:ext cx="42832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sox2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718661C2-6C5E-2B93-C4E4-6F24E2EE58F1}"/>
                </a:ext>
              </a:extLst>
            </p:cNvPr>
            <p:cNvSpPr txBox="1"/>
            <p:nvPr/>
          </p:nvSpPr>
          <p:spPr>
            <a:xfrm>
              <a:off x="5135181" y="1426308"/>
              <a:ext cx="53091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foxg1a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9255ED62-6F43-DC89-0425-431856103403}"/>
                </a:ext>
              </a:extLst>
            </p:cNvPr>
            <p:cNvSpPr txBox="1"/>
            <p:nvPr/>
          </p:nvSpPr>
          <p:spPr>
            <a:xfrm>
              <a:off x="4929997" y="1181706"/>
              <a:ext cx="73609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lmx1.2-like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AB1AA0B6-E759-B150-79FC-5BEF6A974DB7}"/>
                </a:ext>
              </a:extLst>
            </p:cNvPr>
            <p:cNvSpPr txBox="1"/>
            <p:nvPr/>
          </p:nvSpPr>
          <p:spPr>
            <a:xfrm>
              <a:off x="5231362" y="937104"/>
              <a:ext cx="43473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shha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0346389E-E09A-C495-DE90-F05A48643ECA}"/>
                </a:ext>
              </a:extLst>
            </p:cNvPr>
            <p:cNvSpPr txBox="1"/>
            <p:nvPr/>
          </p:nvSpPr>
          <p:spPr>
            <a:xfrm>
              <a:off x="5250598" y="692502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fgfr2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5561CB4E-830A-520D-24BB-EBC0C4CC46AE}"/>
                </a:ext>
              </a:extLst>
            </p:cNvPr>
            <p:cNvSpPr txBox="1"/>
            <p:nvPr/>
          </p:nvSpPr>
          <p:spPr>
            <a:xfrm>
              <a:off x="5250598" y="447900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fgfr3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F3C54EFE-EF10-2B09-F0C0-7C40915AE580}"/>
                </a:ext>
              </a:extLst>
            </p:cNvPr>
            <p:cNvSpPr txBox="1"/>
            <p:nvPr/>
          </p:nvSpPr>
          <p:spPr>
            <a:xfrm>
              <a:off x="5135181" y="203298"/>
              <a:ext cx="53091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9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vegfab</a:t>
              </a:r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2490D077-87B5-13E3-CA75-E970DED690E3}"/>
                </a:ext>
              </a:extLst>
            </p:cNvPr>
            <p:cNvSpPr/>
            <p:nvPr/>
          </p:nvSpPr>
          <p:spPr>
            <a:xfrm>
              <a:off x="5605803" y="4001275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67D6517B-5B12-CFDF-FAF7-F400E983E4C9}"/>
                </a:ext>
              </a:extLst>
            </p:cNvPr>
            <p:cNvSpPr/>
            <p:nvPr/>
          </p:nvSpPr>
          <p:spPr>
            <a:xfrm>
              <a:off x="5605803" y="3756673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32FD84DE-8997-A04F-7F8F-27C41732F2EE}"/>
                </a:ext>
              </a:extLst>
            </p:cNvPr>
            <p:cNvSpPr/>
            <p:nvPr/>
          </p:nvSpPr>
          <p:spPr>
            <a:xfrm>
              <a:off x="5605803" y="3512070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2219E787-289F-E892-AFFE-F7C6B0658B8A}"/>
                </a:ext>
              </a:extLst>
            </p:cNvPr>
            <p:cNvSpPr/>
            <p:nvPr/>
          </p:nvSpPr>
          <p:spPr>
            <a:xfrm>
              <a:off x="5605803" y="3267468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EAE2439B-5F26-D33C-E1E0-B1B18DC1546B}"/>
                </a:ext>
              </a:extLst>
            </p:cNvPr>
            <p:cNvSpPr/>
            <p:nvPr/>
          </p:nvSpPr>
          <p:spPr>
            <a:xfrm>
              <a:off x="5605803" y="3022993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AC041D0B-DB85-60EB-2A6E-23B71E7F695A}"/>
                </a:ext>
              </a:extLst>
            </p:cNvPr>
            <p:cNvSpPr/>
            <p:nvPr/>
          </p:nvSpPr>
          <p:spPr>
            <a:xfrm>
              <a:off x="5605803" y="2778392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C02038BF-0F0C-5DA6-7519-749625E90A69}"/>
                </a:ext>
              </a:extLst>
            </p:cNvPr>
            <p:cNvSpPr/>
            <p:nvPr/>
          </p:nvSpPr>
          <p:spPr>
            <a:xfrm>
              <a:off x="5605803" y="2533789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1B723F43-5C88-F2B1-954E-29725D0A5808}"/>
                </a:ext>
              </a:extLst>
            </p:cNvPr>
            <p:cNvSpPr/>
            <p:nvPr/>
          </p:nvSpPr>
          <p:spPr>
            <a:xfrm>
              <a:off x="5605803" y="2289188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A0DCD956-A626-2DE2-8E2F-FFD8758F6683}"/>
                </a:ext>
              </a:extLst>
            </p:cNvPr>
            <p:cNvSpPr/>
            <p:nvPr/>
          </p:nvSpPr>
          <p:spPr>
            <a:xfrm>
              <a:off x="5605803" y="2044586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EC7FAB74-8337-4843-7A1A-F4189DA864F2}"/>
                </a:ext>
              </a:extLst>
            </p:cNvPr>
            <p:cNvSpPr/>
            <p:nvPr/>
          </p:nvSpPr>
          <p:spPr>
            <a:xfrm>
              <a:off x="5605803" y="1799983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D3D1199E-687A-DCEE-E27E-126E11EC30B0}"/>
                </a:ext>
              </a:extLst>
            </p:cNvPr>
            <p:cNvSpPr/>
            <p:nvPr/>
          </p:nvSpPr>
          <p:spPr>
            <a:xfrm>
              <a:off x="5605803" y="1555382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02875D32-E003-85C1-95E3-A4F1BFCD1F43}"/>
                </a:ext>
              </a:extLst>
            </p:cNvPr>
            <p:cNvSpPr/>
            <p:nvPr/>
          </p:nvSpPr>
          <p:spPr>
            <a:xfrm>
              <a:off x="5605803" y="1310779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ECD3BF9E-763B-E14A-C017-EFADCFB14008}"/>
                </a:ext>
              </a:extLst>
            </p:cNvPr>
            <p:cNvSpPr/>
            <p:nvPr/>
          </p:nvSpPr>
          <p:spPr>
            <a:xfrm>
              <a:off x="5605803" y="1066177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722718F4-0021-82EA-0971-500DC4FA3579}"/>
                </a:ext>
              </a:extLst>
            </p:cNvPr>
            <p:cNvSpPr/>
            <p:nvPr/>
          </p:nvSpPr>
          <p:spPr>
            <a:xfrm>
              <a:off x="5605803" y="821575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D5260F0A-D7F0-922E-92FF-BD1E3E6DEC16}"/>
                </a:ext>
              </a:extLst>
            </p:cNvPr>
            <p:cNvSpPr/>
            <p:nvPr/>
          </p:nvSpPr>
          <p:spPr>
            <a:xfrm>
              <a:off x="5605803" y="576974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F1A7AE10-71A9-7722-72DB-6B5CD4F6E636}"/>
                </a:ext>
              </a:extLst>
            </p:cNvPr>
            <p:cNvSpPr/>
            <p:nvPr/>
          </p:nvSpPr>
          <p:spPr>
            <a:xfrm>
              <a:off x="5605803" y="332372"/>
              <a:ext cx="44322" cy="12700"/>
            </a:xfrm>
            <a:custGeom>
              <a:avLst/>
              <a:gdLst>
                <a:gd name="csX0" fmla="*/ 0 w 44322"/>
                <a:gd name="csY0" fmla="*/ 0 h 12700"/>
                <a:gd name="csX1" fmla="*/ 44323 w 44322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4322" h="12700">
                  <a:moveTo>
                    <a:pt x="0" y="0"/>
                  </a:moveTo>
                  <a:lnTo>
                    <a:pt x="44323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093B8F32-B612-CE82-8305-665A7DB687E2}"/>
                </a:ext>
              </a:extLst>
            </p:cNvPr>
            <p:cNvSpPr/>
            <p:nvPr/>
          </p:nvSpPr>
          <p:spPr>
            <a:xfrm>
              <a:off x="5650126" y="4148087"/>
              <a:ext cx="1057148" cy="12700"/>
            </a:xfrm>
            <a:custGeom>
              <a:avLst/>
              <a:gdLst>
                <a:gd name="csX0" fmla="*/ 0 w 1057148"/>
                <a:gd name="csY0" fmla="*/ 0 h 12700"/>
                <a:gd name="csX1" fmla="*/ 1057148 w 1057148"/>
                <a:gd name="csY1" fmla="*/ 0 h 12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57148" h="12700">
                  <a:moveTo>
                    <a:pt x="0" y="0"/>
                  </a:moveTo>
                  <a:lnTo>
                    <a:pt x="1057148" y="0"/>
                  </a:lnTo>
                </a:path>
              </a:pathLst>
            </a:custGeom>
            <a:noFill/>
            <a:ln w="13589" cap="sq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104CF0FF-446B-E4F1-2477-22DD89A8B95B}"/>
                </a:ext>
              </a:extLst>
            </p:cNvPr>
            <p:cNvSpPr/>
            <p:nvPr/>
          </p:nvSpPr>
          <p:spPr>
            <a:xfrm>
              <a:off x="5801130" y="4148087"/>
              <a:ext cx="12700" cy="44322"/>
            </a:xfrm>
            <a:custGeom>
              <a:avLst/>
              <a:gdLst>
                <a:gd name="csX0" fmla="*/ 0 w 12700"/>
                <a:gd name="csY0" fmla="*/ 44323 h 44322"/>
                <a:gd name="csX1" fmla="*/ 0 w 12700"/>
                <a:gd name="csY1" fmla="*/ 0 h 443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44322">
                  <a:moveTo>
                    <a:pt x="0" y="44323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DD52AD3A-2BA5-737C-7964-4796AE093832}"/>
                </a:ext>
              </a:extLst>
            </p:cNvPr>
            <p:cNvSpPr/>
            <p:nvPr/>
          </p:nvSpPr>
          <p:spPr>
            <a:xfrm>
              <a:off x="6052844" y="4148087"/>
              <a:ext cx="12700" cy="44322"/>
            </a:xfrm>
            <a:custGeom>
              <a:avLst/>
              <a:gdLst>
                <a:gd name="csX0" fmla="*/ 0 w 12700"/>
                <a:gd name="csY0" fmla="*/ 44323 h 44322"/>
                <a:gd name="csX1" fmla="*/ 0 w 12700"/>
                <a:gd name="csY1" fmla="*/ 0 h 443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44322">
                  <a:moveTo>
                    <a:pt x="0" y="44323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A70DC6A3-88EA-52F2-1AD5-8B39D78D3B55}"/>
                </a:ext>
              </a:extLst>
            </p:cNvPr>
            <p:cNvSpPr/>
            <p:nvPr/>
          </p:nvSpPr>
          <p:spPr>
            <a:xfrm>
              <a:off x="6304557" y="4148087"/>
              <a:ext cx="12700" cy="44322"/>
            </a:xfrm>
            <a:custGeom>
              <a:avLst/>
              <a:gdLst>
                <a:gd name="csX0" fmla="*/ 0 w 12700"/>
                <a:gd name="csY0" fmla="*/ 44323 h 44322"/>
                <a:gd name="csX1" fmla="*/ 0 w 12700"/>
                <a:gd name="csY1" fmla="*/ 0 h 443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44322">
                  <a:moveTo>
                    <a:pt x="0" y="44323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3BD9156E-2A8C-697E-8E47-28DE89E6D65A}"/>
                </a:ext>
              </a:extLst>
            </p:cNvPr>
            <p:cNvSpPr/>
            <p:nvPr/>
          </p:nvSpPr>
          <p:spPr>
            <a:xfrm>
              <a:off x="6556272" y="4148087"/>
              <a:ext cx="12700" cy="44322"/>
            </a:xfrm>
            <a:custGeom>
              <a:avLst/>
              <a:gdLst>
                <a:gd name="csX0" fmla="*/ 0 w 12700"/>
                <a:gd name="csY0" fmla="*/ 44323 h 44322"/>
                <a:gd name="csX1" fmla="*/ 0 w 12700"/>
                <a:gd name="csY1" fmla="*/ 0 h 443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700" h="44322">
                  <a:moveTo>
                    <a:pt x="0" y="44323"/>
                  </a:moveTo>
                  <a:lnTo>
                    <a:pt x="0" y="0"/>
                  </a:lnTo>
                </a:path>
              </a:pathLst>
            </a:custGeom>
            <a:noFill/>
            <a:ln w="13589" cap="flat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7944F9C1-AAE7-47C7-2712-C973F36BE01F}"/>
                </a:ext>
              </a:extLst>
            </p:cNvPr>
            <p:cNvSpPr txBox="1"/>
            <p:nvPr/>
          </p:nvSpPr>
          <p:spPr>
            <a:xfrm rot="5400000">
              <a:off x="5502811" y="4280800"/>
              <a:ext cx="59663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1_NSC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BA3C436C-F27B-B7F0-AF7B-A3A5625BEF97}"/>
                </a:ext>
              </a:extLst>
            </p:cNvPr>
            <p:cNvSpPr txBox="1"/>
            <p:nvPr/>
          </p:nvSpPr>
          <p:spPr>
            <a:xfrm rot="5400000">
              <a:off x="5801013" y="4239122"/>
              <a:ext cx="50366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1_NP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F82A42C6-FE26-F820-516F-D471B603BE8D}"/>
                </a:ext>
              </a:extLst>
            </p:cNvPr>
            <p:cNvSpPr txBox="1"/>
            <p:nvPr/>
          </p:nvSpPr>
          <p:spPr>
            <a:xfrm rot="5400000">
              <a:off x="6039101" y="4251946"/>
              <a:ext cx="5309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1_shh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DFB0ADDC-3BDD-7240-7C8D-533E73B7F202}"/>
                </a:ext>
              </a:extLst>
            </p:cNvPr>
            <p:cNvSpPr txBox="1"/>
            <p:nvPr/>
          </p:nvSpPr>
          <p:spPr>
            <a:xfrm rot="5400000">
              <a:off x="6269975" y="4271182"/>
              <a:ext cx="57259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1_gfap</a:t>
              </a:r>
            </a:p>
          </p:txBody>
        </p:sp>
        <p:grpSp>
          <p:nvGrpSpPr>
            <p:cNvPr id="1009" name="Group 1008">
              <a:extLst>
                <a:ext uri="{FF2B5EF4-FFF2-40B4-BE49-F238E27FC236}">
                  <a16:creationId xmlns:a16="http://schemas.microsoft.com/office/drawing/2014/main" id="{1FE605EC-4288-EBD8-807E-1FBE755AD332}"/>
                </a:ext>
              </a:extLst>
            </p:cNvPr>
            <p:cNvGrpSpPr/>
            <p:nvPr/>
          </p:nvGrpSpPr>
          <p:grpSpPr>
            <a:xfrm>
              <a:off x="5564056" y="4639159"/>
              <a:ext cx="1217000" cy="538808"/>
              <a:chOff x="4873346" y="5653206"/>
              <a:chExt cx="1217000" cy="538808"/>
            </a:xfrm>
          </p:grpSpPr>
          <p:sp>
            <p:nvSpPr>
              <p:cNvPr id="974" name="TextBox 973">
                <a:extLst>
                  <a:ext uri="{FF2B5EF4-FFF2-40B4-BE49-F238E27FC236}">
                    <a16:creationId xmlns:a16="http://schemas.microsoft.com/office/drawing/2014/main" id="{90050AE5-A861-7C6E-6160-8D50FFBA45F6}"/>
                  </a:ext>
                </a:extLst>
              </p:cNvPr>
              <p:cNvSpPr txBox="1"/>
              <p:nvPr/>
            </p:nvSpPr>
            <p:spPr>
              <a:xfrm>
                <a:off x="4873346" y="5653206"/>
                <a:ext cx="1217000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Average Expression</a:t>
                </a:r>
              </a:p>
            </p:txBody>
          </p:sp>
          <p:grpSp>
            <p:nvGrpSpPr>
              <p:cNvPr id="1008" name="Group 1007">
                <a:extLst>
                  <a:ext uri="{FF2B5EF4-FFF2-40B4-BE49-F238E27FC236}">
                    <a16:creationId xmlns:a16="http://schemas.microsoft.com/office/drawing/2014/main" id="{DD140258-F8BC-34DC-9F55-8AB38E31BDF1}"/>
                  </a:ext>
                </a:extLst>
              </p:cNvPr>
              <p:cNvGrpSpPr/>
              <p:nvPr/>
            </p:nvGrpSpPr>
            <p:grpSpPr>
              <a:xfrm>
                <a:off x="4895348" y="5834763"/>
                <a:ext cx="1157774" cy="357251"/>
                <a:chOff x="4895348" y="5834763"/>
                <a:chExt cx="1157774" cy="357251"/>
              </a:xfrm>
            </p:grpSpPr>
            <p:pic>
              <p:nvPicPr>
                <p:cNvPr id="975" name="Picture 974">
                  <a:extLst>
                    <a:ext uri="{FF2B5EF4-FFF2-40B4-BE49-F238E27FC236}">
                      <a16:creationId xmlns:a16="http://schemas.microsoft.com/office/drawing/2014/main" id="{A120D2E9-EF3C-DA89-8E69-E135C5F6F8C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 rot="16200000">
                  <a:off x="5370992" y="5604322"/>
                  <a:ext cx="194818" cy="974216"/>
                </a:xfrm>
                <a:custGeom>
                  <a:avLst/>
                  <a:gdLst>
                    <a:gd name="csX0" fmla="*/ 0 w 194818"/>
                    <a:gd name="csY0" fmla="*/ 0 h 974216"/>
                    <a:gd name="csX1" fmla="*/ 194818 w 194818"/>
                    <a:gd name="csY1" fmla="*/ 0 h 974216"/>
                    <a:gd name="csX2" fmla="*/ 194818 w 194818"/>
                    <a:gd name="csY2" fmla="*/ 974217 h 974216"/>
                    <a:gd name="csX3" fmla="*/ 0 w 194818"/>
                    <a:gd name="csY3" fmla="*/ 974217 h 9742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94818" h="974216">
                      <a:moveTo>
                        <a:pt x="0" y="0"/>
                      </a:moveTo>
                      <a:lnTo>
                        <a:pt x="194818" y="0"/>
                      </a:lnTo>
                      <a:lnTo>
                        <a:pt x="194818" y="974217"/>
                      </a:lnTo>
                      <a:lnTo>
                        <a:pt x="0" y="974217"/>
                      </a:lnTo>
                      <a:close/>
                    </a:path>
                  </a:pathLst>
                </a:custGeom>
              </p:spPr>
            </p:pic>
            <p:sp>
              <p:nvSpPr>
                <p:cNvPr id="976" name="Freeform 975">
                  <a:extLst>
                    <a:ext uri="{FF2B5EF4-FFF2-40B4-BE49-F238E27FC236}">
                      <a16:creationId xmlns:a16="http://schemas.microsoft.com/office/drawing/2014/main" id="{50A68748-1EEE-EF5B-49EA-4DECF11EC602}"/>
                    </a:ext>
                  </a:extLst>
                </p:cNvPr>
                <p:cNvSpPr/>
                <p:nvPr/>
              </p:nvSpPr>
              <p:spPr>
                <a:xfrm rot="16200000">
                  <a:off x="5786144" y="6010341"/>
                  <a:ext cx="38988" cy="12700"/>
                </a:xfrm>
                <a:custGeom>
                  <a:avLst/>
                  <a:gdLst>
                    <a:gd name="csX0" fmla="*/ 0 w 38988"/>
                    <a:gd name="csY0" fmla="*/ 0 h 12700"/>
                    <a:gd name="csX1" fmla="*/ 38989 w 3898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988" h="12700">
                      <a:moveTo>
                        <a:pt x="0" y="0"/>
                      </a:moveTo>
                      <a:lnTo>
                        <a:pt x="38989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7" name="Freeform 976">
                  <a:extLst>
                    <a:ext uri="{FF2B5EF4-FFF2-40B4-BE49-F238E27FC236}">
                      <a16:creationId xmlns:a16="http://schemas.microsoft.com/office/drawing/2014/main" id="{7C82E252-8BDF-F9CA-E1F1-4B70D117729C}"/>
                    </a:ext>
                  </a:extLst>
                </p:cNvPr>
                <p:cNvSpPr/>
                <p:nvPr/>
              </p:nvSpPr>
              <p:spPr>
                <a:xfrm rot="16200000">
                  <a:off x="5623075" y="6010341"/>
                  <a:ext cx="38988" cy="12700"/>
                </a:xfrm>
                <a:custGeom>
                  <a:avLst/>
                  <a:gdLst>
                    <a:gd name="csX0" fmla="*/ 0 w 38988"/>
                    <a:gd name="csY0" fmla="*/ 0 h 12700"/>
                    <a:gd name="csX1" fmla="*/ 38989 w 3898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988" h="12700">
                      <a:moveTo>
                        <a:pt x="0" y="0"/>
                      </a:moveTo>
                      <a:lnTo>
                        <a:pt x="38989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8" name="Freeform 977">
                  <a:extLst>
                    <a:ext uri="{FF2B5EF4-FFF2-40B4-BE49-F238E27FC236}">
                      <a16:creationId xmlns:a16="http://schemas.microsoft.com/office/drawing/2014/main" id="{D53C0A94-5CEB-91B3-F207-53290903D974}"/>
                    </a:ext>
                  </a:extLst>
                </p:cNvPr>
                <p:cNvSpPr/>
                <p:nvPr/>
              </p:nvSpPr>
              <p:spPr>
                <a:xfrm rot="16200000">
                  <a:off x="5460135" y="6010341"/>
                  <a:ext cx="38988" cy="12700"/>
                </a:xfrm>
                <a:custGeom>
                  <a:avLst/>
                  <a:gdLst>
                    <a:gd name="csX0" fmla="*/ 0 w 38988"/>
                    <a:gd name="csY0" fmla="*/ 0 h 12700"/>
                    <a:gd name="csX1" fmla="*/ 38989 w 3898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988" h="12700">
                      <a:moveTo>
                        <a:pt x="0" y="0"/>
                      </a:moveTo>
                      <a:lnTo>
                        <a:pt x="38989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9" name="Freeform 978">
                  <a:extLst>
                    <a:ext uri="{FF2B5EF4-FFF2-40B4-BE49-F238E27FC236}">
                      <a16:creationId xmlns:a16="http://schemas.microsoft.com/office/drawing/2014/main" id="{17A6AC83-5750-BFF2-7D10-CFF58647F3A9}"/>
                    </a:ext>
                  </a:extLst>
                </p:cNvPr>
                <p:cNvSpPr/>
                <p:nvPr/>
              </p:nvSpPr>
              <p:spPr>
                <a:xfrm rot="16200000">
                  <a:off x="5297067" y="6010341"/>
                  <a:ext cx="38988" cy="12700"/>
                </a:xfrm>
                <a:custGeom>
                  <a:avLst/>
                  <a:gdLst>
                    <a:gd name="csX0" fmla="*/ 0 w 38988"/>
                    <a:gd name="csY0" fmla="*/ 0 h 12700"/>
                    <a:gd name="csX1" fmla="*/ 38989 w 3898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988" h="12700">
                      <a:moveTo>
                        <a:pt x="0" y="0"/>
                      </a:moveTo>
                      <a:lnTo>
                        <a:pt x="38989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0" name="Freeform 979">
                  <a:extLst>
                    <a:ext uri="{FF2B5EF4-FFF2-40B4-BE49-F238E27FC236}">
                      <a16:creationId xmlns:a16="http://schemas.microsoft.com/office/drawing/2014/main" id="{733EC880-478B-117E-F3A6-B8426B9CAC51}"/>
                    </a:ext>
                  </a:extLst>
                </p:cNvPr>
                <p:cNvSpPr/>
                <p:nvPr/>
              </p:nvSpPr>
              <p:spPr>
                <a:xfrm rot="16200000">
                  <a:off x="5133998" y="6010341"/>
                  <a:ext cx="38988" cy="12700"/>
                </a:xfrm>
                <a:custGeom>
                  <a:avLst/>
                  <a:gdLst>
                    <a:gd name="csX0" fmla="*/ 0 w 38988"/>
                    <a:gd name="csY0" fmla="*/ 0 h 12700"/>
                    <a:gd name="csX1" fmla="*/ 38989 w 3898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988" h="12700">
                      <a:moveTo>
                        <a:pt x="0" y="0"/>
                      </a:moveTo>
                      <a:lnTo>
                        <a:pt x="38989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1" name="Freeform 980">
                  <a:extLst>
                    <a:ext uri="{FF2B5EF4-FFF2-40B4-BE49-F238E27FC236}">
                      <a16:creationId xmlns:a16="http://schemas.microsoft.com/office/drawing/2014/main" id="{1295483E-F3E8-2BB0-CEE8-41F6B9109B80}"/>
                    </a:ext>
                  </a:extLst>
                </p:cNvPr>
                <p:cNvSpPr/>
                <p:nvPr/>
              </p:nvSpPr>
              <p:spPr>
                <a:xfrm rot="16200000">
                  <a:off x="5786207" y="6166234"/>
                  <a:ext cx="38861" cy="12700"/>
                </a:xfrm>
                <a:custGeom>
                  <a:avLst/>
                  <a:gdLst>
                    <a:gd name="csX0" fmla="*/ 38862 w 38861"/>
                    <a:gd name="csY0" fmla="*/ 0 h 12700"/>
                    <a:gd name="csX1" fmla="*/ 0 w 3886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861" h="12700">
                      <a:moveTo>
                        <a:pt x="3886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2" name="Freeform 981">
                  <a:extLst>
                    <a:ext uri="{FF2B5EF4-FFF2-40B4-BE49-F238E27FC236}">
                      <a16:creationId xmlns:a16="http://schemas.microsoft.com/office/drawing/2014/main" id="{50170305-ED6E-DEBF-AD5C-79932045A369}"/>
                    </a:ext>
                  </a:extLst>
                </p:cNvPr>
                <p:cNvSpPr/>
                <p:nvPr/>
              </p:nvSpPr>
              <p:spPr>
                <a:xfrm rot="16200000">
                  <a:off x="5623138" y="6166234"/>
                  <a:ext cx="38861" cy="12700"/>
                </a:xfrm>
                <a:custGeom>
                  <a:avLst/>
                  <a:gdLst>
                    <a:gd name="csX0" fmla="*/ 38862 w 38861"/>
                    <a:gd name="csY0" fmla="*/ 0 h 12700"/>
                    <a:gd name="csX1" fmla="*/ 0 w 3886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861" h="12700">
                      <a:moveTo>
                        <a:pt x="3886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3" name="Freeform 982">
                  <a:extLst>
                    <a:ext uri="{FF2B5EF4-FFF2-40B4-BE49-F238E27FC236}">
                      <a16:creationId xmlns:a16="http://schemas.microsoft.com/office/drawing/2014/main" id="{160F8F5A-AE0B-E811-6D91-532AB4DB253B}"/>
                    </a:ext>
                  </a:extLst>
                </p:cNvPr>
                <p:cNvSpPr/>
                <p:nvPr/>
              </p:nvSpPr>
              <p:spPr>
                <a:xfrm rot="16200000">
                  <a:off x="5460198" y="6166234"/>
                  <a:ext cx="38861" cy="12700"/>
                </a:xfrm>
                <a:custGeom>
                  <a:avLst/>
                  <a:gdLst>
                    <a:gd name="csX0" fmla="*/ 38862 w 38861"/>
                    <a:gd name="csY0" fmla="*/ 0 h 12700"/>
                    <a:gd name="csX1" fmla="*/ 0 w 3886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861" h="12700">
                      <a:moveTo>
                        <a:pt x="3886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4" name="Freeform 983">
                  <a:extLst>
                    <a:ext uri="{FF2B5EF4-FFF2-40B4-BE49-F238E27FC236}">
                      <a16:creationId xmlns:a16="http://schemas.microsoft.com/office/drawing/2014/main" id="{AACFFF7D-8C6A-3D6B-14D3-7AB2C5DA4909}"/>
                    </a:ext>
                  </a:extLst>
                </p:cNvPr>
                <p:cNvSpPr/>
                <p:nvPr/>
              </p:nvSpPr>
              <p:spPr>
                <a:xfrm rot="16200000">
                  <a:off x="5297130" y="6166234"/>
                  <a:ext cx="38861" cy="12700"/>
                </a:xfrm>
                <a:custGeom>
                  <a:avLst/>
                  <a:gdLst>
                    <a:gd name="csX0" fmla="*/ 38862 w 38861"/>
                    <a:gd name="csY0" fmla="*/ 0 h 12700"/>
                    <a:gd name="csX1" fmla="*/ 0 w 3886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861" h="12700">
                      <a:moveTo>
                        <a:pt x="3886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5" name="Freeform 984">
                  <a:extLst>
                    <a:ext uri="{FF2B5EF4-FFF2-40B4-BE49-F238E27FC236}">
                      <a16:creationId xmlns:a16="http://schemas.microsoft.com/office/drawing/2014/main" id="{F406876B-BD3E-5321-0D09-40DB16F8242B}"/>
                    </a:ext>
                  </a:extLst>
                </p:cNvPr>
                <p:cNvSpPr/>
                <p:nvPr/>
              </p:nvSpPr>
              <p:spPr>
                <a:xfrm rot="16200000">
                  <a:off x="5134061" y="6166234"/>
                  <a:ext cx="38861" cy="12700"/>
                </a:xfrm>
                <a:custGeom>
                  <a:avLst/>
                  <a:gdLst>
                    <a:gd name="csX0" fmla="*/ 38862 w 38861"/>
                    <a:gd name="csY0" fmla="*/ 0 h 12700"/>
                    <a:gd name="csX1" fmla="*/ 0 w 3886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8861" h="12700">
                      <a:moveTo>
                        <a:pt x="3886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4826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058068F6-24C0-47A9-6417-5E9A325E13F7}"/>
                    </a:ext>
                  </a:extLst>
                </p:cNvPr>
                <p:cNvSpPr txBox="1"/>
                <p:nvPr/>
              </p:nvSpPr>
              <p:spPr>
                <a:xfrm>
                  <a:off x="5712964" y="5834788"/>
                  <a:ext cx="340158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-1.0</a:t>
                  </a:r>
                </a:p>
              </p:txBody>
            </p:sp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77B89E0-7569-29AD-666A-E8718A017EE5}"/>
                    </a:ext>
                  </a:extLst>
                </p:cNvPr>
                <p:cNvSpPr txBox="1"/>
                <p:nvPr/>
              </p:nvSpPr>
              <p:spPr>
                <a:xfrm>
                  <a:off x="5485716" y="5834788"/>
                  <a:ext cx="340158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-0.5</a:t>
                  </a:r>
                </a:p>
              </p:txBody>
            </p:sp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3803EEFC-0E9C-BB3D-25DE-E6FDAE46F6C5}"/>
                    </a:ext>
                  </a:extLst>
                </p:cNvPr>
                <p:cNvSpPr txBox="1"/>
                <p:nvPr/>
              </p:nvSpPr>
              <p:spPr>
                <a:xfrm>
                  <a:off x="5288926" y="5834763"/>
                  <a:ext cx="309700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0.0</a:t>
                  </a:r>
                  <a:endPara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BA7D7DAB-2D9B-4380-4ACE-3145BD5FEF9B}"/>
                    </a:ext>
                  </a:extLst>
                </p:cNvPr>
                <p:cNvSpPr txBox="1"/>
                <p:nvPr/>
              </p:nvSpPr>
              <p:spPr>
                <a:xfrm>
                  <a:off x="5092137" y="5834763"/>
                  <a:ext cx="309700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0.5</a:t>
                  </a:r>
                </a:p>
              </p:txBody>
            </p:sp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975513B2-FB57-6F41-AB99-E89B739CEE81}"/>
                    </a:ext>
                  </a:extLst>
                </p:cNvPr>
                <p:cNvSpPr txBox="1"/>
                <p:nvPr/>
              </p:nvSpPr>
              <p:spPr>
                <a:xfrm>
                  <a:off x="4895348" y="5837938"/>
                  <a:ext cx="309700" cy="20005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1.0</a:t>
                  </a:r>
                </a:p>
              </p:txBody>
            </p:sp>
          </p:grpSp>
        </p:grpSp>
        <p:grpSp>
          <p:nvGrpSpPr>
            <p:cNvPr id="1007" name="Group 1006">
              <a:extLst>
                <a:ext uri="{FF2B5EF4-FFF2-40B4-BE49-F238E27FC236}">
                  <a16:creationId xmlns:a16="http://schemas.microsoft.com/office/drawing/2014/main" id="{DE10AC35-B27E-5E5C-D141-E2805BCF70C3}"/>
                </a:ext>
              </a:extLst>
            </p:cNvPr>
            <p:cNvGrpSpPr/>
            <p:nvPr/>
          </p:nvGrpSpPr>
          <p:grpSpPr>
            <a:xfrm>
              <a:off x="5011059" y="4208165"/>
              <a:ext cx="729687" cy="872019"/>
              <a:chOff x="6766734" y="2389596"/>
              <a:chExt cx="729687" cy="872019"/>
            </a:xfrm>
          </p:grpSpPr>
          <p:sp>
            <p:nvSpPr>
              <p:cNvPr id="991" name="TextBox 990">
                <a:extLst>
                  <a:ext uri="{FF2B5EF4-FFF2-40B4-BE49-F238E27FC236}">
                    <a16:creationId xmlns:a16="http://schemas.microsoft.com/office/drawing/2014/main" id="{7DDBEF95-7ADA-EB24-D90C-3C2E16E284C7}"/>
                  </a:ext>
                </a:extLst>
              </p:cNvPr>
              <p:cNvSpPr txBox="1"/>
              <p:nvPr/>
            </p:nvSpPr>
            <p:spPr>
              <a:xfrm>
                <a:off x="6766734" y="2389596"/>
                <a:ext cx="729687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Percent </a:t>
                </a:r>
                <a:endParaRPr lang="en-US" sz="9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  <a:p>
                <a:pPr algn="ctr"/>
                <a:r>
                  <a:rPr lang="en-US" sz="9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Expressed</a:t>
                </a:r>
              </a:p>
            </p:txBody>
          </p:sp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DF0677BF-551F-6732-C375-680CD64D431E}"/>
                  </a:ext>
                </a:extLst>
              </p:cNvPr>
              <p:cNvSpPr/>
              <p:nvPr/>
            </p:nvSpPr>
            <p:spPr>
              <a:xfrm>
                <a:off x="6955814" y="2774963"/>
                <a:ext cx="52070" cy="52070"/>
              </a:xfrm>
              <a:custGeom>
                <a:avLst/>
                <a:gdLst>
                  <a:gd name="csX0" fmla="*/ 52070 w 52070"/>
                  <a:gd name="csY0" fmla="*/ 26035 h 52070"/>
                  <a:gd name="csX1" fmla="*/ 26035 w 52070"/>
                  <a:gd name="csY1" fmla="*/ 52070 h 52070"/>
                  <a:gd name="csX2" fmla="*/ 0 w 52070"/>
                  <a:gd name="csY2" fmla="*/ 26035 h 52070"/>
                  <a:gd name="csX3" fmla="*/ 26035 w 52070"/>
                  <a:gd name="csY3" fmla="*/ 0 h 52070"/>
                  <a:gd name="csX4" fmla="*/ 52070 w 52070"/>
                  <a:gd name="csY4" fmla="*/ 26035 h 520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2070" h="52070">
                    <a:moveTo>
                      <a:pt x="52070" y="26035"/>
                    </a:moveTo>
                    <a:cubicBezTo>
                      <a:pt x="52070" y="40414"/>
                      <a:pt x="40414" y="52070"/>
                      <a:pt x="26035" y="52070"/>
                    </a:cubicBezTo>
                    <a:cubicBezTo>
                      <a:pt x="11656" y="52070"/>
                      <a:pt x="0" y="40414"/>
                      <a:pt x="0" y="26035"/>
                    </a:cubicBezTo>
                    <a:cubicBezTo>
                      <a:pt x="0" y="11656"/>
                      <a:pt x="11656" y="0"/>
                      <a:pt x="26035" y="0"/>
                    </a:cubicBezTo>
                    <a:cubicBezTo>
                      <a:pt x="40414" y="0"/>
                      <a:pt x="52070" y="11656"/>
                      <a:pt x="52070" y="260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43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75C06BED-7C00-7AC0-DC4D-DB16D1952C96}"/>
                  </a:ext>
                </a:extLst>
              </p:cNvPr>
              <p:cNvSpPr/>
              <p:nvPr/>
            </p:nvSpPr>
            <p:spPr>
              <a:xfrm>
                <a:off x="6935240" y="2949207"/>
                <a:ext cx="93217" cy="93217"/>
              </a:xfrm>
              <a:custGeom>
                <a:avLst/>
                <a:gdLst>
                  <a:gd name="csX0" fmla="*/ 93218 w 93217"/>
                  <a:gd name="csY0" fmla="*/ 46609 h 93217"/>
                  <a:gd name="csX1" fmla="*/ 46609 w 93217"/>
                  <a:gd name="csY1" fmla="*/ 93218 h 93217"/>
                  <a:gd name="csX2" fmla="*/ 0 w 93217"/>
                  <a:gd name="csY2" fmla="*/ 46609 h 93217"/>
                  <a:gd name="csX3" fmla="*/ 46609 w 93217"/>
                  <a:gd name="csY3" fmla="*/ 0 h 93217"/>
                  <a:gd name="csX4" fmla="*/ 93218 w 93217"/>
                  <a:gd name="csY4" fmla="*/ 46609 h 932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3217" h="93217">
                    <a:moveTo>
                      <a:pt x="93218" y="46609"/>
                    </a:moveTo>
                    <a:cubicBezTo>
                      <a:pt x="93218" y="72350"/>
                      <a:pt x="72350" y="93218"/>
                      <a:pt x="46609" y="93218"/>
                    </a:cubicBezTo>
                    <a:cubicBezTo>
                      <a:pt x="20868" y="93218"/>
                      <a:pt x="0" y="72350"/>
                      <a:pt x="0" y="46609"/>
                    </a:cubicBezTo>
                    <a:cubicBezTo>
                      <a:pt x="0" y="20868"/>
                      <a:pt x="20868" y="0"/>
                      <a:pt x="46609" y="0"/>
                    </a:cubicBezTo>
                    <a:cubicBezTo>
                      <a:pt x="72350" y="0"/>
                      <a:pt x="93218" y="20868"/>
                      <a:pt x="93218" y="466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43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0A781CCB-8912-E210-B869-CA836E94F1F0}"/>
                  </a:ext>
                </a:extLst>
              </p:cNvPr>
              <p:cNvSpPr/>
              <p:nvPr/>
            </p:nvSpPr>
            <p:spPr>
              <a:xfrm>
                <a:off x="6914539" y="3123324"/>
                <a:ext cx="134620" cy="134620"/>
              </a:xfrm>
              <a:custGeom>
                <a:avLst/>
                <a:gdLst>
                  <a:gd name="csX0" fmla="*/ 134620 w 134620"/>
                  <a:gd name="csY0" fmla="*/ 67310 h 134620"/>
                  <a:gd name="csX1" fmla="*/ 67310 w 134620"/>
                  <a:gd name="csY1" fmla="*/ 134620 h 134620"/>
                  <a:gd name="csX2" fmla="*/ 0 w 134620"/>
                  <a:gd name="csY2" fmla="*/ 67310 h 134620"/>
                  <a:gd name="csX3" fmla="*/ 67310 w 134620"/>
                  <a:gd name="csY3" fmla="*/ 0 h 134620"/>
                  <a:gd name="csX4" fmla="*/ 134620 w 134620"/>
                  <a:gd name="csY4" fmla="*/ 67310 h 13462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4620" h="134620">
                    <a:moveTo>
                      <a:pt x="134620" y="67310"/>
                    </a:moveTo>
                    <a:cubicBezTo>
                      <a:pt x="134620" y="104484"/>
                      <a:pt x="104484" y="134620"/>
                      <a:pt x="67310" y="134620"/>
                    </a:cubicBezTo>
                    <a:cubicBezTo>
                      <a:pt x="30136" y="134620"/>
                      <a:pt x="0" y="104484"/>
                      <a:pt x="0" y="67310"/>
                    </a:cubicBezTo>
                    <a:cubicBezTo>
                      <a:pt x="0" y="30136"/>
                      <a:pt x="30136" y="0"/>
                      <a:pt x="67310" y="0"/>
                    </a:cubicBezTo>
                    <a:cubicBezTo>
                      <a:pt x="104484" y="0"/>
                      <a:pt x="134620" y="30136"/>
                      <a:pt x="134620" y="673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430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/>
              </a:p>
            </p:txBody>
          </p:sp>
          <p:sp>
            <p:nvSpPr>
              <p:cNvPr id="995" name="TextBox 994">
                <a:extLst>
                  <a:ext uri="{FF2B5EF4-FFF2-40B4-BE49-F238E27FC236}">
                    <a16:creationId xmlns:a16="http://schemas.microsoft.com/office/drawing/2014/main" id="{72E67559-879B-DF95-05B5-BE038A35497D}"/>
                  </a:ext>
                </a:extLst>
              </p:cNvPr>
              <p:cNvSpPr txBox="1"/>
              <p:nvPr/>
            </p:nvSpPr>
            <p:spPr>
              <a:xfrm>
                <a:off x="7001407" y="2671797"/>
                <a:ext cx="28405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25</a:t>
                </a:r>
              </a:p>
            </p:txBody>
          </p:sp>
          <p:sp>
            <p:nvSpPr>
              <p:cNvPr id="996" name="TextBox 995">
                <a:extLst>
                  <a:ext uri="{FF2B5EF4-FFF2-40B4-BE49-F238E27FC236}">
                    <a16:creationId xmlns:a16="http://schemas.microsoft.com/office/drawing/2014/main" id="{28CC7147-5C0B-289F-40BE-51701CF6A2E1}"/>
                  </a:ext>
                </a:extLst>
              </p:cNvPr>
              <p:cNvSpPr txBox="1"/>
              <p:nvPr/>
            </p:nvSpPr>
            <p:spPr>
              <a:xfrm>
                <a:off x="7001407" y="2866742"/>
                <a:ext cx="28405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50</a:t>
                </a:r>
              </a:p>
            </p:txBody>
          </p:sp>
          <p:sp>
            <p:nvSpPr>
              <p:cNvPr id="997" name="TextBox 996">
                <a:extLst>
                  <a:ext uri="{FF2B5EF4-FFF2-40B4-BE49-F238E27FC236}">
                    <a16:creationId xmlns:a16="http://schemas.microsoft.com/office/drawing/2014/main" id="{74308D8D-ACCD-9A0B-96D5-7DD4D09622C8}"/>
                  </a:ext>
                </a:extLst>
              </p:cNvPr>
              <p:cNvSpPr txBox="1"/>
              <p:nvPr/>
            </p:nvSpPr>
            <p:spPr>
              <a:xfrm>
                <a:off x="7001407" y="3061560"/>
                <a:ext cx="28405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75</a:t>
                </a:r>
              </a:p>
            </p:txBody>
          </p: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A4A188C3-D064-73AB-B2D4-7F6F47E6564D}"/>
              </a:ext>
            </a:extLst>
          </p:cNvPr>
          <p:cNvSpPr txBox="1"/>
          <p:nvPr/>
        </p:nvSpPr>
        <p:spPr>
          <a:xfrm>
            <a:off x="-63462" y="-25775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67ECE92-2684-EE8F-E490-61CDD74FD0B3}"/>
              </a:ext>
            </a:extLst>
          </p:cNvPr>
          <p:cNvSpPr txBox="1"/>
          <p:nvPr/>
        </p:nvSpPr>
        <p:spPr>
          <a:xfrm>
            <a:off x="27910" y="2842115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latin typeface="Helvetica" pitchFamily="2" charset="0"/>
              </a:rPr>
              <a:t>b</a:t>
            </a:r>
            <a:endParaRPr lang="en-US" sz="4800" b="1" dirty="0">
              <a:latin typeface="Helvetica" pitchFamily="2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BA88335-D885-4A68-9628-531A340B1EE5}"/>
              </a:ext>
            </a:extLst>
          </p:cNvPr>
          <p:cNvSpPr txBox="1"/>
          <p:nvPr/>
        </p:nvSpPr>
        <p:spPr>
          <a:xfrm>
            <a:off x="85778" y="5830078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latin typeface="Helvetica" pitchFamily="2" charset="0"/>
              </a:rPr>
              <a:t>c</a:t>
            </a:r>
            <a:endParaRPr lang="en-US" sz="4800" b="1" dirty="0">
              <a:latin typeface="Helvetica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C668360-C526-465A-731B-AB79374DC537}"/>
              </a:ext>
            </a:extLst>
          </p:cNvPr>
          <p:cNvSpPr txBox="1"/>
          <p:nvPr/>
        </p:nvSpPr>
        <p:spPr>
          <a:xfrm>
            <a:off x="4678419" y="78848"/>
            <a:ext cx="309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 pitchFamily="2" charset="0"/>
              </a:rPr>
              <a:t>d</a:t>
            </a:r>
            <a:endParaRPr lang="en-US" sz="4800" b="1" dirty="0">
              <a:latin typeface="Helvetica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107499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2" name="Group 1441">
            <a:extLst>
              <a:ext uri="{FF2B5EF4-FFF2-40B4-BE49-F238E27FC236}">
                <a16:creationId xmlns:a16="http://schemas.microsoft.com/office/drawing/2014/main" id="{4FB31C29-1C9B-2EF7-3799-4C4C14DD52B6}"/>
              </a:ext>
            </a:extLst>
          </p:cNvPr>
          <p:cNvGrpSpPr/>
          <p:nvPr/>
        </p:nvGrpSpPr>
        <p:grpSpPr>
          <a:xfrm>
            <a:off x="0" y="93455"/>
            <a:ext cx="6795032" cy="1846857"/>
            <a:chOff x="0" y="93455"/>
            <a:chExt cx="6795032" cy="1846857"/>
          </a:xfrm>
        </p:grpSpPr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FFD7A291-1E51-3C93-84E3-6DC2859D146E}"/>
                </a:ext>
              </a:extLst>
            </p:cNvPr>
            <p:cNvGrpSpPr/>
            <p:nvPr/>
          </p:nvGrpSpPr>
          <p:grpSpPr>
            <a:xfrm>
              <a:off x="0" y="111512"/>
              <a:ext cx="1834517" cy="1828800"/>
              <a:chOff x="543161" y="781865"/>
              <a:chExt cx="1834517" cy="1828800"/>
            </a:xfrm>
          </p:grpSpPr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11C6D4F9-3F58-5D41-E1DA-43DFF1B63FF7}"/>
                  </a:ext>
                </a:extLst>
              </p:cNvPr>
              <p:cNvGrpSpPr/>
              <p:nvPr/>
            </p:nvGrpSpPr>
            <p:grpSpPr>
              <a:xfrm>
                <a:off x="543161" y="781865"/>
                <a:ext cx="1834517" cy="1828800"/>
                <a:chOff x="1356977" y="1868858"/>
                <a:chExt cx="1834517" cy="1828800"/>
              </a:xfrm>
            </p:grpSpPr>
            <p:grpSp>
              <p:nvGrpSpPr>
                <p:cNvPr id="6" name="Graphic 4">
                  <a:extLst>
                    <a:ext uri="{FF2B5EF4-FFF2-40B4-BE49-F238E27FC236}">
                      <a16:creationId xmlns:a16="http://schemas.microsoft.com/office/drawing/2014/main" id="{1956F704-9AC8-F930-496B-C37F4C79E33E}"/>
                    </a:ext>
                  </a:extLst>
                </p:cNvPr>
                <p:cNvGrpSpPr/>
                <p:nvPr/>
              </p:nvGrpSpPr>
              <p:grpSpPr>
                <a:xfrm>
                  <a:off x="1356977" y="1868858"/>
                  <a:ext cx="1834517" cy="1828800"/>
                  <a:chOff x="1356977" y="1868858"/>
                  <a:chExt cx="1834517" cy="1828800"/>
                </a:xfrm>
              </p:grpSpPr>
              <p:sp>
                <p:nvSpPr>
                  <p:cNvPr id="7" name="Freeform 6">
                    <a:extLst>
                      <a:ext uri="{FF2B5EF4-FFF2-40B4-BE49-F238E27FC236}">
                        <a16:creationId xmlns:a16="http://schemas.microsoft.com/office/drawing/2014/main" id="{1EFE9D46-FA4D-3978-0AC9-4A1A66A0A08C}"/>
                      </a:ext>
                    </a:extLst>
                  </p:cNvPr>
                  <p:cNvSpPr/>
                  <p:nvPr/>
                </p:nvSpPr>
                <p:spPr>
                  <a:xfrm>
                    <a:off x="1362694" y="1868858"/>
                    <a:ext cx="1828800" cy="1828800"/>
                  </a:xfrm>
                  <a:custGeom>
                    <a:avLst/>
                    <a:gdLst>
                      <a:gd name="csX0" fmla="*/ 0 w 1828800"/>
                      <a:gd name="csY0" fmla="*/ 0 h 1828800"/>
                      <a:gd name="csX1" fmla="*/ 1828800 w 1828800"/>
                      <a:gd name="csY1" fmla="*/ 0 h 1828800"/>
                      <a:gd name="csX2" fmla="*/ 1828800 w 1828800"/>
                      <a:gd name="csY2" fmla="*/ 1828800 h 1828800"/>
                      <a:gd name="csX3" fmla="*/ 0 w 1828800"/>
                      <a:gd name="csY3" fmla="*/ 1828800 h 18288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828800" h="1828800">
                        <a:moveTo>
                          <a:pt x="0" y="0"/>
                        </a:moveTo>
                        <a:lnTo>
                          <a:pt x="1828800" y="0"/>
                        </a:lnTo>
                        <a:lnTo>
                          <a:pt x="1828800" y="1828800"/>
                        </a:lnTo>
                        <a:lnTo>
                          <a:pt x="0" y="18288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2700" cap="rnd">
                    <a:noFill/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sp>
                <p:nvSpPr>
                  <p:cNvPr id="8" name="Freeform 7">
                    <a:extLst>
                      <a:ext uri="{FF2B5EF4-FFF2-40B4-BE49-F238E27FC236}">
                        <a16:creationId xmlns:a16="http://schemas.microsoft.com/office/drawing/2014/main" id="{D5DA3063-507F-AA7B-61E7-A6F2CBF53346}"/>
                      </a:ext>
                    </a:extLst>
                  </p:cNvPr>
                  <p:cNvSpPr/>
                  <p:nvPr/>
                </p:nvSpPr>
                <p:spPr>
                  <a:xfrm>
                    <a:off x="1362693" y="1868858"/>
                    <a:ext cx="1828800" cy="1828800"/>
                  </a:xfrm>
                  <a:custGeom>
                    <a:avLst/>
                    <a:gdLst>
                      <a:gd name="csX0" fmla="*/ 0 w 1828800"/>
                      <a:gd name="csY0" fmla="*/ 0 h 1828800"/>
                      <a:gd name="csX1" fmla="*/ 1828800 w 1828800"/>
                      <a:gd name="csY1" fmla="*/ 0 h 1828800"/>
                      <a:gd name="csX2" fmla="*/ 1828800 w 1828800"/>
                      <a:gd name="csY2" fmla="*/ 1828800 h 1828800"/>
                      <a:gd name="csX3" fmla="*/ 0 w 1828800"/>
                      <a:gd name="csY3" fmla="*/ 1828800 h 18288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</a:cxnLst>
                    <a:rect l="l" t="t" r="r" b="b"/>
                    <a:pathLst>
                      <a:path w="1828800" h="1828800">
                        <a:moveTo>
                          <a:pt x="0" y="0"/>
                        </a:moveTo>
                        <a:lnTo>
                          <a:pt x="1828800" y="0"/>
                        </a:lnTo>
                        <a:lnTo>
                          <a:pt x="1828800" y="1828800"/>
                        </a:lnTo>
                        <a:lnTo>
                          <a:pt x="0" y="18288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3589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pPr algn="ctr"/>
                    <a:endParaRPr lang="en-US" sz="2800"/>
                  </a:p>
                </p:txBody>
              </p:sp>
              <p:grpSp>
                <p:nvGrpSpPr>
                  <p:cNvPr id="9" name="Graphic 4">
                    <a:extLst>
                      <a:ext uri="{FF2B5EF4-FFF2-40B4-BE49-F238E27FC236}">
                        <a16:creationId xmlns:a16="http://schemas.microsoft.com/office/drawing/2014/main" id="{B5E516CD-0579-9400-26A7-C5863E6D4550}"/>
                      </a:ext>
                    </a:extLst>
                  </p:cNvPr>
                  <p:cNvGrpSpPr/>
                  <p:nvPr/>
                </p:nvGrpSpPr>
                <p:grpSpPr>
                  <a:xfrm>
                    <a:off x="1876536" y="2163244"/>
                    <a:ext cx="1245489" cy="1134490"/>
                    <a:chOff x="1876536" y="2163244"/>
                    <a:chExt cx="1245489" cy="1134490"/>
                  </a:xfrm>
                </p:grpSpPr>
                <p:sp>
                  <p:nvSpPr>
                    <p:cNvPr id="10" name="Freeform 9">
                      <a:extLst>
                        <a:ext uri="{FF2B5EF4-FFF2-40B4-BE49-F238E27FC236}">
                          <a16:creationId xmlns:a16="http://schemas.microsoft.com/office/drawing/2014/main" id="{F209CDAF-FF84-97FD-DC5C-72401E418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6536" y="2163244"/>
                      <a:ext cx="1245489" cy="1134490"/>
                    </a:xfrm>
                    <a:custGeom>
                      <a:avLst/>
                      <a:gdLst>
                        <a:gd name="csX0" fmla="*/ 0 w 1245489"/>
                        <a:gd name="csY0" fmla="*/ 0 h 1134490"/>
                        <a:gd name="csX1" fmla="*/ 1245489 w 1245489"/>
                        <a:gd name="csY1" fmla="*/ 0 h 1134490"/>
                        <a:gd name="csX2" fmla="*/ 1245489 w 1245489"/>
                        <a:gd name="csY2" fmla="*/ 1134491 h 1134490"/>
                        <a:gd name="csX3" fmla="*/ 0 w 1245489"/>
                        <a:gd name="csY3" fmla="*/ 1134491 h 113449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</a:cxnLst>
                      <a:rect l="l" t="t" r="r" b="b"/>
                      <a:pathLst>
                        <a:path w="1245489" h="1134490">
                          <a:moveTo>
                            <a:pt x="0" y="0"/>
                          </a:moveTo>
                          <a:lnTo>
                            <a:pt x="1245489" y="0"/>
                          </a:lnTo>
                          <a:lnTo>
                            <a:pt x="1245489" y="1134491"/>
                          </a:lnTo>
                          <a:lnTo>
                            <a:pt x="0" y="113449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3589" cap="rnd">
                      <a:noFill/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1" name="Freeform 10">
                      <a:extLst>
                        <a:ext uri="{FF2B5EF4-FFF2-40B4-BE49-F238E27FC236}">
                          <a16:creationId xmlns:a16="http://schemas.microsoft.com/office/drawing/2014/main" id="{6CED10E4-2446-E748-B841-5DC8F76B4F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173" y="2840281"/>
                      <a:ext cx="12700" cy="35560"/>
                    </a:xfrm>
                    <a:custGeom>
                      <a:avLst/>
                      <a:gdLst>
                        <a:gd name="csX0" fmla="*/ 0 w 12700"/>
                        <a:gd name="csY0" fmla="*/ 35560 h 35560"/>
                        <a:gd name="csX1" fmla="*/ 0 w 12700"/>
                        <a:gd name="csY1" fmla="*/ 0 h 3556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5560">
                          <a:moveTo>
                            <a:pt x="0" y="3556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2" name="Freeform 11">
                      <a:extLst>
                        <a:ext uri="{FF2B5EF4-FFF2-40B4-BE49-F238E27FC236}">
                          <a16:creationId xmlns:a16="http://schemas.microsoft.com/office/drawing/2014/main" id="{45DAD00F-35BF-124F-588D-AB901F942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173" y="3170735"/>
                      <a:ext cx="12700" cy="71754"/>
                    </a:xfrm>
                    <a:custGeom>
                      <a:avLst/>
                      <a:gdLst>
                        <a:gd name="csX0" fmla="*/ 0 w 12700"/>
                        <a:gd name="csY0" fmla="*/ 0 h 71754"/>
                        <a:gd name="csX1" fmla="*/ 0 w 12700"/>
                        <a:gd name="csY1" fmla="*/ 71755 h 7175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71754">
                          <a:moveTo>
                            <a:pt x="0" y="0"/>
                          </a:moveTo>
                          <a:lnTo>
                            <a:pt x="0" y="71755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3" name="Freeform 12">
                      <a:extLst>
                        <a:ext uri="{FF2B5EF4-FFF2-40B4-BE49-F238E27FC236}">
                          <a16:creationId xmlns:a16="http://schemas.microsoft.com/office/drawing/2014/main" id="{48AE5F2F-25E3-13AC-6DC4-88F3BCDB04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291" y="2875841"/>
                      <a:ext cx="143763" cy="294894"/>
                    </a:xfrm>
                    <a:custGeom>
                      <a:avLst/>
                      <a:gdLst>
                        <a:gd name="csX0" fmla="*/ 0 w 143763"/>
                        <a:gd name="csY0" fmla="*/ 0 h 294894"/>
                        <a:gd name="csX1" fmla="*/ 0 w 143763"/>
                        <a:gd name="csY1" fmla="*/ 294894 h 294894"/>
                        <a:gd name="csX2" fmla="*/ 143764 w 143763"/>
                        <a:gd name="csY2" fmla="*/ 294894 h 294894"/>
                        <a:gd name="csX3" fmla="*/ 143764 w 143763"/>
                        <a:gd name="csY3" fmla="*/ 0 h 294894"/>
                        <a:gd name="csX4" fmla="*/ 0 w 143763"/>
                        <a:gd name="csY4" fmla="*/ 0 h 29489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143763" h="294894">
                          <a:moveTo>
                            <a:pt x="0" y="0"/>
                          </a:moveTo>
                          <a:lnTo>
                            <a:pt x="0" y="294894"/>
                          </a:lnTo>
                          <a:lnTo>
                            <a:pt x="143764" y="294894"/>
                          </a:lnTo>
                          <a:lnTo>
                            <a:pt x="14376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965B0"/>
                    </a:solidFill>
                    <a:ln w="13589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4" name="Freeform 13">
                      <a:extLst>
                        <a:ext uri="{FF2B5EF4-FFF2-40B4-BE49-F238E27FC236}">
                          <a16:creationId xmlns:a16="http://schemas.microsoft.com/office/drawing/2014/main" id="{F4E3C63D-4ED8-AB29-AD5F-99800C16A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291" y="3051101"/>
                      <a:ext cx="143764" cy="12700"/>
                    </a:xfrm>
                    <a:custGeom>
                      <a:avLst/>
                      <a:gdLst>
                        <a:gd name="csX0" fmla="*/ 0 w 143764"/>
                        <a:gd name="csY0" fmla="*/ 0 h 12700"/>
                        <a:gd name="csX1" fmla="*/ 143764 w 14376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3764" h="12700">
                          <a:moveTo>
                            <a:pt x="0" y="0"/>
                          </a:moveTo>
                          <a:lnTo>
                            <a:pt x="143764" y="0"/>
                          </a:lnTo>
                        </a:path>
                      </a:pathLst>
                    </a:custGeom>
                    <a:ln w="27051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5" name="Freeform 14">
                      <a:extLst>
                        <a:ext uri="{FF2B5EF4-FFF2-40B4-BE49-F238E27FC236}">
                          <a16:creationId xmlns:a16="http://schemas.microsoft.com/office/drawing/2014/main" id="{4F667C95-BE96-29EC-F6C7-280FA4EDE8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9695" y="2821993"/>
                      <a:ext cx="12700" cy="108584"/>
                    </a:xfrm>
                    <a:custGeom>
                      <a:avLst/>
                      <a:gdLst>
                        <a:gd name="csX0" fmla="*/ 0 w 12700"/>
                        <a:gd name="csY0" fmla="*/ 108585 h 108584"/>
                        <a:gd name="csX1" fmla="*/ 0 w 12700"/>
                        <a:gd name="csY1" fmla="*/ 0 h 10858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08584">
                          <a:moveTo>
                            <a:pt x="0" y="108585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6" name="Freeform 15">
                      <a:extLst>
                        <a:ext uri="{FF2B5EF4-FFF2-40B4-BE49-F238E27FC236}">
                          <a16:creationId xmlns:a16="http://schemas.microsoft.com/office/drawing/2014/main" id="{131DA937-E56B-295A-B803-D47CE3F5E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9695" y="3150923"/>
                      <a:ext cx="12700" cy="23240"/>
                    </a:xfrm>
                    <a:custGeom>
                      <a:avLst/>
                      <a:gdLst>
                        <a:gd name="csX0" fmla="*/ 0 w 12700"/>
                        <a:gd name="csY0" fmla="*/ 0 h 23240"/>
                        <a:gd name="csX1" fmla="*/ 0 w 12700"/>
                        <a:gd name="csY1" fmla="*/ 23241 h 2324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3240">
                          <a:moveTo>
                            <a:pt x="0" y="0"/>
                          </a:moveTo>
                          <a:lnTo>
                            <a:pt x="0" y="23241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7" name="Freeform 16">
                      <a:extLst>
                        <a:ext uri="{FF2B5EF4-FFF2-40B4-BE49-F238E27FC236}">
                          <a16:creationId xmlns:a16="http://schemas.microsoft.com/office/drawing/2014/main" id="{DDC37668-62CA-8B0E-75FF-F48795D83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813" y="2930577"/>
                      <a:ext cx="143763" cy="220344"/>
                    </a:xfrm>
                    <a:custGeom>
                      <a:avLst/>
                      <a:gdLst>
                        <a:gd name="csX0" fmla="*/ 0 w 143763"/>
                        <a:gd name="csY0" fmla="*/ 0 h 220344"/>
                        <a:gd name="csX1" fmla="*/ 0 w 143763"/>
                        <a:gd name="csY1" fmla="*/ 220345 h 220344"/>
                        <a:gd name="csX2" fmla="*/ 143764 w 143763"/>
                        <a:gd name="csY2" fmla="*/ 220345 h 220344"/>
                        <a:gd name="csX3" fmla="*/ 143764 w 143763"/>
                        <a:gd name="csY3" fmla="*/ 0 h 220344"/>
                        <a:gd name="csX4" fmla="*/ 0 w 143763"/>
                        <a:gd name="csY4" fmla="*/ 0 h 22034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143763" h="220344">
                          <a:moveTo>
                            <a:pt x="0" y="0"/>
                          </a:moveTo>
                          <a:lnTo>
                            <a:pt x="0" y="220345"/>
                          </a:lnTo>
                          <a:lnTo>
                            <a:pt x="143764" y="220345"/>
                          </a:lnTo>
                          <a:lnTo>
                            <a:pt x="14376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EB265"/>
                    </a:solidFill>
                    <a:ln w="13589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8" name="Freeform 17">
                      <a:extLst>
                        <a:ext uri="{FF2B5EF4-FFF2-40B4-BE49-F238E27FC236}">
                          <a16:creationId xmlns:a16="http://schemas.microsoft.com/office/drawing/2014/main" id="{EC47E0AA-2953-8E5F-DCEC-C39E74BFF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813" y="3062277"/>
                      <a:ext cx="143764" cy="12700"/>
                    </a:xfrm>
                    <a:custGeom>
                      <a:avLst/>
                      <a:gdLst>
                        <a:gd name="csX0" fmla="*/ 0 w 143764"/>
                        <a:gd name="csY0" fmla="*/ 0 h 12700"/>
                        <a:gd name="csX1" fmla="*/ 143764 w 14376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3764" h="12700">
                          <a:moveTo>
                            <a:pt x="0" y="0"/>
                          </a:moveTo>
                          <a:lnTo>
                            <a:pt x="143764" y="0"/>
                          </a:lnTo>
                        </a:path>
                      </a:pathLst>
                    </a:custGeom>
                    <a:ln w="27051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19" name="Freeform 18">
                      <a:extLst>
                        <a:ext uri="{FF2B5EF4-FFF2-40B4-BE49-F238E27FC236}">
                          <a16:creationId xmlns:a16="http://schemas.microsoft.com/office/drawing/2014/main" id="{83201F82-267C-527A-03DC-CDC490835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9217" y="2777289"/>
                      <a:ext cx="12700" cy="22352"/>
                    </a:xfrm>
                    <a:custGeom>
                      <a:avLst/>
                      <a:gdLst>
                        <a:gd name="csX0" fmla="*/ 0 w 12700"/>
                        <a:gd name="csY0" fmla="*/ 22352 h 22352"/>
                        <a:gd name="csX1" fmla="*/ 0 w 12700"/>
                        <a:gd name="csY1" fmla="*/ 0 h 22352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2352">
                          <a:moveTo>
                            <a:pt x="0" y="2235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0" name="Freeform 19">
                      <a:extLst>
                        <a:ext uri="{FF2B5EF4-FFF2-40B4-BE49-F238E27FC236}">
                          <a16:creationId xmlns:a16="http://schemas.microsoft.com/office/drawing/2014/main" id="{E1F82124-C8B8-3DA2-1A42-5040A5175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9217" y="2844091"/>
                      <a:ext cx="12700" cy="22351"/>
                    </a:xfrm>
                    <a:custGeom>
                      <a:avLst/>
                      <a:gdLst>
                        <a:gd name="csX0" fmla="*/ 0 w 12700"/>
                        <a:gd name="csY0" fmla="*/ 0 h 22351"/>
                        <a:gd name="csX1" fmla="*/ 0 w 12700"/>
                        <a:gd name="csY1" fmla="*/ 22352 h 22351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22351">
                          <a:moveTo>
                            <a:pt x="0" y="0"/>
                          </a:moveTo>
                          <a:lnTo>
                            <a:pt x="0" y="22352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1" name="Freeform 20">
                      <a:extLst>
                        <a:ext uri="{FF2B5EF4-FFF2-40B4-BE49-F238E27FC236}">
                          <a16:creationId xmlns:a16="http://schemas.microsoft.com/office/drawing/2014/main" id="{7C4F4A2D-8676-B0A1-15BB-CEE4D2790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335" y="2799641"/>
                      <a:ext cx="143763" cy="44450"/>
                    </a:xfrm>
                    <a:custGeom>
                      <a:avLst/>
                      <a:gdLst>
                        <a:gd name="csX0" fmla="*/ 0 w 143763"/>
                        <a:gd name="csY0" fmla="*/ 0 h 44450"/>
                        <a:gd name="csX1" fmla="*/ 0 w 143763"/>
                        <a:gd name="csY1" fmla="*/ 44450 h 44450"/>
                        <a:gd name="csX2" fmla="*/ 143764 w 143763"/>
                        <a:gd name="csY2" fmla="*/ 44450 h 44450"/>
                        <a:gd name="csX3" fmla="*/ 143764 w 143763"/>
                        <a:gd name="csY3" fmla="*/ 0 h 44450"/>
                        <a:gd name="csX4" fmla="*/ 0 w 143763"/>
                        <a:gd name="csY4" fmla="*/ 0 h 4445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143763" h="44450">
                          <a:moveTo>
                            <a:pt x="0" y="0"/>
                          </a:moveTo>
                          <a:lnTo>
                            <a:pt x="0" y="44450"/>
                          </a:lnTo>
                          <a:lnTo>
                            <a:pt x="143764" y="44450"/>
                          </a:lnTo>
                          <a:lnTo>
                            <a:pt x="14376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7F056"/>
                    </a:solidFill>
                    <a:ln w="13589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752470B-F75E-F857-875F-E07F669D0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335" y="2821866"/>
                      <a:ext cx="143764" cy="12700"/>
                    </a:xfrm>
                    <a:custGeom>
                      <a:avLst/>
                      <a:gdLst>
                        <a:gd name="csX0" fmla="*/ 0 w 143764"/>
                        <a:gd name="csY0" fmla="*/ 0 h 12700"/>
                        <a:gd name="csX1" fmla="*/ 143764 w 143764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3764" h="12700">
                          <a:moveTo>
                            <a:pt x="0" y="0"/>
                          </a:moveTo>
                          <a:lnTo>
                            <a:pt x="143764" y="0"/>
                          </a:lnTo>
                        </a:path>
                      </a:pathLst>
                    </a:custGeom>
                    <a:ln w="27051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2AEE90DB-6F1A-1F7D-775E-764054C45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8261" y="2809674"/>
                      <a:ext cx="12700" cy="33400"/>
                    </a:xfrm>
                    <a:custGeom>
                      <a:avLst/>
                      <a:gdLst>
                        <a:gd name="csX0" fmla="*/ 0 w 12700"/>
                        <a:gd name="csY0" fmla="*/ 33401 h 33400"/>
                        <a:gd name="csX1" fmla="*/ 0 w 12700"/>
                        <a:gd name="csY1" fmla="*/ 0 h 334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3400">
                          <a:moveTo>
                            <a:pt x="0" y="33401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5BD9057C-1E96-5E85-58A8-F46A300857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8261" y="2991919"/>
                      <a:ext cx="12700" cy="83565"/>
                    </a:xfrm>
                    <a:custGeom>
                      <a:avLst/>
                      <a:gdLst>
                        <a:gd name="csX0" fmla="*/ 0 w 12700"/>
                        <a:gd name="csY0" fmla="*/ 0 h 83565"/>
                        <a:gd name="csX1" fmla="*/ 0 w 12700"/>
                        <a:gd name="csY1" fmla="*/ 83566 h 83565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83565">
                          <a:moveTo>
                            <a:pt x="0" y="0"/>
                          </a:moveTo>
                          <a:lnTo>
                            <a:pt x="0" y="83566"/>
                          </a:lnTo>
                        </a:path>
                      </a:pathLst>
                    </a:custGeom>
                    <a:ln w="13589" cap="flat">
                      <a:solidFill>
                        <a:srgbClr val="333333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A3D87B44-35D7-9FA3-C964-3BFC8B163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379" y="2843074"/>
                      <a:ext cx="143636" cy="148844"/>
                    </a:xfrm>
                    <a:custGeom>
                      <a:avLst/>
                      <a:gdLst>
                        <a:gd name="csX0" fmla="*/ 0 w 143636"/>
                        <a:gd name="csY0" fmla="*/ 0 h 148844"/>
                        <a:gd name="csX1" fmla="*/ 0 w 143636"/>
                        <a:gd name="csY1" fmla="*/ 148844 h 148844"/>
                        <a:gd name="csX2" fmla="*/ 143637 w 143636"/>
                        <a:gd name="csY2" fmla="*/ 148844 h 148844"/>
                        <a:gd name="csX3" fmla="*/ 143637 w 143636"/>
                        <a:gd name="csY3" fmla="*/ 0 h 148844"/>
                        <a:gd name="csX4" fmla="*/ 0 w 143636"/>
                        <a:gd name="csY4" fmla="*/ 0 h 148844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143636" h="148844">
                          <a:moveTo>
                            <a:pt x="0" y="0"/>
                          </a:moveTo>
                          <a:lnTo>
                            <a:pt x="0" y="148844"/>
                          </a:lnTo>
                          <a:lnTo>
                            <a:pt x="143637" y="148844"/>
                          </a:lnTo>
                          <a:lnTo>
                            <a:pt x="14363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C050C"/>
                    </a:solidFill>
                    <a:ln w="13589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6993F6D1-53EE-F8F8-D5AD-5523E5C66D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379" y="2954454"/>
                      <a:ext cx="143637" cy="12700"/>
                    </a:xfrm>
                    <a:custGeom>
                      <a:avLst/>
                      <a:gdLst>
                        <a:gd name="csX0" fmla="*/ 0 w 143637"/>
                        <a:gd name="csY0" fmla="*/ 0 h 12700"/>
                        <a:gd name="csX1" fmla="*/ 143637 w 14363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43637" h="12700">
                          <a:moveTo>
                            <a:pt x="0" y="0"/>
                          </a:moveTo>
                          <a:lnTo>
                            <a:pt x="143637" y="0"/>
                          </a:lnTo>
                        </a:path>
                      </a:pathLst>
                    </a:custGeom>
                    <a:ln w="27051" cap="flat">
                      <a:solidFill>
                        <a:srgbClr val="333333"/>
                      </a:solidFill>
                      <a:prstDash val="solid"/>
                      <a:miter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7E14089E-C58B-6BF9-DE84-7797841A06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2078" y="28339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8" name="Freeform 27">
                      <a:extLst>
                        <a:ext uri="{FF2B5EF4-FFF2-40B4-BE49-F238E27FC236}">
                          <a16:creationId xmlns:a16="http://schemas.microsoft.com/office/drawing/2014/main" id="{91E3ED34-0FC0-7A00-7594-D62E306D43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094" y="292740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29" name="Freeform 28">
                      <a:extLst>
                        <a:ext uri="{FF2B5EF4-FFF2-40B4-BE49-F238E27FC236}">
                          <a16:creationId xmlns:a16="http://schemas.microsoft.com/office/drawing/2014/main" id="{9911FA8C-8133-AB36-44F2-9DB143891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1852" y="3138731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0" name="Freeform 29">
                      <a:extLst>
                        <a:ext uri="{FF2B5EF4-FFF2-40B4-BE49-F238E27FC236}">
                          <a16:creationId xmlns:a16="http://schemas.microsoft.com/office/drawing/2014/main" id="{4B23F3D4-DB40-C9AF-F718-AE17AB35C3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8014" y="322445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1" name="Freeform 30">
                      <a:extLst>
                        <a:ext uri="{FF2B5EF4-FFF2-40B4-BE49-F238E27FC236}">
                          <a16:creationId xmlns:a16="http://schemas.microsoft.com/office/drawing/2014/main" id="{E4EA9C56-A3A5-3773-D6D7-3B5E9F6EB7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997" y="28223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2" name="Freeform 31">
                      <a:extLst>
                        <a:ext uri="{FF2B5EF4-FFF2-40B4-BE49-F238E27FC236}">
                          <a16:creationId xmlns:a16="http://schemas.microsoft.com/office/drawing/2014/main" id="{F2EDC72D-F722-51FE-A39B-E0829C1C5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3028" y="3157019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3" name="Freeform 32">
                      <a:extLst>
                        <a:ext uri="{FF2B5EF4-FFF2-40B4-BE49-F238E27FC236}">
                          <a16:creationId xmlns:a16="http://schemas.microsoft.com/office/drawing/2014/main" id="{A94A1EE3-277C-A84B-ED04-3CB31FCB0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2964" y="311625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4" name="Freeform 33">
                      <a:extLst>
                        <a:ext uri="{FF2B5EF4-FFF2-40B4-BE49-F238E27FC236}">
                          <a16:creationId xmlns:a16="http://schemas.microsoft.com/office/drawing/2014/main" id="{3F9BEE16-C439-886B-A712-F48DA4A0F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135" y="281272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5" name="Freeform 34">
                      <a:extLst>
                        <a:ext uri="{FF2B5EF4-FFF2-40B4-BE49-F238E27FC236}">
                          <a16:creationId xmlns:a16="http://schemas.microsoft.com/office/drawing/2014/main" id="{A4D4BF94-B94D-928C-41D2-3FBA2893CE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154" y="3149272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6" name="Freeform 35">
                      <a:extLst>
                        <a:ext uri="{FF2B5EF4-FFF2-40B4-BE49-F238E27FC236}">
                          <a16:creationId xmlns:a16="http://schemas.microsoft.com/office/drawing/2014/main" id="{3F70D927-9D0E-1E85-5CE8-0A431F115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440" y="301147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7" name="Freeform 36">
                      <a:extLst>
                        <a:ext uri="{FF2B5EF4-FFF2-40B4-BE49-F238E27FC236}">
                          <a16:creationId xmlns:a16="http://schemas.microsoft.com/office/drawing/2014/main" id="{D0C6F8B4-3854-AFF2-342E-B61D06AD4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629" y="315625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8" name="Freeform 37">
                      <a:extLst>
                        <a:ext uri="{FF2B5EF4-FFF2-40B4-BE49-F238E27FC236}">
                          <a16:creationId xmlns:a16="http://schemas.microsoft.com/office/drawing/2014/main" id="{D7579568-D0EF-A447-CB4A-D48FBE4E5F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2202" y="3044116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39" name="Freeform 38">
                      <a:extLst>
                        <a:ext uri="{FF2B5EF4-FFF2-40B4-BE49-F238E27FC236}">
                          <a16:creationId xmlns:a16="http://schemas.microsoft.com/office/drawing/2014/main" id="{C2B5C2FE-AAC0-EFF8-774D-86BF71EF5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489" y="280446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0" name="Freeform 39">
                      <a:extLst>
                        <a:ext uri="{FF2B5EF4-FFF2-40B4-BE49-F238E27FC236}">
                          <a16:creationId xmlns:a16="http://schemas.microsoft.com/office/drawing/2014/main" id="{B2B88562-AEE7-29B5-7AEC-3CD1477A8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9499" y="2758874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1" name="Freeform 40">
                      <a:extLst>
                        <a:ext uri="{FF2B5EF4-FFF2-40B4-BE49-F238E27FC236}">
                          <a16:creationId xmlns:a16="http://schemas.microsoft.com/office/drawing/2014/main" id="{C1039FEC-B6EE-B26D-D501-ADBE61E7F9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9405" y="2848917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2" name="Freeform 41">
                      <a:extLst>
                        <a:ext uri="{FF2B5EF4-FFF2-40B4-BE49-F238E27FC236}">
                          <a16:creationId xmlns:a16="http://schemas.microsoft.com/office/drawing/2014/main" id="{18420C3B-14DA-1C3A-BB60-9C4283769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1787" y="2874063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3" name="Freeform 42">
                      <a:extLst>
                        <a:ext uri="{FF2B5EF4-FFF2-40B4-BE49-F238E27FC236}">
                          <a16:creationId xmlns:a16="http://schemas.microsoft.com/office/drawing/2014/main" id="{1E861381-D269-6823-1E51-BB33CC290E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087" y="2791132"/>
                      <a:ext cx="36067" cy="36068"/>
                    </a:xfrm>
                    <a:custGeom>
                      <a:avLst/>
                      <a:gdLst>
                        <a:gd name="csX0" fmla="*/ 36068 w 36067"/>
                        <a:gd name="csY0" fmla="*/ 18034 h 36068"/>
                        <a:gd name="csX1" fmla="*/ 18034 w 36067"/>
                        <a:gd name="csY1" fmla="*/ 36068 h 36068"/>
                        <a:gd name="csX2" fmla="*/ 0 w 36067"/>
                        <a:gd name="csY2" fmla="*/ 18034 h 36068"/>
                        <a:gd name="csX3" fmla="*/ 18034 w 36067"/>
                        <a:gd name="csY3" fmla="*/ 0 h 36068"/>
                        <a:gd name="csX4" fmla="*/ 36068 w 36067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7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4" name="Freeform 43">
                      <a:extLst>
                        <a:ext uri="{FF2B5EF4-FFF2-40B4-BE49-F238E27FC236}">
                          <a16:creationId xmlns:a16="http://schemas.microsoft.com/office/drawing/2014/main" id="{BD139BC4-B186-C882-08BC-02F6E655BA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812" y="2947215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5" name="Freeform 44">
                      <a:extLst>
                        <a:ext uri="{FF2B5EF4-FFF2-40B4-BE49-F238E27FC236}">
                          <a16:creationId xmlns:a16="http://schemas.microsoft.com/office/drawing/2014/main" id="{396AEC96-B488-D044-30E0-3DC120926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957" y="3057578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6" name="Freeform 45">
                      <a:extLst>
                        <a:ext uri="{FF2B5EF4-FFF2-40B4-BE49-F238E27FC236}">
                          <a16:creationId xmlns:a16="http://schemas.microsoft.com/office/drawing/2014/main" id="{1187EEEE-1117-B0E9-9408-D673452FF7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021" y="2925498"/>
                      <a:ext cx="36067" cy="36068"/>
                    </a:xfrm>
                    <a:custGeom>
                      <a:avLst/>
                      <a:gdLst>
                        <a:gd name="csX0" fmla="*/ 36068 w 36067"/>
                        <a:gd name="csY0" fmla="*/ 18034 h 36068"/>
                        <a:gd name="csX1" fmla="*/ 18034 w 36067"/>
                        <a:gd name="csY1" fmla="*/ 36068 h 36068"/>
                        <a:gd name="csX2" fmla="*/ 0 w 36067"/>
                        <a:gd name="csY2" fmla="*/ 18034 h 36068"/>
                        <a:gd name="csX3" fmla="*/ 18034 w 36067"/>
                        <a:gd name="csY3" fmla="*/ 0 h 36068"/>
                        <a:gd name="csX4" fmla="*/ 36068 w 36067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7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7" name="Freeform 46">
                      <a:extLst>
                        <a:ext uri="{FF2B5EF4-FFF2-40B4-BE49-F238E27FC236}">
                          <a16:creationId xmlns:a16="http://schemas.microsoft.com/office/drawing/2014/main" id="{1CD57709-AE00-EB57-EDA3-9A7DB4EF75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531" y="2563929"/>
                      <a:ext cx="36067" cy="36068"/>
                    </a:xfrm>
                    <a:custGeom>
                      <a:avLst/>
                      <a:gdLst>
                        <a:gd name="csX0" fmla="*/ 36068 w 36067"/>
                        <a:gd name="csY0" fmla="*/ 18034 h 36068"/>
                        <a:gd name="csX1" fmla="*/ 18034 w 36067"/>
                        <a:gd name="csY1" fmla="*/ 36068 h 36068"/>
                        <a:gd name="csX2" fmla="*/ 0 w 36067"/>
                        <a:gd name="csY2" fmla="*/ 18034 h 36068"/>
                        <a:gd name="csX3" fmla="*/ 18034 w 36067"/>
                        <a:gd name="csY3" fmla="*/ 0 h 36068"/>
                        <a:gd name="csX4" fmla="*/ 36068 w 36067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7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48" name="Freeform 47">
                      <a:extLst>
                        <a:ext uri="{FF2B5EF4-FFF2-40B4-BE49-F238E27FC236}">
                          <a16:creationId xmlns:a16="http://schemas.microsoft.com/office/drawing/2014/main" id="{77E21E71-11FF-4DBE-9EBF-0EDD967CB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2828" y="2982140"/>
                      <a:ext cx="36068" cy="36068"/>
                    </a:xfrm>
                    <a:custGeom>
                      <a:avLst/>
                      <a:gdLst>
                        <a:gd name="csX0" fmla="*/ 36068 w 36068"/>
                        <a:gd name="csY0" fmla="*/ 18034 h 36068"/>
                        <a:gd name="csX1" fmla="*/ 18034 w 36068"/>
                        <a:gd name="csY1" fmla="*/ 36068 h 36068"/>
                        <a:gd name="csX2" fmla="*/ 0 w 36068"/>
                        <a:gd name="csY2" fmla="*/ 18034 h 36068"/>
                        <a:gd name="csX3" fmla="*/ 18034 w 36068"/>
                        <a:gd name="csY3" fmla="*/ 0 h 36068"/>
                        <a:gd name="csX4" fmla="*/ 36068 w 36068"/>
                        <a:gd name="csY4" fmla="*/ 18034 h 36068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  <a:cxn ang="0">
                          <a:pos x="csX2" y="csY2"/>
                        </a:cxn>
                        <a:cxn ang="0">
                          <a:pos x="csX3" y="csY3"/>
                        </a:cxn>
                        <a:cxn ang="0">
                          <a:pos x="csX4" y="csY4"/>
                        </a:cxn>
                      </a:cxnLst>
                      <a:rect l="l" t="t" r="r" b="b"/>
                      <a:pathLst>
                        <a:path w="36068" h="36068">
                          <a:moveTo>
                            <a:pt x="36068" y="18034"/>
                          </a:moveTo>
                          <a:cubicBezTo>
                            <a:pt x="36068" y="27994"/>
                            <a:pt x="27994" y="36068"/>
                            <a:pt x="18034" y="36068"/>
                          </a:cubicBezTo>
                          <a:cubicBezTo>
                            <a:pt x="8074" y="36068"/>
                            <a:pt x="0" y="27994"/>
                            <a:pt x="0" y="18034"/>
                          </a:cubicBezTo>
                          <a:cubicBezTo>
                            <a:pt x="0" y="8074"/>
                            <a:pt x="8074" y="0"/>
                            <a:pt x="18034" y="0"/>
                          </a:cubicBezTo>
                          <a:cubicBezTo>
                            <a:pt x="27994" y="0"/>
                            <a:pt x="36068" y="8074"/>
                            <a:pt x="36068" y="1803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017" cap="rnd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</p:grpSp>
              <p:grpSp>
                <p:nvGrpSpPr>
                  <p:cNvPr id="49" name="Graphic 4">
                    <a:extLst>
                      <a:ext uri="{FF2B5EF4-FFF2-40B4-BE49-F238E27FC236}">
                        <a16:creationId xmlns:a16="http://schemas.microsoft.com/office/drawing/2014/main" id="{DA155160-2D68-A140-AEBB-C756381101AF}"/>
                      </a:ext>
                    </a:extLst>
                  </p:cNvPr>
                  <p:cNvGrpSpPr/>
                  <p:nvPr/>
                </p:nvGrpSpPr>
                <p:grpSpPr>
                  <a:xfrm>
                    <a:off x="1356977" y="2163244"/>
                    <a:ext cx="1764920" cy="1376439"/>
                    <a:chOff x="1356977" y="2163244"/>
                    <a:chExt cx="1764920" cy="1376439"/>
                  </a:xfrm>
                </p:grpSpPr>
                <p:sp>
                  <p:nvSpPr>
                    <p:cNvPr id="50" name="Freeform 49">
                      <a:extLst>
                        <a:ext uri="{FF2B5EF4-FFF2-40B4-BE49-F238E27FC236}">
                          <a16:creationId xmlns:a16="http://schemas.microsoft.com/office/drawing/2014/main" id="{74C7F260-1CE2-42E2-04CA-F0550C970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6535" y="2163244"/>
                      <a:ext cx="12700" cy="1134363"/>
                    </a:xfrm>
                    <a:custGeom>
                      <a:avLst/>
                      <a:gdLst>
                        <a:gd name="csX0" fmla="*/ 0 w 12700"/>
                        <a:gd name="csY0" fmla="*/ 1134364 h 1134363"/>
                        <a:gd name="csX1" fmla="*/ 0 w 12700"/>
                        <a:gd name="csY1" fmla="*/ 0 h 1134363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1134363">
                          <a:moveTo>
                            <a:pt x="0" y="113436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1" name="TextBox 50">
                      <a:extLst>
                        <a:ext uri="{FF2B5EF4-FFF2-40B4-BE49-F238E27FC236}">
                          <a16:creationId xmlns:a16="http://schemas.microsoft.com/office/drawing/2014/main" id="{A7E6AAD9-51CB-3376-5A2A-2ACEB832568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89275" y="2915891"/>
                      <a:ext cx="43152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0.25</a:t>
                      </a:r>
                    </a:p>
                  </p:txBody>
                </p:sp>
                <p:sp>
                  <p:nvSpPr>
                    <p:cNvPr id="52" name="TextBox 51">
                      <a:extLst>
                        <a:ext uri="{FF2B5EF4-FFF2-40B4-BE49-F238E27FC236}">
                          <a16:creationId xmlns:a16="http://schemas.microsoft.com/office/drawing/2014/main" id="{3EBEF287-9544-5A57-E67F-C67E31AA04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89275" y="2623664"/>
                      <a:ext cx="43152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0.50</a:t>
                      </a:r>
                    </a:p>
                  </p:txBody>
                </p:sp>
                <p:sp>
                  <p:nvSpPr>
                    <p:cNvPr id="53" name="TextBox 52">
                      <a:extLst>
                        <a:ext uri="{FF2B5EF4-FFF2-40B4-BE49-F238E27FC236}">
                          <a16:creationId xmlns:a16="http://schemas.microsoft.com/office/drawing/2014/main" id="{859BCB32-E71C-0CE0-1A99-A6245D83EF7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489275" y="2331564"/>
                      <a:ext cx="43152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0.75</a:t>
                      </a:r>
                    </a:p>
                  </p:txBody>
                </p:sp>
                <p:sp>
                  <p:nvSpPr>
                    <p:cNvPr id="54" name="Freeform 53">
                      <a:extLst>
                        <a:ext uri="{FF2B5EF4-FFF2-40B4-BE49-F238E27FC236}">
                          <a16:creationId xmlns:a16="http://schemas.microsoft.com/office/drawing/2014/main" id="{55AC192E-481C-6869-0163-6357298D4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1738" y="3022780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5" name="Freeform 54">
                      <a:extLst>
                        <a:ext uri="{FF2B5EF4-FFF2-40B4-BE49-F238E27FC236}">
                          <a16:creationId xmlns:a16="http://schemas.microsoft.com/office/drawing/2014/main" id="{5B2EDF6B-1DDD-961D-B263-C99ED876C0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1738" y="2730552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6" name="Freeform 55">
                      <a:extLst>
                        <a:ext uri="{FF2B5EF4-FFF2-40B4-BE49-F238E27FC236}">
                          <a16:creationId xmlns:a16="http://schemas.microsoft.com/office/drawing/2014/main" id="{0B4EC84F-DFF5-5EF9-9BD6-0AD5E943C8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1738" y="2438452"/>
                      <a:ext cx="34797" cy="12700"/>
                    </a:xfrm>
                    <a:custGeom>
                      <a:avLst/>
                      <a:gdLst>
                        <a:gd name="csX0" fmla="*/ 0 w 34797"/>
                        <a:gd name="csY0" fmla="*/ 0 h 12700"/>
                        <a:gd name="csX1" fmla="*/ 34798 w 34797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34797" h="12700">
                          <a:moveTo>
                            <a:pt x="0" y="0"/>
                          </a:moveTo>
                          <a:lnTo>
                            <a:pt x="34798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7" name="Freeform 56">
                      <a:extLst>
                        <a:ext uri="{FF2B5EF4-FFF2-40B4-BE49-F238E27FC236}">
                          <a16:creationId xmlns:a16="http://schemas.microsoft.com/office/drawing/2014/main" id="{276F5145-25C5-71CB-97D0-1227D811D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6535" y="3297608"/>
                      <a:ext cx="1245362" cy="12700"/>
                    </a:xfrm>
                    <a:custGeom>
                      <a:avLst/>
                      <a:gdLst>
                        <a:gd name="csX0" fmla="*/ 0 w 1245362"/>
                        <a:gd name="csY0" fmla="*/ 0 h 12700"/>
                        <a:gd name="csX1" fmla="*/ 1245362 w 1245362"/>
                        <a:gd name="csY1" fmla="*/ 0 h 12700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45362" h="12700">
                          <a:moveTo>
                            <a:pt x="0" y="0"/>
                          </a:moveTo>
                          <a:lnTo>
                            <a:pt x="1245362" y="0"/>
                          </a:lnTo>
                        </a:path>
                      </a:pathLst>
                    </a:custGeom>
                    <a:noFill/>
                    <a:ln w="13589" cap="sq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8" name="Freeform 57">
                      <a:extLst>
                        <a:ext uri="{FF2B5EF4-FFF2-40B4-BE49-F238E27FC236}">
                          <a16:creationId xmlns:a16="http://schemas.microsoft.com/office/drawing/2014/main" id="{90C2C889-B114-BE06-319D-2D393C4F4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173" y="32976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BD4BA556-B387-EA76-AF57-A4C7F3573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9694" y="32976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60" name="Freeform 59">
                      <a:extLst>
                        <a:ext uri="{FF2B5EF4-FFF2-40B4-BE49-F238E27FC236}">
                          <a16:creationId xmlns:a16="http://schemas.microsoft.com/office/drawing/2014/main" id="{046A5B81-DB0E-D8FE-4E99-AD3BD64AB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9216" y="32976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61" name="Freeform 60">
                      <a:extLst>
                        <a:ext uri="{FF2B5EF4-FFF2-40B4-BE49-F238E27FC236}">
                          <a16:creationId xmlns:a16="http://schemas.microsoft.com/office/drawing/2014/main" id="{0A82F98B-FD01-C523-2A92-8494B01DB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8738" y="32976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62" name="Freeform 61">
                      <a:extLst>
                        <a:ext uri="{FF2B5EF4-FFF2-40B4-BE49-F238E27FC236}">
                          <a16:creationId xmlns:a16="http://schemas.microsoft.com/office/drawing/2014/main" id="{6E9028E9-35E6-7D4A-16AB-37C34317BB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8260" y="3297608"/>
                      <a:ext cx="12700" cy="34797"/>
                    </a:xfrm>
                    <a:custGeom>
                      <a:avLst/>
                      <a:gdLst>
                        <a:gd name="csX0" fmla="*/ 0 w 12700"/>
                        <a:gd name="csY0" fmla="*/ 34798 h 34797"/>
                        <a:gd name="csX1" fmla="*/ 0 w 12700"/>
                        <a:gd name="csY1" fmla="*/ 0 h 34797"/>
                      </a:gdLst>
                      <a:ahLst/>
                      <a:cxnLst>
                        <a:cxn ang="0">
                          <a:pos x="csX0" y="csY0"/>
                        </a:cxn>
                        <a:cxn ang="0">
                          <a:pos x="csX1" y="csY1"/>
                        </a:cxn>
                      </a:cxnLst>
                      <a:rect l="l" t="t" r="r" b="b"/>
                      <a:pathLst>
                        <a:path w="12700" h="34797">
                          <a:moveTo>
                            <a:pt x="0" y="34798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89" cap="flat">
                      <a:solidFill>
                        <a:srgbClr val="000000"/>
                      </a:solidFill>
                      <a:prstDash val="solid"/>
                      <a:round/>
                    </a:ln>
                  </p:spPr>
                  <p:txBody>
                    <a:bodyPr/>
                    <a:lstStyle/>
                    <a:p>
                      <a:pPr algn="ctr"/>
                      <a:endParaRPr lang="en-US" sz="2800"/>
                    </a:p>
                  </p:txBody>
                </p:sp>
                <p:sp>
                  <p:nvSpPr>
                    <p:cNvPr id="63" name="TextBox 62">
                      <a:extLst>
                        <a:ext uri="{FF2B5EF4-FFF2-40B4-BE49-F238E27FC236}">
                          <a16:creationId xmlns:a16="http://schemas.microsoft.com/office/drawing/2014/main" id="{9BFF92A6-269E-51A6-6D0E-342FE16102E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874139" y="3293462"/>
                      <a:ext cx="29206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M</a:t>
                      </a:r>
                    </a:p>
                  </p:txBody>
                </p:sp>
                <p:sp>
                  <p:nvSpPr>
                    <p:cNvPr id="64" name="TextBox 63">
                      <a:extLst>
                        <a:ext uri="{FF2B5EF4-FFF2-40B4-BE49-F238E27FC236}">
                          <a16:creationId xmlns:a16="http://schemas.microsoft.com/office/drawing/2014/main" id="{E06913F7-05F4-86EB-7988-B8E043E0508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149728" y="3293462"/>
                      <a:ext cx="219932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I</a:t>
                      </a:r>
                    </a:p>
                  </p:txBody>
                </p:sp>
                <p:sp>
                  <p:nvSpPr>
                    <p:cNvPr id="65" name="TextBox 64">
                      <a:extLst>
                        <a:ext uri="{FF2B5EF4-FFF2-40B4-BE49-F238E27FC236}">
                          <a16:creationId xmlns:a16="http://schemas.microsoft.com/office/drawing/2014/main" id="{06063EF7-B3BF-BB6A-DE62-5B5E4714649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53984" y="3293462"/>
                      <a:ext cx="290464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LI</a:t>
                      </a:r>
                    </a:p>
                  </p:txBody>
                </p:sp>
                <p:sp>
                  <p:nvSpPr>
                    <p:cNvPr id="66" name="TextBox 65">
                      <a:extLst>
                        <a:ext uri="{FF2B5EF4-FFF2-40B4-BE49-F238E27FC236}">
                          <a16:creationId xmlns:a16="http://schemas.microsoft.com/office/drawing/2014/main" id="{96708318-E561-9196-5021-43F8ED5A568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560645" y="3293462"/>
                      <a:ext cx="35618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NF</a:t>
                      </a:r>
                    </a:p>
                  </p:txBody>
                </p:sp>
                <p:sp>
                  <p:nvSpPr>
                    <p:cNvPr id="67" name="TextBox 66">
                      <a:extLst>
                        <a:ext uri="{FF2B5EF4-FFF2-40B4-BE49-F238E27FC236}">
                          <a16:creationId xmlns:a16="http://schemas.microsoft.com/office/drawing/2014/main" id="{010DD704-0509-44B7-E645-A76622FE923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46653" y="3293462"/>
                      <a:ext cx="263214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0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F</a:t>
                      </a:r>
                    </a:p>
                  </p:txBody>
                </p:sp>
                <p:sp>
                  <p:nvSpPr>
                    <p:cNvPr id="69" name="TextBox 68">
                      <a:extLst>
                        <a:ext uri="{FF2B5EF4-FFF2-40B4-BE49-F238E27FC236}">
                          <a16:creationId xmlns:a16="http://schemas.microsoft.com/office/drawing/2014/main" id="{CC80325D-7316-4286-08CB-C8E5EEB744CE}"/>
                        </a:ext>
                      </a:extLst>
                    </p:cNvPr>
                    <p:cNvSpPr txBox="1"/>
                    <p:nvPr/>
                  </p:nvSpPr>
                  <p:spPr>
                    <a:xfrm rot="16200000">
                      <a:off x="1057376" y="2603469"/>
                      <a:ext cx="853118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algn="ctr"/>
                      <a:r>
                        <a:rPr lang="en-US" sz="1050" spc="0" baseline="0">
                          <a:ln/>
                          <a:solidFill>
                            <a:srgbClr val="000000"/>
                          </a:solidFill>
                          <a:latin typeface="Arial"/>
                          <a:cs typeface="Arial"/>
                          <a:sym typeface="Arial"/>
                          <a:rtl val="0"/>
                        </a:rPr>
                        <a:t>Expression</a:t>
                      </a:r>
                    </a:p>
                  </p:txBody>
                </p:sp>
              </p:grpSp>
            </p:grpSp>
            <p:sp>
              <p:nvSpPr>
                <p:cNvPr id="71" name="TextBox 70">
                  <a:extLst>
                    <a:ext uri="{FF2B5EF4-FFF2-40B4-BE49-F238E27FC236}">
                      <a16:creationId xmlns:a16="http://schemas.microsoft.com/office/drawing/2014/main" id="{ACF5EC29-23C0-B85B-0C78-78CD288B767B}"/>
                    </a:ext>
                  </a:extLst>
                </p:cNvPr>
                <p:cNvSpPr txBox="1"/>
                <p:nvPr/>
              </p:nvSpPr>
              <p:spPr>
                <a:xfrm>
                  <a:off x="1820783" y="2088118"/>
                  <a:ext cx="1333500" cy="199925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square" lIns="91439" tIns="45719" rIns="91439" bIns="45719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ctr"/>
                  <a:r>
                    <a:rPr lang="en-US" sz="699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Main effect p = 0.291</a:t>
                  </a:r>
                </a:p>
              </p:txBody>
            </p:sp>
          </p:grp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1E53E05-B992-3CF6-FA06-7BBAC0476832}"/>
                  </a:ext>
                </a:extLst>
              </p:cNvPr>
              <p:cNvSpPr txBox="1"/>
              <p:nvPr/>
            </p:nvSpPr>
            <p:spPr>
              <a:xfrm>
                <a:off x="1072800" y="793445"/>
                <a:ext cx="124554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i="1" err="1">
                    <a:latin typeface="Arial" panose="020B0604020202020204" pitchFamily="34" charset="0"/>
                    <a:cs typeface="Arial" panose="020B0604020202020204" pitchFamily="34" charset="0"/>
                  </a:rPr>
                  <a:t>cckb</a:t>
                </a:r>
                <a:endParaRPr lang="en-US" sz="1100" i="1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3" name="Graphic 231">
              <a:extLst>
                <a:ext uri="{FF2B5EF4-FFF2-40B4-BE49-F238E27FC236}">
                  <a16:creationId xmlns:a16="http://schemas.microsoft.com/office/drawing/2014/main" id="{D86C9075-1C53-1E8B-0F1F-11EC184F8A79}"/>
                </a:ext>
              </a:extLst>
            </p:cNvPr>
            <p:cNvGrpSpPr/>
            <p:nvPr/>
          </p:nvGrpSpPr>
          <p:grpSpPr>
            <a:xfrm>
              <a:off x="5154002" y="93455"/>
              <a:ext cx="1641030" cy="1678695"/>
              <a:chOff x="3064961" y="2984610"/>
              <a:chExt cx="1641030" cy="1678695"/>
            </a:xfrm>
          </p:grpSpPr>
          <p:grpSp>
            <p:nvGrpSpPr>
              <p:cNvPr id="236" name="Graphic 231">
                <a:extLst>
                  <a:ext uri="{FF2B5EF4-FFF2-40B4-BE49-F238E27FC236}">
                    <a16:creationId xmlns:a16="http://schemas.microsoft.com/office/drawing/2014/main" id="{AC7F7782-3D72-7170-5627-BC071959360C}"/>
                  </a:ext>
                </a:extLst>
              </p:cNvPr>
              <p:cNvGrpSpPr/>
              <p:nvPr/>
            </p:nvGrpSpPr>
            <p:grpSpPr>
              <a:xfrm>
                <a:off x="3385752" y="3255949"/>
                <a:ext cx="1307591" cy="1165407"/>
                <a:chOff x="3385752" y="3255949"/>
                <a:chExt cx="1307591" cy="1165407"/>
              </a:xfrm>
            </p:grpSpPr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C262E997-4376-2D39-6C89-FC0CF0B8CAE6}"/>
                    </a:ext>
                  </a:extLst>
                </p:cNvPr>
                <p:cNvSpPr/>
                <p:nvPr/>
              </p:nvSpPr>
              <p:spPr>
                <a:xfrm>
                  <a:off x="3385752" y="3286866"/>
                  <a:ext cx="1307591" cy="1134490"/>
                </a:xfrm>
                <a:custGeom>
                  <a:avLst/>
                  <a:gdLst>
                    <a:gd name="csX0" fmla="*/ 0 w 1307591"/>
                    <a:gd name="csY0" fmla="*/ 0 h 1134490"/>
                    <a:gd name="csX1" fmla="*/ 1307592 w 1307591"/>
                    <a:gd name="csY1" fmla="*/ 0 h 1134490"/>
                    <a:gd name="csX2" fmla="*/ 1307592 w 1307591"/>
                    <a:gd name="csY2" fmla="*/ 1134491 h 1134490"/>
                    <a:gd name="csX3" fmla="*/ 0 w 1307591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307591" h="1134490">
                      <a:moveTo>
                        <a:pt x="0" y="0"/>
                      </a:moveTo>
                      <a:lnTo>
                        <a:pt x="1307592" y="0"/>
                      </a:lnTo>
                      <a:lnTo>
                        <a:pt x="1307592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1A08592E-3F10-754B-F5C6-8FC59B439A6E}"/>
                    </a:ext>
                  </a:extLst>
                </p:cNvPr>
                <p:cNvSpPr/>
                <p:nvPr/>
              </p:nvSpPr>
              <p:spPr>
                <a:xfrm>
                  <a:off x="3536628" y="4129257"/>
                  <a:ext cx="12700" cy="97916"/>
                </a:xfrm>
                <a:custGeom>
                  <a:avLst/>
                  <a:gdLst>
                    <a:gd name="csX0" fmla="*/ 0 w 12700"/>
                    <a:gd name="csY0" fmla="*/ 97917 h 97916"/>
                    <a:gd name="csX1" fmla="*/ 0 w 12700"/>
                    <a:gd name="csY1" fmla="*/ 0 h 979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7916">
                      <a:moveTo>
                        <a:pt x="0" y="97917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39" name="Freeform 238">
                  <a:extLst>
                    <a:ext uri="{FF2B5EF4-FFF2-40B4-BE49-F238E27FC236}">
                      <a16:creationId xmlns:a16="http://schemas.microsoft.com/office/drawing/2014/main" id="{EDF3191B-FF66-5DC4-C76B-EA82EB8D2C9A}"/>
                    </a:ext>
                  </a:extLst>
                </p:cNvPr>
                <p:cNvSpPr/>
                <p:nvPr/>
              </p:nvSpPr>
              <p:spPr>
                <a:xfrm>
                  <a:off x="3536628" y="4355698"/>
                  <a:ext cx="12700" cy="8509"/>
                </a:xfrm>
                <a:custGeom>
                  <a:avLst/>
                  <a:gdLst>
                    <a:gd name="csX0" fmla="*/ 0 w 12700"/>
                    <a:gd name="csY0" fmla="*/ 0 h 8509"/>
                    <a:gd name="csX1" fmla="*/ 0 w 12700"/>
                    <a:gd name="csY1" fmla="*/ 8509 h 850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509">
                      <a:moveTo>
                        <a:pt x="0" y="0"/>
                      </a:moveTo>
                      <a:lnTo>
                        <a:pt x="0" y="8509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0" name="Freeform 239">
                  <a:extLst>
                    <a:ext uri="{FF2B5EF4-FFF2-40B4-BE49-F238E27FC236}">
                      <a16:creationId xmlns:a16="http://schemas.microsoft.com/office/drawing/2014/main" id="{74BB5E0F-9D20-F975-1F6B-05526468CD1D}"/>
                    </a:ext>
                  </a:extLst>
                </p:cNvPr>
                <p:cNvSpPr/>
                <p:nvPr/>
              </p:nvSpPr>
              <p:spPr>
                <a:xfrm>
                  <a:off x="3461190" y="4227174"/>
                  <a:ext cx="150876" cy="128523"/>
                </a:xfrm>
                <a:custGeom>
                  <a:avLst/>
                  <a:gdLst>
                    <a:gd name="csX0" fmla="*/ 0 w 150876"/>
                    <a:gd name="csY0" fmla="*/ 0 h 128523"/>
                    <a:gd name="csX1" fmla="*/ 0 w 150876"/>
                    <a:gd name="csY1" fmla="*/ 128524 h 128523"/>
                    <a:gd name="csX2" fmla="*/ 150876 w 150876"/>
                    <a:gd name="csY2" fmla="*/ 128524 h 128523"/>
                    <a:gd name="csX3" fmla="*/ 150876 w 150876"/>
                    <a:gd name="csY3" fmla="*/ 0 h 128523"/>
                    <a:gd name="csX4" fmla="*/ 0 w 150876"/>
                    <a:gd name="csY4" fmla="*/ 0 h 1285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28523">
                      <a:moveTo>
                        <a:pt x="0" y="0"/>
                      </a:moveTo>
                      <a:lnTo>
                        <a:pt x="0" y="128524"/>
                      </a:lnTo>
                      <a:lnTo>
                        <a:pt x="150876" y="128524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BB1FCA1E-2E93-61EC-102C-6AB7C4909194}"/>
                    </a:ext>
                  </a:extLst>
                </p:cNvPr>
                <p:cNvSpPr/>
                <p:nvPr/>
              </p:nvSpPr>
              <p:spPr>
                <a:xfrm>
                  <a:off x="3461190" y="4302612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AA22D74F-6560-3DFA-1759-B6354461FBBE}"/>
                    </a:ext>
                  </a:extLst>
                </p:cNvPr>
                <p:cNvSpPr/>
                <p:nvPr/>
              </p:nvSpPr>
              <p:spPr>
                <a:xfrm>
                  <a:off x="3788088" y="4242160"/>
                  <a:ext cx="12700" cy="6476"/>
                </a:xfrm>
                <a:custGeom>
                  <a:avLst/>
                  <a:gdLst>
                    <a:gd name="csX0" fmla="*/ 0 w 12700"/>
                    <a:gd name="csY0" fmla="*/ 6477 h 6476"/>
                    <a:gd name="csX1" fmla="*/ 0 w 12700"/>
                    <a:gd name="csY1" fmla="*/ 0 h 64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476">
                      <a:moveTo>
                        <a:pt x="0" y="6477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50850B06-3332-EDB4-EEC3-64D169F64FF7}"/>
                    </a:ext>
                  </a:extLst>
                </p:cNvPr>
                <p:cNvSpPr/>
                <p:nvPr/>
              </p:nvSpPr>
              <p:spPr>
                <a:xfrm>
                  <a:off x="3788088" y="4288388"/>
                  <a:ext cx="12700" cy="8000"/>
                </a:xfrm>
                <a:custGeom>
                  <a:avLst/>
                  <a:gdLst>
                    <a:gd name="csX0" fmla="*/ 0 w 12700"/>
                    <a:gd name="csY0" fmla="*/ 0 h 8000"/>
                    <a:gd name="csX1" fmla="*/ 0 w 12700"/>
                    <a:gd name="csY1" fmla="*/ 8001 h 80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000">
                      <a:moveTo>
                        <a:pt x="0" y="0"/>
                      </a:moveTo>
                      <a:lnTo>
                        <a:pt x="0" y="800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C68D26BF-E662-466C-095A-76AF40AB87B2}"/>
                    </a:ext>
                  </a:extLst>
                </p:cNvPr>
                <p:cNvSpPr/>
                <p:nvPr/>
              </p:nvSpPr>
              <p:spPr>
                <a:xfrm>
                  <a:off x="3712649" y="4248637"/>
                  <a:ext cx="150876" cy="39750"/>
                </a:xfrm>
                <a:custGeom>
                  <a:avLst/>
                  <a:gdLst>
                    <a:gd name="csX0" fmla="*/ 0 w 150876"/>
                    <a:gd name="csY0" fmla="*/ 0 h 39750"/>
                    <a:gd name="csX1" fmla="*/ 0 w 150876"/>
                    <a:gd name="csY1" fmla="*/ 39751 h 39750"/>
                    <a:gd name="csX2" fmla="*/ 150876 w 150876"/>
                    <a:gd name="csY2" fmla="*/ 39751 h 39750"/>
                    <a:gd name="csX3" fmla="*/ 150876 w 150876"/>
                    <a:gd name="csY3" fmla="*/ 0 h 39750"/>
                    <a:gd name="csX4" fmla="*/ 0 w 150876"/>
                    <a:gd name="csY4" fmla="*/ 0 h 397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39750">
                      <a:moveTo>
                        <a:pt x="0" y="0"/>
                      </a:moveTo>
                      <a:lnTo>
                        <a:pt x="0" y="39751"/>
                      </a:lnTo>
                      <a:lnTo>
                        <a:pt x="150876" y="39751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543D521F-B41B-A833-58FB-31F932819317}"/>
                    </a:ext>
                  </a:extLst>
                </p:cNvPr>
                <p:cNvSpPr/>
                <p:nvPr/>
              </p:nvSpPr>
              <p:spPr>
                <a:xfrm>
                  <a:off x="3712650" y="4270100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6" name="Freeform 245">
                  <a:extLst>
                    <a:ext uri="{FF2B5EF4-FFF2-40B4-BE49-F238E27FC236}">
                      <a16:creationId xmlns:a16="http://schemas.microsoft.com/office/drawing/2014/main" id="{97D2C9DD-68A7-7D6B-775E-67D469866AA9}"/>
                    </a:ext>
                  </a:extLst>
                </p:cNvPr>
                <p:cNvSpPr/>
                <p:nvPr/>
              </p:nvSpPr>
              <p:spPr>
                <a:xfrm>
                  <a:off x="4039548" y="3885544"/>
                  <a:ext cx="12700" cy="26924"/>
                </a:xfrm>
                <a:custGeom>
                  <a:avLst/>
                  <a:gdLst>
                    <a:gd name="csX0" fmla="*/ 0 w 12700"/>
                    <a:gd name="csY0" fmla="*/ 26924 h 26924"/>
                    <a:gd name="csX1" fmla="*/ 0 w 12700"/>
                    <a:gd name="csY1" fmla="*/ 0 h 269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6924">
                      <a:moveTo>
                        <a:pt x="0" y="2692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AAE4A5F3-AA00-8EFC-29A2-884D2CDBE9FB}"/>
                    </a:ext>
                  </a:extLst>
                </p:cNvPr>
                <p:cNvSpPr/>
                <p:nvPr/>
              </p:nvSpPr>
              <p:spPr>
                <a:xfrm>
                  <a:off x="4039548" y="3966570"/>
                  <a:ext cx="12700" cy="26923"/>
                </a:xfrm>
                <a:custGeom>
                  <a:avLst/>
                  <a:gdLst>
                    <a:gd name="csX0" fmla="*/ 0 w 12700"/>
                    <a:gd name="csY0" fmla="*/ 0 h 26923"/>
                    <a:gd name="csX1" fmla="*/ 0 w 12700"/>
                    <a:gd name="csY1" fmla="*/ 26924 h 269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6923">
                      <a:moveTo>
                        <a:pt x="0" y="0"/>
                      </a:moveTo>
                      <a:lnTo>
                        <a:pt x="0" y="2692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C5A856DF-1F95-785C-025B-0C760B67EAFD}"/>
                    </a:ext>
                  </a:extLst>
                </p:cNvPr>
                <p:cNvSpPr/>
                <p:nvPr/>
              </p:nvSpPr>
              <p:spPr>
                <a:xfrm>
                  <a:off x="3964109" y="3912468"/>
                  <a:ext cx="150876" cy="54101"/>
                </a:xfrm>
                <a:custGeom>
                  <a:avLst/>
                  <a:gdLst>
                    <a:gd name="csX0" fmla="*/ 0 w 150876"/>
                    <a:gd name="csY0" fmla="*/ 0 h 54101"/>
                    <a:gd name="csX1" fmla="*/ 0 w 150876"/>
                    <a:gd name="csY1" fmla="*/ 54102 h 54101"/>
                    <a:gd name="csX2" fmla="*/ 150876 w 150876"/>
                    <a:gd name="csY2" fmla="*/ 54102 h 54101"/>
                    <a:gd name="csX3" fmla="*/ 150876 w 150876"/>
                    <a:gd name="csY3" fmla="*/ 0 h 54101"/>
                    <a:gd name="csX4" fmla="*/ 0 w 150876"/>
                    <a:gd name="csY4" fmla="*/ 0 h 5410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54101">
                      <a:moveTo>
                        <a:pt x="0" y="0"/>
                      </a:moveTo>
                      <a:lnTo>
                        <a:pt x="0" y="54102"/>
                      </a:lnTo>
                      <a:lnTo>
                        <a:pt x="150876" y="54102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CC3D9214-BD14-3E04-9902-8CEA3F204656}"/>
                    </a:ext>
                  </a:extLst>
                </p:cNvPr>
                <p:cNvSpPr/>
                <p:nvPr/>
              </p:nvSpPr>
              <p:spPr>
                <a:xfrm>
                  <a:off x="3964110" y="3939519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37669036-8BB1-95C0-6385-1540C14C95AC}"/>
                    </a:ext>
                  </a:extLst>
                </p:cNvPr>
                <p:cNvSpPr/>
                <p:nvPr/>
              </p:nvSpPr>
              <p:spPr>
                <a:xfrm>
                  <a:off x="4542468" y="3836649"/>
                  <a:ext cx="12700" cy="110743"/>
                </a:xfrm>
                <a:custGeom>
                  <a:avLst/>
                  <a:gdLst>
                    <a:gd name="csX0" fmla="*/ 0 w 12700"/>
                    <a:gd name="csY0" fmla="*/ 110744 h 110743"/>
                    <a:gd name="csX1" fmla="*/ 0 w 12700"/>
                    <a:gd name="csY1" fmla="*/ 0 h 1107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0743">
                      <a:moveTo>
                        <a:pt x="0" y="11074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B7836834-E731-2260-E8BE-1CC044624024}"/>
                    </a:ext>
                  </a:extLst>
                </p:cNvPr>
                <p:cNvSpPr/>
                <p:nvPr/>
              </p:nvSpPr>
              <p:spPr>
                <a:xfrm>
                  <a:off x="4542468" y="4181454"/>
                  <a:ext cx="12700" cy="30606"/>
                </a:xfrm>
                <a:custGeom>
                  <a:avLst/>
                  <a:gdLst>
                    <a:gd name="csX0" fmla="*/ 0 w 12700"/>
                    <a:gd name="csY0" fmla="*/ 0 h 30606"/>
                    <a:gd name="csX1" fmla="*/ 0 w 12700"/>
                    <a:gd name="csY1" fmla="*/ 30607 h 3060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0606">
                      <a:moveTo>
                        <a:pt x="0" y="0"/>
                      </a:moveTo>
                      <a:lnTo>
                        <a:pt x="0" y="30607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F0AB5283-3336-7B06-CCAD-0DDDCDF7B37C}"/>
                    </a:ext>
                  </a:extLst>
                </p:cNvPr>
                <p:cNvSpPr/>
                <p:nvPr/>
              </p:nvSpPr>
              <p:spPr>
                <a:xfrm>
                  <a:off x="4467029" y="3947393"/>
                  <a:ext cx="150876" cy="234061"/>
                </a:xfrm>
                <a:custGeom>
                  <a:avLst/>
                  <a:gdLst>
                    <a:gd name="csX0" fmla="*/ 0 w 150876"/>
                    <a:gd name="csY0" fmla="*/ 0 h 234061"/>
                    <a:gd name="csX1" fmla="*/ 0 w 150876"/>
                    <a:gd name="csY1" fmla="*/ 234061 h 234061"/>
                    <a:gd name="csX2" fmla="*/ 150876 w 150876"/>
                    <a:gd name="csY2" fmla="*/ 234061 h 234061"/>
                    <a:gd name="csX3" fmla="*/ 150876 w 150876"/>
                    <a:gd name="csY3" fmla="*/ 0 h 234061"/>
                    <a:gd name="csX4" fmla="*/ 0 w 150876"/>
                    <a:gd name="csY4" fmla="*/ 0 h 23406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234061">
                      <a:moveTo>
                        <a:pt x="0" y="0"/>
                      </a:moveTo>
                      <a:lnTo>
                        <a:pt x="0" y="234061"/>
                      </a:lnTo>
                      <a:lnTo>
                        <a:pt x="150876" y="234061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1070C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3" name="Freeform 252">
                  <a:extLst>
                    <a:ext uri="{FF2B5EF4-FFF2-40B4-BE49-F238E27FC236}">
                      <a16:creationId xmlns:a16="http://schemas.microsoft.com/office/drawing/2014/main" id="{29F92CD8-10AE-8AEF-6554-C685FEA218DB}"/>
                    </a:ext>
                  </a:extLst>
                </p:cNvPr>
                <p:cNvSpPr/>
                <p:nvPr/>
              </p:nvSpPr>
              <p:spPr>
                <a:xfrm>
                  <a:off x="4467030" y="4086077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E10D5557-E555-C0E9-720C-BFB7505FA626}"/>
                    </a:ext>
                  </a:extLst>
                </p:cNvPr>
                <p:cNvSpPr/>
                <p:nvPr/>
              </p:nvSpPr>
              <p:spPr>
                <a:xfrm>
                  <a:off x="3539549" y="411122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98AE4CF9-5F36-0BB3-5851-52F7CF14BA12}"/>
                    </a:ext>
                  </a:extLst>
                </p:cNvPr>
                <p:cNvSpPr/>
                <p:nvPr/>
              </p:nvSpPr>
              <p:spPr>
                <a:xfrm>
                  <a:off x="3540565" y="43148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7B1DC34-9614-BD31-E933-48856248118B}"/>
                    </a:ext>
                  </a:extLst>
                </p:cNvPr>
                <p:cNvSpPr/>
                <p:nvPr/>
              </p:nvSpPr>
              <p:spPr>
                <a:xfrm>
                  <a:off x="3507926" y="434617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52689213-6BD5-F5AF-66F9-92E007928C8E}"/>
                    </a:ext>
                  </a:extLst>
                </p:cNvPr>
                <p:cNvSpPr/>
                <p:nvPr/>
              </p:nvSpPr>
              <p:spPr>
                <a:xfrm>
                  <a:off x="3535231" y="425422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60F434B1-EB27-DA45-ED3A-0399AE1CB7D2}"/>
                    </a:ext>
                  </a:extLst>
                </p:cNvPr>
                <p:cNvSpPr/>
                <p:nvPr/>
              </p:nvSpPr>
              <p:spPr>
                <a:xfrm>
                  <a:off x="3525833" y="434515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5810FF55-47BA-DB65-46B4-C280FD848DF9}"/>
                    </a:ext>
                  </a:extLst>
                </p:cNvPr>
                <p:cNvSpPr/>
                <p:nvPr/>
              </p:nvSpPr>
              <p:spPr>
                <a:xfrm>
                  <a:off x="3519610" y="419402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AA07194-C88D-3467-92A0-DEE03B237881}"/>
                    </a:ext>
                  </a:extLst>
                </p:cNvPr>
                <p:cNvSpPr/>
                <p:nvPr/>
              </p:nvSpPr>
              <p:spPr>
                <a:xfrm>
                  <a:off x="3781992" y="422412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E8A38B17-0765-C930-6523-0E7AED4B72AF}"/>
                    </a:ext>
                  </a:extLst>
                </p:cNvPr>
                <p:cNvSpPr/>
                <p:nvPr/>
              </p:nvSpPr>
              <p:spPr>
                <a:xfrm>
                  <a:off x="3751766" y="434769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2" name="Freeform 261">
                  <a:extLst>
                    <a:ext uri="{FF2B5EF4-FFF2-40B4-BE49-F238E27FC236}">
                      <a16:creationId xmlns:a16="http://schemas.microsoft.com/office/drawing/2014/main" id="{CAB7896B-CCAF-C37C-DAC6-6BBB78EDCE5C}"/>
                    </a:ext>
                  </a:extLst>
                </p:cNvPr>
                <p:cNvSpPr/>
                <p:nvPr/>
              </p:nvSpPr>
              <p:spPr>
                <a:xfrm>
                  <a:off x="3778055" y="426235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8D82DE15-412C-4492-17D8-E69F079107EA}"/>
                    </a:ext>
                  </a:extLst>
                </p:cNvPr>
                <p:cNvSpPr/>
                <p:nvPr/>
              </p:nvSpPr>
              <p:spPr>
                <a:xfrm>
                  <a:off x="3780468" y="41476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F82DC158-CDB7-9F63-E4F9-979A6DA52DCD}"/>
                    </a:ext>
                  </a:extLst>
                </p:cNvPr>
                <p:cNvSpPr/>
                <p:nvPr/>
              </p:nvSpPr>
              <p:spPr>
                <a:xfrm>
                  <a:off x="3768022" y="427835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B83007E1-9034-C327-993B-99C4E9150F8F}"/>
                    </a:ext>
                  </a:extLst>
                </p:cNvPr>
                <p:cNvSpPr/>
                <p:nvPr/>
              </p:nvSpPr>
              <p:spPr>
                <a:xfrm>
                  <a:off x="3781103" y="425206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CB9AB067-69F0-B7BB-12DA-ABEF3EE21662}"/>
                    </a:ext>
                  </a:extLst>
                </p:cNvPr>
                <p:cNvSpPr/>
                <p:nvPr/>
              </p:nvSpPr>
              <p:spPr>
                <a:xfrm>
                  <a:off x="3791898" y="423720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1A9D593C-461F-86BE-3CE0-4BF621E09045}"/>
                    </a:ext>
                  </a:extLst>
                </p:cNvPr>
                <p:cNvSpPr/>
                <p:nvPr/>
              </p:nvSpPr>
              <p:spPr>
                <a:xfrm>
                  <a:off x="4009195" y="386751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4DD28025-B3D6-6D08-8380-D36DE3B684B3}"/>
                    </a:ext>
                  </a:extLst>
                </p:cNvPr>
                <p:cNvSpPr/>
                <p:nvPr/>
              </p:nvSpPr>
              <p:spPr>
                <a:xfrm>
                  <a:off x="4019609" y="397546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523A6822-E3A3-8EB5-B531-99B7B2898B7F}"/>
                    </a:ext>
                  </a:extLst>
                </p:cNvPr>
                <p:cNvSpPr/>
                <p:nvPr/>
              </p:nvSpPr>
              <p:spPr>
                <a:xfrm>
                  <a:off x="4295072" y="368945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3E1C5255-1519-7D49-1328-F41E339FD207}"/>
                    </a:ext>
                  </a:extLst>
                </p:cNvPr>
                <p:cNvSpPr/>
                <p:nvPr/>
              </p:nvSpPr>
              <p:spPr>
                <a:xfrm>
                  <a:off x="4548437" y="414081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A911489-8F69-43AC-8CA9-70468D10A486}"/>
                    </a:ext>
                  </a:extLst>
                </p:cNvPr>
                <p:cNvSpPr/>
                <p:nvPr/>
              </p:nvSpPr>
              <p:spPr>
                <a:xfrm>
                  <a:off x="4505257" y="419402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C77F89C4-7F8E-A7EA-BF3A-922AD4492DA1}"/>
                    </a:ext>
                  </a:extLst>
                </p:cNvPr>
                <p:cNvSpPr/>
                <p:nvPr/>
              </p:nvSpPr>
              <p:spPr>
                <a:xfrm>
                  <a:off x="4523164" y="39952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A15CA4B7-94FB-BA99-D03E-B32BA46C062F}"/>
                    </a:ext>
                  </a:extLst>
                </p:cNvPr>
                <p:cNvSpPr/>
                <p:nvPr/>
              </p:nvSpPr>
              <p:spPr>
                <a:xfrm>
                  <a:off x="4527482" y="3818615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0ADE7396-3CA0-556B-C175-CEC9AAE801D7}"/>
                    </a:ext>
                  </a:extLst>
                </p:cNvPr>
                <p:cNvSpPr/>
                <p:nvPr/>
              </p:nvSpPr>
              <p:spPr>
                <a:xfrm>
                  <a:off x="4544754" y="417091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5" name="Freeform 274">
                  <a:extLst>
                    <a:ext uri="{FF2B5EF4-FFF2-40B4-BE49-F238E27FC236}">
                      <a16:creationId xmlns:a16="http://schemas.microsoft.com/office/drawing/2014/main" id="{CC9FBC00-1437-B952-8E90-6C610BD99540}"/>
                    </a:ext>
                  </a:extLst>
                </p:cNvPr>
                <p:cNvSpPr/>
                <p:nvPr/>
              </p:nvSpPr>
              <p:spPr>
                <a:xfrm>
                  <a:off x="4506273" y="390738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6" name="TextBox 275">
                  <a:extLst>
                    <a:ext uri="{FF2B5EF4-FFF2-40B4-BE49-F238E27FC236}">
                      <a16:creationId xmlns:a16="http://schemas.microsoft.com/office/drawing/2014/main" id="{C80D8EF1-D7F6-FB4D-1EC1-9C6F70E395C7}"/>
                    </a:ext>
                  </a:extLst>
                </p:cNvPr>
                <p:cNvSpPr txBox="1"/>
                <p:nvPr/>
              </p:nvSpPr>
              <p:spPr>
                <a:xfrm>
                  <a:off x="3393143" y="3490242"/>
                  <a:ext cx="51328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0.62</a:t>
                  </a: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B8533752-2FE9-0B8A-5A4B-7D2F3774C2C9}"/>
                    </a:ext>
                  </a:extLst>
                </p:cNvPr>
                <p:cNvSpPr/>
                <p:nvPr/>
              </p:nvSpPr>
              <p:spPr>
                <a:xfrm>
                  <a:off x="3536628" y="3633703"/>
                  <a:ext cx="226314" cy="12700"/>
                </a:xfrm>
                <a:custGeom>
                  <a:avLst/>
                  <a:gdLst>
                    <a:gd name="csX0" fmla="*/ 0 w 226314"/>
                    <a:gd name="csY0" fmla="*/ 0 h 12700"/>
                    <a:gd name="csX1" fmla="*/ 226314 w 22631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6314" h="12700">
                      <a:moveTo>
                        <a:pt x="0" y="0"/>
                      </a:moveTo>
                      <a:lnTo>
                        <a:pt x="22631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78" name="TextBox 277">
                  <a:extLst>
                    <a:ext uri="{FF2B5EF4-FFF2-40B4-BE49-F238E27FC236}">
                      <a16:creationId xmlns:a16="http://schemas.microsoft.com/office/drawing/2014/main" id="{3946B0A2-156E-3F8F-03C8-327200AE03EE}"/>
                    </a:ext>
                  </a:extLst>
                </p:cNvPr>
                <p:cNvSpPr txBox="1"/>
                <p:nvPr/>
              </p:nvSpPr>
              <p:spPr>
                <a:xfrm>
                  <a:off x="3936439" y="3440480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D896B634-E3E2-5393-A459-EFA4AD1BA439}"/>
                    </a:ext>
                  </a:extLst>
                </p:cNvPr>
                <p:cNvSpPr/>
                <p:nvPr/>
              </p:nvSpPr>
              <p:spPr>
                <a:xfrm>
                  <a:off x="3813234" y="3633703"/>
                  <a:ext cx="729234" cy="12700"/>
                </a:xfrm>
                <a:custGeom>
                  <a:avLst/>
                  <a:gdLst>
                    <a:gd name="csX0" fmla="*/ 0 w 729234"/>
                    <a:gd name="csY0" fmla="*/ 0 h 12700"/>
                    <a:gd name="csX1" fmla="*/ 729234 w 72923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29234" h="12700">
                      <a:moveTo>
                        <a:pt x="0" y="0"/>
                      </a:moveTo>
                      <a:lnTo>
                        <a:pt x="72923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80" name="TextBox 279">
                  <a:extLst>
                    <a:ext uri="{FF2B5EF4-FFF2-40B4-BE49-F238E27FC236}">
                      <a16:creationId xmlns:a16="http://schemas.microsoft.com/office/drawing/2014/main" id="{F9D3D493-5999-2E5B-752C-431B01FB7AB2}"/>
                    </a:ext>
                  </a:extLst>
                </p:cNvPr>
                <p:cNvSpPr txBox="1"/>
                <p:nvPr/>
              </p:nvSpPr>
              <p:spPr>
                <a:xfrm>
                  <a:off x="3847828" y="3255949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BC209087-CAF2-3D5C-1EF6-77A8E63D6443}"/>
                    </a:ext>
                  </a:extLst>
                </p:cNvPr>
                <p:cNvSpPr/>
                <p:nvPr/>
              </p:nvSpPr>
              <p:spPr>
                <a:xfrm>
                  <a:off x="3536628" y="3449172"/>
                  <a:ext cx="1005840" cy="12700"/>
                </a:xfrm>
                <a:custGeom>
                  <a:avLst/>
                  <a:gdLst>
                    <a:gd name="csX0" fmla="*/ 0 w 1005840"/>
                    <a:gd name="csY0" fmla="*/ 0 h 12700"/>
                    <a:gd name="csX1" fmla="*/ 1005840 w 10058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5840" h="12700">
                      <a:moveTo>
                        <a:pt x="0" y="0"/>
                      </a:moveTo>
                      <a:lnTo>
                        <a:pt x="1005840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282" name="Graphic 231">
                <a:extLst>
                  <a:ext uri="{FF2B5EF4-FFF2-40B4-BE49-F238E27FC236}">
                    <a16:creationId xmlns:a16="http://schemas.microsoft.com/office/drawing/2014/main" id="{D4ED5283-4465-BEBD-5F34-021CF2E1532B}"/>
                  </a:ext>
                </a:extLst>
              </p:cNvPr>
              <p:cNvGrpSpPr/>
              <p:nvPr/>
            </p:nvGrpSpPr>
            <p:grpSpPr>
              <a:xfrm>
                <a:off x="3064961" y="2984610"/>
                <a:ext cx="1641030" cy="1678695"/>
                <a:chOff x="3064961" y="2984610"/>
                <a:chExt cx="1641030" cy="1678695"/>
              </a:xfrm>
            </p:grpSpPr>
            <p:sp>
              <p:nvSpPr>
                <p:cNvPr id="283" name="Freeform 282">
                  <a:extLst>
                    <a:ext uri="{FF2B5EF4-FFF2-40B4-BE49-F238E27FC236}">
                      <a16:creationId xmlns:a16="http://schemas.microsoft.com/office/drawing/2014/main" id="{0FA6AD4E-A236-06CD-750D-D801B3E8006E}"/>
                    </a:ext>
                  </a:extLst>
                </p:cNvPr>
                <p:cNvSpPr/>
                <p:nvPr/>
              </p:nvSpPr>
              <p:spPr>
                <a:xfrm>
                  <a:off x="3385752" y="328686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84" name="TextBox 283">
                  <a:extLst>
                    <a:ext uri="{FF2B5EF4-FFF2-40B4-BE49-F238E27FC236}">
                      <a16:creationId xmlns:a16="http://schemas.microsoft.com/office/drawing/2014/main" id="{8049E328-A350-3221-9BFB-28AA62769CE0}"/>
                    </a:ext>
                  </a:extLst>
                </p:cNvPr>
                <p:cNvSpPr txBox="1"/>
                <p:nvPr/>
              </p:nvSpPr>
              <p:spPr>
                <a:xfrm>
                  <a:off x="3064961" y="4101997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0.1</a:t>
                  </a:r>
                </a:p>
              </p:txBody>
            </p:sp>
            <p:sp>
              <p:nvSpPr>
                <p:cNvPr id="285" name="TextBox 284">
                  <a:extLst>
                    <a:ext uri="{FF2B5EF4-FFF2-40B4-BE49-F238E27FC236}">
                      <a16:creationId xmlns:a16="http://schemas.microsoft.com/office/drawing/2014/main" id="{4C699759-ED8F-DBC7-9597-5A6DE44BD429}"/>
                    </a:ext>
                  </a:extLst>
                </p:cNvPr>
                <p:cNvSpPr txBox="1"/>
                <p:nvPr/>
              </p:nvSpPr>
              <p:spPr>
                <a:xfrm>
                  <a:off x="3064961" y="3865015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0.2</a:t>
                  </a:r>
                </a:p>
              </p:txBody>
            </p:sp>
            <p:sp>
              <p:nvSpPr>
                <p:cNvPr id="286" name="TextBox 285">
                  <a:extLst>
                    <a:ext uri="{FF2B5EF4-FFF2-40B4-BE49-F238E27FC236}">
                      <a16:creationId xmlns:a16="http://schemas.microsoft.com/office/drawing/2014/main" id="{478AC28B-97A6-F532-5F58-DEF57C1BE983}"/>
                    </a:ext>
                  </a:extLst>
                </p:cNvPr>
                <p:cNvSpPr txBox="1"/>
                <p:nvPr/>
              </p:nvSpPr>
              <p:spPr>
                <a:xfrm>
                  <a:off x="3064961" y="3628033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0.3</a:t>
                  </a: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C506C129-6628-AC9D-08FA-5252A885917C}"/>
                    </a:ext>
                  </a:extLst>
                </p:cNvPr>
                <p:cNvSpPr txBox="1"/>
                <p:nvPr/>
              </p:nvSpPr>
              <p:spPr>
                <a:xfrm>
                  <a:off x="3064961" y="3391178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0.4</a:t>
                  </a: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D955F489-8BD9-40D2-F1AB-1845D1E8420B}"/>
                    </a:ext>
                  </a:extLst>
                </p:cNvPr>
                <p:cNvSpPr/>
                <p:nvPr/>
              </p:nvSpPr>
              <p:spPr>
                <a:xfrm>
                  <a:off x="3350953" y="4208885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89" name="Freeform 288">
                  <a:extLst>
                    <a:ext uri="{FF2B5EF4-FFF2-40B4-BE49-F238E27FC236}">
                      <a16:creationId xmlns:a16="http://schemas.microsoft.com/office/drawing/2014/main" id="{26D0CA8E-B00C-9F77-DF46-9C12E3784A5A}"/>
                    </a:ext>
                  </a:extLst>
                </p:cNvPr>
                <p:cNvSpPr/>
                <p:nvPr/>
              </p:nvSpPr>
              <p:spPr>
                <a:xfrm>
                  <a:off x="3350953" y="3971904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0" name="Freeform 289">
                  <a:extLst>
                    <a:ext uri="{FF2B5EF4-FFF2-40B4-BE49-F238E27FC236}">
                      <a16:creationId xmlns:a16="http://schemas.microsoft.com/office/drawing/2014/main" id="{925B1382-5176-1CBB-610F-D39DB2545202}"/>
                    </a:ext>
                  </a:extLst>
                </p:cNvPr>
                <p:cNvSpPr/>
                <p:nvPr/>
              </p:nvSpPr>
              <p:spPr>
                <a:xfrm>
                  <a:off x="3350953" y="373492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0346463-383A-0B78-E4CB-7FBD6DCB0357}"/>
                    </a:ext>
                  </a:extLst>
                </p:cNvPr>
                <p:cNvSpPr/>
                <p:nvPr/>
              </p:nvSpPr>
              <p:spPr>
                <a:xfrm>
                  <a:off x="3350953" y="3498067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46F8B75A-B453-A014-6BC9-F41F009385C4}"/>
                    </a:ext>
                  </a:extLst>
                </p:cNvPr>
                <p:cNvSpPr/>
                <p:nvPr/>
              </p:nvSpPr>
              <p:spPr>
                <a:xfrm>
                  <a:off x="3385752" y="4421230"/>
                  <a:ext cx="1307592" cy="12700"/>
                </a:xfrm>
                <a:custGeom>
                  <a:avLst/>
                  <a:gdLst>
                    <a:gd name="csX0" fmla="*/ 0 w 1307592"/>
                    <a:gd name="csY0" fmla="*/ 0 h 12700"/>
                    <a:gd name="csX1" fmla="*/ 1307592 w 130759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07592" h="12700">
                      <a:moveTo>
                        <a:pt x="0" y="0"/>
                      </a:moveTo>
                      <a:lnTo>
                        <a:pt x="130759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9276FCB5-F05E-C7F0-9B4B-E2FDAD8A48E7}"/>
                    </a:ext>
                  </a:extLst>
                </p:cNvPr>
                <p:cNvSpPr/>
                <p:nvPr/>
              </p:nvSpPr>
              <p:spPr>
                <a:xfrm>
                  <a:off x="3536627" y="44212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92630488-1605-6E05-A518-14DE22831974}"/>
                    </a:ext>
                  </a:extLst>
                </p:cNvPr>
                <p:cNvSpPr/>
                <p:nvPr/>
              </p:nvSpPr>
              <p:spPr>
                <a:xfrm>
                  <a:off x="3788087" y="44212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5" name="Freeform 294">
                  <a:extLst>
                    <a:ext uri="{FF2B5EF4-FFF2-40B4-BE49-F238E27FC236}">
                      <a16:creationId xmlns:a16="http://schemas.microsoft.com/office/drawing/2014/main" id="{5AB383AD-D1A5-02F8-1C3E-F291C5685BF4}"/>
                    </a:ext>
                  </a:extLst>
                </p:cNvPr>
                <p:cNvSpPr/>
                <p:nvPr/>
              </p:nvSpPr>
              <p:spPr>
                <a:xfrm>
                  <a:off x="4039548" y="44212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6" name="Freeform 295">
                  <a:extLst>
                    <a:ext uri="{FF2B5EF4-FFF2-40B4-BE49-F238E27FC236}">
                      <a16:creationId xmlns:a16="http://schemas.microsoft.com/office/drawing/2014/main" id="{9CDC361B-E3F9-A7A1-3BFF-27FA0D1F5DA3}"/>
                    </a:ext>
                  </a:extLst>
                </p:cNvPr>
                <p:cNvSpPr/>
                <p:nvPr/>
              </p:nvSpPr>
              <p:spPr>
                <a:xfrm>
                  <a:off x="4291007" y="44212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7" name="Freeform 296">
                  <a:extLst>
                    <a:ext uri="{FF2B5EF4-FFF2-40B4-BE49-F238E27FC236}">
                      <a16:creationId xmlns:a16="http://schemas.microsoft.com/office/drawing/2014/main" id="{D28F2CA4-F8F5-257D-5BF3-A410D28928E3}"/>
                    </a:ext>
                  </a:extLst>
                </p:cNvPr>
                <p:cNvSpPr/>
                <p:nvPr/>
              </p:nvSpPr>
              <p:spPr>
                <a:xfrm>
                  <a:off x="4542467" y="44212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298" name="TextBox 297">
                  <a:extLst>
                    <a:ext uri="{FF2B5EF4-FFF2-40B4-BE49-F238E27FC236}">
                      <a16:creationId xmlns:a16="http://schemas.microsoft.com/office/drawing/2014/main" id="{69BF9FF1-D2CC-6DA0-519E-91C23DCB82D0}"/>
                    </a:ext>
                  </a:extLst>
                </p:cNvPr>
                <p:cNvSpPr txBox="1"/>
                <p:nvPr/>
              </p:nvSpPr>
              <p:spPr>
                <a:xfrm>
                  <a:off x="3390594" y="441708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299" name="TextBox 298">
                  <a:extLst>
                    <a:ext uri="{FF2B5EF4-FFF2-40B4-BE49-F238E27FC236}">
                      <a16:creationId xmlns:a16="http://schemas.microsoft.com/office/drawing/2014/main" id="{22FDCF62-04D8-70D9-CAF7-C43BD6DAC89B}"/>
                    </a:ext>
                  </a:extLst>
                </p:cNvPr>
                <p:cNvSpPr txBox="1"/>
                <p:nvPr/>
              </p:nvSpPr>
              <p:spPr>
                <a:xfrm>
                  <a:off x="3678121" y="441708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300" name="TextBox 299">
                  <a:extLst>
                    <a:ext uri="{FF2B5EF4-FFF2-40B4-BE49-F238E27FC236}">
                      <a16:creationId xmlns:a16="http://schemas.microsoft.com/office/drawing/2014/main" id="{88B0D2FB-A6C9-F980-8BAE-8575EDBA60A7}"/>
                    </a:ext>
                  </a:extLst>
                </p:cNvPr>
                <p:cNvSpPr txBox="1"/>
                <p:nvPr/>
              </p:nvSpPr>
              <p:spPr>
                <a:xfrm>
                  <a:off x="3894315" y="441708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301" name="TextBox 300">
                  <a:extLst>
                    <a:ext uri="{FF2B5EF4-FFF2-40B4-BE49-F238E27FC236}">
                      <a16:creationId xmlns:a16="http://schemas.microsoft.com/office/drawing/2014/main" id="{51E19F5A-5F3D-3F12-FE43-A7E0A5BAA2AC}"/>
                    </a:ext>
                  </a:extLst>
                </p:cNvPr>
                <p:cNvSpPr txBox="1"/>
                <p:nvPr/>
              </p:nvSpPr>
              <p:spPr>
                <a:xfrm>
                  <a:off x="4112914" y="441708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302" name="TextBox 301">
                  <a:extLst>
                    <a:ext uri="{FF2B5EF4-FFF2-40B4-BE49-F238E27FC236}">
                      <a16:creationId xmlns:a16="http://schemas.microsoft.com/office/drawing/2014/main" id="{731CC983-0DB1-7D47-8E43-7A016B6152FB}"/>
                    </a:ext>
                  </a:extLst>
                </p:cNvPr>
                <p:cNvSpPr txBox="1"/>
                <p:nvPr/>
              </p:nvSpPr>
              <p:spPr>
                <a:xfrm>
                  <a:off x="4410860" y="441708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305" name="TextBox 304">
                  <a:extLst>
                    <a:ext uri="{FF2B5EF4-FFF2-40B4-BE49-F238E27FC236}">
                      <a16:creationId xmlns:a16="http://schemas.microsoft.com/office/drawing/2014/main" id="{2286E068-8C1B-CB35-2E68-A4F30314BCEF}"/>
                    </a:ext>
                  </a:extLst>
                </p:cNvPr>
                <p:cNvSpPr txBox="1"/>
                <p:nvPr/>
              </p:nvSpPr>
              <p:spPr>
                <a:xfrm>
                  <a:off x="3384331" y="2984610"/>
                  <a:ext cx="132166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i="1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</a:t>
                  </a:r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gr</a:t>
                  </a:r>
                  <a:r>
                    <a:rPr lang="en-US" sz="1100" i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-like</a:t>
                  </a:r>
                  <a:endPara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308" name="Graphic 306">
              <a:extLst>
                <a:ext uri="{FF2B5EF4-FFF2-40B4-BE49-F238E27FC236}">
                  <a16:creationId xmlns:a16="http://schemas.microsoft.com/office/drawing/2014/main" id="{7E06AB85-33CD-9D88-2EB2-547456D3F5A9}"/>
                </a:ext>
              </a:extLst>
            </p:cNvPr>
            <p:cNvGrpSpPr/>
            <p:nvPr/>
          </p:nvGrpSpPr>
          <p:grpSpPr>
            <a:xfrm>
              <a:off x="3425466" y="93455"/>
              <a:ext cx="1628383" cy="1678695"/>
              <a:chOff x="2645421" y="4813410"/>
              <a:chExt cx="1628383" cy="1678695"/>
            </a:xfrm>
          </p:grpSpPr>
          <p:grpSp>
            <p:nvGrpSpPr>
              <p:cNvPr id="311" name="Graphic 306">
                <a:extLst>
                  <a:ext uri="{FF2B5EF4-FFF2-40B4-BE49-F238E27FC236}">
                    <a16:creationId xmlns:a16="http://schemas.microsoft.com/office/drawing/2014/main" id="{D3DE619D-8EE1-7968-9F26-14AD516034ED}"/>
                  </a:ext>
                </a:extLst>
              </p:cNvPr>
              <p:cNvGrpSpPr/>
              <p:nvPr/>
            </p:nvGrpSpPr>
            <p:grpSpPr>
              <a:xfrm>
                <a:off x="2966212" y="5075080"/>
                <a:ext cx="1307591" cy="1175076"/>
                <a:chOff x="2966212" y="5075080"/>
                <a:chExt cx="1307591" cy="1175076"/>
              </a:xfrm>
            </p:grpSpPr>
            <p:sp>
              <p:nvSpPr>
                <p:cNvPr id="312" name="Freeform 311">
                  <a:extLst>
                    <a:ext uri="{FF2B5EF4-FFF2-40B4-BE49-F238E27FC236}">
                      <a16:creationId xmlns:a16="http://schemas.microsoft.com/office/drawing/2014/main" id="{2452749B-62DC-EF49-F465-14900A93AB07}"/>
                    </a:ext>
                  </a:extLst>
                </p:cNvPr>
                <p:cNvSpPr/>
                <p:nvPr/>
              </p:nvSpPr>
              <p:spPr>
                <a:xfrm>
                  <a:off x="2966212" y="5115666"/>
                  <a:ext cx="1307591" cy="1134490"/>
                </a:xfrm>
                <a:custGeom>
                  <a:avLst/>
                  <a:gdLst>
                    <a:gd name="csX0" fmla="*/ 0 w 1307591"/>
                    <a:gd name="csY0" fmla="*/ 0 h 1134490"/>
                    <a:gd name="csX1" fmla="*/ 1307592 w 1307591"/>
                    <a:gd name="csY1" fmla="*/ 0 h 1134490"/>
                    <a:gd name="csX2" fmla="*/ 1307592 w 1307591"/>
                    <a:gd name="csY2" fmla="*/ 1134491 h 1134490"/>
                    <a:gd name="csX3" fmla="*/ 0 w 1307591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307591" h="1134490">
                      <a:moveTo>
                        <a:pt x="0" y="0"/>
                      </a:moveTo>
                      <a:lnTo>
                        <a:pt x="1307592" y="0"/>
                      </a:lnTo>
                      <a:lnTo>
                        <a:pt x="1307592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3" name="Freeform 312">
                  <a:extLst>
                    <a:ext uri="{FF2B5EF4-FFF2-40B4-BE49-F238E27FC236}">
                      <a16:creationId xmlns:a16="http://schemas.microsoft.com/office/drawing/2014/main" id="{5D646A4E-CE0C-63D5-B49C-EA06F59CD413}"/>
                    </a:ext>
                  </a:extLst>
                </p:cNvPr>
                <p:cNvSpPr/>
                <p:nvPr/>
              </p:nvSpPr>
              <p:spPr>
                <a:xfrm>
                  <a:off x="3117088" y="5689960"/>
                  <a:ext cx="12700" cy="69722"/>
                </a:xfrm>
                <a:custGeom>
                  <a:avLst/>
                  <a:gdLst>
                    <a:gd name="csX0" fmla="*/ 0 w 12700"/>
                    <a:gd name="csY0" fmla="*/ 69723 h 69722"/>
                    <a:gd name="csX1" fmla="*/ 0 w 12700"/>
                    <a:gd name="csY1" fmla="*/ 0 h 697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9722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6D56CC54-5373-E0D3-5228-04BBF513CD81}"/>
                    </a:ext>
                  </a:extLst>
                </p:cNvPr>
                <p:cNvSpPr/>
                <p:nvPr/>
              </p:nvSpPr>
              <p:spPr>
                <a:xfrm>
                  <a:off x="3117088" y="6037432"/>
                  <a:ext cx="12700" cy="80263"/>
                </a:xfrm>
                <a:custGeom>
                  <a:avLst/>
                  <a:gdLst>
                    <a:gd name="csX0" fmla="*/ 0 w 12700"/>
                    <a:gd name="csY0" fmla="*/ 0 h 80263"/>
                    <a:gd name="csX1" fmla="*/ 0 w 12700"/>
                    <a:gd name="csY1" fmla="*/ 80264 h 802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0263">
                      <a:moveTo>
                        <a:pt x="0" y="0"/>
                      </a:moveTo>
                      <a:lnTo>
                        <a:pt x="0" y="8026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5" name="Freeform 314">
                  <a:extLst>
                    <a:ext uri="{FF2B5EF4-FFF2-40B4-BE49-F238E27FC236}">
                      <a16:creationId xmlns:a16="http://schemas.microsoft.com/office/drawing/2014/main" id="{A80E846F-9ECA-E2A0-52F8-EA20D4448C32}"/>
                    </a:ext>
                  </a:extLst>
                </p:cNvPr>
                <p:cNvSpPr/>
                <p:nvPr/>
              </p:nvSpPr>
              <p:spPr>
                <a:xfrm>
                  <a:off x="3041650" y="5759682"/>
                  <a:ext cx="150876" cy="277749"/>
                </a:xfrm>
                <a:custGeom>
                  <a:avLst/>
                  <a:gdLst>
                    <a:gd name="csX0" fmla="*/ 0 w 150876"/>
                    <a:gd name="csY0" fmla="*/ 0 h 277749"/>
                    <a:gd name="csX1" fmla="*/ 0 w 150876"/>
                    <a:gd name="csY1" fmla="*/ 277749 h 277749"/>
                    <a:gd name="csX2" fmla="*/ 150876 w 150876"/>
                    <a:gd name="csY2" fmla="*/ 277749 h 277749"/>
                    <a:gd name="csX3" fmla="*/ 150876 w 150876"/>
                    <a:gd name="csY3" fmla="*/ 0 h 277749"/>
                    <a:gd name="csX4" fmla="*/ 0 w 150876"/>
                    <a:gd name="csY4" fmla="*/ 0 h 2777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277749">
                      <a:moveTo>
                        <a:pt x="0" y="0"/>
                      </a:moveTo>
                      <a:lnTo>
                        <a:pt x="0" y="277749"/>
                      </a:lnTo>
                      <a:lnTo>
                        <a:pt x="150876" y="277749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6" name="Freeform 315">
                  <a:extLst>
                    <a:ext uri="{FF2B5EF4-FFF2-40B4-BE49-F238E27FC236}">
                      <a16:creationId xmlns:a16="http://schemas.microsoft.com/office/drawing/2014/main" id="{29BA5DA2-40AC-8A51-7128-12C93C9FE3CE}"/>
                    </a:ext>
                  </a:extLst>
                </p:cNvPr>
                <p:cNvSpPr/>
                <p:nvPr/>
              </p:nvSpPr>
              <p:spPr>
                <a:xfrm>
                  <a:off x="3041650" y="5940277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7" name="Freeform 316">
                  <a:extLst>
                    <a:ext uri="{FF2B5EF4-FFF2-40B4-BE49-F238E27FC236}">
                      <a16:creationId xmlns:a16="http://schemas.microsoft.com/office/drawing/2014/main" id="{FFDA7FC5-48CC-C053-B846-8F5D1EDCD154}"/>
                    </a:ext>
                  </a:extLst>
                </p:cNvPr>
                <p:cNvSpPr/>
                <p:nvPr/>
              </p:nvSpPr>
              <p:spPr>
                <a:xfrm>
                  <a:off x="3368548" y="5823564"/>
                  <a:ext cx="12700" cy="81915"/>
                </a:xfrm>
                <a:custGeom>
                  <a:avLst/>
                  <a:gdLst>
                    <a:gd name="csX0" fmla="*/ 0 w 12700"/>
                    <a:gd name="csY0" fmla="*/ 81915 h 81915"/>
                    <a:gd name="csX1" fmla="*/ 0 w 12700"/>
                    <a:gd name="csY1" fmla="*/ 0 h 8191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81915">
                      <a:moveTo>
                        <a:pt x="0" y="81915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8" name="Freeform 317">
                  <a:extLst>
                    <a:ext uri="{FF2B5EF4-FFF2-40B4-BE49-F238E27FC236}">
                      <a16:creationId xmlns:a16="http://schemas.microsoft.com/office/drawing/2014/main" id="{4E1D8C40-A316-59DF-6482-BB522FC5A859}"/>
                    </a:ext>
                  </a:extLst>
                </p:cNvPr>
                <p:cNvSpPr/>
                <p:nvPr/>
              </p:nvSpPr>
              <p:spPr>
                <a:xfrm>
                  <a:off x="3368548" y="6140937"/>
                  <a:ext cx="12700" cy="57531"/>
                </a:xfrm>
                <a:custGeom>
                  <a:avLst/>
                  <a:gdLst>
                    <a:gd name="csX0" fmla="*/ 0 w 12700"/>
                    <a:gd name="csY0" fmla="*/ 0 h 57531"/>
                    <a:gd name="csX1" fmla="*/ 0 w 12700"/>
                    <a:gd name="csY1" fmla="*/ 57531 h 5753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57531">
                      <a:moveTo>
                        <a:pt x="0" y="0"/>
                      </a:moveTo>
                      <a:lnTo>
                        <a:pt x="0" y="5753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29D87D5F-C28C-6632-C6B5-372F3094D20C}"/>
                    </a:ext>
                  </a:extLst>
                </p:cNvPr>
                <p:cNvSpPr/>
                <p:nvPr/>
              </p:nvSpPr>
              <p:spPr>
                <a:xfrm>
                  <a:off x="3293109" y="5905479"/>
                  <a:ext cx="150876" cy="235458"/>
                </a:xfrm>
                <a:custGeom>
                  <a:avLst/>
                  <a:gdLst>
                    <a:gd name="csX0" fmla="*/ 0 w 150876"/>
                    <a:gd name="csY0" fmla="*/ 0 h 235458"/>
                    <a:gd name="csX1" fmla="*/ 0 w 150876"/>
                    <a:gd name="csY1" fmla="*/ 235458 h 235458"/>
                    <a:gd name="csX2" fmla="*/ 150876 w 150876"/>
                    <a:gd name="csY2" fmla="*/ 235458 h 235458"/>
                    <a:gd name="csX3" fmla="*/ 150876 w 150876"/>
                    <a:gd name="csY3" fmla="*/ 0 h 235458"/>
                    <a:gd name="csX4" fmla="*/ 0 w 150876"/>
                    <a:gd name="csY4" fmla="*/ 0 h 2354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235458">
                      <a:moveTo>
                        <a:pt x="0" y="0"/>
                      </a:moveTo>
                      <a:lnTo>
                        <a:pt x="0" y="235458"/>
                      </a:lnTo>
                      <a:lnTo>
                        <a:pt x="150876" y="235458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1D984972-635A-22C9-CCE6-089D23109716}"/>
                    </a:ext>
                  </a:extLst>
                </p:cNvPr>
                <p:cNvSpPr/>
                <p:nvPr/>
              </p:nvSpPr>
              <p:spPr>
                <a:xfrm>
                  <a:off x="3293110" y="6023208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1" name="Freeform 320">
                  <a:extLst>
                    <a:ext uri="{FF2B5EF4-FFF2-40B4-BE49-F238E27FC236}">
                      <a16:creationId xmlns:a16="http://schemas.microsoft.com/office/drawing/2014/main" id="{7C81DDAC-36A7-CD38-6C8E-125FBAFE4992}"/>
                    </a:ext>
                  </a:extLst>
                </p:cNvPr>
                <p:cNvSpPr/>
                <p:nvPr/>
              </p:nvSpPr>
              <p:spPr>
                <a:xfrm>
                  <a:off x="3620008" y="5702406"/>
                  <a:ext cx="12700" cy="39751"/>
                </a:xfrm>
                <a:custGeom>
                  <a:avLst/>
                  <a:gdLst>
                    <a:gd name="csX0" fmla="*/ 0 w 12700"/>
                    <a:gd name="csY0" fmla="*/ 39751 h 39751"/>
                    <a:gd name="csX1" fmla="*/ 0 w 12700"/>
                    <a:gd name="csY1" fmla="*/ 0 h 3975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9751">
                      <a:moveTo>
                        <a:pt x="0" y="39751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2" name="Freeform 321">
                  <a:extLst>
                    <a:ext uri="{FF2B5EF4-FFF2-40B4-BE49-F238E27FC236}">
                      <a16:creationId xmlns:a16="http://schemas.microsoft.com/office/drawing/2014/main" id="{6121AF2E-87E9-DBBE-514C-2E0689BCF46C}"/>
                    </a:ext>
                  </a:extLst>
                </p:cNvPr>
                <p:cNvSpPr/>
                <p:nvPr/>
              </p:nvSpPr>
              <p:spPr>
                <a:xfrm>
                  <a:off x="3620008" y="5821786"/>
                  <a:ext cx="12700" cy="39750"/>
                </a:xfrm>
                <a:custGeom>
                  <a:avLst/>
                  <a:gdLst>
                    <a:gd name="csX0" fmla="*/ 0 w 12700"/>
                    <a:gd name="csY0" fmla="*/ 0 h 39750"/>
                    <a:gd name="csX1" fmla="*/ 0 w 12700"/>
                    <a:gd name="csY1" fmla="*/ 39751 h 397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9750">
                      <a:moveTo>
                        <a:pt x="0" y="0"/>
                      </a:moveTo>
                      <a:lnTo>
                        <a:pt x="0" y="39751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3" name="Freeform 322">
                  <a:extLst>
                    <a:ext uri="{FF2B5EF4-FFF2-40B4-BE49-F238E27FC236}">
                      <a16:creationId xmlns:a16="http://schemas.microsoft.com/office/drawing/2014/main" id="{61C56A41-D79B-A152-500A-F51AE0EE1794}"/>
                    </a:ext>
                  </a:extLst>
                </p:cNvPr>
                <p:cNvSpPr/>
                <p:nvPr/>
              </p:nvSpPr>
              <p:spPr>
                <a:xfrm>
                  <a:off x="3544569" y="5742157"/>
                  <a:ext cx="150876" cy="79628"/>
                </a:xfrm>
                <a:custGeom>
                  <a:avLst/>
                  <a:gdLst>
                    <a:gd name="csX0" fmla="*/ 0 w 150876"/>
                    <a:gd name="csY0" fmla="*/ 0 h 79628"/>
                    <a:gd name="csX1" fmla="*/ 0 w 150876"/>
                    <a:gd name="csY1" fmla="*/ 79629 h 79628"/>
                    <a:gd name="csX2" fmla="*/ 150876 w 150876"/>
                    <a:gd name="csY2" fmla="*/ 79629 h 79628"/>
                    <a:gd name="csX3" fmla="*/ 150876 w 150876"/>
                    <a:gd name="csY3" fmla="*/ 0 h 79628"/>
                    <a:gd name="csX4" fmla="*/ 0 w 150876"/>
                    <a:gd name="csY4" fmla="*/ 0 h 7962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79628">
                      <a:moveTo>
                        <a:pt x="0" y="0"/>
                      </a:moveTo>
                      <a:lnTo>
                        <a:pt x="0" y="79629"/>
                      </a:lnTo>
                      <a:lnTo>
                        <a:pt x="150876" y="79629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4" name="Freeform 323">
                  <a:extLst>
                    <a:ext uri="{FF2B5EF4-FFF2-40B4-BE49-F238E27FC236}">
                      <a16:creationId xmlns:a16="http://schemas.microsoft.com/office/drawing/2014/main" id="{A4FAD689-AA05-5060-0221-E8476A3864A2}"/>
                    </a:ext>
                  </a:extLst>
                </p:cNvPr>
                <p:cNvSpPr/>
                <p:nvPr/>
              </p:nvSpPr>
              <p:spPr>
                <a:xfrm>
                  <a:off x="3544570" y="5781908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5" name="Freeform 324">
                  <a:extLst>
                    <a:ext uri="{FF2B5EF4-FFF2-40B4-BE49-F238E27FC236}">
                      <a16:creationId xmlns:a16="http://schemas.microsoft.com/office/drawing/2014/main" id="{46F42405-F689-A304-B988-B4CBD5003DF8}"/>
                    </a:ext>
                  </a:extLst>
                </p:cNvPr>
                <p:cNvSpPr/>
                <p:nvPr/>
              </p:nvSpPr>
              <p:spPr>
                <a:xfrm>
                  <a:off x="4122928" y="5511017"/>
                  <a:ext cx="12700" cy="95122"/>
                </a:xfrm>
                <a:custGeom>
                  <a:avLst/>
                  <a:gdLst>
                    <a:gd name="csX0" fmla="*/ 0 w 12700"/>
                    <a:gd name="csY0" fmla="*/ 95123 h 95122"/>
                    <a:gd name="csX1" fmla="*/ 0 w 12700"/>
                    <a:gd name="csY1" fmla="*/ 0 h 951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5122">
                      <a:moveTo>
                        <a:pt x="0" y="95123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6" name="Freeform 325">
                  <a:extLst>
                    <a:ext uri="{FF2B5EF4-FFF2-40B4-BE49-F238E27FC236}">
                      <a16:creationId xmlns:a16="http://schemas.microsoft.com/office/drawing/2014/main" id="{AAAEEA60-B50F-898C-C230-3B43EAF69CE3}"/>
                    </a:ext>
                  </a:extLst>
                </p:cNvPr>
                <p:cNvSpPr/>
                <p:nvPr/>
              </p:nvSpPr>
              <p:spPr>
                <a:xfrm>
                  <a:off x="4122928" y="5760445"/>
                  <a:ext cx="12700" cy="21462"/>
                </a:xfrm>
                <a:custGeom>
                  <a:avLst/>
                  <a:gdLst>
                    <a:gd name="csX0" fmla="*/ 0 w 12700"/>
                    <a:gd name="csY0" fmla="*/ 0 h 21462"/>
                    <a:gd name="csX1" fmla="*/ 0 w 12700"/>
                    <a:gd name="csY1" fmla="*/ 21463 h 21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1462">
                      <a:moveTo>
                        <a:pt x="0" y="0"/>
                      </a:moveTo>
                      <a:lnTo>
                        <a:pt x="0" y="21463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7" name="Freeform 326">
                  <a:extLst>
                    <a:ext uri="{FF2B5EF4-FFF2-40B4-BE49-F238E27FC236}">
                      <a16:creationId xmlns:a16="http://schemas.microsoft.com/office/drawing/2014/main" id="{61B2FC8C-60D7-E15B-AD2D-D82F076FB656}"/>
                    </a:ext>
                  </a:extLst>
                </p:cNvPr>
                <p:cNvSpPr/>
                <p:nvPr/>
              </p:nvSpPr>
              <p:spPr>
                <a:xfrm>
                  <a:off x="4047489" y="5606139"/>
                  <a:ext cx="150876" cy="154304"/>
                </a:xfrm>
                <a:custGeom>
                  <a:avLst/>
                  <a:gdLst>
                    <a:gd name="csX0" fmla="*/ 0 w 150876"/>
                    <a:gd name="csY0" fmla="*/ 0 h 154304"/>
                    <a:gd name="csX1" fmla="*/ 0 w 150876"/>
                    <a:gd name="csY1" fmla="*/ 154305 h 154304"/>
                    <a:gd name="csX2" fmla="*/ 150876 w 150876"/>
                    <a:gd name="csY2" fmla="*/ 154305 h 154304"/>
                    <a:gd name="csX3" fmla="*/ 150876 w 150876"/>
                    <a:gd name="csY3" fmla="*/ 0 h 154304"/>
                    <a:gd name="csX4" fmla="*/ 0 w 150876"/>
                    <a:gd name="csY4" fmla="*/ 0 h 15430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54304">
                      <a:moveTo>
                        <a:pt x="0" y="0"/>
                      </a:moveTo>
                      <a:lnTo>
                        <a:pt x="0" y="154305"/>
                      </a:lnTo>
                      <a:lnTo>
                        <a:pt x="150876" y="154305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0DF816A1-EF3F-3B78-ED10-02EBFC6A7858}"/>
                    </a:ext>
                  </a:extLst>
                </p:cNvPr>
                <p:cNvSpPr/>
                <p:nvPr/>
              </p:nvSpPr>
              <p:spPr>
                <a:xfrm>
                  <a:off x="4047490" y="5718408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C2484CD4-7035-44AD-7D99-D30D1EE0F3AC}"/>
                    </a:ext>
                  </a:extLst>
                </p:cNvPr>
                <p:cNvSpPr/>
                <p:nvPr/>
              </p:nvSpPr>
              <p:spPr>
                <a:xfrm>
                  <a:off x="3120009" y="590154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5C81ABA2-4AA6-4C08-143E-591FD04FFE3E}"/>
                    </a:ext>
                  </a:extLst>
                </p:cNvPr>
                <p:cNvSpPr/>
                <p:nvPr/>
              </p:nvSpPr>
              <p:spPr>
                <a:xfrm>
                  <a:off x="3121025" y="609839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16B2E7E8-A930-7CE7-D8E9-93129372FF4E}"/>
                    </a:ext>
                  </a:extLst>
                </p:cNvPr>
                <p:cNvSpPr/>
                <p:nvPr/>
              </p:nvSpPr>
              <p:spPr>
                <a:xfrm>
                  <a:off x="3088386" y="568907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2" name="Freeform 331">
                  <a:extLst>
                    <a:ext uri="{FF2B5EF4-FFF2-40B4-BE49-F238E27FC236}">
                      <a16:creationId xmlns:a16="http://schemas.microsoft.com/office/drawing/2014/main" id="{52FE91DF-946C-3B4A-E2B0-4E5ADCCDBFC6}"/>
                    </a:ext>
                  </a:extLst>
                </p:cNvPr>
                <p:cNvSpPr/>
                <p:nvPr/>
              </p:nvSpPr>
              <p:spPr>
                <a:xfrm>
                  <a:off x="3115691" y="594154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3" name="Freeform 332">
                  <a:extLst>
                    <a:ext uri="{FF2B5EF4-FFF2-40B4-BE49-F238E27FC236}">
                      <a16:creationId xmlns:a16="http://schemas.microsoft.com/office/drawing/2014/main" id="{3C39B30C-21A1-1814-AE9B-F27A93330948}"/>
                    </a:ext>
                  </a:extLst>
                </p:cNvPr>
                <p:cNvSpPr/>
                <p:nvPr/>
              </p:nvSpPr>
              <p:spPr>
                <a:xfrm>
                  <a:off x="3106293" y="567218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4" name="Freeform 333">
                  <a:extLst>
                    <a:ext uri="{FF2B5EF4-FFF2-40B4-BE49-F238E27FC236}">
                      <a16:creationId xmlns:a16="http://schemas.microsoft.com/office/drawing/2014/main" id="{B46AB887-D9AD-5437-6BA5-3D512C25688F}"/>
                    </a:ext>
                  </a:extLst>
                </p:cNvPr>
                <p:cNvSpPr/>
                <p:nvPr/>
              </p:nvSpPr>
              <p:spPr>
                <a:xfrm>
                  <a:off x="3100070" y="604416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5" name="Freeform 334">
                  <a:extLst>
                    <a:ext uri="{FF2B5EF4-FFF2-40B4-BE49-F238E27FC236}">
                      <a16:creationId xmlns:a16="http://schemas.microsoft.com/office/drawing/2014/main" id="{7AEF0F5A-A7B7-B8A3-62F8-7FE99550FC23}"/>
                    </a:ext>
                  </a:extLst>
                </p:cNvPr>
                <p:cNvSpPr/>
                <p:nvPr/>
              </p:nvSpPr>
              <p:spPr>
                <a:xfrm>
                  <a:off x="3362452" y="587741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6" name="Freeform 335">
                  <a:extLst>
                    <a:ext uri="{FF2B5EF4-FFF2-40B4-BE49-F238E27FC236}">
                      <a16:creationId xmlns:a16="http://schemas.microsoft.com/office/drawing/2014/main" id="{160D5F49-D49A-4662-F2C0-2FA8B02794EF}"/>
                    </a:ext>
                  </a:extLst>
                </p:cNvPr>
                <p:cNvSpPr/>
                <p:nvPr/>
              </p:nvSpPr>
              <p:spPr>
                <a:xfrm>
                  <a:off x="3332226" y="61795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7" name="Freeform 336">
                  <a:extLst>
                    <a:ext uri="{FF2B5EF4-FFF2-40B4-BE49-F238E27FC236}">
                      <a16:creationId xmlns:a16="http://schemas.microsoft.com/office/drawing/2014/main" id="{7147E417-9992-4044-6476-CB987C798083}"/>
                    </a:ext>
                  </a:extLst>
                </p:cNvPr>
                <p:cNvSpPr/>
                <p:nvPr/>
              </p:nvSpPr>
              <p:spPr>
                <a:xfrm>
                  <a:off x="3358515" y="580476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8" name="Freeform 337">
                  <a:extLst>
                    <a:ext uri="{FF2B5EF4-FFF2-40B4-BE49-F238E27FC236}">
                      <a16:creationId xmlns:a16="http://schemas.microsoft.com/office/drawing/2014/main" id="{9C769BB9-30CB-1ED7-9C15-50EC7595C998}"/>
                    </a:ext>
                  </a:extLst>
                </p:cNvPr>
                <p:cNvSpPr/>
                <p:nvPr/>
              </p:nvSpPr>
              <p:spPr>
                <a:xfrm>
                  <a:off x="3360928" y="600428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39" name="Freeform 338">
                  <a:extLst>
                    <a:ext uri="{FF2B5EF4-FFF2-40B4-BE49-F238E27FC236}">
                      <a16:creationId xmlns:a16="http://schemas.microsoft.com/office/drawing/2014/main" id="{DC79E845-830D-E750-73D7-B018AFFBD301}"/>
                    </a:ext>
                  </a:extLst>
                </p:cNvPr>
                <p:cNvSpPr/>
                <p:nvPr/>
              </p:nvSpPr>
              <p:spPr>
                <a:xfrm>
                  <a:off x="3348482" y="606575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47969F0C-362E-67E6-3DBE-E4176D5F640A}"/>
                    </a:ext>
                  </a:extLst>
                </p:cNvPr>
                <p:cNvSpPr/>
                <p:nvPr/>
              </p:nvSpPr>
              <p:spPr>
                <a:xfrm>
                  <a:off x="3361563" y="589709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65307AFE-A601-1A0D-F431-0ADFFF0C30F2}"/>
                    </a:ext>
                  </a:extLst>
                </p:cNvPr>
                <p:cNvSpPr/>
                <p:nvPr/>
              </p:nvSpPr>
              <p:spPr>
                <a:xfrm>
                  <a:off x="3589655" y="568335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4230EEC3-B7EA-F0B7-EB85-9251330E9015}"/>
                    </a:ext>
                  </a:extLst>
                </p:cNvPr>
                <p:cNvSpPr/>
                <p:nvPr/>
              </p:nvSpPr>
              <p:spPr>
                <a:xfrm>
                  <a:off x="3600069" y="584490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706EBDA1-B13C-87BD-2BB1-478C3ED043E9}"/>
                    </a:ext>
                  </a:extLst>
                </p:cNvPr>
                <p:cNvSpPr/>
                <p:nvPr/>
              </p:nvSpPr>
              <p:spPr>
                <a:xfrm>
                  <a:off x="3875532" y="595081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7A787956-0384-3676-B4B7-15713D6B0168}"/>
                    </a:ext>
                  </a:extLst>
                </p:cNvPr>
                <p:cNvSpPr/>
                <p:nvPr/>
              </p:nvSpPr>
              <p:spPr>
                <a:xfrm>
                  <a:off x="4128897" y="5491713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BA1943D5-3280-D4A1-288F-84789E97FFD4}"/>
                    </a:ext>
                  </a:extLst>
                </p:cNvPr>
                <p:cNvSpPr/>
                <p:nvPr/>
              </p:nvSpPr>
              <p:spPr>
                <a:xfrm>
                  <a:off x="4085717" y="569377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FC26B57C-615F-0FE2-705A-1DF8FD5D4132}"/>
                    </a:ext>
                  </a:extLst>
                </p:cNvPr>
                <p:cNvSpPr/>
                <p:nvPr/>
              </p:nvSpPr>
              <p:spPr>
                <a:xfrm>
                  <a:off x="4103624" y="575473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7" name="Freeform 346">
                  <a:extLst>
                    <a:ext uri="{FF2B5EF4-FFF2-40B4-BE49-F238E27FC236}">
                      <a16:creationId xmlns:a16="http://schemas.microsoft.com/office/drawing/2014/main" id="{6FF54BCB-3F44-2368-DFF7-9EB64DCEE4BF}"/>
                    </a:ext>
                  </a:extLst>
                </p:cNvPr>
                <p:cNvSpPr/>
                <p:nvPr/>
              </p:nvSpPr>
              <p:spPr>
                <a:xfrm>
                  <a:off x="4107942" y="570685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949D882-430A-48D4-5EB9-6A3516E34D79}"/>
                    </a:ext>
                  </a:extLst>
                </p:cNvPr>
                <p:cNvSpPr/>
                <p:nvPr/>
              </p:nvSpPr>
              <p:spPr>
                <a:xfrm>
                  <a:off x="4125214" y="5765271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7B29F317-F25E-4965-AB26-286B1C63AFA9}"/>
                    </a:ext>
                  </a:extLst>
                </p:cNvPr>
                <p:cNvSpPr/>
                <p:nvPr/>
              </p:nvSpPr>
              <p:spPr>
                <a:xfrm>
                  <a:off x="4086733" y="555153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50" name="TextBox 349">
                  <a:extLst>
                    <a:ext uri="{FF2B5EF4-FFF2-40B4-BE49-F238E27FC236}">
                      <a16:creationId xmlns:a16="http://schemas.microsoft.com/office/drawing/2014/main" id="{F0AD77AA-0522-D4DA-FCEF-DEBF13B9C571}"/>
                    </a:ext>
                  </a:extLst>
                </p:cNvPr>
                <p:cNvSpPr txBox="1"/>
                <p:nvPr/>
              </p:nvSpPr>
              <p:spPr>
                <a:xfrm>
                  <a:off x="3088219" y="5246911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BE59037C-E638-9630-5352-F2A78D6807A3}"/>
                    </a:ext>
                  </a:extLst>
                </p:cNvPr>
                <p:cNvSpPr/>
                <p:nvPr/>
              </p:nvSpPr>
              <p:spPr>
                <a:xfrm>
                  <a:off x="3117088" y="5442183"/>
                  <a:ext cx="226314" cy="12700"/>
                </a:xfrm>
                <a:custGeom>
                  <a:avLst/>
                  <a:gdLst>
                    <a:gd name="csX0" fmla="*/ 0 w 226314"/>
                    <a:gd name="csY0" fmla="*/ 0 h 12700"/>
                    <a:gd name="csX1" fmla="*/ 226314 w 22631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6314" h="12700">
                      <a:moveTo>
                        <a:pt x="0" y="0"/>
                      </a:moveTo>
                      <a:lnTo>
                        <a:pt x="22631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09A932A8-D4F1-BD54-DC33-CCAF2E9E7869}"/>
                    </a:ext>
                  </a:extLst>
                </p:cNvPr>
                <p:cNvSpPr txBox="1"/>
                <p:nvPr/>
              </p:nvSpPr>
              <p:spPr>
                <a:xfrm>
                  <a:off x="3516899" y="5246911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05497C96-890D-1BA5-E99A-345D1F4D1B1F}"/>
                    </a:ext>
                  </a:extLst>
                </p:cNvPr>
                <p:cNvSpPr/>
                <p:nvPr/>
              </p:nvSpPr>
              <p:spPr>
                <a:xfrm>
                  <a:off x="3393694" y="5442183"/>
                  <a:ext cx="729234" cy="12700"/>
                </a:xfrm>
                <a:custGeom>
                  <a:avLst/>
                  <a:gdLst>
                    <a:gd name="csX0" fmla="*/ 0 w 729234"/>
                    <a:gd name="csY0" fmla="*/ 0 h 12700"/>
                    <a:gd name="csX1" fmla="*/ 729234 w 72923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29234" h="12700">
                      <a:moveTo>
                        <a:pt x="0" y="0"/>
                      </a:moveTo>
                      <a:lnTo>
                        <a:pt x="72923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54" name="TextBox 353">
                  <a:extLst>
                    <a:ext uri="{FF2B5EF4-FFF2-40B4-BE49-F238E27FC236}">
                      <a16:creationId xmlns:a16="http://schemas.microsoft.com/office/drawing/2014/main" id="{EBBD5165-5D26-C134-E4B3-24712C2FA635}"/>
                    </a:ext>
                  </a:extLst>
                </p:cNvPr>
                <p:cNvSpPr txBox="1"/>
                <p:nvPr/>
              </p:nvSpPr>
              <p:spPr>
                <a:xfrm>
                  <a:off x="3477982" y="5075080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DFD8C0F7-0DF9-B994-C7B4-84908D01AE6D}"/>
                    </a:ext>
                  </a:extLst>
                </p:cNvPr>
                <p:cNvSpPr/>
                <p:nvPr/>
              </p:nvSpPr>
              <p:spPr>
                <a:xfrm>
                  <a:off x="3117088" y="5270352"/>
                  <a:ext cx="1005840" cy="12700"/>
                </a:xfrm>
                <a:custGeom>
                  <a:avLst/>
                  <a:gdLst>
                    <a:gd name="csX0" fmla="*/ 0 w 1005840"/>
                    <a:gd name="csY0" fmla="*/ 0 h 12700"/>
                    <a:gd name="csX1" fmla="*/ 1005840 w 10058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5840" h="12700">
                      <a:moveTo>
                        <a:pt x="0" y="0"/>
                      </a:moveTo>
                      <a:lnTo>
                        <a:pt x="1005840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356" name="Graphic 306">
                <a:extLst>
                  <a:ext uri="{FF2B5EF4-FFF2-40B4-BE49-F238E27FC236}">
                    <a16:creationId xmlns:a16="http://schemas.microsoft.com/office/drawing/2014/main" id="{60EC6081-5F6E-269D-B72C-7717EB2D5E1B}"/>
                  </a:ext>
                </a:extLst>
              </p:cNvPr>
              <p:cNvGrpSpPr/>
              <p:nvPr/>
            </p:nvGrpSpPr>
            <p:grpSpPr>
              <a:xfrm>
                <a:off x="2645421" y="4813410"/>
                <a:ext cx="1628383" cy="1678695"/>
                <a:chOff x="2645421" y="4813410"/>
                <a:chExt cx="1628383" cy="1678695"/>
              </a:xfrm>
            </p:grpSpPr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C416B22D-7387-A5C6-9910-D75EBC45D3B3}"/>
                    </a:ext>
                  </a:extLst>
                </p:cNvPr>
                <p:cNvSpPr/>
                <p:nvPr/>
              </p:nvSpPr>
              <p:spPr>
                <a:xfrm>
                  <a:off x="2966212" y="511566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58" name="TextBox 357">
                  <a:extLst>
                    <a:ext uri="{FF2B5EF4-FFF2-40B4-BE49-F238E27FC236}">
                      <a16:creationId xmlns:a16="http://schemas.microsoft.com/office/drawing/2014/main" id="{774C6C3E-7E52-E06B-BB45-91F342B2C6DC}"/>
                    </a:ext>
                  </a:extLst>
                </p:cNvPr>
                <p:cNvSpPr txBox="1"/>
                <p:nvPr/>
              </p:nvSpPr>
              <p:spPr>
                <a:xfrm>
                  <a:off x="2645421" y="6091579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0.0</a:t>
                  </a:r>
                </a:p>
              </p:txBody>
            </p:sp>
            <p:sp>
              <p:nvSpPr>
                <p:cNvPr id="359" name="TextBox 358">
                  <a:extLst>
                    <a:ext uri="{FF2B5EF4-FFF2-40B4-BE49-F238E27FC236}">
                      <a16:creationId xmlns:a16="http://schemas.microsoft.com/office/drawing/2014/main" id="{2CF75BF7-BE2A-FB21-E82E-44CE03CCB4CB}"/>
                    </a:ext>
                  </a:extLst>
                </p:cNvPr>
                <p:cNvSpPr txBox="1"/>
                <p:nvPr/>
              </p:nvSpPr>
              <p:spPr>
                <a:xfrm>
                  <a:off x="2645421" y="5875679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0.1</a:t>
                  </a:r>
                </a:p>
              </p:txBody>
            </p:sp>
            <p:sp>
              <p:nvSpPr>
                <p:cNvPr id="360" name="TextBox 359">
                  <a:extLst>
                    <a:ext uri="{FF2B5EF4-FFF2-40B4-BE49-F238E27FC236}">
                      <a16:creationId xmlns:a16="http://schemas.microsoft.com/office/drawing/2014/main" id="{33A393B3-86B2-77D9-A250-2356C3FB842B}"/>
                    </a:ext>
                  </a:extLst>
                </p:cNvPr>
                <p:cNvSpPr txBox="1"/>
                <p:nvPr/>
              </p:nvSpPr>
              <p:spPr>
                <a:xfrm>
                  <a:off x="2645421" y="5659652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0.2</a:t>
                  </a:r>
                </a:p>
              </p:txBody>
            </p:sp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AA936362-3CBA-EC2D-42ED-ADEF3F3E5BF8}"/>
                    </a:ext>
                  </a:extLst>
                </p:cNvPr>
                <p:cNvSpPr txBox="1"/>
                <p:nvPr/>
              </p:nvSpPr>
              <p:spPr>
                <a:xfrm>
                  <a:off x="2645421" y="5443752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0.3</a:t>
                  </a: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D1FEDE6B-E553-4D19-B20C-BB29A95980AA}"/>
                    </a:ext>
                  </a:extLst>
                </p:cNvPr>
                <p:cNvSpPr txBox="1"/>
                <p:nvPr/>
              </p:nvSpPr>
              <p:spPr>
                <a:xfrm>
                  <a:off x="2645421" y="5227725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0.4</a:t>
                  </a:r>
                </a:p>
              </p:txBody>
            </p:sp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DF7281EC-3C6F-BAFB-CE33-81B6154F93E2}"/>
                    </a:ext>
                  </a:extLst>
                </p:cNvPr>
                <p:cNvSpPr txBox="1"/>
                <p:nvPr/>
              </p:nvSpPr>
              <p:spPr>
                <a:xfrm>
                  <a:off x="2645421" y="5011825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0.5</a:t>
                  </a: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1EB0EAB0-6709-921B-2511-B4D80885666B}"/>
                    </a:ext>
                  </a:extLst>
                </p:cNvPr>
                <p:cNvSpPr/>
                <p:nvPr/>
              </p:nvSpPr>
              <p:spPr>
                <a:xfrm>
                  <a:off x="2931413" y="6198468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CA571C4E-BDD8-AB20-4995-374540CCFCDC}"/>
                    </a:ext>
                  </a:extLst>
                </p:cNvPr>
                <p:cNvSpPr/>
                <p:nvPr/>
              </p:nvSpPr>
              <p:spPr>
                <a:xfrm>
                  <a:off x="2931413" y="5982568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D864A677-EAA5-CA4F-13B3-671E9B9DD24D}"/>
                    </a:ext>
                  </a:extLst>
                </p:cNvPr>
                <p:cNvSpPr/>
                <p:nvPr/>
              </p:nvSpPr>
              <p:spPr>
                <a:xfrm>
                  <a:off x="2931413" y="576654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578C2BA0-A78E-8717-F692-69E322D2B29D}"/>
                    </a:ext>
                  </a:extLst>
                </p:cNvPr>
                <p:cNvSpPr/>
                <p:nvPr/>
              </p:nvSpPr>
              <p:spPr>
                <a:xfrm>
                  <a:off x="2931413" y="555064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F655047E-EC2E-0976-D220-D4D2F4530E4B}"/>
                    </a:ext>
                  </a:extLst>
                </p:cNvPr>
                <p:cNvSpPr/>
                <p:nvPr/>
              </p:nvSpPr>
              <p:spPr>
                <a:xfrm>
                  <a:off x="2931413" y="5334613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2FF54C5B-2A05-0689-25D4-F42E9ACD17CE}"/>
                    </a:ext>
                  </a:extLst>
                </p:cNvPr>
                <p:cNvSpPr/>
                <p:nvPr/>
              </p:nvSpPr>
              <p:spPr>
                <a:xfrm>
                  <a:off x="2931413" y="5118714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7331072E-93CE-2361-B222-6B8D25A1DD30}"/>
                    </a:ext>
                  </a:extLst>
                </p:cNvPr>
                <p:cNvSpPr/>
                <p:nvPr/>
              </p:nvSpPr>
              <p:spPr>
                <a:xfrm>
                  <a:off x="2966212" y="6250030"/>
                  <a:ext cx="1307592" cy="12700"/>
                </a:xfrm>
                <a:custGeom>
                  <a:avLst/>
                  <a:gdLst>
                    <a:gd name="csX0" fmla="*/ 0 w 1307592"/>
                    <a:gd name="csY0" fmla="*/ 0 h 12700"/>
                    <a:gd name="csX1" fmla="*/ 1307592 w 130759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07592" h="12700">
                      <a:moveTo>
                        <a:pt x="0" y="0"/>
                      </a:moveTo>
                      <a:lnTo>
                        <a:pt x="130759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CD27237F-B1ED-B4D0-AAA4-7AEA71E1BB25}"/>
                    </a:ext>
                  </a:extLst>
                </p:cNvPr>
                <p:cNvSpPr/>
                <p:nvPr/>
              </p:nvSpPr>
              <p:spPr>
                <a:xfrm>
                  <a:off x="3117087" y="62500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22169C42-EFA4-5249-3F73-53E531F1D0C1}"/>
                    </a:ext>
                  </a:extLst>
                </p:cNvPr>
                <p:cNvSpPr/>
                <p:nvPr/>
              </p:nvSpPr>
              <p:spPr>
                <a:xfrm>
                  <a:off x="3368547" y="62500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3" name="Freeform 372">
                  <a:extLst>
                    <a:ext uri="{FF2B5EF4-FFF2-40B4-BE49-F238E27FC236}">
                      <a16:creationId xmlns:a16="http://schemas.microsoft.com/office/drawing/2014/main" id="{49737D60-F85F-B7DA-FD6A-80556D6E4E9C}"/>
                    </a:ext>
                  </a:extLst>
                </p:cNvPr>
                <p:cNvSpPr/>
                <p:nvPr/>
              </p:nvSpPr>
              <p:spPr>
                <a:xfrm>
                  <a:off x="3620008" y="62500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4" name="Freeform 373">
                  <a:extLst>
                    <a:ext uri="{FF2B5EF4-FFF2-40B4-BE49-F238E27FC236}">
                      <a16:creationId xmlns:a16="http://schemas.microsoft.com/office/drawing/2014/main" id="{ACC9675C-B009-7559-EC20-3D3B3A64DFC0}"/>
                    </a:ext>
                  </a:extLst>
                </p:cNvPr>
                <p:cNvSpPr/>
                <p:nvPr/>
              </p:nvSpPr>
              <p:spPr>
                <a:xfrm>
                  <a:off x="3871467" y="62500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5" name="Freeform 374">
                  <a:extLst>
                    <a:ext uri="{FF2B5EF4-FFF2-40B4-BE49-F238E27FC236}">
                      <a16:creationId xmlns:a16="http://schemas.microsoft.com/office/drawing/2014/main" id="{F02E26DA-4261-098F-357D-C5185C46B6B3}"/>
                    </a:ext>
                  </a:extLst>
                </p:cNvPr>
                <p:cNvSpPr/>
                <p:nvPr/>
              </p:nvSpPr>
              <p:spPr>
                <a:xfrm>
                  <a:off x="4122927" y="625003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376" name="TextBox 375">
                  <a:extLst>
                    <a:ext uri="{FF2B5EF4-FFF2-40B4-BE49-F238E27FC236}">
                      <a16:creationId xmlns:a16="http://schemas.microsoft.com/office/drawing/2014/main" id="{5D4FE2C1-3D53-5FFD-AF61-E608DD8C13BE}"/>
                    </a:ext>
                  </a:extLst>
                </p:cNvPr>
                <p:cNvSpPr txBox="1"/>
                <p:nvPr/>
              </p:nvSpPr>
              <p:spPr>
                <a:xfrm>
                  <a:off x="2971054" y="624588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377" name="TextBox 376">
                  <a:extLst>
                    <a:ext uri="{FF2B5EF4-FFF2-40B4-BE49-F238E27FC236}">
                      <a16:creationId xmlns:a16="http://schemas.microsoft.com/office/drawing/2014/main" id="{E400F780-D96E-9AC6-ED60-BAACCC3D3D8E}"/>
                    </a:ext>
                  </a:extLst>
                </p:cNvPr>
                <p:cNvSpPr txBox="1"/>
                <p:nvPr/>
              </p:nvSpPr>
              <p:spPr>
                <a:xfrm>
                  <a:off x="3258581" y="624588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CC7F3212-6495-6CC2-747A-A3531E3A1983}"/>
                    </a:ext>
                  </a:extLst>
                </p:cNvPr>
                <p:cNvSpPr txBox="1"/>
                <p:nvPr/>
              </p:nvSpPr>
              <p:spPr>
                <a:xfrm>
                  <a:off x="3474775" y="624588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379" name="TextBox 378">
                  <a:extLst>
                    <a:ext uri="{FF2B5EF4-FFF2-40B4-BE49-F238E27FC236}">
                      <a16:creationId xmlns:a16="http://schemas.microsoft.com/office/drawing/2014/main" id="{24AA1B78-BF7A-40FF-6590-3F6F23618DCA}"/>
                    </a:ext>
                  </a:extLst>
                </p:cNvPr>
                <p:cNvSpPr txBox="1"/>
                <p:nvPr/>
              </p:nvSpPr>
              <p:spPr>
                <a:xfrm>
                  <a:off x="3693374" y="624588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47DF4911-EC3C-F4FD-0DDF-6CB76F7D5EC7}"/>
                    </a:ext>
                  </a:extLst>
                </p:cNvPr>
                <p:cNvSpPr txBox="1"/>
                <p:nvPr/>
              </p:nvSpPr>
              <p:spPr>
                <a:xfrm>
                  <a:off x="3991320" y="624588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913A6BA0-0D37-0DA7-42EB-A9884AABA5B6}"/>
                    </a:ext>
                  </a:extLst>
                </p:cNvPr>
                <p:cNvSpPr txBox="1"/>
                <p:nvPr/>
              </p:nvSpPr>
              <p:spPr>
                <a:xfrm>
                  <a:off x="3063719" y="4813410"/>
                  <a:ext cx="1086939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pgr</a:t>
                  </a:r>
                  <a:endPara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451" name="Graphic 154">
              <a:extLst>
                <a:ext uri="{FF2B5EF4-FFF2-40B4-BE49-F238E27FC236}">
                  <a16:creationId xmlns:a16="http://schemas.microsoft.com/office/drawing/2014/main" id="{9E65AA13-6DB3-9A1C-7A24-5F7195AABC59}"/>
                </a:ext>
              </a:extLst>
            </p:cNvPr>
            <p:cNvGrpSpPr/>
            <p:nvPr/>
          </p:nvGrpSpPr>
          <p:grpSpPr>
            <a:xfrm>
              <a:off x="1766527" y="93455"/>
              <a:ext cx="1628383" cy="1678695"/>
              <a:chOff x="2645421" y="2917892"/>
              <a:chExt cx="1628383" cy="1678695"/>
            </a:xfrm>
          </p:grpSpPr>
          <p:grpSp>
            <p:nvGrpSpPr>
              <p:cNvPr id="452" name="Graphic 154">
                <a:extLst>
                  <a:ext uri="{FF2B5EF4-FFF2-40B4-BE49-F238E27FC236}">
                    <a16:creationId xmlns:a16="http://schemas.microsoft.com/office/drawing/2014/main" id="{7E78EA0A-F602-9643-E020-DB3498BC9D44}"/>
                  </a:ext>
                </a:extLst>
              </p:cNvPr>
              <p:cNvGrpSpPr/>
              <p:nvPr/>
            </p:nvGrpSpPr>
            <p:grpSpPr>
              <a:xfrm>
                <a:off x="2966212" y="3199734"/>
                <a:ext cx="1307591" cy="1154904"/>
                <a:chOff x="2966212" y="3199734"/>
                <a:chExt cx="1307591" cy="1154904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D07A1A4-8B03-B4E1-5115-9CB3032E5761}"/>
                    </a:ext>
                  </a:extLst>
                </p:cNvPr>
                <p:cNvSpPr/>
                <p:nvPr/>
              </p:nvSpPr>
              <p:spPr>
                <a:xfrm>
                  <a:off x="2966212" y="3220148"/>
                  <a:ext cx="1307591" cy="1134490"/>
                </a:xfrm>
                <a:custGeom>
                  <a:avLst/>
                  <a:gdLst>
                    <a:gd name="csX0" fmla="*/ 0 w 1307591"/>
                    <a:gd name="csY0" fmla="*/ 0 h 1134490"/>
                    <a:gd name="csX1" fmla="*/ 1307592 w 1307591"/>
                    <a:gd name="csY1" fmla="*/ 0 h 1134490"/>
                    <a:gd name="csX2" fmla="*/ 1307592 w 1307591"/>
                    <a:gd name="csY2" fmla="*/ 1134491 h 1134490"/>
                    <a:gd name="csX3" fmla="*/ 0 w 1307591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307591" h="1134490">
                      <a:moveTo>
                        <a:pt x="0" y="0"/>
                      </a:moveTo>
                      <a:lnTo>
                        <a:pt x="1307592" y="0"/>
                      </a:lnTo>
                      <a:lnTo>
                        <a:pt x="1307592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163E9E47-D85B-9315-13A5-589A0C923D4E}"/>
                    </a:ext>
                  </a:extLst>
                </p:cNvPr>
                <p:cNvSpPr/>
                <p:nvPr/>
              </p:nvSpPr>
              <p:spPr>
                <a:xfrm>
                  <a:off x="3117088" y="3777932"/>
                  <a:ext cx="12700" cy="25908"/>
                </a:xfrm>
                <a:custGeom>
                  <a:avLst/>
                  <a:gdLst>
                    <a:gd name="csX0" fmla="*/ 0 w 12700"/>
                    <a:gd name="csY0" fmla="*/ 25908 h 25908"/>
                    <a:gd name="csX1" fmla="*/ 0 w 12700"/>
                    <a:gd name="csY1" fmla="*/ 0 h 259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5908">
                      <a:moveTo>
                        <a:pt x="0" y="25908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5C712AF4-C3A6-77F0-00F8-18F877411A47}"/>
                    </a:ext>
                  </a:extLst>
                </p:cNvPr>
                <p:cNvSpPr/>
                <p:nvPr/>
              </p:nvSpPr>
              <p:spPr>
                <a:xfrm>
                  <a:off x="3117088" y="3977703"/>
                  <a:ext cx="12700" cy="17145"/>
                </a:xfrm>
                <a:custGeom>
                  <a:avLst/>
                  <a:gdLst>
                    <a:gd name="csX0" fmla="*/ 0 w 12700"/>
                    <a:gd name="csY0" fmla="*/ 0 h 17145"/>
                    <a:gd name="csX1" fmla="*/ 0 w 12700"/>
                    <a:gd name="csY1" fmla="*/ 17145 h 171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7145">
                      <a:moveTo>
                        <a:pt x="0" y="0"/>
                      </a:moveTo>
                      <a:lnTo>
                        <a:pt x="0" y="17145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74DE6BC2-E06C-EC49-5A39-B657BB51C192}"/>
                    </a:ext>
                  </a:extLst>
                </p:cNvPr>
                <p:cNvSpPr/>
                <p:nvPr/>
              </p:nvSpPr>
              <p:spPr>
                <a:xfrm>
                  <a:off x="3041650" y="3803839"/>
                  <a:ext cx="150876" cy="173863"/>
                </a:xfrm>
                <a:custGeom>
                  <a:avLst/>
                  <a:gdLst>
                    <a:gd name="csX0" fmla="*/ 0 w 150876"/>
                    <a:gd name="csY0" fmla="*/ 0 h 173863"/>
                    <a:gd name="csX1" fmla="*/ 0 w 150876"/>
                    <a:gd name="csY1" fmla="*/ 173863 h 173863"/>
                    <a:gd name="csX2" fmla="*/ 150876 w 150876"/>
                    <a:gd name="csY2" fmla="*/ 173863 h 173863"/>
                    <a:gd name="csX3" fmla="*/ 150876 w 150876"/>
                    <a:gd name="csY3" fmla="*/ 0 h 173863"/>
                    <a:gd name="csX4" fmla="*/ 0 w 150876"/>
                    <a:gd name="csY4" fmla="*/ 0 h 1738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73863">
                      <a:moveTo>
                        <a:pt x="0" y="0"/>
                      </a:moveTo>
                      <a:lnTo>
                        <a:pt x="0" y="173863"/>
                      </a:lnTo>
                      <a:lnTo>
                        <a:pt x="150876" y="173863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2" name="Freeform 481">
                  <a:extLst>
                    <a:ext uri="{FF2B5EF4-FFF2-40B4-BE49-F238E27FC236}">
                      <a16:creationId xmlns:a16="http://schemas.microsoft.com/office/drawing/2014/main" id="{407A0417-3064-56B2-4FB8-0003DCE11032}"/>
                    </a:ext>
                  </a:extLst>
                </p:cNvPr>
                <p:cNvSpPr/>
                <p:nvPr/>
              </p:nvSpPr>
              <p:spPr>
                <a:xfrm>
                  <a:off x="3041650" y="3868737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449F739-4B47-B225-1BF8-0ACD1CC0D1DE}"/>
                    </a:ext>
                  </a:extLst>
                </p:cNvPr>
                <p:cNvSpPr/>
                <p:nvPr/>
              </p:nvSpPr>
              <p:spPr>
                <a:xfrm>
                  <a:off x="3368548" y="3956367"/>
                  <a:ext cx="12700" cy="76961"/>
                </a:xfrm>
                <a:custGeom>
                  <a:avLst/>
                  <a:gdLst>
                    <a:gd name="csX0" fmla="*/ 0 w 12700"/>
                    <a:gd name="csY0" fmla="*/ 76962 h 76961"/>
                    <a:gd name="csX1" fmla="*/ 0 w 12700"/>
                    <a:gd name="csY1" fmla="*/ 0 h 7696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6961">
                      <a:moveTo>
                        <a:pt x="0" y="76962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51141EE6-3BF2-6953-F96E-476909F318CB}"/>
                    </a:ext>
                  </a:extLst>
                </p:cNvPr>
                <p:cNvSpPr/>
                <p:nvPr/>
              </p:nvSpPr>
              <p:spPr>
                <a:xfrm>
                  <a:off x="3368548" y="4105973"/>
                  <a:ext cx="12700" cy="27304"/>
                </a:xfrm>
                <a:custGeom>
                  <a:avLst/>
                  <a:gdLst>
                    <a:gd name="csX0" fmla="*/ 0 w 12700"/>
                    <a:gd name="csY0" fmla="*/ 0 h 27304"/>
                    <a:gd name="csX1" fmla="*/ 0 w 12700"/>
                    <a:gd name="csY1" fmla="*/ 27305 h 2730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7304">
                      <a:moveTo>
                        <a:pt x="0" y="0"/>
                      </a:moveTo>
                      <a:lnTo>
                        <a:pt x="0" y="27305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FA97CEF-C25B-C17C-3D3B-237DCD8D6F98}"/>
                    </a:ext>
                  </a:extLst>
                </p:cNvPr>
                <p:cNvSpPr/>
                <p:nvPr/>
              </p:nvSpPr>
              <p:spPr>
                <a:xfrm>
                  <a:off x="3293109" y="4033328"/>
                  <a:ext cx="150876" cy="72644"/>
                </a:xfrm>
                <a:custGeom>
                  <a:avLst/>
                  <a:gdLst>
                    <a:gd name="csX0" fmla="*/ 0 w 150876"/>
                    <a:gd name="csY0" fmla="*/ 0 h 72644"/>
                    <a:gd name="csX1" fmla="*/ 0 w 150876"/>
                    <a:gd name="csY1" fmla="*/ 72644 h 72644"/>
                    <a:gd name="csX2" fmla="*/ 150876 w 150876"/>
                    <a:gd name="csY2" fmla="*/ 72644 h 72644"/>
                    <a:gd name="csX3" fmla="*/ 150876 w 150876"/>
                    <a:gd name="csY3" fmla="*/ 0 h 72644"/>
                    <a:gd name="csX4" fmla="*/ 0 w 150876"/>
                    <a:gd name="csY4" fmla="*/ 0 h 72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72644">
                      <a:moveTo>
                        <a:pt x="0" y="0"/>
                      </a:moveTo>
                      <a:lnTo>
                        <a:pt x="0" y="72644"/>
                      </a:lnTo>
                      <a:lnTo>
                        <a:pt x="150876" y="72644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D30A8347-D1A1-3E86-448C-0A713D8431B1}"/>
                    </a:ext>
                  </a:extLst>
                </p:cNvPr>
                <p:cNvSpPr/>
                <p:nvPr/>
              </p:nvSpPr>
              <p:spPr>
                <a:xfrm>
                  <a:off x="3293110" y="4093527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03F68AC7-7201-3AC5-D8C3-96AF430ED4CE}"/>
                    </a:ext>
                  </a:extLst>
                </p:cNvPr>
                <p:cNvSpPr/>
                <p:nvPr/>
              </p:nvSpPr>
              <p:spPr>
                <a:xfrm>
                  <a:off x="3620008" y="4027868"/>
                  <a:ext cx="12700" cy="21843"/>
                </a:xfrm>
                <a:custGeom>
                  <a:avLst/>
                  <a:gdLst>
                    <a:gd name="csX0" fmla="*/ 0 w 12700"/>
                    <a:gd name="csY0" fmla="*/ 21844 h 21843"/>
                    <a:gd name="csX1" fmla="*/ 0 w 12700"/>
                    <a:gd name="csY1" fmla="*/ 0 h 218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1843">
                      <a:moveTo>
                        <a:pt x="0" y="21844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053000A0-1BDF-A54D-FA08-16BF8A4B257D}"/>
                    </a:ext>
                  </a:extLst>
                </p:cNvPr>
                <p:cNvSpPr/>
                <p:nvPr/>
              </p:nvSpPr>
              <p:spPr>
                <a:xfrm>
                  <a:off x="3620008" y="4093146"/>
                  <a:ext cx="12700" cy="21843"/>
                </a:xfrm>
                <a:custGeom>
                  <a:avLst/>
                  <a:gdLst>
                    <a:gd name="csX0" fmla="*/ 0 w 12700"/>
                    <a:gd name="csY0" fmla="*/ 0 h 21843"/>
                    <a:gd name="csX1" fmla="*/ 0 w 12700"/>
                    <a:gd name="csY1" fmla="*/ 21844 h 218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21843">
                      <a:moveTo>
                        <a:pt x="0" y="0"/>
                      </a:moveTo>
                      <a:lnTo>
                        <a:pt x="0" y="21844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89" name="Freeform 488">
                  <a:extLst>
                    <a:ext uri="{FF2B5EF4-FFF2-40B4-BE49-F238E27FC236}">
                      <a16:creationId xmlns:a16="http://schemas.microsoft.com/office/drawing/2014/main" id="{3A795FB5-2692-09D8-30D9-EE82011B38A8}"/>
                    </a:ext>
                  </a:extLst>
                </p:cNvPr>
                <p:cNvSpPr/>
                <p:nvPr/>
              </p:nvSpPr>
              <p:spPr>
                <a:xfrm>
                  <a:off x="3544569" y="4049712"/>
                  <a:ext cx="150876" cy="43433"/>
                </a:xfrm>
                <a:custGeom>
                  <a:avLst/>
                  <a:gdLst>
                    <a:gd name="csX0" fmla="*/ 0 w 150876"/>
                    <a:gd name="csY0" fmla="*/ 0 h 43433"/>
                    <a:gd name="csX1" fmla="*/ 0 w 150876"/>
                    <a:gd name="csY1" fmla="*/ 43434 h 43433"/>
                    <a:gd name="csX2" fmla="*/ 150876 w 150876"/>
                    <a:gd name="csY2" fmla="*/ 43434 h 43433"/>
                    <a:gd name="csX3" fmla="*/ 150876 w 150876"/>
                    <a:gd name="csY3" fmla="*/ 0 h 43433"/>
                    <a:gd name="csX4" fmla="*/ 0 w 150876"/>
                    <a:gd name="csY4" fmla="*/ 0 h 4343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43433">
                      <a:moveTo>
                        <a:pt x="0" y="0"/>
                      </a:moveTo>
                      <a:lnTo>
                        <a:pt x="0" y="43434"/>
                      </a:lnTo>
                      <a:lnTo>
                        <a:pt x="150876" y="43434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0" name="Freeform 489">
                  <a:extLst>
                    <a:ext uri="{FF2B5EF4-FFF2-40B4-BE49-F238E27FC236}">
                      <a16:creationId xmlns:a16="http://schemas.microsoft.com/office/drawing/2014/main" id="{14B544CB-7E5C-F4B9-8730-36D2A76FA622}"/>
                    </a:ext>
                  </a:extLst>
                </p:cNvPr>
                <p:cNvSpPr/>
                <p:nvPr/>
              </p:nvSpPr>
              <p:spPr>
                <a:xfrm>
                  <a:off x="3544570" y="4071429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1" name="Freeform 490">
                  <a:extLst>
                    <a:ext uri="{FF2B5EF4-FFF2-40B4-BE49-F238E27FC236}">
                      <a16:creationId xmlns:a16="http://schemas.microsoft.com/office/drawing/2014/main" id="{A158EA15-DCBB-C8D9-9A7E-D150D966A2A8}"/>
                    </a:ext>
                  </a:extLst>
                </p:cNvPr>
                <p:cNvSpPr/>
                <p:nvPr/>
              </p:nvSpPr>
              <p:spPr>
                <a:xfrm>
                  <a:off x="4122928" y="4108386"/>
                  <a:ext cx="12700" cy="7746"/>
                </a:xfrm>
                <a:custGeom>
                  <a:avLst/>
                  <a:gdLst>
                    <a:gd name="csX0" fmla="*/ 0 w 12700"/>
                    <a:gd name="csY0" fmla="*/ 7747 h 7746"/>
                    <a:gd name="csX1" fmla="*/ 0 w 12700"/>
                    <a:gd name="csY1" fmla="*/ 0 h 774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7746">
                      <a:moveTo>
                        <a:pt x="0" y="7747"/>
                      </a:moveTo>
                      <a:lnTo>
                        <a:pt x="0" y="0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BE53D029-8818-C951-E082-A51E1E442317}"/>
                    </a:ext>
                  </a:extLst>
                </p:cNvPr>
                <p:cNvSpPr/>
                <p:nvPr/>
              </p:nvSpPr>
              <p:spPr>
                <a:xfrm>
                  <a:off x="4122928" y="4129087"/>
                  <a:ext cx="12700" cy="1143"/>
                </a:xfrm>
                <a:custGeom>
                  <a:avLst/>
                  <a:gdLst>
                    <a:gd name="csX0" fmla="*/ 0 w 12700"/>
                    <a:gd name="csY0" fmla="*/ 0 h 1143"/>
                    <a:gd name="csX1" fmla="*/ 0 w 12700"/>
                    <a:gd name="csY1" fmla="*/ 1143 h 11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43">
                      <a:moveTo>
                        <a:pt x="0" y="0"/>
                      </a:moveTo>
                      <a:lnTo>
                        <a:pt x="0" y="1143"/>
                      </a:lnTo>
                    </a:path>
                  </a:pathLst>
                </a:custGeom>
                <a:ln w="13589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1FBADD61-C3BB-5C4E-9446-F020A0D5B284}"/>
                    </a:ext>
                  </a:extLst>
                </p:cNvPr>
                <p:cNvSpPr/>
                <p:nvPr/>
              </p:nvSpPr>
              <p:spPr>
                <a:xfrm>
                  <a:off x="4047489" y="4116133"/>
                  <a:ext cx="150876" cy="12953"/>
                </a:xfrm>
                <a:custGeom>
                  <a:avLst/>
                  <a:gdLst>
                    <a:gd name="csX0" fmla="*/ 0 w 150876"/>
                    <a:gd name="csY0" fmla="*/ 0 h 12953"/>
                    <a:gd name="csX1" fmla="*/ 0 w 150876"/>
                    <a:gd name="csY1" fmla="*/ 12954 h 12953"/>
                    <a:gd name="csX2" fmla="*/ 150876 w 150876"/>
                    <a:gd name="csY2" fmla="*/ 12954 h 12953"/>
                    <a:gd name="csX3" fmla="*/ 150876 w 150876"/>
                    <a:gd name="csY3" fmla="*/ 0 h 12953"/>
                    <a:gd name="csX4" fmla="*/ 0 w 150876"/>
                    <a:gd name="csY4" fmla="*/ 0 h 129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50876" h="12953">
                      <a:moveTo>
                        <a:pt x="0" y="0"/>
                      </a:moveTo>
                      <a:lnTo>
                        <a:pt x="0" y="12954"/>
                      </a:lnTo>
                      <a:lnTo>
                        <a:pt x="150876" y="12954"/>
                      </a:lnTo>
                      <a:lnTo>
                        <a:pt x="1508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69ABC713-7229-AA47-87B1-5EB12BC18F17}"/>
                    </a:ext>
                  </a:extLst>
                </p:cNvPr>
                <p:cNvSpPr/>
                <p:nvPr/>
              </p:nvSpPr>
              <p:spPr>
                <a:xfrm>
                  <a:off x="4047490" y="4125785"/>
                  <a:ext cx="150876" cy="12700"/>
                </a:xfrm>
                <a:custGeom>
                  <a:avLst/>
                  <a:gdLst>
                    <a:gd name="csX0" fmla="*/ 0 w 150876"/>
                    <a:gd name="csY0" fmla="*/ 0 h 12700"/>
                    <a:gd name="csX1" fmla="*/ 150876 w 1508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50876" h="12700">
                      <a:moveTo>
                        <a:pt x="0" y="0"/>
                      </a:moveTo>
                      <a:lnTo>
                        <a:pt x="150876" y="0"/>
                      </a:lnTo>
                    </a:path>
                  </a:pathLst>
                </a:custGeom>
                <a:ln w="27051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FF4515C8-FF7F-C6F4-1AE3-DB33B902944F}"/>
                    </a:ext>
                  </a:extLst>
                </p:cNvPr>
                <p:cNvSpPr/>
                <p:nvPr/>
              </p:nvSpPr>
              <p:spPr>
                <a:xfrm>
                  <a:off x="3120009" y="375989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6" name="Freeform 495">
                  <a:extLst>
                    <a:ext uri="{FF2B5EF4-FFF2-40B4-BE49-F238E27FC236}">
                      <a16:creationId xmlns:a16="http://schemas.microsoft.com/office/drawing/2014/main" id="{D2155C4D-8CFD-891B-B773-02045155845B}"/>
                    </a:ext>
                  </a:extLst>
                </p:cNvPr>
                <p:cNvSpPr/>
                <p:nvPr/>
              </p:nvSpPr>
              <p:spPr>
                <a:xfrm>
                  <a:off x="3121025" y="390772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7" name="Freeform 496">
                  <a:extLst>
                    <a:ext uri="{FF2B5EF4-FFF2-40B4-BE49-F238E27FC236}">
                      <a16:creationId xmlns:a16="http://schemas.microsoft.com/office/drawing/2014/main" id="{60B588C4-382D-CA0D-EB82-38B988796230}"/>
                    </a:ext>
                  </a:extLst>
                </p:cNvPr>
                <p:cNvSpPr/>
                <p:nvPr/>
              </p:nvSpPr>
              <p:spPr>
                <a:xfrm>
                  <a:off x="3088386" y="378326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8" name="Freeform 497">
                  <a:extLst>
                    <a:ext uri="{FF2B5EF4-FFF2-40B4-BE49-F238E27FC236}">
                      <a16:creationId xmlns:a16="http://schemas.microsoft.com/office/drawing/2014/main" id="{0BEC562F-7E9E-35C4-5E1D-57AEEE8B95DE}"/>
                    </a:ext>
                  </a:extLst>
                </p:cNvPr>
                <p:cNvSpPr/>
                <p:nvPr/>
              </p:nvSpPr>
              <p:spPr>
                <a:xfrm>
                  <a:off x="3115691" y="379355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36B159F2-6B11-615E-F0B6-4E2CAC02AB39}"/>
                    </a:ext>
                  </a:extLst>
                </p:cNvPr>
                <p:cNvSpPr/>
                <p:nvPr/>
              </p:nvSpPr>
              <p:spPr>
                <a:xfrm>
                  <a:off x="3106293" y="427234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B102152C-72F0-4171-E292-337B1690EB23}"/>
                    </a:ext>
                  </a:extLst>
                </p:cNvPr>
                <p:cNvSpPr/>
                <p:nvPr/>
              </p:nvSpPr>
              <p:spPr>
                <a:xfrm>
                  <a:off x="3100070" y="397681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1D531ACB-134E-8F8A-F513-A54D5BF146D6}"/>
                    </a:ext>
                  </a:extLst>
                </p:cNvPr>
                <p:cNvSpPr/>
                <p:nvPr/>
              </p:nvSpPr>
              <p:spPr>
                <a:xfrm>
                  <a:off x="3362452" y="411524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2F3C1461-AEE2-1813-81B3-09DD523DA78C}"/>
                    </a:ext>
                  </a:extLst>
                </p:cNvPr>
                <p:cNvSpPr/>
                <p:nvPr/>
              </p:nvSpPr>
              <p:spPr>
                <a:xfrm>
                  <a:off x="3332226" y="398595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3" name="Freeform 502">
                  <a:extLst>
                    <a:ext uri="{FF2B5EF4-FFF2-40B4-BE49-F238E27FC236}">
                      <a16:creationId xmlns:a16="http://schemas.microsoft.com/office/drawing/2014/main" id="{C805A88F-BDA9-7319-1831-1224D230BBD4}"/>
                    </a:ext>
                  </a:extLst>
                </p:cNvPr>
                <p:cNvSpPr/>
                <p:nvPr/>
              </p:nvSpPr>
              <p:spPr>
                <a:xfrm>
                  <a:off x="3358515" y="410025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4" name="Freeform 503">
                  <a:extLst>
                    <a:ext uri="{FF2B5EF4-FFF2-40B4-BE49-F238E27FC236}">
                      <a16:creationId xmlns:a16="http://schemas.microsoft.com/office/drawing/2014/main" id="{E884D10F-EADE-B97D-6314-C233A1E642DB}"/>
                    </a:ext>
                  </a:extLst>
                </p:cNvPr>
                <p:cNvSpPr/>
                <p:nvPr/>
              </p:nvSpPr>
              <p:spPr>
                <a:xfrm>
                  <a:off x="3360928" y="404450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62E77C3E-BEB1-60BE-BD3F-788255C45455}"/>
                    </a:ext>
                  </a:extLst>
                </p:cNvPr>
                <p:cNvSpPr/>
                <p:nvPr/>
              </p:nvSpPr>
              <p:spPr>
                <a:xfrm>
                  <a:off x="3348482" y="407574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3F7D7F10-DF25-B444-D672-306DCE151FD0}"/>
                    </a:ext>
                  </a:extLst>
                </p:cNvPr>
                <p:cNvSpPr/>
                <p:nvPr/>
              </p:nvSpPr>
              <p:spPr>
                <a:xfrm>
                  <a:off x="3361563" y="393820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6FEBD21C-44F9-596E-B1B5-03E07965B805}"/>
                    </a:ext>
                  </a:extLst>
                </p:cNvPr>
                <p:cNvSpPr/>
                <p:nvPr/>
              </p:nvSpPr>
              <p:spPr>
                <a:xfrm>
                  <a:off x="3372358" y="407562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BAFE6ED1-950D-3062-9F29-57FF862D5F48}"/>
                    </a:ext>
                  </a:extLst>
                </p:cNvPr>
                <p:cNvSpPr/>
                <p:nvPr/>
              </p:nvSpPr>
              <p:spPr>
                <a:xfrm>
                  <a:off x="3589655" y="409682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B315CE88-0842-7B94-80A6-20E2E90FF4A5}"/>
                    </a:ext>
                  </a:extLst>
                </p:cNvPr>
                <p:cNvSpPr/>
                <p:nvPr/>
              </p:nvSpPr>
              <p:spPr>
                <a:xfrm>
                  <a:off x="3600069" y="400996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0" name="Freeform 509">
                  <a:extLst>
                    <a:ext uri="{FF2B5EF4-FFF2-40B4-BE49-F238E27FC236}">
                      <a16:creationId xmlns:a16="http://schemas.microsoft.com/office/drawing/2014/main" id="{229D2673-D9FA-760B-3FB3-17A6FDC8A0D3}"/>
                    </a:ext>
                  </a:extLst>
                </p:cNvPr>
                <p:cNvSpPr/>
                <p:nvPr/>
              </p:nvSpPr>
              <p:spPr>
                <a:xfrm>
                  <a:off x="3875532" y="367785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1" name="Freeform 510">
                  <a:extLst>
                    <a:ext uri="{FF2B5EF4-FFF2-40B4-BE49-F238E27FC236}">
                      <a16:creationId xmlns:a16="http://schemas.microsoft.com/office/drawing/2014/main" id="{EBE258A7-2411-561D-1A74-C956EF4FCFD6}"/>
                    </a:ext>
                  </a:extLst>
                </p:cNvPr>
                <p:cNvSpPr/>
                <p:nvPr/>
              </p:nvSpPr>
              <p:spPr>
                <a:xfrm>
                  <a:off x="4128897" y="4107878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2" name="Freeform 511">
                  <a:extLst>
                    <a:ext uri="{FF2B5EF4-FFF2-40B4-BE49-F238E27FC236}">
                      <a16:creationId xmlns:a16="http://schemas.microsoft.com/office/drawing/2014/main" id="{2CAE68ED-D9A1-B2EA-16E2-54F859257319}"/>
                    </a:ext>
                  </a:extLst>
                </p:cNvPr>
                <p:cNvSpPr/>
                <p:nvPr/>
              </p:nvSpPr>
              <p:spPr>
                <a:xfrm>
                  <a:off x="4085717" y="409492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73C56FF3-4C87-0460-988C-C4D9A3A9C149}"/>
                    </a:ext>
                  </a:extLst>
                </p:cNvPr>
                <p:cNvSpPr/>
                <p:nvPr/>
              </p:nvSpPr>
              <p:spPr>
                <a:xfrm>
                  <a:off x="4103624" y="411219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50388433-4461-0A57-0B3F-5B2C93F3427F}"/>
                    </a:ext>
                  </a:extLst>
                </p:cNvPr>
                <p:cNvSpPr/>
                <p:nvPr/>
              </p:nvSpPr>
              <p:spPr>
                <a:xfrm>
                  <a:off x="4107942" y="415334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37F225F5-5D6D-F5C0-0D49-1731B2A41606}"/>
                    </a:ext>
                  </a:extLst>
                </p:cNvPr>
                <p:cNvSpPr/>
                <p:nvPr/>
              </p:nvSpPr>
              <p:spPr>
                <a:xfrm>
                  <a:off x="4125214" y="4107624"/>
                  <a:ext cx="36067" cy="36068"/>
                </a:xfrm>
                <a:custGeom>
                  <a:avLst/>
                  <a:gdLst>
                    <a:gd name="csX0" fmla="*/ 36068 w 36067"/>
                    <a:gd name="csY0" fmla="*/ 18034 h 36068"/>
                    <a:gd name="csX1" fmla="*/ 18034 w 36067"/>
                    <a:gd name="csY1" fmla="*/ 36068 h 36068"/>
                    <a:gd name="csX2" fmla="*/ 0 w 36067"/>
                    <a:gd name="csY2" fmla="*/ 18034 h 36068"/>
                    <a:gd name="csX3" fmla="*/ 18034 w 36067"/>
                    <a:gd name="csY3" fmla="*/ 0 h 36068"/>
                    <a:gd name="csX4" fmla="*/ 36068 w 36067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7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97736DCD-5B49-639E-7701-714E9DD745B2}"/>
                    </a:ext>
                  </a:extLst>
                </p:cNvPr>
                <p:cNvSpPr/>
                <p:nvPr/>
              </p:nvSpPr>
              <p:spPr>
                <a:xfrm>
                  <a:off x="4086733" y="409035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3F7F4EB4-8016-69F2-AA01-C73A49432F89}"/>
                    </a:ext>
                  </a:extLst>
                </p:cNvPr>
                <p:cNvSpPr txBox="1"/>
                <p:nvPr/>
              </p:nvSpPr>
              <p:spPr>
                <a:xfrm>
                  <a:off x="2988833" y="3417140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518" name="Freeform 517">
                  <a:extLst>
                    <a:ext uri="{FF2B5EF4-FFF2-40B4-BE49-F238E27FC236}">
                      <a16:creationId xmlns:a16="http://schemas.microsoft.com/office/drawing/2014/main" id="{9F9DA564-A6B8-D0AC-6344-8F0036638BDC}"/>
                    </a:ext>
                  </a:extLst>
                </p:cNvPr>
                <p:cNvSpPr/>
                <p:nvPr/>
              </p:nvSpPr>
              <p:spPr>
                <a:xfrm>
                  <a:off x="3117088" y="3610927"/>
                  <a:ext cx="226314" cy="12700"/>
                </a:xfrm>
                <a:custGeom>
                  <a:avLst/>
                  <a:gdLst>
                    <a:gd name="csX0" fmla="*/ 0 w 226314"/>
                    <a:gd name="csY0" fmla="*/ 0 h 12700"/>
                    <a:gd name="csX1" fmla="*/ 226314 w 22631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6314" h="12700">
                      <a:moveTo>
                        <a:pt x="0" y="0"/>
                      </a:moveTo>
                      <a:lnTo>
                        <a:pt x="22631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FD8B13D4-53F9-97B5-285E-00E179273B25}"/>
                    </a:ext>
                  </a:extLst>
                </p:cNvPr>
                <p:cNvSpPr txBox="1"/>
                <p:nvPr/>
              </p:nvSpPr>
              <p:spPr>
                <a:xfrm>
                  <a:off x="3476823" y="3466714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0.935</a:t>
                  </a:r>
                </a:p>
              </p:txBody>
            </p:sp>
            <p:sp>
              <p:nvSpPr>
                <p:cNvPr id="520" name="Freeform 519">
                  <a:extLst>
                    <a:ext uri="{FF2B5EF4-FFF2-40B4-BE49-F238E27FC236}">
                      <a16:creationId xmlns:a16="http://schemas.microsoft.com/office/drawing/2014/main" id="{F6222208-FF31-50E6-7323-F1FB5F586890}"/>
                    </a:ext>
                  </a:extLst>
                </p:cNvPr>
                <p:cNvSpPr/>
                <p:nvPr/>
              </p:nvSpPr>
              <p:spPr>
                <a:xfrm>
                  <a:off x="3393694" y="3610927"/>
                  <a:ext cx="729234" cy="12700"/>
                </a:xfrm>
                <a:custGeom>
                  <a:avLst/>
                  <a:gdLst>
                    <a:gd name="csX0" fmla="*/ 0 w 729234"/>
                    <a:gd name="csY0" fmla="*/ 0 h 12700"/>
                    <a:gd name="csX1" fmla="*/ 729234 w 729234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29234" h="12700">
                      <a:moveTo>
                        <a:pt x="0" y="0"/>
                      </a:moveTo>
                      <a:lnTo>
                        <a:pt x="729234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89E618E7-D70C-3001-0872-7E2FA9B9252A}"/>
                    </a:ext>
                  </a:extLst>
                </p:cNvPr>
                <p:cNvSpPr txBox="1"/>
                <p:nvPr/>
              </p:nvSpPr>
              <p:spPr>
                <a:xfrm>
                  <a:off x="3378596" y="3199734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522" name="Freeform 521">
                  <a:extLst>
                    <a:ext uri="{FF2B5EF4-FFF2-40B4-BE49-F238E27FC236}">
                      <a16:creationId xmlns:a16="http://schemas.microsoft.com/office/drawing/2014/main" id="{138ACF31-B230-4156-9793-D9B1EF181FC9}"/>
                    </a:ext>
                  </a:extLst>
                </p:cNvPr>
                <p:cNvSpPr/>
                <p:nvPr/>
              </p:nvSpPr>
              <p:spPr>
                <a:xfrm>
                  <a:off x="3117088" y="3398964"/>
                  <a:ext cx="1005840" cy="12700"/>
                </a:xfrm>
                <a:custGeom>
                  <a:avLst/>
                  <a:gdLst>
                    <a:gd name="csX0" fmla="*/ 0 w 1005840"/>
                    <a:gd name="csY0" fmla="*/ 0 h 12700"/>
                    <a:gd name="csX1" fmla="*/ 1005840 w 100584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5840" h="12700">
                      <a:moveTo>
                        <a:pt x="0" y="0"/>
                      </a:moveTo>
                      <a:lnTo>
                        <a:pt x="1005840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453" name="Graphic 154">
                <a:extLst>
                  <a:ext uri="{FF2B5EF4-FFF2-40B4-BE49-F238E27FC236}">
                    <a16:creationId xmlns:a16="http://schemas.microsoft.com/office/drawing/2014/main" id="{F45EA8E8-9101-D352-EA7C-697E11E93F14}"/>
                  </a:ext>
                </a:extLst>
              </p:cNvPr>
              <p:cNvGrpSpPr/>
              <p:nvPr/>
            </p:nvGrpSpPr>
            <p:grpSpPr>
              <a:xfrm>
                <a:off x="2645421" y="2917892"/>
                <a:ext cx="1628383" cy="1678695"/>
                <a:chOff x="2645421" y="2917892"/>
                <a:chExt cx="1628383" cy="1678695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50AB3E14-5DA4-A247-2A2A-33EAF605DA07}"/>
                    </a:ext>
                  </a:extLst>
                </p:cNvPr>
                <p:cNvSpPr/>
                <p:nvPr/>
              </p:nvSpPr>
              <p:spPr>
                <a:xfrm>
                  <a:off x="2966212" y="3220148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55" name="TextBox 454">
                  <a:extLst>
                    <a:ext uri="{FF2B5EF4-FFF2-40B4-BE49-F238E27FC236}">
                      <a16:creationId xmlns:a16="http://schemas.microsoft.com/office/drawing/2014/main" id="{3FD6C894-4C56-B7F0-3EE9-802B1FF7BB74}"/>
                    </a:ext>
                  </a:extLst>
                </p:cNvPr>
                <p:cNvSpPr txBox="1"/>
                <p:nvPr/>
              </p:nvSpPr>
              <p:spPr>
                <a:xfrm>
                  <a:off x="2645421" y="4207872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0.2</a:t>
                  </a:r>
                </a:p>
              </p:txBody>
            </p:sp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A0975215-639A-36D8-D150-3E02687D4FAA}"/>
                    </a:ext>
                  </a:extLst>
                </p:cNvPr>
                <p:cNvSpPr txBox="1"/>
                <p:nvPr/>
              </p:nvSpPr>
              <p:spPr>
                <a:xfrm>
                  <a:off x="2645421" y="3978764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0.4</a:t>
                  </a:r>
                </a:p>
              </p:txBody>
            </p:sp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CF00EFDC-55DA-4AC7-0667-C243CF4EE892}"/>
                    </a:ext>
                  </a:extLst>
                </p:cNvPr>
                <p:cNvSpPr txBox="1"/>
                <p:nvPr/>
              </p:nvSpPr>
              <p:spPr>
                <a:xfrm>
                  <a:off x="2645421" y="3749656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0.6</a:t>
                  </a:r>
                </a:p>
              </p:txBody>
            </p: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B34081A6-19C5-76B7-9AE6-EE64BB696CEA}"/>
                    </a:ext>
                  </a:extLst>
                </p:cNvPr>
                <p:cNvSpPr txBox="1"/>
                <p:nvPr/>
              </p:nvSpPr>
              <p:spPr>
                <a:xfrm>
                  <a:off x="2645421" y="3520548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0.8</a:t>
                  </a:r>
                </a:p>
              </p:txBody>
            </p:sp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AC67CC06-6806-4874-1E4B-E843A34C6938}"/>
                    </a:ext>
                  </a:extLst>
                </p:cNvPr>
                <p:cNvSpPr txBox="1"/>
                <p:nvPr/>
              </p:nvSpPr>
              <p:spPr>
                <a:xfrm>
                  <a:off x="2645421" y="3291440"/>
                  <a:ext cx="360996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1.0</a:t>
                  </a: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5083E6E7-AC91-DABB-709F-2E93D95C7EC8}"/>
                    </a:ext>
                  </a:extLst>
                </p:cNvPr>
                <p:cNvSpPr/>
                <p:nvPr/>
              </p:nvSpPr>
              <p:spPr>
                <a:xfrm>
                  <a:off x="2931413" y="4314761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515E06CE-B3FC-E125-4496-8D4982E02634}"/>
                    </a:ext>
                  </a:extLst>
                </p:cNvPr>
                <p:cNvSpPr/>
                <p:nvPr/>
              </p:nvSpPr>
              <p:spPr>
                <a:xfrm>
                  <a:off x="2931413" y="4085653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D1021856-218C-8FC4-1DB7-FAFBDA88B3A1}"/>
                    </a:ext>
                  </a:extLst>
                </p:cNvPr>
                <p:cNvSpPr/>
                <p:nvPr/>
              </p:nvSpPr>
              <p:spPr>
                <a:xfrm>
                  <a:off x="2931413" y="3856545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3" name="Freeform 462">
                  <a:extLst>
                    <a:ext uri="{FF2B5EF4-FFF2-40B4-BE49-F238E27FC236}">
                      <a16:creationId xmlns:a16="http://schemas.microsoft.com/office/drawing/2014/main" id="{8F2D7773-0209-6BE7-0423-58DB62B176F0}"/>
                    </a:ext>
                  </a:extLst>
                </p:cNvPr>
                <p:cNvSpPr/>
                <p:nvPr/>
              </p:nvSpPr>
              <p:spPr>
                <a:xfrm>
                  <a:off x="2931413" y="3627437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4" name="Freeform 463">
                  <a:extLst>
                    <a:ext uri="{FF2B5EF4-FFF2-40B4-BE49-F238E27FC236}">
                      <a16:creationId xmlns:a16="http://schemas.microsoft.com/office/drawing/2014/main" id="{71E013D2-79AE-DC3C-EA47-47604FA18637}"/>
                    </a:ext>
                  </a:extLst>
                </p:cNvPr>
                <p:cNvSpPr/>
                <p:nvPr/>
              </p:nvSpPr>
              <p:spPr>
                <a:xfrm>
                  <a:off x="2931413" y="3398328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5" name="Freeform 464">
                  <a:extLst>
                    <a:ext uri="{FF2B5EF4-FFF2-40B4-BE49-F238E27FC236}">
                      <a16:creationId xmlns:a16="http://schemas.microsoft.com/office/drawing/2014/main" id="{44EB86FA-8D62-434D-BD24-B93775321E83}"/>
                    </a:ext>
                  </a:extLst>
                </p:cNvPr>
                <p:cNvSpPr/>
                <p:nvPr/>
              </p:nvSpPr>
              <p:spPr>
                <a:xfrm>
                  <a:off x="2966212" y="4354512"/>
                  <a:ext cx="1307592" cy="12700"/>
                </a:xfrm>
                <a:custGeom>
                  <a:avLst/>
                  <a:gdLst>
                    <a:gd name="csX0" fmla="*/ 0 w 1307592"/>
                    <a:gd name="csY0" fmla="*/ 0 h 12700"/>
                    <a:gd name="csX1" fmla="*/ 1307592 w 130759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07592" h="12700">
                      <a:moveTo>
                        <a:pt x="0" y="0"/>
                      </a:moveTo>
                      <a:lnTo>
                        <a:pt x="130759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6" name="Freeform 465">
                  <a:extLst>
                    <a:ext uri="{FF2B5EF4-FFF2-40B4-BE49-F238E27FC236}">
                      <a16:creationId xmlns:a16="http://schemas.microsoft.com/office/drawing/2014/main" id="{78D93423-D97A-70B5-A26E-AACA0285082F}"/>
                    </a:ext>
                  </a:extLst>
                </p:cNvPr>
                <p:cNvSpPr/>
                <p:nvPr/>
              </p:nvSpPr>
              <p:spPr>
                <a:xfrm>
                  <a:off x="3117087" y="4354512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24F66013-93AE-251A-ABD1-94E759F84A07}"/>
                    </a:ext>
                  </a:extLst>
                </p:cNvPr>
                <p:cNvSpPr/>
                <p:nvPr/>
              </p:nvSpPr>
              <p:spPr>
                <a:xfrm>
                  <a:off x="3368547" y="4354512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54CCBC04-DAF9-C707-17BD-F2C0F2503C61}"/>
                    </a:ext>
                  </a:extLst>
                </p:cNvPr>
                <p:cNvSpPr/>
                <p:nvPr/>
              </p:nvSpPr>
              <p:spPr>
                <a:xfrm>
                  <a:off x="3620008" y="4354512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C116AB38-35D8-06E8-5853-BA519BFA57DB}"/>
                    </a:ext>
                  </a:extLst>
                </p:cNvPr>
                <p:cNvSpPr/>
                <p:nvPr/>
              </p:nvSpPr>
              <p:spPr>
                <a:xfrm>
                  <a:off x="3871467" y="4354512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8A400495-A384-A2F4-13A7-12529AA62088}"/>
                    </a:ext>
                  </a:extLst>
                </p:cNvPr>
                <p:cNvSpPr/>
                <p:nvPr/>
              </p:nvSpPr>
              <p:spPr>
                <a:xfrm>
                  <a:off x="4122927" y="4354512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4FF0B969-B467-E1D9-5599-1F7D01433D11}"/>
                    </a:ext>
                  </a:extLst>
                </p:cNvPr>
                <p:cNvSpPr txBox="1"/>
                <p:nvPr/>
              </p:nvSpPr>
              <p:spPr>
                <a:xfrm>
                  <a:off x="2971054" y="4350366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66004B6B-D5C3-3FB4-C6B5-7216C5F10F4C}"/>
                    </a:ext>
                  </a:extLst>
                </p:cNvPr>
                <p:cNvSpPr txBox="1"/>
                <p:nvPr/>
              </p:nvSpPr>
              <p:spPr>
                <a:xfrm>
                  <a:off x="3258581" y="4350366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683EB69B-7B55-50F6-97AF-CE940B7606DC}"/>
                    </a:ext>
                  </a:extLst>
                </p:cNvPr>
                <p:cNvSpPr txBox="1"/>
                <p:nvPr/>
              </p:nvSpPr>
              <p:spPr>
                <a:xfrm>
                  <a:off x="3474775" y="4350366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437E05CA-8427-4661-CF19-60590D48E30F}"/>
                    </a:ext>
                  </a:extLst>
                </p:cNvPr>
                <p:cNvSpPr txBox="1"/>
                <p:nvPr/>
              </p:nvSpPr>
              <p:spPr>
                <a:xfrm>
                  <a:off x="3693374" y="4350366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82235CFF-0AFE-7E1C-614E-3ECCB2E32D89}"/>
                    </a:ext>
                  </a:extLst>
                </p:cNvPr>
                <p:cNvSpPr txBox="1"/>
                <p:nvPr/>
              </p:nvSpPr>
              <p:spPr>
                <a:xfrm>
                  <a:off x="3991320" y="4350366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B24F93FA-5B3B-786B-15DC-9B117031D638}"/>
                    </a:ext>
                  </a:extLst>
                </p:cNvPr>
                <p:cNvSpPr txBox="1"/>
                <p:nvPr/>
              </p:nvSpPr>
              <p:spPr>
                <a:xfrm>
                  <a:off x="3336252" y="2917892"/>
                  <a:ext cx="505267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nmbr</a:t>
                  </a:r>
                  <a:endPara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42566B73-2803-4182-7C13-A18BC950D0FC}"/>
              </a:ext>
            </a:extLst>
          </p:cNvPr>
          <p:cNvGrpSpPr/>
          <p:nvPr/>
        </p:nvGrpSpPr>
        <p:grpSpPr>
          <a:xfrm>
            <a:off x="0" y="1878390"/>
            <a:ext cx="6718607" cy="1805653"/>
            <a:chOff x="0" y="1878390"/>
            <a:chExt cx="6718607" cy="1805653"/>
          </a:xfrm>
        </p:grpSpPr>
        <p:grpSp>
          <p:nvGrpSpPr>
            <p:cNvPr id="529" name="Graphic 523">
              <a:extLst>
                <a:ext uri="{FF2B5EF4-FFF2-40B4-BE49-F238E27FC236}">
                  <a16:creationId xmlns:a16="http://schemas.microsoft.com/office/drawing/2014/main" id="{25E915BB-D605-243C-F89C-1A2505174476}"/>
                </a:ext>
              </a:extLst>
            </p:cNvPr>
            <p:cNvGrpSpPr/>
            <p:nvPr/>
          </p:nvGrpSpPr>
          <p:grpSpPr>
            <a:xfrm>
              <a:off x="1764999" y="1878390"/>
              <a:ext cx="1702959" cy="1678695"/>
              <a:chOff x="1453550" y="4596595"/>
              <a:chExt cx="1702959" cy="1678695"/>
            </a:xfrm>
          </p:grpSpPr>
          <p:grpSp>
            <p:nvGrpSpPr>
              <p:cNvPr id="532" name="Graphic 523">
                <a:extLst>
                  <a:ext uri="{FF2B5EF4-FFF2-40B4-BE49-F238E27FC236}">
                    <a16:creationId xmlns:a16="http://schemas.microsoft.com/office/drawing/2014/main" id="{9CB250D3-F2D3-47BA-9299-52AD02A75A49}"/>
                  </a:ext>
                </a:extLst>
              </p:cNvPr>
              <p:cNvGrpSpPr/>
              <p:nvPr/>
            </p:nvGrpSpPr>
            <p:grpSpPr>
              <a:xfrm>
                <a:off x="1816604" y="4867661"/>
                <a:ext cx="1270437" cy="1165680"/>
                <a:chOff x="1816604" y="4867661"/>
                <a:chExt cx="1270437" cy="1165680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C78331-D58A-127B-4844-669BDBFBE484}"/>
                    </a:ext>
                  </a:extLst>
                </p:cNvPr>
                <p:cNvSpPr/>
                <p:nvPr/>
              </p:nvSpPr>
              <p:spPr>
                <a:xfrm>
                  <a:off x="1847902" y="4898851"/>
                  <a:ext cx="1239139" cy="1134490"/>
                </a:xfrm>
                <a:custGeom>
                  <a:avLst/>
                  <a:gdLst>
                    <a:gd name="csX0" fmla="*/ 0 w 1239139"/>
                    <a:gd name="csY0" fmla="*/ 0 h 1134490"/>
                    <a:gd name="csX1" fmla="*/ 1239139 w 1239139"/>
                    <a:gd name="csY1" fmla="*/ 0 h 1134490"/>
                    <a:gd name="csX2" fmla="*/ 1239139 w 1239139"/>
                    <a:gd name="csY2" fmla="*/ 1134491 h 1134490"/>
                    <a:gd name="csX3" fmla="*/ 0 w 1239139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39139" h="1134490">
                      <a:moveTo>
                        <a:pt x="0" y="0"/>
                      </a:moveTo>
                      <a:lnTo>
                        <a:pt x="1239139" y="0"/>
                      </a:lnTo>
                      <a:lnTo>
                        <a:pt x="1239139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AD4F4E01-8509-BB9D-B081-5E2F3FA2468B}"/>
                    </a:ext>
                  </a:extLst>
                </p:cNvPr>
                <p:cNvSpPr/>
                <p:nvPr/>
              </p:nvSpPr>
              <p:spPr>
                <a:xfrm>
                  <a:off x="1883589" y="5412947"/>
                  <a:ext cx="214503" cy="568706"/>
                </a:xfrm>
                <a:custGeom>
                  <a:avLst/>
                  <a:gdLst>
                    <a:gd name="csX0" fmla="*/ 0 w 214503"/>
                    <a:gd name="csY0" fmla="*/ 0 h 568706"/>
                    <a:gd name="csX1" fmla="*/ 214503 w 214503"/>
                    <a:gd name="csY1" fmla="*/ 0 h 568706"/>
                    <a:gd name="csX2" fmla="*/ 214503 w 214503"/>
                    <a:gd name="csY2" fmla="*/ 568706 h 568706"/>
                    <a:gd name="csX3" fmla="*/ 0 w 214503"/>
                    <a:gd name="csY3" fmla="*/ 568706 h 56870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568706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568706"/>
                      </a:lnTo>
                      <a:lnTo>
                        <a:pt x="0" y="568706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5F382C57-0CD6-12AC-60AC-1A6887218633}"/>
                    </a:ext>
                  </a:extLst>
                </p:cNvPr>
                <p:cNvSpPr/>
                <p:nvPr/>
              </p:nvSpPr>
              <p:spPr>
                <a:xfrm>
                  <a:off x="2121841" y="5454222"/>
                  <a:ext cx="214503" cy="527557"/>
                </a:xfrm>
                <a:custGeom>
                  <a:avLst/>
                  <a:gdLst>
                    <a:gd name="csX0" fmla="*/ 0 w 214503"/>
                    <a:gd name="csY0" fmla="*/ 0 h 527557"/>
                    <a:gd name="csX1" fmla="*/ 214503 w 214503"/>
                    <a:gd name="csY1" fmla="*/ 0 h 527557"/>
                    <a:gd name="csX2" fmla="*/ 214503 w 214503"/>
                    <a:gd name="csY2" fmla="*/ 527558 h 527557"/>
                    <a:gd name="csX3" fmla="*/ 0 w 214503"/>
                    <a:gd name="csY3" fmla="*/ 527558 h 5275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527557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527558"/>
                      </a:lnTo>
                      <a:lnTo>
                        <a:pt x="0" y="527558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3ECC2F88-3C12-738B-EC2B-03FAD9C63388}"/>
                    </a:ext>
                  </a:extLst>
                </p:cNvPr>
                <p:cNvSpPr/>
                <p:nvPr/>
              </p:nvSpPr>
              <p:spPr>
                <a:xfrm>
                  <a:off x="2360093" y="5558489"/>
                  <a:ext cx="214503" cy="423163"/>
                </a:xfrm>
                <a:custGeom>
                  <a:avLst/>
                  <a:gdLst>
                    <a:gd name="csX0" fmla="*/ 0 w 214503"/>
                    <a:gd name="csY0" fmla="*/ 0 h 423163"/>
                    <a:gd name="csX1" fmla="*/ 214503 w 214503"/>
                    <a:gd name="csY1" fmla="*/ 0 h 423163"/>
                    <a:gd name="csX2" fmla="*/ 214503 w 214503"/>
                    <a:gd name="csY2" fmla="*/ 423164 h 423163"/>
                    <a:gd name="csX3" fmla="*/ 0 w 214503"/>
                    <a:gd name="csY3" fmla="*/ 423164 h 4231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423163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23164"/>
                      </a:lnTo>
                      <a:lnTo>
                        <a:pt x="0" y="423164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7" name="Freeform 536">
                  <a:extLst>
                    <a:ext uri="{FF2B5EF4-FFF2-40B4-BE49-F238E27FC236}">
                      <a16:creationId xmlns:a16="http://schemas.microsoft.com/office/drawing/2014/main" id="{818BCC64-7DF7-B188-2151-B8A518E67A2C}"/>
                    </a:ext>
                  </a:extLst>
                </p:cNvPr>
                <p:cNvSpPr/>
                <p:nvPr/>
              </p:nvSpPr>
              <p:spPr>
                <a:xfrm>
                  <a:off x="2598472" y="5245053"/>
                  <a:ext cx="214503" cy="736600"/>
                </a:xfrm>
                <a:custGeom>
                  <a:avLst/>
                  <a:gdLst>
                    <a:gd name="csX0" fmla="*/ 0 w 214503"/>
                    <a:gd name="csY0" fmla="*/ 0 h 736600"/>
                    <a:gd name="csX1" fmla="*/ 214503 w 214503"/>
                    <a:gd name="csY1" fmla="*/ 0 h 736600"/>
                    <a:gd name="csX2" fmla="*/ 214503 w 214503"/>
                    <a:gd name="csY2" fmla="*/ 736600 h 736600"/>
                    <a:gd name="csX3" fmla="*/ 0 w 214503"/>
                    <a:gd name="csY3" fmla="*/ 736600 h 7366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736600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736600"/>
                      </a:lnTo>
                      <a:lnTo>
                        <a:pt x="0" y="736600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8" name="Freeform 537">
                  <a:extLst>
                    <a:ext uri="{FF2B5EF4-FFF2-40B4-BE49-F238E27FC236}">
                      <a16:creationId xmlns:a16="http://schemas.microsoft.com/office/drawing/2014/main" id="{E9B6A8FB-D4E0-906E-F237-2E61A7C70352}"/>
                    </a:ext>
                  </a:extLst>
                </p:cNvPr>
                <p:cNvSpPr/>
                <p:nvPr/>
              </p:nvSpPr>
              <p:spPr>
                <a:xfrm>
                  <a:off x="2836724" y="5574999"/>
                  <a:ext cx="214502" cy="406781"/>
                </a:xfrm>
                <a:custGeom>
                  <a:avLst/>
                  <a:gdLst>
                    <a:gd name="csX0" fmla="*/ 0 w 214502"/>
                    <a:gd name="csY0" fmla="*/ 0 h 406781"/>
                    <a:gd name="csX1" fmla="*/ 214503 w 214502"/>
                    <a:gd name="csY1" fmla="*/ 0 h 406781"/>
                    <a:gd name="csX2" fmla="*/ 214503 w 214502"/>
                    <a:gd name="csY2" fmla="*/ 406781 h 406781"/>
                    <a:gd name="csX3" fmla="*/ 0 w 214502"/>
                    <a:gd name="csY3" fmla="*/ 406781 h 40678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2" h="406781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06781"/>
                      </a:lnTo>
                      <a:lnTo>
                        <a:pt x="0" y="406781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39" name="Freeform 538">
                  <a:extLst>
                    <a:ext uri="{FF2B5EF4-FFF2-40B4-BE49-F238E27FC236}">
                      <a16:creationId xmlns:a16="http://schemas.microsoft.com/office/drawing/2014/main" id="{D2FFD9B7-C1F8-EF6E-0D4F-24A6048DDF27}"/>
                    </a:ext>
                  </a:extLst>
                </p:cNvPr>
                <p:cNvSpPr/>
                <p:nvPr/>
              </p:nvSpPr>
              <p:spPr>
                <a:xfrm>
                  <a:off x="1943151" y="535198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0" name="Freeform 539">
                  <a:extLst>
                    <a:ext uri="{FF2B5EF4-FFF2-40B4-BE49-F238E27FC236}">
                      <a16:creationId xmlns:a16="http://schemas.microsoft.com/office/drawing/2014/main" id="{D3557921-31EA-23E7-9386-9F41C074D475}"/>
                    </a:ext>
                  </a:extLst>
                </p:cNvPr>
                <p:cNvSpPr/>
                <p:nvPr/>
              </p:nvSpPr>
              <p:spPr>
                <a:xfrm>
                  <a:off x="1990776" y="5351987"/>
                  <a:ext cx="12700" cy="122047"/>
                </a:xfrm>
                <a:custGeom>
                  <a:avLst/>
                  <a:gdLst>
                    <a:gd name="csX0" fmla="*/ 0 w 12700"/>
                    <a:gd name="csY0" fmla="*/ 0 h 122047"/>
                    <a:gd name="csX1" fmla="*/ 0 w 12700"/>
                    <a:gd name="csY1" fmla="*/ 122047 h 12204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22047">
                      <a:moveTo>
                        <a:pt x="0" y="0"/>
                      </a:moveTo>
                      <a:lnTo>
                        <a:pt x="0" y="122047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1" name="Freeform 540">
                  <a:extLst>
                    <a:ext uri="{FF2B5EF4-FFF2-40B4-BE49-F238E27FC236}">
                      <a16:creationId xmlns:a16="http://schemas.microsoft.com/office/drawing/2014/main" id="{392A764C-371A-FE49-1D57-4B6CF998D5A1}"/>
                    </a:ext>
                  </a:extLst>
                </p:cNvPr>
                <p:cNvSpPr/>
                <p:nvPr/>
              </p:nvSpPr>
              <p:spPr>
                <a:xfrm>
                  <a:off x="1943151" y="5474034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51ED2EEE-5C93-0222-0401-0A8475668213}"/>
                    </a:ext>
                  </a:extLst>
                </p:cNvPr>
                <p:cNvSpPr/>
                <p:nvPr/>
              </p:nvSpPr>
              <p:spPr>
                <a:xfrm>
                  <a:off x="2181404" y="5421964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CB0FFC35-1630-421A-8595-A7B22AE1BEF1}"/>
                    </a:ext>
                  </a:extLst>
                </p:cNvPr>
                <p:cNvSpPr/>
                <p:nvPr/>
              </p:nvSpPr>
              <p:spPr>
                <a:xfrm>
                  <a:off x="2229156" y="5421964"/>
                  <a:ext cx="12700" cy="64388"/>
                </a:xfrm>
                <a:custGeom>
                  <a:avLst/>
                  <a:gdLst>
                    <a:gd name="csX0" fmla="*/ 0 w 12700"/>
                    <a:gd name="csY0" fmla="*/ 0 h 64388"/>
                    <a:gd name="csX1" fmla="*/ 0 w 12700"/>
                    <a:gd name="csY1" fmla="*/ 64389 h 6438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64388">
                      <a:moveTo>
                        <a:pt x="0" y="0"/>
                      </a:moveTo>
                      <a:lnTo>
                        <a:pt x="0" y="64389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A6174E78-930D-7EC3-CBFD-E16BF797F904}"/>
                    </a:ext>
                  </a:extLst>
                </p:cNvPr>
                <p:cNvSpPr/>
                <p:nvPr/>
              </p:nvSpPr>
              <p:spPr>
                <a:xfrm>
                  <a:off x="2181404" y="5486353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69FCD8C3-680C-06F7-6942-CD8C279ABFBD}"/>
                    </a:ext>
                  </a:extLst>
                </p:cNvPr>
                <p:cNvSpPr/>
                <p:nvPr/>
              </p:nvSpPr>
              <p:spPr>
                <a:xfrm>
                  <a:off x="2419782" y="5475303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6" name="Freeform 545">
                  <a:extLst>
                    <a:ext uri="{FF2B5EF4-FFF2-40B4-BE49-F238E27FC236}">
                      <a16:creationId xmlns:a16="http://schemas.microsoft.com/office/drawing/2014/main" id="{84EF02F1-8346-7A92-D701-0BB2C7D167A0}"/>
                    </a:ext>
                  </a:extLst>
                </p:cNvPr>
                <p:cNvSpPr/>
                <p:nvPr/>
              </p:nvSpPr>
              <p:spPr>
                <a:xfrm>
                  <a:off x="2467407" y="5475303"/>
                  <a:ext cx="12700" cy="166497"/>
                </a:xfrm>
                <a:custGeom>
                  <a:avLst/>
                  <a:gdLst>
                    <a:gd name="csX0" fmla="*/ 0 w 12700"/>
                    <a:gd name="csY0" fmla="*/ 0 h 166497"/>
                    <a:gd name="csX1" fmla="*/ 0 w 12700"/>
                    <a:gd name="csY1" fmla="*/ 166497 h 1664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66497">
                      <a:moveTo>
                        <a:pt x="0" y="0"/>
                      </a:moveTo>
                      <a:lnTo>
                        <a:pt x="0" y="166497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7" name="Freeform 546">
                  <a:extLst>
                    <a:ext uri="{FF2B5EF4-FFF2-40B4-BE49-F238E27FC236}">
                      <a16:creationId xmlns:a16="http://schemas.microsoft.com/office/drawing/2014/main" id="{101B8A71-1452-D181-A1A9-8CC0C4951A77}"/>
                    </a:ext>
                  </a:extLst>
                </p:cNvPr>
                <p:cNvSpPr/>
                <p:nvPr/>
              </p:nvSpPr>
              <p:spPr>
                <a:xfrm>
                  <a:off x="2419782" y="5641801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8" name="Freeform 547">
                  <a:extLst>
                    <a:ext uri="{FF2B5EF4-FFF2-40B4-BE49-F238E27FC236}">
                      <a16:creationId xmlns:a16="http://schemas.microsoft.com/office/drawing/2014/main" id="{B5675800-D2CB-03A4-2F10-7C9492E4BEFF}"/>
                    </a:ext>
                  </a:extLst>
                </p:cNvPr>
                <p:cNvSpPr/>
                <p:nvPr/>
              </p:nvSpPr>
              <p:spPr>
                <a:xfrm>
                  <a:off x="2896287" y="5549853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49" name="Freeform 548">
                  <a:extLst>
                    <a:ext uri="{FF2B5EF4-FFF2-40B4-BE49-F238E27FC236}">
                      <a16:creationId xmlns:a16="http://schemas.microsoft.com/office/drawing/2014/main" id="{B479770A-D327-0539-735D-A8FD1974AA16}"/>
                    </a:ext>
                  </a:extLst>
                </p:cNvPr>
                <p:cNvSpPr/>
                <p:nvPr/>
              </p:nvSpPr>
              <p:spPr>
                <a:xfrm>
                  <a:off x="2943912" y="5549853"/>
                  <a:ext cx="12700" cy="50164"/>
                </a:xfrm>
                <a:custGeom>
                  <a:avLst/>
                  <a:gdLst>
                    <a:gd name="csX0" fmla="*/ 0 w 12700"/>
                    <a:gd name="csY0" fmla="*/ 0 h 50164"/>
                    <a:gd name="csX1" fmla="*/ 0 w 12700"/>
                    <a:gd name="csY1" fmla="*/ 50165 h 5016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50164">
                      <a:moveTo>
                        <a:pt x="0" y="0"/>
                      </a:moveTo>
                      <a:lnTo>
                        <a:pt x="0" y="50165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535A6CF7-222E-B585-118E-8661480D5087}"/>
                    </a:ext>
                  </a:extLst>
                </p:cNvPr>
                <p:cNvSpPr/>
                <p:nvPr/>
              </p:nvSpPr>
              <p:spPr>
                <a:xfrm>
                  <a:off x="2896287" y="560001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4D1C7987-58AA-8905-2A7A-1A32B5DEE916}"/>
                    </a:ext>
                  </a:extLst>
                </p:cNvPr>
                <p:cNvSpPr/>
                <p:nvPr/>
              </p:nvSpPr>
              <p:spPr>
                <a:xfrm>
                  <a:off x="2449374" y="562376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FC89C8-66FC-C2A3-ECA2-105F487C7B1E}"/>
                    </a:ext>
                  </a:extLst>
                </p:cNvPr>
                <p:cNvSpPr/>
                <p:nvPr/>
              </p:nvSpPr>
              <p:spPr>
                <a:xfrm>
                  <a:off x="2211122" y="552546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CEC24BCF-AE63-2D0F-74DA-4B76EA292FB4}"/>
                    </a:ext>
                  </a:extLst>
                </p:cNvPr>
                <p:cNvSpPr/>
                <p:nvPr/>
              </p:nvSpPr>
              <p:spPr>
                <a:xfrm>
                  <a:off x="2211122" y="531909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4" name="Freeform 553">
                  <a:extLst>
                    <a:ext uri="{FF2B5EF4-FFF2-40B4-BE49-F238E27FC236}">
                      <a16:creationId xmlns:a16="http://schemas.microsoft.com/office/drawing/2014/main" id="{FA0CA88C-3C49-6A02-2964-7B786A903B93}"/>
                    </a:ext>
                  </a:extLst>
                </p:cNvPr>
                <p:cNvSpPr/>
                <p:nvPr/>
              </p:nvSpPr>
              <p:spPr>
                <a:xfrm>
                  <a:off x="2925878" y="554007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5" name="Freeform 554">
                  <a:extLst>
                    <a:ext uri="{FF2B5EF4-FFF2-40B4-BE49-F238E27FC236}">
                      <a16:creationId xmlns:a16="http://schemas.microsoft.com/office/drawing/2014/main" id="{936A68ED-B2EB-5833-B652-360858F1D245}"/>
                    </a:ext>
                  </a:extLst>
                </p:cNvPr>
                <p:cNvSpPr/>
                <p:nvPr/>
              </p:nvSpPr>
              <p:spPr>
                <a:xfrm>
                  <a:off x="1972743" y="532823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6" name="Freeform 555">
                  <a:extLst>
                    <a:ext uri="{FF2B5EF4-FFF2-40B4-BE49-F238E27FC236}">
                      <a16:creationId xmlns:a16="http://schemas.microsoft.com/office/drawing/2014/main" id="{6BEA0389-693C-FD6E-DB50-0EB465893648}"/>
                    </a:ext>
                  </a:extLst>
                </p:cNvPr>
                <p:cNvSpPr/>
                <p:nvPr/>
              </p:nvSpPr>
              <p:spPr>
                <a:xfrm>
                  <a:off x="2925878" y="559531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7" name="Freeform 556">
                  <a:extLst>
                    <a:ext uri="{FF2B5EF4-FFF2-40B4-BE49-F238E27FC236}">
                      <a16:creationId xmlns:a16="http://schemas.microsoft.com/office/drawing/2014/main" id="{BF611B29-4E1A-7FE4-F5AF-933C3BDC8C36}"/>
                    </a:ext>
                  </a:extLst>
                </p:cNvPr>
                <p:cNvSpPr/>
                <p:nvPr/>
              </p:nvSpPr>
              <p:spPr>
                <a:xfrm>
                  <a:off x="1972743" y="531909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DA91C981-6463-7093-E706-85582DD96B3B}"/>
                    </a:ext>
                  </a:extLst>
                </p:cNvPr>
                <p:cNvSpPr/>
                <p:nvPr/>
              </p:nvSpPr>
              <p:spPr>
                <a:xfrm>
                  <a:off x="2925878" y="563468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D5099948-2D1B-951C-0307-FE32213CBC13}"/>
                    </a:ext>
                  </a:extLst>
                </p:cNvPr>
                <p:cNvSpPr/>
                <p:nvPr/>
              </p:nvSpPr>
              <p:spPr>
                <a:xfrm>
                  <a:off x="1972743" y="533611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9206A8D7-C29B-952A-8F14-75E2B352D6F4}"/>
                    </a:ext>
                  </a:extLst>
                </p:cNvPr>
                <p:cNvSpPr/>
                <p:nvPr/>
              </p:nvSpPr>
              <p:spPr>
                <a:xfrm>
                  <a:off x="2925878" y="552762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651F9CCE-B960-DBAE-42E0-2E2BEA61AEDD}"/>
                    </a:ext>
                  </a:extLst>
                </p:cNvPr>
                <p:cNvSpPr/>
                <p:nvPr/>
              </p:nvSpPr>
              <p:spPr>
                <a:xfrm>
                  <a:off x="1972743" y="527845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2" name="Freeform 561">
                  <a:extLst>
                    <a:ext uri="{FF2B5EF4-FFF2-40B4-BE49-F238E27FC236}">
                      <a16:creationId xmlns:a16="http://schemas.microsoft.com/office/drawing/2014/main" id="{F4BA87A2-ECDA-BC76-8959-757DB5663C37}"/>
                    </a:ext>
                  </a:extLst>
                </p:cNvPr>
                <p:cNvSpPr/>
                <p:nvPr/>
              </p:nvSpPr>
              <p:spPr>
                <a:xfrm>
                  <a:off x="2925878" y="558439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3" name="Freeform 562">
                  <a:extLst>
                    <a:ext uri="{FF2B5EF4-FFF2-40B4-BE49-F238E27FC236}">
                      <a16:creationId xmlns:a16="http://schemas.microsoft.com/office/drawing/2014/main" id="{932119F4-2759-5B1A-074A-7060D94E95BB}"/>
                    </a:ext>
                  </a:extLst>
                </p:cNvPr>
                <p:cNvSpPr/>
                <p:nvPr/>
              </p:nvSpPr>
              <p:spPr>
                <a:xfrm>
                  <a:off x="1972743" y="568396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4" name="Freeform 563">
                  <a:extLst>
                    <a:ext uri="{FF2B5EF4-FFF2-40B4-BE49-F238E27FC236}">
                      <a16:creationId xmlns:a16="http://schemas.microsoft.com/office/drawing/2014/main" id="{7E07AC5B-34B8-9972-9761-29B66CE6CFBA}"/>
                    </a:ext>
                  </a:extLst>
                </p:cNvPr>
                <p:cNvSpPr/>
                <p:nvPr/>
              </p:nvSpPr>
              <p:spPr>
                <a:xfrm>
                  <a:off x="2211122" y="551569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5" name="Freeform 564">
                  <a:extLst>
                    <a:ext uri="{FF2B5EF4-FFF2-40B4-BE49-F238E27FC236}">
                      <a16:creationId xmlns:a16="http://schemas.microsoft.com/office/drawing/2014/main" id="{6F71FF33-39EC-C26D-A5E3-9C5EC31D655E}"/>
                    </a:ext>
                  </a:extLst>
                </p:cNvPr>
                <p:cNvSpPr/>
                <p:nvPr/>
              </p:nvSpPr>
              <p:spPr>
                <a:xfrm>
                  <a:off x="2925878" y="545942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02DD20F2-775B-8FA4-1269-11B45755872A}"/>
                    </a:ext>
                  </a:extLst>
                </p:cNvPr>
                <p:cNvSpPr/>
                <p:nvPr/>
              </p:nvSpPr>
              <p:spPr>
                <a:xfrm>
                  <a:off x="1972743" y="542386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7" name="Freeform 566">
                  <a:extLst>
                    <a:ext uri="{FF2B5EF4-FFF2-40B4-BE49-F238E27FC236}">
                      <a16:creationId xmlns:a16="http://schemas.microsoft.com/office/drawing/2014/main" id="{A7590AAE-C9CB-5269-044F-974CA6DEE923}"/>
                    </a:ext>
                  </a:extLst>
                </p:cNvPr>
                <p:cNvSpPr/>
                <p:nvPr/>
              </p:nvSpPr>
              <p:spPr>
                <a:xfrm>
                  <a:off x="2449374" y="545727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8" name="Freeform 567">
                  <a:extLst>
                    <a:ext uri="{FF2B5EF4-FFF2-40B4-BE49-F238E27FC236}">
                      <a16:creationId xmlns:a16="http://schemas.microsoft.com/office/drawing/2014/main" id="{49EC0D64-6613-37C8-BCCA-6F3FF614C467}"/>
                    </a:ext>
                  </a:extLst>
                </p:cNvPr>
                <p:cNvSpPr/>
                <p:nvPr/>
              </p:nvSpPr>
              <p:spPr>
                <a:xfrm>
                  <a:off x="2211122" y="536633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69" name="Freeform 568">
                  <a:extLst>
                    <a:ext uri="{FF2B5EF4-FFF2-40B4-BE49-F238E27FC236}">
                      <a16:creationId xmlns:a16="http://schemas.microsoft.com/office/drawing/2014/main" id="{83B5AD1A-C3E9-66E2-E120-B4A99B611CB7}"/>
                    </a:ext>
                  </a:extLst>
                </p:cNvPr>
                <p:cNvSpPr/>
                <p:nvPr/>
              </p:nvSpPr>
              <p:spPr>
                <a:xfrm>
                  <a:off x="2211122" y="547492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0" name="Freeform 569">
                  <a:extLst>
                    <a:ext uri="{FF2B5EF4-FFF2-40B4-BE49-F238E27FC236}">
                      <a16:creationId xmlns:a16="http://schemas.microsoft.com/office/drawing/2014/main" id="{A95FD26C-57D2-3F6E-F6EF-4D5D4500B770}"/>
                    </a:ext>
                  </a:extLst>
                </p:cNvPr>
                <p:cNvSpPr/>
                <p:nvPr/>
              </p:nvSpPr>
              <p:spPr>
                <a:xfrm>
                  <a:off x="2687626" y="522701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1" name="Freeform 570">
                  <a:extLst>
                    <a:ext uri="{FF2B5EF4-FFF2-40B4-BE49-F238E27FC236}">
                      <a16:creationId xmlns:a16="http://schemas.microsoft.com/office/drawing/2014/main" id="{A5373C01-8088-ACCD-0A6F-C94584341416}"/>
                    </a:ext>
                  </a:extLst>
                </p:cNvPr>
                <p:cNvSpPr/>
                <p:nvPr/>
              </p:nvSpPr>
              <p:spPr>
                <a:xfrm>
                  <a:off x="2211122" y="535859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2" name="Freeform 571">
                  <a:extLst>
                    <a:ext uri="{FF2B5EF4-FFF2-40B4-BE49-F238E27FC236}">
                      <a16:creationId xmlns:a16="http://schemas.microsoft.com/office/drawing/2014/main" id="{89EBF50B-220A-6517-A1E8-3DED4252B070}"/>
                    </a:ext>
                  </a:extLst>
                </p:cNvPr>
                <p:cNvSpPr/>
                <p:nvPr/>
              </p:nvSpPr>
              <p:spPr>
                <a:xfrm>
                  <a:off x="2211122" y="549308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3" name="TextBox 572">
                  <a:extLst>
                    <a:ext uri="{FF2B5EF4-FFF2-40B4-BE49-F238E27FC236}">
                      <a16:creationId xmlns:a16="http://schemas.microsoft.com/office/drawing/2014/main" id="{515E771C-FB30-4BB5-EFEA-A397D903E0C1}"/>
                    </a:ext>
                  </a:extLst>
                </p:cNvPr>
                <p:cNvSpPr txBox="1"/>
                <p:nvPr/>
              </p:nvSpPr>
              <p:spPr>
                <a:xfrm>
                  <a:off x="1816604" y="5027436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0.487</a:t>
                  </a:r>
                </a:p>
              </p:txBody>
            </p:sp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C495DC9E-FE24-F6E4-4514-5B864CB6BD25}"/>
                    </a:ext>
                  </a:extLst>
                </p:cNvPr>
                <p:cNvSpPr/>
                <p:nvPr/>
              </p:nvSpPr>
              <p:spPr>
                <a:xfrm>
                  <a:off x="1990777" y="5171393"/>
                  <a:ext cx="214502" cy="12700"/>
                </a:xfrm>
                <a:custGeom>
                  <a:avLst/>
                  <a:gdLst>
                    <a:gd name="csX0" fmla="*/ 0 w 214502"/>
                    <a:gd name="csY0" fmla="*/ 0 h 12700"/>
                    <a:gd name="csX1" fmla="*/ 214503 w 21450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14502" h="12700">
                      <a:moveTo>
                        <a:pt x="0" y="0"/>
                      </a:moveTo>
                      <a:lnTo>
                        <a:pt x="214503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5" name="TextBox 574">
                  <a:extLst>
                    <a:ext uri="{FF2B5EF4-FFF2-40B4-BE49-F238E27FC236}">
                      <a16:creationId xmlns:a16="http://schemas.microsoft.com/office/drawing/2014/main" id="{617B9845-2B0B-5D7E-1482-F3774BD8E171}"/>
                    </a:ext>
                  </a:extLst>
                </p:cNvPr>
                <p:cNvSpPr txBox="1"/>
                <p:nvPr/>
              </p:nvSpPr>
              <p:spPr>
                <a:xfrm>
                  <a:off x="2456446" y="4977798"/>
                  <a:ext cx="28405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</a:t>
                  </a:r>
                </a:p>
              </p:txBody>
            </p:sp>
            <p:sp>
              <p:nvSpPr>
                <p:cNvPr id="576" name="Freeform 575">
                  <a:extLst>
                    <a:ext uri="{FF2B5EF4-FFF2-40B4-BE49-F238E27FC236}">
                      <a16:creationId xmlns:a16="http://schemas.microsoft.com/office/drawing/2014/main" id="{AFF6D475-9CDB-7EC6-2E5F-D7672A1F5C87}"/>
                    </a:ext>
                  </a:extLst>
                </p:cNvPr>
                <p:cNvSpPr/>
                <p:nvPr/>
              </p:nvSpPr>
              <p:spPr>
                <a:xfrm>
                  <a:off x="2252905" y="5171393"/>
                  <a:ext cx="691007" cy="12700"/>
                </a:xfrm>
                <a:custGeom>
                  <a:avLst/>
                  <a:gdLst>
                    <a:gd name="csX0" fmla="*/ 0 w 691007"/>
                    <a:gd name="csY0" fmla="*/ 0 h 12700"/>
                    <a:gd name="csX1" fmla="*/ 691007 w 69100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691007" h="12700">
                      <a:moveTo>
                        <a:pt x="0" y="0"/>
                      </a:moveTo>
                      <a:lnTo>
                        <a:pt x="69100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77" name="TextBox 576">
                  <a:extLst>
                    <a:ext uri="{FF2B5EF4-FFF2-40B4-BE49-F238E27FC236}">
                      <a16:creationId xmlns:a16="http://schemas.microsoft.com/office/drawing/2014/main" id="{2F82D9A9-566D-91C2-3B9B-56F479E16AD8}"/>
                    </a:ext>
                  </a:extLst>
                </p:cNvPr>
                <p:cNvSpPr txBox="1"/>
                <p:nvPr/>
              </p:nvSpPr>
              <p:spPr>
                <a:xfrm>
                  <a:off x="2275688" y="4867661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578" name="Freeform 577">
                  <a:extLst>
                    <a:ext uri="{FF2B5EF4-FFF2-40B4-BE49-F238E27FC236}">
                      <a16:creationId xmlns:a16="http://schemas.microsoft.com/office/drawing/2014/main" id="{B9B0FCCE-4A20-3196-4570-32572202FA19}"/>
                    </a:ext>
                  </a:extLst>
                </p:cNvPr>
                <p:cNvSpPr/>
                <p:nvPr/>
              </p:nvSpPr>
              <p:spPr>
                <a:xfrm>
                  <a:off x="1990777" y="5060903"/>
                  <a:ext cx="953135" cy="12700"/>
                </a:xfrm>
                <a:custGeom>
                  <a:avLst/>
                  <a:gdLst>
                    <a:gd name="csX0" fmla="*/ 0 w 953135"/>
                    <a:gd name="csY0" fmla="*/ 0 h 12700"/>
                    <a:gd name="csX1" fmla="*/ 953135 w 95313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135" h="12700">
                      <a:moveTo>
                        <a:pt x="0" y="0"/>
                      </a:moveTo>
                      <a:lnTo>
                        <a:pt x="95313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579" name="Graphic 523">
                <a:extLst>
                  <a:ext uri="{FF2B5EF4-FFF2-40B4-BE49-F238E27FC236}">
                    <a16:creationId xmlns:a16="http://schemas.microsoft.com/office/drawing/2014/main" id="{771E7C18-5FD0-84BD-43E1-0490E91A1260}"/>
                  </a:ext>
                </a:extLst>
              </p:cNvPr>
              <p:cNvGrpSpPr/>
              <p:nvPr/>
            </p:nvGrpSpPr>
            <p:grpSpPr>
              <a:xfrm>
                <a:off x="1453550" y="4596595"/>
                <a:ext cx="1702959" cy="1678695"/>
                <a:chOff x="1453550" y="4596595"/>
                <a:chExt cx="1702959" cy="1678695"/>
              </a:xfrm>
            </p:grpSpPr>
            <p:sp>
              <p:nvSpPr>
                <p:cNvPr id="580" name="Freeform 579">
                  <a:extLst>
                    <a:ext uri="{FF2B5EF4-FFF2-40B4-BE49-F238E27FC236}">
                      <a16:creationId xmlns:a16="http://schemas.microsoft.com/office/drawing/2014/main" id="{7E952CE6-A70D-7FDC-1706-A9B23851BF90}"/>
                    </a:ext>
                  </a:extLst>
                </p:cNvPr>
                <p:cNvSpPr/>
                <p:nvPr/>
              </p:nvSpPr>
              <p:spPr>
                <a:xfrm>
                  <a:off x="1847901" y="4898851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81" name="TextBox 580">
                  <a:extLst>
                    <a:ext uri="{FF2B5EF4-FFF2-40B4-BE49-F238E27FC236}">
                      <a16:creationId xmlns:a16="http://schemas.microsoft.com/office/drawing/2014/main" id="{77BADD20-C3E9-EE90-AA85-9BADB11A0706}"/>
                    </a:ext>
                  </a:extLst>
                </p:cNvPr>
                <p:cNvSpPr txBox="1"/>
                <p:nvPr/>
              </p:nvSpPr>
              <p:spPr>
                <a:xfrm>
                  <a:off x="1519893" y="5874764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582" name="TextBox 581">
                  <a:extLst>
                    <a:ext uri="{FF2B5EF4-FFF2-40B4-BE49-F238E27FC236}">
                      <a16:creationId xmlns:a16="http://schemas.microsoft.com/office/drawing/2014/main" id="{A9DC17C7-2DD4-C328-7A77-D304AA1FFFBA}"/>
                    </a:ext>
                  </a:extLst>
                </p:cNvPr>
                <p:cNvSpPr txBox="1"/>
                <p:nvPr/>
              </p:nvSpPr>
              <p:spPr>
                <a:xfrm>
                  <a:off x="1453550" y="566305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10%</a:t>
                  </a:r>
                </a:p>
              </p:txBody>
            </p:sp>
            <p:sp>
              <p:nvSpPr>
                <p:cNvPr id="583" name="TextBox 582">
                  <a:extLst>
                    <a:ext uri="{FF2B5EF4-FFF2-40B4-BE49-F238E27FC236}">
                      <a16:creationId xmlns:a16="http://schemas.microsoft.com/office/drawing/2014/main" id="{2D9B3745-5F25-4F36-EBFC-6ED29135B953}"/>
                    </a:ext>
                  </a:extLst>
                </p:cNvPr>
                <p:cNvSpPr txBox="1"/>
                <p:nvPr/>
              </p:nvSpPr>
              <p:spPr>
                <a:xfrm>
                  <a:off x="1453550" y="5451219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584" name="TextBox 583">
                  <a:extLst>
                    <a:ext uri="{FF2B5EF4-FFF2-40B4-BE49-F238E27FC236}">
                      <a16:creationId xmlns:a16="http://schemas.microsoft.com/office/drawing/2014/main" id="{DD8FE188-CEF9-EC17-1CC9-DBEA0E1B6D69}"/>
                    </a:ext>
                  </a:extLst>
                </p:cNvPr>
                <p:cNvSpPr txBox="1"/>
                <p:nvPr/>
              </p:nvSpPr>
              <p:spPr>
                <a:xfrm>
                  <a:off x="1453550" y="5239383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30%</a:t>
                  </a:r>
                </a:p>
              </p:txBody>
            </p:sp>
            <p:sp>
              <p:nvSpPr>
                <p:cNvPr id="585" name="TextBox 584">
                  <a:extLst>
                    <a:ext uri="{FF2B5EF4-FFF2-40B4-BE49-F238E27FC236}">
                      <a16:creationId xmlns:a16="http://schemas.microsoft.com/office/drawing/2014/main" id="{A216DCDF-A05D-E67D-A6ED-33278323AFFC}"/>
                    </a:ext>
                  </a:extLst>
                </p:cNvPr>
                <p:cNvSpPr txBox="1"/>
                <p:nvPr/>
              </p:nvSpPr>
              <p:spPr>
                <a:xfrm>
                  <a:off x="1453550" y="5027674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40%</a:t>
                  </a:r>
                </a:p>
              </p:txBody>
            </p:sp>
            <p:sp>
              <p:nvSpPr>
                <p:cNvPr id="586" name="TextBox 585">
                  <a:extLst>
                    <a:ext uri="{FF2B5EF4-FFF2-40B4-BE49-F238E27FC236}">
                      <a16:creationId xmlns:a16="http://schemas.microsoft.com/office/drawing/2014/main" id="{F4D91601-77CF-3806-1FBA-6D6050875B91}"/>
                    </a:ext>
                  </a:extLst>
                </p:cNvPr>
                <p:cNvSpPr txBox="1"/>
                <p:nvPr/>
              </p:nvSpPr>
              <p:spPr>
                <a:xfrm>
                  <a:off x="1453550" y="4815838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50%</a:t>
                  </a:r>
                </a:p>
              </p:txBody>
            </p:sp>
            <p:sp>
              <p:nvSpPr>
                <p:cNvPr id="587" name="Freeform 586">
                  <a:extLst>
                    <a:ext uri="{FF2B5EF4-FFF2-40B4-BE49-F238E27FC236}">
                      <a16:creationId xmlns:a16="http://schemas.microsoft.com/office/drawing/2014/main" id="{4BC68863-F976-79E0-F280-22A72058AC21}"/>
                    </a:ext>
                  </a:extLst>
                </p:cNvPr>
                <p:cNvSpPr/>
                <p:nvPr/>
              </p:nvSpPr>
              <p:spPr>
                <a:xfrm>
                  <a:off x="1813104" y="5981653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88" name="Freeform 587">
                  <a:extLst>
                    <a:ext uri="{FF2B5EF4-FFF2-40B4-BE49-F238E27FC236}">
                      <a16:creationId xmlns:a16="http://schemas.microsoft.com/office/drawing/2014/main" id="{E30B826C-DB1E-9660-8BB1-5EE82C50AB98}"/>
                    </a:ext>
                  </a:extLst>
                </p:cNvPr>
                <p:cNvSpPr/>
                <p:nvPr/>
              </p:nvSpPr>
              <p:spPr>
                <a:xfrm>
                  <a:off x="1813104" y="5769943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8DC526B0-2500-73AC-6CB1-390E132B946D}"/>
                    </a:ext>
                  </a:extLst>
                </p:cNvPr>
                <p:cNvSpPr/>
                <p:nvPr/>
              </p:nvSpPr>
              <p:spPr>
                <a:xfrm>
                  <a:off x="1813104" y="5558107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223317AF-866B-0006-2E37-30799C50EE29}"/>
                    </a:ext>
                  </a:extLst>
                </p:cNvPr>
                <p:cNvSpPr/>
                <p:nvPr/>
              </p:nvSpPr>
              <p:spPr>
                <a:xfrm>
                  <a:off x="1813104" y="5346271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401F845C-04EE-93E1-3BD8-73B85E757861}"/>
                    </a:ext>
                  </a:extLst>
                </p:cNvPr>
                <p:cNvSpPr/>
                <p:nvPr/>
              </p:nvSpPr>
              <p:spPr>
                <a:xfrm>
                  <a:off x="1813104" y="5134563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8F48D181-2CED-EA8B-1A9C-8485E52C6749}"/>
                    </a:ext>
                  </a:extLst>
                </p:cNvPr>
                <p:cNvSpPr/>
                <p:nvPr/>
              </p:nvSpPr>
              <p:spPr>
                <a:xfrm>
                  <a:off x="1813104" y="4922726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3" name="Freeform 592">
                  <a:extLst>
                    <a:ext uri="{FF2B5EF4-FFF2-40B4-BE49-F238E27FC236}">
                      <a16:creationId xmlns:a16="http://schemas.microsoft.com/office/drawing/2014/main" id="{1A08D04C-C815-C985-ADC7-B4B119F8A5C2}"/>
                    </a:ext>
                  </a:extLst>
                </p:cNvPr>
                <p:cNvSpPr/>
                <p:nvPr/>
              </p:nvSpPr>
              <p:spPr>
                <a:xfrm>
                  <a:off x="1847901" y="6033215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4" name="Freeform 593">
                  <a:extLst>
                    <a:ext uri="{FF2B5EF4-FFF2-40B4-BE49-F238E27FC236}">
                      <a16:creationId xmlns:a16="http://schemas.microsoft.com/office/drawing/2014/main" id="{D5A950E0-0821-8E0A-EB30-467DF16B99C3}"/>
                    </a:ext>
                  </a:extLst>
                </p:cNvPr>
                <p:cNvSpPr/>
                <p:nvPr/>
              </p:nvSpPr>
              <p:spPr>
                <a:xfrm>
                  <a:off x="1990776" y="603321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5" name="Freeform 594">
                  <a:extLst>
                    <a:ext uri="{FF2B5EF4-FFF2-40B4-BE49-F238E27FC236}">
                      <a16:creationId xmlns:a16="http://schemas.microsoft.com/office/drawing/2014/main" id="{1E036C31-8184-4461-C607-19B90B2BFA27}"/>
                    </a:ext>
                  </a:extLst>
                </p:cNvPr>
                <p:cNvSpPr/>
                <p:nvPr/>
              </p:nvSpPr>
              <p:spPr>
                <a:xfrm>
                  <a:off x="2229156" y="603321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6" name="Freeform 595">
                  <a:extLst>
                    <a:ext uri="{FF2B5EF4-FFF2-40B4-BE49-F238E27FC236}">
                      <a16:creationId xmlns:a16="http://schemas.microsoft.com/office/drawing/2014/main" id="{0CB88408-F9D6-9492-90E6-BC9153199CFF}"/>
                    </a:ext>
                  </a:extLst>
                </p:cNvPr>
                <p:cNvSpPr/>
                <p:nvPr/>
              </p:nvSpPr>
              <p:spPr>
                <a:xfrm>
                  <a:off x="2467407" y="603321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D7C4D2C9-5A0A-5F34-B59D-A199395C7186}"/>
                    </a:ext>
                  </a:extLst>
                </p:cNvPr>
                <p:cNvSpPr/>
                <p:nvPr/>
              </p:nvSpPr>
              <p:spPr>
                <a:xfrm>
                  <a:off x="2705660" y="603321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C7244024-3338-18F3-8DF2-67E868AB6B3A}"/>
                    </a:ext>
                  </a:extLst>
                </p:cNvPr>
                <p:cNvSpPr/>
                <p:nvPr/>
              </p:nvSpPr>
              <p:spPr>
                <a:xfrm>
                  <a:off x="2943912" y="603321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599" name="TextBox 598">
                  <a:extLst>
                    <a:ext uri="{FF2B5EF4-FFF2-40B4-BE49-F238E27FC236}">
                      <a16:creationId xmlns:a16="http://schemas.microsoft.com/office/drawing/2014/main" id="{948B82B1-106F-7F32-B75A-5FE833C659D6}"/>
                    </a:ext>
                  </a:extLst>
                </p:cNvPr>
                <p:cNvSpPr txBox="1"/>
                <p:nvPr/>
              </p:nvSpPr>
              <p:spPr>
                <a:xfrm>
                  <a:off x="1844743" y="6029069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600" name="TextBox 599">
                  <a:extLst>
                    <a:ext uri="{FF2B5EF4-FFF2-40B4-BE49-F238E27FC236}">
                      <a16:creationId xmlns:a16="http://schemas.microsoft.com/office/drawing/2014/main" id="{C61B92D0-BC6E-199B-8437-EF1798CE303F}"/>
                    </a:ext>
                  </a:extLst>
                </p:cNvPr>
                <p:cNvSpPr txBox="1"/>
                <p:nvPr/>
              </p:nvSpPr>
              <p:spPr>
                <a:xfrm>
                  <a:off x="2119189" y="6029069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601" name="TextBox 600">
                  <a:extLst>
                    <a:ext uri="{FF2B5EF4-FFF2-40B4-BE49-F238E27FC236}">
                      <a16:creationId xmlns:a16="http://schemas.microsoft.com/office/drawing/2014/main" id="{4618C150-F5C4-C9D9-AD76-215B44B5E903}"/>
                    </a:ext>
                  </a:extLst>
                </p:cNvPr>
                <p:cNvSpPr txBox="1"/>
                <p:nvPr/>
              </p:nvSpPr>
              <p:spPr>
                <a:xfrm>
                  <a:off x="2322175" y="6029069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602" name="TextBox 601">
                  <a:extLst>
                    <a:ext uri="{FF2B5EF4-FFF2-40B4-BE49-F238E27FC236}">
                      <a16:creationId xmlns:a16="http://schemas.microsoft.com/office/drawing/2014/main" id="{97A02738-3BFA-4E45-AAFA-C09122D09C66}"/>
                    </a:ext>
                  </a:extLst>
                </p:cNvPr>
                <p:cNvSpPr txBox="1"/>
                <p:nvPr/>
              </p:nvSpPr>
              <p:spPr>
                <a:xfrm>
                  <a:off x="2527566" y="6029069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603" name="TextBox 602">
                  <a:extLst>
                    <a:ext uri="{FF2B5EF4-FFF2-40B4-BE49-F238E27FC236}">
                      <a16:creationId xmlns:a16="http://schemas.microsoft.com/office/drawing/2014/main" id="{618EBB69-E1E5-7603-849C-38CEBD1E2B06}"/>
                    </a:ext>
                  </a:extLst>
                </p:cNvPr>
                <p:cNvSpPr txBox="1"/>
                <p:nvPr/>
              </p:nvSpPr>
              <p:spPr>
                <a:xfrm>
                  <a:off x="2812304" y="6029069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606" name="TextBox 605">
                  <a:extLst>
                    <a:ext uri="{FF2B5EF4-FFF2-40B4-BE49-F238E27FC236}">
                      <a16:creationId xmlns:a16="http://schemas.microsoft.com/office/drawing/2014/main" id="{9490AD41-276E-2C67-F754-F93F738DB751}"/>
                    </a:ext>
                  </a:extLst>
                </p:cNvPr>
                <p:cNvSpPr txBox="1"/>
                <p:nvPr/>
              </p:nvSpPr>
              <p:spPr>
                <a:xfrm>
                  <a:off x="1828800" y="4596595"/>
                  <a:ext cx="1327709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i="1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</a:t>
                  </a:r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mbr</a:t>
                  </a:r>
                  <a:r>
                    <a:rPr lang="en-US" sz="1100" i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+</a:t>
                  </a:r>
                </a:p>
              </p:txBody>
            </p:sp>
          </p:grpSp>
        </p:grpSp>
        <p:grpSp>
          <p:nvGrpSpPr>
            <p:cNvPr id="607" name="Graphic 525">
              <a:extLst>
                <a:ext uri="{FF2B5EF4-FFF2-40B4-BE49-F238E27FC236}">
                  <a16:creationId xmlns:a16="http://schemas.microsoft.com/office/drawing/2014/main" id="{A9DF8BE9-07CC-2EC5-F75B-F9EF212389FD}"/>
                </a:ext>
              </a:extLst>
            </p:cNvPr>
            <p:cNvGrpSpPr/>
            <p:nvPr/>
          </p:nvGrpSpPr>
          <p:grpSpPr>
            <a:xfrm>
              <a:off x="3468036" y="1878390"/>
              <a:ext cx="1617001" cy="1678695"/>
              <a:chOff x="3746312" y="1891980"/>
              <a:chExt cx="1617001" cy="1678695"/>
            </a:xfrm>
          </p:grpSpPr>
          <p:grpSp>
            <p:nvGrpSpPr>
              <p:cNvPr id="610" name="Graphic 525">
                <a:extLst>
                  <a:ext uri="{FF2B5EF4-FFF2-40B4-BE49-F238E27FC236}">
                    <a16:creationId xmlns:a16="http://schemas.microsoft.com/office/drawing/2014/main" id="{1EBCB545-B92F-26B5-96D8-A4967D5732AF}"/>
                  </a:ext>
                </a:extLst>
              </p:cNvPr>
              <p:cNvGrpSpPr/>
              <p:nvPr/>
            </p:nvGrpSpPr>
            <p:grpSpPr>
              <a:xfrm>
                <a:off x="4124174" y="2162693"/>
                <a:ext cx="1239139" cy="1166033"/>
                <a:chOff x="4124174" y="2162693"/>
                <a:chExt cx="1239139" cy="1166033"/>
              </a:xfrm>
            </p:grpSpPr>
            <p:sp>
              <p:nvSpPr>
                <p:cNvPr id="611" name="Freeform 610">
                  <a:extLst>
                    <a:ext uri="{FF2B5EF4-FFF2-40B4-BE49-F238E27FC236}">
                      <a16:creationId xmlns:a16="http://schemas.microsoft.com/office/drawing/2014/main" id="{A9B3D1B6-56A4-7220-A940-93CF34767961}"/>
                    </a:ext>
                  </a:extLst>
                </p:cNvPr>
                <p:cNvSpPr/>
                <p:nvPr/>
              </p:nvSpPr>
              <p:spPr>
                <a:xfrm>
                  <a:off x="4124174" y="2194236"/>
                  <a:ext cx="1239139" cy="1134490"/>
                </a:xfrm>
                <a:custGeom>
                  <a:avLst/>
                  <a:gdLst>
                    <a:gd name="csX0" fmla="*/ 0 w 1239139"/>
                    <a:gd name="csY0" fmla="*/ 0 h 1134490"/>
                    <a:gd name="csX1" fmla="*/ 1239139 w 1239139"/>
                    <a:gd name="csY1" fmla="*/ 0 h 1134490"/>
                    <a:gd name="csX2" fmla="*/ 1239139 w 1239139"/>
                    <a:gd name="csY2" fmla="*/ 1134491 h 1134490"/>
                    <a:gd name="csX3" fmla="*/ 0 w 1239139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39139" h="1134490">
                      <a:moveTo>
                        <a:pt x="0" y="0"/>
                      </a:moveTo>
                      <a:lnTo>
                        <a:pt x="1239139" y="0"/>
                      </a:lnTo>
                      <a:lnTo>
                        <a:pt x="1239139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2" name="Freeform 611">
                  <a:extLst>
                    <a:ext uri="{FF2B5EF4-FFF2-40B4-BE49-F238E27FC236}">
                      <a16:creationId xmlns:a16="http://schemas.microsoft.com/office/drawing/2014/main" id="{1FBFA1D9-5C4E-9CE5-95AF-AAADB3C7BA8E}"/>
                    </a:ext>
                  </a:extLst>
                </p:cNvPr>
                <p:cNvSpPr/>
                <p:nvPr/>
              </p:nvSpPr>
              <p:spPr>
                <a:xfrm>
                  <a:off x="4159861" y="3000432"/>
                  <a:ext cx="214503" cy="276732"/>
                </a:xfrm>
                <a:custGeom>
                  <a:avLst/>
                  <a:gdLst>
                    <a:gd name="csX0" fmla="*/ 0 w 214503"/>
                    <a:gd name="csY0" fmla="*/ 0 h 276732"/>
                    <a:gd name="csX1" fmla="*/ 214503 w 214503"/>
                    <a:gd name="csY1" fmla="*/ 0 h 276732"/>
                    <a:gd name="csX2" fmla="*/ 214503 w 214503"/>
                    <a:gd name="csY2" fmla="*/ 276733 h 276732"/>
                    <a:gd name="csX3" fmla="*/ 0 w 214503"/>
                    <a:gd name="csY3" fmla="*/ 276733 h 2767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276732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276733"/>
                      </a:lnTo>
                      <a:lnTo>
                        <a:pt x="0" y="276733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3" name="Freeform 612">
                  <a:extLst>
                    <a:ext uri="{FF2B5EF4-FFF2-40B4-BE49-F238E27FC236}">
                      <a16:creationId xmlns:a16="http://schemas.microsoft.com/office/drawing/2014/main" id="{AE49B280-9A3A-BE01-8D8B-964988005B7E}"/>
                    </a:ext>
                  </a:extLst>
                </p:cNvPr>
                <p:cNvSpPr/>
                <p:nvPr/>
              </p:nvSpPr>
              <p:spPr>
                <a:xfrm>
                  <a:off x="4398113" y="3058471"/>
                  <a:ext cx="214503" cy="218694"/>
                </a:xfrm>
                <a:custGeom>
                  <a:avLst/>
                  <a:gdLst>
                    <a:gd name="csX0" fmla="*/ 0 w 214503"/>
                    <a:gd name="csY0" fmla="*/ 0 h 218694"/>
                    <a:gd name="csX1" fmla="*/ 214503 w 214503"/>
                    <a:gd name="csY1" fmla="*/ 0 h 218694"/>
                    <a:gd name="csX2" fmla="*/ 214503 w 214503"/>
                    <a:gd name="csY2" fmla="*/ 218694 h 218694"/>
                    <a:gd name="csX3" fmla="*/ 0 w 214503"/>
                    <a:gd name="csY3" fmla="*/ 218694 h 2186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218694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218694"/>
                      </a:lnTo>
                      <a:lnTo>
                        <a:pt x="0" y="218694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4" name="Freeform 613">
                  <a:extLst>
                    <a:ext uri="{FF2B5EF4-FFF2-40B4-BE49-F238E27FC236}">
                      <a16:creationId xmlns:a16="http://schemas.microsoft.com/office/drawing/2014/main" id="{C683E064-AFBD-DBD2-B9A8-BA32DFE82946}"/>
                    </a:ext>
                  </a:extLst>
                </p:cNvPr>
                <p:cNvSpPr/>
                <p:nvPr/>
              </p:nvSpPr>
              <p:spPr>
                <a:xfrm>
                  <a:off x="4636365" y="2813361"/>
                  <a:ext cx="214503" cy="463676"/>
                </a:xfrm>
                <a:custGeom>
                  <a:avLst/>
                  <a:gdLst>
                    <a:gd name="csX0" fmla="*/ 0 w 214503"/>
                    <a:gd name="csY0" fmla="*/ 0 h 463676"/>
                    <a:gd name="csX1" fmla="*/ 214503 w 214503"/>
                    <a:gd name="csY1" fmla="*/ 0 h 463676"/>
                    <a:gd name="csX2" fmla="*/ 214503 w 214503"/>
                    <a:gd name="csY2" fmla="*/ 463677 h 463676"/>
                    <a:gd name="csX3" fmla="*/ 0 w 214503"/>
                    <a:gd name="csY3" fmla="*/ 463677 h 4636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463676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63677"/>
                      </a:lnTo>
                      <a:lnTo>
                        <a:pt x="0" y="463677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5" name="Freeform 614">
                  <a:extLst>
                    <a:ext uri="{FF2B5EF4-FFF2-40B4-BE49-F238E27FC236}">
                      <a16:creationId xmlns:a16="http://schemas.microsoft.com/office/drawing/2014/main" id="{9FD47A18-E18E-EFFD-F190-882A502DED1A}"/>
                    </a:ext>
                  </a:extLst>
                </p:cNvPr>
                <p:cNvSpPr/>
                <p:nvPr/>
              </p:nvSpPr>
              <p:spPr>
                <a:xfrm>
                  <a:off x="4874744" y="3001956"/>
                  <a:ext cx="214503" cy="275209"/>
                </a:xfrm>
                <a:custGeom>
                  <a:avLst/>
                  <a:gdLst>
                    <a:gd name="csX0" fmla="*/ 0 w 214503"/>
                    <a:gd name="csY0" fmla="*/ 0 h 275209"/>
                    <a:gd name="csX1" fmla="*/ 214503 w 214503"/>
                    <a:gd name="csY1" fmla="*/ 0 h 275209"/>
                    <a:gd name="csX2" fmla="*/ 214503 w 214503"/>
                    <a:gd name="csY2" fmla="*/ 275209 h 275209"/>
                    <a:gd name="csX3" fmla="*/ 0 w 214503"/>
                    <a:gd name="csY3" fmla="*/ 275209 h 27520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275209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275209"/>
                      </a:lnTo>
                      <a:lnTo>
                        <a:pt x="0" y="275209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6" name="Freeform 615">
                  <a:extLst>
                    <a:ext uri="{FF2B5EF4-FFF2-40B4-BE49-F238E27FC236}">
                      <a16:creationId xmlns:a16="http://schemas.microsoft.com/office/drawing/2014/main" id="{71D5B441-D736-8B2A-3B46-F9003A6653E4}"/>
                    </a:ext>
                  </a:extLst>
                </p:cNvPr>
                <p:cNvSpPr/>
                <p:nvPr/>
              </p:nvSpPr>
              <p:spPr>
                <a:xfrm>
                  <a:off x="5112996" y="2718746"/>
                  <a:ext cx="214502" cy="558291"/>
                </a:xfrm>
                <a:custGeom>
                  <a:avLst/>
                  <a:gdLst>
                    <a:gd name="csX0" fmla="*/ 0 w 214502"/>
                    <a:gd name="csY0" fmla="*/ 0 h 558291"/>
                    <a:gd name="csX1" fmla="*/ 214503 w 214502"/>
                    <a:gd name="csY1" fmla="*/ 0 h 558291"/>
                    <a:gd name="csX2" fmla="*/ 214503 w 214502"/>
                    <a:gd name="csY2" fmla="*/ 558292 h 558291"/>
                    <a:gd name="csX3" fmla="*/ 0 w 214502"/>
                    <a:gd name="csY3" fmla="*/ 558292 h 55829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2" h="558291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558292"/>
                      </a:lnTo>
                      <a:lnTo>
                        <a:pt x="0" y="558292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7" name="Freeform 616">
                  <a:extLst>
                    <a:ext uri="{FF2B5EF4-FFF2-40B4-BE49-F238E27FC236}">
                      <a16:creationId xmlns:a16="http://schemas.microsoft.com/office/drawing/2014/main" id="{2152739E-C17B-075D-3BD3-6176CEB609D3}"/>
                    </a:ext>
                  </a:extLst>
                </p:cNvPr>
                <p:cNvSpPr/>
                <p:nvPr/>
              </p:nvSpPr>
              <p:spPr>
                <a:xfrm>
                  <a:off x="4219423" y="293375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8" name="Freeform 617">
                  <a:extLst>
                    <a:ext uri="{FF2B5EF4-FFF2-40B4-BE49-F238E27FC236}">
                      <a16:creationId xmlns:a16="http://schemas.microsoft.com/office/drawing/2014/main" id="{826D74E1-6AD0-0C77-E06F-999B1BFA7747}"/>
                    </a:ext>
                  </a:extLst>
                </p:cNvPr>
                <p:cNvSpPr/>
                <p:nvPr/>
              </p:nvSpPr>
              <p:spPr>
                <a:xfrm>
                  <a:off x="4267048" y="2933757"/>
                  <a:ext cx="12700" cy="133222"/>
                </a:xfrm>
                <a:custGeom>
                  <a:avLst/>
                  <a:gdLst>
                    <a:gd name="csX0" fmla="*/ 0 w 12700"/>
                    <a:gd name="csY0" fmla="*/ 0 h 133222"/>
                    <a:gd name="csX1" fmla="*/ 0 w 12700"/>
                    <a:gd name="csY1" fmla="*/ 133223 h 1332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3222">
                      <a:moveTo>
                        <a:pt x="0" y="0"/>
                      </a:moveTo>
                      <a:lnTo>
                        <a:pt x="0" y="133223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40FE4151-07A4-D623-0B7F-1299B1BD59F9}"/>
                    </a:ext>
                  </a:extLst>
                </p:cNvPr>
                <p:cNvSpPr/>
                <p:nvPr/>
              </p:nvSpPr>
              <p:spPr>
                <a:xfrm>
                  <a:off x="4219423" y="3066980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43F4854A-980B-1725-7956-18026E223DA8}"/>
                    </a:ext>
                  </a:extLst>
                </p:cNvPr>
                <p:cNvSpPr/>
                <p:nvPr/>
              </p:nvSpPr>
              <p:spPr>
                <a:xfrm>
                  <a:off x="4457676" y="2989636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AB06328E-1CD3-7960-DB05-79E4C15423DD}"/>
                    </a:ext>
                  </a:extLst>
                </p:cNvPr>
                <p:cNvSpPr/>
                <p:nvPr/>
              </p:nvSpPr>
              <p:spPr>
                <a:xfrm>
                  <a:off x="4505428" y="2989636"/>
                  <a:ext cx="12700" cy="137541"/>
                </a:xfrm>
                <a:custGeom>
                  <a:avLst/>
                  <a:gdLst>
                    <a:gd name="csX0" fmla="*/ 0 w 12700"/>
                    <a:gd name="csY0" fmla="*/ 0 h 137541"/>
                    <a:gd name="csX1" fmla="*/ 0 w 12700"/>
                    <a:gd name="csY1" fmla="*/ 137541 h 13754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37541">
                      <a:moveTo>
                        <a:pt x="0" y="0"/>
                      </a:moveTo>
                      <a:lnTo>
                        <a:pt x="0" y="137541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B195439B-6104-AA78-CC0F-2EF44715A1D4}"/>
                    </a:ext>
                  </a:extLst>
                </p:cNvPr>
                <p:cNvSpPr/>
                <p:nvPr/>
              </p:nvSpPr>
              <p:spPr>
                <a:xfrm>
                  <a:off x="4457676" y="312717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3" name="Freeform 622">
                  <a:extLst>
                    <a:ext uri="{FF2B5EF4-FFF2-40B4-BE49-F238E27FC236}">
                      <a16:creationId xmlns:a16="http://schemas.microsoft.com/office/drawing/2014/main" id="{46E1F4C6-3237-0D6C-2761-E59AC89A30F2}"/>
                    </a:ext>
                  </a:extLst>
                </p:cNvPr>
                <p:cNvSpPr/>
                <p:nvPr/>
              </p:nvSpPr>
              <p:spPr>
                <a:xfrm>
                  <a:off x="4696054" y="2808280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4" name="Freeform 623">
                  <a:extLst>
                    <a:ext uri="{FF2B5EF4-FFF2-40B4-BE49-F238E27FC236}">
                      <a16:creationId xmlns:a16="http://schemas.microsoft.com/office/drawing/2014/main" id="{FD6A0FCE-75A7-DEFA-67BF-B9AE2FAAE9E8}"/>
                    </a:ext>
                  </a:extLst>
                </p:cNvPr>
                <p:cNvSpPr/>
                <p:nvPr/>
              </p:nvSpPr>
              <p:spPr>
                <a:xfrm>
                  <a:off x="4743679" y="2808280"/>
                  <a:ext cx="12700" cy="10160"/>
                </a:xfrm>
                <a:custGeom>
                  <a:avLst/>
                  <a:gdLst>
                    <a:gd name="csX0" fmla="*/ 0 w 12700"/>
                    <a:gd name="csY0" fmla="*/ 0 h 10160"/>
                    <a:gd name="csX1" fmla="*/ 0 w 12700"/>
                    <a:gd name="csY1" fmla="*/ 10160 h 101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0160">
                      <a:moveTo>
                        <a:pt x="0" y="0"/>
                      </a:moveTo>
                      <a:lnTo>
                        <a:pt x="0" y="1016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5" name="Freeform 624">
                  <a:extLst>
                    <a:ext uri="{FF2B5EF4-FFF2-40B4-BE49-F238E27FC236}">
                      <a16:creationId xmlns:a16="http://schemas.microsoft.com/office/drawing/2014/main" id="{F2EF957B-05E7-F45D-4415-13207965596A}"/>
                    </a:ext>
                  </a:extLst>
                </p:cNvPr>
                <p:cNvSpPr/>
                <p:nvPr/>
              </p:nvSpPr>
              <p:spPr>
                <a:xfrm>
                  <a:off x="4696054" y="2818441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6" name="Freeform 625">
                  <a:extLst>
                    <a:ext uri="{FF2B5EF4-FFF2-40B4-BE49-F238E27FC236}">
                      <a16:creationId xmlns:a16="http://schemas.microsoft.com/office/drawing/2014/main" id="{D4C64E41-0CF4-B3D3-E26D-A8D866BEABAE}"/>
                    </a:ext>
                  </a:extLst>
                </p:cNvPr>
                <p:cNvSpPr/>
                <p:nvPr/>
              </p:nvSpPr>
              <p:spPr>
                <a:xfrm>
                  <a:off x="5172559" y="2660961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9C6088DB-58C1-965E-7D23-387A06449C0F}"/>
                    </a:ext>
                  </a:extLst>
                </p:cNvPr>
                <p:cNvSpPr/>
                <p:nvPr/>
              </p:nvSpPr>
              <p:spPr>
                <a:xfrm>
                  <a:off x="5220184" y="2660961"/>
                  <a:ext cx="12700" cy="115697"/>
                </a:xfrm>
                <a:custGeom>
                  <a:avLst/>
                  <a:gdLst>
                    <a:gd name="csX0" fmla="*/ 0 w 12700"/>
                    <a:gd name="csY0" fmla="*/ 0 h 115697"/>
                    <a:gd name="csX1" fmla="*/ 0 w 12700"/>
                    <a:gd name="csY1" fmla="*/ 115697 h 1156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5697">
                      <a:moveTo>
                        <a:pt x="0" y="0"/>
                      </a:moveTo>
                      <a:lnTo>
                        <a:pt x="0" y="115697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B1E1CF8-BAB3-B493-112D-B1C83A7E8F15}"/>
                    </a:ext>
                  </a:extLst>
                </p:cNvPr>
                <p:cNvSpPr/>
                <p:nvPr/>
              </p:nvSpPr>
              <p:spPr>
                <a:xfrm>
                  <a:off x="5172559" y="2776658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FD66060D-A29A-55C1-D282-6970EC23633D}"/>
                    </a:ext>
                  </a:extLst>
                </p:cNvPr>
                <p:cNvSpPr/>
                <p:nvPr/>
              </p:nvSpPr>
              <p:spPr>
                <a:xfrm>
                  <a:off x="4725646" y="279024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D1B99449-BEED-74C9-4F1C-B69C79E5D3DF}"/>
                    </a:ext>
                  </a:extLst>
                </p:cNvPr>
                <p:cNvSpPr/>
                <p:nvPr/>
              </p:nvSpPr>
              <p:spPr>
                <a:xfrm>
                  <a:off x="4487394" y="289540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1" name="Freeform 630">
                  <a:extLst>
                    <a:ext uri="{FF2B5EF4-FFF2-40B4-BE49-F238E27FC236}">
                      <a16:creationId xmlns:a16="http://schemas.microsoft.com/office/drawing/2014/main" id="{B64D56DF-D546-3E8A-4EE2-A241A5A83BA7}"/>
                    </a:ext>
                  </a:extLst>
                </p:cNvPr>
                <p:cNvSpPr/>
                <p:nvPr/>
              </p:nvSpPr>
              <p:spPr>
                <a:xfrm>
                  <a:off x="4487394" y="32590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2" name="Freeform 631">
                  <a:extLst>
                    <a:ext uri="{FF2B5EF4-FFF2-40B4-BE49-F238E27FC236}">
                      <a16:creationId xmlns:a16="http://schemas.microsoft.com/office/drawing/2014/main" id="{937B9637-F6FE-CC21-9EEF-D5400DA5E1CA}"/>
                    </a:ext>
                  </a:extLst>
                </p:cNvPr>
                <p:cNvSpPr/>
                <p:nvPr/>
              </p:nvSpPr>
              <p:spPr>
                <a:xfrm>
                  <a:off x="5202150" y="256418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3" name="Freeform 632">
                  <a:extLst>
                    <a:ext uri="{FF2B5EF4-FFF2-40B4-BE49-F238E27FC236}">
                      <a16:creationId xmlns:a16="http://schemas.microsoft.com/office/drawing/2014/main" id="{9BF42CDB-3200-9214-9069-D1E4423DFB90}"/>
                    </a:ext>
                  </a:extLst>
                </p:cNvPr>
                <p:cNvSpPr/>
                <p:nvPr/>
              </p:nvSpPr>
              <p:spPr>
                <a:xfrm>
                  <a:off x="4249015" y="297782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4" name="Freeform 633">
                  <a:extLst>
                    <a:ext uri="{FF2B5EF4-FFF2-40B4-BE49-F238E27FC236}">
                      <a16:creationId xmlns:a16="http://schemas.microsoft.com/office/drawing/2014/main" id="{D22AF29D-F5A5-EEA4-687A-D8E93C9ECEAA}"/>
                    </a:ext>
                  </a:extLst>
                </p:cNvPr>
                <p:cNvSpPr/>
                <p:nvPr/>
              </p:nvSpPr>
              <p:spPr>
                <a:xfrm>
                  <a:off x="5202150" y="270871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77328CA4-4B6B-CDBF-2762-EB4ECFAD8C69}"/>
                    </a:ext>
                  </a:extLst>
                </p:cNvPr>
                <p:cNvSpPr/>
                <p:nvPr/>
              </p:nvSpPr>
              <p:spPr>
                <a:xfrm>
                  <a:off x="4249015" y="316731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6" name="Freeform 635">
                  <a:extLst>
                    <a:ext uri="{FF2B5EF4-FFF2-40B4-BE49-F238E27FC236}">
                      <a16:creationId xmlns:a16="http://schemas.microsoft.com/office/drawing/2014/main" id="{19903AAF-8BEB-AD70-4B55-0AB4B7FB0306}"/>
                    </a:ext>
                  </a:extLst>
                </p:cNvPr>
                <p:cNvSpPr/>
                <p:nvPr/>
              </p:nvSpPr>
              <p:spPr>
                <a:xfrm>
                  <a:off x="5202150" y="289045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7" name="Freeform 636">
                  <a:extLst>
                    <a:ext uri="{FF2B5EF4-FFF2-40B4-BE49-F238E27FC236}">
                      <a16:creationId xmlns:a16="http://schemas.microsoft.com/office/drawing/2014/main" id="{8AD6B659-0815-55F8-5EFA-22238B8BCCA7}"/>
                    </a:ext>
                  </a:extLst>
                </p:cNvPr>
                <p:cNvSpPr/>
                <p:nvPr/>
              </p:nvSpPr>
              <p:spPr>
                <a:xfrm>
                  <a:off x="4249015" y="284231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8" name="Freeform 637">
                  <a:extLst>
                    <a:ext uri="{FF2B5EF4-FFF2-40B4-BE49-F238E27FC236}">
                      <a16:creationId xmlns:a16="http://schemas.microsoft.com/office/drawing/2014/main" id="{87417BF0-FD59-B2DA-5153-E0D07B82546A}"/>
                    </a:ext>
                  </a:extLst>
                </p:cNvPr>
                <p:cNvSpPr/>
                <p:nvPr/>
              </p:nvSpPr>
              <p:spPr>
                <a:xfrm>
                  <a:off x="5202150" y="270071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A7C5DA2A-D831-EBC2-D4C0-7209CB54B77B}"/>
                    </a:ext>
                  </a:extLst>
                </p:cNvPr>
                <p:cNvSpPr/>
                <p:nvPr/>
              </p:nvSpPr>
              <p:spPr>
                <a:xfrm>
                  <a:off x="4249015" y="294887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0" name="Freeform 639">
                  <a:extLst>
                    <a:ext uri="{FF2B5EF4-FFF2-40B4-BE49-F238E27FC236}">
                      <a16:creationId xmlns:a16="http://schemas.microsoft.com/office/drawing/2014/main" id="{D0E84D04-067F-BA25-A570-BF38BF20CA6D}"/>
                    </a:ext>
                  </a:extLst>
                </p:cNvPr>
                <p:cNvSpPr/>
                <p:nvPr/>
              </p:nvSpPr>
              <p:spPr>
                <a:xfrm>
                  <a:off x="5202150" y="281831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1" name="Freeform 640">
                  <a:extLst>
                    <a:ext uri="{FF2B5EF4-FFF2-40B4-BE49-F238E27FC236}">
                      <a16:creationId xmlns:a16="http://schemas.microsoft.com/office/drawing/2014/main" id="{52A0E293-56B3-AD09-1045-B1C4BACF9549}"/>
                    </a:ext>
                  </a:extLst>
                </p:cNvPr>
                <p:cNvSpPr/>
                <p:nvPr/>
              </p:nvSpPr>
              <p:spPr>
                <a:xfrm>
                  <a:off x="4249015" y="278148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969EC341-1DE4-1464-279B-9B9BAFBF1C05}"/>
                    </a:ext>
                  </a:extLst>
                </p:cNvPr>
                <p:cNvSpPr/>
                <p:nvPr/>
              </p:nvSpPr>
              <p:spPr>
                <a:xfrm>
                  <a:off x="4487394" y="277221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3" name="Freeform 642">
                  <a:extLst>
                    <a:ext uri="{FF2B5EF4-FFF2-40B4-BE49-F238E27FC236}">
                      <a16:creationId xmlns:a16="http://schemas.microsoft.com/office/drawing/2014/main" id="{6F6106E9-1D68-5193-F80E-890468F6913C}"/>
                    </a:ext>
                  </a:extLst>
                </p:cNvPr>
                <p:cNvSpPr/>
                <p:nvPr/>
              </p:nvSpPr>
              <p:spPr>
                <a:xfrm>
                  <a:off x="5202150" y="25224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4" name="Freeform 643">
                  <a:extLst>
                    <a:ext uri="{FF2B5EF4-FFF2-40B4-BE49-F238E27FC236}">
                      <a16:creationId xmlns:a16="http://schemas.microsoft.com/office/drawing/2014/main" id="{BE848361-9BC0-E521-BAEB-B80D900A9619}"/>
                    </a:ext>
                  </a:extLst>
                </p:cNvPr>
                <p:cNvSpPr/>
                <p:nvPr/>
              </p:nvSpPr>
              <p:spPr>
                <a:xfrm>
                  <a:off x="4249015" y="317632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5" name="Freeform 644">
                  <a:extLst>
                    <a:ext uri="{FF2B5EF4-FFF2-40B4-BE49-F238E27FC236}">
                      <a16:creationId xmlns:a16="http://schemas.microsoft.com/office/drawing/2014/main" id="{3A98BC7C-EC7D-5F7F-101C-EA73DF4E6108}"/>
                    </a:ext>
                  </a:extLst>
                </p:cNvPr>
                <p:cNvSpPr/>
                <p:nvPr/>
              </p:nvSpPr>
              <p:spPr>
                <a:xfrm>
                  <a:off x="4725646" y="280040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6" name="Freeform 645">
                  <a:extLst>
                    <a:ext uri="{FF2B5EF4-FFF2-40B4-BE49-F238E27FC236}">
                      <a16:creationId xmlns:a16="http://schemas.microsoft.com/office/drawing/2014/main" id="{519BE2A3-C513-1BD5-6BD5-173B6FB69F73}"/>
                    </a:ext>
                  </a:extLst>
                </p:cNvPr>
                <p:cNvSpPr/>
                <p:nvPr/>
              </p:nvSpPr>
              <p:spPr>
                <a:xfrm>
                  <a:off x="4487394" y="304272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7" name="Freeform 646">
                  <a:extLst>
                    <a:ext uri="{FF2B5EF4-FFF2-40B4-BE49-F238E27FC236}">
                      <a16:creationId xmlns:a16="http://schemas.microsoft.com/office/drawing/2014/main" id="{BC9841AF-F2F6-45B7-EA7C-CCACE303F384}"/>
                    </a:ext>
                  </a:extLst>
                </p:cNvPr>
                <p:cNvSpPr/>
                <p:nvPr/>
              </p:nvSpPr>
              <p:spPr>
                <a:xfrm>
                  <a:off x="4487394" y="309682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8" name="Freeform 647">
                  <a:extLst>
                    <a:ext uri="{FF2B5EF4-FFF2-40B4-BE49-F238E27FC236}">
                      <a16:creationId xmlns:a16="http://schemas.microsoft.com/office/drawing/2014/main" id="{76027700-D5C4-1845-0FBC-A85CB7318CB9}"/>
                    </a:ext>
                  </a:extLst>
                </p:cNvPr>
                <p:cNvSpPr/>
                <p:nvPr/>
              </p:nvSpPr>
              <p:spPr>
                <a:xfrm>
                  <a:off x="4963898" y="298392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49" name="Freeform 648">
                  <a:extLst>
                    <a:ext uri="{FF2B5EF4-FFF2-40B4-BE49-F238E27FC236}">
                      <a16:creationId xmlns:a16="http://schemas.microsoft.com/office/drawing/2014/main" id="{44C74E05-55B3-8FB2-693B-F110EE2EB740}"/>
                    </a:ext>
                  </a:extLst>
                </p:cNvPr>
                <p:cNvSpPr/>
                <p:nvPr/>
              </p:nvSpPr>
              <p:spPr>
                <a:xfrm>
                  <a:off x="4487394" y="295763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50" name="Freeform 649">
                  <a:extLst>
                    <a:ext uri="{FF2B5EF4-FFF2-40B4-BE49-F238E27FC236}">
                      <a16:creationId xmlns:a16="http://schemas.microsoft.com/office/drawing/2014/main" id="{01550EC7-36F0-96DB-387F-652C9EB53B73}"/>
                    </a:ext>
                  </a:extLst>
                </p:cNvPr>
                <p:cNvSpPr/>
                <p:nvPr/>
              </p:nvSpPr>
              <p:spPr>
                <a:xfrm>
                  <a:off x="4487394" y="32590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E15FA5A0-5901-54EA-9AF9-09CCF2328331}"/>
                    </a:ext>
                  </a:extLst>
                </p:cNvPr>
                <p:cNvSpPr txBox="1"/>
                <p:nvPr/>
              </p:nvSpPr>
              <p:spPr>
                <a:xfrm>
                  <a:off x="4151329" y="2317442"/>
                  <a:ext cx="51328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0.41</a:t>
                  </a:r>
                </a:p>
              </p:txBody>
            </p:sp>
            <p:sp>
              <p:nvSpPr>
                <p:cNvPr id="652" name="Freeform 651">
                  <a:extLst>
                    <a:ext uri="{FF2B5EF4-FFF2-40B4-BE49-F238E27FC236}">
                      <a16:creationId xmlns:a16="http://schemas.microsoft.com/office/drawing/2014/main" id="{527C289A-3075-F2FF-C9D0-B1FEC9A14657}"/>
                    </a:ext>
                  </a:extLst>
                </p:cNvPr>
                <p:cNvSpPr/>
                <p:nvPr/>
              </p:nvSpPr>
              <p:spPr>
                <a:xfrm>
                  <a:off x="4267049" y="2466778"/>
                  <a:ext cx="214502" cy="12700"/>
                </a:xfrm>
                <a:custGeom>
                  <a:avLst/>
                  <a:gdLst>
                    <a:gd name="csX0" fmla="*/ 0 w 214502"/>
                    <a:gd name="csY0" fmla="*/ 0 h 12700"/>
                    <a:gd name="csX1" fmla="*/ 214503 w 21450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14502" h="12700">
                      <a:moveTo>
                        <a:pt x="0" y="0"/>
                      </a:moveTo>
                      <a:lnTo>
                        <a:pt x="214503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4D252AE2-E279-0FB4-7FD3-BE17A6AEFECE}"/>
                    </a:ext>
                  </a:extLst>
                </p:cNvPr>
                <p:cNvSpPr txBox="1"/>
                <p:nvPr/>
              </p:nvSpPr>
              <p:spPr>
                <a:xfrm>
                  <a:off x="4635627" y="2273183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654" name="Freeform 653">
                  <a:extLst>
                    <a:ext uri="{FF2B5EF4-FFF2-40B4-BE49-F238E27FC236}">
                      <a16:creationId xmlns:a16="http://schemas.microsoft.com/office/drawing/2014/main" id="{29BA25FC-98BE-91BF-83D9-6FA74CDC5611}"/>
                    </a:ext>
                  </a:extLst>
                </p:cNvPr>
                <p:cNvSpPr/>
                <p:nvPr/>
              </p:nvSpPr>
              <p:spPr>
                <a:xfrm>
                  <a:off x="4529177" y="2466778"/>
                  <a:ext cx="691007" cy="12700"/>
                </a:xfrm>
                <a:custGeom>
                  <a:avLst/>
                  <a:gdLst>
                    <a:gd name="csX0" fmla="*/ 0 w 691007"/>
                    <a:gd name="csY0" fmla="*/ 0 h 12700"/>
                    <a:gd name="csX1" fmla="*/ 691007 w 69100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691007" h="12700">
                      <a:moveTo>
                        <a:pt x="0" y="0"/>
                      </a:moveTo>
                      <a:lnTo>
                        <a:pt x="69100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55" name="TextBox 654">
                  <a:extLst>
                    <a:ext uri="{FF2B5EF4-FFF2-40B4-BE49-F238E27FC236}">
                      <a16:creationId xmlns:a16="http://schemas.microsoft.com/office/drawing/2014/main" id="{73E4844A-F788-9B77-1817-6689DFC98FEF}"/>
                    </a:ext>
                  </a:extLst>
                </p:cNvPr>
                <p:cNvSpPr txBox="1"/>
                <p:nvPr/>
              </p:nvSpPr>
              <p:spPr>
                <a:xfrm>
                  <a:off x="4553788" y="2162693"/>
                  <a:ext cx="383438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656" name="Freeform 655">
                  <a:extLst>
                    <a:ext uri="{FF2B5EF4-FFF2-40B4-BE49-F238E27FC236}">
                      <a16:creationId xmlns:a16="http://schemas.microsoft.com/office/drawing/2014/main" id="{84BE5F5C-3460-65A1-0521-062027F4C0B4}"/>
                    </a:ext>
                  </a:extLst>
                </p:cNvPr>
                <p:cNvSpPr/>
                <p:nvPr/>
              </p:nvSpPr>
              <p:spPr>
                <a:xfrm>
                  <a:off x="4267049" y="2356288"/>
                  <a:ext cx="953135" cy="12700"/>
                </a:xfrm>
                <a:custGeom>
                  <a:avLst/>
                  <a:gdLst>
                    <a:gd name="csX0" fmla="*/ 0 w 953135"/>
                    <a:gd name="csY0" fmla="*/ 0 h 12700"/>
                    <a:gd name="csX1" fmla="*/ 953135 w 95313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135" h="12700">
                      <a:moveTo>
                        <a:pt x="0" y="0"/>
                      </a:moveTo>
                      <a:lnTo>
                        <a:pt x="95313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657" name="Graphic 525">
                <a:extLst>
                  <a:ext uri="{FF2B5EF4-FFF2-40B4-BE49-F238E27FC236}">
                    <a16:creationId xmlns:a16="http://schemas.microsoft.com/office/drawing/2014/main" id="{0865BE47-6924-D0E1-1987-2AC7471A4BA9}"/>
                  </a:ext>
                </a:extLst>
              </p:cNvPr>
              <p:cNvGrpSpPr/>
              <p:nvPr/>
            </p:nvGrpSpPr>
            <p:grpSpPr>
              <a:xfrm>
                <a:off x="3746312" y="1891980"/>
                <a:ext cx="1616873" cy="1678695"/>
                <a:chOff x="3746312" y="1891980"/>
                <a:chExt cx="1616873" cy="1678695"/>
              </a:xfrm>
            </p:grpSpPr>
            <p:sp>
              <p:nvSpPr>
                <p:cNvPr id="658" name="Freeform 657">
                  <a:extLst>
                    <a:ext uri="{FF2B5EF4-FFF2-40B4-BE49-F238E27FC236}">
                      <a16:creationId xmlns:a16="http://schemas.microsoft.com/office/drawing/2014/main" id="{8C65A7FE-C80D-B710-9A90-BEE62E9264E9}"/>
                    </a:ext>
                  </a:extLst>
                </p:cNvPr>
                <p:cNvSpPr/>
                <p:nvPr/>
              </p:nvSpPr>
              <p:spPr>
                <a:xfrm>
                  <a:off x="4124173" y="219423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59" name="TextBox 658">
                  <a:extLst>
                    <a:ext uri="{FF2B5EF4-FFF2-40B4-BE49-F238E27FC236}">
                      <a16:creationId xmlns:a16="http://schemas.microsoft.com/office/drawing/2014/main" id="{D8E9D55A-6FC7-8747-EA34-01683F3F45DB}"/>
                    </a:ext>
                  </a:extLst>
                </p:cNvPr>
                <p:cNvSpPr txBox="1"/>
                <p:nvPr/>
              </p:nvSpPr>
              <p:spPr>
                <a:xfrm>
                  <a:off x="3808467" y="3170149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660" name="TextBox 659">
                  <a:extLst>
                    <a:ext uri="{FF2B5EF4-FFF2-40B4-BE49-F238E27FC236}">
                      <a16:creationId xmlns:a16="http://schemas.microsoft.com/office/drawing/2014/main" id="{E838C160-9225-5D1B-07B1-51567D130A6B}"/>
                    </a:ext>
                  </a:extLst>
                </p:cNvPr>
                <p:cNvSpPr txBox="1"/>
                <p:nvPr/>
              </p:nvSpPr>
              <p:spPr>
                <a:xfrm>
                  <a:off x="3808467" y="2959202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5%</a:t>
                  </a:r>
                </a:p>
              </p:txBody>
            </p:sp>
            <p:sp>
              <p:nvSpPr>
                <p:cNvPr id="661" name="TextBox 660">
                  <a:extLst>
                    <a:ext uri="{FF2B5EF4-FFF2-40B4-BE49-F238E27FC236}">
                      <a16:creationId xmlns:a16="http://schemas.microsoft.com/office/drawing/2014/main" id="{BE3F40FA-821D-CE00-9806-E98D1025BCEC}"/>
                    </a:ext>
                  </a:extLst>
                </p:cNvPr>
                <p:cNvSpPr txBox="1"/>
                <p:nvPr/>
              </p:nvSpPr>
              <p:spPr>
                <a:xfrm>
                  <a:off x="3746312" y="274825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10%</a:t>
                  </a:r>
                </a:p>
              </p:txBody>
            </p:sp>
            <p:sp>
              <p:nvSpPr>
                <p:cNvPr id="662" name="TextBox 661">
                  <a:extLst>
                    <a:ext uri="{FF2B5EF4-FFF2-40B4-BE49-F238E27FC236}">
                      <a16:creationId xmlns:a16="http://schemas.microsoft.com/office/drawing/2014/main" id="{6B4ADFAC-6642-7B94-2581-7509F420F7B5}"/>
                    </a:ext>
                  </a:extLst>
                </p:cNvPr>
                <p:cNvSpPr txBox="1"/>
                <p:nvPr/>
              </p:nvSpPr>
              <p:spPr>
                <a:xfrm>
                  <a:off x="3746312" y="2537308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15%</a:t>
                  </a:r>
                </a:p>
              </p:txBody>
            </p:sp>
            <p:sp>
              <p:nvSpPr>
                <p:cNvPr id="663" name="TextBox 662">
                  <a:extLst>
                    <a:ext uri="{FF2B5EF4-FFF2-40B4-BE49-F238E27FC236}">
                      <a16:creationId xmlns:a16="http://schemas.microsoft.com/office/drawing/2014/main" id="{A17B8AF9-BE2A-703A-A737-6D5C2086615E}"/>
                    </a:ext>
                  </a:extLst>
                </p:cNvPr>
                <p:cNvSpPr txBox="1"/>
                <p:nvPr/>
              </p:nvSpPr>
              <p:spPr>
                <a:xfrm>
                  <a:off x="3746312" y="2326361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664" name="TextBox 663">
                  <a:extLst>
                    <a:ext uri="{FF2B5EF4-FFF2-40B4-BE49-F238E27FC236}">
                      <a16:creationId xmlns:a16="http://schemas.microsoft.com/office/drawing/2014/main" id="{D553CF17-DDDB-B44B-B2B8-9DF3564C6462}"/>
                    </a:ext>
                  </a:extLst>
                </p:cNvPr>
                <p:cNvSpPr txBox="1"/>
                <p:nvPr/>
              </p:nvSpPr>
              <p:spPr>
                <a:xfrm>
                  <a:off x="3746312" y="2115414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25%</a:t>
                  </a:r>
                </a:p>
              </p:txBody>
            </p:sp>
            <p:sp>
              <p:nvSpPr>
                <p:cNvPr id="665" name="Freeform 664">
                  <a:extLst>
                    <a:ext uri="{FF2B5EF4-FFF2-40B4-BE49-F238E27FC236}">
                      <a16:creationId xmlns:a16="http://schemas.microsoft.com/office/drawing/2014/main" id="{2E0B6029-D1B3-906B-7E11-E0E8B51AAEDD}"/>
                    </a:ext>
                  </a:extLst>
                </p:cNvPr>
                <p:cNvSpPr/>
                <p:nvPr/>
              </p:nvSpPr>
              <p:spPr>
                <a:xfrm>
                  <a:off x="4089376" y="3277038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66" name="Freeform 665">
                  <a:extLst>
                    <a:ext uri="{FF2B5EF4-FFF2-40B4-BE49-F238E27FC236}">
                      <a16:creationId xmlns:a16="http://schemas.microsoft.com/office/drawing/2014/main" id="{66668CA7-9DB8-4E1A-7469-24225E7B1029}"/>
                    </a:ext>
                  </a:extLst>
                </p:cNvPr>
                <p:cNvSpPr/>
                <p:nvPr/>
              </p:nvSpPr>
              <p:spPr>
                <a:xfrm>
                  <a:off x="4089376" y="3066091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67" name="Freeform 666">
                  <a:extLst>
                    <a:ext uri="{FF2B5EF4-FFF2-40B4-BE49-F238E27FC236}">
                      <a16:creationId xmlns:a16="http://schemas.microsoft.com/office/drawing/2014/main" id="{A4C63BF4-4C3B-B20D-641B-70E31916F579}"/>
                    </a:ext>
                  </a:extLst>
                </p:cNvPr>
                <p:cNvSpPr/>
                <p:nvPr/>
              </p:nvSpPr>
              <p:spPr>
                <a:xfrm>
                  <a:off x="4089376" y="2855144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68" name="Freeform 667">
                  <a:extLst>
                    <a:ext uri="{FF2B5EF4-FFF2-40B4-BE49-F238E27FC236}">
                      <a16:creationId xmlns:a16="http://schemas.microsoft.com/office/drawing/2014/main" id="{14856FF4-041D-DB3E-CF9C-786D8F4D8B29}"/>
                    </a:ext>
                  </a:extLst>
                </p:cNvPr>
                <p:cNvSpPr/>
                <p:nvPr/>
              </p:nvSpPr>
              <p:spPr>
                <a:xfrm>
                  <a:off x="4089376" y="2644197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69" name="Freeform 668">
                  <a:extLst>
                    <a:ext uri="{FF2B5EF4-FFF2-40B4-BE49-F238E27FC236}">
                      <a16:creationId xmlns:a16="http://schemas.microsoft.com/office/drawing/2014/main" id="{F64EADD2-4B8E-762D-525D-B803A8DEC715}"/>
                    </a:ext>
                  </a:extLst>
                </p:cNvPr>
                <p:cNvSpPr/>
                <p:nvPr/>
              </p:nvSpPr>
              <p:spPr>
                <a:xfrm>
                  <a:off x="4089376" y="2433250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0" name="Freeform 669">
                  <a:extLst>
                    <a:ext uri="{FF2B5EF4-FFF2-40B4-BE49-F238E27FC236}">
                      <a16:creationId xmlns:a16="http://schemas.microsoft.com/office/drawing/2014/main" id="{8EC4C8A5-DE01-8D6B-348F-B8B82A7CD95A}"/>
                    </a:ext>
                  </a:extLst>
                </p:cNvPr>
                <p:cNvSpPr/>
                <p:nvPr/>
              </p:nvSpPr>
              <p:spPr>
                <a:xfrm>
                  <a:off x="4089376" y="2222302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1" name="Freeform 670">
                  <a:extLst>
                    <a:ext uri="{FF2B5EF4-FFF2-40B4-BE49-F238E27FC236}">
                      <a16:creationId xmlns:a16="http://schemas.microsoft.com/office/drawing/2014/main" id="{DCB8CDBC-B7DC-6150-B3B0-0BF64A76BD3D}"/>
                    </a:ext>
                  </a:extLst>
                </p:cNvPr>
                <p:cNvSpPr/>
                <p:nvPr/>
              </p:nvSpPr>
              <p:spPr>
                <a:xfrm>
                  <a:off x="4124173" y="3328600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2" name="Freeform 671">
                  <a:extLst>
                    <a:ext uri="{FF2B5EF4-FFF2-40B4-BE49-F238E27FC236}">
                      <a16:creationId xmlns:a16="http://schemas.microsoft.com/office/drawing/2014/main" id="{D24FF78A-8C0D-F763-316A-1C915BB5F01D}"/>
                    </a:ext>
                  </a:extLst>
                </p:cNvPr>
                <p:cNvSpPr/>
                <p:nvPr/>
              </p:nvSpPr>
              <p:spPr>
                <a:xfrm>
                  <a:off x="4267048" y="33286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3" name="Freeform 672">
                  <a:extLst>
                    <a:ext uri="{FF2B5EF4-FFF2-40B4-BE49-F238E27FC236}">
                      <a16:creationId xmlns:a16="http://schemas.microsoft.com/office/drawing/2014/main" id="{3ABF26E3-B299-69F3-8C8B-C91F8DE569C4}"/>
                    </a:ext>
                  </a:extLst>
                </p:cNvPr>
                <p:cNvSpPr/>
                <p:nvPr/>
              </p:nvSpPr>
              <p:spPr>
                <a:xfrm>
                  <a:off x="4505428" y="33286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4" name="Freeform 673">
                  <a:extLst>
                    <a:ext uri="{FF2B5EF4-FFF2-40B4-BE49-F238E27FC236}">
                      <a16:creationId xmlns:a16="http://schemas.microsoft.com/office/drawing/2014/main" id="{02444258-A545-8BD1-4327-B556730504DE}"/>
                    </a:ext>
                  </a:extLst>
                </p:cNvPr>
                <p:cNvSpPr/>
                <p:nvPr/>
              </p:nvSpPr>
              <p:spPr>
                <a:xfrm>
                  <a:off x="4743679" y="33286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5" name="Freeform 674">
                  <a:extLst>
                    <a:ext uri="{FF2B5EF4-FFF2-40B4-BE49-F238E27FC236}">
                      <a16:creationId xmlns:a16="http://schemas.microsoft.com/office/drawing/2014/main" id="{7F574900-A816-FD59-3F93-9F02E18DA610}"/>
                    </a:ext>
                  </a:extLst>
                </p:cNvPr>
                <p:cNvSpPr/>
                <p:nvPr/>
              </p:nvSpPr>
              <p:spPr>
                <a:xfrm>
                  <a:off x="4981932" y="33286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11042102-E377-30BF-C195-8B6BC9F5E1E1}"/>
                    </a:ext>
                  </a:extLst>
                </p:cNvPr>
                <p:cNvSpPr/>
                <p:nvPr/>
              </p:nvSpPr>
              <p:spPr>
                <a:xfrm>
                  <a:off x="5220184" y="33286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77" name="TextBox 676">
                  <a:extLst>
                    <a:ext uri="{FF2B5EF4-FFF2-40B4-BE49-F238E27FC236}">
                      <a16:creationId xmlns:a16="http://schemas.microsoft.com/office/drawing/2014/main" id="{E36B3622-BF32-8F2B-292D-E27EF76AE1BF}"/>
                    </a:ext>
                  </a:extLst>
                </p:cNvPr>
                <p:cNvSpPr txBox="1"/>
                <p:nvPr/>
              </p:nvSpPr>
              <p:spPr>
                <a:xfrm>
                  <a:off x="4129060" y="332445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678" name="TextBox 677">
                  <a:extLst>
                    <a:ext uri="{FF2B5EF4-FFF2-40B4-BE49-F238E27FC236}">
                      <a16:creationId xmlns:a16="http://schemas.microsoft.com/office/drawing/2014/main" id="{172C09C7-DE34-A14E-2E09-C4A24D201DE1}"/>
                    </a:ext>
                  </a:extLst>
                </p:cNvPr>
                <p:cNvSpPr txBox="1"/>
                <p:nvPr/>
              </p:nvSpPr>
              <p:spPr>
                <a:xfrm>
                  <a:off x="4398462" y="332445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679" name="TextBox 678">
                  <a:extLst>
                    <a:ext uri="{FF2B5EF4-FFF2-40B4-BE49-F238E27FC236}">
                      <a16:creationId xmlns:a16="http://schemas.microsoft.com/office/drawing/2014/main" id="{F07A51F4-4429-2E38-5B4E-D530B26AD675}"/>
                    </a:ext>
                  </a:extLst>
                </p:cNvPr>
                <p:cNvSpPr txBox="1"/>
                <p:nvPr/>
              </p:nvSpPr>
              <p:spPr>
                <a:xfrm>
                  <a:off x="4605636" y="332445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680" name="TextBox 679">
                  <a:extLst>
                    <a:ext uri="{FF2B5EF4-FFF2-40B4-BE49-F238E27FC236}">
                      <a16:creationId xmlns:a16="http://schemas.microsoft.com/office/drawing/2014/main" id="{A07191E8-D99B-6A17-ED4A-435B43B4776E}"/>
                    </a:ext>
                  </a:extLst>
                </p:cNvPr>
                <p:cNvSpPr txBox="1"/>
                <p:nvPr/>
              </p:nvSpPr>
              <p:spPr>
                <a:xfrm>
                  <a:off x="4816003" y="332445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681" name="TextBox 680">
                  <a:extLst>
                    <a:ext uri="{FF2B5EF4-FFF2-40B4-BE49-F238E27FC236}">
                      <a16:creationId xmlns:a16="http://schemas.microsoft.com/office/drawing/2014/main" id="{EDA2BCE2-B7CA-B093-A780-20407C3ABA3F}"/>
                    </a:ext>
                  </a:extLst>
                </p:cNvPr>
                <p:cNvSpPr txBox="1"/>
                <p:nvPr/>
              </p:nvSpPr>
              <p:spPr>
                <a:xfrm>
                  <a:off x="5094610" y="332445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684" name="TextBox 683">
                  <a:extLst>
                    <a:ext uri="{FF2B5EF4-FFF2-40B4-BE49-F238E27FC236}">
                      <a16:creationId xmlns:a16="http://schemas.microsoft.com/office/drawing/2014/main" id="{53E58DBC-DEFA-6722-B585-1F647A7DBB62}"/>
                    </a:ext>
                  </a:extLst>
                </p:cNvPr>
                <p:cNvSpPr txBox="1"/>
                <p:nvPr/>
              </p:nvSpPr>
              <p:spPr>
                <a:xfrm>
                  <a:off x="4130936" y="1891980"/>
                  <a:ext cx="1209474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i="1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</a:t>
                  </a:r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gr</a:t>
                  </a:r>
                  <a:r>
                    <a:rPr lang="en-US" sz="1100" i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+</a:t>
                  </a:r>
                  <a:endPara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685" name="Graphic 527">
              <a:extLst>
                <a:ext uri="{FF2B5EF4-FFF2-40B4-BE49-F238E27FC236}">
                  <a16:creationId xmlns:a16="http://schemas.microsoft.com/office/drawing/2014/main" id="{0F75F886-23F0-C6DE-7CD1-610CDAECF2CE}"/>
                </a:ext>
              </a:extLst>
            </p:cNvPr>
            <p:cNvGrpSpPr/>
            <p:nvPr/>
          </p:nvGrpSpPr>
          <p:grpSpPr>
            <a:xfrm>
              <a:off x="5085116" y="1878390"/>
              <a:ext cx="1633491" cy="1678695"/>
              <a:chOff x="5155040" y="3720780"/>
              <a:chExt cx="1633491" cy="1678695"/>
            </a:xfrm>
          </p:grpSpPr>
          <p:grpSp>
            <p:nvGrpSpPr>
              <p:cNvPr id="688" name="Graphic 527">
                <a:extLst>
                  <a:ext uri="{FF2B5EF4-FFF2-40B4-BE49-F238E27FC236}">
                    <a16:creationId xmlns:a16="http://schemas.microsoft.com/office/drawing/2014/main" id="{D8BD21F9-B56F-AD1C-844D-58C085898052}"/>
                  </a:ext>
                </a:extLst>
              </p:cNvPr>
              <p:cNvGrpSpPr/>
              <p:nvPr/>
            </p:nvGrpSpPr>
            <p:grpSpPr>
              <a:xfrm>
                <a:off x="5518094" y="3992762"/>
                <a:ext cx="1270437" cy="1164764"/>
                <a:chOff x="5518094" y="3992762"/>
                <a:chExt cx="1270437" cy="1164764"/>
              </a:xfrm>
            </p:grpSpPr>
            <p:sp>
              <p:nvSpPr>
                <p:cNvPr id="689" name="Freeform 688">
                  <a:extLst>
                    <a:ext uri="{FF2B5EF4-FFF2-40B4-BE49-F238E27FC236}">
                      <a16:creationId xmlns:a16="http://schemas.microsoft.com/office/drawing/2014/main" id="{A8201621-065E-466E-0340-8B01276AFA04}"/>
                    </a:ext>
                  </a:extLst>
                </p:cNvPr>
                <p:cNvSpPr/>
                <p:nvPr/>
              </p:nvSpPr>
              <p:spPr>
                <a:xfrm>
                  <a:off x="5549392" y="4023036"/>
                  <a:ext cx="1239139" cy="1134490"/>
                </a:xfrm>
                <a:custGeom>
                  <a:avLst/>
                  <a:gdLst>
                    <a:gd name="csX0" fmla="*/ 0 w 1239139"/>
                    <a:gd name="csY0" fmla="*/ 0 h 1134490"/>
                    <a:gd name="csX1" fmla="*/ 1239139 w 1239139"/>
                    <a:gd name="csY1" fmla="*/ 0 h 1134490"/>
                    <a:gd name="csX2" fmla="*/ 1239139 w 1239139"/>
                    <a:gd name="csY2" fmla="*/ 1134491 h 1134490"/>
                    <a:gd name="csX3" fmla="*/ 0 w 1239139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239139" h="1134490">
                      <a:moveTo>
                        <a:pt x="0" y="0"/>
                      </a:moveTo>
                      <a:lnTo>
                        <a:pt x="1239139" y="0"/>
                      </a:lnTo>
                      <a:lnTo>
                        <a:pt x="1239139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0" name="Freeform 689">
                  <a:extLst>
                    <a:ext uri="{FF2B5EF4-FFF2-40B4-BE49-F238E27FC236}">
                      <a16:creationId xmlns:a16="http://schemas.microsoft.com/office/drawing/2014/main" id="{D5987CA7-8033-5C7E-27DD-F7AE0F6F0EE3}"/>
                    </a:ext>
                  </a:extLst>
                </p:cNvPr>
                <p:cNvSpPr/>
                <p:nvPr/>
              </p:nvSpPr>
              <p:spPr>
                <a:xfrm>
                  <a:off x="5585079" y="4940357"/>
                  <a:ext cx="214503" cy="165607"/>
                </a:xfrm>
                <a:custGeom>
                  <a:avLst/>
                  <a:gdLst>
                    <a:gd name="csX0" fmla="*/ 0 w 214503"/>
                    <a:gd name="csY0" fmla="*/ 0 h 165607"/>
                    <a:gd name="csX1" fmla="*/ 214503 w 214503"/>
                    <a:gd name="csY1" fmla="*/ 0 h 165607"/>
                    <a:gd name="csX2" fmla="*/ 214503 w 214503"/>
                    <a:gd name="csY2" fmla="*/ 165608 h 165607"/>
                    <a:gd name="csX3" fmla="*/ 0 w 214503"/>
                    <a:gd name="csY3" fmla="*/ 165608 h 16560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165607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165608"/>
                      </a:lnTo>
                      <a:lnTo>
                        <a:pt x="0" y="165608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1" name="Freeform 690">
                  <a:extLst>
                    <a:ext uri="{FF2B5EF4-FFF2-40B4-BE49-F238E27FC236}">
                      <a16:creationId xmlns:a16="http://schemas.microsoft.com/office/drawing/2014/main" id="{F28A89C1-9B97-C2E9-CDD3-E49AD4BF0651}"/>
                    </a:ext>
                  </a:extLst>
                </p:cNvPr>
                <p:cNvSpPr/>
                <p:nvPr/>
              </p:nvSpPr>
              <p:spPr>
                <a:xfrm>
                  <a:off x="5823331" y="4929054"/>
                  <a:ext cx="214503" cy="176784"/>
                </a:xfrm>
                <a:custGeom>
                  <a:avLst/>
                  <a:gdLst>
                    <a:gd name="csX0" fmla="*/ 0 w 214503"/>
                    <a:gd name="csY0" fmla="*/ 0 h 176784"/>
                    <a:gd name="csX1" fmla="*/ 214503 w 214503"/>
                    <a:gd name="csY1" fmla="*/ 0 h 176784"/>
                    <a:gd name="csX2" fmla="*/ 214503 w 214503"/>
                    <a:gd name="csY2" fmla="*/ 176784 h 176784"/>
                    <a:gd name="csX3" fmla="*/ 0 w 214503"/>
                    <a:gd name="csY3" fmla="*/ 176784 h 17678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176784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176784"/>
                      </a:lnTo>
                      <a:lnTo>
                        <a:pt x="0" y="176784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2" name="Freeform 691">
                  <a:extLst>
                    <a:ext uri="{FF2B5EF4-FFF2-40B4-BE49-F238E27FC236}">
                      <a16:creationId xmlns:a16="http://schemas.microsoft.com/office/drawing/2014/main" id="{1133118B-79DC-655D-638C-26C65ABF935F}"/>
                    </a:ext>
                  </a:extLst>
                </p:cNvPr>
                <p:cNvSpPr/>
                <p:nvPr/>
              </p:nvSpPr>
              <p:spPr>
                <a:xfrm>
                  <a:off x="6061583" y="4629588"/>
                  <a:ext cx="214503" cy="476250"/>
                </a:xfrm>
                <a:custGeom>
                  <a:avLst/>
                  <a:gdLst>
                    <a:gd name="csX0" fmla="*/ 0 w 214503"/>
                    <a:gd name="csY0" fmla="*/ 0 h 476250"/>
                    <a:gd name="csX1" fmla="*/ 214503 w 214503"/>
                    <a:gd name="csY1" fmla="*/ 0 h 476250"/>
                    <a:gd name="csX2" fmla="*/ 214503 w 214503"/>
                    <a:gd name="csY2" fmla="*/ 476250 h 476250"/>
                    <a:gd name="csX3" fmla="*/ 0 w 214503"/>
                    <a:gd name="csY3" fmla="*/ 476250 h 4762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476250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76250"/>
                      </a:lnTo>
                      <a:lnTo>
                        <a:pt x="0" y="476250"/>
                      </a:lnTo>
                      <a:close/>
                    </a:path>
                  </a:pathLst>
                </a:custGeom>
                <a:solidFill>
                  <a:srgbClr val="F7F056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3" name="Freeform 692">
                  <a:extLst>
                    <a:ext uri="{FF2B5EF4-FFF2-40B4-BE49-F238E27FC236}">
                      <a16:creationId xmlns:a16="http://schemas.microsoft.com/office/drawing/2014/main" id="{03F6DF0C-EB92-B566-A9AF-27E8DE1CB61C}"/>
                    </a:ext>
                  </a:extLst>
                </p:cNvPr>
                <p:cNvSpPr/>
                <p:nvPr/>
              </p:nvSpPr>
              <p:spPr>
                <a:xfrm>
                  <a:off x="6299962" y="4483665"/>
                  <a:ext cx="214503" cy="622300"/>
                </a:xfrm>
                <a:custGeom>
                  <a:avLst/>
                  <a:gdLst>
                    <a:gd name="csX0" fmla="*/ 0 w 214503"/>
                    <a:gd name="csY0" fmla="*/ 0 h 622300"/>
                    <a:gd name="csX1" fmla="*/ 214503 w 214503"/>
                    <a:gd name="csY1" fmla="*/ 0 h 622300"/>
                    <a:gd name="csX2" fmla="*/ 214503 w 214503"/>
                    <a:gd name="csY2" fmla="*/ 622300 h 622300"/>
                    <a:gd name="csX3" fmla="*/ 0 w 214503"/>
                    <a:gd name="csY3" fmla="*/ 622300 h 6223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3" h="622300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622300"/>
                      </a:lnTo>
                      <a:lnTo>
                        <a:pt x="0" y="622300"/>
                      </a:lnTo>
                      <a:close/>
                    </a:path>
                  </a:pathLst>
                </a:custGeom>
                <a:solidFill>
                  <a:srgbClr val="7BAFDE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4" name="Freeform 693">
                  <a:extLst>
                    <a:ext uri="{FF2B5EF4-FFF2-40B4-BE49-F238E27FC236}">
                      <a16:creationId xmlns:a16="http://schemas.microsoft.com/office/drawing/2014/main" id="{32CC7753-7A12-5CEB-B9B3-DAC7037AEC32}"/>
                    </a:ext>
                  </a:extLst>
                </p:cNvPr>
                <p:cNvSpPr/>
                <p:nvPr/>
              </p:nvSpPr>
              <p:spPr>
                <a:xfrm>
                  <a:off x="6538214" y="4695374"/>
                  <a:ext cx="214502" cy="410591"/>
                </a:xfrm>
                <a:custGeom>
                  <a:avLst/>
                  <a:gdLst>
                    <a:gd name="csX0" fmla="*/ 0 w 214502"/>
                    <a:gd name="csY0" fmla="*/ 0 h 410591"/>
                    <a:gd name="csX1" fmla="*/ 214503 w 214502"/>
                    <a:gd name="csY1" fmla="*/ 0 h 410591"/>
                    <a:gd name="csX2" fmla="*/ 214503 w 214502"/>
                    <a:gd name="csY2" fmla="*/ 410591 h 410591"/>
                    <a:gd name="csX3" fmla="*/ 0 w 214502"/>
                    <a:gd name="csY3" fmla="*/ 410591 h 41059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14502" h="410591">
                      <a:moveTo>
                        <a:pt x="0" y="0"/>
                      </a:moveTo>
                      <a:lnTo>
                        <a:pt x="214503" y="0"/>
                      </a:lnTo>
                      <a:lnTo>
                        <a:pt x="214503" y="410591"/>
                      </a:lnTo>
                      <a:lnTo>
                        <a:pt x="0" y="410591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5" name="Freeform 694">
                  <a:extLst>
                    <a:ext uri="{FF2B5EF4-FFF2-40B4-BE49-F238E27FC236}">
                      <a16:creationId xmlns:a16="http://schemas.microsoft.com/office/drawing/2014/main" id="{3C504863-EA18-14F4-9D3D-62847E5B5B3F}"/>
                    </a:ext>
                  </a:extLst>
                </p:cNvPr>
                <p:cNvSpPr/>
                <p:nvPr/>
              </p:nvSpPr>
              <p:spPr>
                <a:xfrm>
                  <a:off x="5644641" y="4894255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6" name="Freeform 695">
                  <a:extLst>
                    <a:ext uri="{FF2B5EF4-FFF2-40B4-BE49-F238E27FC236}">
                      <a16:creationId xmlns:a16="http://schemas.microsoft.com/office/drawing/2014/main" id="{2AFC7561-DA6A-7A45-A91D-108D1F9BED86}"/>
                    </a:ext>
                  </a:extLst>
                </p:cNvPr>
                <p:cNvSpPr/>
                <p:nvPr/>
              </p:nvSpPr>
              <p:spPr>
                <a:xfrm>
                  <a:off x="5692266" y="4894255"/>
                  <a:ext cx="12700" cy="92075"/>
                </a:xfrm>
                <a:custGeom>
                  <a:avLst/>
                  <a:gdLst>
                    <a:gd name="csX0" fmla="*/ 0 w 12700"/>
                    <a:gd name="csY0" fmla="*/ 0 h 92075"/>
                    <a:gd name="csX1" fmla="*/ 0 w 12700"/>
                    <a:gd name="csY1" fmla="*/ 92075 h 920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92075">
                      <a:moveTo>
                        <a:pt x="0" y="0"/>
                      </a:moveTo>
                      <a:lnTo>
                        <a:pt x="0" y="92075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7" name="Freeform 696">
                  <a:extLst>
                    <a:ext uri="{FF2B5EF4-FFF2-40B4-BE49-F238E27FC236}">
                      <a16:creationId xmlns:a16="http://schemas.microsoft.com/office/drawing/2014/main" id="{1CB49AF4-EA6E-5199-3499-38CD29B75484}"/>
                    </a:ext>
                  </a:extLst>
                </p:cNvPr>
                <p:cNvSpPr/>
                <p:nvPr/>
              </p:nvSpPr>
              <p:spPr>
                <a:xfrm>
                  <a:off x="5644641" y="4986330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8" name="Freeform 697">
                  <a:extLst>
                    <a:ext uri="{FF2B5EF4-FFF2-40B4-BE49-F238E27FC236}">
                      <a16:creationId xmlns:a16="http://schemas.microsoft.com/office/drawing/2014/main" id="{A23E5CCB-90D5-52F9-FA8F-C701E323408A}"/>
                    </a:ext>
                  </a:extLst>
                </p:cNvPr>
                <p:cNvSpPr/>
                <p:nvPr/>
              </p:nvSpPr>
              <p:spPr>
                <a:xfrm>
                  <a:off x="5882894" y="4905177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699" name="Freeform 698">
                  <a:extLst>
                    <a:ext uri="{FF2B5EF4-FFF2-40B4-BE49-F238E27FC236}">
                      <a16:creationId xmlns:a16="http://schemas.microsoft.com/office/drawing/2014/main" id="{324D2E5F-BF69-6C76-59EC-FCDA05EB1B62}"/>
                    </a:ext>
                  </a:extLst>
                </p:cNvPr>
                <p:cNvSpPr/>
                <p:nvPr/>
              </p:nvSpPr>
              <p:spPr>
                <a:xfrm>
                  <a:off x="5930646" y="4905177"/>
                  <a:ext cx="12700" cy="47752"/>
                </a:xfrm>
                <a:custGeom>
                  <a:avLst/>
                  <a:gdLst>
                    <a:gd name="csX0" fmla="*/ 0 w 12700"/>
                    <a:gd name="csY0" fmla="*/ 0 h 47752"/>
                    <a:gd name="csX1" fmla="*/ 0 w 12700"/>
                    <a:gd name="csY1" fmla="*/ 47752 h 477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47752">
                      <a:moveTo>
                        <a:pt x="0" y="0"/>
                      </a:moveTo>
                      <a:lnTo>
                        <a:pt x="0" y="47752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0" name="Freeform 699">
                  <a:extLst>
                    <a:ext uri="{FF2B5EF4-FFF2-40B4-BE49-F238E27FC236}">
                      <a16:creationId xmlns:a16="http://schemas.microsoft.com/office/drawing/2014/main" id="{7B85768A-C7CC-15A5-4AB4-79FD66A03CE3}"/>
                    </a:ext>
                  </a:extLst>
                </p:cNvPr>
                <p:cNvSpPr/>
                <p:nvPr/>
              </p:nvSpPr>
              <p:spPr>
                <a:xfrm>
                  <a:off x="5882894" y="4952930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1" name="Freeform 700">
                  <a:extLst>
                    <a:ext uri="{FF2B5EF4-FFF2-40B4-BE49-F238E27FC236}">
                      <a16:creationId xmlns:a16="http://schemas.microsoft.com/office/drawing/2014/main" id="{B41E20E9-1F5C-13D4-4AA5-489645315754}"/>
                    </a:ext>
                  </a:extLst>
                </p:cNvPr>
                <p:cNvSpPr/>
                <p:nvPr/>
              </p:nvSpPr>
              <p:spPr>
                <a:xfrm>
                  <a:off x="6121272" y="4619936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2" name="Freeform 701">
                  <a:extLst>
                    <a:ext uri="{FF2B5EF4-FFF2-40B4-BE49-F238E27FC236}">
                      <a16:creationId xmlns:a16="http://schemas.microsoft.com/office/drawing/2014/main" id="{BF122FBB-0E4F-F7AF-FD88-DF9FD7E83068}"/>
                    </a:ext>
                  </a:extLst>
                </p:cNvPr>
                <p:cNvSpPr/>
                <p:nvPr/>
              </p:nvSpPr>
              <p:spPr>
                <a:xfrm>
                  <a:off x="6168897" y="4619936"/>
                  <a:ext cx="12700" cy="19303"/>
                </a:xfrm>
                <a:custGeom>
                  <a:avLst/>
                  <a:gdLst>
                    <a:gd name="csX0" fmla="*/ 0 w 12700"/>
                    <a:gd name="csY0" fmla="*/ 0 h 19303"/>
                    <a:gd name="csX1" fmla="*/ 0 w 12700"/>
                    <a:gd name="csY1" fmla="*/ 19304 h 1930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9303">
                      <a:moveTo>
                        <a:pt x="0" y="0"/>
                      </a:moveTo>
                      <a:lnTo>
                        <a:pt x="0" y="19304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8AC6E330-A4A1-11FB-551A-BB308EFF4E3E}"/>
                    </a:ext>
                  </a:extLst>
                </p:cNvPr>
                <p:cNvSpPr/>
                <p:nvPr/>
              </p:nvSpPr>
              <p:spPr>
                <a:xfrm>
                  <a:off x="6121272" y="4639239"/>
                  <a:ext cx="95250" cy="12700"/>
                </a:xfrm>
                <a:custGeom>
                  <a:avLst/>
                  <a:gdLst>
                    <a:gd name="csX0" fmla="*/ 0 w 95250"/>
                    <a:gd name="csY0" fmla="*/ 0 h 12700"/>
                    <a:gd name="csX1" fmla="*/ 95250 w 9525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250" h="12700">
                      <a:moveTo>
                        <a:pt x="0" y="0"/>
                      </a:moveTo>
                      <a:lnTo>
                        <a:pt x="9525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4AB545BE-1BCA-9947-98FE-C08E322E6BE2}"/>
                    </a:ext>
                  </a:extLst>
                </p:cNvPr>
                <p:cNvSpPr/>
                <p:nvPr/>
              </p:nvSpPr>
              <p:spPr>
                <a:xfrm>
                  <a:off x="6597777" y="4613205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FF07EAA3-E110-9DE3-CC97-D251BC768CF1}"/>
                    </a:ext>
                  </a:extLst>
                </p:cNvPr>
                <p:cNvSpPr/>
                <p:nvPr/>
              </p:nvSpPr>
              <p:spPr>
                <a:xfrm>
                  <a:off x="6645402" y="4613205"/>
                  <a:ext cx="12700" cy="164337"/>
                </a:xfrm>
                <a:custGeom>
                  <a:avLst/>
                  <a:gdLst>
                    <a:gd name="csX0" fmla="*/ 0 w 12700"/>
                    <a:gd name="csY0" fmla="*/ 0 h 164337"/>
                    <a:gd name="csX1" fmla="*/ 0 w 12700"/>
                    <a:gd name="csY1" fmla="*/ 164338 h 16433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64337">
                      <a:moveTo>
                        <a:pt x="0" y="0"/>
                      </a:moveTo>
                      <a:lnTo>
                        <a:pt x="0" y="164338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E4B5B94E-8EC7-F37A-985B-3D5CA48825A0}"/>
                    </a:ext>
                  </a:extLst>
                </p:cNvPr>
                <p:cNvSpPr/>
                <p:nvPr/>
              </p:nvSpPr>
              <p:spPr>
                <a:xfrm>
                  <a:off x="6597777" y="4777542"/>
                  <a:ext cx="95377" cy="12700"/>
                </a:xfrm>
                <a:custGeom>
                  <a:avLst/>
                  <a:gdLst>
                    <a:gd name="csX0" fmla="*/ 0 w 95377"/>
                    <a:gd name="csY0" fmla="*/ 0 h 12700"/>
                    <a:gd name="csX1" fmla="*/ 95377 w 9537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77" h="12700">
                      <a:moveTo>
                        <a:pt x="0" y="0"/>
                      </a:moveTo>
                      <a:lnTo>
                        <a:pt x="95377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7" name="Freeform 706">
                  <a:extLst>
                    <a:ext uri="{FF2B5EF4-FFF2-40B4-BE49-F238E27FC236}">
                      <a16:creationId xmlns:a16="http://schemas.microsoft.com/office/drawing/2014/main" id="{E11F0EB0-9B5F-C2C3-178E-F305F8564000}"/>
                    </a:ext>
                  </a:extLst>
                </p:cNvPr>
                <p:cNvSpPr/>
                <p:nvPr/>
              </p:nvSpPr>
              <p:spPr>
                <a:xfrm>
                  <a:off x="6150864" y="460190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1BB016DA-0D0B-0129-D370-682F75FE4659}"/>
                    </a:ext>
                  </a:extLst>
                </p:cNvPr>
                <p:cNvSpPr/>
                <p:nvPr/>
              </p:nvSpPr>
              <p:spPr>
                <a:xfrm>
                  <a:off x="5912612" y="490276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5C8FDE5A-2D0F-4018-211F-3A490DFB542F}"/>
                    </a:ext>
                  </a:extLst>
                </p:cNvPr>
                <p:cNvSpPr/>
                <p:nvPr/>
              </p:nvSpPr>
              <p:spPr>
                <a:xfrm>
                  <a:off x="5912612" y="501008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C31A930F-5E30-46DB-4D24-E53144BCA010}"/>
                    </a:ext>
                  </a:extLst>
                </p:cNvPr>
                <p:cNvSpPr/>
                <p:nvPr/>
              </p:nvSpPr>
              <p:spPr>
                <a:xfrm>
                  <a:off x="6627368" y="475112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9F0A8B01-CD47-85AD-8793-FB6514F2A9ED}"/>
                    </a:ext>
                  </a:extLst>
                </p:cNvPr>
                <p:cNvSpPr/>
                <p:nvPr/>
              </p:nvSpPr>
              <p:spPr>
                <a:xfrm>
                  <a:off x="5674233" y="47300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6CBA317-4199-4094-23FD-FAD9BD24946E}"/>
                    </a:ext>
                  </a:extLst>
                </p:cNvPr>
                <p:cNvSpPr/>
                <p:nvPr/>
              </p:nvSpPr>
              <p:spPr>
                <a:xfrm>
                  <a:off x="6627368" y="488041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3" name="Freeform 712">
                  <a:extLst>
                    <a:ext uri="{FF2B5EF4-FFF2-40B4-BE49-F238E27FC236}">
                      <a16:creationId xmlns:a16="http://schemas.microsoft.com/office/drawing/2014/main" id="{AB102A3D-4D31-EEA9-1303-4247CC5E234B}"/>
                    </a:ext>
                  </a:extLst>
                </p:cNvPr>
                <p:cNvSpPr/>
                <p:nvPr/>
              </p:nvSpPr>
              <p:spPr>
                <a:xfrm>
                  <a:off x="5674233" y="493222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4" name="Freeform 713">
                  <a:extLst>
                    <a:ext uri="{FF2B5EF4-FFF2-40B4-BE49-F238E27FC236}">
                      <a16:creationId xmlns:a16="http://schemas.microsoft.com/office/drawing/2014/main" id="{F059F2A8-925B-44C8-4F37-20ADFA00D108}"/>
                    </a:ext>
                  </a:extLst>
                </p:cNvPr>
                <p:cNvSpPr/>
                <p:nvPr/>
              </p:nvSpPr>
              <p:spPr>
                <a:xfrm>
                  <a:off x="6627368" y="47404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5" name="Freeform 714">
                  <a:extLst>
                    <a:ext uri="{FF2B5EF4-FFF2-40B4-BE49-F238E27FC236}">
                      <a16:creationId xmlns:a16="http://schemas.microsoft.com/office/drawing/2014/main" id="{8B415C83-9032-4862-58F6-E38C96B27BE2}"/>
                    </a:ext>
                  </a:extLst>
                </p:cNvPr>
                <p:cNvSpPr/>
                <p:nvPr/>
              </p:nvSpPr>
              <p:spPr>
                <a:xfrm>
                  <a:off x="5674233" y="504373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6" name="Freeform 715">
                  <a:extLst>
                    <a:ext uri="{FF2B5EF4-FFF2-40B4-BE49-F238E27FC236}">
                      <a16:creationId xmlns:a16="http://schemas.microsoft.com/office/drawing/2014/main" id="{65A46ACF-844B-557E-A28A-20208CEFE1BA}"/>
                    </a:ext>
                  </a:extLst>
                </p:cNvPr>
                <p:cNvSpPr/>
                <p:nvPr/>
              </p:nvSpPr>
              <p:spPr>
                <a:xfrm>
                  <a:off x="6627368" y="43512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7" name="Freeform 716">
                  <a:extLst>
                    <a:ext uri="{FF2B5EF4-FFF2-40B4-BE49-F238E27FC236}">
                      <a16:creationId xmlns:a16="http://schemas.microsoft.com/office/drawing/2014/main" id="{EE426C5D-DE4E-0951-B34C-62EC321CB0BF}"/>
                    </a:ext>
                  </a:extLst>
                </p:cNvPr>
                <p:cNvSpPr/>
                <p:nvPr/>
              </p:nvSpPr>
              <p:spPr>
                <a:xfrm>
                  <a:off x="5674233" y="492994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8" name="Freeform 717">
                  <a:extLst>
                    <a:ext uri="{FF2B5EF4-FFF2-40B4-BE49-F238E27FC236}">
                      <a16:creationId xmlns:a16="http://schemas.microsoft.com/office/drawing/2014/main" id="{E1B05955-0AF9-7FCD-EABB-40B26FB0A4D2}"/>
                    </a:ext>
                  </a:extLst>
                </p:cNvPr>
                <p:cNvSpPr/>
                <p:nvPr/>
              </p:nvSpPr>
              <p:spPr>
                <a:xfrm>
                  <a:off x="6627368" y="482085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19" name="Freeform 718">
                  <a:extLst>
                    <a:ext uri="{FF2B5EF4-FFF2-40B4-BE49-F238E27FC236}">
                      <a16:creationId xmlns:a16="http://schemas.microsoft.com/office/drawing/2014/main" id="{AF9BC380-EE28-36D0-AD1B-D2F077981881}"/>
                    </a:ext>
                  </a:extLst>
                </p:cNvPr>
                <p:cNvSpPr/>
                <p:nvPr/>
              </p:nvSpPr>
              <p:spPr>
                <a:xfrm>
                  <a:off x="5674233" y="502036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0" name="Freeform 719">
                  <a:extLst>
                    <a:ext uri="{FF2B5EF4-FFF2-40B4-BE49-F238E27FC236}">
                      <a16:creationId xmlns:a16="http://schemas.microsoft.com/office/drawing/2014/main" id="{5D25BF6A-6298-2A24-5CE2-E0FC3BEACECE}"/>
                    </a:ext>
                  </a:extLst>
                </p:cNvPr>
                <p:cNvSpPr/>
                <p:nvPr/>
              </p:nvSpPr>
              <p:spPr>
                <a:xfrm>
                  <a:off x="5912612" y="488142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1" name="Freeform 720">
                  <a:extLst>
                    <a:ext uri="{FF2B5EF4-FFF2-40B4-BE49-F238E27FC236}">
                      <a16:creationId xmlns:a16="http://schemas.microsoft.com/office/drawing/2014/main" id="{5FA2F088-BBAF-A52C-3E7A-4799E14FE366}"/>
                    </a:ext>
                  </a:extLst>
                </p:cNvPr>
                <p:cNvSpPr/>
                <p:nvPr/>
              </p:nvSpPr>
              <p:spPr>
                <a:xfrm>
                  <a:off x="6627368" y="451986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2" name="Freeform 721">
                  <a:extLst>
                    <a:ext uri="{FF2B5EF4-FFF2-40B4-BE49-F238E27FC236}">
                      <a16:creationId xmlns:a16="http://schemas.microsoft.com/office/drawing/2014/main" id="{316200DE-568C-7345-FAA1-2D315E07FEC0}"/>
                    </a:ext>
                  </a:extLst>
                </p:cNvPr>
                <p:cNvSpPr/>
                <p:nvPr/>
              </p:nvSpPr>
              <p:spPr>
                <a:xfrm>
                  <a:off x="5674233" y="487736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3" name="Freeform 722">
                  <a:extLst>
                    <a:ext uri="{FF2B5EF4-FFF2-40B4-BE49-F238E27FC236}">
                      <a16:creationId xmlns:a16="http://schemas.microsoft.com/office/drawing/2014/main" id="{3951B694-F7DD-4921-6EE2-F0D1960688EF}"/>
                    </a:ext>
                  </a:extLst>
                </p:cNvPr>
                <p:cNvSpPr/>
                <p:nvPr/>
              </p:nvSpPr>
              <p:spPr>
                <a:xfrm>
                  <a:off x="6150864" y="4621206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4" name="Freeform 723">
                  <a:extLst>
                    <a:ext uri="{FF2B5EF4-FFF2-40B4-BE49-F238E27FC236}">
                      <a16:creationId xmlns:a16="http://schemas.microsoft.com/office/drawing/2014/main" id="{B6FDA037-F224-E9F5-DA3B-DF1109001854}"/>
                    </a:ext>
                  </a:extLst>
                </p:cNvPr>
                <p:cNvSpPr/>
                <p:nvPr/>
              </p:nvSpPr>
              <p:spPr>
                <a:xfrm>
                  <a:off x="5912612" y="481259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5" name="Freeform 724">
                  <a:extLst>
                    <a:ext uri="{FF2B5EF4-FFF2-40B4-BE49-F238E27FC236}">
                      <a16:creationId xmlns:a16="http://schemas.microsoft.com/office/drawing/2014/main" id="{F80A2E9E-B1E0-1C9F-4E4C-78628BE222B2}"/>
                    </a:ext>
                  </a:extLst>
                </p:cNvPr>
                <p:cNvSpPr/>
                <p:nvPr/>
              </p:nvSpPr>
              <p:spPr>
                <a:xfrm>
                  <a:off x="5912612" y="488142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6" name="Freeform 725">
                  <a:extLst>
                    <a:ext uri="{FF2B5EF4-FFF2-40B4-BE49-F238E27FC236}">
                      <a16:creationId xmlns:a16="http://schemas.microsoft.com/office/drawing/2014/main" id="{1FB96AED-32EB-F8CB-EDE6-374F6E41C472}"/>
                    </a:ext>
                  </a:extLst>
                </p:cNvPr>
                <p:cNvSpPr/>
                <p:nvPr/>
              </p:nvSpPr>
              <p:spPr>
                <a:xfrm>
                  <a:off x="6389116" y="4465631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7" name="Freeform 726">
                  <a:extLst>
                    <a:ext uri="{FF2B5EF4-FFF2-40B4-BE49-F238E27FC236}">
                      <a16:creationId xmlns:a16="http://schemas.microsoft.com/office/drawing/2014/main" id="{40B5462B-8125-9826-25D3-3C0BBA37D974}"/>
                    </a:ext>
                  </a:extLst>
                </p:cNvPr>
                <p:cNvSpPr/>
                <p:nvPr/>
              </p:nvSpPr>
              <p:spPr>
                <a:xfrm>
                  <a:off x="5912612" y="496004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8" name="Freeform 727">
                  <a:extLst>
                    <a:ext uri="{FF2B5EF4-FFF2-40B4-BE49-F238E27FC236}">
                      <a16:creationId xmlns:a16="http://schemas.microsoft.com/office/drawing/2014/main" id="{CDB27C9D-1E54-FC11-7542-0B8CA45EBE7E}"/>
                    </a:ext>
                  </a:extLst>
                </p:cNvPr>
                <p:cNvSpPr/>
                <p:nvPr/>
              </p:nvSpPr>
              <p:spPr>
                <a:xfrm>
                  <a:off x="5912612" y="492880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29" name="TextBox 728">
                  <a:extLst>
                    <a:ext uri="{FF2B5EF4-FFF2-40B4-BE49-F238E27FC236}">
                      <a16:creationId xmlns:a16="http://schemas.microsoft.com/office/drawing/2014/main" id="{4CE9B312-FC8A-94EE-CF65-2909428C1399}"/>
                    </a:ext>
                  </a:extLst>
                </p:cNvPr>
                <p:cNvSpPr txBox="1"/>
                <p:nvPr/>
              </p:nvSpPr>
              <p:spPr>
                <a:xfrm>
                  <a:off x="5518094" y="4147133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0.556</a:t>
                  </a:r>
                </a:p>
              </p:txBody>
            </p:sp>
            <p:sp>
              <p:nvSpPr>
                <p:cNvPr id="730" name="Freeform 729">
                  <a:extLst>
                    <a:ext uri="{FF2B5EF4-FFF2-40B4-BE49-F238E27FC236}">
                      <a16:creationId xmlns:a16="http://schemas.microsoft.com/office/drawing/2014/main" id="{18949D53-BA77-702B-7C71-1D53ED831C39}"/>
                    </a:ext>
                  </a:extLst>
                </p:cNvPr>
                <p:cNvSpPr/>
                <p:nvPr/>
              </p:nvSpPr>
              <p:spPr>
                <a:xfrm>
                  <a:off x="5692267" y="4295578"/>
                  <a:ext cx="214502" cy="12700"/>
                </a:xfrm>
                <a:custGeom>
                  <a:avLst/>
                  <a:gdLst>
                    <a:gd name="csX0" fmla="*/ 0 w 214502"/>
                    <a:gd name="csY0" fmla="*/ 0 h 12700"/>
                    <a:gd name="csX1" fmla="*/ 214503 w 21450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14502" h="12700">
                      <a:moveTo>
                        <a:pt x="0" y="0"/>
                      </a:moveTo>
                      <a:lnTo>
                        <a:pt x="214503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31" name="TextBox 730">
                  <a:extLst>
                    <a:ext uri="{FF2B5EF4-FFF2-40B4-BE49-F238E27FC236}">
                      <a16:creationId xmlns:a16="http://schemas.microsoft.com/office/drawing/2014/main" id="{A085A6F1-3AF4-5F24-461D-362F9A0E2DA5}"/>
                    </a:ext>
                  </a:extLst>
                </p:cNvPr>
                <p:cNvSpPr txBox="1"/>
                <p:nvPr/>
              </p:nvSpPr>
              <p:spPr>
                <a:xfrm>
                  <a:off x="6108242" y="4105118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732" name="Freeform 731">
                  <a:extLst>
                    <a:ext uri="{FF2B5EF4-FFF2-40B4-BE49-F238E27FC236}">
                      <a16:creationId xmlns:a16="http://schemas.microsoft.com/office/drawing/2014/main" id="{F096EA5F-2E39-9DA4-7FC3-4EE07E681BBF}"/>
                    </a:ext>
                  </a:extLst>
                </p:cNvPr>
                <p:cNvSpPr/>
                <p:nvPr/>
              </p:nvSpPr>
              <p:spPr>
                <a:xfrm>
                  <a:off x="5954395" y="4295578"/>
                  <a:ext cx="691007" cy="12700"/>
                </a:xfrm>
                <a:custGeom>
                  <a:avLst/>
                  <a:gdLst>
                    <a:gd name="csX0" fmla="*/ 0 w 691007"/>
                    <a:gd name="csY0" fmla="*/ 0 h 12700"/>
                    <a:gd name="csX1" fmla="*/ 691007 w 69100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691007" h="12700">
                      <a:moveTo>
                        <a:pt x="0" y="0"/>
                      </a:moveTo>
                      <a:lnTo>
                        <a:pt x="69100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33" name="TextBox 732">
                  <a:extLst>
                    <a:ext uri="{FF2B5EF4-FFF2-40B4-BE49-F238E27FC236}">
                      <a16:creationId xmlns:a16="http://schemas.microsoft.com/office/drawing/2014/main" id="{50B5E80B-5016-23FC-7100-23B94BD21650}"/>
                    </a:ext>
                  </a:extLst>
                </p:cNvPr>
                <p:cNvSpPr txBox="1"/>
                <p:nvPr/>
              </p:nvSpPr>
              <p:spPr>
                <a:xfrm>
                  <a:off x="5927486" y="3992762"/>
                  <a:ext cx="48282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***</a:t>
                  </a:r>
                </a:p>
              </p:txBody>
            </p:sp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B46C7FF8-BBBB-8479-E2E4-9784369DD1A5}"/>
                    </a:ext>
                  </a:extLst>
                </p:cNvPr>
                <p:cNvSpPr/>
                <p:nvPr/>
              </p:nvSpPr>
              <p:spPr>
                <a:xfrm>
                  <a:off x="5692267" y="4185088"/>
                  <a:ext cx="953135" cy="12700"/>
                </a:xfrm>
                <a:custGeom>
                  <a:avLst/>
                  <a:gdLst>
                    <a:gd name="csX0" fmla="*/ 0 w 953135"/>
                    <a:gd name="csY0" fmla="*/ 0 h 12700"/>
                    <a:gd name="csX1" fmla="*/ 953135 w 95313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53135" h="12700">
                      <a:moveTo>
                        <a:pt x="0" y="0"/>
                      </a:moveTo>
                      <a:lnTo>
                        <a:pt x="953135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735" name="Graphic 527">
                <a:extLst>
                  <a:ext uri="{FF2B5EF4-FFF2-40B4-BE49-F238E27FC236}">
                    <a16:creationId xmlns:a16="http://schemas.microsoft.com/office/drawing/2014/main" id="{442141F5-BF5A-0713-4C7A-5C8A4FFE61AD}"/>
                  </a:ext>
                </a:extLst>
              </p:cNvPr>
              <p:cNvGrpSpPr/>
              <p:nvPr/>
            </p:nvGrpSpPr>
            <p:grpSpPr>
              <a:xfrm>
                <a:off x="5155040" y="3720780"/>
                <a:ext cx="1633363" cy="1678695"/>
                <a:chOff x="5155040" y="3720780"/>
                <a:chExt cx="1633363" cy="1678695"/>
              </a:xfrm>
            </p:grpSpPr>
            <p:sp>
              <p:nvSpPr>
                <p:cNvPr id="736" name="Freeform 735">
                  <a:extLst>
                    <a:ext uri="{FF2B5EF4-FFF2-40B4-BE49-F238E27FC236}">
                      <a16:creationId xmlns:a16="http://schemas.microsoft.com/office/drawing/2014/main" id="{F11B0A30-3FB6-47E4-F291-D1C49203A27B}"/>
                    </a:ext>
                  </a:extLst>
                </p:cNvPr>
                <p:cNvSpPr/>
                <p:nvPr/>
              </p:nvSpPr>
              <p:spPr>
                <a:xfrm>
                  <a:off x="5549391" y="4023036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37" name="TextBox 736">
                  <a:extLst>
                    <a:ext uri="{FF2B5EF4-FFF2-40B4-BE49-F238E27FC236}">
                      <a16:creationId xmlns:a16="http://schemas.microsoft.com/office/drawing/2014/main" id="{965617BE-7F91-A575-98B9-9B4CB497C00E}"/>
                    </a:ext>
                  </a:extLst>
                </p:cNvPr>
                <p:cNvSpPr txBox="1"/>
                <p:nvPr/>
              </p:nvSpPr>
              <p:spPr>
                <a:xfrm>
                  <a:off x="5221383" y="4998949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738" name="TextBox 737">
                  <a:extLst>
                    <a:ext uri="{FF2B5EF4-FFF2-40B4-BE49-F238E27FC236}">
                      <a16:creationId xmlns:a16="http://schemas.microsoft.com/office/drawing/2014/main" id="{B1A14515-D544-C39B-4D58-917A7FB1A656}"/>
                    </a:ext>
                  </a:extLst>
                </p:cNvPr>
                <p:cNvSpPr txBox="1"/>
                <p:nvPr/>
              </p:nvSpPr>
              <p:spPr>
                <a:xfrm>
                  <a:off x="5155040" y="4641190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10%</a:t>
                  </a:r>
                </a:p>
              </p:txBody>
            </p:sp>
            <p:sp>
              <p:nvSpPr>
                <p:cNvPr id="739" name="TextBox 738">
                  <a:extLst>
                    <a:ext uri="{FF2B5EF4-FFF2-40B4-BE49-F238E27FC236}">
                      <a16:creationId xmlns:a16="http://schemas.microsoft.com/office/drawing/2014/main" id="{C5AD2533-5828-4B3F-6D50-67652997045C}"/>
                    </a:ext>
                  </a:extLst>
                </p:cNvPr>
                <p:cNvSpPr txBox="1"/>
                <p:nvPr/>
              </p:nvSpPr>
              <p:spPr>
                <a:xfrm>
                  <a:off x="5155040" y="4283431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20%</a:t>
                  </a:r>
                </a:p>
              </p:txBody>
            </p:sp>
            <p:sp>
              <p:nvSpPr>
                <p:cNvPr id="740" name="TextBox 739">
                  <a:extLst>
                    <a:ext uri="{FF2B5EF4-FFF2-40B4-BE49-F238E27FC236}">
                      <a16:creationId xmlns:a16="http://schemas.microsoft.com/office/drawing/2014/main" id="{A4499EBD-581B-E073-9844-5C1477486462}"/>
                    </a:ext>
                  </a:extLst>
                </p:cNvPr>
                <p:cNvSpPr txBox="1"/>
                <p:nvPr/>
              </p:nvSpPr>
              <p:spPr>
                <a:xfrm>
                  <a:off x="5155040" y="3925545"/>
                  <a:ext cx="43954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30%</a:t>
                  </a:r>
                </a:p>
              </p:txBody>
            </p:sp>
            <p:sp>
              <p:nvSpPr>
                <p:cNvPr id="741" name="Freeform 740">
                  <a:extLst>
                    <a:ext uri="{FF2B5EF4-FFF2-40B4-BE49-F238E27FC236}">
                      <a16:creationId xmlns:a16="http://schemas.microsoft.com/office/drawing/2014/main" id="{F37DC703-9F73-EE51-E689-F837743A7D83}"/>
                    </a:ext>
                  </a:extLst>
                </p:cNvPr>
                <p:cNvSpPr/>
                <p:nvPr/>
              </p:nvSpPr>
              <p:spPr>
                <a:xfrm>
                  <a:off x="5514594" y="5105838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89F9123B-567F-9D86-1065-234423AFAB5F}"/>
                    </a:ext>
                  </a:extLst>
                </p:cNvPr>
                <p:cNvSpPr/>
                <p:nvPr/>
              </p:nvSpPr>
              <p:spPr>
                <a:xfrm>
                  <a:off x="5514594" y="4748078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3" name="Freeform 742">
                  <a:extLst>
                    <a:ext uri="{FF2B5EF4-FFF2-40B4-BE49-F238E27FC236}">
                      <a16:creationId xmlns:a16="http://schemas.microsoft.com/office/drawing/2014/main" id="{48CDE7FD-F669-B150-4E3E-4CB48C52F569}"/>
                    </a:ext>
                  </a:extLst>
                </p:cNvPr>
                <p:cNvSpPr/>
                <p:nvPr/>
              </p:nvSpPr>
              <p:spPr>
                <a:xfrm>
                  <a:off x="5514594" y="4390319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4" name="Freeform 743">
                  <a:extLst>
                    <a:ext uri="{FF2B5EF4-FFF2-40B4-BE49-F238E27FC236}">
                      <a16:creationId xmlns:a16="http://schemas.microsoft.com/office/drawing/2014/main" id="{6E096959-83D0-6AD7-C421-2CFAA58F115B}"/>
                    </a:ext>
                  </a:extLst>
                </p:cNvPr>
                <p:cNvSpPr/>
                <p:nvPr/>
              </p:nvSpPr>
              <p:spPr>
                <a:xfrm>
                  <a:off x="5514594" y="4032434"/>
                  <a:ext cx="34797" cy="12700"/>
                </a:xfrm>
                <a:custGeom>
                  <a:avLst/>
                  <a:gdLst>
                    <a:gd name="csX0" fmla="*/ 0 w 34797"/>
                    <a:gd name="csY0" fmla="*/ 0 h 12700"/>
                    <a:gd name="csX1" fmla="*/ 34798 w 3479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7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5" name="Freeform 744">
                  <a:extLst>
                    <a:ext uri="{FF2B5EF4-FFF2-40B4-BE49-F238E27FC236}">
                      <a16:creationId xmlns:a16="http://schemas.microsoft.com/office/drawing/2014/main" id="{927F04C0-9BF9-10F7-ED36-A0DADB794F01}"/>
                    </a:ext>
                  </a:extLst>
                </p:cNvPr>
                <p:cNvSpPr/>
                <p:nvPr/>
              </p:nvSpPr>
              <p:spPr>
                <a:xfrm>
                  <a:off x="5549391" y="5157400"/>
                  <a:ext cx="1239012" cy="12700"/>
                </a:xfrm>
                <a:custGeom>
                  <a:avLst/>
                  <a:gdLst>
                    <a:gd name="csX0" fmla="*/ 0 w 1239012"/>
                    <a:gd name="csY0" fmla="*/ 0 h 12700"/>
                    <a:gd name="csX1" fmla="*/ 1239012 w 123901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39012" h="12700">
                      <a:moveTo>
                        <a:pt x="0" y="0"/>
                      </a:moveTo>
                      <a:lnTo>
                        <a:pt x="123901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698A48D5-51E5-5368-14F1-37472C02AA7A}"/>
                    </a:ext>
                  </a:extLst>
                </p:cNvPr>
                <p:cNvSpPr/>
                <p:nvPr/>
              </p:nvSpPr>
              <p:spPr>
                <a:xfrm>
                  <a:off x="5692266" y="51574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7" name="Freeform 746">
                  <a:extLst>
                    <a:ext uri="{FF2B5EF4-FFF2-40B4-BE49-F238E27FC236}">
                      <a16:creationId xmlns:a16="http://schemas.microsoft.com/office/drawing/2014/main" id="{2867CAB6-FB0B-1011-8E3B-C7D6CD24A133}"/>
                    </a:ext>
                  </a:extLst>
                </p:cNvPr>
                <p:cNvSpPr/>
                <p:nvPr/>
              </p:nvSpPr>
              <p:spPr>
                <a:xfrm>
                  <a:off x="5930646" y="51574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26D39410-D566-05FE-A3F5-F3ACDAEADCAA}"/>
                    </a:ext>
                  </a:extLst>
                </p:cNvPr>
                <p:cNvSpPr/>
                <p:nvPr/>
              </p:nvSpPr>
              <p:spPr>
                <a:xfrm>
                  <a:off x="6168897" y="51574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49" name="Freeform 748">
                  <a:extLst>
                    <a:ext uri="{FF2B5EF4-FFF2-40B4-BE49-F238E27FC236}">
                      <a16:creationId xmlns:a16="http://schemas.microsoft.com/office/drawing/2014/main" id="{45A02A3F-CA2B-6AC8-EA29-33F58B998780}"/>
                    </a:ext>
                  </a:extLst>
                </p:cNvPr>
                <p:cNvSpPr/>
                <p:nvPr/>
              </p:nvSpPr>
              <p:spPr>
                <a:xfrm>
                  <a:off x="6407150" y="51574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50" name="Freeform 749">
                  <a:extLst>
                    <a:ext uri="{FF2B5EF4-FFF2-40B4-BE49-F238E27FC236}">
                      <a16:creationId xmlns:a16="http://schemas.microsoft.com/office/drawing/2014/main" id="{77B46669-7D1D-59AF-06D6-46BEBA434A06}"/>
                    </a:ext>
                  </a:extLst>
                </p:cNvPr>
                <p:cNvSpPr/>
                <p:nvPr/>
              </p:nvSpPr>
              <p:spPr>
                <a:xfrm>
                  <a:off x="6645402" y="5157400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637E30B9-356B-8996-2C64-886C4C99FBDD}"/>
                    </a:ext>
                  </a:extLst>
                </p:cNvPr>
                <p:cNvSpPr txBox="1"/>
                <p:nvPr/>
              </p:nvSpPr>
              <p:spPr>
                <a:xfrm>
                  <a:off x="5546233" y="5153254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56079BAA-973E-2A60-5FA0-90283793035E}"/>
                    </a:ext>
                  </a:extLst>
                </p:cNvPr>
                <p:cNvSpPr txBox="1"/>
                <p:nvPr/>
              </p:nvSpPr>
              <p:spPr>
                <a:xfrm>
                  <a:off x="5820679" y="5153254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90C58FAE-E4F8-725F-ECAA-5C0E3CFFA42F}"/>
                    </a:ext>
                  </a:extLst>
                </p:cNvPr>
                <p:cNvSpPr txBox="1"/>
                <p:nvPr/>
              </p:nvSpPr>
              <p:spPr>
                <a:xfrm>
                  <a:off x="6023665" y="5153254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848D6945-F0D3-15AD-FFAE-4561F9D55655}"/>
                    </a:ext>
                  </a:extLst>
                </p:cNvPr>
                <p:cNvSpPr txBox="1"/>
                <p:nvPr/>
              </p:nvSpPr>
              <p:spPr>
                <a:xfrm>
                  <a:off x="6229056" y="5153254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755" name="TextBox 754">
                  <a:extLst>
                    <a:ext uri="{FF2B5EF4-FFF2-40B4-BE49-F238E27FC236}">
                      <a16:creationId xmlns:a16="http://schemas.microsoft.com/office/drawing/2014/main" id="{9FD7CAD4-AEAB-9489-3853-BE5720A7FC11}"/>
                    </a:ext>
                  </a:extLst>
                </p:cNvPr>
                <p:cNvSpPr txBox="1"/>
                <p:nvPr/>
              </p:nvSpPr>
              <p:spPr>
                <a:xfrm>
                  <a:off x="6513794" y="5153254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C70B4AB4-890B-3D8D-772B-EE63ABC16685}"/>
                    </a:ext>
                  </a:extLst>
                </p:cNvPr>
                <p:cNvSpPr txBox="1"/>
                <p:nvPr/>
              </p:nvSpPr>
              <p:spPr>
                <a:xfrm>
                  <a:off x="5764005" y="3720780"/>
                  <a:ext cx="72968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100" i="1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</a:t>
                  </a:r>
                  <a:r>
                    <a:rPr lang="en-US" sz="1100" i="1" spc="0" baseline="0" err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gr</a:t>
                  </a:r>
                  <a:r>
                    <a:rPr lang="en-US" sz="1100" i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-like</a:t>
                  </a:r>
                  <a:r>
                    <a:rPr lang="en-US" sz="11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+</a:t>
                  </a:r>
                </a:p>
              </p:txBody>
            </p:sp>
          </p:grpSp>
        </p:grp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EE88C2F6-390A-FB42-330A-93BA44B07450}"/>
                </a:ext>
              </a:extLst>
            </p:cNvPr>
            <p:cNvSpPr txBox="1"/>
            <p:nvPr/>
          </p:nvSpPr>
          <p:spPr>
            <a:xfrm>
              <a:off x="830406" y="3430127"/>
              <a:ext cx="567784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spc="0" baseline="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rPr>
                <a:t>Phase</a:t>
              </a:r>
            </a:p>
          </p:txBody>
        </p:sp>
        <p:grpSp>
          <p:nvGrpSpPr>
            <p:cNvPr id="762" name="Graphic 760">
              <a:extLst>
                <a:ext uri="{FF2B5EF4-FFF2-40B4-BE49-F238E27FC236}">
                  <a16:creationId xmlns:a16="http://schemas.microsoft.com/office/drawing/2014/main" id="{7C55C3E3-64BD-937E-A2BE-753FB65ECF73}"/>
                </a:ext>
              </a:extLst>
            </p:cNvPr>
            <p:cNvGrpSpPr/>
            <p:nvPr/>
          </p:nvGrpSpPr>
          <p:grpSpPr>
            <a:xfrm>
              <a:off x="0" y="1878390"/>
              <a:ext cx="1764921" cy="1678695"/>
              <a:chOff x="478073" y="4142535"/>
              <a:chExt cx="1764921" cy="1678695"/>
            </a:xfrm>
          </p:grpSpPr>
          <p:grpSp>
            <p:nvGrpSpPr>
              <p:cNvPr id="765" name="Graphic 760">
                <a:extLst>
                  <a:ext uri="{FF2B5EF4-FFF2-40B4-BE49-F238E27FC236}">
                    <a16:creationId xmlns:a16="http://schemas.microsoft.com/office/drawing/2014/main" id="{CE51AC36-A7C0-611B-8877-DAF433661D44}"/>
                  </a:ext>
                </a:extLst>
              </p:cNvPr>
              <p:cNvGrpSpPr/>
              <p:nvPr/>
            </p:nvGrpSpPr>
            <p:grpSpPr>
              <a:xfrm>
                <a:off x="923027" y="4407001"/>
                <a:ext cx="1319966" cy="1172280"/>
                <a:chOff x="923027" y="4407001"/>
                <a:chExt cx="1319966" cy="1172280"/>
              </a:xfrm>
            </p:grpSpPr>
            <p:sp>
              <p:nvSpPr>
                <p:cNvPr id="766" name="Freeform 765">
                  <a:extLst>
                    <a:ext uri="{FF2B5EF4-FFF2-40B4-BE49-F238E27FC236}">
                      <a16:creationId xmlns:a16="http://schemas.microsoft.com/office/drawing/2014/main" id="{38F486D5-8E2F-093E-00F0-C85ABC861762}"/>
                    </a:ext>
                  </a:extLst>
                </p:cNvPr>
                <p:cNvSpPr/>
                <p:nvPr/>
              </p:nvSpPr>
              <p:spPr>
                <a:xfrm>
                  <a:off x="941752" y="4444791"/>
                  <a:ext cx="1301241" cy="1134490"/>
                </a:xfrm>
                <a:custGeom>
                  <a:avLst/>
                  <a:gdLst>
                    <a:gd name="csX0" fmla="*/ 0 w 1301241"/>
                    <a:gd name="csY0" fmla="*/ 0 h 1134490"/>
                    <a:gd name="csX1" fmla="*/ 1301242 w 1301241"/>
                    <a:gd name="csY1" fmla="*/ 0 h 1134490"/>
                    <a:gd name="csX2" fmla="*/ 1301242 w 1301241"/>
                    <a:gd name="csY2" fmla="*/ 1134491 h 1134490"/>
                    <a:gd name="csX3" fmla="*/ 0 w 1301241"/>
                    <a:gd name="csY3" fmla="*/ 1134491 h 113449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1301241" h="1134490">
                      <a:moveTo>
                        <a:pt x="0" y="0"/>
                      </a:moveTo>
                      <a:lnTo>
                        <a:pt x="1301242" y="0"/>
                      </a:lnTo>
                      <a:lnTo>
                        <a:pt x="1301242" y="1134491"/>
                      </a:lnTo>
                      <a:lnTo>
                        <a:pt x="0" y="11344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3589" cap="rnd">
                  <a:noFill/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67" name="Freeform 766">
                  <a:extLst>
                    <a:ext uri="{FF2B5EF4-FFF2-40B4-BE49-F238E27FC236}">
                      <a16:creationId xmlns:a16="http://schemas.microsoft.com/office/drawing/2014/main" id="{B99DB3A4-0D87-3C8C-CF5F-1CD46C112068}"/>
                    </a:ext>
                  </a:extLst>
                </p:cNvPr>
                <p:cNvSpPr/>
                <p:nvPr/>
              </p:nvSpPr>
              <p:spPr>
                <a:xfrm>
                  <a:off x="979344" y="4987716"/>
                  <a:ext cx="225170" cy="539876"/>
                </a:xfrm>
                <a:custGeom>
                  <a:avLst/>
                  <a:gdLst>
                    <a:gd name="csX0" fmla="*/ 0 w 225170"/>
                    <a:gd name="csY0" fmla="*/ 0 h 539876"/>
                    <a:gd name="csX1" fmla="*/ 225171 w 225170"/>
                    <a:gd name="csY1" fmla="*/ 0 h 539876"/>
                    <a:gd name="csX2" fmla="*/ 225171 w 225170"/>
                    <a:gd name="csY2" fmla="*/ 539877 h 539876"/>
                    <a:gd name="csX3" fmla="*/ 0 w 225170"/>
                    <a:gd name="csY3" fmla="*/ 539877 h 5398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25170" h="539876">
                      <a:moveTo>
                        <a:pt x="0" y="0"/>
                      </a:moveTo>
                      <a:lnTo>
                        <a:pt x="225171" y="0"/>
                      </a:lnTo>
                      <a:lnTo>
                        <a:pt x="225171" y="539877"/>
                      </a:lnTo>
                      <a:lnTo>
                        <a:pt x="0" y="539877"/>
                      </a:lnTo>
                      <a:close/>
                    </a:path>
                  </a:pathLst>
                </a:custGeom>
                <a:solidFill>
                  <a:srgbClr val="1965B0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68" name="Freeform 767">
                  <a:extLst>
                    <a:ext uri="{FF2B5EF4-FFF2-40B4-BE49-F238E27FC236}">
                      <a16:creationId xmlns:a16="http://schemas.microsoft.com/office/drawing/2014/main" id="{CB8FC1FC-5539-E504-33D1-3C4360BD9185}"/>
                    </a:ext>
                  </a:extLst>
                </p:cNvPr>
                <p:cNvSpPr/>
                <p:nvPr/>
              </p:nvSpPr>
              <p:spPr>
                <a:xfrm>
                  <a:off x="1229534" y="5241970"/>
                  <a:ext cx="225171" cy="285622"/>
                </a:xfrm>
                <a:custGeom>
                  <a:avLst/>
                  <a:gdLst>
                    <a:gd name="csX0" fmla="*/ 0 w 225171"/>
                    <a:gd name="csY0" fmla="*/ 0 h 285622"/>
                    <a:gd name="csX1" fmla="*/ 225171 w 225171"/>
                    <a:gd name="csY1" fmla="*/ 0 h 285622"/>
                    <a:gd name="csX2" fmla="*/ 225171 w 225171"/>
                    <a:gd name="csY2" fmla="*/ 285623 h 285622"/>
                    <a:gd name="csX3" fmla="*/ 0 w 225171"/>
                    <a:gd name="csY3" fmla="*/ 285623 h 2856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25171" h="285622">
                      <a:moveTo>
                        <a:pt x="0" y="0"/>
                      </a:moveTo>
                      <a:lnTo>
                        <a:pt x="225171" y="0"/>
                      </a:lnTo>
                      <a:lnTo>
                        <a:pt x="225171" y="285623"/>
                      </a:lnTo>
                      <a:lnTo>
                        <a:pt x="0" y="285623"/>
                      </a:lnTo>
                      <a:close/>
                    </a:path>
                  </a:pathLst>
                </a:custGeom>
                <a:solidFill>
                  <a:srgbClr val="4EB265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69" name="Freeform 768">
                  <a:extLst>
                    <a:ext uri="{FF2B5EF4-FFF2-40B4-BE49-F238E27FC236}">
                      <a16:creationId xmlns:a16="http://schemas.microsoft.com/office/drawing/2014/main" id="{5B3909E5-F35D-2B9A-83FD-5513259D11B3}"/>
                    </a:ext>
                  </a:extLst>
                </p:cNvPr>
                <p:cNvSpPr/>
                <p:nvPr/>
              </p:nvSpPr>
              <p:spPr>
                <a:xfrm>
                  <a:off x="1980231" y="5425104"/>
                  <a:ext cx="225171" cy="102488"/>
                </a:xfrm>
                <a:custGeom>
                  <a:avLst/>
                  <a:gdLst>
                    <a:gd name="csX0" fmla="*/ 0 w 225171"/>
                    <a:gd name="csY0" fmla="*/ 0 h 102488"/>
                    <a:gd name="csX1" fmla="*/ 225171 w 225171"/>
                    <a:gd name="csY1" fmla="*/ 0 h 102488"/>
                    <a:gd name="csX2" fmla="*/ 225171 w 225171"/>
                    <a:gd name="csY2" fmla="*/ 102489 h 102488"/>
                    <a:gd name="csX3" fmla="*/ 0 w 225171"/>
                    <a:gd name="csY3" fmla="*/ 102489 h 10248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</a:cxnLst>
                  <a:rect l="l" t="t" r="r" b="b"/>
                  <a:pathLst>
                    <a:path w="225171" h="102488">
                      <a:moveTo>
                        <a:pt x="0" y="0"/>
                      </a:moveTo>
                      <a:lnTo>
                        <a:pt x="225171" y="0"/>
                      </a:lnTo>
                      <a:lnTo>
                        <a:pt x="225171" y="102489"/>
                      </a:lnTo>
                      <a:lnTo>
                        <a:pt x="0" y="102489"/>
                      </a:lnTo>
                      <a:close/>
                    </a:path>
                  </a:pathLst>
                </a:custGeom>
                <a:solidFill>
                  <a:srgbClr val="DC050C"/>
                </a:solidFill>
                <a:ln w="13589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0" name="Freeform 769">
                  <a:extLst>
                    <a:ext uri="{FF2B5EF4-FFF2-40B4-BE49-F238E27FC236}">
                      <a16:creationId xmlns:a16="http://schemas.microsoft.com/office/drawing/2014/main" id="{3E8FA617-EBF0-27D7-EC9D-0233C14CD66A}"/>
                    </a:ext>
                  </a:extLst>
                </p:cNvPr>
                <p:cNvSpPr/>
                <p:nvPr/>
              </p:nvSpPr>
              <p:spPr>
                <a:xfrm>
                  <a:off x="1041955" y="4925105"/>
                  <a:ext cx="100076" cy="12700"/>
                </a:xfrm>
                <a:custGeom>
                  <a:avLst/>
                  <a:gdLst>
                    <a:gd name="csX0" fmla="*/ 0 w 100076"/>
                    <a:gd name="csY0" fmla="*/ 0 h 12700"/>
                    <a:gd name="csX1" fmla="*/ 100076 w 1000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6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1" name="Freeform 770">
                  <a:extLst>
                    <a:ext uri="{FF2B5EF4-FFF2-40B4-BE49-F238E27FC236}">
                      <a16:creationId xmlns:a16="http://schemas.microsoft.com/office/drawing/2014/main" id="{3CC53106-BCDD-8612-7746-AA5FD86918F5}"/>
                    </a:ext>
                  </a:extLst>
                </p:cNvPr>
                <p:cNvSpPr/>
                <p:nvPr/>
              </p:nvSpPr>
              <p:spPr>
                <a:xfrm>
                  <a:off x="1091992" y="4925105"/>
                  <a:ext cx="12700" cy="125222"/>
                </a:xfrm>
                <a:custGeom>
                  <a:avLst/>
                  <a:gdLst>
                    <a:gd name="csX0" fmla="*/ 0 w 12700"/>
                    <a:gd name="csY0" fmla="*/ 0 h 125222"/>
                    <a:gd name="csX1" fmla="*/ 0 w 12700"/>
                    <a:gd name="csY1" fmla="*/ 125222 h 1252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25222">
                      <a:moveTo>
                        <a:pt x="0" y="0"/>
                      </a:moveTo>
                      <a:lnTo>
                        <a:pt x="0" y="125222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2" name="Freeform 771">
                  <a:extLst>
                    <a:ext uri="{FF2B5EF4-FFF2-40B4-BE49-F238E27FC236}">
                      <a16:creationId xmlns:a16="http://schemas.microsoft.com/office/drawing/2014/main" id="{DB08861E-D987-A7C2-8553-1FD5478013B9}"/>
                    </a:ext>
                  </a:extLst>
                </p:cNvPr>
                <p:cNvSpPr/>
                <p:nvPr/>
              </p:nvSpPr>
              <p:spPr>
                <a:xfrm>
                  <a:off x="1041955" y="5050327"/>
                  <a:ext cx="100076" cy="12700"/>
                </a:xfrm>
                <a:custGeom>
                  <a:avLst/>
                  <a:gdLst>
                    <a:gd name="csX0" fmla="*/ 0 w 100076"/>
                    <a:gd name="csY0" fmla="*/ 0 h 12700"/>
                    <a:gd name="csX1" fmla="*/ 100076 w 1000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6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3" name="Freeform 772">
                  <a:extLst>
                    <a:ext uri="{FF2B5EF4-FFF2-40B4-BE49-F238E27FC236}">
                      <a16:creationId xmlns:a16="http://schemas.microsoft.com/office/drawing/2014/main" id="{F132BCC7-2A41-9F6F-5F0A-0FA70546CC29}"/>
                    </a:ext>
                  </a:extLst>
                </p:cNvPr>
                <p:cNvSpPr/>
                <p:nvPr/>
              </p:nvSpPr>
              <p:spPr>
                <a:xfrm>
                  <a:off x="1292145" y="5166658"/>
                  <a:ext cx="100075" cy="12700"/>
                </a:xfrm>
                <a:custGeom>
                  <a:avLst/>
                  <a:gdLst>
                    <a:gd name="csX0" fmla="*/ 0 w 100075"/>
                    <a:gd name="csY0" fmla="*/ 0 h 12700"/>
                    <a:gd name="csX1" fmla="*/ 100076 w 10007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5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4" name="Freeform 773">
                  <a:extLst>
                    <a:ext uri="{FF2B5EF4-FFF2-40B4-BE49-F238E27FC236}">
                      <a16:creationId xmlns:a16="http://schemas.microsoft.com/office/drawing/2014/main" id="{26FAB307-0925-441C-CD3B-69D8CB253CC4}"/>
                    </a:ext>
                  </a:extLst>
                </p:cNvPr>
                <p:cNvSpPr/>
                <p:nvPr/>
              </p:nvSpPr>
              <p:spPr>
                <a:xfrm>
                  <a:off x="1342182" y="5166658"/>
                  <a:ext cx="12700" cy="150749"/>
                </a:xfrm>
                <a:custGeom>
                  <a:avLst/>
                  <a:gdLst>
                    <a:gd name="csX0" fmla="*/ 0 w 12700"/>
                    <a:gd name="csY0" fmla="*/ 0 h 150749"/>
                    <a:gd name="csX1" fmla="*/ 0 w 12700"/>
                    <a:gd name="csY1" fmla="*/ 150749 h 1507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50749">
                      <a:moveTo>
                        <a:pt x="0" y="0"/>
                      </a:moveTo>
                      <a:lnTo>
                        <a:pt x="0" y="150749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5" name="Freeform 774">
                  <a:extLst>
                    <a:ext uri="{FF2B5EF4-FFF2-40B4-BE49-F238E27FC236}">
                      <a16:creationId xmlns:a16="http://schemas.microsoft.com/office/drawing/2014/main" id="{39CDEAA1-266B-2AFE-EB85-49CDDE6D52BE}"/>
                    </a:ext>
                  </a:extLst>
                </p:cNvPr>
                <p:cNvSpPr/>
                <p:nvPr/>
              </p:nvSpPr>
              <p:spPr>
                <a:xfrm>
                  <a:off x="1292145" y="5317407"/>
                  <a:ext cx="100075" cy="12700"/>
                </a:xfrm>
                <a:custGeom>
                  <a:avLst/>
                  <a:gdLst>
                    <a:gd name="csX0" fmla="*/ 0 w 100075"/>
                    <a:gd name="csY0" fmla="*/ 0 h 12700"/>
                    <a:gd name="csX1" fmla="*/ 100076 w 10007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5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6" name="Freeform 775">
                  <a:extLst>
                    <a:ext uri="{FF2B5EF4-FFF2-40B4-BE49-F238E27FC236}">
                      <a16:creationId xmlns:a16="http://schemas.microsoft.com/office/drawing/2014/main" id="{BB73A2AB-FB2C-1F35-CC27-9AE2A28AB066}"/>
                    </a:ext>
                  </a:extLst>
                </p:cNvPr>
                <p:cNvSpPr/>
                <p:nvPr/>
              </p:nvSpPr>
              <p:spPr>
                <a:xfrm>
                  <a:off x="1542334" y="5527593"/>
                  <a:ext cx="100076" cy="12700"/>
                </a:xfrm>
                <a:custGeom>
                  <a:avLst/>
                  <a:gdLst>
                    <a:gd name="csX0" fmla="*/ 0 w 100076"/>
                    <a:gd name="csY0" fmla="*/ 0 h 12700"/>
                    <a:gd name="csX1" fmla="*/ 100076 w 1000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6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7" name="Freeform 776">
                  <a:extLst>
                    <a:ext uri="{FF2B5EF4-FFF2-40B4-BE49-F238E27FC236}">
                      <a16:creationId xmlns:a16="http://schemas.microsoft.com/office/drawing/2014/main" id="{5453A44D-4BD3-A750-892C-557B4517BED6}"/>
                    </a:ext>
                  </a:extLst>
                </p:cNvPr>
                <p:cNvSpPr/>
                <p:nvPr/>
              </p:nvSpPr>
              <p:spPr>
                <a:xfrm>
                  <a:off x="1592373" y="5527593"/>
                  <a:ext cx="12700" cy="12700"/>
                </a:xfrm>
                <a:custGeom>
                  <a:avLst/>
                  <a:gdLst>
                    <a:gd name="csX0" fmla="*/ 0 w 12700"/>
                    <a:gd name="csY0" fmla="*/ 0 h 12700"/>
                    <a:gd name="csX1" fmla="*/ 0 w 12700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8" name="Freeform 777">
                  <a:extLst>
                    <a:ext uri="{FF2B5EF4-FFF2-40B4-BE49-F238E27FC236}">
                      <a16:creationId xmlns:a16="http://schemas.microsoft.com/office/drawing/2014/main" id="{88F33582-DA00-BD2E-1192-45BDBFEDA078}"/>
                    </a:ext>
                  </a:extLst>
                </p:cNvPr>
                <p:cNvSpPr/>
                <p:nvPr/>
              </p:nvSpPr>
              <p:spPr>
                <a:xfrm>
                  <a:off x="1542334" y="5527593"/>
                  <a:ext cx="100076" cy="12700"/>
                </a:xfrm>
                <a:custGeom>
                  <a:avLst/>
                  <a:gdLst>
                    <a:gd name="csX0" fmla="*/ 0 w 100076"/>
                    <a:gd name="csY0" fmla="*/ 0 h 12700"/>
                    <a:gd name="csX1" fmla="*/ 100076 w 100076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6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F6778DB5-C350-5FD0-68BF-4BBD79D5704E}"/>
                    </a:ext>
                  </a:extLst>
                </p:cNvPr>
                <p:cNvSpPr/>
                <p:nvPr/>
              </p:nvSpPr>
              <p:spPr>
                <a:xfrm>
                  <a:off x="2042842" y="5374177"/>
                  <a:ext cx="100075" cy="12700"/>
                </a:xfrm>
                <a:custGeom>
                  <a:avLst/>
                  <a:gdLst>
                    <a:gd name="csX0" fmla="*/ 0 w 100075"/>
                    <a:gd name="csY0" fmla="*/ 0 h 12700"/>
                    <a:gd name="csX1" fmla="*/ 100076 w 10007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5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4B0166D-F894-AE0F-463F-B58933300FD6}"/>
                    </a:ext>
                  </a:extLst>
                </p:cNvPr>
                <p:cNvSpPr/>
                <p:nvPr/>
              </p:nvSpPr>
              <p:spPr>
                <a:xfrm>
                  <a:off x="2092879" y="5374177"/>
                  <a:ext cx="12700" cy="101980"/>
                </a:xfrm>
                <a:custGeom>
                  <a:avLst/>
                  <a:gdLst>
                    <a:gd name="csX0" fmla="*/ 0 w 12700"/>
                    <a:gd name="csY0" fmla="*/ 0 h 101980"/>
                    <a:gd name="csX1" fmla="*/ 0 w 12700"/>
                    <a:gd name="csY1" fmla="*/ 101981 h 10198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01980">
                      <a:moveTo>
                        <a:pt x="0" y="0"/>
                      </a:moveTo>
                      <a:lnTo>
                        <a:pt x="0" y="101981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46FE7046-6595-89BE-8D44-B9A62DD09A63}"/>
                    </a:ext>
                  </a:extLst>
                </p:cNvPr>
                <p:cNvSpPr/>
                <p:nvPr/>
              </p:nvSpPr>
              <p:spPr>
                <a:xfrm>
                  <a:off x="2042842" y="5476157"/>
                  <a:ext cx="100075" cy="12700"/>
                </a:xfrm>
                <a:custGeom>
                  <a:avLst/>
                  <a:gdLst>
                    <a:gd name="csX0" fmla="*/ 0 w 100075"/>
                    <a:gd name="csY0" fmla="*/ 0 h 12700"/>
                    <a:gd name="csX1" fmla="*/ 100076 w 100075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75" h="12700">
                      <a:moveTo>
                        <a:pt x="0" y="0"/>
                      </a:moveTo>
                      <a:lnTo>
                        <a:pt x="100076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3C7A49C8-22E5-F3C5-2120-FFA2CDF6D737}"/>
                    </a:ext>
                  </a:extLst>
                </p:cNvPr>
                <p:cNvSpPr/>
                <p:nvPr/>
              </p:nvSpPr>
              <p:spPr>
                <a:xfrm>
                  <a:off x="1574339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3" name="Freeform 782">
                  <a:extLst>
                    <a:ext uri="{FF2B5EF4-FFF2-40B4-BE49-F238E27FC236}">
                      <a16:creationId xmlns:a16="http://schemas.microsoft.com/office/drawing/2014/main" id="{583E8149-D436-822D-D80D-9F06D8B75783}"/>
                    </a:ext>
                  </a:extLst>
                </p:cNvPr>
                <p:cNvSpPr/>
                <p:nvPr/>
              </p:nvSpPr>
              <p:spPr>
                <a:xfrm>
                  <a:off x="1324149" y="52936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4" name="Freeform 783">
                  <a:extLst>
                    <a:ext uri="{FF2B5EF4-FFF2-40B4-BE49-F238E27FC236}">
                      <a16:creationId xmlns:a16="http://schemas.microsoft.com/office/drawing/2014/main" id="{BBDC89F2-86E8-BDC1-F89A-330FBBA1AF2C}"/>
                    </a:ext>
                  </a:extLst>
                </p:cNvPr>
                <p:cNvSpPr/>
                <p:nvPr/>
              </p:nvSpPr>
              <p:spPr>
                <a:xfrm>
                  <a:off x="1324149" y="5237398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5" name="Freeform 784">
                  <a:extLst>
                    <a:ext uri="{FF2B5EF4-FFF2-40B4-BE49-F238E27FC236}">
                      <a16:creationId xmlns:a16="http://schemas.microsoft.com/office/drawing/2014/main" id="{B4B78FD0-C7B6-90D7-B910-884D44D248C1}"/>
                    </a:ext>
                  </a:extLst>
                </p:cNvPr>
                <p:cNvSpPr/>
                <p:nvPr/>
              </p:nvSpPr>
              <p:spPr>
                <a:xfrm>
                  <a:off x="2074846" y="521491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6" name="Freeform 785">
                  <a:extLst>
                    <a:ext uri="{FF2B5EF4-FFF2-40B4-BE49-F238E27FC236}">
                      <a16:creationId xmlns:a16="http://schemas.microsoft.com/office/drawing/2014/main" id="{FBCA379D-D333-CAF3-68D1-0B157277AA1F}"/>
                    </a:ext>
                  </a:extLst>
                </p:cNvPr>
                <p:cNvSpPr/>
                <p:nvPr/>
              </p:nvSpPr>
              <p:spPr>
                <a:xfrm>
                  <a:off x="1073959" y="509211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7" name="Freeform 786">
                  <a:extLst>
                    <a:ext uri="{FF2B5EF4-FFF2-40B4-BE49-F238E27FC236}">
                      <a16:creationId xmlns:a16="http://schemas.microsoft.com/office/drawing/2014/main" id="{FD1D5B25-3F4A-6FE6-1040-DBB2A6378505}"/>
                    </a:ext>
                  </a:extLst>
                </p:cNvPr>
                <p:cNvSpPr/>
                <p:nvPr/>
              </p:nvSpPr>
              <p:spPr>
                <a:xfrm>
                  <a:off x="2074846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8" name="Freeform 787">
                  <a:extLst>
                    <a:ext uri="{FF2B5EF4-FFF2-40B4-BE49-F238E27FC236}">
                      <a16:creationId xmlns:a16="http://schemas.microsoft.com/office/drawing/2014/main" id="{8E90835D-392A-FE55-451F-D091F7149590}"/>
                    </a:ext>
                  </a:extLst>
                </p:cNvPr>
                <p:cNvSpPr/>
                <p:nvPr/>
              </p:nvSpPr>
              <p:spPr>
                <a:xfrm>
                  <a:off x="1073959" y="496511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89" name="Freeform 788">
                  <a:extLst>
                    <a:ext uri="{FF2B5EF4-FFF2-40B4-BE49-F238E27FC236}">
                      <a16:creationId xmlns:a16="http://schemas.microsoft.com/office/drawing/2014/main" id="{E096E9F3-87C2-3768-1BD7-1E1D0490CF16}"/>
                    </a:ext>
                  </a:extLst>
                </p:cNvPr>
                <p:cNvSpPr/>
                <p:nvPr/>
              </p:nvSpPr>
              <p:spPr>
                <a:xfrm>
                  <a:off x="2074846" y="5388020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0" name="Freeform 789">
                  <a:extLst>
                    <a:ext uri="{FF2B5EF4-FFF2-40B4-BE49-F238E27FC236}">
                      <a16:creationId xmlns:a16="http://schemas.microsoft.com/office/drawing/2014/main" id="{F79C5FAE-91FA-039C-21A8-7A8098AB526D}"/>
                    </a:ext>
                  </a:extLst>
                </p:cNvPr>
                <p:cNvSpPr/>
                <p:nvPr/>
              </p:nvSpPr>
              <p:spPr>
                <a:xfrm>
                  <a:off x="1073959" y="504575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E95CDBFF-32A4-A424-4231-C3FDA87ABF6B}"/>
                    </a:ext>
                  </a:extLst>
                </p:cNvPr>
                <p:cNvSpPr/>
                <p:nvPr/>
              </p:nvSpPr>
              <p:spPr>
                <a:xfrm>
                  <a:off x="2074846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2" name="Freeform 791">
                  <a:extLst>
                    <a:ext uri="{FF2B5EF4-FFF2-40B4-BE49-F238E27FC236}">
                      <a16:creationId xmlns:a16="http://schemas.microsoft.com/office/drawing/2014/main" id="{26C8C5FD-B621-566D-1F1F-0EB7650942F5}"/>
                    </a:ext>
                  </a:extLst>
                </p:cNvPr>
                <p:cNvSpPr/>
                <p:nvPr/>
              </p:nvSpPr>
              <p:spPr>
                <a:xfrm>
                  <a:off x="1073959" y="51412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3" name="Freeform 792">
                  <a:extLst>
                    <a:ext uri="{FF2B5EF4-FFF2-40B4-BE49-F238E27FC236}">
                      <a16:creationId xmlns:a16="http://schemas.microsoft.com/office/drawing/2014/main" id="{892BCD93-3AEC-F99A-5971-B18CC6EFAA65}"/>
                    </a:ext>
                  </a:extLst>
                </p:cNvPr>
                <p:cNvSpPr/>
                <p:nvPr/>
              </p:nvSpPr>
              <p:spPr>
                <a:xfrm>
                  <a:off x="2074846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4" name="Freeform 793">
                  <a:extLst>
                    <a:ext uri="{FF2B5EF4-FFF2-40B4-BE49-F238E27FC236}">
                      <a16:creationId xmlns:a16="http://schemas.microsoft.com/office/drawing/2014/main" id="{6F34688A-D9E6-22ED-4D00-ECCEC95B427C}"/>
                    </a:ext>
                  </a:extLst>
                </p:cNvPr>
                <p:cNvSpPr/>
                <p:nvPr/>
              </p:nvSpPr>
              <p:spPr>
                <a:xfrm>
                  <a:off x="1073959" y="480077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5" name="Freeform 794">
                  <a:extLst>
                    <a:ext uri="{FF2B5EF4-FFF2-40B4-BE49-F238E27FC236}">
                      <a16:creationId xmlns:a16="http://schemas.microsoft.com/office/drawing/2014/main" id="{FA262249-6E7A-0D38-F7F2-CB487B129FB9}"/>
                    </a:ext>
                  </a:extLst>
                </p:cNvPr>
                <p:cNvSpPr/>
                <p:nvPr/>
              </p:nvSpPr>
              <p:spPr>
                <a:xfrm>
                  <a:off x="1324149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6" name="Freeform 795">
                  <a:extLst>
                    <a:ext uri="{FF2B5EF4-FFF2-40B4-BE49-F238E27FC236}">
                      <a16:creationId xmlns:a16="http://schemas.microsoft.com/office/drawing/2014/main" id="{C7929F54-E56D-185D-AA74-C6313D401805}"/>
                    </a:ext>
                  </a:extLst>
                </p:cNvPr>
                <p:cNvSpPr/>
                <p:nvPr/>
              </p:nvSpPr>
              <p:spPr>
                <a:xfrm>
                  <a:off x="2074846" y="5310804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7" name="Freeform 796">
                  <a:extLst>
                    <a:ext uri="{FF2B5EF4-FFF2-40B4-BE49-F238E27FC236}">
                      <a16:creationId xmlns:a16="http://schemas.microsoft.com/office/drawing/2014/main" id="{7607DEDF-B7B9-5B7F-F7BC-0B62179F8619}"/>
                    </a:ext>
                  </a:extLst>
                </p:cNvPr>
                <p:cNvSpPr/>
                <p:nvPr/>
              </p:nvSpPr>
              <p:spPr>
                <a:xfrm>
                  <a:off x="1073959" y="47729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8" name="Freeform 797">
                  <a:extLst>
                    <a:ext uri="{FF2B5EF4-FFF2-40B4-BE49-F238E27FC236}">
                      <a16:creationId xmlns:a16="http://schemas.microsoft.com/office/drawing/2014/main" id="{085C0699-9C5D-CFAD-C66E-924398FAA871}"/>
                    </a:ext>
                  </a:extLst>
                </p:cNvPr>
                <p:cNvSpPr/>
                <p:nvPr/>
              </p:nvSpPr>
              <p:spPr>
                <a:xfrm>
                  <a:off x="1574339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799" name="Freeform 798">
                  <a:extLst>
                    <a:ext uri="{FF2B5EF4-FFF2-40B4-BE49-F238E27FC236}">
                      <a16:creationId xmlns:a16="http://schemas.microsoft.com/office/drawing/2014/main" id="{7995B994-BD47-008A-33FF-3790929C8141}"/>
                    </a:ext>
                  </a:extLst>
                </p:cNvPr>
                <p:cNvSpPr/>
                <p:nvPr/>
              </p:nvSpPr>
              <p:spPr>
                <a:xfrm>
                  <a:off x="1324149" y="5188503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0" name="Freeform 799">
                  <a:extLst>
                    <a:ext uri="{FF2B5EF4-FFF2-40B4-BE49-F238E27FC236}">
                      <a16:creationId xmlns:a16="http://schemas.microsoft.com/office/drawing/2014/main" id="{F332579B-6571-9979-F307-920A8352A440}"/>
                    </a:ext>
                  </a:extLst>
                </p:cNvPr>
                <p:cNvSpPr/>
                <p:nvPr/>
              </p:nvSpPr>
              <p:spPr>
                <a:xfrm>
                  <a:off x="1324149" y="5268767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1" name="Freeform 800">
                  <a:extLst>
                    <a:ext uri="{FF2B5EF4-FFF2-40B4-BE49-F238E27FC236}">
                      <a16:creationId xmlns:a16="http://schemas.microsoft.com/office/drawing/2014/main" id="{3FE8C172-ED93-DD4E-979D-47395D2A00FD}"/>
                    </a:ext>
                  </a:extLst>
                </p:cNvPr>
                <p:cNvSpPr/>
                <p:nvPr/>
              </p:nvSpPr>
              <p:spPr>
                <a:xfrm>
                  <a:off x="1824656" y="5509559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2" name="Freeform 801">
                  <a:extLst>
                    <a:ext uri="{FF2B5EF4-FFF2-40B4-BE49-F238E27FC236}">
                      <a16:creationId xmlns:a16="http://schemas.microsoft.com/office/drawing/2014/main" id="{42FA7611-2814-393E-F3C8-60F7FF7A2482}"/>
                    </a:ext>
                  </a:extLst>
                </p:cNvPr>
                <p:cNvSpPr/>
                <p:nvPr/>
              </p:nvSpPr>
              <p:spPr>
                <a:xfrm>
                  <a:off x="1324149" y="4838745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3" name="Freeform 802">
                  <a:extLst>
                    <a:ext uri="{FF2B5EF4-FFF2-40B4-BE49-F238E27FC236}">
                      <a16:creationId xmlns:a16="http://schemas.microsoft.com/office/drawing/2014/main" id="{0F4BFE37-BCE7-EA12-9B34-2D7432974EC7}"/>
                    </a:ext>
                  </a:extLst>
                </p:cNvPr>
                <p:cNvSpPr/>
                <p:nvPr/>
              </p:nvSpPr>
              <p:spPr>
                <a:xfrm>
                  <a:off x="1324149" y="5231302"/>
                  <a:ext cx="36068" cy="36068"/>
                </a:xfrm>
                <a:custGeom>
                  <a:avLst/>
                  <a:gdLst>
                    <a:gd name="csX0" fmla="*/ 36068 w 36068"/>
                    <a:gd name="csY0" fmla="*/ 18034 h 36068"/>
                    <a:gd name="csX1" fmla="*/ 18034 w 36068"/>
                    <a:gd name="csY1" fmla="*/ 36068 h 36068"/>
                    <a:gd name="csX2" fmla="*/ 0 w 36068"/>
                    <a:gd name="csY2" fmla="*/ 18034 h 36068"/>
                    <a:gd name="csX3" fmla="*/ 18034 w 36068"/>
                    <a:gd name="csY3" fmla="*/ 0 h 36068"/>
                    <a:gd name="csX4" fmla="*/ 36068 w 36068"/>
                    <a:gd name="csY4" fmla="*/ 18034 h 3606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6068" h="36068">
                      <a:moveTo>
                        <a:pt x="36068" y="18034"/>
                      </a:moveTo>
                      <a:cubicBezTo>
                        <a:pt x="36068" y="27994"/>
                        <a:pt x="27994" y="36068"/>
                        <a:pt x="18034" y="36068"/>
                      </a:cubicBezTo>
                      <a:cubicBezTo>
                        <a:pt x="8074" y="36068"/>
                        <a:pt x="0" y="27994"/>
                        <a:pt x="0" y="18034"/>
                      </a:cubicBezTo>
                      <a:cubicBezTo>
                        <a:pt x="0" y="8074"/>
                        <a:pt x="8074" y="0"/>
                        <a:pt x="18034" y="0"/>
                      </a:cubicBezTo>
                      <a:cubicBezTo>
                        <a:pt x="27994" y="0"/>
                        <a:pt x="36068" y="8074"/>
                        <a:pt x="36068" y="180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017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670D483E-19A7-8F03-FB58-BCD363BCC8B6}"/>
                    </a:ext>
                  </a:extLst>
                </p:cNvPr>
                <p:cNvSpPr txBox="1"/>
                <p:nvPr/>
              </p:nvSpPr>
              <p:spPr>
                <a:xfrm>
                  <a:off x="923027" y="4562236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0.158</a:t>
                  </a:r>
                </a:p>
              </p:txBody>
            </p:sp>
            <p:sp>
              <p:nvSpPr>
                <p:cNvPr id="805" name="Freeform 804">
                  <a:extLst>
                    <a:ext uri="{FF2B5EF4-FFF2-40B4-BE49-F238E27FC236}">
                      <a16:creationId xmlns:a16="http://schemas.microsoft.com/office/drawing/2014/main" id="{543A4FCB-FD2C-2BA5-D04B-DA126327E61F}"/>
                    </a:ext>
                  </a:extLst>
                </p:cNvPr>
                <p:cNvSpPr/>
                <p:nvPr/>
              </p:nvSpPr>
              <p:spPr>
                <a:xfrm>
                  <a:off x="1091993" y="4717333"/>
                  <a:ext cx="225171" cy="12700"/>
                </a:xfrm>
                <a:custGeom>
                  <a:avLst/>
                  <a:gdLst>
                    <a:gd name="csX0" fmla="*/ 0 w 225171"/>
                    <a:gd name="csY0" fmla="*/ 0 h 12700"/>
                    <a:gd name="csX1" fmla="*/ 225171 w 225171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171" h="12700">
                      <a:moveTo>
                        <a:pt x="0" y="0"/>
                      </a:moveTo>
                      <a:lnTo>
                        <a:pt x="225171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2FA0078A-3737-1CCF-361C-E9CFBF79E49C}"/>
                    </a:ext>
                  </a:extLst>
                </p:cNvPr>
                <p:cNvSpPr txBox="1"/>
                <p:nvPr/>
              </p:nvSpPr>
              <p:spPr>
                <a:xfrm>
                  <a:off x="1448553" y="4570400"/>
                  <a:ext cx="562976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7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 = 0.114</a:t>
                  </a:r>
                </a:p>
              </p:txBody>
            </p:sp>
            <p:sp>
              <p:nvSpPr>
                <p:cNvPr id="807" name="Freeform 806">
                  <a:extLst>
                    <a:ext uri="{FF2B5EF4-FFF2-40B4-BE49-F238E27FC236}">
                      <a16:creationId xmlns:a16="http://schemas.microsoft.com/office/drawing/2014/main" id="{413593BF-01C6-2D08-5DED-F69490689BCE}"/>
                    </a:ext>
                  </a:extLst>
                </p:cNvPr>
                <p:cNvSpPr/>
                <p:nvPr/>
              </p:nvSpPr>
              <p:spPr>
                <a:xfrm>
                  <a:off x="1367202" y="4717333"/>
                  <a:ext cx="725678" cy="12700"/>
                </a:xfrm>
                <a:custGeom>
                  <a:avLst/>
                  <a:gdLst>
                    <a:gd name="csX0" fmla="*/ 0 w 725678"/>
                    <a:gd name="csY0" fmla="*/ 0 h 12700"/>
                    <a:gd name="csX1" fmla="*/ 725678 w 72567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725678" h="12700">
                      <a:moveTo>
                        <a:pt x="0" y="0"/>
                      </a:moveTo>
                      <a:lnTo>
                        <a:pt x="725678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400D3240-9653-EE0D-6A87-9A7008B54112}"/>
                    </a:ext>
                  </a:extLst>
                </p:cNvPr>
                <p:cNvSpPr txBox="1"/>
                <p:nvPr/>
              </p:nvSpPr>
              <p:spPr>
                <a:xfrm>
                  <a:off x="1400653" y="4407001"/>
                  <a:ext cx="3834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2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**</a:t>
                  </a:r>
                </a:p>
              </p:txBody>
            </p:sp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3641863E-A853-9C78-DAB1-E5510B0EA281}"/>
                    </a:ext>
                  </a:extLst>
                </p:cNvPr>
                <p:cNvSpPr/>
                <p:nvPr/>
              </p:nvSpPr>
              <p:spPr>
                <a:xfrm>
                  <a:off x="1091993" y="4606843"/>
                  <a:ext cx="1000887" cy="12700"/>
                </a:xfrm>
                <a:custGeom>
                  <a:avLst/>
                  <a:gdLst>
                    <a:gd name="csX0" fmla="*/ 0 w 1000887"/>
                    <a:gd name="csY0" fmla="*/ 0 h 12700"/>
                    <a:gd name="csX1" fmla="*/ 1000887 w 1000887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000887" h="12700">
                      <a:moveTo>
                        <a:pt x="0" y="0"/>
                      </a:moveTo>
                      <a:lnTo>
                        <a:pt x="1000887" y="0"/>
                      </a:lnTo>
                    </a:path>
                  </a:pathLst>
                </a:custGeom>
                <a:ln w="13589" cap="rnd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</p:grpSp>
          <p:grpSp>
            <p:nvGrpSpPr>
              <p:cNvPr id="810" name="Graphic 760">
                <a:extLst>
                  <a:ext uri="{FF2B5EF4-FFF2-40B4-BE49-F238E27FC236}">
                    <a16:creationId xmlns:a16="http://schemas.microsoft.com/office/drawing/2014/main" id="{43A9A405-2937-4063-59A6-8E4D50618580}"/>
                  </a:ext>
                </a:extLst>
              </p:cNvPr>
              <p:cNvGrpSpPr/>
              <p:nvPr/>
            </p:nvGrpSpPr>
            <p:grpSpPr>
              <a:xfrm>
                <a:off x="478073" y="4142535"/>
                <a:ext cx="1764921" cy="1678695"/>
                <a:chOff x="478073" y="4142535"/>
                <a:chExt cx="1764921" cy="1678695"/>
              </a:xfrm>
            </p:grpSpPr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1DB2C12-170F-F189-7E26-0C152421FFDA}"/>
                    </a:ext>
                  </a:extLst>
                </p:cNvPr>
                <p:cNvSpPr/>
                <p:nvPr/>
              </p:nvSpPr>
              <p:spPr>
                <a:xfrm>
                  <a:off x="941752" y="4444791"/>
                  <a:ext cx="12700" cy="1134363"/>
                </a:xfrm>
                <a:custGeom>
                  <a:avLst/>
                  <a:gdLst>
                    <a:gd name="csX0" fmla="*/ 0 w 12700"/>
                    <a:gd name="csY0" fmla="*/ 1134364 h 1134363"/>
                    <a:gd name="csX1" fmla="*/ 0 w 12700"/>
                    <a:gd name="csY1" fmla="*/ 0 h 113436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1134363">
                      <a:moveTo>
                        <a:pt x="0" y="1134364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8D411501-A8ED-93DF-A72F-F871362763D6}"/>
                    </a:ext>
                  </a:extLst>
                </p:cNvPr>
                <p:cNvSpPr txBox="1"/>
                <p:nvPr/>
              </p:nvSpPr>
              <p:spPr>
                <a:xfrm>
                  <a:off x="613870" y="5420704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0%</a:t>
                  </a:r>
                </a:p>
              </p:txBody>
            </p:sp>
            <p:sp>
              <p:nvSpPr>
                <p:cNvPr id="813" name="TextBox 812">
                  <a:extLst>
                    <a:ext uri="{FF2B5EF4-FFF2-40B4-BE49-F238E27FC236}">
                      <a16:creationId xmlns:a16="http://schemas.microsoft.com/office/drawing/2014/main" id="{A342D4DE-35EC-88D4-C733-65A7EB3FC37C}"/>
                    </a:ext>
                  </a:extLst>
                </p:cNvPr>
                <p:cNvSpPr txBox="1"/>
                <p:nvPr/>
              </p:nvSpPr>
              <p:spPr>
                <a:xfrm>
                  <a:off x="613870" y="5170260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2%</a:t>
                  </a:r>
                </a:p>
              </p:txBody>
            </p:sp>
            <p:sp>
              <p:nvSpPr>
                <p:cNvPr id="814" name="TextBox 813">
                  <a:extLst>
                    <a:ext uri="{FF2B5EF4-FFF2-40B4-BE49-F238E27FC236}">
                      <a16:creationId xmlns:a16="http://schemas.microsoft.com/office/drawing/2014/main" id="{F28C84B5-DBA6-18B0-80F9-9035D8BAA03E}"/>
                    </a:ext>
                  </a:extLst>
                </p:cNvPr>
                <p:cNvSpPr txBox="1"/>
                <p:nvPr/>
              </p:nvSpPr>
              <p:spPr>
                <a:xfrm>
                  <a:off x="613870" y="4919816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4%</a:t>
                  </a:r>
                </a:p>
              </p:txBody>
            </p:sp>
            <p:sp>
              <p:nvSpPr>
                <p:cNvPr id="815" name="TextBox 814">
                  <a:extLst>
                    <a:ext uri="{FF2B5EF4-FFF2-40B4-BE49-F238E27FC236}">
                      <a16:creationId xmlns:a16="http://schemas.microsoft.com/office/drawing/2014/main" id="{C1295343-F979-19F9-56BE-F575DD057D80}"/>
                    </a:ext>
                  </a:extLst>
                </p:cNvPr>
                <p:cNvSpPr txBox="1"/>
                <p:nvPr/>
              </p:nvSpPr>
              <p:spPr>
                <a:xfrm>
                  <a:off x="613870" y="4669372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6%</a:t>
                  </a:r>
                </a:p>
              </p:txBody>
            </p:sp>
            <p:sp>
              <p:nvSpPr>
                <p:cNvPr id="816" name="TextBox 815">
                  <a:extLst>
                    <a:ext uri="{FF2B5EF4-FFF2-40B4-BE49-F238E27FC236}">
                      <a16:creationId xmlns:a16="http://schemas.microsoft.com/office/drawing/2014/main" id="{BAE443BC-48FC-2783-79B9-220C9CF3A1AC}"/>
                    </a:ext>
                  </a:extLst>
                </p:cNvPr>
                <p:cNvSpPr txBox="1"/>
                <p:nvPr/>
              </p:nvSpPr>
              <p:spPr>
                <a:xfrm>
                  <a:off x="613870" y="4418928"/>
                  <a:ext cx="36901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8%</a:t>
                  </a:r>
                </a:p>
              </p:txBody>
            </p:sp>
            <p:sp>
              <p:nvSpPr>
                <p:cNvPr id="817" name="Freeform 816">
                  <a:extLst>
                    <a:ext uri="{FF2B5EF4-FFF2-40B4-BE49-F238E27FC236}">
                      <a16:creationId xmlns:a16="http://schemas.microsoft.com/office/drawing/2014/main" id="{78AD0FB4-ED8E-EEF2-E37D-B728BFD87CFB}"/>
                    </a:ext>
                  </a:extLst>
                </p:cNvPr>
                <p:cNvSpPr/>
                <p:nvPr/>
              </p:nvSpPr>
              <p:spPr>
                <a:xfrm>
                  <a:off x="906953" y="5527593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18" name="Freeform 817">
                  <a:extLst>
                    <a:ext uri="{FF2B5EF4-FFF2-40B4-BE49-F238E27FC236}">
                      <a16:creationId xmlns:a16="http://schemas.microsoft.com/office/drawing/2014/main" id="{53EB8691-8270-753E-9193-4EC316BA0C46}"/>
                    </a:ext>
                  </a:extLst>
                </p:cNvPr>
                <p:cNvSpPr/>
                <p:nvPr/>
              </p:nvSpPr>
              <p:spPr>
                <a:xfrm>
                  <a:off x="906953" y="5277149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19" name="Freeform 818">
                  <a:extLst>
                    <a:ext uri="{FF2B5EF4-FFF2-40B4-BE49-F238E27FC236}">
                      <a16:creationId xmlns:a16="http://schemas.microsoft.com/office/drawing/2014/main" id="{DFD03C6A-3BD2-702A-FD2B-3CD74FEA2844}"/>
                    </a:ext>
                  </a:extLst>
                </p:cNvPr>
                <p:cNvSpPr/>
                <p:nvPr/>
              </p:nvSpPr>
              <p:spPr>
                <a:xfrm>
                  <a:off x="906953" y="5026705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0" name="Freeform 819">
                  <a:extLst>
                    <a:ext uri="{FF2B5EF4-FFF2-40B4-BE49-F238E27FC236}">
                      <a16:creationId xmlns:a16="http://schemas.microsoft.com/office/drawing/2014/main" id="{90EB2571-F77F-C106-7A60-0FB12268194A}"/>
                    </a:ext>
                  </a:extLst>
                </p:cNvPr>
                <p:cNvSpPr/>
                <p:nvPr/>
              </p:nvSpPr>
              <p:spPr>
                <a:xfrm>
                  <a:off x="906953" y="4776260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1" name="Freeform 820">
                  <a:extLst>
                    <a:ext uri="{FF2B5EF4-FFF2-40B4-BE49-F238E27FC236}">
                      <a16:creationId xmlns:a16="http://schemas.microsoft.com/office/drawing/2014/main" id="{276805D4-21A3-99CC-1A1D-A137F2C36097}"/>
                    </a:ext>
                  </a:extLst>
                </p:cNvPr>
                <p:cNvSpPr/>
                <p:nvPr/>
              </p:nvSpPr>
              <p:spPr>
                <a:xfrm>
                  <a:off x="906953" y="4525816"/>
                  <a:ext cx="34798" cy="12700"/>
                </a:xfrm>
                <a:custGeom>
                  <a:avLst/>
                  <a:gdLst>
                    <a:gd name="csX0" fmla="*/ 0 w 34798"/>
                    <a:gd name="csY0" fmla="*/ 0 h 12700"/>
                    <a:gd name="csX1" fmla="*/ 34798 w 34798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34798" h="12700">
                      <a:moveTo>
                        <a:pt x="0" y="0"/>
                      </a:moveTo>
                      <a:lnTo>
                        <a:pt x="34798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2" name="Freeform 821">
                  <a:extLst>
                    <a:ext uri="{FF2B5EF4-FFF2-40B4-BE49-F238E27FC236}">
                      <a16:creationId xmlns:a16="http://schemas.microsoft.com/office/drawing/2014/main" id="{97655555-8636-4FAB-C7AB-77A62B552657}"/>
                    </a:ext>
                  </a:extLst>
                </p:cNvPr>
                <p:cNvSpPr/>
                <p:nvPr/>
              </p:nvSpPr>
              <p:spPr>
                <a:xfrm>
                  <a:off x="941752" y="5579155"/>
                  <a:ext cx="1301242" cy="12700"/>
                </a:xfrm>
                <a:custGeom>
                  <a:avLst/>
                  <a:gdLst>
                    <a:gd name="csX0" fmla="*/ 0 w 1301242"/>
                    <a:gd name="csY0" fmla="*/ 0 h 12700"/>
                    <a:gd name="csX1" fmla="*/ 1301242 w 1301242"/>
                    <a:gd name="csY1" fmla="*/ 0 h 127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301242" h="12700">
                      <a:moveTo>
                        <a:pt x="0" y="0"/>
                      </a:moveTo>
                      <a:lnTo>
                        <a:pt x="1301242" y="0"/>
                      </a:lnTo>
                    </a:path>
                  </a:pathLst>
                </a:custGeom>
                <a:noFill/>
                <a:ln w="13589" cap="sq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3" name="Freeform 822">
                  <a:extLst>
                    <a:ext uri="{FF2B5EF4-FFF2-40B4-BE49-F238E27FC236}">
                      <a16:creationId xmlns:a16="http://schemas.microsoft.com/office/drawing/2014/main" id="{2FE4BCFC-AE9B-BCB7-E376-D3B20F849AD0}"/>
                    </a:ext>
                  </a:extLst>
                </p:cNvPr>
                <p:cNvSpPr/>
                <p:nvPr/>
              </p:nvSpPr>
              <p:spPr>
                <a:xfrm>
                  <a:off x="1091992" y="557915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4" name="Freeform 823">
                  <a:extLst>
                    <a:ext uri="{FF2B5EF4-FFF2-40B4-BE49-F238E27FC236}">
                      <a16:creationId xmlns:a16="http://schemas.microsoft.com/office/drawing/2014/main" id="{38A9149E-BFB3-4602-1E1C-137646093F31}"/>
                    </a:ext>
                  </a:extLst>
                </p:cNvPr>
                <p:cNvSpPr/>
                <p:nvPr/>
              </p:nvSpPr>
              <p:spPr>
                <a:xfrm>
                  <a:off x="1342182" y="557915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5" name="Freeform 824">
                  <a:extLst>
                    <a:ext uri="{FF2B5EF4-FFF2-40B4-BE49-F238E27FC236}">
                      <a16:creationId xmlns:a16="http://schemas.microsoft.com/office/drawing/2014/main" id="{E591D9CA-00D4-C5EB-FAC2-3701DC440EDB}"/>
                    </a:ext>
                  </a:extLst>
                </p:cNvPr>
                <p:cNvSpPr/>
                <p:nvPr/>
              </p:nvSpPr>
              <p:spPr>
                <a:xfrm>
                  <a:off x="1592373" y="557915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6" name="Freeform 825">
                  <a:extLst>
                    <a:ext uri="{FF2B5EF4-FFF2-40B4-BE49-F238E27FC236}">
                      <a16:creationId xmlns:a16="http://schemas.microsoft.com/office/drawing/2014/main" id="{92C7C2CA-F07E-F43F-FB36-8C2A35DD1418}"/>
                    </a:ext>
                  </a:extLst>
                </p:cNvPr>
                <p:cNvSpPr/>
                <p:nvPr/>
              </p:nvSpPr>
              <p:spPr>
                <a:xfrm>
                  <a:off x="1842690" y="557915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7" name="Freeform 826">
                  <a:extLst>
                    <a:ext uri="{FF2B5EF4-FFF2-40B4-BE49-F238E27FC236}">
                      <a16:creationId xmlns:a16="http://schemas.microsoft.com/office/drawing/2014/main" id="{4EAE63D0-6F35-DC36-1BCC-47F5B423CE01}"/>
                    </a:ext>
                  </a:extLst>
                </p:cNvPr>
                <p:cNvSpPr/>
                <p:nvPr/>
              </p:nvSpPr>
              <p:spPr>
                <a:xfrm>
                  <a:off x="2092879" y="5579155"/>
                  <a:ext cx="12700" cy="34797"/>
                </a:xfrm>
                <a:custGeom>
                  <a:avLst/>
                  <a:gdLst>
                    <a:gd name="csX0" fmla="*/ 0 w 12700"/>
                    <a:gd name="csY0" fmla="*/ 34798 h 34797"/>
                    <a:gd name="csX1" fmla="*/ 0 w 12700"/>
                    <a:gd name="csY1" fmla="*/ 0 h 347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2700" h="34797">
                      <a:moveTo>
                        <a:pt x="0" y="3479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358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91A67409-BEF3-AE2B-335D-D43A26C63AF3}"/>
                    </a:ext>
                  </a:extLst>
                </p:cNvPr>
                <p:cNvSpPr txBox="1"/>
                <p:nvPr/>
              </p:nvSpPr>
              <p:spPr>
                <a:xfrm>
                  <a:off x="945959" y="5575009"/>
                  <a:ext cx="29206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M</a:t>
                  </a:r>
                </a:p>
              </p:txBody>
            </p:sp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7460D86A-A09E-5827-B48A-2B7C96FCBACC}"/>
                    </a:ext>
                  </a:extLst>
                </p:cNvPr>
                <p:cNvSpPr txBox="1"/>
                <p:nvPr/>
              </p:nvSpPr>
              <p:spPr>
                <a:xfrm>
                  <a:off x="1232216" y="5575009"/>
                  <a:ext cx="219932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I</a:t>
                  </a:r>
                </a:p>
              </p:txBody>
            </p:sp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C32123AF-6FDE-4175-4C47-0925BB29824A}"/>
                    </a:ext>
                  </a:extLst>
                </p:cNvPr>
                <p:cNvSpPr txBox="1"/>
                <p:nvPr/>
              </p:nvSpPr>
              <p:spPr>
                <a:xfrm>
                  <a:off x="1447140" y="5575009"/>
                  <a:ext cx="29046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LI</a:t>
                  </a:r>
                </a:p>
              </p:txBody>
            </p:sp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6999EDC4-E729-4CB9-8CBC-9DE53F581440}"/>
                    </a:ext>
                  </a:extLst>
                </p:cNvPr>
                <p:cNvSpPr txBox="1"/>
                <p:nvPr/>
              </p:nvSpPr>
              <p:spPr>
                <a:xfrm>
                  <a:off x="1664596" y="5575009"/>
                  <a:ext cx="356188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NF</a:t>
                  </a:r>
                </a:p>
              </p:txBody>
            </p:sp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23C5FAA9-16BB-14ED-C180-53D41E5FACE9}"/>
                    </a:ext>
                  </a:extLst>
                </p:cNvPr>
                <p:cNvSpPr txBox="1"/>
                <p:nvPr/>
              </p:nvSpPr>
              <p:spPr>
                <a:xfrm>
                  <a:off x="1961272" y="5575009"/>
                  <a:ext cx="26321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0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</a:t>
                  </a:r>
                </a:p>
              </p:txBody>
            </p:sp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CC62502C-EF7D-0EFB-2235-639CFF5BF518}"/>
                    </a:ext>
                  </a:extLst>
                </p:cNvPr>
                <p:cNvSpPr txBox="1"/>
                <p:nvPr/>
              </p:nvSpPr>
              <p:spPr>
                <a:xfrm rot="16200000">
                  <a:off x="212936" y="4885016"/>
                  <a:ext cx="784190" cy="25391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050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% 6_NPO</a:t>
                  </a:r>
                </a:p>
              </p:txBody>
            </p:sp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45C4154D-4AD1-C4C2-4717-EBFC544D6BB8}"/>
                    </a:ext>
                  </a:extLst>
                </p:cNvPr>
                <p:cNvSpPr txBox="1"/>
                <p:nvPr/>
              </p:nvSpPr>
              <p:spPr>
                <a:xfrm>
                  <a:off x="963385" y="4142535"/>
                  <a:ext cx="1245543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100" i="1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n</a:t>
                  </a:r>
                  <a:r>
                    <a:rPr lang="en-US" sz="1100" i="1" spc="0" baseline="0">
                      <a:ln/>
                      <a:solidFill>
                        <a:srgbClr val="000000"/>
                      </a:solidFill>
                      <a:latin typeface="Arial"/>
                      <a:cs typeface="Arial"/>
                      <a:sym typeface="Arial"/>
                      <a:rtl val="0"/>
                    </a:rPr>
                    <a:t>py7r+</a:t>
                  </a:r>
                </a:p>
              </p:txBody>
            </p:sp>
          </p:grpSp>
        </p:grpSp>
      </p:grpSp>
      <p:grpSp>
        <p:nvGrpSpPr>
          <p:cNvPr id="1176" name="Graphic 911">
            <a:extLst>
              <a:ext uri="{FF2B5EF4-FFF2-40B4-BE49-F238E27FC236}">
                <a16:creationId xmlns:a16="http://schemas.microsoft.com/office/drawing/2014/main" id="{83467282-3928-C189-15A4-6E2576ECE7A3}"/>
              </a:ext>
            </a:extLst>
          </p:cNvPr>
          <p:cNvGrpSpPr/>
          <p:nvPr/>
        </p:nvGrpSpPr>
        <p:grpSpPr>
          <a:xfrm>
            <a:off x="97507" y="3910364"/>
            <a:ext cx="2477426" cy="3045065"/>
            <a:chOff x="292363" y="4157383"/>
            <a:chExt cx="2477426" cy="3045065"/>
          </a:xfrm>
        </p:grpSpPr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8AB039BC-2B86-C80F-D77E-AC9ABADF461B}"/>
                </a:ext>
              </a:extLst>
            </p:cNvPr>
            <p:cNvSpPr/>
            <p:nvPr/>
          </p:nvSpPr>
          <p:spPr>
            <a:xfrm>
              <a:off x="1689909" y="5512841"/>
              <a:ext cx="1079880" cy="1689607"/>
            </a:xfrm>
            <a:custGeom>
              <a:avLst/>
              <a:gdLst>
                <a:gd name="csX0" fmla="*/ 0 w 1079880"/>
                <a:gd name="csY0" fmla="*/ 0 h 1689607"/>
                <a:gd name="csX1" fmla="*/ 1079881 w 1079880"/>
                <a:gd name="csY1" fmla="*/ 0 h 1689607"/>
                <a:gd name="csX2" fmla="*/ 1079881 w 1079880"/>
                <a:gd name="csY2" fmla="*/ 1689608 h 1689607"/>
                <a:gd name="csX3" fmla="*/ 0 w 1079880"/>
                <a:gd name="csY3" fmla="*/ 1689608 h 1689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79880" h="1689607">
                  <a:moveTo>
                    <a:pt x="0" y="0"/>
                  </a:moveTo>
                  <a:lnTo>
                    <a:pt x="1079881" y="0"/>
                  </a:lnTo>
                  <a:lnTo>
                    <a:pt x="1079881" y="1689608"/>
                  </a:lnTo>
                  <a:lnTo>
                    <a:pt x="0" y="1689608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algn="ctr"/>
              <a:endParaRPr lang="en-US" sz="2800"/>
            </a:p>
          </p:txBody>
        </p:sp>
        <p:grpSp>
          <p:nvGrpSpPr>
            <p:cNvPr id="1181" name="Graphic 911">
              <a:extLst>
                <a:ext uri="{FF2B5EF4-FFF2-40B4-BE49-F238E27FC236}">
                  <a16:creationId xmlns:a16="http://schemas.microsoft.com/office/drawing/2014/main" id="{DDC5B8F4-57A0-95B0-2CB3-6EB5572D191A}"/>
                </a:ext>
              </a:extLst>
            </p:cNvPr>
            <p:cNvGrpSpPr/>
            <p:nvPr/>
          </p:nvGrpSpPr>
          <p:grpSpPr>
            <a:xfrm>
              <a:off x="588001" y="5996135"/>
              <a:ext cx="1032184" cy="806264"/>
              <a:chOff x="588001" y="5996135"/>
              <a:chExt cx="1032184" cy="806264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E4BB3E92-9FF5-638E-DC22-EEC159DF65A3}"/>
                  </a:ext>
                </a:extLst>
              </p:cNvPr>
              <p:cNvSpPr/>
              <p:nvPr/>
            </p:nvSpPr>
            <p:spPr>
              <a:xfrm>
                <a:off x="679497" y="6006236"/>
                <a:ext cx="940688" cy="796163"/>
              </a:xfrm>
              <a:custGeom>
                <a:avLst/>
                <a:gdLst>
                  <a:gd name="csX0" fmla="*/ 0 w 940688"/>
                  <a:gd name="csY0" fmla="*/ 0 h 796163"/>
                  <a:gd name="csX1" fmla="*/ 940689 w 940688"/>
                  <a:gd name="csY1" fmla="*/ 0 h 796163"/>
                  <a:gd name="csX2" fmla="*/ 940689 w 940688"/>
                  <a:gd name="csY2" fmla="*/ 796163 h 796163"/>
                  <a:gd name="csX3" fmla="*/ 0 w 940688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40688" h="796163">
                    <a:moveTo>
                      <a:pt x="0" y="0"/>
                    </a:moveTo>
                    <a:lnTo>
                      <a:pt x="940689" y="0"/>
                    </a:lnTo>
                    <a:lnTo>
                      <a:pt x="940689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6DB10DFB-7175-7E6B-4532-7916943C1C01}"/>
                  </a:ext>
                </a:extLst>
              </p:cNvPr>
              <p:cNvSpPr/>
              <p:nvPr/>
            </p:nvSpPr>
            <p:spPr>
              <a:xfrm>
                <a:off x="788082" y="6355740"/>
                <a:ext cx="12700" cy="47371"/>
              </a:xfrm>
              <a:custGeom>
                <a:avLst/>
                <a:gdLst>
                  <a:gd name="csX0" fmla="*/ 0 w 12700"/>
                  <a:gd name="csY0" fmla="*/ 47371 h 47371"/>
                  <a:gd name="csX1" fmla="*/ 0 w 12700"/>
                  <a:gd name="csY1" fmla="*/ 0 h 473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7371">
                    <a:moveTo>
                      <a:pt x="0" y="4737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1760C981-DC40-4A82-1058-D15A20BDFB41}"/>
                  </a:ext>
                </a:extLst>
              </p:cNvPr>
              <p:cNvSpPr/>
              <p:nvPr/>
            </p:nvSpPr>
            <p:spPr>
              <a:xfrm>
                <a:off x="788082" y="6661937"/>
                <a:ext cx="12700" cy="92964"/>
              </a:xfrm>
              <a:custGeom>
                <a:avLst/>
                <a:gdLst>
                  <a:gd name="csX0" fmla="*/ 0 w 12700"/>
                  <a:gd name="csY0" fmla="*/ 0 h 92964"/>
                  <a:gd name="csX1" fmla="*/ 0 w 12700"/>
                  <a:gd name="csY1" fmla="*/ 92964 h 929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92964">
                    <a:moveTo>
                      <a:pt x="0" y="0"/>
                    </a:moveTo>
                    <a:lnTo>
                      <a:pt x="0" y="9296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0E195933-8507-868E-CAF2-B785E806E8E5}"/>
                  </a:ext>
                </a:extLst>
              </p:cNvPr>
              <p:cNvSpPr/>
              <p:nvPr/>
            </p:nvSpPr>
            <p:spPr>
              <a:xfrm>
                <a:off x="733852" y="6403111"/>
                <a:ext cx="108584" cy="258825"/>
              </a:xfrm>
              <a:custGeom>
                <a:avLst/>
                <a:gdLst>
                  <a:gd name="csX0" fmla="*/ 0 w 108584"/>
                  <a:gd name="csY0" fmla="*/ 0 h 258825"/>
                  <a:gd name="csX1" fmla="*/ 0 w 108584"/>
                  <a:gd name="csY1" fmla="*/ 258826 h 258825"/>
                  <a:gd name="csX2" fmla="*/ 108585 w 108584"/>
                  <a:gd name="csY2" fmla="*/ 258826 h 258825"/>
                  <a:gd name="csX3" fmla="*/ 108585 w 108584"/>
                  <a:gd name="csY3" fmla="*/ 0 h 258825"/>
                  <a:gd name="csX4" fmla="*/ 0 w 108584"/>
                  <a:gd name="csY4" fmla="*/ 0 h 2588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4" h="258825">
                    <a:moveTo>
                      <a:pt x="0" y="0"/>
                    </a:moveTo>
                    <a:lnTo>
                      <a:pt x="0" y="258826"/>
                    </a:lnTo>
                    <a:lnTo>
                      <a:pt x="108585" y="258826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3DE5C7FC-5D21-BB8F-8E9D-8BE746739BC2}"/>
                  </a:ext>
                </a:extLst>
              </p:cNvPr>
              <p:cNvSpPr/>
              <p:nvPr/>
            </p:nvSpPr>
            <p:spPr>
              <a:xfrm>
                <a:off x="733853" y="6563639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7" name="Freeform 1186">
                <a:extLst>
                  <a:ext uri="{FF2B5EF4-FFF2-40B4-BE49-F238E27FC236}">
                    <a16:creationId xmlns:a16="http://schemas.microsoft.com/office/drawing/2014/main" id="{1781A9CD-9E1D-3685-F308-317C0E6A577A}"/>
                  </a:ext>
                </a:extLst>
              </p:cNvPr>
              <p:cNvSpPr/>
              <p:nvPr/>
            </p:nvSpPr>
            <p:spPr>
              <a:xfrm>
                <a:off x="969057" y="6395618"/>
                <a:ext cx="12700" cy="85471"/>
              </a:xfrm>
              <a:custGeom>
                <a:avLst/>
                <a:gdLst>
                  <a:gd name="csX0" fmla="*/ 0 w 12700"/>
                  <a:gd name="csY0" fmla="*/ 85471 h 85471"/>
                  <a:gd name="csX1" fmla="*/ 0 w 12700"/>
                  <a:gd name="csY1" fmla="*/ 0 h 854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5471">
                    <a:moveTo>
                      <a:pt x="0" y="8547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7C65159E-CD57-EBED-EA72-D03DC014F4C2}"/>
                  </a:ext>
                </a:extLst>
              </p:cNvPr>
              <p:cNvSpPr/>
              <p:nvPr/>
            </p:nvSpPr>
            <p:spPr>
              <a:xfrm>
                <a:off x="969057" y="6622567"/>
                <a:ext cx="12700" cy="123190"/>
              </a:xfrm>
              <a:custGeom>
                <a:avLst/>
                <a:gdLst>
                  <a:gd name="csX0" fmla="*/ 0 w 12700"/>
                  <a:gd name="csY0" fmla="*/ 0 h 123190"/>
                  <a:gd name="csX1" fmla="*/ 0 w 12700"/>
                  <a:gd name="csY1" fmla="*/ 123190 h 1231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23190">
                    <a:moveTo>
                      <a:pt x="0" y="0"/>
                    </a:moveTo>
                    <a:lnTo>
                      <a:pt x="0" y="12319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063C57AE-7231-F3CB-19A2-FD96DFA95C2A}"/>
                  </a:ext>
                </a:extLst>
              </p:cNvPr>
              <p:cNvSpPr/>
              <p:nvPr/>
            </p:nvSpPr>
            <p:spPr>
              <a:xfrm>
                <a:off x="914700" y="6481089"/>
                <a:ext cx="108585" cy="141477"/>
              </a:xfrm>
              <a:custGeom>
                <a:avLst/>
                <a:gdLst>
                  <a:gd name="csX0" fmla="*/ 0 w 108585"/>
                  <a:gd name="csY0" fmla="*/ 0 h 141477"/>
                  <a:gd name="csX1" fmla="*/ 0 w 108585"/>
                  <a:gd name="csY1" fmla="*/ 141478 h 141477"/>
                  <a:gd name="csX2" fmla="*/ 108585 w 108585"/>
                  <a:gd name="csY2" fmla="*/ 141478 h 141477"/>
                  <a:gd name="csX3" fmla="*/ 108585 w 108585"/>
                  <a:gd name="csY3" fmla="*/ 0 h 141477"/>
                  <a:gd name="csX4" fmla="*/ 0 w 108585"/>
                  <a:gd name="csY4" fmla="*/ 0 h 1414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141477">
                    <a:moveTo>
                      <a:pt x="0" y="0"/>
                    </a:moveTo>
                    <a:lnTo>
                      <a:pt x="0" y="141478"/>
                    </a:lnTo>
                    <a:lnTo>
                      <a:pt x="108585" y="141478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564373A1-0DFC-F236-1E48-23573A19B3FD}"/>
                  </a:ext>
                </a:extLst>
              </p:cNvPr>
              <p:cNvSpPr/>
              <p:nvPr/>
            </p:nvSpPr>
            <p:spPr>
              <a:xfrm>
                <a:off x="914701" y="6611899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5677E97C-B43F-2EE5-BA43-156D37AE9890}"/>
                  </a:ext>
                </a:extLst>
              </p:cNvPr>
              <p:cNvSpPr/>
              <p:nvPr/>
            </p:nvSpPr>
            <p:spPr>
              <a:xfrm>
                <a:off x="1149905" y="6417081"/>
                <a:ext cx="12700" cy="58800"/>
              </a:xfrm>
              <a:custGeom>
                <a:avLst/>
                <a:gdLst>
                  <a:gd name="csX0" fmla="*/ 0 w 12700"/>
                  <a:gd name="csY0" fmla="*/ 58801 h 58800"/>
                  <a:gd name="csX1" fmla="*/ 0 w 12700"/>
                  <a:gd name="csY1" fmla="*/ 0 h 5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8800">
                    <a:moveTo>
                      <a:pt x="0" y="5880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36EA9688-9D60-707A-8007-0EBFF7368BA6}"/>
                  </a:ext>
                </a:extLst>
              </p:cNvPr>
              <p:cNvSpPr/>
              <p:nvPr/>
            </p:nvSpPr>
            <p:spPr>
              <a:xfrm>
                <a:off x="1149905" y="6593611"/>
                <a:ext cx="12700" cy="58800"/>
              </a:xfrm>
              <a:custGeom>
                <a:avLst/>
                <a:gdLst>
                  <a:gd name="csX0" fmla="*/ 0 w 12700"/>
                  <a:gd name="csY0" fmla="*/ 0 h 58800"/>
                  <a:gd name="csX1" fmla="*/ 0 w 12700"/>
                  <a:gd name="csY1" fmla="*/ 58801 h 58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8800">
                    <a:moveTo>
                      <a:pt x="0" y="0"/>
                    </a:moveTo>
                    <a:lnTo>
                      <a:pt x="0" y="58801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B01935A0-A139-B8A2-52F6-BE7E38A7666D}"/>
                  </a:ext>
                </a:extLst>
              </p:cNvPr>
              <p:cNvSpPr/>
              <p:nvPr/>
            </p:nvSpPr>
            <p:spPr>
              <a:xfrm>
                <a:off x="1095675" y="6475881"/>
                <a:ext cx="108585" cy="117729"/>
              </a:xfrm>
              <a:custGeom>
                <a:avLst/>
                <a:gdLst>
                  <a:gd name="csX0" fmla="*/ 0 w 108585"/>
                  <a:gd name="csY0" fmla="*/ 0 h 117729"/>
                  <a:gd name="csX1" fmla="*/ 0 w 108585"/>
                  <a:gd name="csY1" fmla="*/ 117729 h 117729"/>
                  <a:gd name="csX2" fmla="*/ 108585 w 108585"/>
                  <a:gd name="csY2" fmla="*/ 117729 h 117729"/>
                  <a:gd name="csX3" fmla="*/ 108585 w 108585"/>
                  <a:gd name="csY3" fmla="*/ 0 h 117729"/>
                  <a:gd name="csX4" fmla="*/ 0 w 108585"/>
                  <a:gd name="csY4" fmla="*/ 0 h 1177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117729">
                    <a:moveTo>
                      <a:pt x="0" y="0"/>
                    </a:moveTo>
                    <a:lnTo>
                      <a:pt x="0" y="117729"/>
                    </a:lnTo>
                    <a:lnTo>
                      <a:pt x="108585" y="117729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9F776A9D-71F4-EFA6-EF82-BC30FD9493F1}"/>
                  </a:ext>
                </a:extLst>
              </p:cNvPr>
              <p:cNvSpPr/>
              <p:nvPr/>
            </p:nvSpPr>
            <p:spPr>
              <a:xfrm>
                <a:off x="1095676" y="6534683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C84572B0-3A69-1984-C5DC-83D325A1395E}"/>
                  </a:ext>
                </a:extLst>
              </p:cNvPr>
              <p:cNvSpPr/>
              <p:nvPr/>
            </p:nvSpPr>
            <p:spPr>
              <a:xfrm>
                <a:off x="1511728" y="6548653"/>
                <a:ext cx="12700" cy="7238"/>
              </a:xfrm>
              <a:custGeom>
                <a:avLst/>
                <a:gdLst>
                  <a:gd name="csX0" fmla="*/ 0 w 12700"/>
                  <a:gd name="csY0" fmla="*/ 7239 h 7238"/>
                  <a:gd name="csX1" fmla="*/ 0 w 12700"/>
                  <a:gd name="csY1" fmla="*/ 0 h 72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238">
                    <a:moveTo>
                      <a:pt x="0" y="723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6" name="Freeform 1195">
                <a:extLst>
                  <a:ext uri="{FF2B5EF4-FFF2-40B4-BE49-F238E27FC236}">
                    <a16:creationId xmlns:a16="http://schemas.microsoft.com/office/drawing/2014/main" id="{075E7963-AB31-6235-48AA-24B8873B34D2}"/>
                  </a:ext>
                </a:extLst>
              </p:cNvPr>
              <p:cNvSpPr/>
              <p:nvPr/>
            </p:nvSpPr>
            <p:spPr>
              <a:xfrm>
                <a:off x="1511728" y="6640855"/>
                <a:ext cx="12700" cy="50418"/>
              </a:xfrm>
              <a:custGeom>
                <a:avLst/>
                <a:gdLst>
                  <a:gd name="csX0" fmla="*/ 0 w 12700"/>
                  <a:gd name="csY0" fmla="*/ 0 h 50418"/>
                  <a:gd name="csX1" fmla="*/ 0 w 12700"/>
                  <a:gd name="csY1" fmla="*/ 50419 h 5041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0418">
                    <a:moveTo>
                      <a:pt x="0" y="0"/>
                    </a:moveTo>
                    <a:lnTo>
                      <a:pt x="0" y="5041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5D46ED36-1DE7-980A-742D-2E1ED1CC397C}"/>
                  </a:ext>
                </a:extLst>
              </p:cNvPr>
              <p:cNvSpPr/>
              <p:nvPr/>
            </p:nvSpPr>
            <p:spPr>
              <a:xfrm>
                <a:off x="1457499" y="6555892"/>
                <a:ext cx="108458" cy="84963"/>
              </a:xfrm>
              <a:custGeom>
                <a:avLst/>
                <a:gdLst>
                  <a:gd name="csX0" fmla="*/ 0 w 108458"/>
                  <a:gd name="csY0" fmla="*/ 0 h 84963"/>
                  <a:gd name="csX1" fmla="*/ 0 w 108458"/>
                  <a:gd name="csY1" fmla="*/ 84963 h 84963"/>
                  <a:gd name="csX2" fmla="*/ 108458 w 108458"/>
                  <a:gd name="csY2" fmla="*/ 84963 h 84963"/>
                  <a:gd name="csX3" fmla="*/ 108458 w 108458"/>
                  <a:gd name="csY3" fmla="*/ 0 h 84963"/>
                  <a:gd name="csX4" fmla="*/ 0 w 108458"/>
                  <a:gd name="csY4" fmla="*/ 0 h 849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458" h="84963">
                    <a:moveTo>
                      <a:pt x="0" y="0"/>
                    </a:moveTo>
                    <a:lnTo>
                      <a:pt x="0" y="84963"/>
                    </a:lnTo>
                    <a:lnTo>
                      <a:pt x="108458" y="84963"/>
                    </a:lnTo>
                    <a:lnTo>
                      <a:pt x="1084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B615B2C0-9A5E-177F-AEF9-80A4CB0AD74B}"/>
                  </a:ext>
                </a:extLst>
              </p:cNvPr>
              <p:cNvSpPr/>
              <p:nvPr/>
            </p:nvSpPr>
            <p:spPr>
              <a:xfrm>
                <a:off x="1457499" y="6591071"/>
                <a:ext cx="108458" cy="12700"/>
              </a:xfrm>
              <a:custGeom>
                <a:avLst/>
                <a:gdLst>
                  <a:gd name="csX0" fmla="*/ 0 w 108458"/>
                  <a:gd name="csY0" fmla="*/ 0 h 12700"/>
                  <a:gd name="csX1" fmla="*/ 108458 w 10845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458" h="12700">
                    <a:moveTo>
                      <a:pt x="0" y="0"/>
                    </a:moveTo>
                    <a:lnTo>
                      <a:pt x="108458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79383572-CFD0-290C-E21F-03C6B3D876E4}"/>
                  </a:ext>
                </a:extLst>
              </p:cNvPr>
              <p:cNvSpPr/>
              <p:nvPr/>
            </p:nvSpPr>
            <p:spPr>
              <a:xfrm>
                <a:off x="1146857" y="663412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D41C31D1-F017-210B-0CC5-67DEA20BE8DE}"/>
                  </a:ext>
                </a:extLst>
              </p:cNvPr>
              <p:cNvSpPr/>
              <p:nvPr/>
            </p:nvSpPr>
            <p:spPr>
              <a:xfrm>
                <a:off x="966771" y="659373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E4C902A7-D02B-15E4-7EBC-FA823F80AF62}"/>
                  </a:ext>
                </a:extLst>
              </p:cNvPr>
              <p:cNvSpPr/>
              <p:nvPr/>
            </p:nvSpPr>
            <p:spPr>
              <a:xfrm>
                <a:off x="943276" y="672797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00BCC466-051B-A4C1-61AA-1ECB80132F84}"/>
                  </a:ext>
                </a:extLst>
              </p:cNvPr>
              <p:cNvSpPr/>
              <p:nvPr/>
            </p:nvSpPr>
            <p:spPr>
              <a:xfrm>
                <a:off x="1505632" y="653061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678E9CD9-9A9B-7CDE-3FFF-185161EDDF29}"/>
                  </a:ext>
                </a:extLst>
              </p:cNvPr>
              <p:cNvSpPr/>
              <p:nvPr/>
            </p:nvSpPr>
            <p:spPr>
              <a:xfrm>
                <a:off x="775255" y="633783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C27D2829-4A38-3EE1-0D3F-2E1E08275F42}"/>
                  </a:ext>
                </a:extLst>
              </p:cNvPr>
              <p:cNvSpPr/>
              <p:nvPr/>
            </p:nvSpPr>
            <p:spPr>
              <a:xfrm>
                <a:off x="1494456" y="667311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4B7667BE-C842-A40B-E979-17646C3A5FBF}"/>
                  </a:ext>
                </a:extLst>
              </p:cNvPr>
              <p:cNvSpPr/>
              <p:nvPr/>
            </p:nvSpPr>
            <p:spPr>
              <a:xfrm>
                <a:off x="778683" y="63438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E57F18AF-4F09-D1B2-3974-051136E3C0B9}"/>
                  </a:ext>
                </a:extLst>
              </p:cNvPr>
              <p:cNvSpPr/>
              <p:nvPr/>
            </p:nvSpPr>
            <p:spPr>
              <a:xfrm>
                <a:off x="1480486" y="662777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26CC705F-EBDD-8BA7-71D4-625C2B0941E8}"/>
                  </a:ext>
                </a:extLst>
              </p:cNvPr>
              <p:cNvSpPr/>
              <p:nvPr/>
            </p:nvSpPr>
            <p:spPr>
              <a:xfrm>
                <a:off x="775763" y="666435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0174E06B-0973-09AD-9B95-9D3056338AB5}"/>
                  </a:ext>
                </a:extLst>
              </p:cNvPr>
              <p:cNvSpPr/>
              <p:nvPr/>
            </p:nvSpPr>
            <p:spPr>
              <a:xfrm>
                <a:off x="1501187" y="653862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324C37D6-DE8C-68A9-092C-F9D23197A0F2}"/>
                  </a:ext>
                </a:extLst>
              </p:cNvPr>
              <p:cNvSpPr/>
              <p:nvPr/>
            </p:nvSpPr>
            <p:spPr>
              <a:xfrm>
                <a:off x="768524" y="658243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B2DCBA80-9DB8-880F-CD8C-CFB1970DA69C}"/>
                  </a:ext>
                </a:extLst>
              </p:cNvPr>
              <p:cNvSpPr/>
              <p:nvPr/>
            </p:nvSpPr>
            <p:spPr>
              <a:xfrm>
                <a:off x="1501695" y="660720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B4E11289-B167-AD15-9557-1C1489D2BB1D}"/>
                  </a:ext>
                </a:extLst>
              </p:cNvPr>
              <p:cNvSpPr/>
              <p:nvPr/>
            </p:nvSpPr>
            <p:spPr>
              <a:xfrm>
                <a:off x="785796" y="673712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4AE0FE16-FD21-7E28-7512-818032EBD3D5}"/>
                  </a:ext>
                </a:extLst>
              </p:cNvPr>
              <p:cNvSpPr/>
              <p:nvPr/>
            </p:nvSpPr>
            <p:spPr>
              <a:xfrm>
                <a:off x="942133" y="645949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38381DDE-A29B-9DA0-C60D-FBF879605F76}"/>
                  </a:ext>
                </a:extLst>
              </p:cNvPr>
              <p:cNvSpPr/>
              <p:nvPr/>
            </p:nvSpPr>
            <p:spPr>
              <a:xfrm>
                <a:off x="1492297" y="653785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4" name="Freeform 1213">
                <a:extLst>
                  <a:ext uri="{FF2B5EF4-FFF2-40B4-BE49-F238E27FC236}">
                    <a16:creationId xmlns:a16="http://schemas.microsoft.com/office/drawing/2014/main" id="{417551C5-BAED-4617-D3EA-1E1142492322}"/>
                  </a:ext>
                </a:extLst>
              </p:cNvPr>
              <p:cNvSpPr/>
              <p:nvPr/>
            </p:nvSpPr>
            <p:spPr>
              <a:xfrm>
                <a:off x="786050" y="650915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5" name="Freeform 1214">
                <a:extLst>
                  <a:ext uri="{FF2B5EF4-FFF2-40B4-BE49-F238E27FC236}">
                    <a16:creationId xmlns:a16="http://schemas.microsoft.com/office/drawing/2014/main" id="{FFB9B6DE-9AF8-CB24-274B-BF116221A301}"/>
                  </a:ext>
                </a:extLst>
              </p:cNvPr>
              <p:cNvSpPr/>
              <p:nvPr/>
            </p:nvSpPr>
            <p:spPr>
              <a:xfrm>
                <a:off x="1149143" y="639879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6" name="Freeform 1215">
                <a:extLst>
                  <a:ext uri="{FF2B5EF4-FFF2-40B4-BE49-F238E27FC236}">
                    <a16:creationId xmlns:a16="http://schemas.microsoft.com/office/drawing/2014/main" id="{26840665-97AB-E7A0-D81E-20B03A7D699B}"/>
                  </a:ext>
                </a:extLst>
              </p:cNvPr>
              <p:cNvSpPr/>
              <p:nvPr/>
            </p:nvSpPr>
            <p:spPr>
              <a:xfrm>
                <a:off x="937180" y="660110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7" name="Freeform 1216">
                <a:extLst>
                  <a:ext uri="{FF2B5EF4-FFF2-40B4-BE49-F238E27FC236}">
                    <a16:creationId xmlns:a16="http://schemas.microsoft.com/office/drawing/2014/main" id="{D3D674B4-F0AE-991A-8795-167D56A8D724}"/>
                  </a:ext>
                </a:extLst>
              </p:cNvPr>
              <p:cNvSpPr/>
              <p:nvPr/>
            </p:nvSpPr>
            <p:spPr>
              <a:xfrm>
                <a:off x="950133" y="637771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8" name="Freeform 1217">
                <a:extLst>
                  <a:ext uri="{FF2B5EF4-FFF2-40B4-BE49-F238E27FC236}">
                    <a16:creationId xmlns:a16="http://schemas.microsoft.com/office/drawing/2014/main" id="{B7C5B4C3-26D5-F22C-C76C-EFDB814AFE7C}"/>
                  </a:ext>
                </a:extLst>
              </p:cNvPr>
              <p:cNvSpPr/>
              <p:nvPr/>
            </p:nvSpPr>
            <p:spPr>
              <a:xfrm>
                <a:off x="1315005" y="649963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19" name="Freeform 1218">
                <a:extLst>
                  <a:ext uri="{FF2B5EF4-FFF2-40B4-BE49-F238E27FC236}">
                    <a16:creationId xmlns:a16="http://schemas.microsoft.com/office/drawing/2014/main" id="{6C75F56E-81DD-4A54-C86B-0D68B866666E}"/>
                  </a:ext>
                </a:extLst>
              </p:cNvPr>
              <p:cNvSpPr/>
              <p:nvPr/>
            </p:nvSpPr>
            <p:spPr>
              <a:xfrm>
                <a:off x="965627" y="66082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1F6D8FB2-F70C-299F-F309-E1171E256934}"/>
                  </a:ext>
                </a:extLst>
              </p:cNvPr>
              <p:cNvSpPr/>
              <p:nvPr/>
            </p:nvSpPr>
            <p:spPr>
              <a:xfrm>
                <a:off x="937942" y="646610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21" name="TextBox 1220">
                <a:extLst>
                  <a:ext uri="{FF2B5EF4-FFF2-40B4-BE49-F238E27FC236}">
                    <a16:creationId xmlns:a16="http://schemas.microsoft.com/office/drawing/2014/main" id="{170C114D-E837-0802-F806-6DC526015F14}"/>
                  </a:ext>
                </a:extLst>
              </p:cNvPr>
              <p:cNvSpPr txBox="1"/>
              <p:nvPr/>
            </p:nvSpPr>
            <p:spPr>
              <a:xfrm>
                <a:off x="588001" y="6152726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0.591</a:t>
                </a:r>
              </a:p>
            </p:txBody>
          </p:sp>
          <p:sp>
            <p:nvSpPr>
              <p:cNvPr id="1222" name="Freeform 1221">
                <a:extLst>
                  <a:ext uri="{FF2B5EF4-FFF2-40B4-BE49-F238E27FC236}">
                    <a16:creationId xmlns:a16="http://schemas.microsoft.com/office/drawing/2014/main" id="{5631720B-52E4-2C3F-AA63-61C1CBB9B4E6}"/>
                  </a:ext>
                </a:extLst>
              </p:cNvPr>
              <p:cNvSpPr/>
              <p:nvPr/>
            </p:nvSpPr>
            <p:spPr>
              <a:xfrm>
                <a:off x="788082" y="6293129"/>
                <a:ext cx="162814" cy="12700"/>
              </a:xfrm>
              <a:custGeom>
                <a:avLst/>
                <a:gdLst>
                  <a:gd name="csX0" fmla="*/ 0 w 162814"/>
                  <a:gd name="csY0" fmla="*/ 0 h 12700"/>
                  <a:gd name="csX1" fmla="*/ 162814 w 16281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2814" h="12700">
                    <a:moveTo>
                      <a:pt x="0" y="0"/>
                    </a:moveTo>
                    <a:lnTo>
                      <a:pt x="16281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23" name="TextBox 1222">
                <a:extLst>
                  <a:ext uri="{FF2B5EF4-FFF2-40B4-BE49-F238E27FC236}">
                    <a16:creationId xmlns:a16="http://schemas.microsoft.com/office/drawing/2014/main" id="{7B3F826E-7FAD-E78F-9188-536468CAADD1}"/>
                  </a:ext>
                </a:extLst>
              </p:cNvPr>
              <p:cNvSpPr txBox="1"/>
              <p:nvPr/>
            </p:nvSpPr>
            <p:spPr>
              <a:xfrm>
                <a:off x="967985" y="6147410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0.554</a:t>
                </a:r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16A82FF7-3F49-1972-20D6-A1998EC317AD}"/>
                  </a:ext>
                </a:extLst>
              </p:cNvPr>
              <p:cNvSpPr/>
              <p:nvPr/>
            </p:nvSpPr>
            <p:spPr>
              <a:xfrm>
                <a:off x="987091" y="6293129"/>
                <a:ext cx="524636" cy="12700"/>
              </a:xfrm>
              <a:custGeom>
                <a:avLst/>
                <a:gdLst>
                  <a:gd name="csX0" fmla="*/ 0 w 524636"/>
                  <a:gd name="csY0" fmla="*/ 0 h 12700"/>
                  <a:gd name="csX1" fmla="*/ 524637 w 52463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24636" h="12700">
                    <a:moveTo>
                      <a:pt x="0" y="0"/>
                    </a:moveTo>
                    <a:lnTo>
                      <a:pt x="52463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25" name="TextBox 1224">
                <a:extLst>
                  <a:ext uri="{FF2B5EF4-FFF2-40B4-BE49-F238E27FC236}">
                    <a16:creationId xmlns:a16="http://schemas.microsoft.com/office/drawing/2014/main" id="{EE94DB4C-D5BC-AD46-6794-0802CCDE67AE}"/>
                  </a:ext>
                </a:extLst>
              </p:cNvPr>
              <p:cNvSpPr txBox="1"/>
              <p:nvPr/>
            </p:nvSpPr>
            <p:spPr>
              <a:xfrm>
                <a:off x="868417" y="5996135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0.243</a:t>
                </a:r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79710879-AFC4-785D-EC23-63968BBEC7CB}"/>
                  </a:ext>
                </a:extLst>
              </p:cNvPr>
              <p:cNvSpPr/>
              <p:nvPr/>
            </p:nvSpPr>
            <p:spPr>
              <a:xfrm>
                <a:off x="788082" y="6136411"/>
                <a:ext cx="723646" cy="12700"/>
              </a:xfrm>
              <a:custGeom>
                <a:avLst/>
                <a:gdLst>
                  <a:gd name="csX0" fmla="*/ 0 w 723646"/>
                  <a:gd name="csY0" fmla="*/ 0 h 12700"/>
                  <a:gd name="csX1" fmla="*/ 723646 w 72364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23646" h="12700">
                    <a:moveTo>
                      <a:pt x="0" y="0"/>
                    </a:moveTo>
                    <a:lnTo>
                      <a:pt x="723646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227" name="Graphic 911">
              <a:extLst>
                <a:ext uri="{FF2B5EF4-FFF2-40B4-BE49-F238E27FC236}">
                  <a16:creationId xmlns:a16="http://schemas.microsoft.com/office/drawing/2014/main" id="{521E2DB9-E3CD-4721-F9A2-C377F422D482}"/>
                </a:ext>
              </a:extLst>
            </p:cNvPr>
            <p:cNvGrpSpPr/>
            <p:nvPr/>
          </p:nvGrpSpPr>
          <p:grpSpPr>
            <a:xfrm>
              <a:off x="292363" y="5504971"/>
              <a:ext cx="1795361" cy="1539503"/>
              <a:chOff x="292363" y="5504971"/>
              <a:chExt cx="1795361" cy="1539503"/>
            </a:xfrm>
          </p:grpSpPr>
          <p:sp>
            <p:nvSpPr>
              <p:cNvPr id="1228" name="Freeform 1227">
                <a:extLst>
                  <a:ext uri="{FF2B5EF4-FFF2-40B4-BE49-F238E27FC236}">
                    <a16:creationId xmlns:a16="http://schemas.microsoft.com/office/drawing/2014/main" id="{9FA0A4EA-C4F2-3ADC-D0BF-54B996FC8C5F}"/>
                  </a:ext>
                </a:extLst>
              </p:cNvPr>
              <p:cNvSpPr/>
              <p:nvPr/>
            </p:nvSpPr>
            <p:spPr>
              <a:xfrm>
                <a:off x="679497" y="6006236"/>
                <a:ext cx="12700" cy="796162"/>
              </a:xfrm>
              <a:custGeom>
                <a:avLst/>
                <a:gdLst>
                  <a:gd name="csX0" fmla="*/ 0 w 12700"/>
                  <a:gd name="csY0" fmla="*/ 796163 h 796162"/>
                  <a:gd name="csX1" fmla="*/ 0 w 12700"/>
                  <a:gd name="csY1" fmla="*/ 0 h 796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96162">
                    <a:moveTo>
                      <a:pt x="0" y="796163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29" name="TextBox 1228">
                <a:extLst>
                  <a:ext uri="{FF2B5EF4-FFF2-40B4-BE49-F238E27FC236}">
                    <a16:creationId xmlns:a16="http://schemas.microsoft.com/office/drawing/2014/main" id="{96C4F03C-E65D-179D-9D24-82AB189E1E40}"/>
                  </a:ext>
                </a:extLst>
              </p:cNvPr>
              <p:cNvSpPr txBox="1"/>
              <p:nvPr/>
            </p:nvSpPr>
            <p:spPr>
              <a:xfrm>
                <a:off x="292363" y="6678746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0.25</a:t>
                </a:r>
              </a:p>
            </p:txBody>
          </p:sp>
          <p:sp>
            <p:nvSpPr>
              <p:cNvPr id="1230" name="TextBox 1229">
                <a:extLst>
                  <a:ext uri="{FF2B5EF4-FFF2-40B4-BE49-F238E27FC236}">
                    <a16:creationId xmlns:a16="http://schemas.microsoft.com/office/drawing/2014/main" id="{512B5262-C7BD-3701-B67C-3043F057EFDB}"/>
                  </a:ext>
                </a:extLst>
              </p:cNvPr>
              <p:cNvSpPr txBox="1"/>
              <p:nvPr/>
            </p:nvSpPr>
            <p:spPr>
              <a:xfrm>
                <a:off x="292363" y="6482023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0.50</a:t>
                </a:r>
              </a:p>
            </p:txBody>
          </p:sp>
          <p:sp>
            <p:nvSpPr>
              <p:cNvPr id="1231" name="TextBox 1230">
                <a:extLst>
                  <a:ext uri="{FF2B5EF4-FFF2-40B4-BE49-F238E27FC236}">
                    <a16:creationId xmlns:a16="http://schemas.microsoft.com/office/drawing/2014/main" id="{69794D72-826A-4014-6947-02CE32884A52}"/>
                  </a:ext>
                </a:extLst>
              </p:cNvPr>
              <p:cNvSpPr txBox="1"/>
              <p:nvPr/>
            </p:nvSpPr>
            <p:spPr>
              <a:xfrm>
                <a:off x="292363" y="6285300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0.75</a:t>
                </a:r>
              </a:p>
            </p:txBody>
          </p:sp>
          <p:sp>
            <p:nvSpPr>
              <p:cNvPr id="1232" name="TextBox 1231">
                <a:extLst>
                  <a:ext uri="{FF2B5EF4-FFF2-40B4-BE49-F238E27FC236}">
                    <a16:creationId xmlns:a16="http://schemas.microsoft.com/office/drawing/2014/main" id="{52BCABE7-FF12-EA03-0504-939884BC0C72}"/>
                  </a:ext>
                </a:extLst>
              </p:cNvPr>
              <p:cNvSpPr txBox="1"/>
              <p:nvPr/>
            </p:nvSpPr>
            <p:spPr>
              <a:xfrm>
                <a:off x="292363" y="6088704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1.00</a:t>
                </a:r>
              </a:p>
            </p:txBody>
          </p:sp>
          <p:sp>
            <p:nvSpPr>
              <p:cNvPr id="1233" name="Freeform 1232">
                <a:extLst>
                  <a:ext uri="{FF2B5EF4-FFF2-40B4-BE49-F238E27FC236}">
                    <a16:creationId xmlns:a16="http://schemas.microsoft.com/office/drawing/2014/main" id="{72A299D9-49C7-914F-6D47-9137E5B9E233}"/>
                  </a:ext>
                </a:extLst>
              </p:cNvPr>
              <p:cNvSpPr/>
              <p:nvPr/>
            </p:nvSpPr>
            <p:spPr>
              <a:xfrm>
                <a:off x="644698" y="6785634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4" name="Freeform 1233">
                <a:extLst>
                  <a:ext uri="{FF2B5EF4-FFF2-40B4-BE49-F238E27FC236}">
                    <a16:creationId xmlns:a16="http://schemas.microsoft.com/office/drawing/2014/main" id="{6A1E958A-6550-0633-8D02-D2C18078C626}"/>
                  </a:ext>
                </a:extLst>
              </p:cNvPr>
              <p:cNvSpPr/>
              <p:nvPr/>
            </p:nvSpPr>
            <p:spPr>
              <a:xfrm>
                <a:off x="644698" y="6588911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5" name="Freeform 1234">
                <a:extLst>
                  <a:ext uri="{FF2B5EF4-FFF2-40B4-BE49-F238E27FC236}">
                    <a16:creationId xmlns:a16="http://schemas.microsoft.com/office/drawing/2014/main" id="{E3842FC7-6D73-94C3-855E-47AB7B493152}"/>
                  </a:ext>
                </a:extLst>
              </p:cNvPr>
              <p:cNvSpPr/>
              <p:nvPr/>
            </p:nvSpPr>
            <p:spPr>
              <a:xfrm>
                <a:off x="644698" y="6392189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6" name="Freeform 1235">
                <a:extLst>
                  <a:ext uri="{FF2B5EF4-FFF2-40B4-BE49-F238E27FC236}">
                    <a16:creationId xmlns:a16="http://schemas.microsoft.com/office/drawing/2014/main" id="{7B93BBAA-7F2F-053E-604F-C3D95AE0A065}"/>
                  </a:ext>
                </a:extLst>
              </p:cNvPr>
              <p:cNvSpPr/>
              <p:nvPr/>
            </p:nvSpPr>
            <p:spPr>
              <a:xfrm>
                <a:off x="644698" y="6195593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7" name="Freeform 1236">
                <a:extLst>
                  <a:ext uri="{FF2B5EF4-FFF2-40B4-BE49-F238E27FC236}">
                    <a16:creationId xmlns:a16="http://schemas.microsoft.com/office/drawing/2014/main" id="{F46438E0-CB11-3AB5-3E70-9D6EF3F504A6}"/>
                  </a:ext>
                </a:extLst>
              </p:cNvPr>
              <p:cNvSpPr/>
              <p:nvPr/>
            </p:nvSpPr>
            <p:spPr>
              <a:xfrm>
                <a:off x="679497" y="6802398"/>
                <a:ext cx="940816" cy="12700"/>
              </a:xfrm>
              <a:custGeom>
                <a:avLst/>
                <a:gdLst>
                  <a:gd name="csX0" fmla="*/ 0 w 940816"/>
                  <a:gd name="csY0" fmla="*/ 0 h 12700"/>
                  <a:gd name="csX1" fmla="*/ 940816 w 94081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40816" h="12700">
                    <a:moveTo>
                      <a:pt x="0" y="0"/>
                    </a:moveTo>
                    <a:lnTo>
                      <a:pt x="940816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8" name="Freeform 1237">
                <a:extLst>
                  <a:ext uri="{FF2B5EF4-FFF2-40B4-BE49-F238E27FC236}">
                    <a16:creationId xmlns:a16="http://schemas.microsoft.com/office/drawing/2014/main" id="{800E624A-0CF7-8369-3A2E-6623410AA082}"/>
                  </a:ext>
                </a:extLst>
              </p:cNvPr>
              <p:cNvSpPr/>
              <p:nvPr/>
            </p:nvSpPr>
            <p:spPr>
              <a:xfrm>
                <a:off x="788081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39" name="Freeform 1238">
                <a:extLst>
                  <a:ext uri="{FF2B5EF4-FFF2-40B4-BE49-F238E27FC236}">
                    <a16:creationId xmlns:a16="http://schemas.microsoft.com/office/drawing/2014/main" id="{447FD6CA-014A-0B71-A8BD-49CA16AC627D}"/>
                  </a:ext>
                </a:extLst>
              </p:cNvPr>
              <p:cNvSpPr/>
              <p:nvPr/>
            </p:nvSpPr>
            <p:spPr>
              <a:xfrm>
                <a:off x="969057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40" name="Freeform 1239">
                <a:extLst>
                  <a:ext uri="{FF2B5EF4-FFF2-40B4-BE49-F238E27FC236}">
                    <a16:creationId xmlns:a16="http://schemas.microsoft.com/office/drawing/2014/main" id="{DDD36EB0-7EBF-2DE7-6C18-FFB4AB04FA85}"/>
                  </a:ext>
                </a:extLst>
              </p:cNvPr>
              <p:cNvSpPr/>
              <p:nvPr/>
            </p:nvSpPr>
            <p:spPr>
              <a:xfrm>
                <a:off x="1149905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41" name="Freeform 1240">
                <a:extLst>
                  <a:ext uri="{FF2B5EF4-FFF2-40B4-BE49-F238E27FC236}">
                    <a16:creationId xmlns:a16="http://schemas.microsoft.com/office/drawing/2014/main" id="{986562BC-CA1C-3216-99B6-BEAD37249BA9}"/>
                  </a:ext>
                </a:extLst>
              </p:cNvPr>
              <p:cNvSpPr/>
              <p:nvPr/>
            </p:nvSpPr>
            <p:spPr>
              <a:xfrm>
                <a:off x="1330880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42" name="Freeform 1241">
                <a:extLst>
                  <a:ext uri="{FF2B5EF4-FFF2-40B4-BE49-F238E27FC236}">
                    <a16:creationId xmlns:a16="http://schemas.microsoft.com/office/drawing/2014/main" id="{8062711C-8F16-0EA6-1B32-D2B4D5FA633B}"/>
                  </a:ext>
                </a:extLst>
              </p:cNvPr>
              <p:cNvSpPr/>
              <p:nvPr/>
            </p:nvSpPr>
            <p:spPr>
              <a:xfrm>
                <a:off x="1511727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43" name="TextBox 1242">
                <a:extLst>
                  <a:ext uri="{FF2B5EF4-FFF2-40B4-BE49-F238E27FC236}">
                    <a16:creationId xmlns:a16="http://schemas.microsoft.com/office/drawing/2014/main" id="{5BDBC421-5409-1F1C-FE75-3B697A13FAAE}"/>
                  </a:ext>
                </a:extLst>
              </p:cNvPr>
              <p:cNvSpPr txBox="1"/>
              <p:nvPr/>
            </p:nvSpPr>
            <p:spPr>
              <a:xfrm>
                <a:off x="642048" y="679825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244" name="TextBox 1243">
                <a:extLst>
                  <a:ext uri="{FF2B5EF4-FFF2-40B4-BE49-F238E27FC236}">
                    <a16:creationId xmlns:a16="http://schemas.microsoft.com/office/drawing/2014/main" id="{52B1A4C9-1FCD-7002-A7B7-A4B1C593EB2F}"/>
                  </a:ext>
                </a:extLst>
              </p:cNvPr>
              <p:cNvSpPr txBox="1"/>
              <p:nvPr/>
            </p:nvSpPr>
            <p:spPr>
              <a:xfrm>
                <a:off x="859090" y="679825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245" name="TextBox 1244">
                <a:extLst>
                  <a:ext uri="{FF2B5EF4-FFF2-40B4-BE49-F238E27FC236}">
                    <a16:creationId xmlns:a16="http://schemas.microsoft.com/office/drawing/2014/main" id="{925D7E60-453C-501B-442D-AF44E1261D58}"/>
                  </a:ext>
                </a:extLst>
              </p:cNvPr>
              <p:cNvSpPr txBox="1"/>
              <p:nvPr/>
            </p:nvSpPr>
            <p:spPr>
              <a:xfrm>
                <a:off x="1004672" y="679825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246" name="TextBox 1245">
                <a:extLst>
                  <a:ext uri="{FF2B5EF4-FFF2-40B4-BE49-F238E27FC236}">
                    <a16:creationId xmlns:a16="http://schemas.microsoft.com/office/drawing/2014/main" id="{CDB20919-8161-A2F9-92D2-794D26599567}"/>
                  </a:ext>
                </a:extLst>
              </p:cNvPr>
              <p:cNvSpPr txBox="1"/>
              <p:nvPr/>
            </p:nvSpPr>
            <p:spPr>
              <a:xfrm>
                <a:off x="1152786" y="679825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247" name="TextBox 1246">
                <a:extLst>
                  <a:ext uri="{FF2B5EF4-FFF2-40B4-BE49-F238E27FC236}">
                    <a16:creationId xmlns:a16="http://schemas.microsoft.com/office/drawing/2014/main" id="{C68429B8-E78C-611C-AF3D-D314D311A49B}"/>
                  </a:ext>
                </a:extLst>
              </p:cNvPr>
              <p:cNvSpPr txBox="1"/>
              <p:nvPr/>
            </p:nvSpPr>
            <p:spPr>
              <a:xfrm>
                <a:off x="1380120" y="679825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249" name="TextBox 1248">
                <a:extLst>
                  <a:ext uri="{FF2B5EF4-FFF2-40B4-BE49-F238E27FC236}">
                    <a16:creationId xmlns:a16="http://schemas.microsoft.com/office/drawing/2014/main" id="{57EB6C3D-13E7-A39A-C3FF-8543665504E1}"/>
                  </a:ext>
                </a:extLst>
              </p:cNvPr>
              <p:cNvSpPr txBox="1"/>
              <p:nvPr/>
            </p:nvSpPr>
            <p:spPr>
              <a:xfrm>
                <a:off x="611038" y="5734989"/>
                <a:ext cx="1476686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pos vs neg: p = 0.645</a:t>
                </a:r>
              </a:p>
            </p:txBody>
          </p:sp>
          <p:sp>
            <p:nvSpPr>
              <p:cNvPr id="1250" name="TextBox 1249">
                <a:extLst>
                  <a:ext uri="{FF2B5EF4-FFF2-40B4-BE49-F238E27FC236}">
                    <a16:creationId xmlns:a16="http://schemas.microsoft.com/office/drawing/2014/main" id="{3E8AD37F-AE9D-68DB-87EE-576F4FA9AC46}"/>
                  </a:ext>
                </a:extLst>
              </p:cNvPr>
              <p:cNvSpPr txBox="1"/>
              <p:nvPr/>
            </p:nvSpPr>
            <p:spPr>
              <a:xfrm>
                <a:off x="801002" y="5504971"/>
                <a:ext cx="72968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</a:t>
                </a:r>
                <a:r>
                  <a:rPr lang="en-US" sz="1100" i="1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gr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-like</a:t>
                </a:r>
                <a:r>
                  <a: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+</a:t>
                </a:r>
              </a:p>
            </p:txBody>
          </p:sp>
        </p:grpSp>
        <p:grpSp>
          <p:nvGrpSpPr>
            <p:cNvPr id="1251" name="Graphic 911">
              <a:extLst>
                <a:ext uri="{FF2B5EF4-FFF2-40B4-BE49-F238E27FC236}">
                  <a16:creationId xmlns:a16="http://schemas.microsoft.com/office/drawing/2014/main" id="{1DE94955-9AC6-DCEA-FBE3-CCFC2691FC5D}"/>
                </a:ext>
              </a:extLst>
            </p:cNvPr>
            <p:cNvGrpSpPr/>
            <p:nvPr/>
          </p:nvGrpSpPr>
          <p:grpSpPr>
            <a:xfrm>
              <a:off x="1667882" y="4157383"/>
              <a:ext cx="1032311" cy="2559926"/>
              <a:chOff x="1667882" y="4157383"/>
              <a:chExt cx="1032311" cy="2559926"/>
            </a:xfrm>
          </p:grpSpPr>
          <p:sp>
            <p:nvSpPr>
              <p:cNvPr id="1252" name="Freeform 1251">
                <a:extLst>
                  <a:ext uri="{FF2B5EF4-FFF2-40B4-BE49-F238E27FC236}">
                    <a16:creationId xmlns:a16="http://schemas.microsoft.com/office/drawing/2014/main" id="{8AFF534D-CC36-F443-49F1-1D111BB94562}"/>
                  </a:ext>
                </a:extLst>
              </p:cNvPr>
              <p:cNvSpPr/>
              <p:nvPr/>
            </p:nvSpPr>
            <p:spPr>
              <a:xfrm>
                <a:off x="1759505" y="4157383"/>
                <a:ext cx="940688" cy="796163"/>
              </a:xfrm>
              <a:custGeom>
                <a:avLst/>
                <a:gdLst>
                  <a:gd name="csX0" fmla="*/ 0 w 940688"/>
                  <a:gd name="csY0" fmla="*/ 0 h 796163"/>
                  <a:gd name="csX1" fmla="*/ 940689 w 940688"/>
                  <a:gd name="csY1" fmla="*/ 0 h 796163"/>
                  <a:gd name="csX2" fmla="*/ 940689 w 940688"/>
                  <a:gd name="csY2" fmla="*/ 796163 h 796163"/>
                  <a:gd name="csX3" fmla="*/ 0 w 940688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40688" h="796163">
                    <a:moveTo>
                      <a:pt x="0" y="0"/>
                    </a:moveTo>
                    <a:lnTo>
                      <a:pt x="940689" y="0"/>
                    </a:lnTo>
                    <a:lnTo>
                      <a:pt x="940689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DE0844AB-67A8-E94E-7BA5-7C1098CCF7CA}"/>
                  </a:ext>
                </a:extLst>
              </p:cNvPr>
              <p:cNvSpPr/>
              <p:nvPr/>
            </p:nvSpPr>
            <p:spPr>
              <a:xfrm>
                <a:off x="1867963" y="6524650"/>
                <a:ext cx="12700" cy="20065"/>
              </a:xfrm>
              <a:custGeom>
                <a:avLst/>
                <a:gdLst>
                  <a:gd name="csX0" fmla="*/ 0 w 12700"/>
                  <a:gd name="csY0" fmla="*/ 20066 h 20065"/>
                  <a:gd name="csX1" fmla="*/ 0 w 12700"/>
                  <a:gd name="csY1" fmla="*/ 0 h 200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0065">
                    <a:moveTo>
                      <a:pt x="0" y="20066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4" name="Freeform 1253">
                <a:extLst>
                  <a:ext uri="{FF2B5EF4-FFF2-40B4-BE49-F238E27FC236}">
                    <a16:creationId xmlns:a16="http://schemas.microsoft.com/office/drawing/2014/main" id="{DA8F8073-F5E2-CB32-C31A-20C1C8BCFE96}"/>
                  </a:ext>
                </a:extLst>
              </p:cNvPr>
              <p:cNvSpPr/>
              <p:nvPr/>
            </p:nvSpPr>
            <p:spPr>
              <a:xfrm>
                <a:off x="1867963" y="6590690"/>
                <a:ext cx="12700" cy="7366"/>
              </a:xfrm>
              <a:custGeom>
                <a:avLst/>
                <a:gdLst>
                  <a:gd name="csX0" fmla="*/ 0 w 12700"/>
                  <a:gd name="csY0" fmla="*/ 0 h 7366"/>
                  <a:gd name="csX1" fmla="*/ 0 w 12700"/>
                  <a:gd name="csY1" fmla="*/ 7366 h 736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366">
                    <a:moveTo>
                      <a:pt x="0" y="0"/>
                    </a:moveTo>
                    <a:lnTo>
                      <a:pt x="0" y="736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5" name="Freeform 1254">
                <a:extLst>
                  <a:ext uri="{FF2B5EF4-FFF2-40B4-BE49-F238E27FC236}">
                    <a16:creationId xmlns:a16="http://schemas.microsoft.com/office/drawing/2014/main" id="{A9F0447B-2CC3-9284-D578-8FB045286340}"/>
                  </a:ext>
                </a:extLst>
              </p:cNvPr>
              <p:cNvSpPr/>
              <p:nvPr/>
            </p:nvSpPr>
            <p:spPr>
              <a:xfrm>
                <a:off x="1813734" y="6544716"/>
                <a:ext cx="108584" cy="45973"/>
              </a:xfrm>
              <a:custGeom>
                <a:avLst/>
                <a:gdLst>
                  <a:gd name="csX0" fmla="*/ 0 w 108584"/>
                  <a:gd name="csY0" fmla="*/ 0 h 45973"/>
                  <a:gd name="csX1" fmla="*/ 0 w 108584"/>
                  <a:gd name="csY1" fmla="*/ 45974 h 45973"/>
                  <a:gd name="csX2" fmla="*/ 108585 w 108584"/>
                  <a:gd name="csY2" fmla="*/ 45974 h 45973"/>
                  <a:gd name="csX3" fmla="*/ 108585 w 108584"/>
                  <a:gd name="csY3" fmla="*/ 0 h 45973"/>
                  <a:gd name="csX4" fmla="*/ 0 w 108584"/>
                  <a:gd name="csY4" fmla="*/ 0 h 459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4" h="45973">
                    <a:moveTo>
                      <a:pt x="0" y="0"/>
                    </a:moveTo>
                    <a:lnTo>
                      <a:pt x="0" y="45974"/>
                    </a:lnTo>
                    <a:lnTo>
                      <a:pt x="108585" y="45974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6" name="Freeform 1255">
                <a:extLst>
                  <a:ext uri="{FF2B5EF4-FFF2-40B4-BE49-F238E27FC236}">
                    <a16:creationId xmlns:a16="http://schemas.microsoft.com/office/drawing/2014/main" id="{51E7C4A8-1800-6595-1A86-1511CED4E1DB}"/>
                  </a:ext>
                </a:extLst>
              </p:cNvPr>
              <p:cNvSpPr/>
              <p:nvPr/>
            </p:nvSpPr>
            <p:spPr>
              <a:xfrm>
                <a:off x="1813734" y="6560083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7" name="Freeform 1256">
                <a:extLst>
                  <a:ext uri="{FF2B5EF4-FFF2-40B4-BE49-F238E27FC236}">
                    <a16:creationId xmlns:a16="http://schemas.microsoft.com/office/drawing/2014/main" id="{3CF61BD1-D5CE-B396-F007-F43FE81A0016}"/>
                  </a:ext>
                </a:extLst>
              </p:cNvPr>
              <p:cNvSpPr/>
              <p:nvPr/>
            </p:nvSpPr>
            <p:spPr>
              <a:xfrm>
                <a:off x="2048938" y="6515760"/>
                <a:ext cx="12700" cy="8000"/>
              </a:xfrm>
              <a:custGeom>
                <a:avLst/>
                <a:gdLst>
                  <a:gd name="csX0" fmla="*/ 0 w 12700"/>
                  <a:gd name="csY0" fmla="*/ 8001 h 8000"/>
                  <a:gd name="csX1" fmla="*/ 0 w 12700"/>
                  <a:gd name="csY1" fmla="*/ 0 h 8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000">
                    <a:moveTo>
                      <a:pt x="0" y="800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8" name="Freeform 1257">
                <a:extLst>
                  <a:ext uri="{FF2B5EF4-FFF2-40B4-BE49-F238E27FC236}">
                    <a16:creationId xmlns:a16="http://schemas.microsoft.com/office/drawing/2014/main" id="{56A69AFC-10EA-923D-9E4D-F48FB4B13195}"/>
                  </a:ext>
                </a:extLst>
              </p:cNvPr>
              <p:cNvSpPr/>
              <p:nvPr/>
            </p:nvSpPr>
            <p:spPr>
              <a:xfrm>
                <a:off x="2048938" y="6544081"/>
                <a:ext cx="12700" cy="1523"/>
              </a:xfrm>
              <a:custGeom>
                <a:avLst/>
                <a:gdLst>
                  <a:gd name="csX0" fmla="*/ 0 w 12700"/>
                  <a:gd name="csY0" fmla="*/ 0 h 1523"/>
                  <a:gd name="csX1" fmla="*/ 0 w 12700"/>
                  <a:gd name="csY1" fmla="*/ 1524 h 15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23">
                    <a:moveTo>
                      <a:pt x="0" y="0"/>
                    </a:moveTo>
                    <a:lnTo>
                      <a:pt x="0" y="152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59" name="Freeform 1258">
                <a:extLst>
                  <a:ext uri="{FF2B5EF4-FFF2-40B4-BE49-F238E27FC236}">
                    <a16:creationId xmlns:a16="http://schemas.microsoft.com/office/drawing/2014/main" id="{7A69C753-610A-69F2-D97D-13402817D7FA}"/>
                  </a:ext>
                </a:extLst>
              </p:cNvPr>
              <p:cNvSpPr/>
              <p:nvPr/>
            </p:nvSpPr>
            <p:spPr>
              <a:xfrm>
                <a:off x="1994709" y="6523761"/>
                <a:ext cx="108457" cy="20319"/>
              </a:xfrm>
              <a:custGeom>
                <a:avLst/>
                <a:gdLst>
                  <a:gd name="csX0" fmla="*/ 0 w 108457"/>
                  <a:gd name="csY0" fmla="*/ 0 h 20319"/>
                  <a:gd name="csX1" fmla="*/ 0 w 108457"/>
                  <a:gd name="csY1" fmla="*/ 20320 h 20319"/>
                  <a:gd name="csX2" fmla="*/ 108458 w 108457"/>
                  <a:gd name="csY2" fmla="*/ 20320 h 20319"/>
                  <a:gd name="csX3" fmla="*/ 108458 w 108457"/>
                  <a:gd name="csY3" fmla="*/ 0 h 20319"/>
                  <a:gd name="csX4" fmla="*/ 0 w 108457"/>
                  <a:gd name="csY4" fmla="*/ 0 h 203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457" h="20319">
                    <a:moveTo>
                      <a:pt x="0" y="0"/>
                    </a:moveTo>
                    <a:lnTo>
                      <a:pt x="0" y="20320"/>
                    </a:lnTo>
                    <a:lnTo>
                      <a:pt x="108458" y="20320"/>
                    </a:lnTo>
                    <a:lnTo>
                      <a:pt x="1084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B7EFA890-211F-7B52-58D1-81021AD74737}"/>
                  </a:ext>
                </a:extLst>
              </p:cNvPr>
              <p:cNvSpPr/>
              <p:nvPr/>
            </p:nvSpPr>
            <p:spPr>
              <a:xfrm>
                <a:off x="1994709" y="6538747"/>
                <a:ext cx="108457" cy="12700"/>
              </a:xfrm>
              <a:custGeom>
                <a:avLst/>
                <a:gdLst>
                  <a:gd name="csX0" fmla="*/ 0 w 108457"/>
                  <a:gd name="csY0" fmla="*/ 0 h 12700"/>
                  <a:gd name="csX1" fmla="*/ 108458 w 10845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457" h="12700">
                    <a:moveTo>
                      <a:pt x="0" y="0"/>
                    </a:moveTo>
                    <a:lnTo>
                      <a:pt x="108458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1" name="Freeform 1260">
                <a:extLst>
                  <a:ext uri="{FF2B5EF4-FFF2-40B4-BE49-F238E27FC236}">
                    <a16:creationId xmlns:a16="http://schemas.microsoft.com/office/drawing/2014/main" id="{0BC2CB20-710B-0165-80D9-CE1EC06EC344}"/>
                  </a:ext>
                </a:extLst>
              </p:cNvPr>
              <p:cNvSpPr/>
              <p:nvPr/>
            </p:nvSpPr>
            <p:spPr>
              <a:xfrm>
                <a:off x="2229786" y="6567449"/>
                <a:ext cx="12700" cy="28193"/>
              </a:xfrm>
              <a:custGeom>
                <a:avLst/>
                <a:gdLst>
                  <a:gd name="csX0" fmla="*/ 0 w 12700"/>
                  <a:gd name="csY0" fmla="*/ 28194 h 28193"/>
                  <a:gd name="csX1" fmla="*/ 0 w 12700"/>
                  <a:gd name="csY1" fmla="*/ 0 h 281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8193">
                    <a:moveTo>
                      <a:pt x="0" y="2819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2" name="Freeform 1261">
                <a:extLst>
                  <a:ext uri="{FF2B5EF4-FFF2-40B4-BE49-F238E27FC236}">
                    <a16:creationId xmlns:a16="http://schemas.microsoft.com/office/drawing/2014/main" id="{7482C60C-DA37-5073-0B5D-F4C8B5B88442}"/>
                  </a:ext>
                </a:extLst>
              </p:cNvPr>
              <p:cNvSpPr/>
              <p:nvPr/>
            </p:nvSpPr>
            <p:spPr>
              <a:xfrm>
                <a:off x="2229786" y="6651777"/>
                <a:ext cx="12700" cy="28193"/>
              </a:xfrm>
              <a:custGeom>
                <a:avLst/>
                <a:gdLst>
                  <a:gd name="csX0" fmla="*/ 0 w 12700"/>
                  <a:gd name="csY0" fmla="*/ 0 h 28193"/>
                  <a:gd name="csX1" fmla="*/ 0 w 12700"/>
                  <a:gd name="csY1" fmla="*/ 28194 h 281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8193">
                    <a:moveTo>
                      <a:pt x="0" y="0"/>
                    </a:moveTo>
                    <a:lnTo>
                      <a:pt x="0" y="2819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3" name="Freeform 1262">
                <a:extLst>
                  <a:ext uri="{FF2B5EF4-FFF2-40B4-BE49-F238E27FC236}">
                    <a16:creationId xmlns:a16="http://schemas.microsoft.com/office/drawing/2014/main" id="{9A8BA019-AB89-34DF-557F-CCAE9870B13D}"/>
                  </a:ext>
                </a:extLst>
              </p:cNvPr>
              <p:cNvSpPr/>
              <p:nvPr/>
            </p:nvSpPr>
            <p:spPr>
              <a:xfrm>
                <a:off x="2175556" y="6595642"/>
                <a:ext cx="108585" cy="56134"/>
              </a:xfrm>
              <a:custGeom>
                <a:avLst/>
                <a:gdLst>
                  <a:gd name="csX0" fmla="*/ 0 w 108585"/>
                  <a:gd name="csY0" fmla="*/ 0 h 56134"/>
                  <a:gd name="csX1" fmla="*/ 0 w 108585"/>
                  <a:gd name="csY1" fmla="*/ 56134 h 56134"/>
                  <a:gd name="csX2" fmla="*/ 108585 w 108585"/>
                  <a:gd name="csY2" fmla="*/ 56134 h 56134"/>
                  <a:gd name="csX3" fmla="*/ 108585 w 108585"/>
                  <a:gd name="csY3" fmla="*/ 0 h 56134"/>
                  <a:gd name="csX4" fmla="*/ 0 w 108585"/>
                  <a:gd name="csY4" fmla="*/ 0 h 561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56134">
                    <a:moveTo>
                      <a:pt x="0" y="0"/>
                    </a:moveTo>
                    <a:lnTo>
                      <a:pt x="0" y="56134"/>
                    </a:lnTo>
                    <a:lnTo>
                      <a:pt x="108585" y="56134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4" name="Freeform 1263">
                <a:extLst>
                  <a:ext uri="{FF2B5EF4-FFF2-40B4-BE49-F238E27FC236}">
                    <a16:creationId xmlns:a16="http://schemas.microsoft.com/office/drawing/2014/main" id="{3CCD3C6F-C1F0-7786-48C2-25EEDB7625DE}"/>
                  </a:ext>
                </a:extLst>
              </p:cNvPr>
              <p:cNvSpPr/>
              <p:nvPr/>
            </p:nvSpPr>
            <p:spPr>
              <a:xfrm>
                <a:off x="2175557" y="6623710"/>
                <a:ext cx="108585" cy="12700"/>
              </a:xfrm>
              <a:custGeom>
                <a:avLst/>
                <a:gdLst>
                  <a:gd name="csX0" fmla="*/ 0 w 108585"/>
                  <a:gd name="csY0" fmla="*/ 0 h 12700"/>
                  <a:gd name="csX1" fmla="*/ 108585 w 10858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5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5" name="Freeform 1264">
                <a:extLst>
                  <a:ext uri="{FF2B5EF4-FFF2-40B4-BE49-F238E27FC236}">
                    <a16:creationId xmlns:a16="http://schemas.microsoft.com/office/drawing/2014/main" id="{238C1B20-F0DB-A30A-F973-04DAE6BC5121}"/>
                  </a:ext>
                </a:extLst>
              </p:cNvPr>
              <p:cNvSpPr/>
              <p:nvPr/>
            </p:nvSpPr>
            <p:spPr>
              <a:xfrm>
                <a:off x="2591609" y="6576974"/>
                <a:ext cx="12700" cy="11430"/>
              </a:xfrm>
              <a:custGeom>
                <a:avLst/>
                <a:gdLst>
                  <a:gd name="csX0" fmla="*/ 0 w 12700"/>
                  <a:gd name="csY0" fmla="*/ 11430 h 11430"/>
                  <a:gd name="csX1" fmla="*/ 0 w 12700"/>
                  <a:gd name="csY1" fmla="*/ 0 h 114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430">
                    <a:moveTo>
                      <a:pt x="0" y="1143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6" name="Freeform 1265">
                <a:extLst>
                  <a:ext uri="{FF2B5EF4-FFF2-40B4-BE49-F238E27FC236}">
                    <a16:creationId xmlns:a16="http://schemas.microsoft.com/office/drawing/2014/main" id="{5F5C09E8-53C5-AB44-23AF-006CCF26AA4A}"/>
                  </a:ext>
                </a:extLst>
              </p:cNvPr>
              <p:cNvSpPr/>
              <p:nvPr/>
            </p:nvSpPr>
            <p:spPr>
              <a:xfrm>
                <a:off x="2591609" y="6667017"/>
                <a:ext cx="12700" cy="32258"/>
              </a:xfrm>
              <a:custGeom>
                <a:avLst/>
                <a:gdLst>
                  <a:gd name="csX0" fmla="*/ 0 w 12700"/>
                  <a:gd name="csY0" fmla="*/ 0 h 32258"/>
                  <a:gd name="csX1" fmla="*/ 0 w 12700"/>
                  <a:gd name="csY1" fmla="*/ 32258 h 3225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2258">
                    <a:moveTo>
                      <a:pt x="0" y="0"/>
                    </a:moveTo>
                    <a:lnTo>
                      <a:pt x="0" y="32258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377FFEB4-2F1F-7F5C-39E3-897E57E2BBE1}"/>
                  </a:ext>
                </a:extLst>
              </p:cNvPr>
              <p:cNvSpPr/>
              <p:nvPr/>
            </p:nvSpPr>
            <p:spPr>
              <a:xfrm>
                <a:off x="2537380" y="6588403"/>
                <a:ext cx="108585" cy="78613"/>
              </a:xfrm>
              <a:custGeom>
                <a:avLst/>
                <a:gdLst>
                  <a:gd name="csX0" fmla="*/ 0 w 108585"/>
                  <a:gd name="csY0" fmla="*/ 0 h 78613"/>
                  <a:gd name="csX1" fmla="*/ 0 w 108585"/>
                  <a:gd name="csY1" fmla="*/ 78613 h 78613"/>
                  <a:gd name="csX2" fmla="*/ 108585 w 108585"/>
                  <a:gd name="csY2" fmla="*/ 78613 h 78613"/>
                  <a:gd name="csX3" fmla="*/ 108585 w 108585"/>
                  <a:gd name="csY3" fmla="*/ 0 h 78613"/>
                  <a:gd name="csX4" fmla="*/ 0 w 108585"/>
                  <a:gd name="csY4" fmla="*/ 0 h 7861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78613">
                    <a:moveTo>
                      <a:pt x="0" y="0"/>
                    </a:moveTo>
                    <a:lnTo>
                      <a:pt x="0" y="78613"/>
                    </a:lnTo>
                    <a:lnTo>
                      <a:pt x="108585" y="78613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BCF1047F-8EBB-153F-6648-B49263B75A84}"/>
                  </a:ext>
                </a:extLst>
              </p:cNvPr>
              <p:cNvSpPr/>
              <p:nvPr/>
            </p:nvSpPr>
            <p:spPr>
              <a:xfrm>
                <a:off x="2537380" y="6614566"/>
                <a:ext cx="108585" cy="12700"/>
              </a:xfrm>
              <a:custGeom>
                <a:avLst/>
                <a:gdLst>
                  <a:gd name="csX0" fmla="*/ 0 w 108585"/>
                  <a:gd name="csY0" fmla="*/ 0 h 12700"/>
                  <a:gd name="csX1" fmla="*/ 108585 w 10858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5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26EF58DD-35F9-AB3F-D251-264415634652}"/>
                  </a:ext>
                </a:extLst>
              </p:cNvPr>
              <p:cNvSpPr/>
              <p:nvPr/>
            </p:nvSpPr>
            <p:spPr>
              <a:xfrm>
                <a:off x="2226865" y="666193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4CF67920-3E79-FD01-5BDB-358196F3BB5F}"/>
                  </a:ext>
                </a:extLst>
              </p:cNvPr>
              <p:cNvSpPr/>
              <p:nvPr/>
            </p:nvSpPr>
            <p:spPr>
              <a:xfrm>
                <a:off x="2046652" y="652465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1" name="Freeform 1270">
                <a:extLst>
                  <a:ext uri="{FF2B5EF4-FFF2-40B4-BE49-F238E27FC236}">
                    <a16:creationId xmlns:a16="http://schemas.microsoft.com/office/drawing/2014/main" id="{526A68C7-4EF6-6DD8-F2D7-64ECCA820518}"/>
                  </a:ext>
                </a:extLst>
              </p:cNvPr>
              <p:cNvSpPr/>
              <p:nvPr/>
            </p:nvSpPr>
            <p:spPr>
              <a:xfrm>
                <a:off x="2023157" y="650483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2" name="Freeform 1271">
                <a:extLst>
                  <a:ext uri="{FF2B5EF4-FFF2-40B4-BE49-F238E27FC236}">
                    <a16:creationId xmlns:a16="http://schemas.microsoft.com/office/drawing/2014/main" id="{4E6F5E3C-BA6B-A8C3-1C29-AE9811DD14D7}"/>
                  </a:ext>
                </a:extLst>
              </p:cNvPr>
              <p:cNvSpPr/>
              <p:nvPr/>
            </p:nvSpPr>
            <p:spPr>
              <a:xfrm>
                <a:off x="2585640" y="656490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3" name="Freeform 1272">
                <a:extLst>
                  <a:ext uri="{FF2B5EF4-FFF2-40B4-BE49-F238E27FC236}">
                    <a16:creationId xmlns:a16="http://schemas.microsoft.com/office/drawing/2014/main" id="{266D8252-F56C-238F-790C-1FF84ACE9C5C}"/>
                  </a:ext>
                </a:extLst>
              </p:cNvPr>
              <p:cNvSpPr/>
              <p:nvPr/>
            </p:nvSpPr>
            <p:spPr>
              <a:xfrm>
                <a:off x="1855136" y="652452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4" name="Freeform 1273">
                <a:extLst>
                  <a:ext uri="{FF2B5EF4-FFF2-40B4-BE49-F238E27FC236}">
                    <a16:creationId xmlns:a16="http://schemas.microsoft.com/office/drawing/2014/main" id="{7C493DBB-96EA-5126-9E78-11E3356BCD74}"/>
                  </a:ext>
                </a:extLst>
              </p:cNvPr>
              <p:cNvSpPr/>
              <p:nvPr/>
            </p:nvSpPr>
            <p:spPr>
              <a:xfrm>
                <a:off x="2574337" y="666308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5" name="Freeform 1274">
                <a:extLst>
                  <a:ext uri="{FF2B5EF4-FFF2-40B4-BE49-F238E27FC236}">
                    <a16:creationId xmlns:a16="http://schemas.microsoft.com/office/drawing/2014/main" id="{B2AE84EE-5CD6-49DC-3753-945940F002B4}"/>
                  </a:ext>
                </a:extLst>
              </p:cNvPr>
              <p:cNvSpPr/>
              <p:nvPr/>
            </p:nvSpPr>
            <p:spPr>
              <a:xfrm>
                <a:off x="1858565" y="650661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E7B8816D-B27A-1060-070E-D4D793C64D5E}"/>
                  </a:ext>
                </a:extLst>
              </p:cNvPr>
              <p:cNvSpPr/>
              <p:nvPr/>
            </p:nvSpPr>
            <p:spPr>
              <a:xfrm>
                <a:off x="2560367" y="668124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9E1028C7-C946-BE14-5DA2-489B5E2508E6}"/>
                  </a:ext>
                </a:extLst>
              </p:cNvPr>
              <p:cNvSpPr/>
              <p:nvPr/>
            </p:nvSpPr>
            <p:spPr>
              <a:xfrm>
                <a:off x="1855644" y="658002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2FDCAC31-EDDD-F08C-232D-4E12CB8E93DD}"/>
                  </a:ext>
                </a:extLst>
              </p:cNvPr>
              <p:cNvSpPr/>
              <p:nvPr/>
            </p:nvSpPr>
            <p:spPr>
              <a:xfrm>
                <a:off x="2581068" y="660656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33A8BF20-C687-9F0E-B097-84B6DF4E4D81}"/>
                  </a:ext>
                </a:extLst>
              </p:cNvPr>
              <p:cNvSpPr/>
              <p:nvPr/>
            </p:nvSpPr>
            <p:spPr>
              <a:xfrm>
                <a:off x="1848405" y="655081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0" name="Freeform 1279">
                <a:extLst>
                  <a:ext uri="{FF2B5EF4-FFF2-40B4-BE49-F238E27FC236}">
                    <a16:creationId xmlns:a16="http://schemas.microsoft.com/office/drawing/2014/main" id="{D21DC164-125F-0267-13A8-4044307A5A61}"/>
                  </a:ext>
                </a:extLst>
              </p:cNvPr>
              <p:cNvSpPr/>
              <p:nvPr/>
            </p:nvSpPr>
            <p:spPr>
              <a:xfrm>
                <a:off x="2581576" y="658649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1" name="Freeform 1280">
                <a:extLst>
                  <a:ext uri="{FF2B5EF4-FFF2-40B4-BE49-F238E27FC236}">
                    <a16:creationId xmlns:a16="http://schemas.microsoft.com/office/drawing/2014/main" id="{6CB27E1E-DDE6-30C8-0995-7B6F78528813}"/>
                  </a:ext>
                </a:extLst>
              </p:cNvPr>
              <p:cNvSpPr/>
              <p:nvPr/>
            </p:nvSpPr>
            <p:spPr>
              <a:xfrm>
                <a:off x="1865677" y="666447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2" name="Freeform 1281">
                <a:extLst>
                  <a:ext uri="{FF2B5EF4-FFF2-40B4-BE49-F238E27FC236}">
                    <a16:creationId xmlns:a16="http://schemas.microsoft.com/office/drawing/2014/main" id="{EDA108C0-7661-D48F-B87F-139C5D33D361}"/>
                  </a:ext>
                </a:extLst>
              </p:cNvPr>
              <p:cNvSpPr/>
              <p:nvPr/>
            </p:nvSpPr>
            <p:spPr>
              <a:xfrm>
                <a:off x="2022014" y="652757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65A8ADD3-8242-F1A2-105F-FF3DD2EC90DC}"/>
                  </a:ext>
                </a:extLst>
              </p:cNvPr>
              <p:cNvSpPr/>
              <p:nvPr/>
            </p:nvSpPr>
            <p:spPr>
              <a:xfrm>
                <a:off x="2572305" y="655894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7D7F33F2-4B39-3E86-4203-E2076C70CA38}"/>
                  </a:ext>
                </a:extLst>
              </p:cNvPr>
              <p:cNvSpPr/>
              <p:nvPr/>
            </p:nvSpPr>
            <p:spPr>
              <a:xfrm>
                <a:off x="1865931" y="653341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0DBAC57A-A0A6-6506-B1AA-E3A8B56AC561}"/>
                  </a:ext>
                </a:extLst>
              </p:cNvPr>
              <p:cNvSpPr/>
              <p:nvPr/>
            </p:nvSpPr>
            <p:spPr>
              <a:xfrm>
                <a:off x="2229151" y="654941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C96AEF07-733E-EBFC-FB70-DD44887E31E8}"/>
                  </a:ext>
                </a:extLst>
              </p:cNvPr>
              <p:cNvSpPr/>
              <p:nvPr/>
            </p:nvSpPr>
            <p:spPr>
              <a:xfrm>
                <a:off x="2017061" y="652071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6C4A61DF-8DEA-F927-5A17-C64516320742}"/>
                  </a:ext>
                </a:extLst>
              </p:cNvPr>
              <p:cNvSpPr/>
              <p:nvPr/>
            </p:nvSpPr>
            <p:spPr>
              <a:xfrm>
                <a:off x="2030015" y="649772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6CBF31C5-CAB4-E6CE-F14D-E423CD9F3EA2}"/>
                  </a:ext>
                </a:extLst>
              </p:cNvPr>
              <p:cNvSpPr/>
              <p:nvPr/>
            </p:nvSpPr>
            <p:spPr>
              <a:xfrm>
                <a:off x="2394886" y="649747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B71CFC4F-078A-535A-A642-626600C98B68}"/>
                  </a:ext>
                </a:extLst>
              </p:cNvPr>
              <p:cNvSpPr/>
              <p:nvPr/>
            </p:nvSpPr>
            <p:spPr>
              <a:xfrm>
                <a:off x="2045509" y="657735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0" name="Freeform 1289">
                <a:extLst>
                  <a:ext uri="{FF2B5EF4-FFF2-40B4-BE49-F238E27FC236}">
                    <a16:creationId xmlns:a16="http://schemas.microsoft.com/office/drawing/2014/main" id="{958241E7-C770-701A-7371-FD43DF8B5268}"/>
                  </a:ext>
                </a:extLst>
              </p:cNvPr>
              <p:cNvSpPr/>
              <p:nvPr/>
            </p:nvSpPr>
            <p:spPr>
              <a:xfrm>
                <a:off x="2017823" y="650661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1" name="TextBox 1290">
                <a:extLst>
                  <a:ext uri="{FF2B5EF4-FFF2-40B4-BE49-F238E27FC236}">
                    <a16:creationId xmlns:a16="http://schemas.microsoft.com/office/drawing/2014/main" id="{50659DB3-5D8F-D807-F414-356E4346032B}"/>
                  </a:ext>
                </a:extLst>
              </p:cNvPr>
              <p:cNvSpPr txBox="1"/>
              <p:nvPr/>
            </p:nvSpPr>
            <p:spPr>
              <a:xfrm>
                <a:off x="1667882" y="6152726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0.567</a:t>
                </a:r>
              </a:p>
            </p:txBody>
          </p:sp>
          <p:sp>
            <p:nvSpPr>
              <p:cNvPr id="1292" name="Freeform 1291">
                <a:extLst>
                  <a:ext uri="{FF2B5EF4-FFF2-40B4-BE49-F238E27FC236}">
                    <a16:creationId xmlns:a16="http://schemas.microsoft.com/office/drawing/2014/main" id="{5EB11420-57E1-76CB-4D63-44E8DC36CF15}"/>
                  </a:ext>
                </a:extLst>
              </p:cNvPr>
              <p:cNvSpPr/>
              <p:nvPr/>
            </p:nvSpPr>
            <p:spPr>
              <a:xfrm>
                <a:off x="1867963" y="6293129"/>
                <a:ext cx="162814" cy="12700"/>
              </a:xfrm>
              <a:custGeom>
                <a:avLst/>
                <a:gdLst>
                  <a:gd name="csX0" fmla="*/ 0 w 162814"/>
                  <a:gd name="csY0" fmla="*/ 0 h 12700"/>
                  <a:gd name="csX1" fmla="*/ 162814 w 16281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2814" h="12700">
                    <a:moveTo>
                      <a:pt x="0" y="0"/>
                    </a:moveTo>
                    <a:lnTo>
                      <a:pt x="16281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3" name="TextBox 1292">
                <a:extLst>
                  <a:ext uri="{FF2B5EF4-FFF2-40B4-BE49-F238E27FC236}">
                    <a16:creationId xmlns:a16="http://schemas.microsoft.com/office/drawing/2014/main" id="{D44AEC33-AC46-E5DA-A1C9-B9E7B9129B04}"/>
                  </a:ext>
                </a:extLst>
              </p:cNvPr>
              <p:cNvSpPr txBox="1"/>
              <p:nvPr/>
            </p:nvSpPr>
            <p:spPr>
              <a:xfrm>
                <a:off x="2137634" y="6103025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FBB04586-CF2B-E3E9-B850-5795D509E8ED}"/>
                  </a:ext>
                </a:extLst>
              </p:cNvPr>
              <p:cNvSpPr/>
              <p:nvPr/>
            </p:nvSpPr>
            <p:spPr>
              <a:xfrm>
                <a:off x="2066972" y="6293129"/>
                <a:ext cx="524637" cy="12700"/>
              </a:xfrm>
              <a:custGeom>
                <a:avLst/>
                <a:gdLst>
                  <a:gd name="csX0" fmla="*/ 0 w 524637"/>
                  <a:gd name="csY0" fmla="*/ 0 h 12700"/>
                  <a:gd name="csX1" fmla="*/ 524637 w 524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24637" h="12700">
                    <a:moveTo>
                      <a:pt x="0" y="0"/>
                    </a:moveTo>
                    <a:lnTo>
                      <a:pt x="52463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5" name="TextBox 1294">
                <a:extLst>
                  <a:ext uri="{FF2B5EF4-FFF2-40B4-BE49-F238E27FC236}">
                    <a16:creationId xmlns:a16="http://schemas.microsoft.com/office/drawing/2014/main" id="{7A63A9D0-5672-FEAD-C63F-82E2C8590B9B}"/>
                  </a:ext>
                </a:extLst>
              </p:cNvPr>
              <p:cNvSpPr txBox="1"/>
              <p:nvPr/>
            </p:nvSpPr>
            <p:spPr>
              <a:xfrm>
                <a:off x="2087760" y="5946434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3588959F-6E91-627B-ECF9-761661514261}"/>
                  </a:ext>
                </a:extLst>
              </p:cNvPr>
              <p:cNvSpPr/>
              <p:nvPr/>
            </p:nvSpPr>
            <p:spPr>
              <a:xfrm>
                <a:off x="1867963" y="6136411"/>
                <a:ext cx="723646" cy="12700"/>
              </a:xfrm>
              <a:custGeom>
                <a:avLst/>
                <a:gdLst>
                  <a:gd name="csX0" fmla="*/ 0 w 723646"/>
                  <a:gd name="csY0" fmla="*/ 0 h 12700"/>
                  <a:gd name="csX1" fmla="*/ 723646 w 72364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23646" h="12700">
                    <a:moveTo>
                      <a:pt x="0" y="0"/>
                    </a:moveTo>
                    <a:lnTo>
                      <a:pt x="723646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297" name="Graphic 911">
              <a:extLst>
                <a:ext uri="{FF2B5EF4-FFF2-40B4-BE49-F238E27FC236}">
                  <a16:creationId xmlns:a16="http://schemas.microsoft.com/office/drawing/2014/main" id="{14BD57DF-1027-859E-1BC1-C453C7C2D250}"/>
                </a:ext>
              </a:extLst>
            </p:cNvPr>
            <p:cNvGrpSpPr/>
            <p:nvPr/>
          </p:nvGrpSpPr>
          <p:grpSpPr>
            <a:xfrm>
              <a:off x="1406016" y="5504971"/>
              <a:ext cx="1317199" cy="1680147"/>
              <a:chOff x="1406016" y="5504971"/>
              <a:chExt cx="1317199" cy="1680147"/>
            </a:xfrm>
          </p:grpSpPr>
          <p:sp>
            <p:nvSpPr>
              <p:cNvPr id="1298" name="Freeform 1297">
                <a:extLst>
                  <a:ext uri="{FF2B5EF4-FFF2-40B4-BE49-F238E27FC236}">
                    <a16:creationId xmlns:a16="http://schemas.microsoft.com/office/drawing/2014/main" id="{A172137D-C031-02C3-F726-506CBE58E9E6}"/>
                  </a:ext>
                </a:extLst>
              </p:cNvPr>
              <p:cNvSpPr/>
              <p:nvPr/>
            </p:nvSpPr>
            <p:spPr>
              <a:xfrm>
                <a:off x="1759505" y="6802398"/>
                <a:ext cx="940688" cy="12700"/>
              </a:xfrm>
              <a:custGeom>
                <a:avLst/>
                <a:gdLst>
                  <a:gd name="csX0" fmla="*/ 0 w 940688"/>
                  <a:gd name="csY0" fmla="*/ 0 h 12700"/>
                  <a:gd name="csX1" fmla="*/ 940689 w 9406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40688" h="12700">
                    <a:moveTo>
                      <a:pt x="0" y="0"/>
                    </a:moveTo>
                    <a:lnTo>
                      <a:pt x="940689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DE132D8C-DD4A-CC58-F9CF-4EF66C100EED}"/>
                  </a:ext>
                </a:extLst>
              </p:cNvPr>
              <p:cNvSpPr/>
              <p:nvPr/>
            </p:nvSpPr>
            <p:spPr>
              <a:xfrm>
                <a:off x="1867962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0431FB6B-4ED2-4041-881F-602FA6AB588F}"/>
                  </a:ext>
                </a:extLst>
              </p:cNvPr>
              <p:cNvSpPr/>
              <p:nvPr/>
            </p:nvSpPr>
            <p:spPr>
              <a:xfrm>
                <a:off x="2048937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E87C31A-0753-2FC7-3884-DDA02B9F8226}"/>
                  </a:ext>
                </a:extLst>
              </p:cNvPr>
              <p:cNvSpPr/>
              <p:nvPr/>
            </p:nvSpPr>
            <p:spPr>
              <a:xfrm>
                <a:off x="2229786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9CBAA75B-A393-3655-7589-15B3907C6ED8}"/>
                  </a:ext>
                </a:extLst>
              </p:cNvPr>
              <p:cNvSpPr/>
              <p:nvPr/>
            </p:nvSpPr>
            <p:spPr>
              <a:xfrm>
                <a:off x="2410761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83E2D2B9-7080-4D10-5F70-8914C89E82F4}"/>
                  </a:ext>
                </a:extLst>
              </p:cNvPr>
              <p:cNvSpPr/>
              <p:nvPr/>
            </p:nvSpPr>
            <p:spPr>
              <a:xfrm>
                <a:off x="2591609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304" name="TextBox 1303">
                <a:extLst>
                  <a:ext uri="{FF2B5EF4-FFF2-40B4-BE49-F238E27FC236}">
                    <a16:creationId xmlns:a16="http://schemas.microsoft.com/office/drawing/2014/main" id="{5440C741-73AE-19E5-8815-586E4CD572FD}"/>
                  </a:ext>
                </a:extLst>
              </p:cNvPr>
              <p:cNvSpPr txBox="1"/>
              <p:nvPr/>
            </p:nvSpPr>
            <p:spPr>
              <a:xfrm>
                <a:off x="1721929" y="679825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305" name="TextBox 1304">
                <a:extLst>
                  <a:ext uri="{FF2B5EF4-FFF2-40B4-BE49-F238E27FC236}">
                    <a16:creationId xmlns:a16="http://schemas.microsoft.com/office/drawing/2014/main" id="{E46F28C0-D33E-5156-AB87-2F2E4C801959}"/>
                  </a:ext>
                </a:extLst>
              </p:cNvPr>
              <p:cNvSpPr txBox="1"/>
              <p:nvPr/>
            </p:nvSpPr>
            <p:spPr>
              <a:xfrm>
                <a:off x="1938971" y="679825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306" name="TextBox 1305">
                <a:extLst>
                  <a:ext uri="{FF2B5EF4-FFF2-40B4-BE49-F238E27FC236}">
                    <a16:creationId xmlns:a16="http://schemas.microsoft.com/office/drawing/2014/main" id="{FD92964A-0431-CCAE-20BF-B0BD0F764A35}"/>
                  </a:ext>
                </a:extLst>
              </p:cNvPr>
              <p:cNvSpPr txBox="1"/>
              <p:nvPr/>
            </p:nvSpPr>
            <p:spPr>
              <a:xfrm>
                <a:off x="2084553" y="679825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307" name="TextBox 1306">
                <a:extLst>
                  <a:ext uri="{FF2B5EF4-FFF2-40B4-BE49-F238E27FC236}">
                    <a16:creationId xmlns:a16="http://schemas.microsoft.com/office/drawing/2014/main" id="{C0DDE79C-000A-61B2-CDC7-51F1004D73F9}"/>
                  </a:ext>
                </a:extLst>
              </p:cNvPr>
              <p:cNvSpPr txBox="1"/>
              <p:nvPr/>
            </p:nvSpPr>
            <p:spPr>
              <a:xfrm>
                <a:off x="2232667" y="679825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308" name="TextBox 1307">
                <a:extLst>
                  <a:ext uri="{FF2B5EF4-FFF2-40B4-BE49-F238E27FC236}">
                    <a16:creationId xmlns:a16="http://schemas.microsoft.com/office/drawing/2014/main" id="{47675932-BFA4-9734-C1B7-0152CB194359}"/>
                  </a:ext>
                </a:extLst>
              </p:cNvPr>
              <p:cNvSpPr txBox="1"/>
              <p:nvPr/>
            </p:nvSpPr>
            <p:spPr>
              <a:xfrm>
                <a:off x="2460001" y="679825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309" name="TextBox 1308">
                <a:extLst>
                  <a:ext uri="{FF2B5EF4-FFF2-40B4-BE49-F238E27FC236}">
                    <a16:creationId xmlns:a16="http://schemas.microsoft.com/office/drawing/2014/main" id="{36826786-DD62-BA13-1054-37AF47CFCDF8}"/>
                  </a:ext>
                </a:extLst>
              </p:cNvPr>
              <p:cNvSpPr txBox="1"/>
              <p:nvPr/>
            </p:nvSpPr>
            <p:spPr>
              <a:xfrm>
                <a:off x="1406016" y="6931202"/>
                <a:ext cx="567784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Phase</a:t>
                </a:r>
              </a:p>
            </p:txBody>
          </p:sp>
          <p:sp>
            <p:nvSpPr>
              <p:cNvPr id="1310" name="TextBox 1309">
                <a:extLst>
                  <a:ext uri="{FF2B5EF4-FFF2-40B4-BE49-F238E27FC236}">
                    <a16:creationId xmlns:a16="http://schemas.microsoft.com/office/drawing/2014/main" id="{47E1EF85-CFB8-2D8A-A2D2-95505929588F}"/>
                  </a:ext>
                </a:extLst>
              </p:cNvPr>
              <p:cNvSpPr txBox="1"/>
              <p:nvPr/>
            </p:nvSpPr>
            <p:spPr>
              <a:xfrm>
                <a:off x="1870385" y="5504971"/>
                <a:ext cx="69442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pgr</a:t>
                </a:r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-like-</a:t>
                </a:r>
                <a:endParaRPr lang="en-US" sz="1100">
                  <a:ln/>
                  <a:solidFill>
                    <a:srgbClr val="000000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</p:grpSp>
      <p:grpSp>
        <p:nvGrpSpPr>
          <p:cNvPr id="1043" name="Graphic 913">
            <a:extLst>
              <a:ext uri="{FF2B5EF4-FFF2-40B4-BE49-F238E27FC236}">
                <a16:creationId xmlns:a16="http://schemas.microsoft.com/office/drawing/2014/main" id="{C7948E93-A224-BFA5-3AC3-DF92A852CD29}"/>
              </a:ext>
            </a:extLst>
          </p:cNvPr>
          <p:cNvGrpSpPr/>
          <p:nvPr/>
        </p:nvGrpSpPr>
        <p:grpSpPr>
          <a:xfrm>
            <a:off x="2590401" y="3745766"/>
            <a:ext cx="2473187" cy="1697477"/>
            <a:chOff x="3941901" y="3676172"/>
            <a:chExt cx="2473187" cy="1697477"/>
          </a:xfrm>
        </p:grpSpPr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1C215F23-7322-2FA8-A53E-67808E38D71E}"/>
                </a:ext>
              </a:extLst>
            </p:cNvPr>
            <p:cNvSpPr/>
            <p:nvPr/>
          </p:nvSpPr>
          <p:spPr>
            <a:xfrm>
              <a:off x="5304092" y="3684042"/>
              <a:ext cx="1110996" cy="1689607"/>
            </a:xfrm>
            <a:custGeom>
              <a:avLst/>
              <a:gdLst>
                <a:gd name="csX0" fmla="*/ 0 w 1110996"/>
                <a:gd name="csY0" fmla="*/ 0 h 1689607"/>
                <a:gd name="csX1" fmla="*/ 1110996 w 1110996"/>
                <a:gd name="csY1" fmla="*/ 0 h 1689607"/>
                <a:gd name="csX2" fmla="*/ 1110996 w 1110996"/>
                <a:gd name="csY2" fmla="*/ 1689608 h 1689607"/>
                <a:gd name="csX3" fmla="*/ 0 w 1110996"/>
                <a:gd name="csY3" fmla="*/ 1689608 h 1689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0996" h="1689607">
                  <a:moveTo>
                    <a:pt x="0" y="0"/>
                  </a:moveTo>
                  <a:lnTo>
                    <a:pt x="1110996" y="0"/>
                  </a:lnTo>
                  <a:lnTo>
                    <a:pt x="1110996" y="1689608"/>
                  </a:lnTo>
                  <a:lnTo>
                    <a:pt x="0" y="1689608"/>
                  </a:lnTo>
                  <a:close/>
                </a:path>
              </a:pathLst>
            </a:custGeom>
            <a:solidFill>
              <a:srgbClr val="FFFFFF"/>
            </a:solidFill>
            <a:ln w="13589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 sz="2800"/>
            </a:p>
          </p:txBody>
        </p:sp>
        <p:grpSp>
          <p:nvGrpSpPr>
            <p:cNvPr id="1048" name="Graphic 913">
              <a:extLst>
                <a:ext uri="{FF2B5EF4-FFF2-40B4-BE49-F238E27FC236}">
                  <a16:creationId xmlns:a16="http://schemas.microsoft.com/office/drawing/2014/main" id="{7ED5A3DB-2AD5-155B-5856-409DF37BA7BC}"/>
                </a:ext>
              </a:extLst>
            </p:cNvPr>
            <p:cNvGrpSpPr/>
            <p:nvPr/>
          </p:nvGrpSpPr>
          <p:grpSpPr>
            <a:xfrm>
              <a:off x="4227239" y="4149947"/>
              <a:ext cx="1007257" cy="823653"/>
              <a:chOff x="4227239" y="4149947"/>
              <a:chExt cx="1007257" cy="823653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893B8952-8F5C-20CE-E6A1-3143A1369DDC}"/>
                  </a:ext>
                </a:extLst>
              </p:cNvPr>
              <p:cNvSpPr/>
              <p:nvPr/>
            </p:nvSpPr>
            <p:spPr>
              <a:xfrm>
                <a:off x="4262692" y="4177437"/>
                <a:ext cx="971804" cy="796163"/>
              </a:xfrm>
              <a:custGeom>
                <a:avLst/>
                <a:gdLst>
                  <a:gd name="csX0" fmla="*/ 0 w 971804"/>
                  <a:gd name="csY0" fmla="*/ 0 h 796163"/>
                  <a:gd name="csX1" fmla="*/ 971804 w 971804"/>
                  <a:gd name="csY1" fmla="*/ 0 h 796163"/>
                  <a:gd name="csX2" fmla="*/ 971804 w 971804"/>
                  <a:gd name="csY2" fmla="*/ 796163 h 796163"/>
                  <a:gd name="csX3" fmla="*/ 0 w 971804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71804" h="796163">
                    <a:moveTo>
                      <a:pt x="0" y="0"/>
                    </a:moveTo>
                    <a:lnTo>
                      <a:pt x="971804" y="0"/>
                    </a:lnTo>
                    <a:lnTo>
                      <a:pt x="971804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85A0EDED-F9B0-63F4-5120-8F9D89DD4004}"/>
                  </a:ext>
                </a:extLst>
              </p:cNvPr>
              <p:cNvSpPr/>
              <p:nvPr/>
            </p:nvSpPr>
            <p:spPr>
              <a:xfrm>
                <a:off x="4374833" y="4485793"/>
                <a:ext cx="12700" cy="218059"/>
              </a:xfrm>
              <a:custGeom>
                <a:avLst/>
                <a:gdLst>
                  <a:gd name="csX0" fmla="*/ 0 w 12700"/>
                  <a:gd name="csY0" fmla="*/ 218059 h 218059"/>
                  <a:gd name="csX1" fmla="*/ 0 w 12700"/>
                  <a:gd name="csY1" fmla="*/ 0 h 2180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8059">
                    <a:moveTo>
                      <a:pt x="0" y="21805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B44BCB34-7CDD-3144-5AC5-74FD9C520C75}"/>
                  </a:ext>
                </a:extLst>
              </p:cNvPr>
              <p:cNvSpPr/>
              <p:nvPr/>
            </p:nvSpPr>
            <p:spPr>
              <a:xfrm>
                <a:off x="4374833" y="4851045"/>
                <a:ext cx="12700" cy="70484"/>
              </a:xfrm>
              <a:custGeom>
                <a:avLst/>
                <a:gdLst>
                  <a:gd name="csX0" fmla="*/ 0 w 12700"/>
                  <a:gd name="csY0" fmla="*/ 0 h 70484"/>
                  <a:gd name="csX1" fmla="*/ 0 w 12700"/>
                  <a:gd name="csY1" fmla="*/ 70485 h 7048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0484">
                    <a:moveTo>
                      <a:pt x="0" y="0"/>
                    </a:moveTo>
                    <a:lnTo>
                      <a:pt x="0" y="70485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058A8DEF-4A05-B1F1-F426-8C7C3833B220}"/>
                  </a:ext>
                </a:extLst>
              </p:cNvPr>
              <p:cNvSpPr/>
              <p:nvPr/>
            </p:nvSpPr>
            <p:spPr>
              <a:xfrm>
                <a:off x="4318825" y="4703851"/>
                <a:ext cx="112141" cy="147193"/>
              </a:xfrm>
              <a:custGeom>
                <a:avLst/>
                <a:gdLst>
                  <a:gd name="csX0" fmla="*/ 0 w 112141"/>
                  <a:gd name="csY0" fmla="*/ 0 h 147193"/>
                  <a:gd name="csX1" fmla="*/ 0 w 112141"/>
                  <a:gd name="csY1" fmla="*/ 147193 h 147193"/>
                  <a:gd name="csX2" fmla="*/ 112141 w 112141"/>
                  <a:gd name="csY2" fmla="*/ 147193 h 147193"/>
                  <a:gd name="csX3" fmla="*/ 112141 w 112141"/>
                  <a:gd name="csY3" fmla="*/ 0 h 147193"/>
                  <a:gd name="csX4" fmla="*/ 0 w 112141"/>
                  <a:gd name="csY4" fmla="*/ 0 h 1471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147193">
                    <a:moveTo>
                      <a:pt x="0" y="0"/>
                    </a:moveTo>
                    <a:lnTo>
                      <a:pt x="0" y="147193"/>
                    </a:lnTo>
                    <a:lnTo>
                      <a:pt x="112141" y="147193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3" name="Freeform 1052">
                <a:extLst>
                  <a:ext uri="{FF2B5EF4-FFF2-40B4-BE49-F238E27FC236}">
                    <a16:creationId xmlns:a16="http://schemas.microsoft.com/office/drawing/2014/main" id="{1425FEC2-B2D5-5F27-F482-960EE198B8F5}"/>
                  </a:ext>
                </a:extLst>
              </p:cNvPr>
              <p:cNvSpPr/>
              <p:nvPr/>
            </p:nvSpPr>
            <p:spPr>
              <a:xfrm>
                <a:off x="4318826" y="4782719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4" name="Freeform 1053">
                <a:extLst>
                  <a:ext uri="{FF2B5EF4-FFF2-40B4-BE49-F238E27FC236}">
                    <a16:creationId xmlns:a16="http://schemas.microsoft.com/office/drawing/2014/main" id="{7035982A-49DA-38B9-CA1E-817F3D44CBA8}"/>
                  </a:ext>
                </a:extLst>
              </p:cNvPr>
              <p:cNvSpPr/>
              <p:nvPr/>
            </p:nvSpPr>
            <p:spPr>
              <a:xfrm>
                <a:off x="4561777" y="4655592"/>
                <a:ext cx="12700" cy="43687"/>
              </a:xfrm>
              <a:custGeom>
                <a:avLst/>
                <a:gdLst>
                  <a:gd name="csX0" fmla="*/ 0 w 12700"/>
                  <a:gd name="csY0" fmla="*/ 43688 h 43687"/>
                  <a:gd name="csX1" fmla="*/ 0 w 12700"/>
                  <a:gd name="csY1" fmla="*/ 0 h 436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3687">
                    <a:moveTo>
                      <a:pt x="0" y="43688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5" name="Freeform 1054">
                <a:extLst>
                  <a:ext uri="{FF2B5EF4-FFF2-40B4-BE49-F238E27FC236}">
                    <a16:creationId xmlns:a16="http://schemas.microsoft.com/office/drawing/2014/main" id="{3FA69F8E-EA1A-A72A-9B83-1EA53821DF12}"/>
                  </a:ext>
                </a:extLst>
              </p:cNvPr>
              <p:cNvSpPr/>
              <p:nvPr/>
            </p:nvSpPr>
            <p:spPr>
              <a:xfrm>
                <a:off x="4561777" y="4851553"/>
                <a:ext cx="12700" cy="81026"/>
              </a:xfrm>
              <a:custGeom>
                <a:avLst/>
                <a:gdLst>
                  <a:gd name="csX0" fmla="*/ 0 w 12700"/>
                  <a:gd name="csY0" fmla="*/ 0 h 81026"/>
                  <a:gd name="csX1" fmla="*/ 0 w 12700"/>
                  <a:gd name="csY1" fmla="*/ 81026 h 8102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81026">
                    <a:moveTo>
                      <a:pt x="0" y="0"/>
                    </a:moveTo>
                    <a:lnTo>
                      <a:pt x="0" y="8102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6" name="Freeform 1055">
                <a:extLst>
                  <a:ext uri="{FF2B5EF4-FFF2-40B4-BE49-F238E27FC236}">
                    <a16:creationId xmlns:a16="http://schemas.microsoft.com/office/drawing/2014/main" id="{E2045A56-28F9-459C-1D3B-6076153393FD}"/>
                  </a:ext>
                </a:extLst>
              </p:cNvPr>
              <p:cNvSpPr/>
              <p:nvPr/>
            </p:nvSpPr>
            <p:spPr>
              <a:xfrm>
                <a:off x="4505642" y="4699279"/>
                <a:ext cx="112141" cy="152273"/>
              </a:xfrm>
              <a:custGeom>
                <a:avLst/>
                <a:gdLst>
                  <a:gd name="csX0" fmla="*/ 0 w 112141"/>
                  <a:gd name="csY0" fmla="*/ 0 h 152273"/>
                  <a:gd name="csX1" fmla="*/ 0 w 112141"/>
                  <a:gd name="csY1" fmla="*/ 152273 h 152273"/>
                  <a:gd name="csX2" fmla="*/ 112141 w 112141"/>
                  <a:gd name="csY2" fmla="*/ 152273 h 152273"/>
                  <a:gd name="csX3" fmla="*/ 112141 w 112141"/>
                  <a:gd name="csY3" fmla="*/ 0 h 152273"/>
                  <a:gd name="csX4" fmla="*/ 0 w 112141"/>
                  <a:gd name="csY4" fmla="*/ 0 h 1522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152273">
                    <a:moveTo>
                      <a:pt x="0" y="0"/>
                    </a:moveTo>
                    <a:lnTo>
                      <a:pt x="0" y="152273"/>
                    </a:lnTo>
                    <a:lnTo>
                      <a:pt x="112141" y="152273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7" name="Freeform 1056">
                <a:extLst>
                  <a:ext uri="{FF2B5EF4-FFF2-40B4-BE49-F238E27FC236}">
                    <a16:creationId xmlns:a16="http://schemas.microsoft.com/office/drawing/2014/main" id="{BB723553-86CB-A85E-E48E-024DFC357762}"/>
                  </a:ext>
                </a:extLst>
              </p:cNvPr>
              <p:cNvSpPr/>
              <p:nvPr/>
            </p:nvSpPr>
            <p:spPr>
              <a:xfrm>
                <a:off x="4505643" y="4738523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8" name="Freeform 1057">
                <a:extLst>
                  <a:ext uri="{FF2B5EF4-FFF2-40B4-BE49-F238E27FC236}">
                    <a16:creationId xmlns:a16="http://schemas.microsoft.com/office/drawing/2014/main" id="{FE82A624-22C1-5A0A-8197-0FD4DBAC6379}"/>
                  </a:ext>
                </a:extLst>
              </p:cNvPr>
              <p:cNvSpPr/>
              <p:nvPr/>
            </p:nvSpPr>
            <p:spPr>
              <a:xfrm>
                <a:off x="4748594" y="4758843"/>
                <a:ext cx="12700" cy="21209"/>
              </a:xfrm>
              <a:custGeom>
                <a:avLst/>
                <a:gdLst>
                  <a:gd name="csX0" fmla="*/ 0 w 12700"/>
                  <a:gd name="csY0" fmla="*/ 21209 h 21209"/>
                  <a:gd name="csX1" fmla="*/ 0 w 12700"/>
                  <a:gd name="csY1" fmla="*/ 0 h 212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209">
                    <a:moveTo>
                      <a:pt x="0" y="2120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9" name="Freeform 1058">
                <a:extLst>
                  <a:ext uri="{FF2B5EF4-FFF2-40B4-BE49-F238E27FC236}">
                    <a16:creationId xmlns:a16="http://schemas.microsoft.com/office/drawing/2014/main" id="{A992103A-6FA3-CED7-48C1-20761BBB3179}"/>
                  </a:ext>
                </a:extLst>
              </p:cNvPr>
              <p:cNvSpPr/>
              <p:nvPr/>
            </p:nvSpPr>
            <p:spPr>
              <a:xfrm>
                <a:off x="4748594" y="4822470"/>
                <a:ext cx="12700" cy="21209"/>
              </a:xfrm>
              <a:custGeom>
                <a:avLst/>
                <a:gdLst>
                  <a:gd name="csX0" fmla="*/ 0 w 12700"/>
                  <a:gd name="csY0" fmla="*/ 0 h 21209"/>
                  <a:gd name="csX1" fmla="*/ 0 w 12700"/>
                  <a:gd name="csY1" fmla="*/ 21209 h 212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209">
                    <a:moveTo>
                      <a:pt x="0" y="0"/>
                    </a:moveTo>
                    <a:lnTo>
                      <a:pt x="0" y="2120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0" name="Freeform 1059">
                <a:extLst>
                  <a:ext uri="{FF2B5EF4-FFF2-40B4-BE49-F238E27FC236}">
                    <a16:creationId xmlns:a16="http://schemas.microsoft.com/office/drawing/2014/main" id="{B1C8DACF-C1B3-23AA-FBE5-BEF07CA8A6F7}"/>
                  </a:ext>
                </a:extLst>
              </p:cNvPr>
              <p:cNvSpPr/>
              <p:nvPr/>
            </p:nvSpPr>
            <p:spPr>
              <a:xfrm>
                <a:off x="4692586" y="4780051"/>
                <a:ext cx="112141" cy="42418"/>
              </a:xfrm>
              <a:custGeom>
                <a:avLst/>
                <a:gdLst>
                  <a:gd name="csX0" fmla="*/ 0 w 112141"/>
                  <a:gd name="csY0" fmla="*/ 0 h 42418"/>
                  <a:gd name="csX1" fmla="*/ 0 w 112141"/>
                  <a:gd name="csY1" fmla="*/ 42418 h 42418"/>
                  <a:gd name="csX2" fmla="*/ 112141 w 112141"/>
                  <a:gd name="csY2" fmla="*/ 42418 h 42418"/>
                  <a:gd name="csX3" fmla="*/ 112141 w 112141"/>
                  <a:gd name="csY3" fmla="*/ 0 h 42418"/>
                  <a:gd name="csX4" fmla="*/ 0 w 112141"/>
                  <a:gd name="csY4" fmla="*/ 0 h 4241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42418">
                    <a:moveTo>
                      <a:pt x="0" y="0"/>
                    </a:moveTo>
                    <a:lnTo>
                      <a:pt x="0" y="42418"/>
                    </a:lnTo>
                    <a:lnTo>
                      <a:pt x="112141" y="42418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1" name="Freeform 1060">
                <a:extLst>
                  <a:ext uri="{FF2B5EF4-FFF2-40B4-BE49-F238E27FC236}">
                    <a16:creationId xmlns:a16="http://schemas.microsoft.com/office/drawing/2014/main" id="{B8116641-5DB8-3BB5-0C50-E9008526843F}"/>
                  </a:ext>
                </a:extLst>
              </p:cNvPr>
              <p:cNvSpPr/>
              <p:nvPr/>
            </p:nvSpPr>
            <p:spPr>
              <a:xfrm>
                <a:off x="4692587" y="4801261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2" name="Freeform 1061">
                <a:extLst>
                  <a:ext uri="{FF2B5EF4-FFF2-40B4-BE49-F238E27FC236}">
                    <a16:creationId xmlns:a16="http://schemas.microsoft.com/office/drawing/2014/main" id="{B52BAADD-E488-63E0-4357-7DA3D09524BC}"/>
                  </a:ext>
                </a:extLst>
              </p:cNvPr>
              <p:cNvSpPr/>
              <p:nvPr/>
            </p:nvSpPr>
            <p:spPr>
              <a:xfrm>
                <a:off x="5122355" y="4662704"/>
                <a:ext cx="12700" cy="68833"/>
              </a:xfrm>
              <a:custGeom>
                <a:avLst/>
                <a:gdLst>
                  <a:gd name="csX0" fmla="*/ 0 w 12700"/>
                  <a:gd name="csY0" fmla="*/ 68834 h 68833"/>
                  <a:gd name="csX1" fmla="*/ 0 w 12700"/>
                  <a:gd name="csY1" fmla="*/ 0 h 688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8833">
                    <a:moveTo>
                      <a:pt x="0" y="6883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3" name="Freeform 1062">
                <a:extLst>
                  <a:ext uri="{FF2B5EF4-FFF2-40B4-BE49-F238E27FC236}">
                    <a16:creationId xmlns:a16="http://schemas.microsoft.com/office/drawing/2014/main" id="{387A1BDC-A814-CD01-EA79-5C3A3DDA4EA5}"/>
                  </a:ext>
                </a:extLst>
              </p:cNvPr>
              <p:cNvSpPr/>
              <p:nvPr/>
            </p:nvSpPr>
            <p:spPr>
              <a:xfrm>
                <a:off x="5122355" y="4810786"/>
                <a:ext cx="12700" cy="55498"/>
              </a:xfrm>
              <a:custGeom>
                <a:avLst/>
                <a:gdLst>
                  <a:gd name="csX0" fmla="*/ 0 w 12700"/>
                  <a:gd name="csY0" fmla="*/ 0 h 55498"/>
                  <a:gd name="csX1" fmla="*/ 0 w 12700"/>
                  <a:gd name="csY1" fmla="*/ 55499 h 554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5498">
                    <a:moveTo>
                      <a:pt x="0" y="0"/>
                    </a:moveTo>
                    <a:lnTo>
                      <a:pt x="0" y="5549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C0C98972-6B34-DC7C-9434-B1C2B9B9B711}"/>
                  </a:ext>
                </a:extLst>
              </p:cNvPr>
              <p:cNvSpPr/>
              <p:nvPr/>
            </p:nvSpPr>
            <p:spPr>
              <a:xfrm>
                <a:off x="5066347" y="4731537"/>
                <a:ext cx="112141" cy="79247"/>
              </a:xfrm>
              <a:custGeom>
                <a:avLst/>
                <a:gdLst>
                  <a:gd name="csX0" fmla="*/ 0 w 112141"/>
                  <a:gd name="csY0" fmla="*/ 0 h 79247"/>
                  <a:gd name="csX1" fmla="*/ 0 w 112141"/>
                  <a:gd name="csY1" fmla="*/ 79248 h 79247"/>
                  <a:gd name="csX2" fmla="*/ 112141 w 112141"/>
                  <a:gd name="csY2" fmla="*/ 79248 h 79247"/>
                  <a:gd name="csX3" fmla="*/ 112141 w 112141"/>
                  <a:gd name="csY3" fmla="*/ 0 h 79247"/>
                  <a:gd name="csX4" fmla="*/ 0 w 112141"/>
                  <a:gd name="csY4" fmla="*/ 0 h 7924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79247">
                    <a:moveTo>
                      <a:pt x="0" y="0"/>
                    </a:moveTo>
                    <a:lnTo>
                      <a:pt x="0" y="79248"/>
                    </a:lnTo>
                    <a:lnTo>
                      <a:pt x="112141" y="79248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5" name="Freeform 1064">
                <a:extLst>
                  <a:ext uri="{FF2B5EF4-FFF2-40B4-BE49-F238E27FC236}">
                    <a16:creationId xmlns:a16="http://schemas.microsoft.com/office/drawing/2014/main" id="{EF6D694F-8BDB-6023-5CFB-8701716B15E2}"/>
                  </a:ext>
                </a:extLst>
              </p:cNvPr>
              <p:cNvSpPr/>
              <p:nvPr/>
            </p:nvSpPr>
            <p:spPr>
              <a:xfrm>
                <a:off x="5066348" y="4782211"/>
                <a:ext cx="112141" cy="12700"/>
              </a:xfrm>
              <a:custGeom>
                <a:avLst/>
                <a:gdLst>
                  <a:gd name="csX0" fmla="*/ 0 w 112141"/>
                  <a:gd name="csY0" fmla="*/ 0 h 12700"/>
                  <a:gd name="csX1" fmla="*/ 112141 w 1121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1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6" name="Freeform 1065">
                <a:extLst>
                  <a:ext uri="{FF2B5EF4-FFF2-40B4-BE49-F238E27FC236}">
                    <a16:creationId xmlns:a16="http://schemas.microsoft.com/office/drawing/2014/main" id="{F193CE30-8500-8A48-2064-635916D13AD8}"/>
                  </a:ext>
                </a:extLst>
              </p:cNvPr>
              <p:cNvSpPr/>
              <p:nvPr/>
            </p:nvSpPr>
            <p:spPr>
              <a:xfrm>
                <a:off x="4746054" y="482526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7" name="Freeform 1066">
                <a:extLst>
                  <a:ext uri="{FF2B5EF4-FFF2-40B4-BE49-F238E27FC236}">
                    <a16:creationId xmlns:a16="http://schemas.microsoft.com/office/drawing/2014/main" id="{2C714794-ACED-4A8D-1ACA-C8163A91EC4D}"/>
                  </a:ext>
                </a:extLst>
              </p:cNvPr>
              <p:cNvSpPr/>
              <p:nvPr/>
            </p:nvSpPr>
            <p:spPr>
              <a:xfrm>
                <a:off x="4559999" y="472074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8" name="Freeform 1067">
                <a:extLst>
                  <a:ext uri="{FF2B5EF4-FFF2-40B4-BE49-F238E27FC236}">
                    <a16:creationId xmlns:a16="http://schemas.microsoft.com/office/drawing/2014/main" id="{BE178567-FD36-6AC1-B0E3-DD6A5F88F425}"/>
                  </a:ext>
                </a:extLst>
              </p:cNvPr>
              <p:cNvSpPr/>
              <p:nvPr/>
            </p:nvSpPr>
            <p:spPr>
              <a:xfrm>
                <a:off x="5096320" y="479160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9" name="Freeform 1068">
                <a:extLst>
                  <a:ext uri="{FF2B5EF4-FFF2-40B4-BE49-F238E27FC236}">
                    <a16:creationId xmlns:a16="http://schemas.microsoft.com/office/drawing/2014/main" id="{D500906B-0FD8-9E3C-D4F3-6719BE93CB20}"/>
                  </a:ext>
                </a:extLst>
              </p:cNvPr>
              <p:cNvSpPr/>
              <p:nvPr/>
            </p:nvSpPr>
            <p:spPr>
              <a:xfrm>
                <a:off x="4369245" y="476735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0" name="Freeform 1069">
                <a:extLst>
                  <a:ext uri="{FF2B5EF4-FFF2-40B4-BE49-F238E27FC236}">
                    <a16:creationId xmlns:a16="http://schemas.microsoft.com/office/drawing/2014/main" id="{0E85BC8C-6F6B-1EF4-0233-E07F35F6F107}"/>
                  </a:ext>
                </a:extLst>
              </p:cNvPr>
              <p:cNvSpPr/>
              <p:nvPr/>
            </p:nvSpPr>
            <p:spPr>
              <a:xfrm>
                <a:off x="5109655" y="473674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1" name="Freeform 1070">
                <a:extLst>
                  <a:ext uri="{FF2B5EF4-FFF2-40B4-BE49-F238E27FC236}">
                    <a16:creationId xmlns:a16="http://schemas.microsoft.com/office/drawing/2014/main" id="{8B4572C4-B095-F9B4-D50C-BFA66E35EFEB}"/>
                  </a:ext>
                </a:extLst>
              </p:cNvPr>
              <p:cNvSpPr/>
              <p:nvPr/>
            </p:nvSpPr>
            <p:spPr>
              <a:xfrm>
                <a:off x="4357561" y="446775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2" name="Freeform 1071">
                <a:extLst>
                  <a:ext uri="{FF2B5EF4-FFF2-40B4-BE49-F238E27FC236}">
                    <a16:creationId xmlns:a16="http://schemas.microsoft.com/office/drawing/2014/main" id="{1CA0272D-AC45-B71B-BCEF-1F773CD3A8AB}"/>
                  </a:ext>
                </a:extLst>
              </p:cNvPr>
              <p:cNvSpPr/>
              <p:nvPr/>
            </p:nvSpPr>
            <p:spPr>
              <a:xfrm>
                <a:off x="5113211" y="484837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3" name="Freeform 1072">
                <a:extLst>
                  <a:ext uri="{FF2B5EF4-FFF2-40B4-BE49-F238E27FC236}">
                    <a16:creationId xmlns:a16="http://schemas.microsoft.com/office/drawing/2014/main" id="{BE8B379C-C29C-3C94-E1CB-B628E254A7E0}"/>
                  </a:ext>
                </a:extLst>
              </p:cNvPr>
              <p:cNvSpPr/>
              <p:nvPr/>
            </p:nvSpPr>
            <p:spPr>
              <a:xfrm>
                <a:off x="4343210" y="485434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4" name="Freeform 1073">
                <a:extLst>
                  <a:ext uri="{FF2B5EF4-FFF2-40B4-BE49-F238E27FC236}">
                    <a16:creationId xmlns:a16="http://schemas.microsoft.com/office/drawing/2014/main" id="{B7EC3CDB-C3CB-F14F-C8A9-5C6B0D01BE0B}"/>
                  </a:ext>
                </a:extLst>
              </p:cNvPr>
              <p:cNvSpPr/>
              <p:nvPr/>
            </p:nvSpPr>
            <p:spPr>
              <a:xfrm>
                <a:off x="5110290" y="464467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5" name="Freeform 1074">
                <a:extLst>
                  <a:ext uri="{FF2B5EF4-FFF2-40B4-BE49-F238E27FC236}">
                    <a16:creationId xmlns:a16="http://schemas.microsoft.com/office/drawing/2014/main" id="{2FD08FBB-41F1-C5E4-E0DE-B3DE5D76F39A}"/>
                  </a:ext>
                </a:extLst>
              </p:cNvPr>
              <p:cNvSpPr/>
              <p:nvPr/>
            </p:nvSpPr>
            <p:spPr>
              <a:xfrm>
                <a:off x="4364546" y="466016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6" name="Freeform 1075">
                <a:extLst>
                  <a:ext uri="{FF2B5EF4-FFF2-40B4-BE49-F238E27FC236}">
                    <a16:creationId xmlns:a16="http://schemas.microsoft.com/office/drawing/2014/main" id="{01E00A44-6F76-D106-98D0-C9F08A98E84B}"/>
                  </a:ext>
                </a:extLst>
              </p:cNvPr>
              <p:cNvSpPr/>
              <p:nvPr/>
            </p:nvSpPr>
            <p:spPr>
              <a:xfrm>
                <a:off x="5102797" y="479287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7" name="Freeform 1076">
                <a:extLst>
                  <a:ext uri="{FF2B5EF4-FFF2-40B4-BE49-F238E27FC236}">
                    <a16:creationId xmlns:a16="http://schemas.microsoft.com/office/drawing/2014/main" id="{33B63C23-C6F2-7A43-945B-7617F16631C6}"/>
                  </a:ext>
                </a:extLst>
              </p:cNvPr>
              <p:cNvSpPr/>
              <p:nvPr/>
            </p:nvSpPr>
            <p:spPr>
              <a:xfrm>
                <a:off x="4365054" y="476151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8" name="Freeform 1077">
                <a:extLst>
                  <a:ext uri="{FF2B5EF4-FFF2-40B4-BE49-F238E27FC236}">
                    <a16:creationId xmlns:a16="http://schemas.microsoft.com/office/drawing/2014/main" id="{03223FA0-92E4-3AC5-F53A-1104CCFA1D02}"/>
                  </a:ext>
                </a:extLst>
              </p:cNvPr>
              <p:cNvSpPr/>
              <p:nvPr/>
            </p:nvSpPr>
            <p:spPr>
              <a:xfrm>
                <a:off x="4559999" y="468137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9" name="Freeform 1078">
                <a:extLst>
                  <a:ext uri="{FF2B5EF4-FFF2-40B4-BE49-F238E27FC236}">
                    <a16:creationId xmlns:a16="http://schemas.microsoft.com/office/drawing/2014/main" id="{B5B80E0F-7F0A-8607-B1ED-63A0110F41C3}"/>
                  </a:ext>
                </a:extLst>
              </p:cNvPr>
              <p:cNvSpPr/>
              <p:nvPr/>
            </p:nvSpPr>
            <p:spPr>
              <a:xfrm>
                <a:off x="5095177" y="470575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0" name="Freeform 1079">
                <a:extLst>
                  <a:ext uri="{FF2B5EF4-FFF2-40B4-BE49-F238E27FC236}">
                    <a16:creationId xmlns:a16="http://schemas.microsoft.com/office/drawing/2014/main" id="{13970F7C-80E2-58F0-485A-170376D1DFE1}"/>
                  </a:ext>
                </a:extLst>
              </p:cNvPr>
              <p:cNvSpPr/>
              <p:nvPr/>
            </p:nvSpPr>
            <p:spPr>
              <a:xfrm>
                <a:off x="4355402" y="490387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1" name="Freeform 1080">
                <a:extLst>
                  <a:ext uri="{FF2B5EF4-FFF2-40B4-BE49-F238E27FC236}">
                    <a16:creationId xmlns:a16="http://schemas.microsoft.com/office/drawing/2014/main" id="{EE42048B-9168-0EFF-97BD-D3DAE8ADB461}"/>
                  </a:ext>
                </a:extLst>
              </p:cNvPr>
              <p:cNvSpPr/>
              <p:nvPr/>
            </p:nvSpPr>
            <p:spPr>
              <a:xfrm>
                <a:off x="4747070" y="474055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2" name="Freeform 1081">
                <a:extLst>
                  <a:ext uri="{FF2B5EF4-FFF2-40B4-BE49-F238E27FC236}">
                    <a16:creationId xmlns:a16="http://schemas.microsoft.com/office/drawing/2014/main" id="{AFACB282-B033-263C-B0DF-BFC3CDFDD0A7}"/>
                  </a:ext>
                </a:extLst>
              </p:cNvPr>
              <p:cNvSpPr/>
              <p:nvPr/>
            </p:nvSpPr>
            <p:spPr>
              <a:xfrm>
                <a:off x="4561650" y="491492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3" name="Freeform 1082">
                <a:extLst>
                  <a:ext uri="{FF2B5EF4-FFF2-40B4-BE49-F238E27FC236}">
                    <a16:creationId xmlns:a16="http://schemas.microsoft.com/office/drawing/2014/main" id="{B9227D9A-AB4D-FCC6-E3D8-AA78581313DE}"/>
                  </a:ext>
                </a:extLst>
              </p:cNvPr>
              <p:cNvSpPr/>
              <p:nvPr/>
            </p:nvSpPr>
            <p:spPr>
              <a:xfrm>
                <a:off x="4529392" y="463781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4" name="Freeform 1083">
                <a:extLst>
                  <a:ext uri="{FF2B5EF4-FFF2-40B4-BE49-F238E27FC236}">
                    <a16:creationId xmlns:a16="http://schemas.microsoft.com/office/drawing/2014/main" id="{ADDC0059-116B-902F-6910-F23C6B0DC5ED}"/>
                  </a:ext>
                </a:extLst>
              </p:cNvPr>
              <p:cNvSpPr/>
              <p:nvPr/>
            </p:nvSpPr>
            <p:spPr>
              <a:xfrm>
                <a:off x="4916615" y="469737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5" name="Freeform 1084">
                <a:extLst>
                  <a:ext uri="{FF2B5EF4-FFF2-40B4-BE49-F238E27FC236}">
                    <a16:creationId xmlns:a16="http://schemas.microsoft.com/office/drawing/2014/main" id="{0FBA4489-1B77-ADDE-8D72-C04751E6F7E4}"/>
                  </a:ext>
                </a:extLst>
              </p:cNvPr>
              <p:cNvSpPr/>
              <p:nvPr/>
            </p:nvSpPr>
            <p:spPr>
              <a:xfrm>
                <a:off x="4546029" y="483351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6" name="TextBox 1085">
                <a:extLst>
                  <a:ext uri="{FF2B5EF4-FFF2-40B4-BE49-F238E27FC236}">
                    <a16:creationId xmlns:a16="http://schemas.microsoft.com/office/drawing/2014/main" id="{B51489A2-0B0E-9D2D-F273-137C9007D711}"/>
                  </a:ext>
                </a:extLst>
              </p:cNvPr>
              <p:cNvSpPr txBox="1"/>
              <p:nvPr/>
            </p:nvSpPr>
            <p:spPr>
              <a:xfrm>
                <a:off x="4227239" y="4285718"/>
                <a:ext cx="46358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</a:t>
                </a:r>
              </a:p>
            </p:txBody>
          </p:sp>
          <p:sp>
            <p:nvSpPr>
              <p:cNvPr id="1087" name="Freeform 1086">
                <a:extLst>
                  <a:ext uri="{FF2B5EF4-FFF2-40B4-BE49-F238E27FC236}">
                    <a16:creationId xmlns:a16="http://schemas.microsoft.com/office/drawing/2014/main" id="{BA6C778D-CEAF-E9DC-6247-4A4E4D86EA74}"/>
                  </a:ext>
                </a:extLst>
              </p:cNvPr>
              <p:cNvSpPr/>
              <p:nvPr/>
            </p:nvSpPr>
            <p:spPr>
              <a:xfrm>
                <a:off x="4374833" y="4431437"/>
                <a:ext cx="168275" cy="12700"/>
              </a:xfrm>
              <a:custGeom>
                <a:avLst/>
                <a:gdLst>
                  <a:gd name="csX0" fmla="*/ 0 w 168275"/>
                  <a:gd name="csY0" fmla="*/ 0 h 12700"/>
                  <a:gd name="csX1" fmla="*/ 168275 w 16827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275" h="12700">
                    <a:moveTo>
                      <a:pt x="0" y="0"/>
                    </a:moveTo>
                    <a:lnTo>
                      <a:pt x="168275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8" name="TextBox 1087">
                <a:extLst>
                  <a:ext uri="{FF2B5EF4-FFF2-40B4-BE49-F238E27FC236}">
                    <a16:creationId xmlns:a16="http://schemas.microsoft.com/office/drawing/2014/main" id="{8C445A48-8942-4B85-1286-85681278E89B}"/>
                  </a:ext>
                </a:extLst>
              </p:cNvPr>
              <p:cNvSpPr txBox="1"/>
              <p:nvPr/>
            </p:nvSpPr>
            <p:spPr>
              <a:xfrm>
                <a:off x="4569976" y="4291034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0.554</a:t>
                </a:r>
              </a:p>
            </p:txBody>
          </p:sp>
          <p:sp>
            <p:nvSpPr>
              <p:cNvPr id="1089" name="Freeform 1088">
                <a:extLst>
                  <a:ext uri="{FF2B5EF4-FFF2-40B4-BE49-F238E27FC236}">
                    <a16:creationId xmlns:a16="http://schemas.microsoft.com/office/drawing/2014/main" id="{D0F46A4D-EE52-F206-73B6-1911AADD1488}"/>
                  </a:ext>
                </a:extLst>
              </p:cNvPr>
              <p:cNvSpPr/>
              <p:nvPr/>
            </p:nvSpPr>
            <p:spPr>
              <a:xfrm>
                <a:off x="4580446" y="4431437"/>
                <a:ext cx="541909" cy="12700"/>
              </a:xfrm>
              <a:custGeom>
                <a:avLst/>
                <a:gdLst>
                  <a:gd name="csX0" fmla="*/ 0 w 541909"/>
                  <a:gd name="csY0" fmla="*/ 0 h 12700"/>
                  <a:gd name="csX1" fmla="*/ 541909 w 54190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41909" h="12700">
                    <a:moveTo>
                      <a:pt x="0" y="0"/>
                    </a:moveTo>
                    <a:lnTo>
                      <a:pt x="54190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0" name="TextBox 1089">
                <a:extLst>
                  <a:ext uri="{FF2B5EF4-FFF2-40B4-BE49-F238E27FC236}">
                    <a16:creationId xmlns:a16="http://schemas.microsoft.com/office/drawing/2014/main" id="{529736AA-50AF-6EC1-CFBF-08F25B9A2263}"/>
                  </a:ext>
                </a:extLst>
              </p:cNvPr>
              <p:cNvSpPr txBox="1"/>
              <p:nvPr/>
            </p:nvSpPr>
            <p:spPr>
              <a:xfrm>
                <a:off x="4467106" y="4149947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0.831</a:t>
                </a:r>
              </a:p>
            </p:txBody>
          </p:sp>
          <p:sp>
            <p:nvSpPr>
              <p:cNvPr id="1091" name="Freeform 1090">
                <a:extLst>
                  <a:ext uri="{FF2B5EF4-FFF2-40B4-BE49-F238E27FC236}">
                    <a16:creationId xmlns:a16="http://schemas.microsoft.com/office/drawing/2014/main" id="{2AABAB83-1E18-41E5-87F9-FDFE48961E59}"/>
                  </a:ext>
                </a:extLst>
              </p:cNvPr>
              <p:cNvSpPr/>
              <p:nvPr/>
            </p:nvSpPr>
            <p:spPr>
              <a:xfrm>
                <a:off x="4374833" y="4295293"/>
                <a:ext cx="747522" cy="12700"/>
              </a:xfrm>
              <a:custGeom>
                <a:avLst/>
                <a:gdLst>
                  <a:gd name="csX0" fmla="*/ 0 w 747522"/>
                  <a:gd name="csY0" fmla="*/ 0 h 12700"/>
                  <a:gd name="csX1" fmla="*/ 747522 w 74752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47522" h="12700">
                    <a:moveTo>
                      <a:pt x="0" y="0"/>
                    </a:moveTo>
                    <a:lnTo>
                      <a:pt x="747522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92" name="Graphic 913">
              <a:extLst>
                <a:ext uri="{FF2B5EF4-FFF2-40B4-BE49-F238E27FC236}">
                  <a16:creationId xmlns:a16="http://schemas.microsoft.com/office/drawing/2014/main" id="{697866CB-F754-9803-94DC-F8FDF7229BCF}"/>
                </a:ext>
              </a:extLst>
            </p:cNvPr>
            <p:cNvGrpSpPr/>
            <p:nvPr/>
          </p:nvGrpSpPr>
          <p:grpSpPr>
            <a:xfrm>
              <a:off x="3941901" y="3676172"/>
              <a:ext cx="1313739" cy="1539503"/>
              <a:chOff x="3941901" y="3676172"/>
              <a:chExt cx="1313739" cy="1539503"/>
            </a:xfrm>
          </p:grpSpPr>
          <p:sp>
            <p:nvSpPr>
              <p:cNvPr id="1093" name="Freeform 1092">
                <a:extLst>
                  <a:ext uri="{FF2B5EF4-FFF2-40B4-BE49-F238E27FC236}">
                    <a16:creationId xmlns:a16="http://schemas.microsoft.com/office/drawing/2014/main" id="{75683D2E-F0F7-FE6C-195E-C0A50FD55B39}"/>
                  </a:ext>
                </a:extLst>
              </p:cNvPr>
              <p:cNvSpPr/>
              <p:nvPr/>
            </p:nvSpPr>
            <p:spPr>
              <a:xfrm>
                <a:off x="4262692" y="4177437"/>
                <a:ext cx="12700" cy="796162"/>
              </a:xfrm>
              <a:custGeom>
                <a:avLst/>
                <a:gdLst>
                  <a:gd name="csX0" fmla="*/ 0 w 12700"/>
                  <a:gd name="csY0" fmla="*/ 796163 h 796162"/>
                  <a:gd name="csX1" fmla="*/ 0 w 12700"/>
                  <a:gd name="csY1" fmla="*/ 0 h 796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96162">
                    <a:moveTo>
                      <a:pt x="0" y="796163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14BA28C4-2CAF-0481-611D-42BC3093DDB4}"/>
                  </a:ext>
                </a:extLst>
              </p:cNvPr>
              <p:cNvSpPr txBox="1"/>
              <p:nvPr/>
            </p:nvSpPr>
            <p:spPr>
              <a:xfrm>
                <a:off x="3941901" y="4714057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0.3</a:t>
                </a:r>
              </a:p>
            </p:txBody>
          </p:sp>
          <p:sp>
            <p:nvSpPr>
              <p:cNvPr id="1095" name="TextBox 1094">
                <a:extLst>
                  <a:ext uri="{FF2B5EF4-FFF2-40B4-BE49-F238E27FC236}">
                    <a16:creationId xmlns:a16="http://schemas.microsoft.com/office/drawing/2014/main" id="{15362DF7-138C-1CB0-8904-E33FF2430840}"/>
                  </a:ext>
                </a:extLst>
              </p:cNvPr>
              <p:cNvSpPr txBox="1"/>
              <p:nvPr/>
            </p:nvSpPr>
            <p:spPr>
              <a:xfrm>
                <a:off x="3941901" y="4504761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0.6</a:t>
                </a:r>
              </a:p>
            </p:txBody>
          </p:sp>
          <p:sp>
            <p:nvSpPr>
              <p:cNvPr id="1096" name="TextBox 1095">
                <a:extLst>
                  <a:ext uri="{FF2B5EF4-FFF2-40B4-BE49-F238E27FC236}">
                    <a16:creationId xmlns:a16="http://schemas.microsoft.com/office/drawing/2014/main" id="{1347CFC1-F0B9-7EDE-F669-E8F0531BCE04}"/>
                  </a:ext>
                </a:extLst>
              </p:cNvPr>
              <p:cNvSpPr txBox="1"/>
              <p:nvPr/>
            </p:nvSpPr>
            <p:spPr>
              <a:xfrm>
                <a:off x="3941901" y="4295465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0.9</a:t>
                </a:r>
              </a:p>
            </p:txBody>
          </p:sp>
          <p:sp>
            <p:nvSpPr>
              <p:cNvPr id="1097" name="TextBox 1096">
                <a:extLst>
                  <a:ext uri="{FF2B5EF4-FFF2-40B4-BE49-F238E27FC236}">
                    <a16:creationId xmlns:a16="http://schemas.microsoft.com/office/drawing/2014/main" id="{E3EC0F9F-83FC-37F5-9A4D-A8C4CD536454}"/>
                  </a:ext>
                </a:extLst>
              </p:cNvPr>
              <p:cNvSpPr txBox="1"/>
              <p:nvPr/>
            </p:nvSpPr>
            <p:spPr>
              <a:xfrm>
                <a:off x="3941901" y="4086296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1.2</a:t>
                </a:r>
              </a:p>
            </p:txBody>
          </p:sp>
          <p:sp>
            <p:nvSpPr>
              <p:cNvPr id="1098" name="Freeform 1097">
                <a:extLst>
                  <a:ext uri="{FF2B5EF4-FFF2-40B4-BE49-F238E27FC236}">
                    <a16:creationId xmlns:a16="http://schemas.microsoft.com/office/drawing/2014/main" id="{291649EF-817C-63D4-626E-E0E86CDE8753}"/>
                  </a:ext>
                </a:extLst>
              </p:cNvPr>
              <p:cNvSpPr/>
              <p:nvPr/>
            </p:nvSpPr>
            <p:spPr>
              <a:xfrm>
                <a:off x="4227893" y="4820946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9" name="Freeform 1098">
                <a:extLst>
                  <a:ext uri="{FF2B5EF4-FFF2-40B4-BE49-F238E27FC236}">
                    <a16:creationId xmlns:a16="http://schemas.microsoft.com/office/drawing/2014/main" id="{A70840EC-99E9-F26B-9868-C83B7F3CF91F}"/>
                  </a:ext>
                </a:extLst>
              </p:cNvPr>
              <p:cNvSpPr/>
              <p:nvPr/>
            </p:nvSpPr>
            <p:spPr>
              <a:xfrm>
                <a:off x="4227893" y="4611649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0" name="Freeform 1099">
                <a:extLst>
                  <a:ext uri="{FF2B5EF4-FFF2-40B4-BE49-F238E27FC236}">
                    <a16:creationId xmlns:a16="http://schemas.microsoft.com/office/drawing/2014/main" id="{78544B9A-5FED-D976-BF82-1F04C96F97A4}"/>
                  </a:ext>
                </a:extLst>
              </p:cNvPr>
              <p:cNvSpPr/>
              <p:nvPr/>
            </p:nvSpPr>
            <p:spPr>
              <a:xfrm>
                <a:off x="4227893" y="4402354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1" name="Freeform 1100">
                <a:extLst>
                  <a:ext uri="{FF2B5EF4-FFF2-40B4-BE49-F238E27FC236}">
                    <a16:creationId xmlns:a16="http://schemas.microsoft.com/office/drawing/2014/main" id="{1ABA668A-FF00-1BF5-F3EC-960FFD20FDC6}"/>
                  </a:ext>
                </a:extLst>
              </p:cNvPr>
              <p:cNvSpPr/>
              <p:nvPr/>
            </p:nvSpPr>
            <p:spPr>
              <a:xfrm>
                <a:off x="4227893" y="4193184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2" name="Freeform 1101">
                <a:extLst>
                  <a:ext uri="{FF2B5EF4-FFF2-40B4-BE49-F238E27FC236}">
                    <a16:creationId xmlns:a16="http://schemas.microsoft.com/office/drawing/2014/main" id="{2D65B8F6-6C9A-228E-0D36-B605B6A71431}"/>
                  </a:ext>
                </a:extLst>
              </p:cNvPr>
              <p:cNvSpPr/>
              <p:nvPr/>
            </p:nvSpPr>
            <p:spPr>
              <a:xfrm>
                <a:off x="4262692" y="4973599"/>
                <a:ext cx="971803" cy="12700"/>
              </a:xfrm>
              <a:custGeom>
                <a:avLst/>
                <a:gdLst>
                  <a:gd name="csX0" fmla="*/ 0 w 971803"/>
                  <a:gd name="csY0" fmla="*/ 0 h 12700"/>
                  <a:gd name="csX1" fmla="*/ 971804 w 97180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71803" h="12700">
                    <a:moveTo>
                      <a:pt x="0" y="0"/>
                    </a:moveTo>
                    <a:lnTo>
                      <a:pt x="971804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3" name="Freeform 1102">
                <a:extLst>
                  <a:ext uri="{FF2B5EF4-FFF2-40B4-BE49-F238E27FC236}">
                    <a16:creationId xmlns:a16="http://schemas.microsoft.com/office/drawing/2014/main" id="{5526A897-EA77-8EF4-3FCA-90CC7464A631}"/>
                  </a:ext>
                </a:extLst>
              </p:cNvPr>
              <p:cNvSpPr/>
              <p:nvPr/>
            </p:nvSpPr>
            <p:spPr>
              <a:xfrm>
                <a:off x="4374832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4" name="Freeform 1103">
                <a:extLst>
                  <a:ext uri="{FF2B5EF4-FFF2-40B4-BE49-F238E27FC236}">
                    <a16:creationId xmlns:a16="http://schemas.microsoft.com/office/drawing/2014/main" id="{9BF0BEF1-FCA9-1C8D-7A91-1A2F1185829C}"/>
                  </a:ext>
                </a:extLst>
              </p:cNvPr>
              <p:cNvSpPr/>
              <p:nvPr/>
            </p:nvSpPr>
            <p:spPr>
              <a:xfrm>
                <a:off x="4561776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5" name="Freeform 1104">
                <a:extLst>
                  <a:ext uri="{FF2B5EF4-FFF2-40B4-BE49-F238E27FC236}">
                    <a16:creationId xmlns:a16="http://schemas.microsoft.com/office/drawing/2014/main" id="{D712E515-8733-9011-D485-8DFD6706DEA7}"/>
                  </a:ext>
                </a:extLst>
              </p:cNvPr>
              <p:cNvSpPr/>
              <p:nvPr/>
            </p:nvSpPr>
            <p:spPr>
              <a:xfrm>
                <a:off x="4748594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6" name="Freeform 1105">
                <a:extLst>
                  <a:ext uri="{FF2B5EF4-FFF2-40B4-BE49-F238E27FC236}">
                    <a16:creationId xmlns:a16="http://schemas.microsoft.com/office/drawing/2014/main" id="{18AA0F09-D37A-F87A-75CD-B3DE73382681}"/>
                  </a:ext>
                </a:extLst>
              </p:cNvPr>
              <p:cNvSpPr/>
              <p:nvPr/>
            </p:nvSpPr>
            <p:spPr>
              <a:xfrm>
                <a:off x="4935537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7" name="Freeform 1106">
                <a:extLst>
                  <a:ext uri="{FF2B5EF4-FFF2-40B4-BE49-F238E27FC236}">
                    <a16:creationId xmlns:a16="http://schemas.microsoft.com/office/drawing/2014/main" id="{04FE1C40-EB91-15A2-73EA-B7F9636D0F5D}"/>
                  </a:ext>
                </a:extLst>
              </p:cNvPr>
              <p:cNvSpPr/>
              <p:nvPr/>
            </p:nvSpPr>
            <p:spPr>
              <a:xfrm>
                <a:off x="5122355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8" name="TextBox 1107">
                <a:extLst>
                  <a:ext uri="{FF2B5EF4-FFF2-40B4-BE49-F238E27FC236}">
                    <a16:creationId xmlns:a16="http://schemas.microsoft.com/office/drawing/2014/main" id="{A5DB4C6D-B34E-0C37-A6FF-9BAA5045982B}"/>
                  </a:ext>
                </a:extLst>
              </p:cNvPr>
              <p:cNvSpPr txBox="1"/>
              <p:nvPr/>
            </p:nvSpPr>
            <p:spPr>
              <a:xfrm>
                <a:off x="4228799" y="4969454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109" name="TextBox 1108">
                <a:extLst>
                  <a:ext uri="{FF2B5EF4-FFF2-40B4-BE49-F238E27FC236}">
                    <a16:creationId xmlns:a16="http://schemas.microsoft.com/office/drawing/2014/main" id="{0A897B97-DB59-A419-0D40-36274AA02EC0}"/>
                  </a:ext>
                </a:extLst>
              </p:cNvPr>
              <p:cNvSpPr txBox="1"/>
              <p:nvPr/>
            </p:nvSpPr>
            <p:spPr>
              <a:xfrm>
                <a:off x="4451810" y="4969454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110" name="TextBox 1109">
                <a:extLst>
                  <a:ext uri="{FF2B5EF4-FFF2-40B4-BE49-F238E27FC236}">
                    <a16:creationId xmlns:a16="http://schemas.microsoft.com/office/drawing/2014/main" id="{F134CF61-D51A-C243-0B18-6A1FB553692D}"/>
                  </a:ext>
                </a:extLst>
              </p:cNvPr>
              <p:cNvSpPr txBox="1"/>
              <p:nvPr/>
            </p:nvSpPr>
            <p:spPr>
              <a:xfrm>
                <a:off x="4603361" y="4969454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111" name="TextBox 1110">
                <a:extLst>
                  <a:ext uri="{FF2B5EF4-FFF2-40B4-BE49-F238E27FC236}">
                    <a16:creationId xmlns:a16="http://schemas.microsoft.com/office/drawing/2014/main" id="{B24722E4-8669-20A6-B371-9408967EBC91}"/>
                  </a:ext>
                </a:extLst>
              </p:cNvPr>
              <p:cNvSpPr txBox="1"/>
              <p:nvPr/>
            </p:nvSpPr>
            <p:spPr>
              <a:xfrm>
                <a:off x="4757444" y="4969454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112" name="TextBox 1111">
                <a:extLst>
                  <a:ext uri="{FF2B5EF4-FFF2-40B4-BE49-F238E27FC236}">
                    <a16:creationId xmlns:a16="http://schemas.microsoft.com/office/drawing/2014/main" id="{F0BC12FE-BDFC-F7AB-5074-D73CAEC7B747}"/>
                  </a:ext>
                </a:extLst>
              </p:cNvPr>
              <p:cNvSpPr txBox="1"/>
              <p:nvPr/>
            </p:nvSpPr>
            <p:spPr>
              <a:xfrm>
                <a:off x="4990747" y="4969454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114" name="TextBox 1113">
                <a:extLst>
                  <a:ext uri="{FF2B5EF4-FFF2-40B4-BE49-F238E27FC236}">
                    <a16:creationId xmlns:a16="http://schemas.microsoft.com/office/drawing/2014/main" id="{8F496E1C-1EED-37C1-B68F-5191731A93B2}"/>
                  </a:ext>
                </a:extLst>
              </p:cNvPr>
              <p:cNvSpPr txBox="1"/>
              <p:nvPr/>
            </p:nvSpPr>
            <p:spPr>
              <a:xfrm>
                <a:off x="4186116" y="3906190"/>
                <a:ext cx="1069524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pos vs neg: ***</a:t>
                </a:r>
              </a:p>
            </p:txBody>
          </p:sp>
          <p:sp>
            <p:nvSpPr>
              <p:cNvPr id="1115" name="TextBox 1114">
                <a:extLst>
                  <a:ext uri="{FF2B5EF4-FFF2-40B4-BE49-F238E27FC236}">
                    <a16:creationId xmlns:a16="http://schemas.microsoft.com/office/drawing/2014/main" id="{06BC4F5F-33AF-BCE5-03A1-07B40013D916}"/>
                  </a:ext>
                </a:extLst>
              </p:cNvPr>
              <p:cNvSpPr txBox="1"/>
              <p:nvPr/>
            </p:nvSpPr>
            <p:spPr>
              <a:xfrm>
                <a:off x="4456328" y="3676172"/>
                <a:ext cx="470001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</a:t>
                </a:r>
                <a:r>
                  <a:rPr lang="en-US" sz="1100" i="1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gr</a:t>
                </a:r>
                <a:r>
                  <a: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+</a:t>
                </a:r>
              </a:p>
            </p:txBody>
          </p:sp>
        </p:grpSp>
        <p:grpSp>
          <p:nvGrpSpPr>
            <p:cNvPr id="1116" name="Graphic 913">
              <a:extLst>
                <a:ext uri="{FF2B5EF4-FFF2-40B4-BE49-F238E27FC236}">
                  <a16:creationId xmlns:a16="http://schemas.microsoft.com/office/drawing/2014/main" id="{3ABD9F81-91CD-5CE1-6A5A-49A18FDB2FBE}"/>
                </a:ext>
              </a:extLst>
            </p:cNvPr>
            <p:cNvGrpSpPr/>
            <p:nvPr/>
          </p:nvGrpSpPr>
          <p:grpSpPr>
            <a:xfrm>
              <a:off x="5313261" y="4105316"/>
              <a:ext cx="1032231" cy="868284"/>
              <a:chOff x="5313261" y="4105316"/>
              <a:chExt cx="1032231" cy="868284"/>
            </a:xfrm>
          </p:grpSpPr>
          <p:sp>
            <p:nvSpPr>
              <p:cNvPr id="1117" name="Freeform 1116">
                <a:extLst>
                  <a:ext uri="{FF2B5EF4-FFF2-40B4-BE49-F238E27FC236}">
                    <a16:creationId xmlns:a16="http://schemas.microsoft.com/office/drawing/2014/main" id="{174C3182-A059-E0CD-7D77-48A67F258B66}"/>
                  </a:ext>
                </a:extLst>
              </p:cNvPr>
              <p:cNvSpPr/>
              <p:nvPr/>
            </p:nvSpPr>
            <p:spPr>
              <a:xfrm>
                <a:off x="5373688" y="4177437"/>
                <a:ext cx="971804" cy="796163"/>
              </a:xfrm>
              <a:custGeom>
                <a:avLst/>
                <a:gdLst>
                  <a:gd name="csX0" fmla="*/ 0 w 971804"/>
                  <a:gd name="csY0" fmla="*/ 0 h 796163"/>
                  <a:gd name="csX1" fmla="*/ 971804 w 971804"/>
                  <a:gd name="csY1" fmla="*/ 0 h 796163"/>
                  <a:gd name="csX2" fmla="*/ 971804 w 971804"/>
                  <a:gd name="csY2" fmla="*/ 796163 h 796163"/>
                  <a:gd name="csX3" fmla="*/ 0 w 971804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71804" h="796163">
                    <a:moveTo>
                      <a:pt x="0" y="0"/>
                    </a:moveTo>
                    <a:lnTo>
                      <a:pt x="971804" y="0"/>
                    </a:lnTo>
                    <a:lnTo>
                      <a:pt x="971804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4F93E56F-6F7D-A9D5-C53B-28739A06D48B}"/>
                  </a:ext>
                </a:extLst>
              </p:cNvPr>
              <p:cNvSpPr/>
              <p:nvPr/>
            </p:nvSpPr>
            <p:spPr>
              <a:xfrm>
                <a:off x="5485829" y="4612158"/>
                <a:ext cx="12700" cy="13969"/>
              </a:xfrm>
              <a:custGeom>
                <a:avLst/>
                <a:gdLst>
                  <a:gd name="csX0" fmla="*/ 0 w 12700"/>
                  <a:gd name="csY0" fmla="*/ 13970 h 13969"/>
                  <a:gd name="csX1" fmla="*/ 0 w 12700"/>
                  <a:gd name="csY1" fmla="*/ 0 h 139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3969">
                    <a:moveTo>
                      <a:pt x="0" y="1397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B9F353F4-D463-1EA7-477D-2A0858A35029}"/>
                  </a:ext>
                </a:extLst>
              </p:cNvPr>
              <p:cNvSpPr/>
              <p:nvPr/>
            </p:nvSpPr>
            <p:spPr>
              <a:xfrm>
                <a:off x="5485829" y="4668673"/>
                <a:ext cx="12700" cy="1778"/>
              </a:xfrm>
              <a:custGeom>
                <a:avLst/>
                <a:gdLst>
                  <a:gd name="csX0" fmla="*/ 0 w 12700"/>
                  <a:gd name="csY0" fmla="*/ 0 h 1778"/>
                  <a:gd name="csX1" fmla="*/ 0 w 12700"/>
                  <a:gd name="csY1" fmla="*/ 1778 h 177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778">
                    <a:moveTo>
                      <a:pt x="0" y="0"/>
                    </a:moveTo>
                    <a:lnTo>
                      <a:pt x="0" y="1778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0" name="Freeform 1119">
                <a:extLst>
                  <a:ext uri="{FF2B5EF4-FFF2-40B4-BE49-F238E27FC236}">
                    <a16:creationId xmlns:a16="http://schemas.microsoft.com/office/drawing/2014/main" id="{E10A7F34-BC84-5A0D-E9AB-CC08B7C96DD4}"/>
                  </a:ext>
                </a:extLst>
              </p:cNvPr>
              <p:cNvSpPr/>
              <p:nvPr/>
            </p:nvSpPr>
            <p:spPr>
              <a:xfrm>
                <a:off x="5429822" y="4626128"/>
                <a:ext cx="112141" cy="42544"/>
              </a:xfrm>
              <a:custGeom>
                <a:avLst/>
                <a:gdLst>
                  <a:gd name="csX0" fmla="*/ 0 w 112141"/>
                  <a:gd name="csY0" fmla="*/ 0 h 42544"/>
                  <a:gd name="csX1" fmla="*/ 0 w 112141"/>
                  <a:gd name="csY1" fmla="*/ 42545 h 42544"/>
                  <a:gd name="csX2" fmla="*/ 112141 w 112141"/>
                  <a:gd name="csY2" fmla="*/ 42545 h 42544"/>
                  <a:gd name="csX3" fmla="*/ 112141 w 112141"/>
                  <a:gd name="csY3" fmla="*/ 0 h 42544"/>
                  <a:gd name="csX4" fmla="*/ 0 w 112141"/>
                  <a:gd name="csY4" fmla="*/ 0 h 425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42544">
                    <a:moveTo>
                      <a:pt x="0" y="0"/>
                    </a:moveTo>
                    <a:lnTo>
                      <a:pt x="0" y="42545"/>
                    </a:lnTo>
                    <a:lnTo>
                      <a:pt x="112141" y="42545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1" name="Freeform 1120">
                <a:extLst>
                  <a:ext uri="{FF2B5EF4-FFF2-40B4-BE49-F238E27FC236}">
                    <a16:creationId xmlns:a16="http://schemas.microsoft.com/office/drawing/2014/main" id="{E89DFE47-CE26-716A-9FD8-BB615181C89C}"/>
                  </a:ext>
                </a:extLst>
              </p:cNvPr>
              <p:cNvSpPr/>
              <p:nvPr/>
            </p:nvSpPr>
            <p:spPr>
              <a:xfrm>
                <a:off x="5429822" y="4652544"/>
                <a:ext cx="112141" cy="12700"/>
              </a:xfrm>
              <a:custGeom>
                <a:avLst/>
                <a:gdLst>
                  <a:gd name="csX0" fmla="*/ 0 w 112141"/>
                  <a:gd name="csY0" fmla="*/ 0 h 12700"/>
                  <a:gd name="csX1" fmla="*/ 112141 w 1121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1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2" name="Freeform 1121">
                <a:extLst>
                  <a:ext uri="{FF2B5EF4-FFF2-40B4-BE49-F238E27FC236}">
                    <a16:creationId xmlns:a16="http://schemas.microsoft.com/office/drawing/2014/main" id="{9900125B-0D28-22E5-9D3A-136F33FDA3B7}"/>
                  </a:ext>
                </a:extLst>
              </p:cNvPr>
              <p:cNvSpPr/>
              <p:nvPr/>
            </p:nvSpPr>
            <p:spPr>
              <a:xfrm>
                <a:off x="5672773" y="4622826"/>
                <a:ext cx="12700" cy="1904"/>
              </a:xfrm>
              <a:custGeom>
                <a:avLst/>
                <a:gdLst>
                  <a:gd name="csX0" fmla="*/ 0 w 12700"/>
                  <a:gd name="csY0" fmla="*/ 1905 h 1904"/>
                  <a:gd name="csX1" fmla="*/ 0 w 12700"/>
                  <a:gd name="csY1" fmla="*/ 0 h 19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04">
                    <a:moveTo>
                      <a:pt x="0" y="1905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3" name="Freeform 1122">
                <a:extLst>
                  <a:ext uri="{FF2B5EF4-FFF2-40B4-BE49-F238E27FC236}">
                    <a16:creationId xmlns:a16="http://schemas.microsoft.com/office/drawing/2014/main" id="{6D1AF4E7-530D-66F6-904A-78031EF92E4A}"/>
                  </a:ext>
                </a:extLst>
              </p:cNvPr>
              <p:cNvSpPr/>
              <p:nvPr/>
            </p:nvSpPr>
            <p:spPr>
              <a:xfrm>
                <a:off x="5672773" y="4633113"/>
                <a:ext cx="12700" cy="1396"/>
              </a:xfrm>
              <a:custGeom>
                <a:avLst/>
                <a:gdLst>
                  <a:gd name="csX0" fmla="*/ 0 w 12700"/>
                  <a:gd name="csY0" fmla="*/ 0 h 1396"/>
                  <a:gd name="csX1" fmla="*/ 0 w 12700"/>
                  <a:gd name="csY1" fmla="*/ 1397 h 13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396">
                    <a:moveTo>
                      <a:pt x="0" y="0"/>
                    </a:moveTo>
                    <a:lnTo>
                      <a:pt x="0" y="139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4" name="Freeform 1123">
                <a:extLst>
                  <a:ext uri="{FF2B5EF4-FFF2-40B4-BE49-F238E27FC236}">
                    <a16:creationId xmlns:a16="http://schemas.microsoft.com/office/drawing/2014/main" id="{53F421F2-D692-17CE-AEA0-C6842C3E719A}"/>
                  </a:ext>
                </a:extLst>
              </p:cNvPr>
              <p:cNvSpPr/>
              <p:nvPr/>
            </p:nvSpPr>
            <p:spPr>
              <a:xfrm>
                <a:off x="5616638" y="4624731"/>
                <a:ext cx="112141" cy="8381"/>
              </a:xfrm>
              <a:custGeom>
                <a:avLst/>
                <a:gdLst>
                  <a:gd name="csX0" fmla="*/ 0 w 112141"/>
                  <a:gd name="csY0" fmla="*/ 0 h 8381"/>
                  <a:gd name="csX1" fmla="*/ 0 w 112141"/>
                  <a:gd name="csY1" fmla="*/ 8382 h 8381"/>
                  <a:gd name="csX2" fmla="*/ 112141 w 112141"/>
                  <a:gd name="csY2" fmla="*/ 8382 h 8381"/>
                  <a:gd name="csX3" fmla="*/ 112141 w 112141"/>
                  <a:gd name="csY3" fmla="*/ 0 h 8381"/>
                  <a:gd name="csX4" fmla="*/ 0 w 112141"/>
                  <a:gd name="csY4" fmla="*/ 0 h 8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8381">
                    <a:moveTo>
                      <a:pt x="0" y="0"/>
                    </a:moveTo>
                    <a:lnTo>
                      <a:pt x="0" y="8382"/>
                    </a:lnTo>
                    <a:lnTo>
                      <a:pt x="112141" y="8382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5" name="Freeform 1124">
                <a:extLst>
                  <a:ext uri="{FF2B5EF4-FFF2-40B4-BE49-F238E27FC236}">
                    <a16:creationId xmlns:a16="http://schemas.microsoft.com/office/drawing/2014/main" id="{15D380F9-376E-FEED-EEBF-00329103529E}"/>
                  </a:ext>
                </a:extLst>
              </p:cNvPr>
              <p:cNvSpPr/>
              <p:nvPr/>
            </p:nvSpPr>
            <p:spPr>
              <a:xfrm>
                <a:off x="5616639" y="4627144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6" name="Freeform 1125">
                <a:extLst>
                  <a:ext uri="{FF2B5EF4-FFF2-40B4-BE49-F238E27FC236}">
                    <a16:creationId xmlns:a16="http://schemas.microsoft.com/office/drawing/2014/main" id="{4BCF4F3A-F9D4-D641-BCCB-34F2557B9CB1}"/>
                  </a:ext>
                </a:extLst>
              </p:cNvPr>
              <p:cNvSpPr/>
              <p:nvPr/>
            </p:nvSpPr>
            <p:spPr>
              <a:xfrm>
                <a:off x="5859590" y="4631081"/>
                <a:ext cx="12700" cy="29209"/>
              </a:xfrm>
              <a:custGeom>
                <a:avLst/>
                <a:gdLst>
                  <a:gd name="csX0" fmla="*/ 0 w 12700"/>
                  <a:gd name="csY0" fmla="*/ 29210 h 29209"/>
                  <a:gd name="csX1" fmla="*/ 0 w 12700"/>
                  <a:gd name="csY1" fmla="*/ 0 h 292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9209">
                    <a:moveTo>
                      <a:pt x="0" y="2921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7" name="Freeform 1126">
                <a:extLst>
                  <a:ext uri="{FF2B5EF4-FFF2-40B4-BE49-F238E27FC236}">
                    <a16:creationId xmlns:a16="http://schemas.microsoft.com/office/drawing/2014/main" id="{30D449AB-9D8F-0154-726B-A18F8B961361}"/>
                  </a:ext>
                </a:extLst>
              </p:cNvPr>
              <p:cNvSpPr/>
              <p:nvPr/>
            </p:nvSpPr>
            <p:spPr>
              <a:xfrm>
                <a:off x="5859590" y="4718838"/>
                <a:ext cx="12700" cy="29337"/>
              </a:xfrm>
              <a:custGeom>
                <a:avLst/>
                <a:gdLst>
                  <a:gd name="csX0" fmla="*/ 0 w 12700"/>
                  <a:gd name="csY0" fmla="*/ 0 h 29337"/>
                  <a:gd name="csX1" fmla="*/ 0 w 12700"/>
                  <a:gd name="csY1" fmla="*/ 29337 h 293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9337">
                    <a:moveTo>
                      <a:pt x="0" y="0"/>
                    </a:moveTo>
                    <a:lnTo>
                      <a:pt x="0" y="2933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8" name="Freeform 1127">
                <a:extLst>
                  <a:ext uri="{FF2B5EF4-FFF2-40B4-BE49-F238E27FC236}">
                    <a16:creationId xmlns:a16="http://schemas.microsoft.com/office/drawing/2014/main" id="{D5928945-2D88-8DED-4E2B-EEC3AE53F2A7}"/>
                  </a:ext>
                </a:extLst>
              </p:cNvPr>
              <p:cNvSpPr/>
              <p:nvPr/>
            </p:nvSpPr>
            <p:spPr>
              <a:xfrm>
                <a:off x="5803582" y="4660290"/>
                <a:ext cx="112141" cy="58547"/>
              </a:xfrm>
              <a:custGeom>
                <a:avLst/>
                <a:gdLst>
                  <a:gd name="csX0" fmla="*/ 0 w 112141"/>
                  <a:gd name="csY0" fmla="*/ 0 h 58547"/>
                  <a:gd name="csX1" fmla="*/ 0 w 112141"/>
                  <a:gd name="csY1" fmla="*/ 58547 h 58547"/>
                  <a:gd name="csX2" fmla="*/ 112141 w 112141"/>
                  <a:gd name="csY2" fmla="*/ 58547 h 58547"/>
                  <a:gd name="csX3" fmla="*/ 112141 w 112141"/>
                  <a:gd name="csY3" fmla="*/ 0 h 58547"/>
                  <a:gd name="csX4" fmla="*/ 0 w 112141"/>
                  <a:gd name="csY4" fmla="*/ 0 h 5854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58547">
                    <a:moveTo>
                      <a:pt x="0" y="0"/>
                    </a:moveTo>
                    <a:lnTo>
                      <a:pt x="0" y="58547"/>
                    </a:lnTo>
                    <a:lnTo>
                      <a:pt x="112141" y="58547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9" name="Freeform 1128">
                <a:extLst>
                  <a:ext uri="{FF2B5EF4-FFF2-40B4-BE49-F238E27FC236}">
                    <a16:creationId xmlns:a16="http://schemas.microsoft.com/office/drawing/2014/main" id="{0B463A25-7F2F-AC16-F524-5D539E88E4A7}"/>
                  </a:ext>
                </a:extLst>
              </p:cNvPr>
              <p:cNvSpPr/>
              <p:nvPr/>
            </p:nvSpPr>
            <p:spPr>
              <a:xfrm>
                <a:off x="5803583" y="4689628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0" name="Freeform 1129">
                <a:extLst>
                  <a:ext uri="{FF2B5EF4-FFF2-40B4-BE49-F238E27FC236}">
                    <a16:creationId xmlns:a16="http://schemas.microsoft.com/office/drawing/2014/main" id="{AEFEC5F4-4B16-921C-4901-E8A801E4423B}"/>
                  </a:ext>
                </a:extLst>
              </p:cNvPr>
              <p:cNvSpPr/>
              <p:nvPr/>
            </p:nvSpPr>
            <p:spPr>
              <a:xfrm>
                <a:off x="6233351" y="4646194"/>
                <a:ext cx="12700" cy="16637"/>
              </a:xfrm>
              <a:custGeom>
                <a:avLst/>
                <a:gdLst>
                  <a:gd name="csX0" fmla="*/ 0 w 12700"/>
                  <a:gd name="csY0" fmla="*/ 16637 h 16637"/>
                  <a:gd name="csX1" fmla="*/ 0 w 12700"/>
                  <a:gd name="csY1" fmla="*/ 0 h 166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6637">
                    <a:moveTo>
                      <a:pt x="0" y="16637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1" name="Freeform 1130">
                <a:extLst>
                  <a:ext uri="{FF2B5EF4-FFF2-40B4-BE49-F238E27FC236}">
                    <a16:creationId xmlns:a16="http://schemas.microsoft.com/office/drawing/2014/main" id="{D5CA6B17-8E2C-E14B-7B45-479387F1FE70}"/>
                  </a:ext>
                </a:extLst>
              </p:cNvPr>
              <p:cNvSpPr/>
              <p:nvPr/>
            </p:nvSpPr>
            <p:spPr>
              <a:xfrm>
                <a:off x="6233351" y="4750334"/>
                <a:ext cx="12700" cy="15493"/>
              </a:xfrm>
              <a:custGeom>
                <a:avLst/>
                <a:gdLst>
                  <a:gd name="csX0" fmla="*/ 0 w 12700"/>
                  <a:gd name="csY0" fmla="*/ 0 h 15493"/>
                  <a:gd name="csX1" fmla="*/ 0 w 12700"/>
                  <a:gd name="csY1" fmla="*/ 15494 h 154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493">
                    <a:moveTo>
                      <a:pt x="0" y="0"/>
                    </a:moveTo>
                    <a:lnTo>
                      <a:pt x="0" y="1549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2" name="Freeform 1131">
                <a:extLst>
                  <a:ext uri="{FF2B5EF4-FFF2-40B4-BE49-F238E27FC236}">
                    <a16:creationId xmlns:a16="http://schemas.microsoft.com/office/drawing/2014/main" id="{4B1E1B9A-6BD0-C68C-3F5A-6203272299D7}"/>
                  </a:ext>
                </a:extLst>
              </p:cNvPr>
              <p:cNvSpPr/>
              <p:nvPr/>
            </p:nvSpPr>
            <p:spPr>
              <a:xfrm>
                <a:off x="6177344" y="4662831"/>
                <a:ext cx="112141" cy="87502"/>
              </a:xfrm>
              <a:custGeom>
                <a:avLst/>
                <a:gdLst>
                  <a:gd name="csX0" fmla="*/ 0 w 112141"/>
                  <a:gd name="csY0" fmla="*/ 0 h 87502"/>
                  <a:gd name="csX1" fmla="*/ 0 w 112141"/>
                  <a:gd name="csY1" fmla="*/ 87503 h 87502"/>
                  <a:gd name="csX2" fmla="*/ 112141 w 112141"/>
                  <a:gd name="csY2" fmla="*/ 87503 h 87502"/>
                  <a:gd name="csX3" fmla="*/ 112141 w 112141"/>
                  <a:gd name="csY3" fmla="*/ 0 h 87502"/>
                  <a:gd name="csX4" fmla="*/ 0 w 112141"/>
                  <a:gd name="csY4" fmla="*/ 0 h 875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87502">
                    <a:moveTo>
                      <a:pt x="0" y="0"/>
                    </a:moveTo>
                    <a:lnTo>
                      <a:pt x="0" y="87503"/>
                    </a:lnTo>
                    <a:lnTo>
                      <a:pt x="112141" y="87503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3" name="Freeform 1132">
                <a:extLst>
                  <a:ext uri="{FF2B5EF4-FFF2-40B4-BE49-F238E27FC236}">
                    <a16:creationId xmlns:a16="http://schemas.microsoft.com/office/drawing/2014/main" id="{8F605480-F94A-62D6-286E-F874DF069F2C}"/>
                  </a:ext>
                </a:extLst>
              </p:cNvPr>
              <p:cNvSpPr/>
              <p:nvPr/>
            </p:nvSpPr>
            <p:spPr>
              <a:xfrm>
                <a:off x="6177344" y="4694835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4" name="Freeform 1133">
                <a:extLst>
                  <a:ext uri="{FF2B5EF4-FFF2-40B4-BE49-F238E27FC236}">
                    <a16:creationId xmlns:a16="http://schemas.microsoft.com/office/drawing/2014/main" id="{52EB6D67-D42D-0148-3CFB-0E0A93FE2F90}"/>
                  </a:ext>
                </a:extLst>
              </p:cNvPr>
              <p:cNvSpPr/>
              <p:nvPr/>
            </p:nvSpPr>
            <p:spPr>
              <a:xfrm>
                <a:off x="5857050" y="472988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5" name="Freeform 1134">
                <a:extLst>
                  <a:ext uri="{FF2B5EF4-FFF2-40B4-BE49-F238E27FC236}">
                    <a16:creationId xmlns:a16="http://schemas.microsoft.com/office/drawing/2014/main" id="{A5284838-1FD8-30B5-DE72-B96DF525335C}"/>
                  </a:ext>
                </a:extLst>
              </p:cNvPr>
              <p:cNvSpPr/>
              <p:nvPr/>
            </p:nvSpPr>
            <p:spPr>
              <a:xfrm>
                <a:off x="5670995" y="461634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6" name="Freeform 1135">
                <a:extLst>
                  <a:ext uri="{FF2B5EF4-FFF2-40B4-BE49-F238E27FC236}">
                    <a16:creationId xmlns:a16="http://schemas.microsoft.com/office/drawing/2014/main" id="{609231E0-4E9C-9343-08E0-0302BB4EE4B7}"/>
                  </a:ext>
                </a:extLst>
              </p:cNvPr>
              <p:cNvSpPr/>
              <p:nvPr/>
            </p:nvSpPr>
            <p:spPr>
              <a:xfrm>
                <a:off x="5646738" y="460923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7" name="Freeform 1136">
                <a:extLst>
                  <a:ext uri="{FF2B5EF4-FFF2-40B4-BE49-F238E27FC236}">
                    <a16:creationId xmlns:a16="http://schemas.microsoft.com/office/drawing/2014/main" id="{7D505901-4866-627B-E21F-310D73A04E61}"/>
                  </a:ext>
                </a:extLst>
              </p:cNvPr>
              <p:cNvSpPr/>
              <p:nvPr/>
            </p:nvSpPr>
            <p:spPr>
              <a:xfrm>
                <a:off x="6227636" y="462816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8" name="Freeform 1137">
                <a:extLst>
                  <a:ext uri="{FF2B5EF4-FFF2-40B4-BE49-F238E27FC236}">
                    <a16:creationId xmlns:a16="http://schemas.microsoft.com/office/drawing/2014/main" id="{D9077614-F0D4-802C-4D9E-38B884A13674}"/>
                  </a:ext>
                </a:extLst>
              </p:cNvPr>
              <p:cNvSpPr/>
              <p:nvPr/>
            </p:nvSpPr>
            <p:spPr>
              <a:xfrm>
                <a:off x="5473129" y="459412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9" name="Freeform 1138">
                <a:extLst>
                  <a:ext uri="{FF2B5EF4-FFF2-40B4-BE49-F238E27FC236}">
                    <a16:creationId xmlns:a16="http://schemas.microsoft.com/office/drawing/2014/main" id="{53169025-305E-2626-7EE0-B1170934E8E4}"/>
                  </a:ext>
                </a:extLst>
              </p:cNvPr>
              <p:cNvSpPr/>
              <p:nvPr/>
            </p:nvSpPr>
            <p:spPr>
              <a:xfrm>
                <a:off x="6216079" y="474677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0" name="Freeform 1139">
                <a:extLst>
                  <a:ext uri="{FF2B5EF4-FFF2-40B4-BE49-F238E27FC236}">
                    <a16:creationId xmlns:a16="http://schemas.microsoft.com/office/drawing/2014/main" id="{4CFCD02E-7ED6-5BC2-8382-719F5BEED03F}"/>
                  </a:ext>
                </a:extLst>
              </p:cNvPr>
              <p:cNvSpPr/>
              <p:nvPr/>
            </p:nvSpPr>
            <p:spPr>
              <a:xfrm>
                <a:off x="5476685" y="460301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1" name="Freeform 1140">
                <a:extLst>
                  <a:ext uri="{FF2B5EF4-FFF2-40B4-BE49-F238E27FC236}">
                    <a16:creationId xmlns:a16="http://schemas.microsoft.com/office/drawing/2014/main" id="{1C4B4658-F5DF-180A-8A02-742BC02EA1A2}"/>
                  </a:ext>
                </a:extLst>
              </p:cNvPr>
              <p:cNvSpPr/>
              <p:nvPr/>
            </p:nvSpPr>
            <p:spPr>
              <a:xfrm>
                <a:off x="6201728" y="474766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2" name="Freeform 1141">
                <a:extLst>
                  <a:ext uri="{FF2B5EF4-FFF2-40B4-BE49-F238E27FC236}">
                    <a16:creationId xmlns:a16="http://schemas.microsoft.com/office/drawing/2014/main" id="{11DD896E-C72A-CE09-0060-A0D126905FFA}"/>
                  </a:ext>
                </a:extLst>
              </p:cNvPr>
              <p:cNvSpPr/>
              <p:nvPr/>
            </p:nvSpPr>
            <p:spPr>
              <a:xfrm>
                <a:off x="5473637" y="465229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3" name="Freeform 1142">
                <a:extLst>
                  <a:ext uri="{FF2B5EF4-FFF2-40B4-BE49-F238E27FC236}">
                    <a16:creationId xmlns:a16="http://schemas.microsoft.com/office/drawing/2014/main" id="{F167BCC7-7763-DDF2-24A3-AF3D8DACD23C}"/>
                  </a:ext>
                </a:extLst>
              </p:cNvPr>
              <p:cNvSpPr/>
              <p:nvPr/>
            </p:nvSpPr>
            <p:spPr>
              <a:xfrm>
                <a:off x="6223064" y="468823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4" name="Freeform 1143">
                <a:extLst>
                  <a:ext uri="{FF2B5EF4-FFF2-40B4-BE49-F238E27FC236}">
                    <a16:creationId xmlns:a16="http://schemas.microsoft.com/office/drawing/2014/main" id="{C8E017F3-9668-42B7-E110-FF2A3BE191B7}"/>
                  </a:ext>
                </a:extLst>
              </p:cNvPr>
              <p:cNvSpPr/>
              <p:nvPr/>
            </p:nvSpPr>
            <p:spPr>
              <a:xfrm>
                <a:off x="5466271" y="464568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5" name="Freeform 1144">
                <a:extLst>
                  <a:ext uri="{FF2B5EF4-FFF2-40B4-BE49-F238E27FC236}">
                    <a16:creationId xmlns:a16="http://schemas.microsoft.com/office/drawing/2014/main" id="{F54C3BD5-E6D9-B132-1E6D-DE0C2A6DC012}"/>
                  </a:ext>
                </a:extLst>
              </p:cNvPr>
              <p:cNvSpPr/>
              <p:nvPr/>
            </p:nvSpPr>
            <p:spPr>
              <a:xfrm>
                <a:off x="6223572" y="466511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6" name="Freeform 1145">
                <a:extLst>
                  <a:ext uri="{FF2B5EF4-FFF2-40B4-BE49-F238E27FC236}">
                    <a16:creationId xmlns:a16="http://schemas.microsoft.com/office/drawing/2014/main" id="{3680AC1F-90BC-F654-3AD1-5284978E8E27}"/>
                  </a:ext>
                </a:extLst>
              </p:cNvPr>
              <p:cNvSpPr/>
              <p:nvPr/>
            </p:nvSpPr>
            <p:spPr>
              <a:xfrm>
                <a:off x="5484051" y="474588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7" name="Freeform 1146">
                <a:extLst>
                  <a:ext uri="{FF2B5EF4-FFF2-40B4-BE49-F238E27FC236}">
                    <a16:creationId xmlns:a16="http://schemas.microsoft.com/office/drawing/2014/main" id="{4FA23815-04F8-883E-4275-01EDD3240462}"/>
                  </a:ext>
                </a:extLst>
              </p:cNvPr>
              <p:cNvSpPr/>
              <p:nvPr/>
            </p:nvSpPr>
            <p:spPr>
              <a:xfrm>
                <a:off x="5645595" y="461355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8" name="Freeform 1147">
                <a:extLst>
                  <a:ext uri="{FF2B5EF4-FFF2-40B4-BE49-F238E27FC236}">
                    <a16:creationId xmlns:a16="http://schemas.microsoft.com/office/drawing/2014/main" id="{A0CA639F-C9E4-187C-AD80-6B7900CECFF5}"/>
                  </a:ext>
                </a:extLst>
              </p:cNvPr>
              <p:cNvSpPr/>
              <p:nvPr/>
            </p:nvSpPr>
            <p:spPr>
              <a:xfrm>
                <a:off x="6213920" y="463806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9" name="Freeform 1148">
                <a:extLst>
                  <a:ext uri="{FF2B5EF4-FFF2-40B4-BE49-F238E27FC236}">
                    <a16:creationId xmlns:a16="http://schemas.microsoft.com/office/drawing/2014/main" id="{0699EE15-03E1-EBD7-A4D3-59D2F9F456D6}"/>
                  </a:ext>
                </a:extLst>
              </p:cNvPr>
              <p:cNvSpPr/>
              <p:nvPr/>
            </p:nvSpPr>
            <p:spPr>
              <a:xfrm>
                <a:off x="5484305" y="462346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33179202-E39A-E072-C8EA-1BA4605C53FF}"/>
                  </a:ext>
                </a:extLst>
              </p:cNvPr>
              <p:cNvSpPr/>
              <p:nvPr/>
            </p:nvSpPr>
            <p:spPr>
              <a:xfrm>
                <a:off x="5859463" y="461292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448440EB-FC9F-7C74-B113-3BD2CFE08DCF}"/>
                  </a:ext>
                </a:extLst>
              </p:cNvPr>
              <p:cNvSpPr/>
              <p:nvPr/>
            </p:nvSpPr>
            <p:spPr>
              <a:xfrm>
                <a:off x="5640388" y="460860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445EF43D-7433-FBE4-373D-E32651D2E98B}"/>
                  </a:ext>
                </a:extLst>
              </p:cNvPr>
              <p:cNvSpPr/>
              <p:nvPr/>
            </p:nvSpPr>
            <p:spPr>
              <a:xfrm>
                <a:off x="5653723" y="459056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97F81261-4026-D500-3EA4-4F456B2EC124}"/>
                  </a:ext>
                </a:extLst>
              </p:cNvPr>
              <p:cNvSpPr/>
              <p:nvPr/>
            </p:nvSpPr>
            <p:spPr>
              <a:xfrm>
                <a:off x="6030659" y="459171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4" name="Freeform 1153">
                <a:extLst>
                  <a:ext uri="{FF2B5EF4-FFF2-40B4-BE49-F238E27FC236}">
                    <a16:creationId xmlns:a16="http://schemas.microsoft.com/office/drawing/2014/main" id="{5570219B-1660-7A7F-2FE8-F441D9438E22}"/>
                  </a:ext>
                </a:extLst>
              </p:cNvPr>
              <p:cNvSpPr/>
              <p:nvPr/>
            </p:nvSpPr>
            <p:spPr>
              <a:xfrm>
                <a:off x="5669852" y="465762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5" name="Freeform 1154">
                <a:extLst>
                  <a:ext uri="{FF2B5EF4-FFF2-40B4-BE49-F238E27FC236}">
                    <a16:creationId xmlns:a16="http://schemas.microsoft.com/office/drawing/2014/main" id="{4DE57640-D32F-7073-3C47-9C391DFDF869}"/>
                  </a:ext>
                </a:extLst>
              </p:cNvPr>
              <p:cNvSpPr/>
              <p:nvPr/>
            </p:nvSpPr>
            <p:spPr>
              <a:xfrm>
                <a:off x="5641150" y="460453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6" name="TextBox 1155">
                <a:extLst>
                  <a:ext uri="{FF2B5EF4-FFF2-40B4-BE49-F238E27FC236}">
                    <a16:creationId xmlns:a16="http://schemas.microsoft.com/office/drawing/2014/main" id="{63E22899-F6AF-7713-B2E8-3A9DEC7A38EC}"/>
                  </a:ext>
                </a:extLst>
              </p:cNvPr>
              <p:cNvSpPr txBox="1"/>
              <p:nvPr/>
            </p:nvSpPr>
            <p:spPr>
              <a:xfrm>
                <a:off x="5313261" y="4291034"/>
                <a:ext cx="513282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0.62</a:t>
                </a:r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E07EDA16-FB6F-3421-4CFC-EC78251A05FA}"/>
                  </a:ext>
                </a:extLst>
              </p:cNvPr>
              <p:cNvSpPr/>
              <p:nvPr/>
            </p:nvSpPr>
            <p:spPr>
              <a:xfrm>
                <a:off x="5485829" y="4431437"/>
                <a:ext cx="168148" cy="12700"/>
              </a:xfrm>
              <a:custGeom>
                <a:avLst/>
                <a:gdLst>
                  <a:gd name="csX0" fmla="*/ 0 w 168148"/>
                  <a:gd name="csY0" fmla="*/ 0 h 12700"/>
                  <a:gd name="csX1" fmla="*/ 168148 w 16814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148" h="12700">
                    <a:moveTo>
                      <a:pt x="0" y="0"/>
                    </a:moveTo>
                    <a:lnTo>
                      <a:pt x="16814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8" name="TextBox 1157">
                <a:extLst>
                  <a:ext uri="{FF2B5EF4-FFF2-40B4-BE49-F238E27FC236}">
                    <a16:creationId xmlns:a16="http://schemas.microsoft.com/office/drawing/2014/main" id="{233D8E28-56AA-673C-AC01-71302FE40E2A}"/>
                  </a:ext>
                </a:extLst>
              </p:cNvPr>
              <p:cNvSpPr txBox="1"/>
              <p:nvPr/>
            </p:nvSpPr>
            <p:spPr>
              <a:xfrm>
                <a:off x="5770613" y="4246649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50DB1B04-6CD5-F5AD-0E93-B03D28CF1487}"/>
                  </a:ext>
                </a:extLst>
              </p:cNvPr>
              <p:cNvSpPr/>
              <p:nvPr/>
            </p:nvSpPr>
            <p:spPr>
              <a:xfrm>
                <a:off x="5691442" y="4431437"/>
                <a:ext cx="541909" cy="12700"/>
              </a:xfrm>
              <a:custGeom>
                <a:avLst/>
                <a:gdLst>
                  <a:gd name="csX0" fmla="*/ 0 w 541909"/>
                  <a:gd name="csY0" fmla="*/ 0 h 12700"/>
                  <a:gd name="csX1" fmla="*/ 541909 w 54190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41909" h="12700">
                    <a:moveTo>
                      <a:pt x="0" y="0"/>
                    </a:moveTo>
                    <a:lnTo>
                      <a:pt x="54190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0" name="TextBox 1159">
                <a:extLst>
                  <a:ext uri="{FF2B5EF4-FFF2-40B4-BE49-F238E27FC236}">
                    <a16:creationId xmlns:a16="http://schemas.microsoft.com/office/drawing/2014/main" id="{0A6FF9BD-E370-8803-FA9E-6AB77B51FCA1}"/>
                  </a:ext>
                </a:extLst>
              </p:cNvPr>
              <p:cNvSpPr txBox="1"/>
              <p:nvPr/>
            </p:nvSpPr>
            <p:spPr>
              <a:xfrm>
                <a:off x="5717564" y="4105316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AB7B64C9-13EB-0A71-2739-18E5D549A44B}"/>
                  </a:ext>
                </a:extLst>
              </p:cNvPr>
              <p:cNvSpPr/>
              <p:nvPr/>
            </p:nvSpPr>
            <p:spPr>
              <a:xfrm>
                <a:off x="5485829" y="4295293"/>
                <a:ext cx="747522" cy="12700"/>
              </a:xfrm>
              <a:custGeom>
                <a:avLst/>
                <a:gdLst>
                  <a:gd name="csX0" fmla="*/ 0 w 747522"/>
                  <a:gd name="csY0" fmla="*/ 0 h 12700"/>
                  <a:gd name="csX1" fmla="*/ 747522 w 74752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47522" h="12700">
                    <a:moveTo>
                      <a:pt x="0" y="0"/>
                    </a:moveTo>
                    <a:lnTo>
                      <a:pt x="747522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62" name="Graphic 913">
              <a:extLst>
                <a:ext uri="{FF2B5EF4-FFF2-40B4-BE49-F238E27FC236}">
                  <a16:creationId xmlns:a16="http://schemas.microsoft.com/office/drawing/2014/main" id="{3252F4E6-5C99-4C52-A60A-BE564D5E0898}"/>
                </a:ext>
              </a:extLst>
            </p:cNvPr>
            <p:cNvGrpSpPr/>
            <p:nvPr/>
          </p:nvGrpSpPr>
          <p:grpSpPr>
            <a:xfrm>
              <a:off x="5339795" y="3676172"/>
              <a:ext cx="1025162" cy="1539503"/>
              <a:chOff x="5339795" y="3676172"/>
              <a:chExt cx="1025162" cy="1539503"/>
            </a:xfrm>
          </p:grpSpPr>
          <p:sp>
            <p:nvSpPr>
              <p:cNvPr id="1163" name="Freeform 1162">
                <a:extLst>
                  <a:ext uri="{FF2B5EF4-FFF2-40B4-BE49-F238E27FC236}">
                    <a16:creationId xmlns:a16="http://schemas.microsoft.com/office/drawing/2014/main" id="{B7096CE5-3F2A-6EF9-5AC4-DC41E996A42F}"/>
                  </a:ext>
                </a:extLst>
              </p:cNvPr>
              <p:cNvSpPr/>
              <p:nvPr/>
            </p:nvSpPr>
            <p:spPr>
              <a:xfrm>
                <a:off x="5373688" y="4973599"/>
                <a:ext cx="971803" cy="12700"/>
              </a:xfrm>
              <a:custGeom>
                <a:avLst/>
                <a:gdLst>
                  <a:gd name="csX0" fmla="*/ 0 w 971803"/>
                  <a:gd name="csY0" fmla="*/ 0 h 12700"/>
                  <a:gd name="csX1" fmla="*/ 971804 w 97180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71803" h="12700">
                    <a:moveTo>
                      <a:pt x="0" y="0"/>
                    </a:moveTo>
                    <a:lnTo>
                      <a:pt x="971804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4" name="Freeform 1163">
                <a:extLst>
                  <a:ext uri="{FF2B5EF4-FFF2-40B4-BE49-F238E27FC236}">
                    <a16:creationId xmlns:a16="http://schemas.microsoft.com/office/drawing/2014/main" id="{845B80C1-3F97-C58F-CDCC-DBDC2947B565}"/>
                  </a:ext>
                </a:extLst>
              </p:cNvPr>
              <p:cNvSpPr/>
              <p:nvPr/>
            </p:nvSpPr>
            <p:spPr>
              <a:xfrm>
                <a:off x="5485829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53F4E653-952D-FAD3-0D6B-C469C8711B39}"/>
                  </a:ext>
                </a:extLst>
              </p:cNvPr>
              <p:cNvSpPr/>
              <p:nvPr/>
            </p:nvSpPr>
            <p:spPr>
              <a:xfrm>
                <a:off x="5672773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1A0A68AE-2CB3-AB47-894B-0A57FA6A463B}"/>
                  </a:ext>
                </a:extLst>
              </p:cNvPr>
              <p:cNvSpPr/>
              <p:nvPr/>
            </p:nvSpPr>
            <p:spPr>
              <a:xfrm>
                <a:off x="5859589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039BFDD-B597-AFE7-BF1D-F0D5DDE7C627}"/>
                  </a:ext>
                </a:extLst>
              </p:cNvPr>
              <p:cNvSpPr/>
              <p:nvPr/>
            </p:nvSpPr>
            <p:spPr>
              <a:xfrm>
                <a:off x="6046534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605ED82F-3DC3-B08B-3509-065C666451AB}"/>
                  </a:ext>
                </a:extLst>
              </p:cNvPr>
              <p:cNvSpPr/>
              <p:nvPr/>
            </p:nvSpPr>
            <p:spPr>
              <a:xfrm>
                <a:off x="6233351" y="4973599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9" name="TextBox 1168">
                <a:extLst>
                  <a:ext uri="{FF2B5EF4-FFF2-40B4-BE49-F238E27FC236}">
                    <a16:creationId xmlns:a16="http://schemas.microsoft.com/office/drawing/2014/main" id="{4EDA4637-1B37-90BD-3FD9-2B65F8B75F74}"/>
                  </a:ext>
                </a:extLst>
              </p:cNvPr>
              <p:cNvSpPr txBox="1"/>
              <p:nvPr/>
            </p:nvSpPr>
            <p:spPr>
              <a:xfrm>
                <a:off x="5339795" y="4969454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170" name="TextBox 1169">
                <a:extLst>
                  <a:ext uri="{FF2B5EF4-FFF2-40B4-BE49-F238E27FC236}">
                    <a16:creationId xmlns:a16="http://schemas.microsoft.com/office/drawing/2014/main" id="{6433CF63-D4FD-A9CD-6169-249739C419DE}"/>
                  </a:ext>
                </a:extLst>
              </p:cNvPr>
              <p:cNvSpPr txBox="1"/>
              <p:nvPr/>
            </p:nvSpPr>
            <p:spPr>
              <a:xfrm>
                <a:off x="5562806" y="4969454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171" name="TextBox 1170">
                <a:extLst>
                  <a:ext uri="{FF2B5EF4-FFF2-40B4-BE49-F238E27FC236}">
                    <a16:creationId xmlns:a16="http://schemas.microsoft.com/office/drawing/2014/main" id="{4474A771-B8B3-2278-FF92-0183420556DE}"/>
                  </a:ext>
                </a:extLst>
              </p:cNvPr>
              <p:cNvSpPr txBox="1"/>
              <p:nvPr/>
            </p:nvSpPr>
            <p:spPr>
              <a:xfrm>
                <a:off x="5714357" y="4969454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172" name="TextBox 1171">
                <a:extLst>
                  <a:ext uri="{FF2B5EF4-FFF2-40B4-BE49-F238E27FC236}">
                    <a16:creationId xmlns:a16="http://schemas.microsoft.com/office/drawing/2014/main" id="{32A8CF10-A28E-6311-2BF5-8C72FB9A095F}"/>
                  </a:ext>
                </a:extLst>
              </p:cNvPr>
              <p:cNvSpPr txBox="1"/>
              <p:nvPr/>
            </p:nvSpPr>
            <p:spPr>
              <a:xfrm>
                <a:off x="5868440" y="4969454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173" name="TextBox 1172">
                <a:extLst>
                  <a:ext uri="{FF2B5EF4-FFF2-40B4-BE49-F238E27FC236}">
                    <a16:creationId xmlns:a16="http://schemas.microsoft.com/office/drawing/2014/main" id="{C148762B-CB6C-FDFA-8343-2EF57027EA22}"/>
                  </a:ext>
                </a:extLst>
              </p:cNvPr>
              <p:cNvSpPr txBox="1"/>
              <p:nvPr/>
            </p:nvSpPr>
            <p:spPr>
              <a:xfrm>
                <a:off x="6101743" y="4969454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175" name="TextBox 1174">
                <a:extLst>
                  <a:ext uri="{FF2B5EF4-FFF2-40B4-BE49-F238E27FC236}">
                    <a16:creationId xmlns:a16="http://schemas.microsoft.com/office/drawing/2014/main" id="{AFBC896B-AD2D-86CC-18E5-FD9959074321}"/>
                  </a:ext>
                </a:extLst>
              </p:cNvPr>
              <p:cNvSpPr txBox="1"/>
              <p:nvPr/>
            </p:nvSpPr>
            <p:spPr>
              <a:xfrm>
                <a:off x="5617658" y="3676172"/>
                <a:ext cx="434735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</a:t>
                </a:r>
                <a:r>
                  <a:rPr lang="en-US" sz="1100" i="1" spc="0" baseline="0" err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gr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-</a:t>
                </a:r>
              </a:p>
            </p:txBody>
          </p:sp>
        </p:grpSp>
      </p:grpSp>
      <p:grpSp>
        <p:nvGrpSpPr>
          <p:cNvPr id="921" name="Graphic 917">
            <a:extLst>
              <a:ext uri="{FF2B5EF4-FFF2-40B4-BE49-F238E27FC236}">
                <a16:creationId xmlns:a16="http://schemas.microsoft.com/office/drawing/2014/main" id="{934EC92A-D5FE-45E5-CAA5-9FC1329CD921}"/>
              </a:ext>
            </a:extLst>
          </p:cNvPr>
          <p:cNvGrpSpPr/>
          <p:nvPr/>
        </p:nvGrpSpPr>
        <p:grpSpPr>
          <a:xfrm>
            <a:off x="97507" y="3745769"/>
            <a:ext cx="2423056" cy="1539503"/>
            <a:chOff x="227007" y="3745769"/>
            <a:chExt cx="2423056" cy="1539503"/>
          </a:xfrm>
        </p:grpSpPr>
        <p:grpSp>
          <p:nvGrpSpPr>
            <p:cNvPr id="926" name="Graphic 917">
              <a:extLst>
                <a:ext uri="{FF2B5EF4-FFF2-40B4-BE49-F238E27FC236}">
                  <a16:creationId xmlns:a16="http://schemas.microsoft.com/office/drawing/2014/main" id="{CC3202F5-F31A-1088-66C5-F6FE83D383D2}"/>
                </a:ext>
              </a:extLst>
            </p:cNvPr>
            <p:cNvGrpSpPr/>
            <p:nvPr/>
          </p:nvGrpSpPr>
          <p:grpSpPr>
            <a:xfrm>
              <a:off x="462652" y="4216250"/>
              <a:ext cx="1056950" cy="826947"/>
              <a:chOff x="462652" y="4216250"/>
              <a:chExt cx="1056950" cy="826947"/>
            </a:xfrm>
          </p:grpSpPr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6C540D96-765E-6F8D-82D2-04D03D9C44B0}"/>
                  </a:ext>
                </a:extLst>
              </p:cNvPr>
              <p:cNvSpPr/>
              <p:nvPr/>
            </p:nvSpPr>
            <p:spPr>
              <a:xfrm>
                <a:off x="547798" y="4247034"/>
                <a:ext cx="971804" cy="796163"/>
              </a:xfrm>
              <a:custGeom>
                <a:avLst/>
                <a:gdLst>
                  <a:gd name="csX0" fmla="*/ 0 w 971804"/>
                  <a:gd name="csY0" fmla="*/ 0 h 796163"/>
                  <a:gd name="csX1" fmla="*/ 971804 w 971804"/>
                  <a:gd name="csY1" fmla="*/ 0 h 796163"/>
                  <a:gd name="csX2" fmla="*/ 971804 w 971804"/>
                  <a:gd name="csY2" fmla="*/ 796163 h 796163"/>
                  <a:gd name="csX3" fmla="*/ 0 w 971804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71804" h="796163">
                    <a:moveTo>
                      <a:pt x="0" y="0"/>
                    </a:moveTo>
                    <a:lnTo>
                      <a:pt x="971804" y="0"/>
                    </a:lnTo>
                    <a:lnTo>
                      <a:pt x="971804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222F5305-00D0-8CDB-2609-0395E4A771FE}"/>
                  </a:ext>
                </a:extLst>
              </p:cNvPr>
              <p:cNvSpPr/>
              <p:nvPr/>
            </p:nvSpPr>
            <p:spPr>
              <a:xfrm>
                <a:off x="659939" y="4640734"/>
                <a:ext cx="12700" cy="70993"/>
              </a:xfrm>
              <a:custGeom>
                <a:avLst/>
                <a:gdLst>
                  <a:gd name="csX0" fmla="*/ 0 w 12700"/>
                  <a:gd name="csY0" fmla="*/ 70993 h 70993"/>
                  <a:gd name="csX1" fmla="*/ 0 w 12700"/>
                  <a:gd name="csY1" fmla="*/ 0 h 709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0993">
                    <a:moveTo>
                      <a:pt x="0" y="7099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2CE59C19-9B9B-2122-FE6A-493DA1CF5EAE}"/>
                  </a:ext>
                </a:extLst>
              </p:cNvPr>
              <p:cNvSpPr/>
              <p:nvPr/>
            </p:nvSpPr>
            <p:spPr>
              <a:xfrm>
                <a:off x="659939" y="4772433"/>
                <a:ext cx="12700" cy="69850"/>
              </a:xfrm>
              <a:custGeom>
                <a:avLst/>
                <a:gdLst>
                  <a:gd name="csX0" fmla="*/ 0 w 12700"/>
                  <a:gd name="csY0" fmla="*/ 0 h 69850"/>
                  <a:gd name="csX1" fmla="*/ 0 w 12700"/>
                  <a:gd name="csY1" fmla="*/ 69850 h 6985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9850">
                    <a:moveTo>
                      <a:pt x="0" y="0"/>
                    </a:moveTo>
                    <a:lnTo>
                      <a:pt x="0" y="6985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E30578EF-32D0-9BB9-96A2-C5994C5D1B9C}"/>
                  </a:ext>
                </a:extLst>
              </p:cNvPr>
              <p:cNvSpPr/>
              <p:nvPr/>
            </p:nvSpPr>
            <p:spPr>
              <a:xfrm>
                <a:off x="603931" y="4711726"/>
                <a:ext cx="112141" cy="60705"/>
              </a:xfrm>
              <a:custGeom>
                <a:avLst/>
                <a:gdLst>
                  <a:gd name="csX0" fmla="*/ 0 w 112141"/>
                  <a:gd name="csY0" fmla="*/ 0 h 60705"/>
                  <a:gd name="csX1" fmla="*/ 0 w 112141"/>
                  <a:gd name="csY1" fmla="*/ 60706 h 60705"/>
                  <a:gd name="csX2" fmla="*/ 112141 w 112141"/>
                  <a:gd name="csY2" fmla="*/ 60706 h 60705"/>
                  <a:gd name="csX3" fmla="*/ 112141 w 112141"/>
                  <a:gd name="csY3" fmla="*/ 0 h 60705"/>
                  <a:gd name="csX4" fmla="*/ 0 w 112141"/>
                  <a:gd name="csY4" fmla="*/ 0 h 6070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60705">
                    <a:moveTo>
                      <a:pt x="0" y="0"/>
                    </a:moveTo>
                    <a:lnTo>
                      <a:pt x="0" y="60706"/>
                    </a:lnTo>
                    <a:lnTo>
                      <a:pt x="112141" y="60706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C25880E-5DCE-0823-3E20-78FDAA1FFD5D}"/>
                  </a:ext>
                </a:extLst>
              </p:cNvPr>
              <p:cNvSpPr/>
              <p:nvPr/>
            </p:nvSpPr>
            <p:spPr>
              <a:xfrm>
                <a:off x="603932" y="4738651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2C4862BF-C014-5725-D540-59A33DF47F2D}"/>
                  </a:ext>
                </a:extLst>
              </p:cNvPr>
              <p:cNvSpPr/>
              <p:nvPr/>
            </p:nvSpPr>
            <p:spPr>
              <a:xfrm>
                <a:off x="846883" y="4545484"/>
                <a:ext cx="12700" cy="52578"/>
              </a:xfrm>
              <a:custGeom>
                <a:avLst/>
                <a:gdLst>
                  <a:gd name="csX0" fmla="*/ 0 w 12700"/>
                  <a:gd name="csY0" fmla="*/ 52578 h 52578"/>
                  <a:gd name="csX1" fmla="*/ 0 w 12700"/>
                  <a:gd name="csY1" fmla="*/ 0 h 5257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52578">
                    <a:moveTo>
                      <a:pt x="0" y="52578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3" name="Freeform 932">
                <a:extLst>
                  <a:ext uri="{FF2B5EF4-FFF2-40B4-BE49-F238E27FC236}">
                    <a16:creationId xmlns:a16="http://schemas.microsoft.com/office/drawing/2014/main" id="{D74C572F-D623-0E85-83A5-17BDAB125070}"/>
                  </a:ext>
                </a:extLst>
              </p:cNvPr>
              <p:cNvSpPr/>
              <p:nvPr/>
            </p:nvSpPr>
            <p:spPr>
              <a:xfrm>
                <a:off x="846883" y="4714140"/>
                <a:ext cx="12700" cy="42037"/>
              </a:xfrm>
              <a:custGeom>
                <a:avLst/>
                <a:gdLst>
                  <a:gd name="csX0" fmla="*/ 0 w 12700"/>
                  <a:gd name="csY0" fmla="*/ 0 h 42037"/>
                  <a:gd name="csX1" fmla="*/ 0 w 12700"/>
                  <a:gd name="csY1" fmla="*/ 42037 h 420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2037">
                    <a:moveTo>
                      <a:pt x="0" y="0"/>
                    </a:moveTo>
                    <a:lnTo>
                      <a:pt x="0" y="4203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4" name="Freeform 933">
                <a:extLst>
                  <a:ext uri="{FF2B5EF4-FFF2-40B4-BE49-F238E27FC236}">
                    <a16:creationId xmlns:a16="http://schemas.microsoft.com/office/drawing/2014/main" id="{95B3FB91-7AC6-A5F6-220C-E24745853C73}"/>
                  </a:ext>
                </a:extLst>
              </p:cNvPr>
              <p:cNvSpPr/>
              <p:nvPr/>
            </p:nvSpPr>
            <p:spPr>
              <a:xfrm>
                <a:off x="790748" y="4598062"/>
                <a:ext cx="112141" cy="116077"/>
              </a:xfrm>
              <a:custGeom>
                <a:avLst/>
                <a:gdLst>
                  <a:gd name="csX0" fmla="*/ 0 w 112141"/>
                  <a:gd name="csY0" fmla="*/ 0 h 116077"/>
                  <a:gd name="csX1" fmla="*/ 0 w 112141"/>
                  <a:gd name="csY1" fmla="*/ 116078 h 116077"/>
                  <a:gd name="csX2" fmla="*/ 112141 w 112141"/>
                  <a:gd name="csY2" fmla="*/ 116078 h 116077"/>
                  <a:gd name="csX3" fmla="*/ 112141 w 112141"/>
                  <a:gd name="csY3" fmla="*/ 0 h 116077"/>
                  <a:gd name="csX4" fmla="*/ 0 w 112141"/>
                  <a:gd name="csY4" fmla="*/ 0 h 1160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116077">
                    <a:moveTo>
                      <a:pt x="0" y="0"/>
                    </a:moveTo>
                    <a:lnTo>
                      <a:pt x="0" y="116078"/>
                    </a:lnTo>
                    <a:lnTo>
                      <a:pt x="112141" y="116078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5" name="Freeform 934">
                <a:extLst>
                  <a:ext uri="{FF2B5EF4-FFF2-40B4-BE49-F238E27FC236}">
                    <a16:creationId xmlns:a16="http://schemas.microsoft.com/office/drawing/2014/main" id="{21EAA034-20E8-94AF-F120-910E19C061AE}"/>
                  </a:ext>
                </a:extLst>
              </p:cNvPr>
              <p:cNvSpPr/>
              <p:nvPr/>
            </p:nvSpPr>
            <p:spPr>
              <a:xfrm>
                <a:off x="790749" y="4616731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37D25BE0-1C31-F2A4-075E-1AB57CC4BAE3}"/>
                  </a:ext>
                </a:extLst>
              </p:cNvPr>
              <p:cNvSpPr/>
              <p:nvPr/>
            </p:nvSpPr>
            <p:spPr>
              <a:xfrm>
                <a:off x="1407461" y="4618509"/>
                <a:ext cx="12700" cy="151892"/>
              </a:xfrm>
              <a:custGeom>
                <a:avLst/>
                <a:gdLst>
                  <a:gd name="csX0" fmla="*/ 0 w 12700"/>
                  <a:gd name="csY0" fmla="*/ 151892 h 151892"/>
                  <a:gd name="csX1" fmla="*/ 0 w 12700"/>
                  <a:gd name="csY1" fmla="*/ 0 h 1518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1892">
                    <a:moveTo>
                      <a:pt x="0" y="151892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C3500D4B-BD85-A2B3-6CDA-8D767E8B28C1}"/>
                  </a:ext>
                </a:extLst>
              </p:cNvPr>
              <p:cNvSpPr/>
              <p:nvPr/>
            </p:nvSpPr>
            <p:spPr>
              <a:xfrm>
                <a:off x="1407461" y="4963060"/>
                <a:ext cx="12700" cy="40640"/>
              </a:xfrm>
              <a:custGeom>
                <a:avLst/>
                <a:gdLst>
                  <a:gd name="csX0" fmla="*/ 0 w 12700"/>
                  <a:gd name="csY0" fmla="*/ 0 h 40640"/>
                  <a:gd name="csX1" fmla="*/ 0 w 12700"/>
                  <a:gd name="csY1" fmla="*/ 40640 h 4064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0640">
                    <a:moveTo>
                      <a:pt x="0" y="0"/>
                    </a:moveTo>
                    <a:lnTo>
                      <a:pt x="0" y="4064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38197237-B73D-0976-FEFF-D31AFEC819F9}"/>
                  </a:ext>
                </a:extLst>
              </p:cNvPr>
              <p:cNvSpPr/>
              <p:nvPr/>
            </p:nvSpPr>
            <p:spPr>
              <a:xfrm>
                <a:off x="1351453" y="4770401"/>
                <a:ext cx="112141" cy="192658"/>
              </a:xfrm>
              <a:custGeom>
                <a:avLst/>
                <a:gdLst>
                  <a:gd name="csX0" fmla="*/ 0 w 112141"/>
                  <a:gd name="csY0" fmla="*/ 0 h 192658"/>
                  <a:gd name="csX1" fmla="*/ 0 w 112141"/>
                  <a:gd name="csY1" fmla="*/ 192659 h 192658"/>
                  <a:gd name="csX2" fmla="*/ 112141 w 112141"/>
                  <a:gd name="csY2" fmla="*/ 192659 h 192658"/>
                  <a:gd name="csX3" fmla="*/ 112141 w 112141"/>
                  <a:gd name="csY3" fmla="*/ 0 h 192658"/>
                  <a:gd name="csX4" fmla="*/ 0 w 112141"/>
                  <a:gd name="csY4" fmla="*/ 0 h 19265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192658">
                    <a:moveTo>
                      <a:pt x="0" y="0"/>
                    </a:moveTo>
                    <a:lnTo>
                      <a:pt x="0" y="192659"/>
                    </a:lnTo>
                    <a:lnTo>
                      <a:pt x="112141" y="192659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E30AEFEB-1C26-B9DE-9B40-2CF41E970488}"/>
                  </a:ext>
                </a:extLst>
              </p:cNvPr>
              <p:cNvSpPr/>
              <p:nvPr/>
            </p:nvSpPr>
            <p:spPr>
              <a:xfrm>
                <a:off x="1351454" y="4922420"/>
                <a:ext cx="112141" cy="12700"/>
              </a:xfrm>
              <a:custGeom>
                <a:avLst/>
                <a:gdLst>
                  <a:gd name="csX0" fmla="*/ 0 w 112141"/>
                  <a:gd name="csY0" fmla="*/ 0 h 12700"/>
                  <a:gd name="csX1" fmla="*/ 112141 w 1121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1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0" name="Freeform 939">
                <a:extLst>
                  <a:ext uri="{FF2B5EF4-FFF2-40B4-BE49-F238E27FC236}">
                    <a16:creationId xmlns:a16="http://schemas.microsoft.com/office/drawing/2014/main" id="{535AD1EC-98B8-06FF-E945-60BDD2395F4A}"/>
                  </a:ext>
                </a:extLst>
              </p:cNvPr>
              <p:cNvSpPr/>
              <p:nvPr/>
            </p:nvSpPr>
            <p:spPr>
              <a:xfrm>
                <a:off x="844343" y="458663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1" name="Freeform 940">
                <a:extLst>
                  <a:ext uri="{FF2B5EF4-FFF2-40B4-BE49-F238E27FC236}">
                    <a16:creationId xmlns:a16="http://schemas.microsoft.com/office/drawing/2014/main" id="{FAF527CC-79CF-20AC-D329-9DE96B88ACE0}"/>
                  </a:ext>
                </a:extLst>
              </p:cNvPr>
              <p:cNvSpPr/>
              <p:nvPr/>
            </p:nvSpPr>
            <p:spPr>
              <a:xfrm>
                <a:off x="845105" y="452719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2" name="Freeform 941">
                <a:extLst>
                  <a:ext uri="{FF2B5EF4-FFF2-40B4-BE49-F238E27FC236}">
                    <a16:creationId xmlns:a16="http://schemas.microsoft.com/office/drawing/2014/main" id="{C063B649-92B8-550C-A3A6-AE37D06C20D2}"/>
                  </a:ext>
                </a:extLst>
              </p:cNvPr>
              <p:cNvSpPr/>
              <p:nvPr/>
            </p:nvSpPr>
            <p:spPr>
              <a:xfrm>
                <a:off x="1381426" y="490464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BA3D242E-9463-9841-F0A8-53660709CAAA}"/>
                  </a:ext>
                </a:extLst>
              </p:cNvPr>
              <p:cNvSpPr/>
              <p:nvPr/>
            </p:nvSpPr>
            <p:spPr>
              <a:xfrm>
                <a:off x="654351" y="482437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AD0B589C-E1ED-37B2-D774-98B4379EAE5A}"/>
                  </a:ext>
                </a:extLst>
              </p:cNvPr>
              <p:cNvSpPr/>
              <p:nvPr/>
            </p:nvSpPr>
            <p:spPr>
              <a:xfrm>
                <a:off x="647239" y="471604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F3F37CFD-209A-7DCE-78AD-0DB27D150AA3}"/>
                  </a:ext>
                </a:extLst>
              </p:cNvPr>
              <p:cNvSpPr/>
              <p:nvPr/>
            </p:nvSpPr>
            <p:spPr>
              <a:xfrm>
                <a:off x="1390189" y="498553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72AFDC00-D5A3-F418-B61D-85DCDCC525FC}"/>
                  </a:ext>
                </a:extLst>
              </p:cNvPr>
              <p:cNvSpPr/>
              <p:nvPr/>
            </p:nvSpPr>
            <p:spPr>
              <a:xfrm>
                <a:off x="650795" y="476417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7" name="Freeform 946">
                <a:extLst>
                  <a:ext uri="{FF2B5EF4-FFF2-40B4-BE49-F238E27FC236}">
                    <a16:creationId xmlns:a16="http://schemas.microsoft.com/office/drawing/2014/main" id="{AA6D1213-1FFC-561B-416F-775B8EE04198}"/>
                  </a:ext>
                </a:extLst>
              </p:cNvPr>
              <p:cNvSpPr/>
              <p:nvPr/>
            </p:nvSpPr>
            <p:spPr>
              <a:xfrm>
                <a:off x="628316" y="462244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8" name="Freeform 947">
                <a:extLst>
                  <a:ext uri="{FF2B5EF4-FFF2-40B4-BE49-F238E27FC236}">
                    <a16:creationId xmlns:a16="http://schemas.microsoft.com/office/drawing/2014/main" id="{D01E57C0-FE98-900B-E735-39D046FDC7A2}"/>
                  </a:ext>
                </a:extLst>
              </p:cNvPr>
              <p:cNvSpPr/>
              <p:nvPr/>
            </p:nvSpPr>
            <p:spPr>
              <a:xfrm>
                <a:off x="647874" y="468607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49" name="Freeform 948">
                <a:extLst>
                  <a:ext uri="{FF2B5EF4-FFF2-40B4-BE49-F238E27FC236}">
                    <a16:creationId xmlns:a16="http://schemas.microsoft.com/office/drawing/2014/main" id="{17D25D18-1D1F-4983-51E3-A8DF697CAF4D}"/>
                  </a:ext>
                </a:extLst>
              </p:cNvPr>
              <p:cNvSpPr/>
              <p:nvPr/>
            </p:nvSpPr>
            <p:spPr>
              <a:xfrm>
                <a:off x="1397174" y="4600602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9D56A2D0-3BB0-7103-02C2-B167DFBD9EF9}"/>
                  </a:ext>
                </a:extLst>
              </p:cNvPr>
              <p:cNvSpPr/>
              <p:nvPr/>
            </p:nvSpPr>
            <p:spPr>
              <a:xfrm>
                <a:off x="640381" y="472518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E57C5491-46E4-70A2-C56E-190B19747A1B}"/>
                  </a:ext>
                </a:extLst>
              </p:cNvPr>
              <p:cNvSpPr/>
              <p:nvPr/>
            </p:nvSpPr>
            <p:spPr>
              <a:xfrm>
                <a:off x="836977" y="472468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72298D99-0CE8-18BA-4698-E65B620B4722}"/>
                  </a:ext>
                </a:extLst>
              </p:cNvPr>
              <p:cNvSpPr/>
              <p:nvPr/>
            </p:nvSpPr>
            <p:spPr>
              <a:xfrm>
                <a:off x="845105" y="46102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384F44CB-1B62-1123-74A6-6A6B1B63AE0D}"/>
                  </a:ext>
                </a:extLst>
              </p:cNvPr>
              <p:cNvSpPr/>
              <p:nvPr/>
            </p:nvSpPr>
            <p:spPr>
              <a:xfrm>
                <a:off x="819705" y="457774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4" name="Freeform 953">
                <a:extLst>
                  <a:ext uri="{FF2B5EF4-FFF2-40B4-BE49-F238E27FC236}">
                    <a16:creationId xmlns:a16="http://schemas.microsoft.com/office/drawing/2014/main" id="{5ED304EE-4ADB-9148-665D-B7617BFE376F}"/>
                  </a:ext>
                </a:extLst>
              </p:cNvPr>
              <p:cNvSpPr/>
              <p:nvPr/>
            </p:nvSpPr>
            <p:spPr>
              <a:xfrm>
                <a:off x="827452" y="473801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5" name="TextBox 954">
                <a:extLst>
                  <a:ext uri="{FF2B5EF4-FFF2-40B4-BE49-F238E27FC236}">
                    <a16:creationId xmlns:a16="http://schemas.microsoft.com/office/drawing/2014/main" id="{E7D68922-C233-95F8-F3CE-BD631D7B7A74}"/>
                  </a:ext>
                </a:extLst>
              </p:cNvPr>
              <p:cNvSpPr txBox="1"/>
              <p:nvPr/>
            </p:nvSpPr>
            <p:spPr>
              <a:xfrm>
                <a:off x="462652" y="4347441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0.948</a:t>
                </a:r>
              </a:p>
            </p:txBody>
          </p:sp>
          <p:sp>
            <p:nvSpPr>
              <p:cNvPr id="956" name="Freeform 955">
                <a:extLst>
                  <a:ext uri="{FF2B5EF4-FFF2-40B4-BE49-F238E27FC236}">
                    <a16:creationId xmlns:a16="http://schemas.microsoft.com/office/drawing/2014/main" id="{CF566AA4-006A-3BBA-017F-541A8BCC375E}"/>
                  </a:ext>
                </a:extLst>
              </p:cNvPr>
              <p:cNvSpPr/>
              <p:nvPr/>
            </p:nvSpPr>
            <p:spPr>
              <a:xfrm>
                <a:off x="659939" y="4493033"/>
                <a:ext cx="168275" cy="12700"/>
              </a:xfrm>
              <a:custGeom>
                <a:avLst/>
                <a:gdLst>
                  <a:gd name="csX0" fmla="*/ 0 w 168275"/>
                  <a:gd name="csY0" fmla="*/ 0 h 12700"/>
                  <a:gd name="csX1" fmla="*/ 168275 w 16827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275" h="12700">
                    <a:moveTo>
                      <a:pt x="0" y="0"/>
                    </a:moveTo>
                    <a:lnTo>
                      <a:pt x="168275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7" name="TextBox 956">
                <a:extLst>
                  <a:ext uri="{FF2B5EF4-FFF2-40B4-BE49-F238E27FC236}">
                    <a16:creationId xmlns:a16="http://schemas.microsoft.com/office/drawing/2014/main" id="{A4C2ED02-2578-4FFB-BDBA-E80DDE5897B3}"/>
                  </a:ext>
                </a:extLst>
              </p:cNvPr>
              <p:cNvSpPr txBox="1"/>
              <p:nvPr/>
            </p:nvSpPr>
            <p:spPr>
              <a:xfrm>
                <a:off x="855082" y="4347441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0.254</a:t>
                </a: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2B95D3A8-460D-3FC8-AFCA-E9ABE3D49B4C}"/>
                  </a:ext>
                </a:extLst>
              </p:cNvPr>
              <p:cNvSpPr/>
              <p:nvPr/>
            </p:nvSpPr>
            <p:spPr>
              <a:xfrm>
                <a:off x="865552" y="4493033"/>
                <a:ext cx="541909" cy="12700"/>
              </a:xfrm>
              <a:custGeom>
                <a:avLst/>
                <a:gdLst>
                  <a:gd name="csX0" fmla="*/ 0 w 541909"/>
                  <a:gd name="csY0" fmla="*/ 0 h 12700"/>
                  <a:gd name="csX1" fmla="*/ 541909 w 54190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41909" h="12700">
                    <a:moveTo>
                      <a:pt x="0" y="0"/>
                    </a:moveTo>
                    <a:lnTo>
                      <a:pt x="54190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59" name="TextBox 958">
                <a:extLst>
                  <a:ext uri="{FF2B5EF4-FFF2-40B4-BE49-F238E27FC236}">
                    <a16:creationId xmlns:a16="http://schemas.microsoft.com/office/drawing/2014/main" id="{28000E0F-8BD6-DD23-D30A-A7A6CFAA83B9}"/>
                  </a:ext>
                </a:extLst>
              </p:cNvPr>
              <p:cNvSpPr txBox="1"/>
              <p:nvPr/>
            </p:nvSpPr>
            <p:spPr>
              <a:xfrm>
                <a:off x="752212" y="4216250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0.237</a:t>
                </a: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07BD287-4633-C776-40C4-D60FBFB4EF46}"/>
                  </a:ext>
                </a:extLst>
              </p:cNvPr>
              <p:cNvSpPr/>
              <p:nvPr/>
            </p:nvSpPr>
            <p:spPr>
              <a:xfrm>
                <a:off x="659939" y="4361969"/>
                <a:ext cx="747522" cy="12700"/>
              </a:xfrm>
              <a:custGeom>
                <a:avLst/>
                <a:gdLst>
                  <a:gd name="csX0" fmla="*/ 0 w 747522"/>
                  <a:gd name="csY0" fmla="*/ 0 h 12700"/>
                  <a:gd name="csX1" fmla="*/ 747522 w 74752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47522" h="12700">
                    <a:moveTo>
                      <a:pt x="0" y="0"/>
                    </a:moveTo>
                    <a:lnTo>
                      <a:pt x="747522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961" name="Graphic 917">
              <a:extLst>
                <a:ext uri="{FF2B5EF4-FFF2-40B4-BE49-F238E27FC236}">
                  <a16:creationId xmlns:a16="http://schemas.microsoft.com/office/drawing/2014/main" id="{D95F1C51-B8E1-AB03-5BB3-7F772C9121B7}"/>
                </a:ext>
              </a:extLst>
            </p:cNvPr>
            <p:cNvGrpSpPr/>
            <p:nvPr/>
          </p:nvGrpSpPr>
          <p:grpSpPr>
            <a:xfrm>
              <a:off x="227007" y="3745769"/>
              <a:ext cx="1729018" cy="1539503"/>
              <a:chOff x="227007" y="3745769"/>
              <a:chExt cx="1729018" cy="1539503"/>
            </a:xfrm>
          </p:grpSpPr>
          <p:sp>
            <p:nvSpPr>
              <p:cNvPr id="962" name="Freeform 961">
                <a:extLst>
                  <a:ext uri="{FF2B5EF4-FFF2-40B4-BE49-F238E27FC236}">
                    <a16:creationId xmlns:a16="http://schemas.microsoft.com/office/drawing/2014/main" id="{67E85D2A-06DA-3FF2-9488-7880275101DD}"/>
                  </a:ext>
                </a:extLst>
              </p:cNvPr>
              <p:cNvSpPr/>
              <p:nvPr/>
            </p:nvSpPr>
            <p:spPr>
              <a:xfrm>
                <a:off x="547798" y="4247034"/>
                <a:ext cx="12700" cy="796162"/>
              </a:xfrm>
              <a:custGeom>
                <a:avLst/>
                <a:gdLst>
                  <a:gd name="csX0" fmla="*/ 0 w 12700"/>
                  <a:gd name="csY0" fmla="*/ 796163 h 796162"/>
                  <a:gd name="csX1" fmla="*/ 0 w 12700"/>
                  <a:gd name="csY1" fmla="*/ 0 h 796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96162">
                    <a:moveTo>
                      <a:pt x="0" y="796163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63" name="TextBox 962">
                <a:extLst>
                  <a:ext uri="{FF2B5EF4-FFF2-40B4-BE49-F238E27FC236}">
                    <a16:creationId xmlns:a16="http://schemas.microsoft.com/office/drawing/2014/main" id="{62CA47DB-5F5B-A09B-0F02-1D288D4B3D88}"/>
                  </a:ext>
                </a:extLst>
              </p:cNvPr>
              <p:cNvSpPr txBox="1"/>
              <p:nvPr/>
            </p:nvSpPr>
            <p:spPr>
              <a:xfrm>
                <a:off x="227007" y="4695516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0.5</a:t>
                </a:r>
              </a:p>
            </p:txBody>
          </p:sp>
          <p:sp>
            <p:nvSpPr>
              <p:cNvPr id="964" name="TextBox 963">
                <a:extLst>
                  <a:ext uri="{FF2B5EF4-FFF2-40B4-BE49-F238E27FC236}">
                    <a16:creationId xmlns:a16="http://schemas.microsoft.com/office/drawing/2014/main" id="{130E792B-C716-3B8F-B454-CA7FDC990D79}"/>
                  </a:ext>
                </a:extLst>
              </p:cNvPr>
              <p:cNvSpPr txBox="1"/>
              <p:nvPr/>
            </p:nvSpPr>
            <p:spPr>
              <a:xfrm>
                <a:off x="227007" y="4427800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1.0</a:t>
                </a:r>
              </a:p>
            </p:txBody>
          </p:sp>
          <p:sp>
            <p:nvSpPr>
              <p:cNvPr id="965" name="TextBox 964">
                <a:extLst>
                  <a:ext uri="{FF2B5EF4-FFF2-40B4-BE49-F238E27FC236}">
                    <a16:creationId xmlns:a16="http://schemas.microsoft.com/office/drawing/2014/main" id="{FE76B62C-5443-9382-DB09-6A21C75C8F4F}"/>
                  </a:ext>
                </a:extLst>
              </p:cNvPr>
              <p:cNvSpPr txBox="1"/>
              <p:nvPr/>
            </p:nvSpPr>
            <p:spPr>
              <a:xfrm>
                <a:off x="227007" y="4160084"/>
                <a:ext cx="36099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1.5</a:t>
                </a: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78FFEA67-47A2-CCC2-F3CF-B5847D660AD7}"/>
                  </a:ext>
                </a:extLst>
              </p:cNvPr>
              <p:cNvSpPr/>
              <p:nvPr/>
            </p:nvSpPr>
            <p:spPr>
              <a:xfrm>
                <a:off x="512999" y="4802404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39C80FFD-1078-5A39-0DFD-B4A19394598B}"/>
                  </a:ext>
                </a:extLst>
              </p:cNvPr>
              <p:cNvSpPr/>
              <p:nvPr/>
            </p:nvSpPr>
            <p:spPr>
              <a:xfrm>
                <a:off x="512999" y="4534689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68" name="Freeform 967">
                <a:extLst>
                  <a:ext uri="{FF2B5EF4-FFF2-40B4-BE49-F238E27FC236}">
                    <a16:creationId xmlns:a16="http://schemas.microsoft.com/office/drawing/2014/main" id="{6AB7DBF1-7E5F-85B9-69B9-1AD7205349A8}"/>
                  </a:ext>
                </a:extLst>
              </p:cNvPr>
              <p:cNvSpPr/>
              <p:nvPr/>
            </p:nvSpPr>
            <p:spPr>
              <a:xfrm>
                <a:off x="512999" y="4266973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69" name="Freeform 968">
                <a:extLst>
                  <a:ext uri="{FF2B5EF4-FFF2-40B4-BE49-F238E27FC236}">
                    <a16:creationId xmlns:a16="http://schemas.microsoft.com/office/drawing/2014/main" id="{CAB15FA8-9BF8-D5DD-D8B5-5153C7F089CE}"/>
                  </a:ext>
                </a:extLst>
              </p:cNvPr>
              <p:cNvSpPr/>
              <p:nvPr/>
            </p:nvSpPr>
            <p:spPr>
              <a:xfrm>
                <a:off x="547798" y="5043196"/>
                <a:ext cx="971803" cy="12700"/>
              </a:xfrm>
              <a:custGeom>
                <a:avLst/>
                <a:gdLst>
                  <a:gd name="csX0" fmla="*/ 0 w 971803"/>
                  <a:gd name="csY0" fmla="*/ 0 h 12700"/>
                  <a:gd name="csX1" fmla="*/ 971804 w 97180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71803" h="12700">
                    <a:moveTo>
                      <a:pt x="0" y="0"/>
                    </a:moveTo>
                    <a:lnTo>
                      <a:pt x="971804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0" name="Freeform 969">
                <a:extLst>
                  <a:ext uri="{FF2B5EF4-FFF2-40B4-BE49-F238E27FC236}">
                    <a16:creationId xmlns:a16="http://schemas.microsoft.com/office/drawing/2014/main" id="{2B87BA05-C30A-A63C-C024-08FC67967264}"/>
                  </a:ext>
                </a:extLst>
              </p:cNvPr>
              <p:cNvSpPr/>
              <p:nvPr/>
            </p:nvSpPr>
            <p:spPr>
              <a:xfrm>
                <a:off x="659938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6B3A80B0-2DBE-D274-856C-272DDB7CC867}"/>
                  </a:ext>
                </a:extLst>
              </p:cNvPr>
              <p:cNvSpPr/>
              <p:nvPr/>
            </p:nvSpPr>
            <p:spPr>
              <a:xfrm>
                <a:off x="846882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62191C29-55D8-7B75-DCAE-747F022C574A}"/>
                  </a:ext>
                </a:extLst>
              </p:cNvPr>
              <p:cNvSpPr/>
              <p:nvPr/>
            </p:nvSpPr>
            <p:spPr>
              <a:xfrm>
                <a:off x="1033700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FA623DC5-74AF-7276-0879-103D25C390E6}"/>
                  </a:ext>
                </a:extLst>
              </p:cNvPr>
              <p:cNvSpPr/>
              <p:nvPr/>
            </p:nvSpPr>
            <p:spPr>
              <a:xfrm>
                <a:off x="1220643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19DA749F-C13B-7051-C462-0053A65791D7}"/>
                  </a:ext>
                </a:extLst>
              </p:cNvPr>
              <p:cNvSpPr/>
              <p:nvPr/>
            </p:nvSpPr>
            <p:spPr>
              <a:xfrm>
                <a:off x="1407461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75" name="TextBox 974">
                <a:extLst>
                  <a:ext uri="{FF2B5EF4-FFF2-40B4-BE49-F238E27FC236}">
                    <a16:creationId xmlns:a16="http://schemas.microsoft.com/office/drawing/2014/main" id="{E09D7440-5C12-8893-3270-901C4401A947}"/>
                  </a:ext>
                </a:extLst>
              </p:cNvPr>
              <p:cNvSpPr txBox="1"/>
              <p:nvPr/>
            </p:nvSpPr>
            <p:spPr>
              <a:xfrm>
                <a:off x="513905" y="5039051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976" name="TextBox 975">
                <a:extLst>
                  <a:ext uri="{FF2B5EF4-FFF2-40B4-BE49-F238E27FC236}">
                    <a16:creationId xmlns:a16="http://schemas.microsoft.com/office/drawing/2014/main" id="{72918B0F-9ED6-0ED9-DA2B-111CC8728FAF}"/>
                  </a:ext>
                </a:extLst>
              </p:cNvPr>
              <p:cNvSpPr txBox="1"/>
              <p:nvPr/>
            </p:nvSpPr>
            <p:spPr>
              <a:xfrm>
                <a:off x="736916" y="5039051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977" name="TextBox 976">
                <a:extLst>
                  <a:ext uri="{FF2B5EF4-FFF2-40B4-BE49-F238E27FC236}">
                    <a16:creationId xmlns:a16="http://schemas.microsoft.com/office/drawing/2014/main" id="{6D50EF3E-7E98-B03A-A6B1-B843A33FAE3C}"/>
                  </a:ext>
                </a:extLst>
              </p:cNvPr>
              <p:cNvSpPr txBox="1"/>
              <p:nvPr/>
            </p:nvSpPr>
            <p:spPr>
              <a:xfrm>
                <a:off x="888467" y="5039051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978" name="TextBox 977">
                <a:extLst>
                  <a:ext uri="{FF2B5EF4-FFF2-40B4-BE49-F238E27FC236}">
                    <a16:creationId xmlns:a16="http://schemas.microsoft.com/office/drawing/2014/main" id="{8C646697-380D-D89A-2B09-B8C5EE7223F4}"/>
                  </a:ext>
                </a:extLst>
              </p:cNvPr>
              <p:cNvSpPr txBox="1"/>
              <p:nvPr/>
            </p:nvSpPr>
            <p:spPr>
              <a:xfrm>
                <a:off x="1042550" y="5039051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979" name="TextBox 978">
                <a:extLst>
                  <a:ext uri="{FF2B5EF4-FFF2-40B4-BE49-F238E27FC236}">
                    <a16:creationId xmlns:a16="http://schemas.microsoft.com/office/drawing/2014/main" id="{DFDF2D49-A7CA-8C3A-9C82-09738DFC5993}"/>
                  </a:ext>
                </a:extLst>
              </p:cNvPr>
              <p:cNvSpPr txBox="1"/>
              <p:nvPr/>
            </p:nvSpPr>
            <p:spPr>
              <a:xfrm>
                <a:off x="1275853" y="5039051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981" name="TextBox 980">
                <a:extLst>
                  <a:ext uri="{FF2B5EF4-FFF2-40B4-BE49-F238E27FC236}">
                    <a16:creationId xmlns:a16="http://schemas.microsoft.com/office/drawing/2014/main" id="{65EF202C-2212-EF6D-EDA0-9C4848441EF2}"/>
                  </a:ext>
                </a:extLst>
              </p:cNvPr>
              <p:cNvSpPr txBox="1"/>
              <p:nvPr/>
            </p:nvSpPr>
            <p:spPr>
              <a:xfrm>
                <a:off x="479339" y="3975787"/>
                <a:ext cx="1476686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pos vs neg: p = 0.491</a:t>
                </a:r>
              </a:p>
            </p:txBody>
          </p:sp>
          <p:sp>
            <p:nvSpPr>
              <p:cNvPr id="982" name="TextBox 981">
                <a:extLst>
                  <a:ext uri="{FF2B5EF4-FFF2-40B4-BE49-F238E27FC236}">
                    <a16:creationId xmlns:a16="http://schemas.microsoft.com/office/drawing/2014/main" id="{6F31E772-2A55-1102-9A31-E910609D1C48}"/>
                  </a:ext>
                </a:extLst>
              </p:cNvPr>
              <p:cNvSpPr txBox="1"/>
              <p:nvPr/>
            </p:nvSpPr>
            <p:spPr>
              <a:xfrm>
                <a:off x="755422" y="3745769"/>
                <a:ext cx="619080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py7r</a:t>
                </a:r>
                <a:r>
                  <a: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+</a:t>
                </a:r>
              </a:p>
            </p:txBody>
          </p:sp>
        </p:grpSp>
        <p:grpSp>
          <p:nvGrpSpPr>
            <p:cNvPr id="983" name="Graphic 917">
              <a:extLst>
                <a:ext uri="{FF2B5EF4-FFF2-40B4-BE49-F238E27FC236}">
                  <a16:creationId xmlns:a16="http://schemas.microsoft.com/office/drawing/2014/main" id="{8506C106-9E22-4859-A9A7-965499E0E94A}"/>
                </a:ext>
              </a:extLst>
            </p:cNvPr>
            <p:cNvGrpSpPr/>
            <p:nvPr/>
          </p:nvGrpSpPr>
          <p:grpSpPr>
            <a:xfrm>
              <a:off x="1573521" y="4171865"/>
              <a:ext cx="1057077" cy="871332"/>
              <a:chOff x="1573521" y="4171865"/>
              <a:chExt cx="1057077" cy="871332"/>
            </a:xfrm>
          </p:grpSpPr>
          <p:sp>
            <p:nvSpPr>
              <p:cNvPr id="984" name="Freeform 983">
                <a:extLst>
                  <a:ext uri="{FF2B5EF4-FFF2-40B4-BE49-F238E27FC236}">
                    <a16:creationId xmlns:a16="http://schemas.microsoft.com/office/drawing/2014/main" id="{85067ADB-C9F8-805C-E763-18694EE52E7D}"/>
                  </a:ext>
                </a:extLst>
              </p:cNvPr>
              <p:cNvSpPr/>
              <p:nvPr/>
            </p:nvSpPr>
            <p:spPr>
              <a:xfrm>
                <a:off x="1658794" y="4247034"/>
                <a:ext cx="971804" cy="796163"/>
              </a:xfrm>
              <a:custGeom>
                <a:avLst/>
                <a:gdLst>
                  <a:gd name="csX0" fmla="*/ 0 w 971804"/>
                  <a:gd name="csY0" fmla="*/ 0 h 796163"/>
                  <a:gd name="csX1" fmla="*/ 971804 w 971804"/>
                  <a:gd name="csY1" fmla="*/ 0 h 796163"/>
                  <a:gd name="csX2" fmla="*/ 971804 w 971804"/>
                  <a:gd name="csY2" fmla="*/ 796163 h 796163"/>
                  <a:gd name="csX3" fmla="*/ 0 w 971804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71804" h="796163">
                    <a:moveTo>
                      <a:pt x="0" y="0"/>
                    </a:moveTo>
                    <a:lnTo>
                      <a:pt x="971804" y="0"/>
                    </a:lnTo>
                    <a:lnTo>
                      <a:pt x="971804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8E069AC4-D774-9A35-DBB0-929E3EC91592}"/>
                  </a:ext>
                </a:extLst>
              </p:cNvPr>
              <p:cNvSpPr/>
              <p:nvPr/>
            </p:nvSpPr>
            <p:spPr>
              <a:xfrm>
                <a:off x="1770935" y="4754653"/>
                <a:ext cx="12700" cy="6223"/>
              </a:xfrm>
              <a:custGeom>
                <a:avLst/>
                <a:gdLst>
                  <a:gd name="csX0" fmla="*/ 0 w 12700"/>
                  <a:gd name="csY0" fmla="*/ 6223 h 6223"/>
                  <a:gd name="csX1" fmla="*/ 0 w 12700"/>
                  <a:gd name="csY1" fmla="*/ 0 h 62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223">
                    <a:moveTo>
                      <a:pt x="0" y="622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6869DCF5-BCA6-B9AF-9BAE-1F34CF0C70CD}"/>
                  </a:ext>
                </a:extLst>
              </p:cNvPr>
              <p:cNvSpPr/>
              <p:nvPr/>
            </p:nvSpPr>
            <p:spPr>
              <a:xfrm>
                <a:off x="1770935" y="4806215"/>
                <a:ext cx="12700" cy="4064"/>
              </a:xfrm>
              <a:custGeom>
                <a:avLst/>
                <a:gdLst>
                  <a:gd name="csX0" fmla="*/ 0 w 12700"/>
                  <a:gd name="csY0" fmla="*/ 0 h 4064"/>
                  <a:gd name="csX1" fmla="*/ 0 w 12700"/>
                  <a:gd name="csY1" fmla="*/ 4064 h 40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064">
                    <a:moveTo>
                      <a:pt x="0" y="0"/>
                    </a:moveTo>
                    <a:lnTo>
                      <a:pt x="0" y="406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E4DF43A5-8657-D1D4-0113-2DC769A7C427}"/>
                  </a:ext>
                </a:extLst>
              </p:cNvPr>
              <p:cNvSpPr/>
              <p:nvPr/>
            </p:nvSpPr>
            <p:spPr>
              <a:xfrm>
                <a:off x="1714928" y="4760876"/>
                <a:ext cx="112141" cy="45338"/>
              </a:xfrm>
              <a:custGeom>
                <a:avLst/>
                <a:gdLst>
                  <a:gd name="csX0" fmla="*/ 0 w 112141"/>
                  <a:gd name="csY0" fmla="*/ 0 h 45338"/>
                  <a:gd name="csX1" fmla="*/ 0 w 112141"/>
                  <a:gd name="csY1" fmla="*/ 45339 h 45338"/>
                  <a:gd name="csX2" fmla="*/ 112141 w 112141"/>
                  <a:gd name="csY2" fmla="*/ 45339 h 45338"/>
                  <a:gd name="csX3" fmla="*/ 112141 w 112141"/>
                  <a:gd name="csY3" fmla="*/ 0 h 45338"/>
                  <a:gd name="csX4" fmla="*/ 0 w 112141"/>
                  <a:gd name="csY4" fmla="*/ 0 h 453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45338">
                    <a:moveTo>
                      <a:pt x="0" y="0"/>
                    </a:moveTo>
                    <a:lnTo>
                      <a:pt x="0" y="45339"/>
                    </a:lnTo>
                    <a:lnTo>
                      <a:pt x="112141" y="45339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DF01C6B3-1761-5C74-F665-9FB19166C1DC}"/>
                  </a:ext>
                </a:extLst>
              </p:cNvPr>
              <p:cNvSpPr/>
              <p:nvPr/>
            </p:nvSpPr>
            <p:spPr>
              <a:xfrm>
                <a:off x="1714928" y="4786022"/>
                <a:ext cx="112141" cy="12700"/>
              </a:xfrm>
              <a:custGeom>
                <a:avLst/>
                <a:gdLst>
                  <a:gd name="csX0" fmla="*/ 0 w 112141"/>
                  <a:gd name="csY0" fmla="*/ 0 h 12700"/>
                  <a:gd name="csX1" fmla="*/ 112141 w 112141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1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89" name="Freeform 988">
                <a:extLst>
                  <a:ext uri="{FF2B5EF4-FFF2-40B4-BE49-F238E27FC236}">
                    <a16:creationId xmlns:a16="http://schemas.microsoft.com/office/drawing/2014/main" id="{9F5CC982-EDF6-2451-CB6A-9386F7F532DB}"/>
                  </a:ext>
                </a:extLst>
              </p:cNvPr>
              <p:cNvSpPr/>
              <p:nvPr/>
            </p:nvSpPr>
            <p:spPr>
              <a:xfrm>
                <a:off x="1957879" y="4750208"/>
                <a:ext cx="12700" cy="11303"/>
              </a:xfrm>
              <a:custGeom>
                <a:avLst/>
                <a:gdLst>
                  <a:gd name="csX0" fmla="*/ 0 w 12700"/>
                  <a:gd name="csY0" fmla="*/ 11303 h 11303"/>
                  <a:gd name="csX1" fmla="*/ 0 w 12700"/>
                  <a:gd name="csY1" fmla="*/ 0 h 113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1303">
                    <a:moveTo>
                      <a:pt x="0" y="1130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0" name="Freeform 989">
                <a:extLst>
                  <a:ext uri="{FF2B5EF4-FFF2-40B4-BE49-F238E27FC236}">
                    <a16:creationId xmlns:a16="http://schemas.microsoft.com/office/drawing/2014/main" id="{B5DA36E9-D733-2D70-7735-D6B307638EAF}"/>
                  </a:ext>
                </a:extLst>
              </p:cNvPr>
              <p:cNvSpPr/>
              <p:nvPr/>
            </p:nvSpPr>
            <p:spPr>
              <a:xfrm>
                <a:off x="1957879" y="4774719"/>
                <a:ext cx="12700" cy="1524"/>
              </a:xfrm>
              <a:custGeom>
                <a:avLst/>
                <a:gdLst>
                  <a:gd name="csX0" fmla="*/ 0 w 12700"/>
                  <a:gd name="csY0" fmla="*/ 0 h 1524"/>
                  <a:gd name="csX1" fmla="*/ 0 w 12700"/>
                  <a:gd name="csY1" fmla="*/ 1524 h 15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24">
                    <a:moveTo>
                      <a:pt x="0" y="0"/>
                    </a:moveTo>
                    <a:lnTo>
                      <a:pt x="0" y="152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1" name="Freeform 990">
                <a:extLst>
                  <a:ext uri="{FF2B5EF4-FFF2-40B4-BE49-F238E27FC236}">
                    <a16:creationId xmlns:a16="http://schemas.microsoft.com/office/drawing/2014/main" id="{826CCDD5-64EB-7011-9CC1-44A47767FA0E}"/>
                  </a:ext>
                </a:extLst>
              </p:cNvPr>
              <p:cNvSpPr/>
              <p:nvPr/>
            </p:nvSpPr>
            <p:spPr>
              <a:xfrm>
                <a:off x="1901744" y="4761510"/>
                <a:ext cx="112141" cy="13208"/>
              </a:xfrm>
              <a:custGeom>
                <a:avLst/>
                <a:gdLst>
                  <a:gd name="csX0" fmla="*/ 0 w 112141"/>
                  <a:gd name="csY0" fmla="*/ 0 h 13208"/>
                  <a:gd name="csX1" fmla="*/ 0 w 112141"/>
                  <a:gd name="csY1" fmla="*/ 13208 h 13208"/>
                  <a:gd name="csX2" fmla="*/ 112141 w 112141"/>
                  <a:gd name="csY2" fmla="*/ 13208 h 13208"/>
                  <a:gd name="csX3" fmla="*/ 112141 w 112141"/>
                  <a:gd name="csY3" fmla="*/ 0 h 13208"/>
                  <a:gd name="csX4" fmla="*/ 0 w 112141"/>
                  <a:gd name="csY4" fmla="*/ 0 h 1320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13208">
                    <a:moveTo>
                      <a:pt x="0" y="0"/>
                    </a:moveTo>
                    <a:lnTo>
                      <a:pt x="0" y="13208"/>
                    </a:lnTo>
                    <a:lnTo>
                      <a:pt x="112141" y="13208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6C122661-B4EA-B095-A23A-A06DB4462965}"/>
                  </a:ext>
                </a:extLst>
              </p:cNvPr>
              <p:cNvSpPr/>
              <p:nvPr/>
            </p:nvSpPr>
            <p:spPr>
              <a:xfrm>
                <a:off x="1901745" y="4770274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90D1BE4F-30D0-C480-3856-F3EB813D2F93}"/>
                  </a:ext>
                </a:extLst>
              </p:cNvPr>
              <p:cNvSpPr/>
              <p:nvPr/>
            </p:nvSpPr>
            <p:spPr>
              <a:xfrm>
                <a:off x="2144696" y="4774465"/>
                <a:ext cx="12700" cy="21843"/>
              </a:xfrm>
              <a:custGeom>
                <a:avLst/>
                <a:gdLst>
                  <a:gd name="csX0" fmla="*/ 0 w 12700"/>
                  <a:gd name="csY0" fmla="*/ 21844 h 21843"/>
                  <a:gd name="csX1" fmla="*/ 0 w 12700"/>
                  <a:gd name="csY1" fmla="*/ 0 h 2184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843">
                    <a:moveTo>
                      <a:pt x="0" y="2184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FECB2BBF-F8B3-F241-2CE4-30A4CEEF7CDE}"/>
                  </a:ext>
                </a:extLst>
              </p:cNvPr>
              <p:cNvSpPr/>
              <p:nvPr/>
            </p:nvSpPr>
            <p:spPr>
              <a:xfrm>
                <a:off x="2144696" y="4839870"/>
                <a:ext cx="12700" cy="21843"/>
              </a:xfrm>
              <a:custGeom>
                <a:avLst/>
                <a:gdLst>
                  <a:gd name="csX0" fmla="*/ 0 w 12700"/>
                  <a:gd name="csY0" fmla="*/ 0 h 21843"/>
                  <a:gd name="csX1" fmla="*/ 0 w 12700"/>
                  <a:gd name="csY1" fmla="*/ 21844 h 2184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843">
                    <a:moveTo>
                      <a:pt x="0" y="0"/>
                    </a:moveTo>
                    <a:lnTo>
                      <a:pt x="0" y="2184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A4BA7356-E1F5-43A0-BB18-8F8245043ECB}"/>
                  </a:ext>
                </a:extLst>
              </p:cNvPr>
              <p:cNvSpPr/>
              <p:nvPr/>
            </p:nvSpPr>
            <p:spPr>
              <a:xfrm>
                <a:off x="2088688" y="4796309"/>
                <a:ext cx="112141" cy="43561"/>
              </a:xfrm>
              <a:custGeom>
                <a:avLst/>
                <a:gdLst>
                  <a:gd name="csX0" fmla="*/ 0 w 112141"/>
                  <a:gd name="csY0" fmla="*/ 0 h 43561"/>
                  <a:gd name="csX1" fmla="*/ 0 w 112141"/>
                  <a:gd name="csY1" fmla="*/ 43561 h 43561"/>
                  <a:gd name="csX2" fmla="*/ 112141 w 112141"/>
                  <a:gd name="csY2" fmla="*/ 43561 h 43561"/>
                  <a:gd name="csX3" fmla="*/ 112141 w 112141"/>
                  <a:gd name="csY3" fmla="*/ 0 h 43561"/>
                  <a:gd name="csX4" fmla="*/ 0 w 112141"/>
                  <a:gd name="csY4" fmla="*/ 0 h 435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43561">
                    <a:moveTo>
                      <a:pt x="0" y="0"/>
                    </a:moveTo>
                    <a:lnTo>
                      <a:pt x="0" y="43561"/>
                    </a:lnTo>
                    <a:lnTo>
                      <a:pt x="112141" y="43561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6" name="Freeform 995">
                <a:extLst>
                  <a:ext uri="{FF2B5EF4-FFF2-40B4-BE49-F238E27FC236}">
                    <a16:creationId xmlns:a16="http://schemas.microsoft.com/office/drawing/2014/main" id="{95614B03-FB5E-8996-77A1-C17A55862C55}"/>
                  </a:ext>
                </a:extLst>
              </p:cNvPr>
              <p:cNvSpPr/>
              <p:nvPr/>
            </p:nvSpPr>
            <p:spPr>
              <a:xfrm>
                <a:off x="2088689" y="4818026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7" name="Freeform 996">
                <a:extLst>
                  <a:ext uri="{FF2B5EF4-FFF2-40B4-BE49-F238E27FC236}">
                    <a16:creationId xmlns:a16="http://schemas.microsoft.com/office/drawing/2014/main" id="{B4B815A3-4B7E-362D-7E36-13A64644611D}"/>
                  </a:ext>
                </a:extLst>
              </p:cNvPr>
              <p:cNvSpPr/>
              <p:nvPr/>
            </p:nvSpPr>
            <p:spPr>
              <a:xfrm>
                <a:off x="2518457" y="4793007"/>
                <a:ext cx="12700" cy="6604"/>
              </a:xfrm>
              <a:custGeom>
                <a:avLst/>
                <a:gdLst>
                  <a:gd name="csX0" fmla="*/ 0 w 12700"/>
                  <a:gd name="csY0" fmla="*/ 6604 h 6604"/>
                  <a:gd name="csX1" fmla="*/ 0 w 12700"/>
                  <a:gd name="csY1" fmla="*/ 0 h 66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604">
                    <a:moveTo>
                      <a:pt x="0" y="6604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8" name="Freeform 997">
                <a:extLst>
                  <a:ext uri="{FF2B5EF4-FFF2-40B4-BE49-F238E27FC236}">
                    <a16:creationId xmlns:a16="http://schemas.microsoft.com/office/drawing/2014/main" id="{A39340AD-7C7E-77CD-6BCC-5A53B2B8E87A}"/>
                  </a:ext>
                </a:extLst>
              </p:cNvPr>
              <p:cNvSpPr/>
              <p:nvPr/>
            </p:nvSpPr>
            <p:spPr>
              <a:xfrm>
                <a:off x="2518457" y="4853459"/>
                <a:ext cx="12700" cy="19177"/>
              </a:xfrm>
              <a:custGeom>
                <a:avLst/>
                <a:gdLst>
                  <a:gd name="csX0" fmla="*/ 0 w 12700"/>
                  <a:gd name="csY0" fmla="*/ 0 h 19177"/>
                  <a:gd name="csX1" fmla="*/ 0 w 12700"/>
                  <a:gd name="csY1" fmla="*/ 19177 h 191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9177">
                    <a:moveTo>
                      <a:pt x="0" y="0"/>
                    </a:moveTo>
                    <a:lnTo>
                      <a:pt x="0" y="19177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354B99AC-A7F5-2B42-8918-571985593BA3}"/>
                  </a:ext>
                </a:extLst>
              </p:cNvPr>
              <p:cNvSpPr/>
              <p:nvPr/>
            </p:nvSpPr>
            <p:spPr>
              <a:xfrm>
                <a:off x="2462450" y="4799610"/>
                <a:ext cx="112141" cy="53848"/>
              </a:xfrm>
              <a:custGeom>
                <a:avLst/>
                <a:gdLst>
                  <a:gd name="csX0" fmla="*/ 0 w 112141"/>
                  <a:gd name="csY0" fmla="*/ 0 h 53848"/>
                  <a:gd name="csX1" fmla="*/ 0 w 112141"/>
                  <a:gd name="csY1" fmla="*/ 53848 h 53848"/>
                  <a:gd name="csX2" fmla="*/ 112141 w 112141"/>
                  <a:gd name="csY2" fmla="*/ 53848 h 53848"/>
                  <a:gd name="csX3" fmla="*/ 112141 w 112141"/>
                  <a:gd name="csY3" fmla="*/ 0 h 53848"/>
                  <a:gd name="csX4" fmla="*/ 0 w 112141"/>
                  <a:gd name="csY4" fmla="*/ 0 h 53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2141" h="53848">
                    <a:moveTo>
                      <a:pt x="0" y="0"/>
                    </a:moveTo>
                    <a:lnTo>
                      <a:pt x="0" y="53848"/>
                    </a:lnTo>
                    <a:lnTo>
                      <a:pt x="112141" y="53848"/>
                    </a:lnTo>
                    <a:lnTo>
                      <a:pt x="1121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7966E507-223D-A335-B8B1-BCA01BE42A10}"/>
                  </a:ext>
                </a:extLst>
              </p:cNvPr>
              <p:cNvSpPr/>
              <p:nvPr/>
            </p:nvSpPr>
            <p:spPr>
              <a:xfrm>
                <a:off x="2462450" y="4815613"/>
                <a:ext cx="112140" cy="12700"/>
              </a:xfrm>
              <a:custGeom>
                <a:avLst/>
                <a:gdLst>
                  <a:gd name="csX0" fmla="*/ 0 w 112140"/>
                  <a:gd name="csY0" fmla="*/ 0 h 12700"/>
                  <a:gd name="csX1" fmla="*/ 112141 w 112140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12140" h="12700">
                    <a:moveTo>
                      <a:pt x="0" y="0"/>
                    </a:moveTo>
                    <a:lnTo>
                      <a:pt x="112141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0E325247-1D2B-171F-D946-93A7AB56156D}"/>
                  </a:ext>
                </a:extLst>
              </p:cNvPr>
              <p:cNvSpPr/>
              <p:nvPr/>
            </p:nvSpPr>
            <p:spPr>
              <a:xfrm>
                <a:off x="2142156" y="484355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7B4E4F73-B555-C1CE-7940-66D38D4E1047}"/>
                  </a:ext>
                </a:extLst>
              </p:cNvPr>
              <p:cNvSpPr/>
              <p:nvPr/>
            </p:nvSpPr>
            <p:spPr>
              <a:xfrm>
                <a:off x="1956101" y="475808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3" name="Freeform 1002">
                <a:extLst>
                  <a:ext uri="{FF2B5EF4-FFF2-40B4-BE49-F238E27FC236}">
                    <a16:creationId xmlns:a16="http://schemas.microsoft.com/office/drawing/2014/main" id="{D9959313-461B-1C40-6F5D-36C699F105E6}"/>
                  </a:ext>
                </a:extLst>
              </p:cNvPr>
              <p:cNvSpPr/>
              <p:nvPr/>
            </p:nvSpPr>
            <p:spPr>
              <a:xfrm>
                <a:off x="1931844" y="474766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4" name="Freeform 1003">
                <a:extLst>
                  <a:ext uri="{FF2B5EF4-FFF2-40B4-BE49-F238E27FC236}">
                    <a16:creationId xmlns:a16="http://schemas.microsoft.com/office/drawing/2014/main" id="{C1A09B75-A5F9-842E-FD62-E2583FBB94A0}"/>
                  </a:ext>
                </a:extLst>
              </p:cNvPr>
              <p:cNvSpPr/>
              <p:nvPr/>
            </p:nvSpPr>
            <p:spPr>
              <a:xfrm>
                <a:off x="2512742" y="477497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5" name="Freeform 1004">
                <a:extLst>
                  <a:ext uri="{FF2B5EF4-FFF2-40B4-BE49-F238E27FC236}">
                    <a16:creationId xmlns:a16="http://schemas.microsoft.com/office/drawing/2014/main" id="{CD5C166A-641D-15A6-8E59-E0DD8CA69D7B}"/>
                  </a:ext>
                </a:extLst>
              </p:cNvPr>
              <p:cNvSpPr/>
              <p:nvPr/>
            </p:nvSpPr>
            <p:spPr>
              <a:xfrm>
                <a:off x="1758235" y="473712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290463CB-8695-0E22-1D47-F46E96400D0C}"/>
                  </a:ext>
                </a:extLst>
              </p:cNvPr>
              <p:cNvSpPr/>
              <p:nvPr/>
            </p:nvSpPr>
            <p:spPr>
              <a:xfrm>
                <a:off x="2501185" y="484736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78AF567F-809B-13C1-A3A0-ABE15E20B4BD}"/>
                  </a:ext>
                </a:extLst>
              </p:cNvPr>
              <p:cNvSpPr/>
              <p:nvPr/>
            </p:nvSpPr>
            <p:spPr>
              <a:xfrm>
                <a:off x="1761791" y="473661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24FF55BE-1A8C-ACB6-0849-F89A68D575E6}"/>
                  </a:ext>
                </a:extLst>
              </p:cNvPr>
              <p:cNvSpPr/>
              <p:nvPr/>
            </p:nvSpPr>
            <p:spPr>
              <a:xfrm>
                <a:off x="2486834" y="485447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94D7B6C2-1F49-225F-2FD0-FF4DC68F3BE8}"/>
                  </a:ext>
                </a:extLst>
              </p:cNvPr>
              <p:cNvSpPr/>
              <p:nvPr/>
            </p:nvSpPr>
            <p:spPr>
              <a:xfrm>
                <a:off x="1758743" y="479224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0" name="Freeform 1009">
                <a:extLst>
                  <a:ext uri="{FF2B5EF4-FFF2-40B4-BE49-F238E27FC236}">
                    <a16:creationId xmlns:a16="http://schemas.microsoft.com/office/drawing/2014/main" id="{0EEBA442-EAC0-C2E9-220B-03AB5C5016A7}"/>
                  </a:ext>
                </a:extLst>
              </p:cNvPr>
              <p:cNvSpPr/>
              <p:nvPr/>
            </p:nvSpPr>
            <p:spPr>
              <a:xfrm>
                <a:off x="2508170" y="479897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1" name="Freeform 1010">
                <a:extLst>
                  <a:ext uri="{FF2B5EF4-FFF2-40B4-BE49-F238E27FC236}">
                    <a16:creationId xmlns:a16="http://schemas.microsoft.com/office/drawing/2014/main" id="{1D39DED7-3A6B-9354-5D41-4C12F106E20A}"/>
                  </a:ext>
                </a:extLst>
              </p:cNvPr>
              <p:cNvSpPr/>
              <p:nvPr/>
            </p:nvSpPr>
            <p:spPr>
              <a:xfrm>
                <a:off x="1751377" y="4776116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2" name="Freeform 1011">
                <a:extLst>
                  <a:ext uri="{FF2B5EF4-FFF2-40B4-BE49-F238E27FC236}">
                    <a16:creationId xmlns:a16="http://schemas.microsoft.com/office/drawing/2014/main" id="{BFE0C521-3948-79AC-42CC-5390F2F902DB}"/>
                  </a:ext>
                </a:extLst>
              </p:cNvPr>
              <p:cNvSpPr/>
              <p:nvPr/>
            </p:nvSpPr>
            <p:spPr>
              <a:xfrm>
                <a:off x="2508678" y="479592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6801F1CF-6E5A-8DB7-9F3D-A982A6818831}"/>
                  </a:ext>
                </a:extLst>
              </p:cNvPr>
              <p:cNvSpPr/>
              <p:nvPr/>
            </p:nvSpPr>
            <p:spPr>
              <a:xfrm>
                <a:off x="1769157" y="485892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C7AFCF8A-08FE-B3D8-3F08-0F3C6B9386C4}"/>
                  </a:ext>
                </a:extLst>
              </p:cNvPr>
              <p:cNvSpPr/>
              <p:nvPr/>
            </p:nvSpPr>
            <p:spPr>
              <a:xfrm>
                <a:off x="1930701" y="475211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AE4B2D16-6D28-E079-BEDF-430D2506FB41}"/>
                  </a:ext>
                </a:extLst>
              </p:cNvPr>
              <p:cNvSpPr/>
              <p:nvPr/>
            </p:nvSpPr>
            <p:spPr>
              <a:xfrm>
                <a:off x="2499026" y="477687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8C387708-5244-7A59-C4B9-60BD96DAA7F3}"/>
                  </a:ext>
                </a:extLst>
              </p:cNvPr>
              <p:cNvSpPr/>
              <p:nvPr/>
            </p:nvSpPr>
            <p:spPr>
              <a:xfrm>
                <a:off x="1769411" y="475998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7" name="Freeform 1016">
                <a:extLst>
                  <a:ext uri="{FF2B5EF4-FFF2-40B4-BE49-F238E27FC236}">
                    <a16:creationId xmlns:a16="http://schemas.microsoft.com/office/drawing/2014/main" id="{BCA8253A-F4CD-2644-FCC7-088F301C5C23}"/>
                  </a:ext>
                </a:extLst>
              </p:cNvPr>
              <p:cNvSpPr/>
              <p:nvPr/>
            </p:nvSpPr>
            <p:spPr>
              <a:xfrm>
                <a:off x="2144569" y="475617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8" name="Freeform 1017">
                <a:extLst>
                  <a:ext uri="{FF2B5EF4-FFF2-40B4-BE49-F238E27FC236}">
                    <a16:creationId xmlns:a16="http://schemas.microsoft.com/office/drawing/2014/main" id="{EEF39935-3173-353A-A993-7A4C9E17C53B}"/>
                  </a:ext>
                </a:extLst>
              </p:cNvPr>
              <p:cNvSpPr/>
              <p:nvPr/>
            </p:nvSpPr>
            <p:spPr>
              <a:xfrm>
                <a:off x="1925494" y="475503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19" name="Freeform 1018">
                <a:extLst>
                  <a:ext uri="{FF2B5EF4-FFF2-40B4-BE49-F238E27FC236}">
                    <a16:creationId xmlns:a16="http://schemas.microsoft.com/office/drawing/2014/main" id="{072A4582-0D13-8DEE-0DB8-CC81D0F2AE45}"/>
                  </a:ext>
                </a:extLst>
              </p:cNvPr>
              <p:cNvSpPr/>
              <p:nvPr/>
            </p:nvSpPr>
            <p:spPr>
              <a:xfrm>
                <a:off x="1938829" y="473217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7F8E773C-F39A-0DB8-4774-9C8B9E716B87}"/>
                  </a:ext>
                </a:extLst>
              </p:cNvPr>
              <p:cNvSpPr/>
              <p:nvPr/>
            </p:nvSpPr>
            <p:spPr>
              <a:xfrm>
                <a:off x="2315765" y="473458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6947C3EA-2096-6B5F-2498-159161404734}"/>
                  </a:ext>
                </a:extLst>
              </p:cNvPr>
              <p:cNvSpPr/>
              <p:nvPr/>
            </p:nvSpPr>
            <p:spPr>
              <a:xfrm>
                <a:off x="1954958" y="480164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3E7F3142-4B54-BAA3-3D31-0DE5A8D3A8FA}"/>
                  </a:ext>
                </a:extLst>
              </p:cNvPr>
              <p:cNvSpPr/>
              <p:nvPr/>
            </p:nvSpPr>
            <p:spPr>
              <a:xfrm>
                <a:off x="1926256" y="473915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3" name="TextBox 1022">
                <a:extLst>
                  <a:ext uri="{FF2B5EF4-FFF2-40B4-BE49-F238E27FC236}">
                    <a16:creationId xmlns:a16="http://schemas.microsoft.com/office/drawing/2014/main" id="{50D34A89-A2D9-E2BD-C2DC-359F609C46C8}"/>
                  </a:ext>
                </a:extLst>
              </p:cNvPr>
              <p:cNvSpPr txBox="1"/>
              <p:nvPr/>
            </p:nvSpPr>
            <p:spPr>
              <a:xfrm>
                <a:off x="1573521" y="4347441"/>
                <a:ext cx="56297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0.605</a:t>
                </a:r>
              </a:p>
            </p:txBody>
          </p:sp>
          <p:sp>
            <p:nvSpPr>
              <p:cNvPr id="1024" name="Freeform 1023">
                <a:extLst>
                  <a:ext uri="{FF2B5EF4-FFF2-40B4-BE49-F238E27FC236}">
                    <a16:creationId xmlns:a16="http://schemas.microsoft.com/office/drawing/2014/main" id="{D6C2503F-E983-B23F-B1FD-6B6F2E76B27E}"/>
                  </a:ext>
                </a:extLst>
              </p:cNvPr>
              <p:cNvSpPr/>
              <p:nvPr/>
            </p:nvSpPr>
            <p:spPr>
              <a:xfrm>
                <a:off x="1770935" y="4493033"/>
                <a:ext cx="168148" cy="12700"/>
              </a:xfrm>
              <a:custGeom>
                <a:avLst/>
                <a:gdLst>
                  <a:gd name="csX0" fmla="*/ 0 w 168148"/>
                  <a:gd name="csY0" fmla="*/ 0 h 12700"/>
                  <a:gd name="csX1" fmla="*/ 168148 w 16814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8148" h="12700">
                    <a:moveTo>
                      <a:pt x="0" y="0"/>
                    </a:moveTo>
                    <a:lnTo>
                      <a:pt x="168148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5" name="TextBox 1024">
                <a:extLst>
                  <a:ext uri="{FF2B5EF4-FFF2-40B4-BE49-F238E27FC236}">
                    <a16:creationId xmlns:a16="http://schemas.microsoft.com/office/drawing/2014/main" id="{F46BAFF1-A411-43F0-0A84-BDDAF38D0686}"/>
                  </a:ext>
                </a:extLst>
              </p:cNvPr>
              <p:cNvSpPr txBox="1"/>
              <p:nvPr/>
            </p:nvSpPr>
            <p:spPr>
              <a:xfrm>
                <a:off x="2055719" y="4303056"/>
                <a:ext cx="3834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**</a:t>
                </a:r>
              </a:p>
            </p:txBody>
          </p:sp>
          <p:sp>
            <p:nvSpPr>
              <p:cNvPr id="1026" name="Freeform 1025">
                <a:extLst>
                  <a:ext uri="{FF2B5EF4-FFF2-40B4-BE49-F238E27FC236}">
                    <a16:creationId xmlns:a16="http://schemas.microsoft.com/office/drawing/2014/main" id="{839B94E4-7F61-0A60-3257-C090F4AF5D62}"/>
                  </a:ext>
                </a:extLst>
              </p:cNvPr>
              <p:cNvSpPr/>
              <p:nvPr/>
            </p:nvSpPr>
            <p:spPr>
              <a:xfrm>
                <a:off x="1976548" y="4493033"/>
                <a:ext cx="541909" cy="12700"/>
              </a:xfrm>
              <a:custGeom>
                <a:avLst/>
                <a:gdLst>
                  <a:gd name="csX0" fmla="*/ 0 w 541909"/>
                  <a:gd name="csY0" fmla="*/ 0 h 12700"/>
                  <a:gd name="csX1" fmla="*/ 541909 w 541909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41909" h="12700">
                    <a:moveTo>
                      <a:pt x="0" y="0"/>
                    </a:moveTo>
                    <a:lnTo>
                      <a:pt x="541909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27" name="TextBox 1026">
                <a:extLst>
                  <a:ext uri="{FF2B5EF4-FFF2-40B4-BE49-F238E27FC236}">
                    <a16:creationId xmlns:a16="http://schemas.microsoft.com/office/drawing/2014/main" id="{F1F3DA7C-2701-50C6-1BDC-404A601F262D}"/>
                  </a:ext>
                </a:extLst>
              </p:cNvPr>
              <p:cNvSpPr txBox="1"/>
              <p:nvPr/>
            </p:nvSpPr>
            <p:spPr>
              <a:xfrm>
                <a:off x="2002670" y="4171865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909CF1E8-6049-A5D2-4B4C-A3E2863B8CF8}"/>
                  </a:ext>
                </a:extLst>
              </p:cNvPr>
              <p:cNvSpPr/>
              <p:nvPr/>
            </p:nvSpPr>
            <p:spPr>
              <a:xfrm>
                <a:off x="1770935" y="4361969"/>
                <a:ext cx="747522" cy="12700"/>
              </a:xfrm>
              <a:custGeom>
                <a:avLst/>
                <a:gdLst>
                  <a:gd name="csX0" fmla="*/ 0 w 747522"/>
                  <a:gd name="csY0" fmla="*/ 0 h 12700"/>
                  <a:gd name="csX1" fmla="*/ 747522 w 747522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47522" h="12700">
                    <a:moveTo>
                      <a:pt x="0" y="0"/>
                    </a:moveTo>
                    <a:lnTo>
                      <a:pt x="747522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</p:grpSp>
        <p:grpSp>
          <p:nvGrpSpPr>
            <p:cNvPr id="1029" name="Graphic 917">
              <a:extLst>
                <a:ext uri="{FF2B5EF4-FFF2-40B4-BE49-F238E27FC236}">
                  <a16:creationId xmlns:a16="http://schemas.microsoft.com/office/drawing/2014/main" id="{9841A5E5-EF2F-C49C-4A87-DBD9514F2233}"/>
                </a:ext>
              </a:extLst>
            </p:cNvPr>
            <p:cNvGrpSpPr/>
            <p:nvPr/>
          </p:nvGrpSpPr>
          <p:grpSpPr>
            <a:xfrm>
              <a:off x="1624901" y="3745769"/>
              <a:ext cx="1025162" cy="1539503"/>
              <a:chOff x="1624901" y="3745769"/>
              <a:chExt cx="1025162" cy="1539503"/>
            </a:xfrm>
          </p:grpSpPr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56278242-FF4E-8B5E-FDFE-6037859FC165}"/>
                  </a:ext>
                </a:extLst>
              </p:cNvPr>
              <p:cNvSpPr/>
              <p:nvPr/>
            </p:nvSpPr>
            <p:spPr>
              <a:xfrm>
                <a:off x="1658794" y="5043196"/>
                <a:ext cx="971803" cy="12700"/>
              </a:xfrm>
              <a:custGeom>
                <a:avLst/>
                <a:gdLst>
                  <a:gd name="csX0" fmla="*/ 0 w 971803"/>
                  <a:gd name="csY0" fmla="*/ 0 h 12700"/>
                  <a:gd name="csX1" fmla="*/ 971804 w 971803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71803" h="12700">
                    <a:moveTo>
                      <a:pt x="0" y="0"/>
                    </a:moveTo>
                    <a:lnTo>
                      <a:pt x="971804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1" name="Freeform 1030">
                <a:extLst>
                  <a:ext uri="{FF2B5EF4-FFF2-40B4-BE49-F238E27FC236}">
                    <a16:creationId xmlns:a16="http://schemas.microsoft.com/office/drawing/2014/main" id="{461D1CAB-DB05-BAC5-02E7-F933FC52D344}"/>
                  </a:ext>
                </a:extLst>
              </p:cNvPr>
              <p:cNvSpPr/>
              <p:nvPr/>
            </p:nvSpPr>
            <p:spPr>
              <a:xfrm>
                <a:off x="1770935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2" name="Freeform 1031">
                <a:extLst>
                  <a:ext uri="{FF2B5EF4-FFF2-40B4-BE49-F238E27FC236}">
                    <a16:creationId xmlns:a16="http://schemas.microsoft.com/office/drawing/2014/main" id="{9954A2BD-DAAF-E099-EDBD-537C48231185}"/>
                  </a:ext>
                </a:extLst>
              </p:cNvPr>
              <p:cNvSpPr/>
              <p:nvPr/>
            </p:nvSpPr>
            <p:spPr>
              <a:xfrm>
                <a:off x="1957879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FB29D542-4C79-06C6-5ECA-07CBE081F513}"/>
                  </a:ext>
                </a:extLst>
              </p:cNvPr>
              <p:cNvSpPr/>
              <p:nvPr/>
            </p:nvSpPr>
            <p:spPr>
              <a:xfrm>
                <a:off x="2144695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F13A9E0D-BBEE-8E74-6889-688012B2EBD1}"/>
                  </a:ext>
                </a:extLst>
              </p:cNvPr>
              <p:cNvSpPr/>
              <p:nvPr/>
            </p:nvSpPr>
            <p:spPr>
              <a:xfrm>
                <a:off x="2331640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712AEA44-8C52-9E17-9F45-13B58F7933A6}"/>
                  </a:ext>
                </a:extLst>
              </p:cNvPr>
              <p:cNvSpPr/>
              <p:nvPr/>
            </p:nvSpPr>
            <p:spPr>
              <a:xfrm>
                <a:off x="2518457" y="5043196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pPr algn="ctr"/>
                <a:endParaRPr lang="en-US" sz="2800"/>
              </a:p>
            </p:txBody>
          </p:sp>
          <p:sp>
            <p:nvSpPr>
              <p:cNvPr id="1036" name="TextBox 1035">
                <a:extLst>
                  <a:ext uri="{FF2B5EF4-FFF2-40B4-BE49-F238E27FC236}">
                    <a16:creationId xmlns:a16="http://schemas.microsoft.com/office/drawing/2014/main" id="{3920D04A-8EF8-7D7F-D1F8-FA31D363457B}"/>
                  </a:ext>
                </a:extLst>
              </p:cNvPr>
              <p:cNvSpPr txBox="1"/>
              <p:nvPr/>
            </p:nvSpPr>
            <p:spPr>
              <a:xfrm>
                <a:off x="1624901" y="5039051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037" name="TextBox 1036">
                <a:extLst>
                  <a:ext uri="{FF2B5EF4-FFF2-40B4-BE49-F238E27FC236}">
                    <a16:creationId xmlns:a16="http://schemas.microsoft.com/office/drawing/2014/main" id="{E6141C6A-53FA-CCD4-8C8B-212ADEA0566D}"/>
                  </a:ext>
                </a:extLst>
              </p:cNvPr>
              <p:cNvSpPr txBox="1"/>
              <p:nvPr/>
            </p:nvSpPr>
            <p:spPr>
              <a:xfrm>
                <a:off x="1847912" y="5039051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038" name="TextBox 1037">
                <a:extLst>
                  <a:ext uri="{FF2B5EF4-FFF2-40B4-BE49-F238E27FC236}">
                    <a16:creationId xmlns:a16="http://schemas.microsoft.com/office/drawing/2014/main" id="{CDCD6F3C-749B-A44C-D624-51BE1179A33C}"/>
                  </a:ext>
                </a:extLst>
              </p:cNvPr>
              <p:cNvSpPr txBox="1"/>
              <p:nvPr/>
            </p:nvSpPr>
            <p:spPr>
              <a:xfrm>
                <a:off x="1999463" y="5039051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039" name="TextBox 1038">
                <a:extLst>
                  <a:ext uri="{FF2B5EF4-FFF2-40B4-BE49-F238E27FC236}">
                    <a16:creationId xmlns:a16="http://schemas.microsoft.com/office/drawing/2014/main" id="{2EE856DF-7581-337A-5F64-97208A90799B}"/>
                  </a:ext>
                </a:extLst>
              </p:cNvPr>
              <p:cNvSpPr txBox="1"/>
              <p:nvPr/>
            </p:nvSpPr>
            <p:spPr>
              <a:xfrm>
                <a:off x="2153546" y="5039051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040" name="TextBox 1039">
                <a:extLst>
                  <a:ext uri="{FF2B5EF4-FFF2-40B4-BE49-F238E27FC236}">
                    <a16:creationId xmlns:a16="http://schemas.microsoft.com/office/drawing/2014/main" id="{529AF33B-3A15-F4CD-047D-52CE88EF3C09}"/>
                  </a:ext>
                </a:extLst>
              </p:cNvPr>
              <p:cNvSpPr txBox="1"/>
              <p:nvPr/>
            </p:nvSpPr>
            <p:spPr>
              <a:xfrm>
                <a:off x="2386849" y="5039051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042" name="TextBox 1041">
                <a:extLst>
                  <a:ext uri="{FF2B5EF4-FFF2-40B4-BE49-F238E27FC236}">
                    <a16:creationId xmlns:a16="http://schemas.microsoft.com/office/drawing/2014/main" id="{AC6CB31B-C691-70F4-BDD5-024E999606C4}"/>
                  </a:ext>
                </a:extLst>
              </p:cNvPr>
              <p:cNvSpPr txBox="1"/>
              <p:nvPr/>
            </p:nvSpPr>
            <p:spPr>
              <a:xfrm>
                <a:off x="1916752" y="3745769"/>
                <a:ext cx="58381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py7r-</a:t>
                </a:r>
              </a:p>
            </p:txBody>
          </p:sp>
        </p:grpSp>
      </p:grpSp>
      <p:grpSp>
        <p:nvGrpSpPr>
          <p:cNvPr id="1311" name="Graphic 919">
            <a:extLst>
              <a:ext uri="{FF2B5EF4-FFF2-40B4-BE49-F238E27FC236}">
                <a16:creationId xmlns:a16="http://schemas.microsoft.com/office/drawing/2014/main" id="{FA33E999-5BA7-4C90-A2EC-44B916A56D06}"/>
              </a:ext>
            </a:extLst>
          </p:cNvPr>
          <p:cNvGrpSpPr/>
          <p:nvPr/>
        </p:nvGrpSpPr>
        <p:grpSpPr>
          <a:xfrm>
            <a:off x="2590401" y="5257952"/>
            <a:ext cx="2421321" cy="1539503"/>
            <a:chOff x="3977174" y="5504971"/>
            <a:chExt cx="2421321" cy="1539503"/>
          </a:xfrm>
        </p:grpSpPr>
        <p:grpSp>
          <p:nvGrpSpPr>
            <p:cNvPr id="1316" name="Graphic 919">
              <a:extLst>
                <a:ext uri="{FF2B5EF4-FFF2-40B4-BE49-F238E27FC236}">
                  <a16:creationId xmlns:a16="http://schemas.microsoft.com/office/drawing/2014/main" id="{0D5D7373-3907-A70B-0B87-DDDBA29FFA6E}"/>
                </a:ext>
              </a:extLst>
            </p:cNvPr>
            <p:cNvGrpSpPr/>
            <p:nvPr/>
          </p:nvGrpSpPr>
          <p:grpSpPr>
            <a:xfrm>
              <a:off x="4295606" y="5970618"/>
              <a:ext cx="993825" cy="831781"/>
              <a:chOff x="4295606" y="5970618"/>
              <a:chExt cx="993825" cy="831781"/>
            </a:xfrm>
          </p:grpSpPr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D2B69F8A-5B0A-4F93-B5A5-1DE4B7686736}"/>
                  </a:ext>
                </a:extLst>
              </p:cNvPr>
              <p:cNvSpPr/>
              <p:nvPr/>
            </p:nvSpPr>
            <p:spPr>
              <a:xfrm>
                <a:off x="4348743" y="6006236"/>
                <a:ext cx="940688" cy="796163"/>
              </a:xfrm>
              <a:custGeom>
                <a:avLst/>
                <a:gdLst>
                  <a:gd name="csX0" fmla="*/ 0 w 940688"/>
                  <a:gd name="csY0" fmla="*/ 0 h 796163"/>
                  <a:gd name="csX1" fmla="*/ 940689 w 940688"/>
                  <a:gd name="csY1" fmla="*/ 0 h 796163"/>
                  <a:gd name="csX2" fmla="*/ 940689 w 940688"/>
                  <a:gd name="csY2" fmla="*/ 796163 h 796163"/>
                  <a:gd name="csX3" fmla="*/ 0 w 940688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40688" h="796163">
                    <a:moveTo>
                      <a:pt x="0" y="0"/>
                    </a:moveTo>
                    <a:lnTo>
                      <a:pt x="940689" y="0"/>
                    </a:lnTo>
                    <a:lnTo>
                      <a:pt x="940689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08C53D71-7C49-EA1A-84AE-8A73F06C475F}"/>
                  </a:ext>
                </a:extLst>
              </p:cNvPr>
              <p:cNvSpPr/>
              <p:nvPr/>
            </p:nvSpPr>
            <p:spPr>
              <a:xfrm>
                <a:off x="4457328" y="6741947"/>
                <a:ext cx="12700" cy="6603"/>
              </a:xfrm>
              <a:custGeom>
                <a:avLst/>
                <a:gdLst>
                  <a:gd name="csX0" fmla="*/ 0 w 12700"/>
                  <a:gd name="csY0" fmla="*/ 0 h 6603"/>
                  <a:gd name="csX1" fmla="*/ 0 w 12700"/>
                  <a:gd name="csY1" fmla="*/ 6604 h 660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6603">
                    <a:moveTo>
                      <a:pt x="0" y="0"/>
                    </a:moveTo>
                    <a:lnTo>
                      <a:pt x="0" y="660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19" name="Freeform 1318">
                <a:extLst>
                  <a:ext uri="{FF2B5EF4-FFF2-40B4-BE49-F238E27FC236}">
                    <a16:creationId xmlns:a16="http://schemas.microsoft.com/office/drawing/2014/main" id="{CB4AF333-DE65-AE3D-AE9B-109D7FE76C0D}"/>
                  </a:ext>
                </a:extLst>
              </p:cNvPr>
              <p:cNvSpPr/>
              <p:nvPr/>
            </p:nvSpPr>
            <p:spPr>
              <a:xfrm>
                <a:off x="4403098" y="6677177"/>
                <a:ext cx="108584" cy="64769"/>
              </a:xfrm>
              <a:custGeom>
                <a:avLst/>
                <a:gdLst>
                  <a:gd name="csX0" fmla="*/ 0 w 108584"/>
                  <a:gd name="csY0" fmla="*/ 0 h 64769"/>
                  <a:gd name="csX1" fmla="*/ 0 w 108584"/>
                  <a:gd name="csY1" fmla="*/ 64770 h 64769"/>
                  <a:gd name="csX2" fmla="*/ 108585 w 108584"/>
                  <a:gd name="csY2" fmla="*/ 64770 h 64769"/>
                  <a:gd name="csX3" fmla="*/ 108585 w 108584"/>
                  <a:gd name="csY3" fmla="*/ 0 h 64769"/>
                  <a:gd name="csX4" fmla="*/ 0 w 108584"/>
                  <a:gd name="csY4" fmla="*/ 0 h 647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4" h="64769">
                    <a:moveTo>
                      <a:pt x="0" y="0"/>
                    </a:moveTo>
                    <a:lnTo>
                      <a:pt x="0" y="64770"/>
                    </a:lnTo>
                    <a:lnTo>
                      <a:pt x="108585" y="64770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0" name="Freeform 1319">
                <a:extLst>
                  <a:ext uri="{FF2B5EF4-FFF2-40B4-BE49-F238E27FC236}">
                    <a16:creationId xmlns:a16="http://schemas.microsoft.com/office/drawing/2014/main" id="{22FAAF60-229C-7D25-E2BB-3F16E9525734}"/>
                  </a:ext>
                </a:extLst>
              </p:cNvPr>
              <p:cNvSpPr/>
              <p:nvPr/>
            </p:nvSpPr>
            <p:spPr>
              <a:xfrm>
                <a:off x="4403099" y="6735978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362494F1-E8D2-E08C-72CB-C6DC3B292283}"/>
                  </a:ext>
                </a:extLst>
              </p:cNvPr>
              <p:cNvSpPr/>
              <p:nvPr/>
            </p:nvSpPr>
            <p:spPr>
              <a:xfrm>
                <a:off x="4638303" y="6289573"/>
                <a:ext cx="12700" cy="27940"/>
              </a:xfrm>
              <a:custGeom>
                <a:avLst/>
                <a:gdLst>
                  <a:gd name="csX0" fmla="*/ 0 w 12700"/>
                  <a:gd name="csY0" fmla="*/ 27940 h 27940"/>
                  <a:gd name="csX1" fmla="*/ 0 w 12700"/>
                  <a:gd name="csY1" fmla="*/ 0 h 2794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7940">
                    <a:moveTo>
                      <a:pt x="0" y="27940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6C796CB6-62C0-1D47-6918-5146E03C1017}"/>
                  </a:ext>
                </a:extLst>
              </p:cNvPr>
              <p:cNvSpPr/>
              <p:nvPr/>
            </p:nvSpPr>
            <p:spPr>
              <a:xfrm>
                <a:off x="4638303" y="6649110"/>
                <a:ext cx="12700" cy="72390"/>
              </a:xfrm>
              <a:custGeom>
                <a:avLst/>
                <a:gdLst>
                  <a:gd name="csX0" fmla="*/ 0 w 12700"/>
                  <a:gd name="csY0" fmla="*/ 0 h 72390"/>
                  <a:gd name="csX1" fmla="*/ 0 w 12700"/>
                  <a:gd name="csY1" fmla="*/ 72390 h 723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2390">
                    <a:moveTo>
                      <a:pt x="0" y="0"/>
                    </a:moveTo>
                    <a:lnTo>
                      <a:pt x="0" y="7239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9AA91E7-4622-BA46-F449-15429D47EAF8}"/>
                  </a:ext>
                </a:extLst>
              </p:cNvPr>
              <p:cNvSpPr/>
              <p:nvPr/>
            </p:nvSpPr>
            <p:spPr>
              <a:xfrm>
                <a:off x="4583946" y="6317512"/>
                <a:ext cx="108585" cy="331597"/>
              </a:xfrm>
              <a:custGeom>
                <a:avLst/>
                <a:gdLst>
                  <a:gd name="csX0" fmla="*/ 0 w 108585"/>
                  <a:gd name="csY0" fmla="*/ 0 h 331597"/>
                  <a:gd name="csX1" fmla="*/ 0 w 108585"/>
                  <a:gd name="csY1" fmla="*/ 331597 h 331597"/>
                  <a:gd name="csX2" fmla="*/ 108585 w 108585"/>
                  <a:gd name="csY2" fmla="*/ 331597 h 331597"/>
                  <a:gd name="csX3" fmla="*/ 108585 w 108585"/>
                  <a:gd name="csY3" fmla="*/ 0 h 331597"/>
                  <a:gd name="csX4" fmla="*/ 0 w 108585"/>
                  <a:gd name="csY4" fmla="*/ 0 h 3315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331597">
                    <a:moveTo>
                      <a:pt x="0" y="0"/>
                    </a:moveTo>
                    <a:lnTo>
                      <a:pt x="0" y="331597"/>
                    </a:lnTo>
                    <a:lnTo>
                      <a:pt x="108585" y="331597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862E828A-C707-69E6-991D-4C1FEB472C9C}"/>
                  </a:ext>
                </a:extLst>
              </p:cNvPr>
              <p:cNvSpPr/>
              <p:nvPr/>
            </p:nvSpPr>
            <p:spPr>
              <a:xfrm>
                <a:off x="4583947" y="6407175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2160F244-A91C-5DA9-AFFA-67AD3C3E17F0}"/>
                  </a:ext>
                </a:extLst>
              </p:cNvPr>
              <p:cNvSpPr/>
              <p:nvPr/>
            </p:nvSpPr>
            <p:spPr>
              <a:xfrm>
                <a:off x="4764921" y="6738645"/>
                <a:ext cx="108585" cy="12700"/>
              </a:xfrm>
              <a:custGeom>
                <a:avLst/>
                <a:gdLst>
                  <a:gd name="csX0" fmla="*/ 0 w 108585"/>
                  <a:gd name="csY0" fmla="*/ 0 h 12700"/>
                  <a:gd name="csX1" fmla="*/ 0 w 108585"/>
                  <a:gd name="csY1" fmla="*/ 0 h 12700"/>
                  <a:gd name="csX2" fmla="*/ 108585 w 108585"/>
                  <a:gd name="csY2" fmla="*/ 0 h 12700"/>
                  <a:gd name="csX3" fmla="*/ 108585 w 108585"/>
                  <a:gd name="csY3" fmla="*/ 0 h 12700"/>
                  <a:gd name="csX4" fmla="*/ 0 w 108585"/>
                  <a:gd name="csY4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12700">
                    <a:moveTo>
                      <a:pt x="0" y="0"/>
                    </a:moveTo>
                    <a:lnTo>
                      <a:pt x="0" y="0"/>
                    </a:lnTo>
                    <a:lnTo>
                      <a:pt x="108585" y="0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E60E726D-1D04-0C9C-9A75-EE6A77F2FCC4}"/>
                  </a:ext>
                </a:extLst>
              </p:cNvPr>
              <p:cNvSpPr/>
              <p:nvPr/>
            </p:nvSpPr>
            <p:spPr>
              <a:xfrm>
                <a:off x="4764922" y="6738645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7" name="Freeform 1326">
                <a:extLst>
                  <a:ext uri="{FF2B5EF4-FFF2-40B4-BE49-F238E27FC236}">
                    <a16:creationId xmlns:a16="http://schemas.microsoft.com/office/drawing/2014/main" id="{C5B40EE1-D3EA-A2C1-900D-90D3F2F34DE5}"/>
                  </a:ext>
                </a:extLst>
              </p:cNvPr>
              <p:cNvSpPr/>
              <p:nvPr/>
            </p:nvSpPr>
            <p:spPr>
              <a:xfrm>
                <a:off x="5180974" y="6575069"/>
                <a:ext cx="12700" cy="15112"/>
              </a:xfrm>
              <a:custGeom>
                <a:avLst/>
                <a:gdLst>
                  <a:gd name="csX0" fmla="*/ 0 w 12700"/>
                  <a:gd name="csY0" fmla="*/ 15113 h 15112"/>
                  <a:gd name="csX1" fmla="*/ 0 w 12700"/>
                  <a:gd name="csY1" fmla="*/ 0 h 151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5112">
                    <a:moveTo>
                      <a:pt x="0" y="15113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8" name="Freeform 1327">
                <a:extLst>
                  <a:ext uri="{FF2B5EF4-FFF2-40B4-BE49-F238E27FC236}">
                    <a16:creationId xmlns:a16="http://schemas.microsoft.com/office/drawing/2014/main" id="{ABFF814F-42BE-A464-F95A-E11482524C93}"/>
                  </a:ext>
                </a:extLst>
              </p:cNvPr>
              <p:cNvSpPr/>
              <p:nvPr/>
            </p:nvSpPr>
            <p:spPr>
              <a:xfrm>
                <a:off x="5180974" y="6689623"/>
                <a:ext cx="12700" cy="38988"/>
              </a:xfrm>
              <a:custGeom>
                <a:avLst/>
                <a:gdLst>
                  <a:gd name="csX0" fmla="*/ 0 w 12700"/>
                  <a:gd name="csY0" fmla="*/ 0 h 38988"/>
                  <a:gd name="csX1" fmla="*/ 0 w 12700"/>
                  <a:gd name="csY1" fmla="*/ 38989 h 389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8988">
                    <a:moveTo>
                      <a:pt x="0" y="0"/>
                    </a:moveTo>
                    <a:lnTo>
                      <a:pt x="0" y="3898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29" name="Freeform 1328">
                <a:extLst>
                  <a:ext uri="{FF2B5EF4-FFF2-40B4-BE49-F238E27FC236}">
                    <a16:creationId xmlns:a16="http://schemas.microsoft.com/office/drawing/2014/main" id="{40360741-4274-9645-DDC5-A0368F7E3AA4}"/>
                  </a:ext>
                </a:extLst>
              </p:cNvPr>
              <p:cNvSpPr/>
              <p:nvPr/>
            </p:nvSpPr>
            <p:spPr>
              <a:xfrm>
                <a:off x="5126745" y="6590181"/>
                <a:ext cx="108458" cy="99441"/>
              </a:xfrm>
              <a:custGeom>
                <a:avLst/>
                <a:gdLst>
                  <a:gd name="csX0" fmla="*/ 0 w 108458"/>
                  <a:gd name="csY0" fmla="*/ 0 h 99441"/>
                  <a:gd name="csX1" fmla="*/ 0 w 108458"/>
                  <a:gd name="csY1" fmla="*/ 99441 h 99441"/>
                  <a:gd name="csX2" fmla="*/ 108458 w 108458"/>
                  <a:gd name="csY2" fmla="*/ 99441 h 99441"/>
                  <a:gd name="csX3" fmla="*/ 108458 w 108458"/>
                  <a:gd name="csY3" fmla="*/ 0 h 99441"/>
                  <a:gd name="csX4" fmla="*/ 0 w 108458"/>
                  <a:gd name="csY4" fmla="*/ 0 h 994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458" h="99441">
                    <a:moveTo>
                      <a:pt x="0" y="0"/>
                    </a:moveTo>
                    <a:lnTo>
                      <a:pt x="0" y="99441"/>
                    </a:lnTo>
                    <a:lnTo>
                      <a:pt x="108458" y="99441"/>
                    </a:lnTo>
                    <a:lnTo>
                      <a:pt x="1084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C4562BFD-440C-EC58-23E5-5B392AB1A944}"/>
                  </a:ext>
                </a:extLst>
              </p:cNvPr>
              <p:cNvSpPr/>
              <p:nvPr/>
            </p:nvSpPr>
            <p:spPr>
              <a:xfrm>
                <a:off x="5126745" y="6603517"/>
                <a:ext cx="108458" cy="12700"/>
              </a:xfrm>
              <a:custGeom>
                <a:avLst/>
                <a:gdLst>
                  <a:gd name="csX0" fmla="*/ 0 w 108458"/>
                  <a:gd name="csY0" fmla="*/ 0 h 12700"/>
                  <a:gd name="csX1" fmla="*/ 108458 w 10845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458" h="12700">
                    <a:moveTo>
                      <a:pt x="0" y="0"/>
                    </a:moveTo>
                    <a:lnTo>
                      <a:pt x="108458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BFD1CF06-1EFB-2D89-CC93-CD83D7CCEB1B}"/>
                  </a:ext>
                </a:extLst>
              </p:cNvPr>
              <p:cNvSpPr/>
              <p:nvPr/>
            </p:nvSpPr>
            <p:spPr>
              <a:xfrm>
                <a:off x="4635255" y="6288303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82F93561-8506-7A9D-0C10-8DCDC5B15DF1}"/>
                  </a:ext>
                </a:extLst>
              </p:cNvPr>
              <p:cNvSpPr/>
              <p:nvPr/>
            </p:nvSpPr>
            <p:spPr>
              <a:xfrm>
                <a:off x="4636017" y="6693179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C5725FDF-0614-9019-BEC9-F9CA076B2227}"/>
                  </a:ext>
                </a:extLst>
              </p:cNvPr>
              <p:cNvSpPr/>
              <p:nvPr/>
            </p:nvSpPr>
            <p:spPr>
              <a:xfrm>
                <a:off x="5155193" y="658459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2B7A43FF-357A-279C-2657-0F96F024BFFE}"/>
                  </a:ext>
                </a:extLst>
              </p:cNvPr>
              <p:cNvSpPr/>
              <p:nvPr/>
            </p:nvSpPr>
            <p:spPr>
              <a:xfrm>
                <a:off x="5174878" y="656821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5" name="Freeform 1334">
                <a:extLst>
                  <a:ext uri="{FF2B5EF4-FFF2-40B4-BE49-F238E27FC236}">
                    <a16:creationId xmlns:a16="http://schemas.microsoft.com/office/drawing/2014/main" id="{ABBA935A-AE48-834A-6ADC-D7C7F8C7AF90}"/>
                  </a:ext>
                </a:extLst>
              </p:cNvPr>
              <p:cNvSpPr/>
              <p:nvPr/>
            </p:nvSpPr>
            <p:spPr>
              <a:xfrm>
                <a:off x="4444501" y="6730136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6" name="Freeform 1335">
                <a:extLst>
                  <a:ext uri="{FF2B5EF4-FFF2-40B4-BE49-F238E27FC236}">
                    <a16:creationId xmlns:a16="http://schemas.microsoft.com/office/drawing/2014/main" id="{3BC741EE-A58C-5B7E-CCAA-0541E7D8C177}"/>
                  </a:ext>
                </a:extLst>
              </p:cNvPr>
              <p:cNvSpPr/>
              <p:nvPr/>
            </p:nvSpPr>
            <p:spPr>
              <a:xfrm>
                <a:off x="5163702" y="671019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7" name="Freeform 1336">
                <a:extLst>
                  <a:ext uri="{FF2B5EF4-FFF2-40B4-BE49-F238E27FC236}">
                    <a16:creationId xmlns:a16="http://schemas.microsoft.com/office/drawing/2014/main" id="{BF97B5C2-607E-549D-D8B2-90AA30B6B0EF}"/>
                  </a:ext>
                </a:extLst>
              </p:cNvPr>
              <p:cNvSpPr/>
              <p:nvPr/>
            </p:nvSpPr>
            <p:spPr>
              <a:xfrm>
                <a:off x="4447930" y="671451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8" name="Freeform 1337">
                <a:extLst>
                  <a:ext uri="{FF2B5EF4-FFF2-40B4-BE49-F238E27FC236}">
                    <a16:creationId xmlns:a16="http://schemas.microsoft.com/office/drawing/2014/main" id="{13CD02A1-59E7-0500-5C9A-3620E775775A}"/>
                  </a:ext>
                </a:extLst>
              </p:cNvPr>
              <p:cNvSpPr/>
              <p:nvPr/>
            </p:nvSpPr>
            <p:spPr>
              <a:xfrm>
                <a:off x="5149732" y="6585991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CC38140F-5631-7AE4-D0E5-2340E1AE5046}"/>
                  </a:ext>
                </a:extLst>
              </p:cNvPr>
              <p:cNvSpPr/>
              <p:nvPr/>
            </p:nvSpPr>
            <p:spPr>
              <a:xfrm>
                <a:off x="4445009" y="649429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32E67A33-9A86-4CDE-5BB0-4646ACC4666D}"/>
                  </a:ext>
                </a:extLst>
              </p:cNvPr>
              <p:cNvSpPr/>
              <p:nvPr/>
            </p:nvSpPr>
            <p:spPr>
              <a:xfrm>
                <a:off x="5170433" y="65566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AA473696-A048-F2DD-9A3B-05457B5C316F}"/>
                  </a:ext>
                </a:extLst>
              </p:cNvPr>
              <p:cNvSpPr/>
              <p:nvPr/>
            </p:nvSpPr>
            <p:spPr>
              <a:xfrm>
                <a:off x="4437770" y="6721754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6A84BE96-8C8D-E44C-EC42-EF2193A02A0A}"/>
                  </a:ext>
                </a:extLst>
              </p:cNvPr>
              <p:cNvSpPr/>
              <p:nvPr/>
            </p:nvSpPr>
            <p:spPr>
              <a:xfrm>
                <a:off x="4628143" y="644464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3" name="Freeform 1342">
                <a:extLst>
                  <a:ext uri="{FF2B5EF4-FFF2-40B4-BE49-F238E27FC236}">
                    <a16:creationId xmlns:a16="http://schemas.microsoft.com/office/drawing/2014/main" id="{AA8069F6-4027-6CEE-B950-DF8BA00CE6D5}"/>
                  </a:ext>
                </a:extLst>
              </p:cNvPr>
              <p:cNvSpPr/>
              <p:nvPr/>
            </p:nvSpPr>
            <p:spPr>
              <a:xfrm>
                <a:off x="5178688" y="6699910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4" name="Freeform 1343">
                <a:extLst>
                  <a:ext uri="{FF2B5EF4-FFF2-40B4-BE49-F238E27FC236}">
                    <a16:creationId xmlns:a16="http://schemas.microsoft.com/office/drawing/2014/main" id="{1B425627-2AC3-6777-5598-CAC187728627}"/>
                  </a:ext>
                </a:extLst>
              </p:cNvPr>
              <p:cNvSpPr/>
              <p:nvPr/>
            </p:nvSpPr>
            <p:spPr>
              <a:xfrm>
                <a:off x="4792227" y="672035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5" name="Freeform 1344">
                <a:extLst>
                  <a:ext uri="{FF2B5EF4-FFF2-40B4-BE49-F238E27FC236}">
                    <a16:creationId xmlns:a16="http://schemas.microsoft.com/office/drawing/2014/main" id="{D2D76256-A7F6-59CC-D95C-65A354A732F6}"/>
                  </a:ext>
                </a:extLst>
              </p:cNvPr>
              <p:cNvSpPr/>
              <p:nvPr/>
            </p:nvSpPr>
            <p:spPr>
              <a:xfrm>
                <a:off x="4618872" y="6333388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6" name="Freeform 1345">
                <a:extLst>
                  <a:ext uri="{FF2B5EF4-FFF2-40B4-BE49-F238E27FC236}">
                    <a16:creationId xmlns:a16="http://schemas.microsoft.com/office/drawing/2014/main" id="{23D3E4A8-04C2-C979-E001-F1ADE5E9D744}"/>
                  </a:ext>
                </a:extLst>
              </p:cNvPr>
              <p:cNvSpPr/>
              <p:nvPr/>
            </p:nvSpPr>
            <p:spPr>
              <a:xfrm>
                <a:off x="4997967" y="674753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034F9275-FA7D-4870-3593-1686C5FBAD85}"/>
                  </a:ext>
                </a:extLst>
              </p:cNvPr>
              <p:cNvSpPr/>
              <p:nvPr/>
            </p:nvSpPr>
            <p:spPr>
              <a:xfrm>
                <a:off x="4637541" y="6703847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29E46FCC-D128-BD38-282E-5095B92DF546}"/>
                  </a:ext>
                </a:extLst>
              </p:cNvPr>
              <p:cNvSpPr/>
              <p:nvPr/>
            </p:nvSpPr>
            <p:spPr>
              <a:xfrm>
                <a:off x="4606426" y="6271285"/>
                <a:ext cx="36068" cy="36068"/>
              </a:xfrm>
              <a:custGeom>
                <a:avLst/>
                <a:gdLst>
                  <a:gd name="csX0" fmla="*/ 36068 w 36068"/>
                  <a:gd name="csY0" fmla="*/ 18034 h 36068"/>
                  <a:gd name="csX1" fmla="*/ 18034 w 36068"/>
                  <a:gd name="csY1" fmla="*/ 36068 h 36068"/>
                  <a:gd name="csX2" fmla="*/ 0 w 36068"/>
                  <a:gd name="csY2" fmla="*/ 18034 h 36068"/>
                  <a:gd name="csX3" fmla="*/ 18034 w 36068"/>
                  <a:gd name="csY3" fmla="*/ 0 h 36068"/>
                  <a:gd name="csX4" fmla="*/ 36068 w 36068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8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49" name="TextBox 1348">
                <a:extLst>
                  <a:ext uri="{FF2B5EF4-FFF2-40B4-BE49-F238E27FC236}">
                    <a16:creationId xmlns:a16="http://schemas.microsoft.com/office/drawing/2014/main" id="{F85F2840-FD28-FFC7-04F6-D8044FF99168}"/>
                  </a:ext>
                </a:extLst>
              </p:cNvPr>
              <p:cNvSpPr txBox="1"/>
              <p:nvPr/>
            </p:nvSpPr>
            <p:spPr>
              <a:xfrm>
                <a:off x="4295606" y="6093046"/>
                <a:ext cx="562975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0.107</a:t>
                </a: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5D5C272F-6327-5ADE-BD5C-56E327EA2CBD}"/>
                  </a:ext>
                </a:extLst>
              </p:cNvPr>
              <p:cNvSpPr/>
              <p:nvPr/>
            </p:nvSpPr>
            <p:spPr>
              <a:xfrm>
                <a:off x="4457328" y="6238265"/>
                <a:ext cx="162814" cy="12700"/>
              </a:xfrm>
              <a:custGeom>
                <a:avLst/>
                <a:gdLst>
                  <a:gd name="csX0" fmla="*/ 0 w 162814"/>
                  <a:gd name="csY0" fmla="*/ 0 h 12700"/>
                  <a:gd name="csX1" fmla="*/ 162814 w 16281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2814" h="12700">
                    <a:moveTo>
                      <a:pt x="0" y="0"/>
                    </a:moveTo>
                    <a:lnTo>
                      <a:pt x="16281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51" name="TextBox 1350">
                <a:extLst>
                  <a:ext uri="{FF2B5EF4-FFF2-40B4-BE49-F238E27FC236}">
                    <a16:creationId xmlns:a16="http://schemas.microsoft.com/office/drawing/2014/main" id="{B617FCDA-8ED7-1928-CC5C-6FC7EBF6FDCB}"/>
                  </a:ext>
                </a:extLst>
              </p:cNvPr>
              <p:cNvSpPr txBox="1"/>
              <p:nvPr/>
            </p:nvSpPr>
            <p:spPr>
              <a:xfrm>
                <a:off x="4778053" y="6048288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352" name="Freeform 1351">
                <a:extLst>
                  <a:ext uri="{FF2B5EF4-FFF2-40B4-BE49-F238E27FC236}">
                    <a16:creationId xmlns:a16="http://schemas.microsoft.com/office/drawing/2014/main" id="{C3B74857-70D4-BEAF-FE56-CB52847FAEAD}"/>
                  </a:ext>
                </a:extLst>
              </p:cNvPr>
              <p:cNvSpPr/>
              <p:nvPr/>
            </p:nvSpPr>
            <p:spPr>
              <a:xfrm>
                <a:off x="4656337" y="6238265"/>
                <a:ext cx="524636" cy="12700"/>
              </a:xfrm>
              <a:custGeom>
                <a:avLst/>
                <a:gdLst>
                  <a:gd name="csX0" fmla="*/ 0 w 524636"/>
                  <a:gd name="csY0" fmla="*/ 0 h 12700"/>
                  <a:gd name="csX1" fmla="*/ 524637 w 52463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24636" h="12700">
                    <a:moveTo>
                      <a:pt x="0" y="0"/>
                    </a:moveTo>
                    <a:lnTo>
                      <a:pt x="52463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53" name="TextBox 1352">
                <a:extLst>
                  <a:ext uri="{FF2B5EF4-FFF2-40B4-BE49-F238E27FC236}">
                    <a16:creationId xmlns:a16="http://schemas.microsoft.com/office/drawing/2014/main" id="{4654666B-0F91-21C6-25E1-D9486F44CA2D}"/>
                  </a:ext>
                </a:extLst>
              </p:cNvPr>
              <p:cNvSpPr txBox="1"/>
              <p:nvPr/>
            </p:nvSpPr>
            <p:spPr>
              <a:xfrm>
                <a:off x="4576022" y="5970618"/>
                <a:ext cx="562975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0.679</a:t>
                </a:r>
              </a:p>
            </p:txBody>
          </p:sp>
          <p:sp>
            <p:nvSpPr>
              <p:cNvPr id="1354" name="Freeform 1353">
                <a:extLst>
                  <a:ext uri="{FF2B5EF4-FFF2-40B4-BE49-F238E27FC236}">
                    <a16:creationId xmlns:a16="http://schemas.microsoft.com/office/drawing/2014/main" id="{BB4F3BE0-3E93-4D4B-A9C4-24DD567260E7}"/>
                  </a:ext>
                </a:extLst>
              </p:cNvPr>
              <p:cNvSpPr/>
              <p:nvPr/>
            </p:nvSpPr>
            <p:spPr>
              <a:xfrm>
                <a:off x="4457328" y="6115837"/>
                <a:ext cx="723646" cy="12700"/>
              </a:xfrm>
              <a:custGeom>
                <a:avLst/>
                <a:gdLst>
                  <a:gd name="csX0" fmla="*/ 0 w 723646"/>
                  <a:gd name="csY0" fmla="*/ 0 h 12700"/>
                  <a:gd name="csX1" fmla="*/ 723646 w 72364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23646" h="12700">
                    <a:moveTo>
                      <a:pt x="0" y="0"/>
                    </a:moveTo>
                    <a:lnTo>
                      <a:pt x="723646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55" name="Graphic 919">
              <a:extLst>
                <a:ext uri="{FF2B5EF4-FFF2-40B4-BE49-F238E27FC236}">
                  <a16:creationId xmlns:a16="http://schemas.microsoft.com/office/drawing/2014/main" id="{3AB44F6F-7A95-884F-9C13-EE9CC8208D1F}"/>
                </a:ext>
              </a:extLst>
            </p:cNvPr>
            <p:cNvGrpSpPr/>
            <p:nvPr/>
          </p:nvGrpSpPr>
          <p:grpSpPr>
            <a:xfrm>
              <a:off x="3977174" y="5504971"/>
              <a:ext cx="1341440" cy="1539503"/>
              <a:chOff x="3977174" y="5504971"/>
              <a:chExt cx="1341440" cy="1539503"/>
            </a:xfrm>
          </p:grpSpPr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FB054AA-D590-6293-AE2B-FA4113A18497}"/>
                  </a:ext>
                </a:extLst>
              </p:cNvPr>
              <p:cNvSpPr/>
              <p:nvPr/>
            </p:nvSpPr>
            <p:spPr>
              <a:xfrm>
                <a:off x="4348743" y="6006236"/>
                <a:ext cx="12700" cy="796162"/>
              </a:xfrm>
              <a:custGeom>
                <a:avLst/>
                <a:gdLst>
                  <a:gd name="csX0" fmla="*/ 0 w 12700"/>
                  <a:gd name="csY0" fmla="*/ 796163 h 796162"/>
                  <a:gd name="csX1" fmla="*/ 0 w 12700"/>
                  <a:gd name="csY1" fmla="*/ 0 h 796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96162">
                    <a:moveTo>
                      <a:pt x="0" y="796163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57" name="TextBox 1356">
                <a:extLst>
                  <a:ext uri="{FF2B5EF4-FFF2-40B4-BE49-F238E27FC236}">
                    <a16:creationId xmlns:a16="http://schemas.microsoft.com/office/drawing/2014/main" id="{BBA1D2D1-FA5B-DA74-E92A-ED817EC52769}"/>
                  </a:ext>
                </a:extLst>
              </p:cNvPr>
              <p:cNvSpPr txBox="1"/>
              <p:nvPr/>
            </p:nvSpPr>
            <p:spPr>
              <a:xfrm>
                <a:off x="3977174" y="6670110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0.00</a:t>
                </a:r>
              </a:p>
            </p:txBody>
          </p:sp>
          <p:sp>
            <p:nvSpPr>
              <p:cNvPr id="1358" name="TextBox 1357">
                <a:extLst>
                  <a:ext uri="{FF2B5EF4-FFF2-40B4-BE49-F238E27FC236}">
                    <a16:creationId xmlns:a16="http://schemas.microsoft.com/office/drawing/2014/main" id="{E32FF12F-0FA1-AA8F-B1C5-6895BD6997CB}"/>
                  </a:ext>
                </a:extLst>
              </p:cNvPr>
              <p:cNvSpPr txBox="1"/>
              <p:nvPr/>
            </p:nvSpPr>
            <p:spPr>
              <a:xfrm>
                <a:off x="3977174" y="6475546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0.25</a:t>
                </a:r>
              </a:p>
            </p:txBody>
          </p:sp>
          <p:sp>
            <p:nvSpPr>
              <p:cNvPr id="1359" name="TextBox 1358">
                <a:extLst>
                  <a:ext uri="{FF2B5EF4-FFF2-40B4-BE49-F238E27FC236}">
                    <a16:creationId xmlns:a16="http://schemas.microsoft.com/office/drawing/2014/main" id="{E8FE25EC-3AD6-F46E-9EFB-711BB76B143C}"/>
                  </a:ext>
                </a:extLst>
              </p:cNvPr>
              <p:cNvSpPr txBox="1"/>
              <p:nvPr/>
            </p:nvSpPr>
            <p:spPr>
              <a:xfrm>
                <a:off x="3977174" y="6281109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0.50</a:t>
                </a:r>
              </a:p>
            </p:txBody>
          </p:sp>
          <p:sp>
            <p:nvSpPr>
              <p:cNvPr id="1360" name="TextBox 1359">
                <a:extLst>
                  <a:ext uri="{FF2B5EF4-FFF2-40B4-BE49-F238E27FC236}">
                    <a16:creationId xmlns:a16="http://schemas.microsoft.com/office/drawing/2014/main" id="{E29F61D4-07F9-FAB1-2A3C-375D6E56B206}"/>
                  </a:ext>
                </a:extLst>
              </p:cNvPr>
              <p:cNvSpPr txBox="1"/>
              <p:nvPr/>
            </p:nvSpPr>
            <p:spPr>
              <a:xfrm>
                <a:off x="3977174" y="6086672"/>
                <a:ext cx="43152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0.75</a:t>
                </a:r>
              </a:p>
            </p:txBody>
          </p:sp>
          <p:sp>
            <p:nvSpPr>
              <p:cNvPr id="1361" name="Freeform 1360">
                <a:extLst>
                  <a:ext uri="{FF2B5EF4-FFF2-40B4-BE49-F238E27FC236}">
                    <a16:creationId xmlns:a16="http://schemas.microsoft.com/office/drawing/2014/main" id="{74AE4BD8-C940-45DC-63FE-C09E69298CE6}"/>
                  </a:ext>
                </a:extLst>
              </p:cNvPr>
              <p:cNvSpPr/>
              <p:nvPr/>
            </p:nvSpPr>
            <p:spPr>
              <a:xfrm>
                <a:off x="4313944" y="6776998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2" name="Freeform 1361">
                <a:extLst>
                  <a:ext uri="{FF2B5EF4-FFF2-40B4-BE49-F238E27FC236}">
                    <a16:creationId xmlns:a16="http://schemas.microsoft.com/office/drawing/2014/main" id="{3825E093-9B35-8675-8585-356AABC0B034}"/>
                  </a:ext>
                </a:extLst>
              </p:cNvPr>
              <p:cNvSpPr/>
              <p:nvPr/>
            </p:nvSpPr>
            <p:spPr>
              <a:xfrm>
                <a:off x="4313944" y="6582434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834356E9-B8BF-246A-87AE-8205A2530CBE}"/>
                  </a:ext>
                </a:extLst>
              </p:cNvPr>
              <p:cNvSpPr/>
              <p:nvPr/>
            </p:nvSpPr>
            <p:spPr>
              <a:xfrm>
                <a:off x="4313944" y="6387997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D07F31EA-1787-1E95-3FB6-79CD76C7F6D1}"/>
                  </a:ext>
                </a:extLst>
              </p:cNvPr>
              <p:cNvSpPr/>
              <p:nvPr/>
            </p:nvSpPr>
            <p:spPr>
              <a:xfrm>
                <a:off x="4313944" y="6193561"/>
                <a:ext cx="34798" cy="12700"/>
              </a:xfrm>
              <a:custGeom>
                <a:avLst/>
                <a:gdLst>
                  <a:gd name="csX0" fmla="*/ 0 w 34798"/>
                  <a:gd name="csY0" fmla="*/ 0 h 12700"/>
                  <a:gd name="csX1" fmla="*/ 34798 w 3479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98" h="12700">
                    <a:moveTo>
                      <a:pt x="0" y="0"/>
                    </a:moveTo>
                    <a:lnTo>
                      <a:pt x="34798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D239694A-0B1E-78A8-43B1-37A486C4691E}"/>
                  </a:ext>
                </a:extLst>
              </p:cNvPr>
              <p:cNvSpPr/>
              <p:nvPr/>
            </p:nvSpPr>
            <p:spPr>
              <a:xfrm>
                <a:off x="4348743" y="6802398"/>
                <a:ext cx="940816" cy="12700"/>
              </a:xfrm>
              <a:custGeom>
                <a:avLst/>
                <a:gdLst>
                  <a:gd name="csX0" fmla="*/ 0 w 940816"/>
                  <a:gd name="csY0" fmla="*/ 0 h 12700"/>
                  <a:gd name="csX1" fmla="*/ 940816 w 94081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40816" h="12700">
                    <a:moveTo>
                      <a:pt x="0" y="0"/>
                    </a:moveTo>
                    <a:lnTo>
                      <a:pt x="940816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ECD90842-A502-767D-7898-15A0343D19FE}"/>
                  </a:ext>
                </a:extLst>
              </p:cNvPr>
              <p:cNvSpPr/>
              <p:nvPr/>
            </p:nvSpPr>
            <p:spPr>
              <a:xfrm>
                <a:off x="4457327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7" name="Freeform 1366">
                <a:extLst>
                  <a:ext uri="{FF2B5EF4-FFF2-40B4-BE49-F238E27FC236}">
                    <a16:creationId xmlns:a16="http://schemas.microsoft.com/office/drawing/2014/main" id="{11A1F7F7-20FE-5BCA-12A7-D9D186D58B2F}"/>
                  </a:ext>
                </a:extLst>
              </p:cNvPr>
              <p:cNvSpPr/>
              <p:nvPr/>
            </p:nvSpPr>
            <p:spPr>
              <a:xfrm>
                <a:off x="4638303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8" name="Freeform 1367">
                <a:extLst>
                  <a:ext uri="{FF2B5EF4-FFF2-40B4-BE49-F238E27FC236}">
                    <a16:creationId xmlns:a16="http://schemas.microsoft.com/office/drawing/2014/main" id="{F985911F-5D02-1005-ABE8-1CC2AFC2CEE3}"/>
                  </a:ext>
                </a:extLst>
              </p:cNvPr>
              <p:cNvSpPr/>
              <p:nvPr/>
            </p:nvSpPr>
            <p:spPr>
              <a:xfrm>
                <a:off x="4819151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69" name="Freeform 1368">
                <a:extLst>
                  <a:ext uri="{FF2B5EF4-FFF2-40B4-BE49-F238E27FC236}">
                    <a16:creationId xmlns:a16="http://schemas.microsoft.com/office/drawing/2014/main" id="{F547C175-C238-0E87-8C3A-BACE6221EB6D}"/>
                  </a:ext>
                </a:extLst>
              </p:cNvPr>
              <p:cNvSpPr/>
              <p:nvPr/>
            </p:nvSpPr>
            <p:spPr>
              <a:xfrm>
                <a:off x="5000126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70" name="Freeform 1369">
                <a:extLst>
                  <a:ext uri="{FF2B5EF4-FFF2-40B4-BE49-F238E27FC236}">
                    <a16:creationId xmlns:a16="http://schemas.microsoft.com/office/drawing/2014/main" id="{A433919C-6DAA-8F77-189E-F5B72F6A9253}"/>
                  </a:ext>
                </a:extLst>
              </p:cNvPr>
              <p:cNvSpPr/>
              <p:nvPr/>
            </p:nvSpPr>
            <p:spPr>
              <a:xfrm>
                <a:off x="5180973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71" name="TextBox 1370">
                <a:extLst>
                  <a:ext uri="{FF2B5EF4-FFF2-40B4-BE49-F238E27FC236}">
                    <a16:creationId xmlns:a16="http://schemas.microsoft.com/office/drawing/2014/main" id="{517C353B-F018-397F-AFDB-7329B50166AC}"/>
                  </a:ext>
                </a:extLst>
              </p:cNvPr>
              <p:cNvSpPr txBox="1"/>
              <p:nvPr/>
            </p:nvSpPr>
            <p:spPr>
              <a:xfrm>
                <a:off x="4319339" y="679825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372" name="TextBox 1371">
                <a:extLst>
                  <a:ext uri="{FF2B5EF4-FFF2-40B4-BE49-F238E27FC236}">
                    <a16:creationId xmlns:a16="http://schemas.microsoft.com/office/drawing/2014/main" id="{0F4FFAE9-051D-B37A-0778-2FDF8F437844}"/>
                  </a:ext>
                </a:extLst>
              </p:cNvPr>
              <p:cNvSpPr txBox="1"/>
              <p:nvPr/>
            </p:nvSpPr>
            <p:spPr>
              <a:xfrm>
                <a:off x="4531337" y="679825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373" name="TextBox 1372">
                <a:extLst>
                  <a:ext uri="{FF2B5EF4-FFF2-40B4-BE49-F238E27FC236}">
                    <a16:creationId xmlns:a16="http://schemas.microsoft.com/office/drawing/2014/main" id="{3579B4A9-6D46-35F3-0D6A-E7445D680D7F}"/>
                  </a:ext>
                </a:extLst>
              </p:cNvPr>
              <p:cNvSpPr txBox="1"/>
              <p:nvPr/>
            </p:nvSpPr>
            <p:spPr>
              <a:xfrm>
                <a:off x="4681107" y="679825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374" name="TextBox 1373">
                <a:extLst>
                  <a:ext uri="{FF2B5EF4-FFF2-40B4-BE49-F238E27FC236}">
                    <a16:creationId xmlns:a16="http://schemas.microsoft.com/office/drawing/2014/main" id="{C0661D3A-20DA-A33D-DBCE-5A08A86D695E}"/>
                  </a:ext>
                </a:extLst>
              </p:cNvPr>
              <p:cNvSpPr txBox="1"/>
              <p:nvPr/>
            </p:nvSpPr>
            <p:spPr>
              <a:xfrm>
                <a:off x="4834197" y="679825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375" name="TextBox 1374">
                <a:extLst>
                  <a:ext uri="{FF2B5EF4-FFF2-40B4-BE49-F238E27FC236}">
                    <a16:creationId xmlns:a16="http://schemas.microsoft.com/office/drawing/2014/main" id="{082C751E-25A4-C876-0520-BD7913F3BBA1}"/>
                  </a:ext>
                </a:extLst>
              </p:cNvPr>
              <p:cNvSpPr txBox="1"/>
              <p:nvPr/>
            </p:nvSpPr>
            <p:spPr>
              <a:xfrm>
                <a:off x="5055400" y="679825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377" name="TextBox 1376">
                <a:extLst>
                  <a:ext uri="{FF2B5EF4-FFF2-40B4-BE49-F238E27FC236}">
                    <a16:creationId xmlns:a16="http://schemas.microsoft.com/office/drawing/2014/main" id="{0B8B87DF-F5A5-C4D1-0D06-97705D41C1AF}"/>
                  </a:ext>
                </a:extLst>
              </p:cNvPr>
              <p:cNvSpPr txBox="1"/>
              <p:nvPr/>
            </p:nvSpPr>
            <p:spPr>
              <a:xfrm>
                <a:off x="4257303" y="5734989"/>
                <a:ext cx="963725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5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pos vs neg: *</a:t>
                </a:r>
              </a:p>
            </p:txBody>
          </p:sp>
          <p:sp>
            <p:nvSpPr>
              <p:cNvPr id="1378" name="TextBox 1377">
                <a:extLst>
                  <a:ext uri="{FF2B5EF4-FFF2-40B4-BE49-F238E27FC236}">
                    <a16:creationId xmlns:a16="http://schemas.microsoft.com/office/drawing/2014/main" id="{C9AFB9A7-BD21-A255-0DA2-DD32D3B89B6D}"/>
                  </a:ext>
                </a:extLst>
              </p:cNvPr>
              <p:cNvSpPr txBox="1"/>
              <p:nvPr/>
            </p:nvSpPr>
            <p:spPr>
              <a:xfrm>
                <a:off x="4435161" y="5504971"/>
                <a:ext cx="627095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nrh1</a:t>
                </a:r>
                <a:r>
                  <a:rPr lang="en-US" sz="11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+</a:t>
                </a:r>
              </a:p>
            </p:txBody>
          </p:sp>
        </p:grpSp>
        <p:grpSp>
          <p:nvGrpSpPr>
            <p:cNvPr id="1379" name="Graphic 919">
              <a:extLst>
                <a:ext uri="{FF2B5EF4-FFF2-40B4-BE49-F238E27FC236}">
                  <a16:creationId xmlns:a16="http://schemas.microsoft.com/office/drawing/2014/main" id="{5D755BCF-E488-3C54-CF72-A8BA6BB04D68}"/>
                </a:ext>
              </a:extLst>
            </p:cNvPr>
            <p:cNvGrpSpPr/>
            <p:nvPr/>
          </p:nvGrpSpPr>
          <p:grpSpPr>
            <a:xfrm>
              <a:off x="5375487" y="5920544"/>
              <a:ext cx="993952" cy="881855"/>
              <a:chOff x="5375487" y="5920544"/>
              <a:chExt cx="993952" cy="881855"/>
            </a:xfrm>
          </p:grpSpPr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6865B226-2BE4-A32E-45D5-5519E76823BC}"/>
                  </a:ext>
                </a:extLst>
              </p:cNvPr>
              <p:cNvSpPr/>
              <p:nvPr/>
            </p:nvSpPr>
            <p:spPr>
              <a:xfrm>
                <a:off x="5428751" y="6006236"/>
                <a:ext cx="940688" cy="796163"/>
              </a:xfrm>
              <a:custGeom>
                <a:avLst/>
                <a:gdLst>
                  <a:gd name="csX0" fmla="*/ 0 w 940688"/>
                  <a:gd name="csY0" fmla="*/ 0 h 796163"/>
                  <a:gd name="csX1" fmla="*/ 940689 w 940688"/>
                  <a:gd name="csY1" fmla="*/ 0 h 796163"/>
                  <a:gd name="csX2" fmla="*/ 940689 w 940688"/>
                  <a:gd name="csY2" fmla="*/ 796163 h 796163"/>
                  <a:gd name="csX3" fmla="*/ 0 w 940688"/>
                  <a:gd name="csY3" fmla="*/ 796163 h 7961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940688" h="796163">
                    <a:moveTo>
                      <a:pt x="0" y="0"/>
                    </a:moveTo>
                    <a:lnTo>
                      <a:pt x="940689" y="0"/>
                    </a:lnTo>
                    <a:lnTo>
                      <a:pt x="940689" y="796163"/>
                    </a:lnTo>
                    <a:lnTo>
                      <a:pt x="0" y="796163"/>
                    </a:lnTo>
                    <a:close/>
                  </a:path>
                </a:pathLst>
              </a:custGeom>
              <a:solidFill>
                <a:srgbClr val="FFFFFF"/>
              </a:solidFill>
              <a:ln w="13589" cap="rnd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658EC23F-3AB4-EFB9-6BEE-E51C21F5DC20}"/>
                  </a:ext>
                </a:extLst>
              </p:cNvPr>
              <p:cNvSpPr/>
              <p:nvPr/>
            </p:nvSpPr>
            <p:spPr>
              <a:xfrm>
                <a:off x="5537209" y="6287287"/>
                <a:ext cx="12700" cy="42799"/>
              </a:xfrm>
              <a:custGeom>
                <a:avLst/>
                <a:gdLst>
                  <a:gd name="csX0" fmla="*/ 0 w 12700"/>
                  <a:gd name="csY0" fmla="*/ 42799 h 42799"/>
                  <a:gd name="csX1" fmla="*/ 0 w 12700"/>
                  <a:gd name="csY1" fmla="*/ 0 h 427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42799">
                    <a:moveTo>
                      <a:pt x="0" y="4279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175729D2-5E15-9A67-67CE-1E494BA7E6CF}"/>
                  </a:ext>
                </a:extLst>
              </p:cNvPr>
              <p:cNvSpPr/>
              <p:nvPr/>
            </p:nvSpPr>
            <p:spPr>
              <a:xfrm>
                <a:off x="5537209" y="6381648"/>
                <a:ext cx="12700" cy="7874"/>
              </a:xfrm>
              <a:custGeom>
                <a:avLst/>
                <a:gdLst>
                  <a:gd name="csX0" fmla="*/ 0 w 12700"/>
                  <a:gd name="csY0" fmla="*/ 0 h 7874"/>
                  <a:gd name="csX1" fmla="*/ 0 w 12700"/>
                  <a:gd name="csY1" fmla="*/ 7874 h 787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7874">
                    <a:moveTo>
                      <a:pt x="0" y="0"/>
                    </a:moveTo>
                    <a:lnTo>
                      <a:pt x="0" y="7874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71B12046-3ED2-425D-3C8E-D75EE85990A5}"/>
                  </a:ext>
                </a:extLst>
              </p:cNvPr>
              <p:cNvSpPr/>
              <p:nvPr/>
            </p:nvSpPr>
            <p:spPr>
              <a:xfrm>
                <a:off x="5482980" y="6330086"/>
                <a:ext cx="108584" cy="51561"/>
              </a:xfrm>
              <a:custGeom>
                <a:avLst/>
                <a:gdLst>
                  <a:gd name="csX0" fmla="*/ 0 w 108584"/>
                  <a:gd name="csY0" fmla="*/ 0 h 51561"/>
                  <a:gd name="csX1" fmla="*/ 0 w 108584"/>
                  <a:gd name="csY1" fmla="*/ 51562 h 51561"/>
                  <a:gd name="csX2" fmla="*/ 108585 w 108584"/>
                  <a:gd name="csY2" fmla="*/ 51562 h 51561"/>
                  <a:gd name="csX3" fmla="*/ 108585 w 108584"/>
                  <a:gd name="csY3" fmla="*/ 0 h 51561"/>
                  <a:gd name="csX4" fmla="*/ 0 w 108584"/>
                  <a:gd name="csY4" fmla="*/ 0 h 515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4" h="51561">
                    <a:moveTo>
                      <a:pt x="0" y="0"/>
                    </a:moveTo>
                    <a:lnTo>
                      <a:pt x="0" y="51562"/>
                    </a:lnTo>
                    <a:lnTo>
                      <a:pt x="108585" y="51562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5B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9785884D-F9DA-7F35-4A3F-52C5DCDA675B}"/>
                  </a:ext>
                </a:extLst>
              </p:cNvPr>
              <p:cNvSpPr/>
              <p:nvPr/>
            </p:nvSpPr>
            <p:spPr>
              <a:xfrm>
                <a:off x="5482980" y="6353835"/>
                <a:ext cx="108584" cy="12700"/>
              </a:xfrm>
              <a:custGeom>
                <a:avLst/>
                <a:gdLst>
                  <a:gd name="csX0" fmla="*/ 0 w 108584"/>
                  <a:gd name="csY0" fmla="*/ 0 h 12700"/>
                  <a:gd name="csX1" fmla="*/ 108585 w 10858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4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5" name="Freeform 1384">
                <a:extLst>
                  <a:ext uri="{FF2B5EF4-FFF2-40B4-BE49-F238E27FC236}">
                    <a16:creationId xmlns:a16="http://schemas.microsoft.com/office/drawing/2014/main" id="{2A6D4A47-9D90-A525-F150-3C5B661D2094}"/>
                  </a:ext>
                </a:extLst>
              </p:cNvPr>
              <p:cNvSpPr/>
              <p:nvPr/>
            </p:nvSpPr>
            <p:spPr>
              <a:xfrm>
                <a:off x="5718184" y="6300749"/>
                <a:ext cx="12700" cy="14351"/>
              </a:xfrm>
              <a:custGeom>
                <a:avLst/>
                <a:gdLst>
                  <a:gd name="csX0" fmla="*/ 0 w 12700"/>
                  <a:gd name="csY0" fmla="*/ 14351 h 14351"/>
                  <a:gd name="csX1" fmla="*/ 0 w 12700"/>
                  <a:gd name="csY1" fmla="*/ 0 h 143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14351">
                    <a:moveTo>
                      <a:pt x="0" y="1435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6" name="Freeform 1385">
                <a:extLst>
                  <a:ext uri="{FF2B5EF4-FFF2-40B4-BE49-F238E27FC236}">
                    <a16:creationId xmlns:a16="http://schemas.microsoft.com/office/drawing/2014/main" id="{E66D0039-6780-B820-0CB2-3F0A58E4A134}"/>
                  </a:ext>
                </a:extLst>
              </p:cNvPr>
              <p:cNvSpPr/>
              <p:nvPr/>
            </p:nvSpPr>
            <p:spPr>
              <a:xfrm>
                <a:off x="5718184" y="6345834"/>
                <a:ext cx="12700" cy="37592"/>
              </a:xfrm>
              <a:custGeom>
                <a:avLst/>
                <a:gdLst>
                  <a:gd name="csX0" fmla="*/ 0 w 12700"/>
                  <a:gd name="csY0" fmla="*/ 0 h 37592"/>
                  <a:gd name="csX1" fmla="*/ 0 w 12700"/>
                  <a:gd name="csY1" fmla="*/ 37592 h 3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7592">
                    <a:moveTo>
                      <a:pt x="0" y="0"/>
                    </a:moveTo>
                    <a:lnTo>
                      <a:pt x="0" y="37592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DE3FD86B-297D-7CAA-A465-6CFA9C7CB7F7}"/>
                  </a:ext>
                </a:extLst>
              </p:cNvPr>
              <p:cNvSpPr/>
              <p:nvPr/>
            </p:nvSpPr>
            <p:spPr>
              <a:xfrm>
                <a:off x="5663955" y="6315100"/>
                <a:ext cx="108457" cy="30733"/>
              </a:xfrm>
              <a:custGeom>
                <a:avLst/>
                <a:gdLst>
                  <a:gd name="csX0" fmla="*/ 0 w 108457"/>
                  <a:gd name="csY0" fmla="*/ 0 h 30733"/>
                  <a:gd name="csX1" fmla="*/ 0 w 108457"/>
                  <a:gd name="csY1" fmla="*/ 30734 h 30733"/>
                  <a:gd name="csX2" fmla="*/ 108458 w 108457"/>
                  <a:gd name="csY2" fmla="*/ 30734 h 30733"/>
                  <a:gd name="csX3" fmla="*/ 108458 w 108457"/>
                  <a:gd name="csY3" fmla="*/ 0 h 30733"/>
                  <a:gd name="csX4" fmla="*/ 0 w 108457"/>
                  <a:gd name="csY4" fmla="*/ 0 h 307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457" h="30733">
                    <a:moveTo>
                      <a:pt x="0" y="0"/>
                    </a:moveTo>
                    <a:lnTo>
                      <a:pt x="0" y="30734"/>
                    </a:lnTo>
                    <a:lnTo>
                      <a:pt x="108458" y="30734"/>
                    </a:lnTo>
                    <a:lnTo>
                      <a:pt x="1084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B265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40C5C8F1-143D-19F2-7892-9D8440D506C6}"/>
                  </a:ext>
                </a:extLst>
              </p:cNvPr>
              <p:cNvSpPr/>
              <p:nvPr/>
            </p:nvSpPr>
            <p:spPr>
              <a:xfrm>
                <a:off x="5663955" y="6333896"/>
                <a:ext cx="108457" cy="12700"/>
              </a:xfrm>
              <a:custGeom>
                <a:avLst/>
                <a:gdLst>
                  <a:gd name="csX0" fmla="*/ 0 w 108457"/>
                  <a:gd name="csY0" fmla="*/ 0 h 12700"/>
                  <a:gd name="csX1" fmla="*/ 108458 w 10845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457" h="12700">
                    <a:moveTo>
                      <a:pt x="0" y="0"/>
                    </a:moveTo>
                    <a:lnTo>
                      <a:pt x="108458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FC79B315-0943-99AD-07EB-F2830E6EB31E}"/>
                  </a:ext>
                </a:extLst>
              </p:cNvPr>
              <p:cNvSpPr/>
              <p:nvPr/>
            </p:nvSpPr>
            <p:spPr>
              <a:xfrm>
                <a:off x="5899032" y="6338722"/>
                <a:ext cx="12700" cy="33909"/>
              </a:xfrm>
              <a:custGeom>
                <a:avLst/>
                <a:gdLst>
                  <a:gd name="csX0" fmla="*/ 0 w 12700"/>
                  <a:gd name="csY0" fmla="*/ 33909 h 33909"/>
                  <a:gd name="csX1" fmla="*/ 0 w 12700"/>
                  <a:gd name="csY1" fmla="*/ 0 h 339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3909">
                    <a:moveTo>
                      <a:pt x="0" y="33909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A5831F37-74F7-570F-2AB1-D3EBB9DBE48F}"/>
                  </a:ext>
                </a:extLst>
              </p:cNvPr>
              <p:cNvSpPr/>
              <p:nvPr/>
            </p:nvSpPr>
            <p:spPr>
              <a:xfrm>
                <a:off x="5899032" y="6440322"/>
                <a:ext cx="12700" cy="33909"/>
              </a:xfrm>
              <a:custGeom>
                <a:avLst/>
                <a:gdLst>
                  <a:gd name="csX0" fmla="*/ 0 w 12700"/>
                  <a:gd name="csY0" fmla="*/ 0 h 33909"/>
                  <a:gd name="csX1" fmla="*/ 0 w 12700"/>
                  <a:gd name="csY1" fmla="*/ 33909 h 339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3909">
                    <a:moveTo>
                      <a:pt x="0" y="0"/>
                    </a:moveTo>
                    <a:lnTo>
                      <a:pt x="0" y="33909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1" name="Freeform 1390">
                <a:extLst>
                  <a:ext uri="{FF2B5EF4-FFF2-40B4-BE49-F238E27FC236}">
                    <a16:creationId xmlns:a16="http://schemas.microsoft.com/office/drawing/2014/main" id="{717FFC5A-EDAE-BBB0-5A52-21AC96163AD2}"/>
                  </a:ext>
                </a:extLst>
              </p:cNvPr>
              <p:cNvSpPr/>
              <p:nvPr/>
            </p:nvSpPr>
            <p:spPr>
              <a:xfrm>
                <a:off x="5844802" y="6372631"/>
                <a:ext cx="108585" cy="67691"/>
              </a:xfrm>
              <a:custGeom>
                <a:avLst/>
                <a:gdLst>
                  <a:gd name="csX0" fmla="*/ 0 w 108585"/>
                  <a:gd name="csY0" fmla="*/ 0 h 67691"/>
                  <a:gd name="csX1" fmla="*/ 0 w 108585"/>
                  <a:gd name="csY1" fmla="*/ 67691 h 67691"/>
                  <a:gd name="csX2" fmla="*/ 108585 w 108585"/>
                  <a:gd name="csY2" fmla="*/ 67691 h 67691"/>
                  <a:gd name="csX3" fmla="*/ 108585 w 108585"/>
                  <a:gd name="csY3" fmla="*/ 0 h 67691"/>
                  <a:gd name="csX4" fmla="*/ 0 w 108585"/>
                  <a:gd name="csY4" fmla="*/ 0 h 676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67691">
                    <a:moveTo>
                      <a:pt x="0" y="0"/>
                    </a:moveTo>
                    <a:lnTo>
                      <a:pt x="0" y="67691"/>
                    </a:lnTo>
                    <a:lnTo>
                      <a:pt x="108585" y="67691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56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2" name="Freeform 1391">
                <a:extLst>
                  <a:ext uri="{FF2B5EF4-FFF2-40B4-BE49-F238E27FC236}">
                    <a16:creationId xmlns:a16="http://schemas.microsoft.com/office/drawing/2014/main" id="{0F7B9ED8-F78B-447E-6821-04DEC9550A23}"/>
                  </a:ext>
                </a:extLst>
              </p:cNvPr>
              <p:cNvSpPr/>
              <p:nvPr/>
            </p:nvSpPr>
            <p:spPr>
              <a:xfrm>
                <a:off x="5844803" y="6406413"/>
                <a:ext cx="108585" cy="12700"/>
              </a:xfrm>
              <a:custGeom>
                <a:avLst/>
                <a:gdLst>
                  <a:gd name="csX0" fmla="*/ 0 w 108585"/>
                  <a:gd name="csY0" fmla="*/ 0 h 12700"/>
                  <a:gd name="csX1" fmla="*/ 108585 w 10858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5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3" name="Freeform 1392">
                <a:extLst>
                  <a:ext uri="{FF2B5EF4-FFF2-40B4-BE49-F238E27FC236}">
                    <a16:creationId xmlns:a16="http://schemas.microsoft.com/office/drawing/2014/main" id="{FB759594-E990-8315-029B-D7148DB3B9E1}"/>
                  </a:ext>
                </a:extLst>
              </p:cNvPr>
              <p:cNvSpPr/>
              <p:nvPr/>
            </p:nvSpPr>
            <p:spPr>
              <a:xfrm>
                <a:off x="6260855" y="6349390"/>
                <a:ext cx="12700" cy="21971"/>
              </a:xfrm>
              <a:custGeom>
                <a:avLst/>
                <a:gdLst>
                  <a:gd name="csX0" fmla="*/ 0 w 12700"/>
                  <a:gd name="csY0" fmla="*/ 21971 h 21971"/>
                  <a:gd name="csX1" fmla="*/ 0 w 12700"/>
                  <a:gd name="csY1" fmla="*/ 0 h 219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1971">
                    <a:moveTo>
                      <a:pt x="0" y="21971"/>
                    </a:moveTo>
                    <a:lnTo>
                      <a:pt x="0" y="0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4" name="Freeform 1393">
                <a:extLst>
                  <a:ext uri="{FF2B5EF4-FFF2-40B4-BE49-F238E27FC236}">
                    <a16:creationId xmlns:a16="http://schemas.microsoft.com/office/drawing/2014/main" id="{C20B3202-A066-70FE-1D26-15A3EFC75ABE}"/>
                  </a:ext>
                </a:extLst>
              </p:cNvPr>
              <p:cNvSpPr/>
              <p:nvPr/>
            </p:nvSpPr>
            <p:spPr>
              <a:xfrm>
                <a:off x="6260855" y="6454673"/>
                <a:ext cx="12700" cy="27685"/>
              </a:xfrm>
              <a:custGeom>
                <a:avLst/>
                <a:gdLst>
                  <a:gd name="csX0" fmla="*/ 0 w 12700"/>
                  <a:gd name="csY0" fmla="*/ 0 h 27685"/>
                  <a:gd name="csX1" fmla="*/ 0 w 12700"/>
                  <a:gd name="csY1" fmla="*/ 27686 h 276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27685">
                    <a:moveTo>
                      <a:pt x="0" y="0"/>
                    </a:moveTo>
                    <a:lnTo>
                      <a:pt x="0" y="27686"/>
                    </a:lnTo>
                  </a:path>
                </a:pathLst>
              </a:custGeom>
              <a:ln w="13589" cap="flat">
                <a:solidFill>
                  <a:srgbClr val="333333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E4A76AD0-8E29-D626-DC0E-0EEE42F0A219}"/>
                  </a:ext>
                </a:extLst>
              </p:cNvPr>
              <p:cNvSpPr/>
              <p:nvPr/>
            </p:nvSpPr>
            <p:spPr>
              <a:xfrm>
                <a:off x="6206626" y="6371361"/>
                <a:ext cx="108585" cy="83311"/>
              </a:xfrm>
              <a:custGeom>
                <a:avLst/>
                <a:gdLst>
                  <a:gd name="csX0" fmla="*/ 0 w 108585"/>
                  <a:gd name="csY0" fmla="*/ 0 h 83311"/>
                  <a:gd name="csX1" fmla="*/ 0 w 108585"/>
                  <a:gd name="csY1" fmla="*/ 83312 h 83311"/>
                  <a:gd name="csX2" fmla="*/ 108585 w 108585"/>
                  <a:gd name="csY2" fmla="*/ 83312 h 83311"/>
                  <a:gd name="csX3" fmla="*/ 108585 w 108585"/>
                  <a:gd name="csY3" fmla="*/ 0 h 83311"/>
                  <a:gd name="csX4" fmla="*/ 0 w 108585"/>
                  <a:gd name="csY4" fmla="*/ 0 h 833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08585" h="83311">
                    <a:moveTo>
                      <a:pt x="0" y="0"/>
                    </a:moveTo>
                    <a:lnTo>
                      <a:pt x="0" y="83312"/>
                    </a:lnTo>
                    <a:lnTo>
                      <a:pt x="108585" y="83312"/>
                    </a:lnTo>
                    <a:lnTo>
                      <a:pt x="1085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00"/>
              </a:solidFill>
              <a:ln w="13589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34720908-6E0A-38A3-9E1B-345CAB8E5D1B}"/>
                  </a:ext>
                </a:extLst>
              </p:cNvPr>
              <p:cNvSpPr/>
              <p:nvPr/>
            </p:nvSpPr>
            <p:spPr>
              <a:xfrm>
                <a:off x="6206626" y="6392316"/>
                <a:ext cx="108585" cy="12700"/>
              </a:xfrm>
              <a:custGeom>
                <a:avLst/>
                <a:gdLst>
                  <a:gd name="csX0" fmla="*/ 0 w 108585"/>
                  <a:gd name="csY0" fmla="*/ 0 h 12700"/>
                  <a:gd name="csX1" fmla="*/ 108585 w 108585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8585" h="12700">
                    <a:moveTo>
                      <a:pt x="0" y="0"/>
                    </a:moveTo>
                    <a:lnTo>
                      <a:pt x="108585" y="0"/>
                    </a:lnTo>
                  </a:path>
                </a:pathLst>
              </a:custGeom>
              <a:ln w="27051" cap="flat">
                <a:solidFill>
                  <a:srgbClr val="333333"/>
                </a:solidFill>
                <a:prstDash val="solid"/>
                <a:miter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A9D2D5C6-57FA-8DDE-1A23-E1A081EAA022}"/>
                  </a:ext>
                </a:extLst>
              </p:cNvPr>
              <p:cNvSpPr/>
              <p:nvPr/>
            </p:nvSpPr>
            <p:spPr>
              <a:xfrm>
                <a:off x="5896111" y="6456197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87CBCA94-F297-7787-44F5-5E03A406F2F2}"/>
                  </a:ext>
                </a:extLst>
              </p:cNvPr>
              <p:cNvSpPr/>
              <p:nvPr/>
            </p:nvSpPr>
            <p:spPr>
              <a:xfrm>
                <a:off x="5715898" y="632907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9" name="Freeform 1398">
                <a:extLst>
                  <a:ext uri="{FF2B5EF4-FFF2-40B4-BE49-F238E27FC236}">
                    <a16:creationId xmlns:a16="http://schemas.microsoft.com/office/drawing/2014/main" id="{4AC81B36-BE9D-FEE5-B14D-587EEEED659C}"/>
                  </a:ext>
                </a:extLst>
              </p:cNvPr>
              <p:cNvSpPr/>
              <p:nvPr/>
            </p:nvSpPr>
            <p:spPr>
              <a:xfrm>
                <a:off x="5692403" y="628271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0" name="Freeform 1399">
                <a:extLst>
                  <a:ext uri="{FF2B5EF4-FFF2-40B4-BE49-F238E27FC236}">
                    <a16:creationId xmlns:a16="http://schemas.microsoft.com/office/drawing/2014/main" id="{1CEF393A-CCED-C49A-321E-AABC99FF3ADD}"/>
                  </a:ext>
                </a:extLst>
              </p:cNvPr>
              <p:cNvSpPr/>
              <p:nvPr/>
            </p:nvSpPr>
            <p:spPr>
              <a:xfrm>
                <a:off x="6254886" y="634685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1" name="Freeform 1400">
                <a:extLst>
                  <a:ext uri="{FF2B5EF4-FFF2-40B4-BE49-F238E27FC236}">
                    <a16:creationId xmlns:a16="http://schemas.microsoft.com/office/drawing/2014/main" id="{83FDF2EB-655C-C998-18CF-3F5E34384115}"/>
                  </a:ext>
                </a:extLst>
              </p:cNvPr>
              <p:cNvSpPr/>
              <p:nvPr/>
            </p:nvSpPr>
            <p:spPr>
              <a:xfrm>
                <a:off x="5524382" y="630557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2" name="Freeform 1401">
                <a:extLst>
                  <a:ext uri="{FF2B5EF4-FFF2-40B4-BE49-F238E27FC236}">
                    <a16:creationId xmlns:a16="http://schemas.microsoft.com/office/drawing/2014/main" id="{2729F581-BB0A-2F9C-AD94-93F9208CFB6C}"/>
                  </a:ext>
                </a:extLst>
              </p:cNvPr>
              <p:cNvSpPr/>
              <p:nvPr/>
            </p:nvSpPr>
            <p:spPr>
              <a:xfrm>
                <a:off x="6243583" y="645683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CC93F948-A85A-330B-A51A-2150BBE1274F}"/>
                  </a:ext>
                </a:extLst>
              </p:cNvPr>
              <p:cNvSpPr/>
              <p:nvPr/>
            </p:nvSpPr>
            <p:spPr>
              <a:xfrm>
                <a:off x="5527811" y="626925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83A4BB7E-0E88-13B1-54B6-E754D81777C0}"/>
                  </a:ext>
                </a:extLst>
              </p:cNvPr>
              <p:cNvSpPr/>
              <p:nvPr/>
            </p:nvSpPr>
            <p:spPr>
              <a:xfrm>
                <a:off x="6229613" y="6464325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DD7B81FA-37EC-D5AC-9952-AD7297ADC2BB}"/>
                  </a:ext>
                </a:extLst>
              </p:cNvPr>
              <p:cNvSpPr/>
              <p:nvPr/>
            </p:nvSpPr>
            <p:spPr>
              <a:xfrm>
                <a:off x="5524890" y="637148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89DD2C4C-4745-DAF1-FA5C-B242BBF28DC4}"/>
                  </a:ext>
                </a:extLst>
              </p:cNvPr>
              <p:cNvSpPr/>
              <p:nvPr/>
            </p:nvSpPr>
            <p:spPr>
              <a:xfrm>
                <a:off x="6250314" y="637250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7" name="Freeform 1406">
                <a:extLst>
                  <a:ext uri="{FF2B5EF4-FFF2-40B4-BE49-F238E27FC236}">
                    <a16:creationId xmlns:a16="http://schemas.microsoft.com/office/drawing/2014/main" id="{DBAC14E8-6030-55C8-C42A-F02F87CA84A7}"/>
                  </a:ext>
                </a:extLst>
              </p:cNvPr>
              <p:cNvSpPr/>
              <p:nvPr/>
            </p:nvSpPr>
            <p:spPr>
              <a:xfrm>
                <a:off x="5517651" y="634011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8" name="Freeform 1407">
                <a:extLst>
                  <a:ext uri="{FF2B5EF4-FFF2-40B4-BE49-F238E27FC236}">
                    <a16:creationId xmlns:a16="http://schemas.microsoft.com/office/drawing/2014/main" id="{421CBA3D-8FF7-C1C3-188B-455A514B3AE9}"/>
                  </a:ext>
                </a:extLst>
              </p:cNvPr>
              <p:cNvSpPr/>
              <p:nvPr/>
            </p:nvSpPr>
            <p:spPr>
              <a:xfrm>
                <a:off x="6250822" y="6376060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9" name="Freeform 1408">
                <a:extLst>
                  <a:ext uri="{FF2B5EF4-FFF2-40B4-BE49-F238E27FC236}">
                    <a16:creationId xmlns:a16="http://schemas.microsoft.com/office/drawing/2014/main" id="{6675F4DF-7773-821A-1818-036CC46ADD6E}"/>
                  </a:ext>
                </a:extLst>
              </p:cNvPr>
              <p:cNvSpPr/>
              <p:nvPr/>
            </p:nvSpPr>
            <p:spPr>
              <a:xfrm>
                <a:off x="5534923" y="6458864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0" name="Freeform 1409">
                <a:extLst>
                  <a:ext uri="{FF2B5EF4-FFF2-40B4-BE49-F238E27FC236}">
                    <a16:creationId xmlns:a16="http://schemas.microsoft.com/office/drawing/2014/main" id="{1B51A1A3-1559-8FA5-6542-153D0DA3BDE6}"/>
                  </a:ext>
                </a:extLst>
              </p:cNvPr>
              <p:cNvSpPr/>
              <p:nvPr/>
            </p:nvSpPr>
            <p:spPr>
              <a:xfrm>
                <a:off x="5691260" y="631586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1B7CDFB4-DA26-8B60-DBB6-677FB97DE86D}"/>
                  </a:ext>
                </a:extLst>
              </p:cNvPr>
              <p:cNvSpPr/>
              <p:nvPr/>
            </p:nvSpPr>
            <p:spPr>
              <a:xfrm>
                <a:off x="6241551" y="633148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4E84578D-B238-E5C2-5D7D-21D4EE98B3D8}"/>
                  </a:ext>
                </a:extLst>
              </p:cNvPr>
              <p:cNvSpPr/>
              <p:nvPr/>
            </p:nvSpPr>
            <p:spPr>
              <a:xfrm>
                <a:off x="5535177" y="633148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AB7355C9-5DB7-2F15-BB92-2442F1E9FC4D}"/>
                  </a:ext>
                </a:extLst>
              </p:cNvPr>
              <p:cNvSpPr/>
              <p:nvPr/>
            </p:nvSpPr>
            <p:spPr>
              <a:xfrm>
                <a:off x="5898397" y="6320561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B40E90F4-79CB-FD13-4B7E-720B02F8C917}"/>
                  </a:ext>
                </a:extLst>
              </p:cNvPr>
              <p:cNvSpPr/>
              <p:nvPr/>
            </p:nvSpPr>
            <p:spPr>
              <a:xfrm>
                <a:off x="5686307" y="632640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5" name="Freeform 1414">
                <a:extLst>
                  <a:ext uri="{FF2B5EF4-FFF2-40B4-BE49-F238E27FC236}">
                    <a16:creationId xmlns:a16="http://schemas.microsoft.com/office/drawing/2014/main" id="{B65CA40E-55BE-736C-2FDB-B2BE73889A80}"/>
                  </a:ext>
                </a:extLst>
              </p:cNvPr>
              <p:cNvSpPr/>
              <p:nvPr/>
            </p:nvSpPr>
            <p:spPr>
              <a:xfrm>
                <a:off x="5699261" y="6288049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6" name="Freeform 1415">
                <a:extLst>
                  <a:ext uri="{FF2B5EF4-FFF2-40B4-BE49-F238E27FC236}">
                    <a16:creationId xmlns:a16="http://schemas.microsoft.com/office/drawing/2014/main" id="{4940CDEE-7890-C0A7-056A-ADBC6605E7EF}"/>
                  </a:ext>
                </a:extLst>
              </p:cNvPr>
              <p:cNvSpPr/>
              <p:nvPr/>
            </p:nvSpPr>
            <p:spPr>
              <a:xfrm>
                <a:off x="6064132" y="6287668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7" name="Freeform 1416">
                <a:extLst>
                  <a:ext uri="{FF2B5EF4-FFF2-40B4-BE49-F238E27FC236}">
                    <a16:creationId xmlns:a16="http://schemas.microsoft.com/office/drawing/2014/main" id="{A618B0D0-3550-7476-B1B9-B14278353468}"/>
                  </a:ext>
                </a:extLst>
              </p:cNvPr>
              <p:cNvSpPr/>
              <p:nvPr/>
            </p:nvSpPr>
            <p:spPr>
              <a:xfrm>
                <a:off x="5714755" y="6365392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8" name="Freeform 1417">
                <a:extLst>
                  <a:ext uri="{FF2B5EF4-FFF2-40B4-BE49-F238E27FC236}">
                    <a16:creationId xmlns:a16="http://schemas.microsoft.com/office/drawing/2014/main" id="{E49FF8A7-646B-0FAB-B5ED-5A1AED48603E}"/>
                  </a:ext>
                </a:extLst>
              </p:cNvPr>
              <p:cNvSpPr/>
              <p:nvPr/>
            </p:nvSpPr>
            <p:spPr>
              <a:xfrm>
                <a:off x="5687069" y="6306083"/>
                <a:ext cx="36067" cy="36068"/>
              </a:xfrm>
              <a:custGeom>
                <a:avLst/>
                <a:gdLst>
                  <a:gd name="csX0" fmla="*/ 36068 w 36067"/>
                  <a:gd name="csY0" fmla="*/ 18034 h 36068"/>
                  <a:gd name="csX1" fmla="*/ 18034 w 36067"/>
                  <a:gd name="csY1" fmla="*/ 36068 h 36068"/>
                  <a:gd name="csX2" fmla="*/ 0 w 36067"/>
                  <a:gd name="csY2" fmla="*/ 18034 h 36068"/>
                  <a:gd name="csX3" fmla="*/ 18034 w 36067"/>
                  <a:gd name="csY3" fmla="*/ 0 h 36068"/>
                  <a:gd name="csX4" fmla="*/ 36068 w 36067"/>
                  <a:gd name="csY4" fmla="*/ 18034 h 360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067" h="36068">
                    <a:moveTo>
                      <a:pt x="36068" y="18034"/>
                    </a:moveTo>
                    <a:cubicBezTo>
                      <a:pt x="36068" y="27994"/>
                      <a:pt x="27994" y="36068"/>
                      <a:pt x="18034" y="36068"/>
                    </a:cubicBezTo>
                    <a:cubicBezTo>
                      <a:pt x="8074" y="36068"/>
                      <a:pt x="0" y="27994"/>
                      <a:pt x="0" y="18034"/>
                    </a:cubicBezTo>
                    <a:cubicBezTo>
                      <a:pt x="0" y="8074"/>
                      <a:pt x="8074" y="0"/>
                      <a:pt x="18034" y="0"/>
                    </a:cubicBezTo>
                    <a:cubicBezTo>
                      <a:pt x="27994" y="0"/>
                      <a:pt x="36068" y="8074"/>
                      <a:pt x="36068" y="18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017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19" name="TextBox 1418">
                <a:extLst>
                  <a:ext uri="{FF2B5EF4-FFF2-40B4-BE49-F238E27FC236}">
                    <a16:creationId xmlns:a16="http://schemas.microsoft.com/office/drawing/2014/main" id="{73ECA813-5C45-E71C-C3CC-D99E99F83EE6}"/>
                  </a:ext>
                </a:extLst>
              </p:cNvPr>
              <p:cNvSpPr txBox="1"/>
              <p:nvPr/>
            </p:nvSpPr>
            <p:spPr>
              <a:xfrm>
                <a:off x="5375487" y="6097989"/>
                <a:ext cx="562975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7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p = 0.757</a:t>
                </a:r>
              </a:p>
            </p:txBody>
          </p:sp>
          <p:sp>
            <p:nvSpPr>
              <p:cNvPr id="1420" name="Freeform 1419">
                <a:extLst>
                  <a:ext uri="{FF2B5EF4-FFF2-40B4-BE49-F238E27FC236}">
                    <a16:creationId xmlns:a16="http://schemas.microsoft.com/office/drawing/2014/main" id="{47B2A7E9-0DCE-682C-9872-CCB41602CFAE}"/>
                  </a:ext>
                </a:extLst>
              </p:cNvPr>
              <p:cNvSpPr/>
              <p:nvPr/>
            </p:nvSpPr>
            <p:spPr>
              <a:xfrm>
                <a:off x="5537209" y="6238265"/>
                <a:ext cx="162814" cy="12700"/>
              </a:xfrm>
              <a:custGeom>
                <a:avLst/>
                <a:gdLst>
                  <a:gd name="csX0" fmla="*/ 0 w 162814"/>
                  <a:gd name="csY0" fmla="*/ 0 h 12700"/>
                  <a:gd name="csX1" fmla="*/ 162814 w 162814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2814" h="12700">
                    <a:moveTo>
                      <a:pt x="0" y="0"/>
                    </a:moveTo>
                    <a:lnTo>
                      <a:pt x="162814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1" name="TextBox 1420">
                <a:extLst>
                  <a:ext uri="{FF2B5EF4-FFF2-40B4-BE49-F238E27FC236}">
                    <a16:creationId xmlns:a16="http://schemas.microsoft.com/office/drawing/2014/main" id="{D3143132-8657-A91A-FCA3-E959B01D3EAA}"/>
                  </a:ext>
                </a:extLst>
              </p:cNvPr>
              <p:cNvSpPr txBox="1"/>
              <p:nvPr/>
            </p:nvSpPr>
            <p:spPr>
              <a:xfrm>
                <a:off x="5857934" y="6048288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422" name="Freeform 1421">
                <a:extLst>
                  <a:ext uri="{FF2B5EF4-FFF2-40B4-BE49-F238E27FC236}">
                    <a16:creationId xmlns:a16="http://schemas.microsoft.com/office/drawing/2014/main" id="{70C0C1CF-EC0C-FA9D-7A86-BF26DBC4A49B}"/>
                  </a:ext>
                </a:extLst>
              </p:cNvPr>
              <p:cNvSpPr/>
              <p:nvPr/>
            </p:nvSpPr>
            <p:spPr>
              <a:xfrm>
                <a:off x="5736218" y="6238265"/>
                <a:ext cx="524637" cy="12700"/>
              </a:xfrm>
              <a:custGeom>
                <a:avLst/>
                <a:gdLst>
                  <a:gd name="csX0" fmla="*/ 0 w 524637"/>
                  <a:gd name="csY0" fmla="*/ 0 h 12700"/>
                  <a:gd name="csX1" fmla="*/ 524637 w 524637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524637" h="12700">
                    <a:moveTo>
                      <a:pt x="0" y="0"/>
                    </a:moveTo>
                    <a:lnTo>
                      <a:pt x="524637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3" name="TextBox 1422">
                <a:extLst>
                  <a:ext uri="{FF2B5EF4-FFF2-40B4-BE49-F238E27FC236}">
                    <a16:creationId xmlns:a16="http://schemas.microsoft.com/office/drawing/2014/main" id="{12C711A0-9F0D-0AA8-39E5-6732BC79E834}"/>
                  </a:ext>
                </a:extLst>
              </p:cNvPr>
              <p:cNvSpPr txBox="1"/>
              <p:nvPr/>
            </p:nvSpPr>
            <p:spPr>
              <a:xfrm>
                <a:off x="5758366" y="5920544"/>
                <a:ext cx="2840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2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*</a:t>
                </a:r>
              </a:p>
            </p:txBody>
          </p:sp>
          <p:sp>
            <p:nvSpPr>
              <p:cNvPr id="1424" name="Freeform 1423">
                <a:extLst>
                  <a:ext uri="{FF2B5EF4-FFF2-40B4-BE49-F238E27FC236}">
                    <a16:creationId xmlns:a16="http://schemas.microsoft.com/office/drawing/2014/main" id="{FF4F6CE3-EF78-0290-C282-BB1F36DF7915}"/>
                  </a:ext>
                </a:extLst>
              </p:cNvPr>
              <p:cNvSpPr/>
              <p:nvPr/>
            </p:nvSpPr>
            <p:spPr>
              <a:xfrm>
                <a:off x="5537209" y="6115837"/>
                <a:ext cx="723646" cy="12700"/>
              </a:xfrm>
              <a:custGeom>
                <a:avLst/>
                <a:gdLst>
                  <a:gd name="csX0" fmla="*/ 0 w 723646"/>
                  <a:gd name="csY0" fmla="*/ 0 h 12700"/>
                  <a:gd name="csX1" fmla="*/ 723646 w 723646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723646" h="12700">
                    <a:moveTo>
                      <a:pt x="0" y="0"/>
                    </a:moveTo>
                    <a:lnTo>
                      <a:pt x="723646" y="0"/>
                    </a:lnTo>
                  </a:path>
                </a:pathLst>
              </a:custGeom>
              <a:ln w="13589" cap="rnd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25" name="Graphic 919">
              <a:extLst>
                <a:ext uri="{FF2B5EF4-FFF2-40B4-BE49-F238E27FC236}">
                  <a16:creationId xmlns:a16="http://schemas.microsoft.com/office/drawing/2014/main" id="{D3BD72F5-0B92-924F-6EF4-A972781FA590}"/>
                </a:ext>
              </a:extLst>
            </p:cNvPr>
            <p:cNvGrpSpPr/>
            <p:nvPr/>
          </p:nvGrpSpPr>
          <p:grpSpPr>
            <a:xfrm>
              <a:off x="5399220" y="5504971"/>
              <a:ext cx="999275" cy="1539503"/>
              <a:chOff x="5399220" y="5504971"/>
              <a:chExt cx="999275" cy="1539503"/>
            </a:xfrm>
          </p:grpSpPr>
          <p:sp>
            <p:nvSpPr>
              <p:cNvPr id="1426" name="Freeform 1425">
                <a:extLst>
                  <a:ext uri="{FF2B5EF4-FFF2-40B4-BE49-F238E27FC236}">
                    <a16:creationId xmlns:a16="http://schemas.microsoft.com/office/drawing/2014/main" id="{4200E83A-D268-A89E-F48C-D8CA036263C5}"/>
                  </a:ext>
                </a:extLst>
              </p:cNvPr>
              <p:cNvSpPr/>
              <p:nvPr/>
            </p:nvSpPr>
            <p:spPr>
              <a:xfrm>
                <a:off x="5428751" y="6802398"/>
                <a:ext cx="940688" cy="12700"/>
              </a:xfrm>
              <a:custGeom>
                <a:avLst/>
                <a:gdLst>
                  <a:gd name="csX0" fmla="*/ 0 w 940688"/>
                  <a:gd name="csY0" fmla="*/ 0 h 12700"/>
                  <a:gd name="csX1" fmla="*/ 940689 w 940688"/>
                  <a:gd name="csY1" fmla="*/ 0 h 127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40688" h="12700">
                    <a:moveTo>
                      <a:pt x="0" y="0"/>
                    </a:moveTo>
                    <a:lnTo>
                      <a:pt x="940689" y="0"/>
                    </a:lnTo>
                  </a:path>
                </a:pathLst>
              </a:custGeom>
              <a:noFill/>
              <a:ln w="13589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7" name="Freeform 1426">
                <a:extLst>
                  <a:ext uri="{FF2B5EF4-FFF2-40B4-BE49-F238E27FC236}">
                    <a16:creationId xmlns:a16="http://schemas.microsoft.com/office/drawing/2014/main" id="{B66EE94C-688C-A4A6-2557-423C79582635}"/>
                  </a:ext>
                </a:extLst>
              </p:cNvPr>
              <p:cNvSpPr/>
              <p:nvPr/>
            </p:nvSpPr>
            <p:spPr>
              <a:xfrm>
                <a:off x="5537208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8" name="Freeform 1427">
                <a:extLst>
                  <a:ext uri="{FF2B5EF4-FFF2-40B4-BE49-F238E27FC236}">
                    <a16:creationId xmlns:a16="http://schemas.microsoft.com/office/drawing/2014/main" id="{22613D92-82BB-E4FD-D49F-B66F466D401D}"/>
                  </a:ext>
                </a:extLst>
              </p:cNvPr>
              <p:cNvSpPr/>
              <p:nvPr/>
            </p:nvSpPr>
            <p:spPr>
              <a:xfrm>
                <a:off x="5718183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29" name="Freeform 1428">
                <a:extLst>
                  <a:ext uri="{FF2B5EF4-FFF2-40B4-BE49-F238E27FC236}">
                    <a16:creationId xmlns:a16="http://schemas.microsoft.com/office/drawing/2014/main" id="{DB564BCA-4137-DDE2-6F4F-667CCA9BAD21}"/>
                  </a:ext>
                </a:extLst>
              </p:cNvPr>
              <p:cNvSpPr/>
              <p:nvPr/>
            </p:nvSpPr>
            <p:spPr>
              <a:xfrm>
                <a:off x="5899032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0" name="Freeform 1429">
                <a:extLst>
                  <a:ext uri="{FF2B5EF4-FFF2-40B4-BE49-F238E27FC236}">
                    <a16:creationId xmlns:a16="http://schemas.microsoft.com/office/drawing/2014/main" id="{8C9550ED-396A-2A80-2DB7-BEAC3F186DCA}"/>
                  </a:ext>
                </a:extLst>
              </p:cNvPr>
              <p:cNvSpPr/>
              <p:nvPr/>
            </p:nvSpPr>
            <p:spPr>
              <a:xfrm>
                <a:off x="6080007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1" name="Freeform 1430">
                <a:extLst>
                  <a:ext uri="{FF2B5EF4-FFF2-40B4-BE49-F238E27FC236}">
                    <a16:creationId xmlns:a16="http://schemas.microsoft.com/office/drawing/2014/main" id="{4F9789F3-B9C2-A4D8-8DED-A1D6F73D1429}"/>
                  </a:ext>
                </a:extLst>
              </p:cNvPr>
              <p:cNvSpPr/>
              <p:nvPr/>
            </p:nvSpPr>
            <p:spPr>
              <a:xfrm>
                <a:off x="6260855" y="6802398"/>
                <a:ext cx="12700" cy="34798"/>
              </a:xfrm>
              <a:custGeom>
                <a:avLst/>
                <a:gdLst>
                  <a:gd name="csX0" fmla="*/ 0 w 12700"/>
                  <a:gd name="csY0" fmla="*/ 34798 h 34798"/>
                  <a:gd name="csX1" fmla="*/ 0 w 12700"/>
                  <a:gd name="csY1" fmla="*/ 0 h 3479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2700" h="34798">
                    <a:moveTo>
                      <a:pt x="0" y="34798"/>
                    </a:moveTo>
                    <a:lnTo>
                      <a:pt x="0" y="0"/>
                    </a:lnTo>
                  </a:path>
                </a:pathLst>
              </a:custGeom>
              <a:noFill/>
              <a:ln w="13589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32" name="TextBox 1431">
                <a:extLst>
                  <a:ext uri="{FF2B5EF4-FFF2-40B4-BE49-F238E27FC236}">
                    <a16:creationId xmlns:a16="http://schemas.microsoft.com/office/drawing/2014/main" id="{7C54E3D4-9C11-1543-5571-608EBC88650D}"/>
                  </a:ext>
                </a:extLst>
              </p:cNvPr>
              <p:cNvSpPr txBox="1"/>
              <p:nvPr/>
            </p:nvSpPr>
            <p:spPr>
              <a:xfrm>
                <a:off x="5399220" y="6798253"/>
                <a:ext cx="29206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M</a:t>
                </a:r>
              </a:p>
            </p:txBody>
          </p:sp>
          <p:sp>
            <p:nvSpPr>
              <p:cNvPr id="1433" name="TextBox 1432">
                <a:extLst>
                  <a:ext uri="{FF2B5EF4-FFF2-40B4-BE49-F238E27FC236}">
                    <a16:creationId xmlns:a16="http://schemas.microsoft.com/office/drawing/2014/main" id="{C0F39271-1453-438D-FEE5-B1A292A72FC9}"/>
                  </a:ext>
                </a:extLst>
              </p:cNvPr>
              <p:cNvSpPr txBox="1"/>
              <p:nvPr/>
            </p:nvSpPr>
            <p:spPr>
              <a:xfrm>
                <a:off x="5611218" y="6798253"/>
                <a:ext cx="21993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I</a:t>
                </a:r>
              </a:p>
            </p:txBody>
          </p:sp>
          <p:sp>
            <p:nvSpPr>
              <p:cNvPr id="1434" name="TextBox 1433">
                <a:extLst>
                  <a:ext uri="{FF2B5EF4-FFF2-40B4-BE49-F238E27FC236}">
                    <a16:creationId xmlns:a16="http://schemas.microsoft.com/office/drawing/2014/main" id="{818BEDB7-D090-8CFF-30B4-9B0FB906676B}"/>
                  </a:ext>
                </a:extLst>
              </p:cNvPr>
              <p:cNvSpPr txBox="1"/>
              <p:nvPr/>
            </p:nvSpPr>
            <p:spPr>
              <a:xfrm>
                <a:off x="5760989" y="6798253"/>
                <a:ext cx="29046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LI</a:t>
                </a:r>
              </a:p>
            </p:txBody>
          </p:sp>
          <p:sp>
            <p:nvSpPr>
              <p:cNvPr id="1435" name="TextBox 1434">
                <a:extLst>
                  <a:ext uri="{FF2B5EF4-FFF2-40B4-BE49-F238E27FC236}">
                    <a16:creationId xmlns:a16="http://schemas.microsoft.com/office/drawing/2014/main" id="{26183F76-7532-4995-1E65-C3190F60FF20}"/>
                  </a:ext>
                </a:extLst>
              </p:cNvPr>
              <p:cNvSpPr txBox="1"/>
              <p:nvPr/>
            </p:nvSpPr>
            <p:spPr>
              <a:xfrm>
                <a:off x="5914078" y="6798253"/>
                <a:ext cx="356188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NF</a:t>
                </a:r>
              </a:p>
            </p:txBody>
          </p:sp>
          <p:sp>
            <p:nvSpPr>
              <p:cNvPr id="1436" name="TextBox 1435">
                <a:extLst>
                  <a:ext uri="{FF2B5EF4-FFF2-40B4-BE49-F238E27FC236}">
                    <a16:creationId xmlns:a16="http://schemas.microsoft.com/office/drawing/2014/main" id="{E327C679-A616-2875-D2EE-B28F0F376BDB}"/>
                  </a:ext>
                </a:extLst>
              </p:cNvPr>
              <p:cNvSpPr txBox="1"/>
              <p:nvPr/>
            </p:nvSpPr>
            <p:spPr>
              <a:xfrm>
                <a:off x="6135281" y="6798253"/>
                <a:ext cx="26321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000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F</a:t>
                </a:r>
              </a:p>
            </p:txBody>
          </p:sp>
          <p:sp>
            <p:nvSpPr>
              <p:cNvPr id="1438" name="TextBox 1437">
                <a:extLst>
                  <a:ext uri="{FF2B5EF4-FFF2-40B4-BE49-F238E27FC236}">
                    <a16:creationId xmlns:a16="http://schemas.microsoft.com/office/drawing/2014/main" id="{C85C2884-9D8E-203B-4927-3917373C6735}"/>
                  </a:ext>
                </a:extLst>
              </p:cNvPr>
              <p:cNvSpPr txBox="1"/>
              <p:nvPr/>
            </p:nvSpPr>
            <p:spPr>
              <a:xfrm>
                <a:off x="5633403" y="5504971"/>
                <a:ext cx="591829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100" i="1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g</a:t>
                </a:r>
                <a:r>
                  <a:rPr lang="en-US" sz="1100" i="1" spc="0" baseline="0">
                    <a:ln/>
                    <a:solidFill>
                      <a:srgbClr val="000000"/>
                    </a:solidFill>
                    <a:latin typeface="Arial"/>
                    <a:cs typeface="Arial"/>
                    <a:sym typeface="Arial"/>
                    <a:rtl val="0"/>
                  </a:rPr>
                  <a:t>nrh1-</a:t>
                </a:r>
              </a:p>
            </p:txBody>
          </p:sp>
        </p:grpSp>
      </p:grpSp>
      <p:sp>
        <p:nvSpPr>
          <p:cNvPr id="1439" name="TextBox 1438">
            <a:extLst>
              <a:ext uri="{FF2B5EF4-FFF2-40B4-BE49-F238E27FC236}">
                <a16:creationId xmlns:a16="http://schemas.microsoft.com/office/drawing/2014/main" id="{E5C42BCA-9FCC-FED5-23D7-E08D3887283B}"/>
              </a:ext>
            </a:extLst>
          </p:cNvPr>
          <p:cNvSpPr txBox="1"/>
          <p:nvPr/>
        </p:nvSpPr>
        <p:spPr>
          <a:xfrm rot="16200000">
            <a:off x="-1177656" y="5176241"/>
            <a:ext cx="260998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spc="0" baseline="0" err="1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CytoTRACE</a:t>
            </a:r>
            <a:endParaRPr lang="en-US" sz="1050" spc="0" baseline="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1444" name="TextBox 1443">
            <a:extLst>
              <a:ext uri="{FF2B5EF4-FFF2-40B4-BE49-F238E27FC236}">
                <a16:creationId xmlns:a16="http://schemas.microsoft.com/office/drawing/2014/main" id="{9A5D4BCE-164C-F171-AF41-BAEBD0FE77F4}"/>
              </a:ext>
            </a:extLst>
          </p:cNvPr>
          <p:cNvSpPr txBox="1"/>
          <p:nvPr/>
        </p:nvSpPr>
        <p:spPr>
          <a:xfrm>
            <a:off x="-2350" y="249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a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445" name="TextBox 1444">
            <a:extLst>
              <a:ext uri="{FF2B5EF4-FFF2-40B4-BE49-F238E27FC236}">
                <a16:creationId xmlns:a16="http://schemas.microsoft.com/office/drawing/2014/main" id="{22B59E9B-FAC6-E9CC-DF2C-508928EEC396}"/>
              </a:ext>
            </a:extLst>
          </p:cNvPr>
          <p:cNvSpPr txBox="1"/>
          <p:nvPr/>
        </p:nvSpPr>
        <p:spPr>
          <a:xfrm>
            <a:off x="-5610" y="1842300"/>
            <a:ext cx="30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b</a:t>
            </a:r>
            <a:endParaRPr lang="en-US" sz="4800" b="1">
              <a:latin typeface="Helvetica" pitchFamily="2" charset="0"/>
            </a:endParaRPr>
          </a:p>
        </p:txBody>
      </p:sp>
      <p:sp>
        <p:nvSpPr>
          <p:cNvPr id="1446" name="TextBox 1445">
            <a:extLst>
              <a:ext uri="{FF2B5EF4-FFF2-40B4-BE49-F238E27FC236}">
                <a16:creationId xmlns:a16="http://schemas.microsoft.com/office/drawing/2014/main" id="{FC83B028-9ED8-F788-E7CC-BDC170EA5754}"/>
              </a:ext>
            </a:extLst>
          </p:cNvPr>
          <p:cNvSpPr txBox="1"/>
          <p:nvPr/>
        </p:nvSpPr>
        <p:spPr>
          <a:xfrm>
            <a:off x="26754" y="375363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>
                <a:latin typeface="Helvetica" pitchFamily="2" charset="0"/>
              </a:rPr>
              <a:t>c</a:t>
            </a:r>
            <a:endParaRPr lang="en-US" sz="4800" b="1">
              <a:latin typeface="Helvetica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27643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phic 4">
            <a:extLst>
              <a:ext uri="{FF2B5EF4-FFF2-40B4-BE49-F238E27FC236}">
                <a16:creationId xmlns:a16="http://schemas.microsoft.com/office/drawing/2014/main" id="{F2B9FF51-7FD4-0538-40A3-98DC63702A5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88683" y="0"/>
            <a:ext cx="4680633" cy="76803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022445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Metadata/LabelInfo.xml><?xml version="1.0" encoding="utf-8"?>
<clbl:labelList xmlns:clbl="http://schemas.microsoft.com/office/2020/mipLabelMetadata">
  <clbl:label id="{b0002a9b-0017-404d-97dc-3d3bab09be81}" enabled="0" method="" siteId="{b0002a9b-0017-404d-97dc-3d3bab09be81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3491</Words>
  <Application>Microsoft Macintosh PowerPoint</Application>
  <PresentationFormat>Custom</PresentationFormat>
  <Paragraphs>2548</Paragraphs>
  <Slides>13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20" baseType="lpstr">
      <vt:lpstr>Aptos</vt:lpstr>
      <vt:lpstr>Aptos Display</vt:lpstr>
      <vt:lpstr>Arial</vt:lpstr>
      <vt:lpstr>Google Sans</vt:lpstr>
      <vt:lpstr>Helvetica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Graham, Gabriel J.</dc:creator>
  <cp:lastModifiedBy>Graham, Gabriel J.</cp:lastModifiedBy>
  <cp:revision>1</cp:revision>
  <dcterms:created xsi:type="dcterms:W3CDTF">2026-04-30T17:53:34Z</dcterms:created>
  <dcterms:modified xsi:type="dcterms:W3CDTF">2026-05-21T03:51:25Z</dcterms:modified>
</cp:coreProperties>
</file>